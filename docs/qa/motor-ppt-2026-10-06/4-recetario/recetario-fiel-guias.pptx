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Relationship Id="rId5" Type="http://schemas.openxmlformats.org/package/2006/relationships/metadata/extended-properties" Target="docProps/app0.xml"/>
<Relationship Id="rId4" Type="http://schemas.openxmlformats.org/officeDocument/2006/relationships/custom-properties" Target="docProps/custom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1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  <p:sldId id="375" r:id="rId127"/>
    <p:sldId id="376" r:id="rId128"/>
    <p:sldId id="377" r:id="rId129"/>
    <p:sldId id="378" r:id="rId130"/>
    <p:sldId id="379" r:id="rId131"/>
    <p:sldId id="380" r:id="rId132"/>
    <p:sldId id="381" r:id="rId133"/>
    <p:sldId id="382" r:id="rId134"/>
    <p:sldId id="383" r:id="rId135"/>
    <p:sldId id="384" r:id="rId136"/>
    <p:sldId id="385" r:id="rId137"/>
    <p:sldId id="386" r:id="rId138"/>
    <p:sldId id="387" r:id="rId139"/>
    <p:sldId id="388" r:id="rId140"/>
    <p:sldId id="389" r:id="rId141"/>
    <p:sldId id="390" r:id="rId142"/>
    <p:sldId id="391" r:id="rId143"/>
    <p:sldId id="392" r:id="rId144"/>
    <p:sldId id="393" r:id="rId145"/>
    <p:sldId id="394" r:id="rId146"/>
    <p:sldId id="395" r:id="rId147"/>
    <p:sldId id="396" r:id="rId148"/>
    <p:sldId id="397" r:id="rId149"/>
    <p:sldId id="398" r:id="rId150"/>
    <p:sldId id="399" r:id="rId151"/>
    <p:sldId id="400" r:id="rId152"/>
    <p:sldId id="401" r:id="rId153"/>
    <p:sldId id="402" r:id="rId154"/>
    <p:sldId id="403" r:id="rId155"/>
    <p:sldId id="404" r:id="rId156"/>
    <p:sldId id="405" r:id="rId157"/>
    <p:sldId id="406" r:id="rId158"/>
    <p:sldId id="407" r:id="rId159"/>
    <p:sldId id="408" r:id="rId160"/>
    <p:sldId id="409" r:id="rId161"/>
    <p:sldId id="410" r:id="rId162"/>
    <p:sldId id="411" r:id="rId163"/>
    <p:sldId id="412" r:id="rId164"/>
    <p:sldId id="413" r:id="rId165"/>
    <p:sldId id="414" r:id="rId166"/>
    <p:sldId id="415" r:id="rId167"/>
    <p:sldId id="416" r:id="rId168"/>
    <p:sldId id="417" r:id="rId169"/>
    <p:sldId id="418" r:id="rId170"/>
    <p:sldId id="419" r:id="rId171"/>
    <p:sldId id="420" r:id="rId172"/>
    <p:sldId id="421" r:id="rId173"/>
    <p:sldId id="422" r:id="rId174"/>
    <p:sldId id="423" r:id="rId17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060"/>
    <a:srgbClr val="F2F2F2"/>
    <a:srgbClr val="011F6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654" autoAdjust="0"/>
    <p:restoredTop sz="94726"/>
  </p:normalViewPr>
  <p:slideViewPr>
    <p:cSldViewPr snapToGrid="0">
      <p:cViewPr varScale="1">
        <p:scale>
          <a:sx n="117" d="100"/>
          <a:sy n="117" d="100"/>
        </p:scale>
        <p:origin x="208" y="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6" d="100"/>
          <a:sy n="96" d="100"/>
        </p:scale>
        <p:origin x="4328" y="17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Relationship Id="rId18" Type="http://schemas.openxmlformats.org/officeDocument/2006/relationships/slide" Target="slides/slide11.xml"/>
<Relationship Id="rId19" Type="http://schemas.openxmlformats.org/officeDocument/2006/relationships/slide" Target="slides/slide12.xml"/>
<Relationship Id="rId20" Type="http://schemas.openxmlformats.org/officeDocument/2006/relationships/slide" Target="slides/slide13.xml"/>
<Relationship Id="rId21" Type="http://schemas.openxmlformats.org/officeDocument/2006/relationships/slide" Target="slides/slide14.xml"/>
<Relationship Id="rId22" Type="http://schemas.openxmlformats.org/officeDocument/2006/relationships/slide" Target="slides/slide15.xml"/>
<Relationship Id="rId23" Type="http://schemas.openxmlformats.org/officeDocument/2006/relationships/slide" Target="slides/slide16.xml"/>
<Relationship Id="rId24" Type="http://schemas.openxmlformats.org/officeDocument/2006/relationships/slide" Target="slides/slide17.xml"/>
<Relationship Id="rId25" Type="http://schemas.openxmlformats.org/officeDocument/2006/relationships/slide" Target="slides/slide18.xml"/>
<Relationship Id="rId26" Type="http://schemas.openxmlformats.org/officeDocument/2006/relationships/slide" Target="slides/slide19.xml"/>
<Relationship Id="rId27" Type="http://schemas.openxmlformats.org/officeDocument/2006/relationships/slide" Target="slides/slide20.xml"/>
<Relationship Id="rId28" Type="http://schemas.openxmlformats.org/officeDocument/2006/relationships/slide" Target="slides/slide21.xml"/>
<Relationship Id="rId29" Type="http://schemas.openxmlformats.org/officeDocument/2006/relationships/slide" Target="slides/slide22.xml"/>
<Relationship Id="rId30" Type="http://schemas.openxmlformats.org/officeDocument/2006/relationships/slide" Target="slides/slide23.xml"/>
<Relationship Id="rId31" Type="http://schemas.openxmlformats.org/officeDocument/2006/relationships/slide" Target="slides/slide24.xml"/>
<Relationship Id="rId32" Type="http://schemas.openxmlformats.org/officeDocument/2006/relationships/slide" Target="slides/slide25.xml"/>
<Relationship Id="rId33" Type="http://schemas.openxmlformats.org/officeDocument/2006/relationships/slide" Target="slides/slide26.xml"/>
<Relationship Id="rId34" Type="http://schemas.openxmlformats.org/officeDocument/2006/relationships/slide" Target="slides/slide27.xml"/>
<Relationship Id="rId35" Type="http://schemas.openxmlformats.org/officeDocument/2006/relationships/slide" Target="slides/slide28.xml"/>
<Relationship Id="rId36" Type="http://schemas.openxmlformats.org/officeDocument/2006/relationships/slide" Target="slides/slide29.xml"/>
<Relationship Id="rId37" Type="http://schemas.openxmlformats.org/officeDocument/2006/relationships/slide" Target="slides/slide30.xml"/>
<Relationship Id="rId38" Type="http://schemas.openxmlformats.org/officeDocument/2006/relationships/slide" Target="slides/slide31.xml"/>
<Relationship Id="rId39" Type="http://schemas.openxmlformats.org/officeDocument/2006/relationships/slide" Target="slides/slide32.xml"/>
<Relationship Id="rId40" Type="http://schemas.openxmlformats.org/officeDocument/2006/relationships/slide" Target="slides/slide33.xml"/>
<Relationship Id="rId41" Type="http://schemas.openxmlformats.org/officeDocument/2006/relationships/slide" Target="slides/slide34.xml"/>
<Relationship Id="rId42" Type="http://schemas.openxmlformats.org/officeDocument/2006/relationships/slide" Target="slides/slide35.xml"/>
<Relationship Id="rId43" Type="http://schemas.openxmlformats.org/officeDocument/2006/relationships/slide" Target="slides/slide36.xml"/>
<Relationship Id="rId44" Type="http://schemas.openxmlformats.org/officeDocument/2006/relationships/slide" Target="slides/slide37.xml"/>
<Relationship Id="rId45" Type="http://schemas.openxmlformats.org/officeDocument/2006/relationships/slide" Target="slides/slide38.xml"/>
<Relationship Id="rId46" Type="http://schemas.openxmlformats.org/officeDocument/2006/relationships/slide" Target="slides/slide39.xml"/>
<Relationship Id="rId47" Type="http://schemas.openxmlformats.org/officeDocument/2006/relationships/slide" Target="slides/slide40.xml"/>
<Relationship Id="rId48" Type="http://schemas.openxmlformats.org/officeDocument/2006/relationships/slide" Target="slides/slide41.xml"/>
<Relationship Id="rId49" Type="http://schemas.openxmlformats.org/officeDocument/2006/relationships/slide" Target="slides/slide42.xml"/>
<Relationship Id="rId50" Type="http://schemas.openxmlformats.org/officeDocument/2006/relationships/slide" Target="slides/slide43.xml"/>
<Relationship Id="rId51" Type="http://schemas.openxmlformats.org/officeDocument/2006/relationships/slide" Target="slides/slide44.xml"/>
<Relationship Id="rId52" Type="http://schemas.openxmlformats.org/officeDocument/2006/relationships/slide" Target="slides/slide45.xml"/>
<Relationship Id="rId53" Type="http://schemas.openxmlformats.org/officeDocument/2006/relationships/slide" Target="slides/slide46.xml"/>
<Relationship Id="rId54" Type="http://schemas.openxmlformats.org/officeDocument/2006/relationships/slide" Target="slides/slide47.xml"/>
<Relationship Id="rId55" Type="http://schemas.openxmlformats.org/officeDocument/2006/relationships/slide" Target="slides/slide48.xml"/>
<Relationship Id="rId56" Type="http://schemas.openxmlformats.org/officeDocument/2006/relationships/slide" Target="slides/slide49.xml"/>
<Relationship Id="rId57" Type="http://schemas.openxmlformats.org/officeDocument/2006/relationships/slide" Target="slides/slide50.xml"/>
<Relationship Id="rId58" Type="http://schemas.openxmlformats.org/officeDocument/2006/relationships/slide" Target="slides/slide51.xml"/>
<Relationship Id="rId59" Type="http://schemas.openxmlformats.org/officeDocument/2006/relationships/slide" Target="slides/slide52.xml"/>
<Relationship Id="rId60" Type="http://schemas.openxmlformats.org/officeDocument/2006/relationships/slide" Target="slides/slide53.xml"/>
<Relationship Id="rId61" Type="http://schemas.openxmlformats.org/officeDocument/2006/relationships/slide" Target="slides/slide54.xml"/>
<Relationship Id="rId62" Type="http://schemas.openxmlformats.org/officeDocument/2006/relationships/slide" Target="slides/slide55.xml"/>
<Relationship Id="rId63" Type="http://schemas.openxmlformats.org/officeDocument/2006/relationships/slide" Target="slides/slide56.xml"/>
<Relationship Id="rId64" Type="http://schemas.openxmlformats.org/officeDocument/2006/relationships/slide" Target="slides/slide57.xml"/>
<Relationship Id="rId65" Type="http://schemas.openxmlformats.org/officeDocument/2006/relationships/slide" Target="slides/slide58.xml"/>
<Relationship Id="rId66" Type="http://schemas.openxmlformats.org/officeDocument/2006/relationships/slide" Target="slides/slide59.xml"/>
<Relationship Id="rId67" Type="http://schemas.openxmlformats.org/officeDocument/2006/relationships/slide" Target="slides/slide60.xml"/>
<Relationship Id="rId68" Type="http://schemas.openxmlformats.org/officeDocument/2006/relationships/slide" Target="slides/slide61.xml"/>
<Relationship Id="rId69" Type="http://schemas.openxmlformats.org/officeDocument/2006/relationships/slide" Target="slides/slide62.xml"/>
<Relationship Id="rId70" Type="http://schemas.openxmlformats.org/officeDocument/2006/relationships/slide" Target="slides/slide63.xml"/>
<Relationship Id="rId71" Type="http://schemas.openxmlformats.org/officeDocument/2006/relationships/slide" Target="slides/slide64.xml"/>
<Relationship Id="rId72" Type="http://schemas.openxmlformats.org/officeDocument/2006/relationships/slide" Target="slides/slide65.xml"/>
<Relationship Id="rId73" Type="http://schemas.openxmlformats.org/officeDocument/2006/relationships/slide" Target="slides/slide66.xml"/>
<Relationship Id="rId74" Type="http://schemas.openxmlformats.org/officeDocument/2006/relationships/slide" Target="slides/slide67.xml"/>
<Relationship Id="rId75" Type="http://schemas.openxmlformats.org/officeDocument/2006/relationships/slide" Target="slides/slide68.xml"/>
<Relationship Id="rId76" Type="http://schemas.openxmlformats.org/officeDocument/2006/relationships/slide" Target="slides/slide69.xml"/>
<Relationship Id="rId77" Type="http://schemas.openxmlformats.org/officeDocument/2006/relationships/slide" Target="slides/slide70.xml"/>
<Relationship Id="rId78" Type="http://schemas.openxmlformats.org/officeDocument/2006/relationships/slide" Target="slides/slide71.xml"/>
<Relationship Id="rId79" Type="http://schemas.openxmlformats.org/officeDocument/2006/relationships/slide" Target="slides/slide72.xml"/>
<Relationship Id="rId80" Type="http://schemas.openxmlformats.org/officeDocument/2006/relationships/slide" Target="slides/slide73.xml"/>
<Relationship Id="rId81" Type="http://schemas.openxmlformats.org/officeDocument/2006/relationships/slide" Target="slides/slide74.xml"/>
<Relationship Id="rId82" Type="http://schemas.openxmlformats.org/officeDocument/2006/relationships/slide" Target="slides/slide75.xml"/>
<Relationship Id="rId83" Type="http://schemas.openxmlformats.org/officeDocument/2006/relationships/slide" Target="slides/slide76.xml"/>
<Relationship Id="rId84" Type="http://schemas.openxmlformats.org/officeDocument/2006/relationships/slide" Target="slides/slide77.xml"/>
<Relationship Id="rId85" Type="http://schemas.openxmlformats.org/officeDocument/2006/relationships/slide" Target="slides/slide78.xml"/>
<Relationship Id="rId86" Type="http://schemas.openxmlformats.org/officeDocument/2006/relationships/slide" Target="slides/slide79.xml"/>
<Relationship Id="rId87" Type="http://schemas.openxmlformats.org/officeDocument/2006/relationships/slide" Target="slides/slide80.xml"/>
<Relationship Id="rId88" Type="http://schemas.openxmlformats.org/officeDocument/2006/relationships/slide" Target="slides/slide81.xml"/>
<Relationship Id="rId89" Type="http://schemas.openxmlformats.org/officeDocument/2006/relationships/slide" Target="slides/slide82.xml"/>
<Relationship Id="rId90" Type="http://schemas.openxmlformats.org/officeDocument/2006/relationships/slide" Target="slides/slide83.xml"/>
<Relationship Id="rId91" Type="http://schemas.openxmlformats.org/officeDocument/2006/relationships/slide" Target="slides/slide84.xml"/>
<Relationship Id="rId92" Type="http://schemas.openxmlformats.org/officeDocument/2006/relationships/slide" Target="slides/slide85.xml"/>
<Relationship Id="rId93" Type="http://schemas.openxmlformats.org/officeDocument/2006/relationships/slide" Target="slides/slide86.xml"/>
<Relationship Id="rId94" Type="http://schemas.openxmlformats.org/officeDocument/2006/relationships/slide" Target="slides/slide87.xml"/>
<Relationship Id="rId95" Type="http://schemas.openxmlformats.org/officeDocument/2006/relationships/slide" Target="slides/slide88.xml"/>
<Relationship Id="rId96" Type="http://schemas.openxmlformats.org/officeDocument/2006/relationships/slide" Target="slides/slide89.xml"/>
<Relationship Id="rId97" Type="http://schemas.openxmlformats.org/officeDocument/2006/relationships/slide" Target="slides/slide90.xml"/>
<Relationship Id="rId98" Type="http://schemas.openxmlformats.org/officeDocument/2006/relationships/slide" Target="slides/slide91.xml"/>
<Relationship Id="rId99" Type="http://schemas.openxmlformats.org/officeDocument/2006/relationships/slide" Target="slides/slide92.xml"/>
<Relationship Id="rId100" Type="http://schemas.openxmlformats.org/officeDocument/2006/relationships/slide" Target="slides/slide93.xml"/>
<Relationship Id="rId101" Type="http://schemas.openxmlformats.org/officeDocument/2006/relationships/slide" Target="slides/slide94.xml"/>
<Relationship Id="rId102" Type="http://schemas.openxmlformats.org/officeDocument/2006/relationships/slide" Target="slides/slide95.xml"/>
<Relationship Id="rId103" Type="http://schemas.openxmlformats.org/officeDocument/2006/relationships/slide" Target="slides/slide96.xml"/>
<Relationship Id="rId104" Type="http://schemas.openxmlformats.org/officeDocument/2006/relationships/slide" Target="slides/slide97.xml"/>
<Relationship Id="rId105" Type="http://schemas.openxmlformats.org/officeDocument/2006/relationships/slide" Target="slides/slide98.xml"/>
<Relationship Id="rId106" Type="http://schemas.openxmlformats.org/officeDocument/2006/relationships/slide" Target="slides/slide99.xml"/>
<Relationship Id="rId107" Type="http://schemas.openxmlformats.org/officeDocument/2006/relationships/slide" Target="slides/slide100.xml"/>
<Relationship Id="rId108" Type="http://schemas.openxmlformats.org/officeDocument/2006/relationships/slide" Target="slides/slide101.xml"/>
<Relationship Id="rId109" Type="http://schemas.openxmlformats.org/officeDocument/2006/relationships/slide" Target="slides/slide102.xml"/>
<Relationship Id="rId110" Type="http://schemas.openxmlformats.org/officeDocument/2006/relationships/slide" Target="slides/slide103.xml"/>
<Relationship Id="rId111" Type="http://schemas.openxmlformats.org/officeDocument/2006/relationships/slide" Target="slides/slide104.xml"/>
<Relationship Id="rId112" Type="http://schemas.openxmlformats.org/officeDocument/2006/relationships/slide" Target="slides/slide105.xml"/>
<Relationship Id="rId113" Type="http://schemas.openxmlformats.org/officeDocument/2006/relationships/slide" Target="slides/slide106.xml"/>
<Relationship Id="rId114" Type="http://schemas.openxmlformats.org/officeDocument/2006/relationships/slide" Target="slides/slide107.xml"/>
<Relationship Id="rId115" Type="http://schemas.openxmlformats.org/officeDocument/2006/relationships/slide" Target="slides/slide108.xml"/>
<Relationship Id="rId116" Type="http://schemas.openxmlformats.org/officeDocument/2006/relationships/slide" Target="slides/slide109.xml"/>
<Relationship Id="rId117" Type="http://schemas.openxmlformats.org/officeDocument/2006/relationships/slide" Target="slides/slide110.xml"/>
<Relationship Id="rId118" Type="http://schemas.openxmlformats.org/officeDocument/2006/relationships/slide" Target="slides/slide111.xml"/>
<Relationship Id="rId119" Type="http://schemas.openxmlformats.org/officeDocument/2006/relationships/slide" Target="slides/slide112.xml"/>
<Relationship Id="rId120" Type="http://schemas.openxmlformats.org/officeDocument/2006/relationships/slide" Target="slides/slide113.xml"/>
<Relationship Id="rId121" Type="http://schemas.openxmlformats.org/officeDocument/2006/relationships/slide" Target="slides/slide114.xml"/>
<Relationship Id="rId122" Type="http://schemas.openxmlformats.org/officeDocument/2006/relationships/slide" Target="slides/slide115.xml"/>
<Relationship Id="rId123" Type="http://schemas.openxmlformats.org/officeDocument/2006/relationships/slide" Target="slides/slide116.xml"/>
<Relationship Id="rId124" Type="http://schemas.openxmlformats.org/officeDocument/2006/relationships/slide" Target="slides/slide117.xml"/>
<Relationship Id="rId125" Type="http://schemas.openxmlformats.org/officeDocument/2006/relationships/slide" Target="slides/slide118.xml"/>
<Relationship Id="rId126" Type="http://schemas.openxmlformats.org/officeDocument/2006/relationships/slide" Target="slides/slide119.xml"/>
<Relationship Id="rId127" Type="http://schemas.openxmlformats.org/officeDocument/2006/relationships/slide" Target="slides/slide120.xml"/>
<Relationship Id="rId128" Type="http://schemas.openxmlformats.org/officeDocument/2006/relationships/slide" Target="slides/slide121.xml"/>
<Relationship Id="rId129" Type="http://schemas.openxmlformats.org/officeDocument/2006/relationships/slide" Target="slides/slide122.xml"/>
<Relationship Id="rId130" Type="http://schemas.openxmlformats.org/officeDocument/2006/relationships/slide" Target="slides/slide123.xml"/>
<Relationship Id="rId131" Type="http://schemas.openxmlformats.org/officeDocument/2006/relationships/slide" Target="slides/slide124.xml"/>
<Relationship Id="rId132" Type="http://schemas.openxmlformats.org/officeDocument/2006/relationships/slide" Target="slides/slide125.xml"/>
<Relationship Id="rId133" Type="http://schemas.openxmlformats.org/officeDocument/2006/relationships/slide" Target="slides/slide126.xml"/>
<Relationship Id="rId134" Type="http://schemas.openxmlformats.org/officeDocument/2006/relationships/slide" Target="slides/slide127.xml"/>
<Relationship Id="rId135" Type="http://schemas.openxmlformats.org/officeDocument/2006/relationships/slide" Target="slides/slide128.xml"/>
<Relationship Id="rId136" Type="http://schemas.openxmlformats.org/officeDocument/2006/relationships/slide" Target="slides/slide129.xml"/>
<Relationship Id="rId137" Type="http://schemas.openxmlformats.org/officeDocument/2006/relationships/slide" Target="slides/slide130.xml"/>
<Relationship Id="rId138" Type="http://schemas.openxmlformats.org/officeDocument/2006/relationships/slide" Target="slides/slide131.xml"/>
<Relationship Id="rId139" Type="http://schemas.openxmlformats.org/officeDocument/2006/relationships/slide" Target="slides/slide132.xml"/>
<Relationship Id="rId140" Type="http://schemas.openxmlformats.org/officeDocument/2006/relationships/slide" Target="slides/slide133.xml"/>
<Relationship Id="rId141" Type="http://schemas.openxmlformats.org/officeDocument/2006/relationships/slide" Target="slides/slide134.xml"/>
<Relationship Id="rId142" Type="http://schemas.openxmlformats.org/officeDocument/2006/relationships/slide" Target="slides/slide135.xml"/>
<Relationship Id="rId143" Type="http://schemas.openxmlformats.org/officeDocument/2006/relationships/slide" Target="slides/slide136.xml"/>
<Relationship Id="rId144" Type="http://schemas.openxmlformats.org/officeDocument/2006/relationships/slide" Target="slides/slide137.xml"/>
<Relationship Id="rId145" Type="http://schemas.openxmlformats.org/officeDocument/2006/relationships/slide" Target="slides/slide138.xml"/>
<Relationship Id="rId146" Type="http://schemas.openxmlformats.org/officeDocument/2006/relationships/slide" Target="slides/slide139.xml"/>
<Relationship Id="rId147" Type="http://schemas.openxmlformats.org/officeDocument/2006/relationships/slide" Target="slides/slide140.xml"/>
<Relationship Id="rId148" Type="http://schemas.openxmlformats.org/officeDocument/2006/relationships/slide" Target="slides/slide141.xml"/>
<Relationship Id="rId149" Type="http://schemas.openxmlformats.org/officeDocument/2006/relationships/slide" Target="slides/slide142.xml"/>
<Relationship Id="rId150" Type="http://schemas.openxmlformats.org/officeDocument/2006/relationships/slide" Target="slides/slide143.xml"/>
<Relationship Id="rId151" Type="http://schemas.openxmlformats.org/officeDocument/2006/relationships/slide" Target="slides/slide144.xml"/>
<Relationship Id="rId152" Type="http://schemas.openxmlformats.org/officeDocument/2006/relationships/slide" Target="slides/slide145.xml"/>
<Relationship Id="rId153" Type="http://schemas.openxmlformats.org/officeDocument/2006/relationships/slide" Target="slides/slide146.xml"/>
<Relationship Id="rId154" Type="http://schemas.openxmlformats.org/officeDocument/2006/relationships/slide" Target="slides/slide147.xml"/>
<Relationship Id="rId155" Type="http://schemas.openxmlformats.org/officeDocument/2006/relationships/slide" Target="slides/slide148.xml"/>
<Relationship Id="rId156" Type="http://schemas.openxmlformats.org/officeDocument/2006/relationships/slide" Target="slides/slide149.xml"/>
<Relationship Id="rId157" Type="http://schemas.openxmlformats.org/officeDocument/2006/relationships/slide" Target="slides/slide150.xml"/>
<Relationship Id="rId158" Type="http://schemas.openxmlformats.org/officeDocument/2006/relationships/slide" Target="slides/slide151.xml"/>
<Relationship Id="rId159" Type="http://schemas.openxmlformats.org/officeDocument/2006/relationships/slide" Target="slides/slide152.xml"/>
<Relationship Id="rId160" Type="http://schemas.openxmlformats.org/officeDocument/2006/relationships/slide" Target="slides/slide153.xml"/>
<Relationship Id="rId161" Type="http://schemas.openxmlformats.org/officeDocument/2006/relationships/slide" Target="slides/slide154.xml"/>
<Relationship Id="rId162" Type="http://schemas.openxmlformats.org/officeDocument/2006/relationships/slide" Target="slides/slide155.xml"/>
<Relationship Id="rId163" Type="http://schemas.openxmlformats.org/officeDocument/2006/relationships/slide" Target="slides/slide156.xml"/>
<Relationship Id="rId164" Type="http://schemas.openxmlformats.org/officeDocument/2006/relationships/slide" Target="slides/slide157.xml"/>
<Relationship Id="rId165" Type="http://schemas.openxmlformats.org/officeDocument/2006/relationships/slide" Target="slides/slide158.xml"/>
<Relationship Id="rId166" Type="http://schemas.openxmlformats.org/officeDocument/2006/relationships/slide" Target="slides/slide159.xml"/>
<Relationship Id="rId167" Type="http://schemas.openxmlformats.org/officeDocument/2006/relationships/slide" Target="slides/slide160.xml"/>
<Relationship Id="rId168" Type="http://schemas.openxmlformats.org/officeDocument/2006/relationships/slide" Target="slides/slide161.xml"/>
<Relationship Id="rId169" Type="http://schemas.openxmlformats.org/officeDocument/2006/relationships/slide" Target="slides/slide162.xml"/>
<Relationship Id="rId170" Type="http://schemas.openxmlformats.org/officeDocument/2006/relationships/slide" Target="slides/slide163.xml"/>
<Relationship Id="rId171" Type="http://schemas.openxmlformats.org/officeDocument/2006/relationships/slide" Target="slides/slide164.xml"/>
<Relationship Id="rId172" Type="http://schemas.openxmlformats.org/officeDocument/2006/relationships/slide" Target="slides/slide165.xml"/>
<Relationship Id="rId173" Type="http://schemas.openxmlformats.org/officeDocument/2006/relationships/slide" Target="slides/slide166.xml"/>
<Relationship Id="rId174" Type="http://schemas.openxmlformats.org/officeDocument/2006/relationships/slide" Target="slides/slide167.xml"/>
<Relationship Id="rId175" Type="http://schemas.openxmlformats.org/officeDocument/2006/relationships/slide" Target="slides/slide168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38294C7-ABDE-48DB-8562-356CD46C990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417344B-5E31-B92D-CEF0-C9E62F7D3A9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9DF37BE-63F7-D04E-AEC4-DC43A32AA23E}" type="datetimeFigureOut">
              <a:rPr lang="en-PE" smtClean="0"/>
              <a:t>17/04/26</a:t>
            </a:fld>
            <a:endParaRPr lang="en-P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BA49C1-6759-4BD3-8AF1-54DC5B70E34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P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854526-EBE0-BF7C-3A50-49D54506104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222A19B-43E0-1847-B01C-CD0E42EA1A1B}" type="slidenum">
              <a:rPr lang="en-PE" smtClean="0"/>
              <a:t>‹#›</a:t>
            </a:fld>
            <a:endParaRPr lang="en-PE"/>
          </a:p>
        </p:txBody>
      </p:sp>
    </p:spTree>
    <p:extLst>
      <p:ext uri="{BB962C8B-B14F-4D97-AF65-F5344CB8AC3E}">
        <p14:creationId xmlns:p14="http://schemas.microsoft.com/office/powerpoint/2010/main" val="117098387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8340E0-AD77-4043-A3C3-5BEDD4FD6B77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PE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PE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PE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C10FB1-3FC5-4995-84B0-460D8F47CA92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xmlns:p14="http://schemas.microsoft.com/office/powerpoint/2010/main" val="17760093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Portada" preserve="1" userDrawn="1">
  <p:cSld name="Title Slid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5"/>
          <p:cNvSpPr txBox="1">
            <a:spLocks noGrp="1"/>
          </p:cNvSpPr>
          <p:nvPr>
            <p:ph type="ctrTitle"/>
          </p:nvPr>
        </p:nvSpPr>
        <p:spPr>
          <a:xfrm>
            <a:off x="768107" y="2607185"/>
            <a:ext cx="10666542" cy="102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4000"/>
              <a:buFont typeface="Arial"/>
              <a:buNone/>
              <a:defRPr sz="2400" b="1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17" name="Google Shape;17;p45"/>
          <p:cNvSpPr txBox="1">
            <a:spLocks noGrp="1"/>
          </p:cNvSpPr>
          <p:nvPr>
            <p:ph type="subTitle" idx="1"/>
          </p:nvPr>
        </p:nvSpPr>
        <p:spPr>
          <a:xfrm>
            <a:off x="757350" y="3566160"/>
            <a:ext cx="10677299" cy="30362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300000"/>
              </a:lnSpc>
              <a:spcBef>
                <a:spcPts val="0"/>
              </a:spcBef>
              <a:spcAft>
                <a:spcPts val="0"/>
              </a:spcAft>
              <a:buClr>
                <a:srgbClr val="081F5C"/>
              </a:buClr>
              <a:buSzPts val="2000"/>
              <a:buNone/>
              <a:defRPr sz="1600" b="1">
                <a:solidFill>
                  <a:srgbClr val="85BB8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1600" b="1">
                <a:latin typeface="Arial"/>
                <a:solidFill>
                  <a:srgbClr val="85BB85"/>
                </a:solidFill>
              </a:defRPr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600" b="1">
                <a:latin typeface="Arial"/>
                <a:solidFill>
                  <a:srgbClr val="85BB85"/>
                </a:solidFill>
              </a:defRPr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>
                <a:latin typeface="Arial"/>
                <a:solidFill>
                  <a:srgbClr val="85BB85"/>
                </a:solidFill>
              </a:defRPr>
            </a:lvl9pPr>
          </a:lstStyle>
          <a:p>
            <a:r>
              <a:rPr lang="es-MX" dirty="0" sz="1600" b="1">
                <a:latin typeface="Arial"/>
                <a:solidFill>
                  <a:srgbClr val="85BB85"/>
                </a:solidFill>
              </a:rPr>
              <a:t>Haz clic para editar el estilo de subtítulo del patrón</a:t>
            </a:r>
            <a:endParaRPr lang="es-ES" dirty="0" sz="1600" b="1">
              <a:latin typeface="Arial"/>
              <a:solidFill>
                <a:srgbClr val="85BB85"/>
              </a:solidFill>
            </a:endParaRPr>
          </a:p>
        </p:txBody>
      </p:sp>
      <p:pic>
        <p:nvPicPr>
          <p:cNvPr id="18" name="Google Shape;18;p4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611445" y="265713"/>
            <a:ext cx="3181748" cy="1586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45"/>
          <p:cNvPicPr preferRelativeResize="0"/>
          <p:nvPr/>
        </p:nvPicPr>
        <p:blipFill rotWithShape="1">
          <a:blip r:embed="rId3">
            <a:alphaModFix/>
          </a:blip>
          <a:srcRect t="29471" b="26643"/>
          <a:stretch/>
        </p:blipFill>
        <p:spPr>
          <a:xfrm>
            <a:off x="501835" y="432317"/>
            <a:ext cx="2632817" cy="11554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" name="Google Shape;20;p45"/>
          <p:cNvCxnSpPr/>
          <p:nvPr/>
        </p:nvCxnSpPr>
        <p:spPr>
          <a:xfrm rot="10800000">
            <a:off x="1078290" y="3849773"/>
            <a:ext cx="10032614" cy="2"/>
          </a:xfrm>
          <a:prstGeom prst="straightConnector1">
            <a:avLst/>
          </a:prstGeom>
          <a:noFill/>
          <a:ln w="190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  <p:sp>
        <p:nvSpPr>
          <p:cNvPr id="8" name="Marcador de fecha 7">
            <a:extLst>
              <a:ext uri="{FF2B5EF4-FFF2-40B4-BE49-F238E27FC236}">
                <ns3:creationId id="{8EAA0CDE-8D3A-4141-BE76-3F60022B4BC8}"/>
              </a:ext>
            </a:extLst>
          </p:cNvPr>
          <p:cNvSpPr>
            <a:spLocks noGrp="1"/>
          </p:cNvSpPr>
          <p:nvPr>
            <p:ph type="dt" idx="11"/>
          </p:nvPr>
        </p:nvSpPr>
        <p:spPr>
          <a:xfrm>
            <a:off x="8413979" y="5028077"/>
            <a:ext cx="2795705" cy="365125"/>
          </a:xfr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algn="ctr">
              <a:defRPr lang="es-PE" sz="1800" smtClean="0">
                <a:solidFill>
                  <a:srgbClr val="081F5C"/>
                </a:solidFill>
              </a:defRPr>
            </a:lvl1pPr>
          </a:lstStyle>
          <a:p>
            <a:pPr>
              <a:lnSpc>
                <a:spcPct val="90000"/>
              </a:lnSpc>
              <a:buClr>
                <a:srgbClr val="081F5C"/>
              </a:buClr>
              <a:buSzPts val="1800"/>
            </a:pPr>
            <a:fld id="{75C70C58-02E6-BE4A-9320-917330A400ED}" type="datetimeFigureOut">
              <a:rPr lang="en-PE" smtClean="0"/>
              <a:pPr>
                <a:lnSpc>
                  <a:spcPct val="90000"/>
                </a:lnSpc>
                <a:buClr>
                  <a:srgbClr val="081F5C"/>
                </a:buClr>
                <a:buSzPts val="1800"/>
              </a:pPr>
              <a:t>17/04/26</a:t>
            </a:fld>
            <a:endParaRPr lang="en-PE" dirty="0"/>
          </a:p>
        </p:txBody>
      </p:sp>
      <p:sp>
        <p:nvSpPr>
          <p:cNvPr id="4" name="Text Placeholder 3">
            <a:extLst>
              <a:ext uri="{FF2B5EF4-FFF2-40B4-BE49-F238E27FC236}">
                <ns3:creationId id="{F2FE6A90-009D-6D0B-149C-A6854054CF4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3727223" y="5937419"/>
            <a:ext cx="4734748" cy="515937"/>
          </a:xfrm>
        </p:spPr>
        <p:txBody>
          <a:bodyPr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185629166"/>
      </p:ext>
    </p:extLst>
  </p:cSld>
  <p:clrMapOvr>
    <a:masterClrMapping/>
  </p:clrMapOvr>
  <p:extLst>
    <p:ext uri="{DCECCB84-F9BA-43D5-87BE-67443E8EF086}">
      <p15:sldGuideLst>
        <p15:guide id="1" orient="horz" pos="391">
          <p15:clr>
            <a:srgbClr val="E4A34C"/>
          </p15:clr>
        </p15:guide>
        <p15:guide id="2" pos="483">
          <p15:clr>
            <a:srgbClr val="E4A34C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r="http://schemas.openxmlformats.org/officeDocument/2006/relationships" matchingName="Blank slide" preserve="1" userDrawn="1">
  <p:cSld name="Section Header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4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 flipH="1">
            <a:off x="-10510" y="3985018"/>
            <a:ext cx="3170829" cy="2893273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1" name="Google Shape;91;p46"/>
          <p:cNvCxnSpPr/>
          <p:nvPr/>
        </p:nvCxnSpPr>
        <p:spPr>
          <a:xfrm>
            <a:off x="2290316" y="3370996"/>
            <a:ext cx="9360000" cy="0"/>
          </a:xfrm>
          <a:prstGeom prst="straightConnector1">
            <a:avLst/>
          </a:prstGeom>
          <a:noFill/>
          <a:ln w="254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92" name="Google Shape;92;p46"/>
          <p:cNvSpPr txBox="1">
            <a:spLocks noGrp="1"/>
          </p:cNvSpPr>
          <p:nvPr>
            <p:ph type="title"/>
          </p:nvPr>
        </p:nvSpPr>
        <p:spPr>
          <a:xfrm>
            <a:off x="2290316" y="3692009"/>
            <a:ext cx="9360000" cy="18451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4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93" name="Google Shape;93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994839" y="231792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0027876" y="2305652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029999" y="2311490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063036" y="2299219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65159" y="2307714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8196" y="2295444"/>
            <a:ext cx="624565" cy="765476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100319" y="2301282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0" name="Google Shape;100;p4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33356" y="2289011"/>
            <a:ext cx="624565" cy="76547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01" name="Google Shape;101;p46"/>
          <p:cNvCxnSpPr/>
          <p:nvPr/>
        </p:nvCxnSpPr>
        <p:spPr>
          <a:xfrm>
            <a:off x="4671283" y="6123576"/>
            <a:ext cx="7200000" cy="0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pic>
        <p:nvPicPr>
          <p:cNvPr id="102" name="Google Shape;102;p4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35479" y="2324356"/>
            <a:ext cx="655477" cy="7467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Google Shape;66;p47">
            <a:extLst>
              <a:ext uri="{FF2B5EF4-FFF2-40B4-BE49-F238E27FC236}">
                <ns3:creationId id="{0CFD2EB8-0056-44C4-CBCA-C1E801F8F1A9}"/>
              </a:ext>
            </a:extLst>
          </p:cNvPr>
          <p:cNvPicPr preferRelativeResize="0"/>
          <p:nvPr userDrawn="1"/>
        </p:nvPicPr>
        <p:blipFill rotWithShape="1">
          <a:blip r:embed="rId5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1614993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ns2:creationId id="{E427CC29-905D-BA98-A5A4-B7B9F878F0D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88235" y="1162878"/>
            <a:ext cx="11439939" cy="5068958"/>
          </a:xfrm>
        </p:spPr>
        <p:txBody>
          <a:bodyPr/>
          <a:lstStyle/>
          <a:p>
            <a:endParaRPr lang="en-PE"/>
          </a:p>
        </p:txBody>
      </p:sp>
      <p:pic>
        <p:nvPicPr>
          <p:cNvPr id="8" name="Google Shape;66;p47">
            <a:extLst>
              <a:ext uri="{FF2B5EF4-FFF2-40B4-BE49-F238E27FC236}">
                <ns2:creationId id="{8BCEE9CF-906A-83B1-E504-307DBA50FFE8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6876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itle 1">
            <a:extLst>
              <a:ext uri="{FF2B5EF4-FFF2-40B4-BE49-F238E27FC236}">
                <ns2:creationId id="{4171F0F9-C2A2-7009-053C-1D072BFEE8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8235" y="338328"/>
            <a:ext cx="9799981" cy="397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4" name="Text Placeholder 3">
            <a:extLst>
              <a:ext uri="{FF2B5EF4-FFF2-40B4-BE49-F238E27FC236}">
                <ns2:creationId id="{7F88E7A4-05C3-50CF-1083-330AAF17F1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235" y="6327467"/>
            <a:ext cx="2822713" cy="334572"/>
          </a:xfrm>
        </p:spPr>
        <p:txBody>
          <a:bodyPr lIns="90000" anchor="ctr" anchorCtr="0">
            <a:noAutofit/>
          </a:bodyPr>
          <a:lstStyle>
            <a:lvl1pPr algn="l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ns2:creationId id="{3D5B4322-3F63-D11D-E929-B96FF27027F4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8408685" y="6327467"/>
            <a:ext cx="3359062" cy="334572"/>
          </a:xfrm>
        </p:spPr>
        <p:txBody>
          <a:bodyPr lIns="90000" anchor="ctr" anchorCtr="0">
            <a:noAutofit/>
          </a:bodyPr>
          <a:lstStyle>
            <a:lvl1pPr algn="r">
              <a:defRPr sz="14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val="9565692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320734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1103243"/>
            <a:ext cx="11440491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0156445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unabar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924633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0" y="2057400"/>
            <a:ext cx="11440491" cy="2971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115440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Graficos_2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5128593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541442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4_pane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1073427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4" name="Picture Placeholder 7">
            <a:extLst>
              <a:ext uri="{FF2B5EF4-FFF2-40B4-BE49-F238E27FC236}">
                <ns2:creationId id="{0E7618E8-58EE-9156-FDF0-B54A424681F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86810"/>
            <a:ext cx="5584687" cy="2415522"/>
          </a:xfrm>
        </p:spPr>
        <p:txBody>
          <a:bodyPr/>
          <a:lstStyle/>
          <a:p>
            <a:endParaRPr lang="en-PE"/>
          </a:p>
        </p:txBody>
      </p:sp>
      <p:sp>
        <p:nvSpPr>
          <p:cNvPr id="5" name="Picture Placeholder 7">
            <a:extLst>
              <a:ext uri="{FF2B5EF4-FFF2-40B4-BE49-F238E27FC236}">
                <ns2:creationId id="{38CBF1DD-784B-51FC-9DCA-E12D257356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6390860" y="3756994"/>
            <a:ext cx="5584687" cy="2415522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2306527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s_2columnas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445026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20E02211-8E49-B661-C872-8E183915B04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390860" y="2415210"/>
            <a:ext cx="5584687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170000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6108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1_Grafico_narrativ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2388231"/>
            <a:ext cx="11658045" cy="37800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4" name="Text Placeholder 9">
            <a:extLst>
              <a:ext uri="{FF2B5EF4-FFF2-40B4-BE49-F238E27FC236}">
                <ns2:creationId id="{61A9EDCB-A616-0C04-CD06-97F15158454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17499" y="1145623"/>
            <a:ext cx="11658047" cy="1070364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84226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783954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grafico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5128593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7781550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lef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173304" y="1088800"/>
            <a:ext cx="5584687" cy="2458800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17500" y="1088181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131479D-68A2-D884-02BA-6963681FAC3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73303" y="3758593"/>
            <a:ext cx="5584687" cy="24588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14222435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right_2graficos_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ns2:creationId id="{E161B1F1-83C7-C3F7-BF29-A7102FCCB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500" y="338328"/>
            <a:ext cx="9730221" cy="626771"/>
          </a:xfrm>
        </p:spPr>
        <p:txBody>
          <a:bodyPr/>
          <a:lstStyle/>
          <a:p>
            <a:r>
              <a:rPr lang="en-US" dirty="0" sz="2400" b="1">
                <a:latin typeface="Arial"/>
                <a:solidFill>
                  <a:srgbClr val="CA5651"/>
                </a:solidFill>
              </a:rPr>
              <a:t>Click to edit Master title style</a:t>
            </a:r>
            <a:endParaRPr lang="en-PE"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6" name="Google Shape;66;p47">
            <a:extLst>
              <a:ext uri="{FF2B5EF4-FFF2-40B4-BE49-F238E27FC236}">
                <ns2:creationId id="{323E205B-F311-E78C-D6A8-0122851FE6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47721" y="119062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Picture Placeholder 7">
            <a:extLst>
              <a:ext uri="{FF2B5EF4-FFF2-40B4-BE49-F238E27FC236}">
                <ns2:creationId id="{0FB415E7-8491-13B2-0A7D-52BF25F1EA6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17501" y="1103243"/>
            <a:ext cx="5584687" cy="2455279"/>
          </a:xfrm>
        </p:spPr>
        <p:txBody>
          <a:bodyPr/>
          <a:lstStyle/>
          <a:p>
            <a:endParaRPr lang="en-PE"/>
          </a:p>
        </p:txBody>
      </p:sp>
      <p:sp>
        <p:nvSpPr>
          <p:cNvPr id="10" name="Text Placeholder 9">
            <a:extLst>
              <a:ext uri="{FF2B5EF4-FFF2-40B4-BE49-F238E27FC236}">
                <ns2:creationId id="{F97A4842-2728-8D6A-D2DE-B6E2062C5B6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17500" y="6340475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1" name="Text Placeholder 9">
            <a:extLst>
              <a:ext uri="{FF2B5EF4-FFF2-40B4-BE49-F238E27FC236}">
                <ns2:creationId id="{6C0D5753-3F06-573C-2A52-4C7432C384A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472362" y="6340475"/>
            <a:ext cx="4285629" cy="398463"/>
          </a:xfrm>
        </p:spPr>
        <p:txBody>
          <a:bodyPr>
            <a:noAutofit/>
          </a:bodyPr>
          <a:lstStyle>
            <a:lvl1pPr algn="r">
              <a:defRPr sz="1100"/>
            </a:lvl1pPr>
            <a:lvl2pPr algn="r">
              <a:defRPr sz="1000"/>
            </a:lvl2pPr>
            <a:lvl3pPr algn="r">
              <a:defRPr sz="1000"/>
            </a:lvl3pPr>
            <a:lvl4pPr algn="r">
              <a:defRPr sz="1000"/>
            </a:lvl4pPr>
            <a:lvl5pPr algn="r"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5" name="Text Placeholder 4">
            <a:extLst>
              <a:ext uri="{FF2B5EF4-FFF2-40B4-BE49-F238E27FC236}">
                <ns2:creationId id="{435BB44E-5E11-7069-DE99-4EBA2B80A9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73926" y="1103313"/>
            <a:ext cx="5584687" cy="5129212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7">
            <a:extLst>
              <a:ext uri="{FF2B5EF4-FFF2-40B4-BE49-F238E27FC236}">
                <ns2:creationId id="{AC1445B0-35E6-144B-ABE2-439E7DA6759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7501" y="3747052"/>
            <a:ext cx="5584687" cy="2455279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321221322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showMasterSp="0" matchingName="Contraportada" preserve="1">
  <p:cSld name="Contraportada"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4" name="Google Shape;104;p53"/>
          <p:cNvGrpSpPr/>
          <p:nvPr/>
        </p:nvGrpSpPr>
        <p:grpSpPr>
          <a:xfrm>
            <a:off x="4312693" y="6088282"/>
            <a:ext cx="368855" cy="419678"/>
            <a:chOff x="1529350" y="258825"/>
            <a:chExt cx="423475" cy="481825"/>
          </a:xfrm>
        </p:grpSpPr>
        <p:sp>
          <p:nvSpPr>
            <p:cNvPr id="105" name="Google Shape;105;p53"/>
            <p:cNvSpPr/>
            <p:nvPr/>
          </p:nvSpPr>
          <p:spPr>
            <a:xfrm>
              <a:off x="1585800" y="258825"/>
              <a:ext cx="310650" cy="430550"/>
            </a:xfrm>
            <a:custGeom>
              <a:avLst/>
              <a:gdLst/>
              <a:ahLst/>
              <a:cxnLst/>
              <a:rect l="l" t="t" r="r" b="b"/>
              <a:pathLst>
                <a:path w="12426" h="17222" extrusionOk="0">
                  <a:moveTo>
                    <a:pt x="6213" y="3388"/>
                  </a:moveTo>
                  <a:cubicBezTo>
                    <a:pt x="7354" y="3388"/>
                    <a:pt x="8384" y="4074"/>
                    <a:pt x="8821" y="5131"/>
                  </a:cubicBezTo>
                  <a:cubicBezTo>
                    <a:pt x="9257" y="6185"/>
                    <a:pt x="9016" y="7399"/>
                    <a:pt x="8206" y="8206"/>
                  </a:cubicBezTo>
                  <a:cubicBezTo>
                    <a:pt x="7666" y="8748"/>
                    <a:pt x="6945" y="9035"/>
                    <a:pt x="6210" y="9035"/>
                  </a:cubicBezTo>
                  <a:cubicBezTo>
                    <a:pt x="5847" y="9035"/>
                    <a:pt x="5481" y="8965"/>
                    <a:pt x="5132" y="8820"/>
                  </a:cubicBezTo>
                  <a:cubicBezTo>
                    <a:pt x="4075" y="8383"/>
                    <a:pt x="3388" y="7354"/>
                    <a:pt x="3388" y="6212"/>
                  </a:cubicBezTo>
                  <a:cubicBezTo>
                    <a:pt x="3391" y="4652"/>
                    <a:pt x="4653" y="3391"/>
                    <a:pt x="6213" y="3388"/>
                  </a:cubicBezTo>
                  <a:close/>
                  <a:moveTo>
                    <a:pt x="6213" y="0"/>
                  </a:moveTo>
                  <a:cubicBezTo>
                    <a:pt x="2825" y="0"/>
                    <a:pt x="1" y="2728"/>
                    <a:pt x="1" y="6212"/>
                  </a:cubicBezTo>
                  <a:cubicBezTo>
                    <a:pt x="1" y="7537"/>
                    <a:pt x="398" y="8718"/>
                    <a:pt x="1163" y="9826"/>
                  </a:cubicBezTo>
                  <a:lnTo>
                    <a:pt x="5737" y="16959"/>
                  </a:lnTo>
                  <a:cubicBezTo>
                    <a:pt x="5847" y="17134"/>
                    <a:pt x="6029" y="17221"/>
                    <a:pt x="6211" y="17221"/>
                  </a:cubicBezTo>
                  <a:cubicBezTo>
                    <a:pt x="6394" y="17221"/>
                    <a:pt x="6576" y="17134"/>
                    <a:pt x="6686" y="16959"/>
                  </a:cubicBezTo>
                  <a:lnTo>
                    <a:pt x="11278" y="9802"/>
                  </a:lnTo>
                  <a:cubicBezTo>
                    <a:pt x="12025" y="8751"/>
                    <a:pt x="12425" y="7498"/>
                    <a:pt x="12422" y="6212"/>
                  </a:cubicBezTo>
                  <a:cubicBezTo>
                    <a:pt x="12422" y="2786"/>
                    <a:pt x="9637" y="0"/>
                    <a:pt x="621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06" name="Google Shape;106;p53"/>
            <p:cNvSpPr/>
            <p:nvPr/>
          </p:nvSpPr>
          <p:spPr>
            <a:xfrm>
              <a:off x="1529350" y="583200"/>
              <a:ext cx="423475" cy="157450"/>
            </a:xfrm>
            <a:custGeom>
              <a:avLst/>
              <a:gdLst/>
              <a:ahLst/>
              <a:cxnLst/>
              <a:rect l="l" t="t" r="r" b="b"/>
              <a:pathLst>
                <a:path w="16939" h="6298" extrusionOk="0">
                  <a:moveTo>
                    <a:pt x="4050" y="1"/>
                  </a:moveTo>
                  <a:cubicBezTo>
                    <a:pt x="1545" y="582"/>
                    <a:pt x="0" y="1642"/>
                    <a:pt x="0" y="2909"/>
                  </a:cubicBezTo>
                  <a:cubicBezTo>
                    <a:pt x="0" y="5111"/>
                    <a:pt x="4364" y="6297"/>
                    <a:pt x="8471" y="6297"/>
                  </a:cubicBezTo>
                  <a:cubicBezTo>
                    <a:pt x="12575" y="6297"/>
                    <a:pt x="16938" y="5111"/>
                    <a:pt x="16938" y="2909"/>
                  </a:cubicBezTo>
                  <a:cubicBezTo>
                    <a:pt x="16938" y="1642"/>
                    <a:pt x="15391" y="579"/>
                    <a:pt x="12882" y="1"/>
                  </a:cubicBezTo>
                  <a:lnTo>
                    <a:pt x="10040" y="4445"/>
                  </a:lnTo>
                  <a:cubicBezTo>
                    <a:pt x="9673" y="5018"/>
                    <a:pt x="9071" y="5305"/>
                    <a:pt x="8469" y="5305"/>
                  </a:cubicBezTo>
                  <a:cubicBezTo>
                    <a:pt x="7867" y="5305"/>
                    <a:pt x="7265" y="5018"/>
                    <a:pt x="6899" y="4445"/>
                  </a:cubicBezTo>
                  <a:lnTo>
                    <a:pt x="4050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107" name="Google Shape;107;p5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089679" y="1975757"/>
            <a:ext cx="4012643" cy="244562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53"/>
          <p:cNvGrpSpPr/>
          <p:nvPr/>
        </p:nvGrpSpPr>
        <p:grpSpPr>
          <a:xfrm>
            <a:off x="437469" y="6107730"/>
            <a:ext cx="534042" cy="376166"/>
            <a:chOff x="-1199300" y="3279250"/>
            <a:chExt cx="293025" cy="206400"/>
          </a:xfrm>
        </p:grpSpPr>
        <p:sp>
          <p:nvSpPr>
            <p:cNvPr id="109" name="Google Shape;109;p53"/>
            <p:cNvSpPr/>
            <p:nvPr/>
          </p:nvSpPr>
          <p:spPr>
            <a:xfrm>
              <a:off x="-1183550" y="3395050"/>
              <a:ext cx="261525" cy="90600"/>
            </a:xfrm>
            <a:custGeom>
              <a:avLst/>
              <a:gdLst/>
              <a:ahLst/>
              <a:cxnLst/>
              <a:rect l="l" t="t" r="r" b="b"/>
              <a:pathLst>
                <a:path w="10461" h="3624" extrusionOk="0">
                  <a:moveTo>
                    <a:pt x="3498" y="0"/>
                  </a:moveTo>
                  <a:lnTo>
                    <a:pt x="1" y="3529"/>
                  </a:lnTo>
                  <a:cubicBezTo>
                    <a:pt x="127" y="3623"/>
                    <a:pt x="284" y="3623"/>
                    <a:pt x="442" y="3623"/>
                  </a:cubicBezTo>
                  <a:lnTo>
                    <a:pt x="10051" y="3623"/>
                  </a:lnTo>
                  <a:cubicBezTo>
                    <a:pt x="10208" y="3623"/>
                    <a:pt x="10366" y="3560"/>
                    <a:pt x="10460" y="3529"/>
                  </a:cubicBezTo>
                  <a:lnTo>
                    <a:pt x="6963" y="0"/>
                  </a:lnTo>
                  <a:lnTo>
                    <a:pt x="5986" y="977"/>
                  </a:lnTo>
                  <a:cubicBezTo>
                    <a:pt x="5797" y="1166"/>
                    <a:pt x="5522" y="1260"/>
                    <a:pt x="5242" y="1260"/>
                  </a:cubicBezTo>
                  <a:cubicBezTo>
                    <a:pt x="4963" y="1260"/>
                    <a:pt x="4679" y="1166"/>
                    <a:pt x="4474" y="977"/>
                  </a:cubicBezTo>
                  <a:lnTo>
                    <a:pt x="349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0" name="Google Shape;110;p53"/>
            <p:cNvSpPr/>
            <p:nvPr/>
          </p:nvSpPr>
          <p:spPr>
            <a:xfrm>
              <a:off x="-1184325" y="3279250"/>
              <a:ext cx="261500" cy="129400"/>
            </a:xfrm>
            <a:custGeom>
              <a:avLst/>
              <a:gdLst/>
              <a:ahLst/>
              <a:cxnLst/>
              <a:rect l="l" t="t" r="r" b="b"/>
              <a:pathLst>
                <a:path w="10460" h="5176" extrusionOk="0">
                  <a:moveTo>
                    <a:pt x="410" y="1"/>
                  </a:moveTo>
                  <a:cubicBezTo>
                    <a:pt x="252" y="1"/>
                    <a:pt x="95" y="64"/>
                    <a:pt x="0" y="95"/>
                  </a:cubicBezTo>
                  <a:lnTo>
                    <a:pt x="3781" y="3876"/>
                  </a:lnTo>
                  <a:lnTo>
                    <a:pt x="4978" y="5105"/>
                  </a:lnTo>
                  <a:cubicBezTo>
                    <a:pt x="5041" y="5152"/>
                    <a:pt x="5143" y="5175"/>
                    <a:pt x="5246" y="5175"/>
                  </a:cubicBezTo>
                  <a:cubicBezTo>
                    <a:pt x="5348" y="5175"/>
                    <a:pt x="5450" y="5152"/>
                    <a:pt x="5513" y="5105"/>
                  </a:cubicBezTo>
                  <a:lnTo>
                    <a:pt x="6711" y="3876"/>
                  </a:lnTo>
                  <a:lnTo>
                    <a:pt x="10460" y="95"/>
                  </a:lnTo>
                  <a:cubicBezTo>
                    <a:pt x="10334" y="1"/>
                    <a:pt x="10176" y="1"/>
                    <a:pt x="10019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1" name="Google Shape;111;p53"/>
            <p:cNvSpPr/>
            <p:nvPr/>
          </p:nvSpPr>
          <p:spPr>
            <a:xfrm>
              <a:off x="-1199300" y="3294225"/>
              <a:ext cx="90600" cy="175650"/>
            </a:xfrm>
            <a:custGeom>
              <a:avLst/>
              <a:gdLst/>
              <a:ahLst/>
              <a:cxnLst/>
              <a:rect l="l" t="t" r="r" b="b"/>
              <a:pathLst>
                <a:path w="3624" h="7026" extrusionOk="0">
                  <a:moveTo>
                    <a:pt x="126" y="0"/>
                  </a:moveTo>
                  <a:cubicBezTo>
                    <a:pt x="32" y="126"/>
                    <a:pt x="0" y="284"/>
                    <a:pt x="0" y="441"/>
                  </a:cubicBezTo>
                  <a:lnTo>
                    <a:pt x="0" y="6585"/>
                  </a:lnTo>
                  <a:cubicBezTo>
                    <a:pt x="0" y="6742"/>
                    <a:pt x="32" y="6900"/>
                    <a:pt x="126" y="7026"/>
                  </a:cubicBezTo>
                  <a:lnTo>
                    <a:pt x="3624" y="3466"/>
                  </a:lnTo>
                  <a:lnTo>
                    <a:pt x="126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53"/>
            <p:cNvSpPr/>
            <p:nvPr/>
          </p:nvSpPr>
          <p:spPr>
            <a:xfrm>
              <a:off x="-996875" y="3294225"/>
              <a:ext cx="90600" cy="177225"/>
            </a:xfrm>
            <a:custGeom>
              <a:avLst/>
              <a:gdLst/>
              <a:ahLst/>
              <a:cxnLst/>
              <a:rect l="l" t="t" r="r" b="b"/>
              <a:pathLst>
                <a:path w="3624" h="7089" extrusionOk="0">
                  <a:moveTo>
                    <a:pt x="3529" y="0"/>
                  </a:moveTo>
                  <a:lnTo>
                    <a:pt x="0" y="3529"/>
                  </a:lnTo>
                  <a:lnTo>
                    <a:pt x="3529" y="7089"/>
                  </a:lnTo>
                  <a:cubicBezTo>
                    <a:pt x="3592" y="6963"/>
                    <a:pt x="3623" y="6805"/>
                    <a:pt x="3623" y="6648"/>
                  </a:cubicBezTo>
                  <a:lnTo>
                    <a:pt x="3623" y="504"/>
                  </a:lnTo>
                  <a:cubicBezTo>
                    <a:pt x="3592" y="284"/>
                    <a:pt x="3560" y="126"/>
                    <a:pt x="3529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13" name="Google Shape;113;p53"/>
          <p:cNvGrpSpPr/>
          <p:nvPr/>
        </p:nvGrpSpPr>
        <p:grpSpPr>
          <a:xfrm>
            <a:off x="9775153" y="6094969"/>
            <a:ext cx="400230" cy="400230"/>
            <a:chOff x="4456875" y="1435075"/>
            <a:chExt cx="481825" cy="481825"/>
          </a:xfrm>
        </p:grpSpPr>
        <p:sp>
          <p:nvSpPr>
            <p:cNvPr id="114" name="Google Shape;114;p53"/>
            <p:cNvSpPr/>
            <p:nvPr/>
          </p:nvSpPr>
          <p:spPr>
            <a:xfrm>
              <a:off x="4624975" y="1465275"/>
              <a:ext cx="56650" cy="86000"/>
            </a:xfrm>
            <a:custGeom>
              <a:avLst/>
              <a:gdLst/>
              <a:ahLst/>
              <a:cxnLst/>
              <a:rect l="l" t="t" r="r" b="b"/>
              <a:pathLst>
                <a:path w="2266" h="3440" extrusionOk="0">
                  <a:moveTo>
                    <a:pt x="2265" y="0"/>
                  </a:moveTo>
                  <a:cubicBezTo>
                    <a:pt x="1413" y="283"/>
                    <a:pt x="618" y="1196"/>
                    <a:pt x="1" y="2575"/>
                  </a:cubicBezTo>
                  <a:cubicBezTo>
                    <a:pt x="263" y="2801"/>
                    <a:pt x="449" y="3105"/>
                    <a:pt x="534" y="3439"/>
                  </a:cubicBezTo>
                  <a:cubicBezTo>
                    <a:pt x="1106" y="3364"/>
                    <a:pt x="1672" y="3322"/>
                    <a:pt x="2265" y="3304"/>
                  </a:cubicBezTo>
                  <a:lnTo>
                    <a:pt x="2265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5" name="Google Shape;115;p53"/>
            <p:cNvSpPr/>
            <p:nvPr/>
          </p:nvSpPr>
          <p:spPr>
            <a:xfrm>
              <a:off x="4615275" y="1797425"/>
              <a:ext cx="66350" cy="89375"/>
            </a:xfrm>
            <a:custGeom>
              <a:avLst/>
              <a:gdLst/>
              <a:ahLst/>
              <a:cxnLst/>
              <a:rect l="l" t="t" r="r" b="b"/>
              <a:pathLst>
                <a:path w="2654" h="3575" extrusionOk="0">
                  <a:moveTo>
                    <a:pt x="0" y="0"/>
                  </a:moveTo>
                  <a:lnTo>
                    <a:pt x="0" y="0"/>
                  </a:lnTo>
                  <a:cubicBezTo>
                    <a:pt x="618" y="1882"/>
                    <a:pt x="1563" y="3225"/>
                    <a:pt x="2653" y="3574"/>
                  </a:cubicBezTo>
                  <a:lnTo>
                    <a:pt x="2653" y="1316"/>
                  </a:lnTo>
                  <a:cubicBezTo>
                    <a:pt x="2153" y="1135"/>
                    <a:pt x="1768" y="726"/>
                    <a:pt x="1620" y="217"/>
                  </a:cubicBezTo>
                  <a:cubicBezTo>
                    <a:pt x="1057" y="169"/>
                    <a:pt x="518" y="96"/>
                    <a:pt x="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53"/>
            <p:cNvSpPr/>
            <p:nvPr/>
          </p:nvSpPr>
          <p:spPr>
            <a:xfrm>
              <a:off x="4583125" y="1547250"/>
              <a:ext cx="28250" cy="28250"/>
            </a:xfrm>
            <a:custGeom>
              <a:avLst/>
              <a:gdLst/>
              <a:ahLst/>
              <a:cxnLst/>
              <a:rect l="l" t="t" r="r" b="b"/>
              <a:pathLst>
                <a:path w="1130" h="1130" extrusionOk="0">
                  <a:moveTo>
                    <a:pt x="567" y="1"/>
                  </a:moveTo>
                  <a:cubicBezTo>
                    <a:pt x="253" y="1"/>
                    <a:pt x="1" y="254"/>
                    <a:pt x="1" y="567"/>
                  </a:cubicBezTo>
                  <a:cubicBezTo>
                    <a:pt x="1" y="880"/>
                    <a:pt x="253" y="1130"/>
                    <a:pt x="567" y="1130"/>
                  </a:cubicBezTo>
                  <a:cubicBezTo>
                    <a:pt x="880" y="1130"/>
                    <a:pt x="1130" y="880"/>
                    <a:pt x="1130" y="567"/>
                  </a:cubicBezTo>
                  <a:cubicBezTo>
                    <a:pt x="1130" y="254"/>
                    <a:pt x="880" y="1"/>
                    <a:pt x="56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7" name="Google Shape;117;p53"/>
            <p:cNvSpPr/>
            <p:nvPr/>
          </p:nvSpPr>
          <p:spPr>
            <a:xfrm>
              <a:off x="4597950" y="1576075"/>
              <a:ext cx="83675" cy="87525"/>
            </a:xfrm>
            <a:custGeom>
              <a:avLst/>
              <a:gdLst/>
              <a:ahLst/>
              <a:cxnLst/>
              <a:rect l="l" t="t" r="r" b="b"/>
              <a:pathLst>
                <a:path w="3347" h="3501" extrusionOk="0">
                  <a:moveTo>
                    <a:pt x="3346" y="1"/>
                  </a:moveTo>
                  <a:cubicBezTo>
                    <a:pt x="2723" y="19"/>
                    <a:pt x="2103" y="73"/>
                    <a:pt x="1485" y="161"/>
                  </a:cubicBezTo>
                  <a:cubicBezTo>
                    <a:pt x="1241" y="654"/>
                    <a:pt x="772" y="998"/>
                    <a:pt x="230" y="1082"/>
                  </a:cubicBezTo>
                  <a:cubicBezTo>
                    <a:pt x="100" y="1817"/>
                    <a:pt x="25" y="2714"/>
                    <a:pt x="1" y="3500"/>
                  </a:cubicBezTo>
                  <a:lnTo>
                    <a:pt x="3346" y="3500"/>
                  </a:lnTo>
                  <a:lnTo>
                    <a:pt x="3346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53"/>
            <p:cNvSpPr/>
            <p:nvPr/>
          </p:nvSpPr>
          <p:spPr>
            <a:xfrm>
              <a:off x="4597650" y="1692175"/>
              <a:ext cx="83975" cy="82450"/>
            </a:xfrm>
            <a:custGeom>
              <a:avLst/>
              <a:gdLst/>
              <a:ahLst/>
              <a:cxnLst/>
              <a:rect l="l" t="t" r="r" b="b"/>
              <a:pathLst>
                <a:path w="3359" h="3298" extrusionOk="0">
                  <a:moveTo>
                    <a:pt x="1" y="0"/>
                  </a:moveTo>
                  <a:cubicBezTo>
                    <a:pt x="31" y="1003"/>
                    <a:pt x="154" y="2006"/>
                    <a:pt x="371" y="2987"/>
                  </a:cubicBezTo>
                  <a:cubicBezTo>
                    <a:pt x="1031" y="3135"/>
                    <a:pt x="1699" y="3237"/>
                    <a:pt x="2371" y="3298"/>
                  </a:cubicBezTo>
                  <a:cubicBezTo>
                    <a:pt x="2548" y="2855"/>
                    <a:pt x="2910" y="2509"/>
                    <a:pt x="3358" y="2346"/>
                  </a:cubicBezTo>
                  <a:lnTo>
                    <a:pt x="3358" y="0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53"/>
            <p:cNvSpPr/>
            <p:nvPr/>
          </p:nvSpPr>
          <p:spPr>
            <a:xfrm>
              <a:off x="4798050" y="1663575"/>
              <a:ext cx="28475" cy="28250"/>
            </a:xfrm>
            <a:custGeom>
              <a:avLst/>
              <a:gdLst/>
              <a:ahLst/>
              <a:cxnLst/>
              <a:rect l="l" t="t" r="r" b="b"/>
              <a:pathLst>
                <a:path w="1139" h="1130" extrusionOk="0">
                  <a:moveTo>
                    <a:pt x="564" y="0"/>
                  </a:moveTo>
                  <a:cubicBezTo>
                    <a:pt x="254" y="0"/>
                    <a:pt x="1" y="253"/>
                    <a:pt x="1" y="566"/>
                  </a:cubicBezTo>
                  <a:cubicBezTo>
                    <a:pt x="4" y="876"/>
                    <a:pt x="257" y="1129"/>
                    <a:pt x="567" y="1129"/>
                  </a:cubicBezTo>
                  <a:lnTo>
                    <a:pt x="573" y="1129"/>
                  </a:lnTo>
                  <a:cubicBezTo>
                    <a:pt x="886" y="1129"/>
                    <a:pt x="1139" y="876"/>
                    <a:pt x="1139" y="563"/>
                  </a:cubicBezTo>
                  <a:cubicBezTo>
                    <a:pt x="1139" y="253"/>
                    <a:pt x="886" y="0"/>
                    <a:pt x="573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53"/>
            <p:cNvSpPr/>
            <p:nvPr/>
          </p:nvSpPr>
          <p:spPr>
            <a:xfrm>
              <a:off x="4710200" y="1435075"/>
              <a:ext cx="228500" cy="228525"/>
            </a:xfrm>
            <a:custGeom>
              <a:avLst/>
              <a:gdLst/>
              <a:ahLst/>
              <a:cxnLst/>
              <a:rect l="l" t="t" r="r" b="b"/>
              <a:pathLst>
                <a:path w="9140" h="9141" extrusionOk="0">
                  <a:moveTo>
                    <a:pt x="1" y="1"/>
                  </a:moveTo>
                  <a:lnTo>
                    <a:pt x="1" y="34"/>
                  </a:lnTo>
                  <a:cubicBezTo>
                    <a:pt x="1729" y="377"/>
                    <a:pt x="3313" y="2283"/>
                    <a:pt x="4075" y="5069"/>
                  </a:cubicBezTo>
                  <a:cubicBezTo>
                    <a:pt x="6833" y="5828"/>
                    <a:pt x="8763" y="7406"/>
                    <a:pt x="9107" y="9140"/>
                  </a:cubicBezTo>
                  <a:lnTo>
                    <a:pt x="9140" y="9140"/>
                  </a:lnTo>
                  <a:cubicBezTo>
                    <a:pt x="8854" y="4298"/>
                    <a:pt x="4843" y="284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1" name="Google Shape;121;p53"/>
            <p:cNvSpPr/>
            <p:nvPr/>
          </p:nvSpPr>
          <p:spPr>
            <a:xfrm>
              <a:off x="4819200" y="1593475"/>
              <a:ext cx="89400" cy="70125"/>
            </a:xfrm>
            <a:custGeom>
              <a:avLst/>
              <a:gdLst/>
              <a:ahLst/>
              <a:cxnLst/>
              <a:rect l="l" t="t" r="r" b="b"/>
              <a:pathLst>
                <a:path w="3576" h="2805" extrusionOk="0">
                  <a:moveTo>
                    <a:pt x="1" y="1"/>
                  </a:moveTo>
                  <a:cubicBezTo>
                    <a:pt x="94" y="519"/>
                    <a:pt x="166" y="1061"/>
                    <a:pt x="215" y="1621"/>
                  </a:cubicBezTo>
                  <a:cubicBezTo>
                    <a:pt x="727" y="1777"/>
                    <a:pt x="1136" y="2301"/>
                    <a:pt x="1317" y="2804"/>
                  </a:cubicBezTo>
                  <a:lnTo>
                    <a:pt x="3575" y="2804"/>
                  </a:lnTo>
                  <a:cubicBezTo>
                    <a:pt x="3223" y="1711"/>
                    <a:pt x="1883" y="621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2" name="Google Shape;122;p53"/>
            <p:cNvSpPr/>
            <p:nvPr/>
          </p:nvSpPr>
          <p:spPr>
            <a:xfrm>
              <a:off x="4819200" y="1692175"/>
              <a:ext cx="89475" cy="66275"/>
            </a:xfrm>
            <a:custGeom>
              <a:avLst/>
              <a:gdLst/>
              <a:ahLst/>
              <a:cxnLst/>
              <a:rect l="l" t="t" r="r" b="b"/>
              <a:pathLst>
                <a:path w="3579" h="2651" extrusionOk="0">
                  <a:moveTo>
                    <a:pt x="1317" y="0"/>
                  </a:moveTo>
                  <a:cubicBezTo>
                    <a:pt x="1133" y="500"/>
                    <a:pt x="727" y="883"/>
                    <a:pt x="215" y="1033"/>
                  </a:cubicBezTo>
                  <a:cubicBezTo>
                    <a:pt x="166" y="1593"/>
                    <a:pt x="94" y="2132"/>
                    <a:pt x="1" y="2650"/>
                  </a:cubicBezTo>
                  <a:cubicBezTo>
                    <a:pt x="1889" y="2030"/>
                    <a:pt x="3223" y="1078"/>
                    <a:pt x="3578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3" name="Google Shape;123;p53"/>
            <p:cNvSpPr/>
            <p:nvPr/>
          </p:nvSpPr>
          <p:spPr>
            <a:xfrm>
              <a:off x="4456875" y="1691800"/>
              <a:ext cx="225125" cy="225100"/>
            </a:xfrm>
            <a:custGeom>
              <a:avLst/>
              <a:gdLst/>
              <a:ahLst/>
              <a:cxnLst/>
              <a:rect l="l" t="t" r="r" b="b"/>
              <a:pathLst>
                <a:path w="9005" h="9004" extrusionOk="0">
                  <a:moveTo>
                    <a:pt x="1" y="0"/>
                  </a:moveTo>
                  <a:cubicBezTo>
                    <a:pt x="284" y="4839"/>
                    <a:pt x="4162" y="8721"/>
                    <a:pt x="9004" y="9004"/>
                  </a:cubicBezTo>
                  <a:lnTo>
                    <a:pt x="9004" y="8974"/>
                  </a:lnTo>
                  <a:cubicBezTo>
                    <a:pt x="7273" y="8628"/>
                    <a:pt x="5827" y="6697"/>
                    <a:pt x="5066" y="3942"/>
                  </a:cubicBezTo>
                  <a:cubicBezTo>
                    <a:pt x="2283" y="3180"/>
                    <a:pt x="377" y="1726"/>
                    <a:pt x="3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53"/>
            <p:cNvSpPr/>
            <p:nvPr/>
          </p:nvSpPr>
          <p:spPr>
            <a:xfrm>
              <a:off x="4487000" y="1595125"/>
              <a:ext cx="88925" cy="68475"/>
            </a:xfrm>
            <a:custGeom>
              <a:avLst/>
              <a:gdLst/>
              <a:ahLst/>
              <a:cxnLst/>
              <a:rect l="l" t="t" r="r" b="b"/>
              <a:pathLst>
                <a:path w="3557" h="2739" extrusionOk="0">
                  <a:moveTo>
                    <a:pt x="3397" y="1"/>
                  </a:moveTo>
                  <a:cubicBezTo>
                    <a:pt x="1569" y="636"/>
                    <a:pt x="337" y="1720"/>
                    <a:pt x="0" y="2738"/>
                  </a:cubicBezTo>
                  <a:lnTo>
                    <a:pt x="3313" y="2738"/>
                  </a:lnTo>
                  <a:cubicBezTo>
                    <a:pt x="3337" y="1880"/>
                    <a:pt x="3418" y="913"/>
                    <a:pt x="3556" y="106"/>
                  </a:cubicBezTo>
                  <a:cubicBezTo>
                    <a:pt x="3502" y="73"/>
                    <a:pt x="3448" y="37"/>
                    <a:pt x="3397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53"/>
            <p:cNvSpPr/>
            <p:nvPr/>
          </p:nvSpPr>
          <p:spPr>
            <a:xfrm>
              <a:off x="4486925" y="1692175"/>
              <a:ext cx="89450" cy="66350"/>
            </a:xfrm>
            <a:custGeom>
              <a:avLst/>
              <a:gdLst/>
              <a:ahLst/>
              <a:cxnLst/>
              <a:rect l="l" t="t" r="r" b="b"/>
              <a:pathLst>
                <a:path w="3578" h="2654" extrusionOk="0">
                  <a:moveTo>
                    <a:pt x="0" y="0"/>
                  </a:moveTo>
                  <a:cubicBezTo>
                    <a:pt x="352" y="1078"/>
                    <a:pt x="1689" y="2030"/>
                    <a:pt x="3578" y="2653"/>
                  </a:cubicBezTo>
                  <a:cubicBezTo>
                    <a:pt x="3418" y="1777"/>
                    <a:pt x="3325" y="889"/>
                    <a:pt x="330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53"/>
            <p:cNvSpPr/>
            <p:nvPr/>
          </p:nvSpPr>
          <p:spPr>
            <a:xfrm>
              <a:off x="4456875" y="1435075"/>
              <a:ext cx="225125" cy="228525"/>
            </a:xfrm>
            <a:custGeom>
              <a:avLst/>
              <a:gdLst/>
              <a:ahLst/>
              <a:cxnLst/>
              <a:rect l="l" t="t" r="r" b="b"/>
              <a:pathLst>
                <a:path w="9005" h="9141" extrusionOk="0">
                  <a:moveTo>
                    <a:pt x="9004" y="1"/>
                  </a:moveTo>
                  <a:cubicBezTo>
                    <a:pt x="4162" y="284"/>
                    <a:pt x="284" y="4298"/>
                    <a:pt x="1" y="9140"/>
                  </a:cubicBezTo>
                  <a:lnTo>
                    <a:pt x="37" y="9140"/>
                  </a:lnTo>
                  <a:cubicBezTo>
                    <a:pt x="329" y="7686"/>
                    <a:pt x="1747" y="6267"/>
                    <a:pt x="3969" y="5433"/>
                  </a:cubicBezTo>
                  <a:cubicBezTo>
                    <a:pt x="3715" y="4375"/>
                    <a:pt x="4516" y="3361"/>
                    <a:pt x="5602" y="3361"/>
                  </a:cubicBezTo>
                  <a:cubicBezTo>
                    <a:pt x="5607" y="3361"/>
                    <a:pt x="5612" y="3361"/>
                    <a:pt x="5617" y="3361"/>
                  </a:cubicBezTo>
                  <a:cubicBezTo>
                    <a:pt x="5638" y="3361"/>
                    <a:pt x="5656" y="3364"/>
                    <a:pt x="5677" y="3367"/>
                  </a:cubicBezTo>
                  <a:cubicBezTo>
                    <a:pt x="6511" y="1476"/>
                    <a:pt x="7688" y="293"/>
                    <a:pt x="9004" y="31"/>
                  </a:cubicBezTo>
                  <a:lnTo>
                    <a:pt x="9004" y="1"/>
                  </a:ln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7" name="Google Shape;127;p53"/>
            <p:cNvSpPr/>
            <p:nvPr/>
          </p:nvSpPr>
          <p:spPr>
            <a:xfrm>
              <a:off x="4710200" y="1691800"/>
              <a:ext cx="228500" cy="225100"/>
            </a:xfrm>
            <a:custGeom>
              <a:avLst/>
              <a:gdLst/>
              <a:ahLst/>
              <a:cxnLst/>
              <a:rect l="l" t="t" r="r" b="b"/>
              <a:pathLst>
                <a:path w="9140" h="9004" extrusionOk="0">
                  <a:moveTo>
                    <a:pt x="9107" y="0"/>
                  </a:moveTo>
                  <a:cubicBezTo>
                    <a:pt x="8760" y="1726"/>
                    <a:pt x="6857" y="3177"/>
                    <a:pt x="4075" y="3942"/>
                  </a:cubicBezTo>
                  <a:cubicBezTo>
                    <a:pt x="3313" y="6721"/>
                    <a:pt x="1729" y="8628"/>
                    <a:pt x="1" y="8971"/>
                  </a:cubicBezTo>
                  <a:lnTo>
                    <a:pt x="1" y="9004"/>
                  </a:lnTo>
                  <a:cubicBezTo>
                    <a:pt x="4843" y="8721"/>
                    <a:pt x="8854" y="4839"/>
                    <a:pt x="9140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8" name="Google Shape;128;p53"/>
            <p:cNvSpPr/>
            <p:nvPr/>
          </p:nvSpPr>
          <p:spPr>
            <a:xfrm>
              <a:off x="4710200" y="14652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1" y="0"/>
                  </a:moveTo>
                  <a:lnTo>
                    <a:pt x="1" y="3298"/>
                  </a:lnTo>
                  <a:cubicBezTo>
                    <a:pt x="937" y="3328"/>
                    <a:pt x="1961" y="3421"/>
                    <a:pt x="2801" y="3575"/>
                  </a:cubicBezTo>
                  <a:cubicBezTo>
                    <a:pt x="2181" y="1687"/>
                    <a:pt x="1082" y="350"/>
                    <a:pt x="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9" name="Google Shape;129;p53"/>
            <p:cNvSpPr/>
            <p:nvPr/>
          </p:nvSpPr>
          <p:spPr>
            <a:xfrm>
              <a:off x="4710200" y="1575850"/>
              <a:ext cx="86150" cy="87750"/>
            </a:xfrm>
            <a:custGeom>
              <a:avLst/>
              <a:gdLst/>
              <a:ahLst/>
              <a:cxnLst/>
              <a:rect l="l" t="t" r="r" b="b"/>
              <a:pathLst>
                <a:path w="3446" h="3510" extrusionOk="0">
                  <a:moveTo>
                    <a:pt x="1" y="1"/>
                  </a:moveTo>
                  <a:lnTo>
                    <a:pt x="1" y="3509"/>
                  </a:lnTo>
                  <a:lnTo>
                    <a:pt x="2494" y="3509"/>
                  </a:lnTo>
                  <a:cubicBezTo>
                    <a:pt x="2656" y="3054"/>
                    <a:pt x="3003" y="2554"/>
                    <a:pt x="3445" y="2374"/>
                  </a:cubicBezTo>
                  <a:cubicBezTo>
                    <a:pt x="3385" y="1702"/>
                    <a:pt x="3283" y="1034"/>
                    <a:pt x="3135" y="374"/>
                  </a:cubicBezTo>
                  <a:cubicBezTo>
                    <a:pt x="2208" y="167"/>
                    <a:pt x="1063" y="37"/>
                    <a:pt x="1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0" name="Google Shape;130;p53"/>
            <p:cNvSpPr/>
            <p:nvPr/>
          </p:nvSpPr>
          <p:spPr>
            <a:xfrm>
              <a:off x="4710200" y="1797500"/>
              <a:ext cx="70025" cy="89375"/>
            </a:xfrm>
            <a:custGeom>
              <a:avLst/>
              <a:gdLst/>
              <a:ahLst/>
              <a:cxnLst/>
              <a:rect l="l" t="t" r="r" b="b"/>
              <a:pathLst>
                <a:path w="2801" h="3575" extrusionOk="0">
                  <a:moveTo>
                    <a:pt x="2801" y="0"/>
                  </a:moveTo>
                  <a:lnTo>
                    <a:pt x="2801" y="0"/>
                  </a:lnTo>
                  <a:cubicBezTo>
                    <a:pt x="2283" y="93"/>
                    <a:pt x="1609" y="166"/>
                    <a:pt x="1048" y="214"/>
                  </a:cubicBezTo>
                  <a:cubicBezTo>
                    <a:pt x="892" y="726"/>
                    <a:pt x="503" y="1135"/>
                    <a:pt x="1" y="1316"/>
                  </a:cubicBezTo>
                  <a:lnTo>
                    <a:pt x="1" y="3574"/>
                  </a:lnTo>
                  <a:cubicBezTo>
                    <a:pt x="1082" y="3222"/>
                    <a:pt x="2181" y="1885"/>
                    <a:pt x="2801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1" name="Google Shape;131;p53"/>
            <p:cNvSpPr/>
            <p:nvPr/>
          </p:nvSpPr>
          <p:spPr>
            <a:xfrm>
              <a:off x="4681975" y="1776400"/>
              <a:ext cx="28250" cy="28350"/>
            </a:xfrm>
            <a:custGeom>
              <a:avLst/>
              <a:gdLst/>
              <a:ahLst/>
              <a:cxnLst/>
              <a:rect l="l" t="t" r="r" b="b"/>
              <a:pathLst>
                <a:path w="1130" h="1134" extrusionOk="0">
                  <a:moveTo>
                    <a:pt x="566" y="1"/>
                  </a:moveTo>
                  <a:cubicBezTo>
                    <a:pt x="253" y="1"/>
                    <a:pt x="0" y="251"/>
                    <a:pt x="0" y="564"/>
                  </a:cubicBezTo>
                  <a:lnTo>
                    <a:pt x="0" y="567"/>
                  </a:lnTo>
                  <a:cubicBezTo>
                    <a:pt x="0" y="567"/>
                    <a:pt x="0" y="570"/>
                    <a:pt x="0" y="570"/>
                  </a:cubicBezTo>
                  <a:cubicBezTo>
                    <a:pt x="0" y="880"/>
                    <a:pt x="253" y="1133"/>
                    <a:pt x="566" y="1133"/>
                  </a:cubicBezTo>
                  <a:cubicBezTo>
                    <a:pt x="877" y="1133"/>
                    <a:pt x="1130" y="880"/>
                    <a:pt x="1130" y="570"/>
                  </a:cubicBezTo>
                  <a:cubicBezTo>
                    <a:pt x="1130" y="570"/>
                    <a:pt x="1130" y="567"/>
                    <a:pt x="1130" y="567"/>
                  </a:cubicBezTo>
                  <a:lnTo>
                    <a:pt x="1130" y="564"/>
                  </a:lnTo>
                  <a:cubicBezTo>
                    <a:pt x="1130" y="251"/>
                    <a:pt x="877" y="1"/>
                    <a:pt x="566" y="1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53"/>
            <p:cNvSpPr/>
            <p:nvPr/>
          </p:nvSpPr>
          <p:spPr>
            <a:xfrm>
              <a:off x="4710200" y="1692175"/>
              <a:ext cx="86150" cy="82450"/>
            </a:xfrm>
            <a:custGeom>
              <a:avLst/>
              <a:gdLst/>
              <a:ahLst/>
              <a:cxnLst/>
              <a:rect l="l" t="t" r="r" b="b"/>
              <a:pathLst>
                <a:path w="3446" h="3298" extrusionOk="0">
                  <a:moveTo>
                    <a:pt x="1" y="0"/>
                  </a:moveTo>
                  <a:lnTo>
                    <a:pt x="1" y="2346"/>
                  </a:lnTo>
                  <a:cubicBezTo>
                    <a:pt x="455" y="2506"/>
                    <a:pt x="820" y="2852"/>
                    <a:pt x="1003" y="3298"/>
                  </a:cubicBezTo>
                  <a:cubicBezTo>
                    <a:pt x="1702" y="3234"/>
                    <a:pt x="2506" y="3129"/>
                    <a:pt x="3135" y="2987"/>
                  </a:cubicBezTo>
                  <a:cubicBezTo>
                    <a:pt x="3283" y="2328"/>
                    <a:pt x="3385" y="1660"/>
                    <a:pt x="3445" y="985"/>
                  </a:cubicBezTo>
                  <a:cubicBezTo>
                    <a:pt x="3003" y="807"/>
                    <a:pt x="2656" y="449"/>
                    <a:pt x="2494" y="0"/>
                  </a:cubicBezTo>
                  <a:close/>
                </a:path>
              </a:pathLst>
            </a:custGeom>
            <a:solidFill>
              <a:srgbClr val="081F5C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400"/>
                <a:buFont typeface="Arial"/>
                <a:buNone/>
              </a:pPr>
              <a:endParaRPr sz="2400" b="0" i="0" u="none" strike="noStrike" cap="none">
                <a:solidFill>
                  <a:srgbClr val="435D74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33" name="Google Shape;133;p53"/>
          <p:cNvSpPr txBox="1">
            <a:spLocks noGrp="1"/>
          </p:cNvSpPr>
          <p:nvPr>
            <p:ph type="dt" idx="10"/>
          </p:nvPr>
        </p:nvSpPr>
        <p:spPr>
          <a:xfrm>
            <a:off x="991614" y="6123699"/>
            <a:ext cx="212306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134" name="Google Shape;134;p53"/>
          <p:cNvSpPr txBox="1">
            <a:spLocks noGrp="1"/>
          </p:cNvSpPr>
          <p:nvPr>
            <p:ph type="ftr" idx="11"/>
          </p:nvPr>
        </p:nvSpPr>
        <p:spPr>
          <a:xfrm>
            <a:off x="4343413" y="6131637"/>
            <a:ext cx="4393141" cy="352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20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53"/>
          <p:cNvSpPr txBox="1">
            <a:spLocks noGrp="1"/>
          </p:cNvSpPr>
          <p:nvPr>
            <p:ph type="sldNum" idx="12"/>
          </p:nvPr>
        </p:nvSpPr>
        <p:spPr>
          <a:xfrm>
            <a:off x="10211563" y="6136013"/>
            <a:ext cx="1608962" cy="347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/>
              <a:t>pulso.pucp.edu.pe</a:t>
            </a:r>
            <a:endParaRPr/>
          </a:p>
        </p:txBody>
      </p:sp>
      <p:cxnSp>
        <p:nvCxnSpPr>
          <p:cNvPr id="136" name="Google Shape;136;p53"/>
          <p:cNvCxnSpPr/>
          <p:nvPr/>
        </p:nvCxnSpPr>
        <p:spPr>
          <a:xfrm>
            <a:off x="0" y="6836140"/>
            <a:ext cx="12192000" cy="0"/>
          </a:xfrm>
          <a:prstGeom prst="straightConnector1">
            <a:avLst/>
          </a:prstGeom>
          <a:noFill/>
          <a:ln w="57150" cap="flat" cmpd="sng">
            <a:solidFill>
              <a:srgbClr val="CA5651"/>
            </a:solidFill>
            <a:prstDash val="solid"/>
            <a:miter lim="800000"/>
            <a:headEnd type="none" w="sm" len="sm"/>
            <a:tailEnd type="none" w="sm" len="sm"/>
          </a:ln>
        </p:spPr>
      </p:cxnSp>
    </p:spTree>
    <p:extLst>
      <p:ext uri="{BB962C8B-B14F-4D97-AF65-F5344CB8AC3E}">
        <p14:creationId val="80885163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3_Índice" preserve="1" userDrawn="1">
  <p:cSld name="Indice">
    <p:bg>
      <p:bgPr>
        <a:solidFill>
          <a:srgbClr val="F2F2F2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rupo 87">
            <a:extLst>
              <a:ext uri="{FF2B5EF4-FFF2-40B4-BE49-F238E27FC236}">
                <ns2:creationId id="{C8DC7646-E791-9F27-BA79-8929004D514B}"/>
              </a:ext>
            </a:extLst>
          </p:cNvPr>
          <p:cNvGrpSpPr/>
          <p:nvPr userDrawn="1"/>
        </p:nvGrpSpPr>
        <p:grpSpPr>
          <a:xfrm>
            <a:off x="0" y="-30822"/>
            <a:ext cx="12192000" cy="6888821"/>
            <a:chOff x="0" y="-30822"/>
            <a:chExt cx="12192000" cy="6888821"/>
          </a:xfrm>
        </p:grpSpPr>
        <p:grpSp>
          <p:nvGrpSpPr>
            <p:cNvPr id="85" name="Grupo 84">
              <a:extLst>
                <a:ext uri="{FF2B5EF4-FFF2-40B4-BE49-F238E27FC236}">
                  <ns2:creationId id="{8EB232BD-112B-5AB4-5630-4141328FD263}"/>
                </a:ext>
              </a:extLst>
            </p:cNvPr>
            <p:cNvGrpSpPr/>
            <p:nvPr userDrawn="1"/>
          </p:nvGrpSpPr>
          <p:grpSpPr>
            <a:xfrm>
              <a:off x="0" y="-30822"/>
              <a:ext cx="12192000" cy="6888821"/>
              <a:chOff x="0" y="-30822"/>
              <a:chExt cx="12192000" cy="6888821"/>
            </a:xfrm>
          </p:grpSpPr>
          <p:grpSp>
            <p:nvGrpSpPr>
              <p:cNvPr id="84" name="Grupo 83">
                <a:extLst>
                  <a:ext uri="{FF2B5EF4-FFF2-40B4-BE49-F238E27FC236}">
                    <ns2:creationId id="{B5F24069-AAA5-AE58-1308-4351580F56DD}"/>
                  </a:ext>
                </a:extLst>
              </p:cNvPr>
              <p:cNvGrpSpPr/>
              <p:nvPr userDrawn="1"/>
            </p:nvGrpSpPr>
            <p:grpSpPr>
              <a:xfrm>
                <a:off x="0" y="-30822"/>
                <a:ext cx="12192000" cy="6888821"/>
                <a:chOff x="0" y="-30822"/>
                <a:chExt cx="12192000" cy="6888821"/>
              </a:xfrm>
            </p:grpSpPr>
            <p:sp>
              <p:nvSpPr>
                <p:cNvPr id="74" name="Rectángulo 73">
                  <a:extLst>
                    <a:ext uri="{FF2B5EF4-FFF2-40B4-BE49-F238E27FC236}">
                      <ns2:creationId id="{4DAEADB5-BD80-B4E0-C93E-F551DF1C267A}"/>
                    </a:ext>
                  </a:extLst>
                </p:cNvPr>
                <p:cNvSpPr/>
                <p:nvPr userDrawn="1"/>
              </p:nvSpPr>
              <p:spPr>
                <a:xfrm>
                  <a:off x="0" y="0"/>
                  <a:ext cx="12192000" cy="6857999"/>
                </a:xfrm>
                <a:prstGeom prst="rect">
                  <a:avLst/>
                </a:prstGeom>
                <a:solidFill>
                  <a:srgbClr val="F2F2F2"/>
                </a:solidFill>
                <a:ln>
                  <a:solidFill>
                    <a:srgbClr val="F2F2F2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s-PE"/>
                </a:p>
              </p:txBody>
            </p:sp>
            <p:grpSp>
              <p:nvGrpSpPr>
                <p:cNvPr id="83" name="Grupo 82">
                  <a:extLst>
                    <a:ext uri="{FF2B5EF4-FFF2-40B4-BE49-F238E27FC236}">
                      <ns2:creationId id="{0F389C32-6385-A385-B044-AF13FCBBF525}"/>
                    </a:ext>
                  </a:extLst>
                </p:cNvPr>
                <p:cNvGrpSpPr/>
                <p:nvPr userDrawn="1"/>
              </p:nvGrpSpPr>
              <p:grpSpPr>
                <a:xfrm>
                  <a:off x="519448" y="-30822"/>
                  <a:ext cx="10282220" cy="5077733"/>
                  <a:chOff x="519448" y="-30822"/>
                  <a:chExt cx="10282220" cy="5077733"/>
                </a:xfrm>
              </p:grpSpPr>
              <p:grpSp>
                <p:nvGrpSpPr>
                  <p:cNvPr id="78" name="Grupo 77">
                    <a:extLst>
                      <a:ext uri="{FF2B5EF4-FFF2-40B4-BE49-F238E27FC236}">
                        <ns2:creationId id="{85CC3AB5-5C01-EFBA-25B6-2F16CAD812EF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963755" y="-19664"/>
                    <a:ext cx="1097464" cy="5066575"/>
                    <a:chOff x="2963755" y="-19664"/>
                    <a:chExt cx="1097464" cy="5066575"/>
                  </a:xfrm>
                </p:grpSpPr>
                <p:sp>
                  <p:nvSpPr>
                    <p:cNvPr id="33" name="Google Shape;33;p47"/>
                    <p:cNvSpPr/>
                    <p:nvPr/>
                  </p:nvSpPr>
                  <p:spPr>
                    <a:xfrm flipH="1">
                      <a:off x="3484680" y="-19664"/>
                      <a:ext cx="56084" cy="357253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869" h="194507" extrusionOk="0">
                          <a:moveTo>
                            <a:pt x="0" y="0"/>
                          </a:moveTo>
                          <a:lnTo>
                            <a:pt x="0" y="194506"/>
                          </a:lnTo>
                          <a:lnTo>
                            <a:pt x="2869" y="194506"/>
                          </a:lnTo>
                          <a:lnTo>
                            <a:pt x="2869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4" name="Google Shape;34;p47"/>
                    <p:cNvSpPr/>
                    <p:nvPr/>
                  </p:nvSpPr>
                  <p:spPr>
                    <a:xfrm flipH="1">
                      <a:off x="2963755" y="3962040"/>
                      <a:ext cx="1097464" cy="108487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0" y="34058"/>
                            <a:pt x="0" y="39128"/>
                          </a:cubicBezTo>
                          <a:cubicBezTo>
                            <a:pt x="0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288"/>
                            <a:pt x="52171" y="25252"/>
                          </a:cubicBezTo>
                          <a:lnTo>
                            <a:pt x="52271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7594C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5" name="Google Shape;35;p47"/>
                    <p:cNvSpPr/>
                    <p:nvPr/>
                  </p:nvSpPr>
                  <p:spPr>
                    <a:xfrm flipH="1">
                      <a:off x="3240845" y="3680554"/>
                      <a:ext cx="543190" cy="28145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7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0" y="5738"/>
                          </a:lnTo>
                          <a:lnTo>
                            <a:pt x="0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6" name="Google Shape;36;p47"/>
                    <p:cNvSpPr/>
                    <p:nvPr/>
                  </p:nvSpPr>
                  <p:spPr>
                    <a:xfrm flipH="1">
                      <a:off x="3196517" y="3521249"/>
                      <a:ext cx="632526" cy="405282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37"/>
                            <a:pt x="4637" y="1"/>
                            <a:pt x="10341" y="1"/>
                          </a:cubicBezTo>
                          <a:lnTo>
                            <a:pt x="22016" y="1"/>
                          </a:lnTo>
                          <a:cubicBezTo>
                            <a:pt x="27754" y="1"/>
                            <a:pt x="32357" y="4637"/>
                            <a:pt x="32357" y="10342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37" name="Google Shape;37;p47"/>
                    <p:cNvSpPr/>
                    <p:nvPr/>
                  </p:nvSpPr>
                  <p:spPr>
                    <a:xfrm flipH="1">
                      <a:off x="3182951" y="4347319"/>
                      <a:ext cx="696408" cy="40528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17213" h="11976" extrusionOk="0">
                          <a:moveTo>
                            <a:pt x="17213" y="5238"/>
                          </a:moveTo>
                          <a:cubicBezTo>
                            <a:pt x="16445" y="11976"/>
                            <a:pt x="10041" y="10475"/>
                            <a:pt x="8807" y="5571"/>
                          </a:cubicBezTo>
                          <a:cubicBezTo>
                            <a:pt x="8740" y="5571"/>
                            <a:pt x="8673" y="5538"/>
                            <a:pt x="8606" y="5538"/>
                          </a:cubicBezTo>
                          <a:cubicBezTo>
                            <a:pt x="8540" y="5538"/>
                            <a:pt x="8473" y="5571"/>
                            <a:pt x="8406" y="5571"/>
                          </a:cubicBezTo>
                          <a:cubicBezTo>
                            <a:pt x="7172" y="10441"/>
                            <a:pt x="767" y="11976"/>
                            <a:pt x="0" y="5238"/>
                          </a:cubicBezTo>
                          <a:cubicBezTo>
                            <a:pt x="334" y="4604"/>
                            <a:pt x="467" y="4270"/>
                            <a:pt x="834" y="4170"/>
                          </a:cubicBezTo>
                          <a:cubicBezTo>
                            <a:pt x="1935" y="2936"/>
                            <a:pt x="3836" y="1"/>
                            <a:pt x="5471" y="2002"/>
                          </a:cubicBezTo>
                          <a:cubicBezTo>
                            <a:pt x="6038" y="2703"/>
                            <a:pt x="5571" y="2869"/>
                            <a:pt x="5171" y="2502"/>
                          </a:cubicBezTo>
                          <a:cubicBezTo>
                            <a:pt x="4070" y="1302"/>
                            <a:pt x="3069" y="3170"/>
                            <a:pt x="2502" y="4170"/>
                          </a:cubicBezTo>
                          <a:lnTo>
                            <a:pt x="8006" y="4170"/>
                          </a:lnTo>
                          <a:lnTo>
                            <a:pt x="8606" y="4170"/>
                          </a:lnTo>
                          <a:lnTo>
                            <a:pt x="9240" y="4170"/>
                          </a:lnTo>
                          <a:lnTo>
                            <a:pt x="14711" y="4170"/>
                          </a:lnTo>
                          <a:cubicBezTo>
                            <a:pt x="14144" y="3170"/>
                            <a:pt x="13110" y="1302"/>
                            <a:pt x="12009" y="2502"/>
                          </a:cubicBezTo>
                          <a:cubicBezTo>
                            <a:pt x="11642" y="2869"/>
                            <a:pt x="11175" y="2703"/>
                            <a:pt x="11742" y="2002"/>
                          </a:cubicBezTo>
                          <a:cubicBezTo>
                            <a:pt x="13376" y="34"/>
                            <a:pt x="15278" y="2903"/>
                            <a:pt x="16379" y="4170"/>
                          </a:cubicBezTo>
                          <a:cubicBezTo>
                            <a:pt x="16746" y="4237"/>
                            <a:pt x="16879" y="4604"/>
                            <a:pt x="17213" y="5238"/>
                          </a:cubicBezTo>
                          <a:close/>
                          <a:moveTo>
                            <a:pt x="7572" y="4904"/>
                          </a:moveTo>
                          <a:lnTo>
                            <a:pt x="1435" y="4904"/>
                          </a:lnTo>
                          <a:lnTo>
                            <a:pt x="1435" y="4904"/>
                          </a:lnTo>
                          <a:cubicBezTo>
                            <a:pt x="1401" y="4904"/>
                            <a:pt x="1335" y="4904"/>
                            <a:pt x="1301" y="4937"/>
                          </a:cubicBezTo>
                          <a:cubicBezTo>
                            <a:pt x="1201" y="4971"/>
                            <a:pt x="1034" y="5304"/>
                            <a:pt x="934" y="5505"/>
                          </a:cubicBezTo>
                          <a:cubicBezTo>
                            <a:pt x="1134" y="6972"/>
                            <a:pt x="1768" y="8740"/>
                            <a:pt x="3403" y="9007"/>
                          </a:cubicBezTo>
                          <a:cubicBezTo>
                            <a:pt x="4337" y="9140"/>
                            <a:pt x="5271" y="8774"/>
                            <a:pt x="5971" y="8173"/>
                          </a:cubicBezTo>
                          <a:cubicBezTo>
                            <a:pt x="6905" y="7406"/>
                            <a:pt x="7406" y="6338"/>
                            <a:pt x="7606" y="5171"/>
                          </a:cubicBezTo>
                          <a:cubicBezTo>
                            <a:pt x="7639" y="5004"/>
                            <a:pt x="7706" y="4904"/>
                            <a:pt x="7572" y="4904"/>
                          </a:cubicBezTo>
                          <a:close/>
                          <a:moveTo>
                            <a:pt x="9674" y="4904"/>
                          </a:moveTo>
                          <a:cubicBezTo>
                            <a:pt x="9540" y="4904"/>
                            <a:pt x="9574" y="5004"/>
                            <a:pt x="9607" y="5171"/>
                          </a:cubicBezTo>
                          <a:cubicBezTo>
                            <a:pt x="9807" y="6338"/>
                            <a:pt x="10341" y="7406"/>
                            <a:pt x="11275" y="8173"/>
                          </a:cubicBezTo>
                          <a:cubicBezTo>
                            <a:pt x="11975" y="8774"/>
                            <a:pt x="12876" y="9140"/>
                            <a:pt x="13810" y="9007"/>
                          </a:cubicBezTo>
                          <a:cubicBezTo>
                            <a:pt x="15445" y="8740"/>
                            <a:pt x="16078" y="6972"/>
                            <a:pt x="16279" y="5505"/>
                          </a:cubicBezTo>
                          <a:cubicBezTo>
                            <a:pt x="16178" y="5304"/>
                            <a:pt x="16012" y="5004"/>
                            <a:pt x="15912" y="4937"/>
                          </a:cubicBezTo>
                          <a:cubicBezTo>
                            <a:pt x="15878" y="4904"/>
                            <a:pt x="15812" y="4904"/>
                            <a:pt x="15778" y="4904"/>
                          </a:cubicBezTo>
                          <a:lnTo>
                            <a:pt x="15778" y="4904"/>
                          </a:lnTo>
                          <a:lnTo>
                            <a:pt x="9674" y="4904"/>
                          </a:lnTo>
                          <a:close/>
                        </a:path>
                      </a:pathLst>
                    </a:custGeom>
                    <a:solidFill>
                      <a:schemeClr val="lt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  <p:grpSp>
                <p:nvGrpSpPr>
                  <p:cNvPr id="77" name="Grupo 76">
                    <a:extLst>
                      <a:ext uri="{FF2B5EF4-FFF2-40B4-BE49-F238E27FC236}">
                        <ns2:creationId id="{7585FE78-9191-1F4E-E077-18CBBD6214A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2152406" y="-30822"/>
                    <a:ext cx="1000065" cy="3308215"/>
                    <a:chOff x="2152406" y="-30822"/>
                    <a:chExt cx="1000065" cy="3308215"/>
                  </a:xfrm>
                </p:grpSpPr>
                <p:sp>
                  <p:nvSpPr>
                    <p:cNvPr id="39" name="Google Shape;39;p47"/>
                    <p:cNvSpPr/>
                    <p:nvPr/>
                  </p:nvSpPr>
                  <p:spPr>
                    <a:xfrm flipH="1">
                      <a:off x="2626488" y="-30822"/>
                      <a:ext cx="51712" cy="1801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07" extrusionOk="0">
                          <a:moveTo>
                            <a:pt x="1" y="1"/>
                          </a:moveTo>
                          <a:lnTo>
                            <a:pt x="1" y="101407"/>
                          </a:lnTo>
                          <a:lnTo>
                            <a:pt x="2903" y="101407"/>
                          </a:lnTo>
                          <a:lnTo>
                            <a:pt x="2903" y="1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0" name="Google Shape;40;p47"/>
                    <p:cNvSpPr/>
                    <p:nvPr/>
                  </p:nvSpPr>
                  <p:spPr>
                    <a:xfrm flipH="1">
                      <a:off x="2152406" y="2121636"/>
                      <a:ext cx="1000065" cy="1155757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1" h="66348" extrusionOk="0">
                          <a:moveTo>
                            <a:pt x="3937" y="25252"/>
                          </a:moveTo>
                          <a:cubicBezTo>
                            <a:pt x="1435" y="29321"/>
                            <a:pt x="1" y="34058"/>
                            <a:pt x="1" y="39128"/>
                          </a:cubicBezTo>
                          <a:cubicBezTo>
                            <a:pt x="1" y="54173"/>
                            <a:pt x="12543" y="66348"/>
                            <a:pt x="28054" y="66348"/>
                          </a:cubicBezTo>
                          <a:cubicBezTo>
                            <a:pt x="43565" y="66348"/>
                            <a:pt x="56141" y="54173"/>
                            <a:pt x="56141" y="39128"/>
                          </a:cubicBezTo>
                          <a:cubicBezTo>
                            <a:pt x="56141" y="34058"/>
                            <a:pt x="54673" y="29321"/>
                            <a:pt x="52171" y="25252"/>
                          </a:cubicBezTo>
                          <a:lnTo>
                            <a:pt x="52305" y="25252"/>
                          </a:lnTo>
                          <a:cubicBezTo>
                            <a:pt x="40763" y="7939"/>
                            <a:pt x="41964" y="0"/>
                            <a:pt x="41964" y="0"/>
                          </a:cubicBezTo>
                          <a:lnTo>
                            <a:pt x="28054" y="0"/>
                          </a:lnTo>
                          <a:lnTo>
                            <a:pt x="14178" y="0"/>
                          </a:lnTo>
                          <a:cubicBezTo>
                            <a:pt x="14178" y="0"/>
                            <a:pt x="15378" y="7939"/>
                            <a:pt x="3837" y="25252"/>
                          </a:cubicBezTo>
                          <a:close/>
                        </a:path>
                      </a:pathLst>
                    </a:custGeom>
                    <a:solidFill>
                      <a:srgbClr val="E4A34C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1" name="Google Shape;41;p47"/>
                    <p:cNvSpPr/>
                    <p:nvPr/>
                  </p:nvSpPr>
                  <p:spPr>
                    <a:xfrm flipH="1">
                      <a:off x="2404905" y="1821756"/>
                      <a:ext cx="494983" cy="299844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3" extrusionOk="0">
                          <a:moveTo>
                            <a:pt x="13877" y="17212"/>
                          </a:moveTo>
                          <a:lnTo>
                            <a:pt x="13877" y="17212"/>
                          </a:lnTo>
                          <a:lnTo>
                            <a:pt x="27787" y="17212"/>
                          </a:lnTo>
                          <a:lnTo>
                            <a:pt x="27787" y="5738"/>
                          </a:lnTo>
                          <a:lnTo>
                            <a:pt x="24018" y="0"/>
                          </a:lnTo>
                          <a:lnTo>
                            <a:pt x="13877" y="0"/>
                          </a:lnTo>
                          <a:lnTo>
                            <a:pt x="13877" y="0"/>
                          </a:lnTo>
                          <a:lnTo>
                            <a:pt x="3770" y="0"/>
                          </a:lnTo>
                          <a:lnTo>
                            <a:pt x="1" y="5738"/>
                          </a:lnTo>
                          <a:lnTo>
                            <a:pt x="1" y="17212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2" name="Google Shape;42;p47"/>
                    <p:cNvSpPr/>
                    <p:nvPr/>
                  </p:nvSpPr>
                  <p:spPr>
                    <a:xfrm flipH="1">
                      <a:off x="2364493" y="1652635"/>
                      <a:ext cx="576408" cy="43174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785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08"/>
                          </a:lnTo>
                          <a:cubicBezTo>
                            <a:pt x="1" y="4603"/>
                            <a:pt x="4638" y="0"/>
                            <a:pt x="10342" y="0"/>
                          </a:cubicBezTo>
                          <a:lnTo>
                            <a:pt x="22050" y="0"/>
                          </a:lnTo>
                          <a:cubicBezTo>
                            <a:pt x="27754" y="0"/>
                            <a:pt x="32357" y="4603"/>
                            <a:pt x="32357" y="10308"/>
                          </a:cubicBezTo>
                          <a:lnTo>
                            <a:pt x="32357" y="24785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43" name="Google Shape;43;p47"/>
                    <p:cNvGrpSpPr/>
                    <p:nvPr/>
                  </p:nvGrpSpPr>
                  <p:grpSpPr>
                    <a:xfrm flipH="1">
                      <a:off x="2365776" y="2607516"/>
                      <a:ext cx="593635" cy="330320"/>
                      <a:chOff x="4982311" y="5560895"/>
                      <a:chExt cx="247738" cy="140954"/>
                    </a:xfrm>
                  </p:grpSpPr>
                  <p:sp>
                    <p:nvSpPr>
                      <p:cNvPr id="44" name="Google Shape;44;p47"/>
                      <p:cNvSpPr/>
                      <p:nvPr/>
                    </p:nvSpPr>
                    <p:spPr>
                      <a:xfrm>
                        <a:off x="5053027" y="5560895"/>
                        <a:ext cx="106305" cy="140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7873" h="10441" extrusionOk="0">
                            <a:moveTo>
                              <a:pt x="3102" y="4904"/>
                            </a:moveTo>
                            <a:cubicBezTo>
                              <a:pt x="1334" y="5437"/>
                              <a:pt x="0" y="7572"/>
                              <a:pt x="0" y="10141"/>
                            </a:cubicBezTo>
                            <a:cubicBezTo>
                              <a:pt x="0" y="10241"/>
                              <a:pt x="0" y="10341"/>
                              <a:pt x="0" y="10441"/>
                            </a:cubicBezTo>
                            <a:lnTo>
                              <a:pt x="7872" y="10441"/>
                            </a:lnTo>
                            <a:cubicBezTo>
                              <a:pt x="7872" y="10341"/>
                              <a:pt x="7872" y="10241"/>
                              <a:pt x="7872" y="10141"/>
                            </a:cubicBezTo>
                            <a:cubicBezTo>
                              <a:pt x="7872" y="7572"/>
                              <a:pt x="6538" y="5437"/>
                              <a:pt x="4770" y="4904"/>
                            </a:cubicBezTo>
                            <a:cubicBezTo>
                              <a:pt x="5771" y="4570"/>
                              <a:pt x="6505" y="3636"/>
                              <a:pt x="6505" y="2535"/>
                            </a:cubicBezTo>
                            <a:cubicBezTo>
                              <a:pt x="6505" y="1134"/>
                              <a:pt x="5371" y="0"/>
                              <a:pt x="3936" y="0"/>
                            </a:cubicBezTo>
                            <a:cubicBezTo>
                              <a:pt x="2502" y="0"/>
                              <a:pt x="1334" y="1134"/>
                              <a:pt x="1334" y="2535"/>
                            </a:cubicBezTo>
                            <a:cubicBezTo>
                              <a:pt x="1368" y="3636"/>
                              <a:pt x="2102" y="4570"/>
                              <a:pt x="3102" y="4904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5" name="Google Shape;45;p47"/>
                      <p:cNvSpPr/>
                      <p:nvPr/>
                    </p:nvSpPr>
                    <p:spPr>
                      <a:xfrm>
                        <a:off x="4982311" y="5572142"/>
                        <a:ext cx="77923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1" h="8774" extrusionOk="0">
                            <a:moveTo>
                              <a:pt x="2602" y="4137"/>
                            </a:moveTo>
                            <a:cubicBezTo>
                              <a:pt x="1101" y="4571"/>
                              <a:pt x="0" y="6372"/>
                              <a:pt x="0" y="8540"/>
                            </a:cubicBezTo>
                            <a:cubicBezTo>
                              <a:pt x="0" y="8607"/>
                              <a:pt x="0" y="8707"/>
                              <a:pt x="0" y="8774"/>
                            </a:cubicBezTo>
                            <a:lnTo>
                              <a:pt x="4737" y="8774"/>
                            </a:lnTo>
                            <a:cubicBezTo>
                              <a:pt x="4803" y="7673"/>
                              <a:pt x="5104" y="6606"/>
                              <a:pt x="5671" y="5672"/>
                            </a:cubicBezTo>
                            <a:lnTo>
                              <a:pt x="5771" y="5505"/>
                            </a:lnTo>
                            <a:cubicBezTo>
                              <a:pt x="5304" y="4838"/>
                              <a:pt x="4703" y="4337"/>
                              <a:pt x="4003" y="4137"/>
                            </a:cubicBezTo>
                            <a:cubicBezTo>
                              <a:pt x="4870" y="3837"/>
                              <a:pt x="5471" y="3070"/>
                              <a:pt x="5471" y="2136"/>
                            </a:cubicBezTo>
                            <a:cubicBezTo>
                              <a:pt x="5471" y="935"/>
                              <a:pt x="4503" y="1"/>
                              <a:pt x="3302" y="1"/>
                            </a:cubicBezTo>
                            <a:cubicBezTo>
                              <a:pt x="2102" y="1"/>
                              <a:pt x="1134" y="935"/>
                              <a:pt x="1134" y="2136"/>
                            </a:cubicBezTo>
                            <a:cubicBezTo>
                              <a:pt x="1134" y="3036"/>
                              <a:pt x="1735" y="3837"/>
                              <a:pt x="2602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46" name="Google Shape;46;p47"/>
                      <p:cNvSpPr/>
                      <p:nvPr/>
                    </p:nvSpPr>
                    <p:spPr>
                      <a:xfrm>
                        <a:off x="5152113" y="5572142"/>
                        <a:ext cx="77936" cy="11844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5772" h="8774" extrusionOk="0">
                            <a:moveTo>
                              <a:pt x="1769" y="4137"/>
                            </a:moveTo>
                            <a:cubicBezTo>
                              <a:pt x="1068" y="4337"/>
                              <a:pt x="468" y="4838"/>
                              <a:pt x="1" y="5505"/>
                            </a:cubicBezTo>
                            <a:lnTo>
                              <a:pt x="101" y="5672"/>
                            </a:lnTo>
                            <a:cubicBezTo>
                              <a:pt x="668" y="6606"/>
                              <a:pt x="968" y="7673"/>
                              <a:pt x="1035" y="8774"/>
                            </a:cubicBezTo>
                            <a:lnTo>
                              <a:pt x="5771" y="8774"/>
                            </a:lnTo>
                            <a:cubicBezTo>
                              <a:pt x="5771" y="8707"/>
                              <a:pt x="5771" y="8607"/>
                              <a:pt x="5771" y="8540"/>
                            </a:cubicBezTo>
                            <a:cubicBezTo>
                              <a:pt x="5771" y="6372"/>
                              <a:pt x="4671" y="4571"/>
                              <a:pt x="3170" y="4137"/>
                            </a:cubicBezTo>
                            <a:cubicBezTo>
                              <a:pt x="4037" y="3837"/>
                              <a:pt x="4637" y="3070"/>
                              <a:pt x="4637" y="2136"/>
                            </a:cubicBezTo>
                            <a:cubicBezTo>
                              <a:pt x="4637" y="935"/>
                              <a:pt x="3670" y="1"/>
                              <a:pt x="2469" y="1"/>
                            </a:cubicBezTo>
                            <a:cubicBezTo>
                              <a:pt x="1268" y="1"/>
                              <a:pt x="301" y="935"/>
                              <a:pt x="301" y="2136"/>
                            </a:cubicBezTo>
                            <a:cubicBezTo>
                              <a:pt x="301" y="3036"/>
                              <a:pt x="901" y="3837"/>
                              <a:pt x="1769" y="4137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6" name="Grupo 75">
                    <a:extLst>
                      <a:ext uri="{FF2B5EF4-FFF2-40B4-BE49-F238E27FC236}">
                        <ns2:creationId id="{68430AA9-969E-B49C-1E01-7021AE3D77D9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409182" y="-19665"/>
                    <a:ext cx="1097444" cy="4918981"/>
                    <a:chOff x="1409182" y="-19665"/>
                    <a:chExt cx="1097444" cy="4918981"/>
                  </a:xfrm>
                </p:grpSpPr>
                <p:sp>
                  <p:nvSpPr>
                    <p:cNvPr id="48" name="Google Shape;48;p47"/>
                    <p:cNvSpPr/>
                    <p:nvPr/>
                  </p:nvSpPr>
                  <p:spPr>
                    <a:xfrm flipH="1">
                      <a:off x="1929447" y="-19665"/>
                      <a:ext cx="56729" cy="337576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2" h="181064" extrusionOk="0">
                          <a:moveTo>
                            <a:pt x="0" y="0"/>
                          </a:moveTo>
                          <a:lnTo>
                            <a:pt x="0" y="181063"/>
                          </a:lnTo>
                          <a:lnTo>
                            <a:pt x="2902" y="181063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49" name="Google Shape;49;p47"/>
                    <p:cNvSpPr/>
                    <p:nvPr/>
                  </p:nvSpPr>
                  <p:spPr>
                    <a:xfrm flipH="1">
                      <a:off x="1409182" y="3737705"/>
                      <a:ext cx="1097444" cy="1161611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40" h="66315" extrusionOk="0">
                          <a:moveTo>
                            <a:pt x="3970" y="25219"/>
                          </a:moveTo>
                          <a:cubicBezTo>
                            <a:pt x="1468" y="29288"/>
                            <a:pt x="0" y="34025"/>
                            <a:pt x="0" y="39095"/>
                          </a:cubicBezTo>
                          <a:cubicBezTo>
                            <a:pt x="0" y="54139"/>
                            <a:pt x="12576" y="66315"/>
                            <a:pt x="28087" y="66315"/>
                          </a:cubicBezTo>
                          <a:cubicBezTo>
                            <a:pt x="43598" y="66315"/>
                            <a:pt x="56140" y="54139"/>
                            <a:pt x="56140" y="39095"/>
                          </a:cubicBezTo>
                          <a:cubicBezTo>
                            <a:pt x="56140" y="34025"/>
                            <a:pt x="54706" y="29288"/>
                            <a:pt x="52204" y="25219"/>
                          </a:cubicBezTo>
                          <a:lnTo>
                            <a:pt x="52304" y="25219"/>
                          </a:lnTo>
                          <a:cubicBezTo>
                            <a:pt x="40796" y="7906"/>
                            <a:pt x="41963" y="0"/>
                            <a:pt x="41963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06"/>
                            <a:pt x="3870" y="25219"/>
                          </a:cubicBezTo>
                          <a:close/>
                        </a:path>
                      </a:pathLst>
                    </a:custGeom>
                    <a:solidFill>
                      <a:srgbClr val="9688D3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0" name="Google Shape;50;p47"/>
                    <p:cNvSpPr/>
                    <p:nvPr/>
                  </p:nvSpPr>
                  <p:spPr>
                    <a:xfrm flipH="1">
                      <a:off x="1686252" y="3435561"/>
                      <a:ext cx="543209" cy="302108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8" h="17247" extrusionOk="0">
                          <a:moveTo>
                            <a:pt x="13911" y="17246"/>
                          </a:moveTo>
                          <a:lnTo>
                            <a:pt x="13911" y="17246"/>
                          </a:lnTo>
                          <a:lnTo>
                            <a:pt x="27787" y="17246"/>
                          </a:lnTo>
                          <a:lnTo>
                            <a:pt x="27787" y="5738"/>
                          </a:lnTo>
                          <a:lnTo>
                            <a:pt x="24018" y="1"/>
                          </a:lnTo>
                          <a:lnTo>
                            <a:pt x="13911" y="1"/>
                          </a:lnTo>
                          <a:lnTo>
                            <a:pt x="13911" y="1"/>
                          </a:lnTo>
                          <a:lnTo>
                            <a:pt x="3770" y="1"/>
                          </a:lnTo>
                          <a:lnTo>
                            <a:pt x="1" y="5738"/>
                          </a:lnTo>
                          <a:lnTo>
                            <a:pt x="1" y="17246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51" name="Google Shape;51;p47"/>
                    <p:cNvSpPr/>
                    <p:nvPr/>
                  </p:nvSpPr>
                  <p:spPr>
                    <a:xfrm flipH="1">
                      <a:off x="1641279" y="3265499"/>
                      <a:ext cx="632526" cy="434166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7" h="24786" extrusionOk="0">
                          <a:moveTo>
                            <a:pt x="32357" y="24785"/>
                          </a:moveTo>
                          <a:lnTo>
                            <a:pt x="1" y="24785"/>
                          </a:lnTo>
                          <a:lnTo>
                            <a:pt x="1" y="10342"/>
                          </a:lnTo>
                          <a:cubicBezTo>
                            <a:pt x="1" y="4604"/>
                            <a:pt x="4604" y="1"/>
                            <a:pt x="10308" y="1"/>
                          </a:cubicBezTo>
                          <a:lnTo>
                            <a:pt x="22016" y="1"/>
                          </a:lnTo>
                          <a:cubicBezTo>
                            <a:pt x="27720" y="1"/>
                            <a:pt x="32357" y="4604"/>
                            <a:pt x="32357" y="10342"/>
                          </a:cubicBez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52" name="Google Shape;52;p47"/>
                    <p:cNvGrpSpPr/>
                    <p:nvPr/>
                  </p:nvGrpSpPr>
                  <p:grpSpPr>
                    <a:xfrm flipH="1">
                      <a:off x="1733284" y="4107325"/>
                      <a:ext cx="426276" cy="556462"/>
                      <a:chOff x="4421084" y="5282716"/>
                      <a:chExt cx="162108" cy="236138"/>
                    </a:xfrm>
                  </p:grpSpPr>
                  <p:sp>
                    <p:nvSpPr>
                      <p:cNvPr id="53" name="Google Shape;53;p47"/>
                      <p:cNvSpPr/>
                      <p:nvPr/>
                    </p:nvSpPr>
                    <p:spPr>
                      <a:xfrm>
                        <a:off x="4470861" y="5466511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3" y="468"/>
                              <a:pt x="3103" y="668"/>
                              <a:pt x="2903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4" y="301"/>
                            </a:cubicBezTo>
                            <a:cubicBezTo>
                              <a:pt x="101" y="134"/>
                              <a:pt x="267" y="1"/>
                              <a:pt x="434" y="34"/>
                            </a:cubicBezTo>
                            <a:cubicBezTo>
                              <a:pt x="1235" y="167"/>
                              <a:pt x="2002" y="167"/>
                              <a:pt x="2769" y="34"/>
                            </a:cubicBezTo>
                            <a:cubicBezTo>
                              <a:pt x="2969" y="1"/>
                              <a:pt x="3136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4" name="Google Shape;54;p47"/>
                      <p:cNvSpPr/>
                      <p:nvPr/>
                    </p:nvSpPr>
                    <p:spPr>
                      <a:xfrm>
                        <a:off x="4470230" y="5481185"/>
                        <a:ext cx="61273" cy="159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5" extrusionOk="0">
                            <a:moveTo>
                              <a:pt x="3169" y="301"/>
                            </a:moveTo>
                            <a:cubicBezTo>
                              <a:pt x="3202" y="468"/>
                              <a:pt x="3069" y="668"/>
                              <a:pt x="2869" y="701"/>
                            </a:cubicBezTo>
                            <a:cubicBezTo>
                              <a:pt x="2035" y="835"/>
                              <a:pt x="1168" y="835"/>
                              <a:pt x="334" y="701"/>
                            </a:cubicBezTo>
                            <a:cubicBezTo>
                              <a:pt x="134" y="668"/>
                              <a:pt x="0" y="468"/>
                              <a:pt x="33" y="301"/>
                            </a:cubicBezTo>
                            <a:cubicBezTo>
                              <a:pt x="67" y="134"/>
                              <a:pt x="267" y="1"/>
                              <a:pt x="434" y="34"/>
                            </a:cubicBezTo>
                            <a:cubicBezTo>
                              <a:pt x="1201" y="168"/>
                              <a:pt x="2002" y="168"/>
                              <a:pt x="2769" y="34"/>
                            </a:cubicBezTo>
                            <a:cubicBezTo>
                              <a:pt x="2936" y="1"/>
                              <a:pt x="3102" y="134"/>
                              <a:pt x="3169" y="3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5" name="Google Shape;55;p47"/>
                      <p:cNvSpPr/>
                      <p:nvPr/>
                    </p:nvSpPr>
                    <p:spPr>
                      <a:xfrm>
                        <a:off x="4470230" y="5495878"/>
                        <a:ext cx="61273" cy="1595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3203" h="834" extrusionOk="0">
                            <a:moveTo>
                              <a:pt x="3169" y="300"/>
                            </a:moveTo>
                            <a:cubicBezTo>
                              <a:pt x="3202" y="467"/>
                              <a:pt x="3069" y="667"/>
                              <a:pt x="2869" y="701"/>
                            </a:cubicBezTo>
                            <a:cubicBezTo>
                              <a:pt x="2035" y="834"/>
                              <a:pt x="1168" y="834"/>
                              <a:pt x="334" y="701"/>
                            </a:cubicBezTo>
                            <a:cubicBezTo>
                              <a:pt x="134" y="667"/>
                              <a:pt x="0" y="467"/>
                              <a:pt x="33" y="300"/>
                            </a:cubicBezTo>
                            <a:cubicBezTo>
                              <a:pt x="67" y="134"/>
                              <a:pt x="267" y="0"/>
                              <a:pt x="434" y="33"/>
                            </a:cubicBezTo>
                            <a:cubicBezTo>
                              <a:pt x="1201" y="167"/>
                              <a:pt x="2002" y="167"/>
                              <a:pt x="2769" y="33"/>
                            </a:cubicBezTo>
                            <a:cubicBezTo>
                              <a:pt x="2936" y="0"/>
                              <a:pt x="3102" y="134"/>
                              <a:pt x="3169" y="30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6" name="Google Shape;56;p47"/>
                      <p:cNvSpPr/>
                      <p:nvPr/>
                    </p:nvSpPr>
                    <p:spPr>
                      <a:xfrm>
                        <a:off x="4482990" y="5507988"/>
                        <a:ext cx="35104" cy="10866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1835" h="568" extrusionOk="0">
                            <a:moveTo>
                              <a:pt x="1835" y="201"/>
                            </a:moveTo>
                            <a:cubicBezTo>
                              <a:pt x="1835" y="334"/>
                              <a:pt x="1768" y="468"/>
                              <a:pt x="1668" y="468"/>
                            </a:cubicBezTo>
                            <a:cubicBezTo>
                              <a:pt x="1168" y="568"/>
                              <a:pt x="667" y="568"/>
                              <a:pt x="200" y="468"/>
                            </a:cubicBezTo>
                            <a:cubicBezTo>
                              <a:pt x="100" y="468"/>
                              <a:pt x="0" y="334"/>
                              <a:pt x="34" y="201"/>
                            </a:cubicBezTo>
                            <a:cubicBezTo>
                              <a:pt x="67" y="101"/>
                              <a:pt x="167" y="1"/>
                              <a:pt x="267" y="34"/>
                            </a:cubicBezTo>
                            <a:cubicBezTo>
                              <a:pt x="701" y="134"/>
                              <a:pt x="1168" y="134"/>
                              <a:pt x="1601" y="34"/>
                            </a:cubicBezTo>
                            <a:cubicBezTo>
                              <a:pt x="1701" y="1"/>
                              <a:pt x="1802" y="101"/>
                              <a:pt x="1835" y="201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57" name="Google Shape;57;p47"/>
                      <p:cNvSpPr/>
                      <p:nvPr/>
                    </p:nvSpPr>
                    <p:spPr>
                      <a:xfrm>
                        <a:off x="4421084" y="5282716"/>
                        <a:ext cx="162108" cy="18571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8474" h="9708" extrusionOk="0">
                            <a:moveTo>
                              <a:pt x="4237" y="1"/>
                            </a:moveTo>
                            <a:cubicBezTo>
                              <a:pt x="1902" y="1"/>
                              <a:pt x="1" y="1869"/>
                              <a:pt x="1" y="4204"/>
                            </a:cubicBezTo>
                            <a:cubicBezTo>
                              <a:pt x="1" y="5938"/>
                              <a:pt x="1869" y="7840"/>
                              <a:pt x="2536" y="9307"/>
                            </a:cubicBezTo>
                            <a:cubicBezTo>
                              <a:pt x="2669" y="9608"/>
                              <a:pt x="5771" y="9708"/>
                              <a:pt x="5938" y="9307"/>
                            </a:cubicBezTo>
                            <a:cubicBezTo>
                              <a:pt x="6338" y="8273"/>
                              <a:pt x="8473" y="5938"/>
                              <a:pt x="8473" y="4204"/>
                            </a:cubicBezTo>
                            <a:cubicBezTo>
                              <a:pt x="8473" y="1869"/>
                              <a:pt x="6572" y="1"/>
                              <a:pt x="4237" y="1"/>
                            </a:cubicBezTo>
                            <a:close/>
                            <a:moveTo>
                              <a:pt x="7172" y="3703"/>
                            </a:moveTo>
                            <a:lnTo>
                              <a:pt x="7172" y="3703"/>
                            </a:lnTo>
                            <a:cubicBezTo>
                              <a:pt x="6972" y="2836"/>
                              <a:pt x="6472" y="2202"/>
                              <a:pt x="5905" y="1802"/>
                            </a:cubicBezTo>
                            <a:cubicBezTo>
                              <a:pt x="5771" y="1735"/>
                              <a:pt x="5705" y="1535"/>
                              <a:pt x="5771" y="1402"/>
                            </a:cubicBezTo>
                            <a:cubicBezTo>
                              <a:pt x="5838" y="1235"/>
                              <a:pt x="6005" y="1168"/>
                              <a:pt x="6172" y="1268"/>
                            </a:cubicBezTo>
                            <a:cubicBezTo>
                              <a:pt x="6872" y="1669"/>
                              <a:pt x="7473" y="2369"/>
                              <a:pt x="7739" y="3336"/>
                            </a:cubicBezTo>
                            <a:cubicBezTo>
                              <a:pt x="7806" y="3570"/>
                              <a:pt x="7706" y="3837"/>
                              <a:pt x="7539" y="3937"/>
                            </a:cubicBezTo>
                            <a:cubicBezTo>
                              <a:pt x="7373" y="4004"/>
                              <a:pt x="7206" y="3904"/>
                              <a:pt x="7172" y="3703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75" name="Grupo 74">
                    <a:extLst>
                      <a:ext uri="{FF2B5EF4-FFF2-40B4-BE49-F238E27FC236}">
                        <ns2:creationId id="{5502EE12-F1AA-52B5-F2D6-9E9780236EE6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519448" y="-6500"/>
                    <a:ext cx="1078000" cy="3309431"/>
                    <a:chOff x="519448" y="-6500"/>
                    <a:chExt cx="1078000" cy="3309431"/>
                  </a:xfrm>
                </p:grpSpPr>
                <p:sp>
                  <p:nvSpPr>
                    <p:cNvPr id="59" name="Google Shape;59;p47"/>
                    <p:cNvSpPr/>
                    <p:nvPr/>
                  </p:nvSpPr>
                  <p:spPr>
                    <a:xfrm flipH="1">
                      <a:off x="1030823" y="-6500"/>
                      <a:ext cx="55709" cy="17861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903" h="101440" extrusionOk="0">
                          <a:moveTo>
                            <a:pt x="0" y="0"/>
                          </a:moveTo>
                          <a:lnTo>
                            <a:pt x="0" y="101440"/>
                          </a:lnTo>
                          <a:lnTo>
                            <a:pt x="2902" y="101440"/>
                          </a:lnTo>
                          <a:lnTo>
                            <a:pt x="2902" y="0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0" name="Google Shape;60;p47"/>
                    <p:cNvSpPr/>
                    <p:nvPr/>
                  </p:nvSpPr>
                  <p:spPr>
                    <a:xfrm flipH="1">
                      <a:off x="519448" y="2134712"/>
                      <a:ext cx="1078000" cy="1168219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56174" h="66348" extrusionOk="0">
                          <a:moveTo>
                            <a:pt x="3970" y="25252"/>
                          </a:moveTo>
                          <a:cubicBezTo>
                            <a:pt x="1468" y="29321"/>
                            <a:pt x="0" y="34058"/>
                            <a:pt x="0" y="39128"/>
                          </a:cubicBezTo>
                          <a:cubicBezTo>
                            <a:pt x="0" y="54172"/>
                            <a:pt x="12576" y="66348"/>
                            <a:pt x="28087" y="66348"/>
                          </a:cubicBezTo>
                          <a:cubicBezTo>
                            <a:pt x="43598" y="66348"/>
                            <a:pt x="56174" y="54172"/>
                            <a:pt x="56174" y="39128"/>
                          </a:cubicBezTo>
                          <a:cubicBezTo>
                            <a:pt x="56174" y="34058"/>
                            <a:pt x="54706" y="29321"/>
                            <a:pt x="52204" y="25252"/>
                          </a:cubicBezTo>
                          <a:lnTo>
                            <a:pt x="52304" y="25252"/>
                          </a:lnTo>
                          <a:cubicBezTo>
                            <a:pt x="40796" y="7939"/>
                            <a:pt x="41964" y="0"/>
                            <a:pt x="41964" y="0"/>
                          </a:cubicBezTo>
                          <a:lnTo>
                            <a:pt x="28087" y="0"/>
                          </a:lnTo>
                          <a:lnTo>
                            <a:pt x="14177" y="0"/>
                          </a:lnTo>
                          <a:cubicBezTo>
                            <a:pt x="14177" y="0"/>
                            <a:pt x="15378" y="7939"/>
                            <a:pt x="3870" y="25252"/>
                          </a:cubicBezTo>
                          <a:close/>
                        </a:path>
                      </a:pathLst>
                    </a:custGeom>
                    <a:solidFill>
                      <a:srgbClr val="EFD25E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1" name="Google Shape;61;p47"/>
                    <p:cNvSpPr/>
                    <p:nvPr/>
                  </p:nvSpPr>
                  <p:spPr>
                    <a:xfrm flipH="1">
                      <a:off x="792096" y="1831582"/>
                      <a:ext cx="533243" cy="303095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27787" h="17214" extrusionOk="0">
                          <a:moveTo>
                            <a:pt x="13910" y="17213"/>
                          </a:moveTo>
                          <a:lnTo>
                            <a:pt x="13910" y="17213"/>
                          </a:lnTo>
                          <a:lnTo>
                            <a:pt x="27787" y="17213"/>
                          </a:lnTo>
                          <a:lnTo>
                            <a:pt x="27787" y="5738"/>
                          </a:lnTo>
                          <a:lnTo>
                            <a:pt x="24017" y="1"/>
                          </a:lnTo>
                          <a:lnTo>
                            <a:pt x="13910" y="1"/>
                          </a:lnTo>
                          <a:lnTo>
                            <a:pt x="13910" y="1"/>
                          </a:lnTo>
                          <a:lnTo>
                            <a:pt x="3770" y="1"/>
                          </a:lnTo>
                          <a:lnTo>
                            <a:pt x="0" y="5738"/>
                          </a:lnTo>
                          <a:lnTo>
                            <a:pt x="0" y="17213"/>
                          </a:lnTo>
                          <a:close/>
                        </a:path>
                      </a:pathLst>
                    </a:custGeom>
                    <a:solidFill>
                      <a:schemeClr val="dk2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62" name="Google Shape;62;p47"/>
                    <p:cNvSpPr/>
                    <p:nvPr/>
                  </p:nvSpPr>
                  <p:spPr>
                    <a:xfrm flipH="1">
                      <a:off x="747928" y="1660055"/>
                      <a:ext cx="620962" cy="437000"/>
                    </a:xfrm>
                    <a:custGeom>
                      <a:avLst/>
                      <a:gdLst/>
                      <a:ahLst/>
                      <a:cxnLst/>
                      <a:rect l="l" t="t" r="r" b="b"/>
                      <a:pathLst>
                        <a:path w="32358" h="24819" extrusionOk="0">
                          <a:moveTo>
                            <a:pt x="32357" y="24818"/>
                          </a:moveTo>
                          <a:lnTo>
                            <a:pt x="1" y="24818"/>
                          </a:lnTo>
                          <a:lnTo>
                            <a:pt x="1" y="10341"/>
                          </a:lnTo>
                          <a:cubicBezTo>
                            <a:pt x="1" y="4637"/>
                            <a:pt x="4638" y="1"/>
                            <a:pt x="10342" y="1"/>
                          </a:cubicBezTo>
                          <a:lnTo>
                            <a:pt x="22017" y="1"/>
                          </a:lnTo>
                          <a:cubicBezTo>
                            <a:pt x="27721" y="1"/>
                            <a:pt x="32357" y="4637"/>
                            <a:pt x="32357" y="10341"/>
                          </a:cubicBezTo>
                          <a:lnTo>
                            <a:pt x="32357" y="24818"/>
                          </a:lnTo>
                          <a:close/>
                        </a:path>
                      </a:pathLst>
                    </a:custGeom>
                    <a:solidFill>
                      <a:srgbClr val="071C2B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67"/>
                        <a:buFont typeface="Arial"/>
                        <a:buNone/>
                      </a:pPr>
                      <a:endParaRPr sz="1867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grpSp>
                  <p:nvGrpSpPr>
                    <p:cNvPr id="63" name="Google Shape;63;p47"/>
                    <p:cNvGrpSpPr/>
                    <p:nvPr/>
                  </p:nvGrpSpPr>
                  <p:grpSpPr>
                    <a:xfrm flipH="1">
                      <a:off x="835265" y="2525624"/>
                      <a:ext cx="467867" cy="437787"/>
                      <a:chOff x="5646013" y="5370038"/>
                      <a:chExt cx="181243" cy="184819"/>
                    </a:xfrm>
                  </p:grpSpPr>
                  <p:sp>
                    <p:nvSpPr>
                      <p:cNvPr id="64" name="Google Shape;64;p47"/>
                      <p:cNvSpPr/>
                      <p:nvPr/>
                    </p:nvSpPr>
                    <p:spPr>
                      <a:xfrm>
                        <a:off x="5646013" y="5370038"/>
                        <a:ext cx="149914" cy="184819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9741" h="12009" extrusionOk="0">
                            <a:moveTo>
                              <a:pt x="9407" y="5838"/>
                            </a:moveTo>
                            <a:cubicBezTo>
                              <a:pt x="9007" y="5871"/>
                              <a:pt x="8407" y="5871"/>
                              <a:pt x="7973" y="5771"/>
                            </a:cubicBezTo>
                            <a:cubicBezTo>
                              <a:pt x="7206" y="5571"/>
                              <a:pt x="5972" y="3803"/>
                              <a:pt x="5438" y="3036"/>
                            </a:cubicBezTo>
                            <a:cubicBezTo>
                              <a:pt x="4904" y="2302"/>
                              <a:pt x="5138" y="434"/>
                              <a:pt x="5004" y="334"/>
                            </a:cubicBezTo>
                            <a:cubicBezTo>
                              <a:pt x="4904" y="234"/>
                              <a:pt x="4704" y="0"/>
                              <a:pt x="4237" y="234"/>
                            </a:cubicBezTo>
                            <a:cubicBezTo>
                              <a:pt x="3803" y="434"/>
                              <a:pt x="3303" y="1134"/>
                              <a:pt x="3336" y="2235"/>
                            </a:cubicBezTo>
                            <a:cubicBezTo>
                              <a:pt x="3370" y="3336"/>
                              <a:pt x="3803" y="4370"/>
                              <a:pt x="3770" y="4904"/>
                            </a:cubicBezTo>
                            <a:cubicBezTo>
                              <a:pt x="3770" y="5438"/>
                              <a:pt x="3203" y="5504"/>
                              <a:pt x="2369" y="5738"/>
                            </a:cubicBezTo>
                            <a:cubicBezTo>
                              <a:pt x="1502" y="5971"/>
                              <a:pt x="668" y="6171"/>
                              <a:pt x="334" y="6672"/>
                            </a:cubicBezTo>
                            <a:cubicBezTo>
                              <a:pt x="1" y="7172"/>
                              <a:pt x="668" y="7973"/>
                              <a:pt x="768" y="8073"/>
                            </a:cubicBezTo>
                            <a:cubicBezTo>
                              <a:pt x="868" y="8173"/>
                              <a:pt x="601" y="8273"/>
                              <a:pt x="801" y="8907"/>
                            </a:cubicBezTo>
                            <a:cubicBezTo>
                              <a:pt x="968" y="9540"/>
                              <a:pt x="1502" y="9674"/>
                              <a:pt x="1502" y="9674"/>
                            </a:cubicBezTo>
                            <a:cubicBezTo>
                              <a:pt x="1502" y="9674"/>
                              <a:pt x="1402" y="10108"/>
                              <a:pt x="1635" y="10508"/>
                            </a:cubicBezTo>
                            <a:cubicBezTo>
                              <a:pt x="1835" y="10875"/>
                              <a:pt x="2369" y="11008"/>
                              <a:pt x="2369" y="11008"/>
                            </a:cubicBezTo>
                            <a:cubicBezTo>
                              <a:pt x="2369" y="11008"/>
                              <a:pt x="2269" y="11575"/>
                              <a:pt x="2669" y="11809"/>
                            </a:cubicBezTo>
                            <a:cubicBezTo>
                              <a:pt x="3103" y="12009"/>
                              <a:pt x="5204" y="11976"/>
                              <a:pt x="5972" y="11575"/>
                            </a:cubicBezTo>
                            <a:cubicBezTo>
                              <a:pt x="6739" y="11208"/>
                              <a:pt x="7473" y="10541"/>
                              <a:pt x="8107" y="10408"/>
                            </a:cubicBezTo>
                            <a:cubicBezTo>
                              <a:pt x="8507" y="10341"/>
                              <a:pt x="9241" y="10341"/>
                              <a:pt x="9741" y="10341"/>
                            </a:cubicBezTo>
                            <a:cubicBezTo>
                              <a:pt x="9708" y="10308"/>
                              <a:pt x="9708" y="10274"/>
                              <a:pt x="9708" y="10241"/>
                            </a:cubicBezTo>
                            <a:lnTo>
                              <a:pt x="9407" y="5871"/>
                            </a:lnTo>
                            <a:cubicBezTo>
                              <a:pt x="9407" y="5871"/>
                              <a:pt x="9407" y="5838"/>
                              <a:pt x="9407" y="5838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  <p:sp>
                    <p:nvSpPr>
                      <p:cNvPr id="65" name="Google Shape;65;p47"/>
                      <p:cNvSpPr/>
                      <p:nvPr/>
                    </p:nvSpPr>
                    <p:spPr>
                      <a:xfrm>
                        <a:off x="5794383" y="5453211"/>
                        <a:ext cx="32873" cy="79074"/>
                      </a:xfrm>
                      <a:custGeom>
                        <a:avLst/>
                        <a:gdLst/>
                        <a:ahLst/>
                        <a:cxnLst/>
                        <a:rect l="l" t="t" r="r" b="b"/>
                        <a:pathLst>
                          <a:path w="2136" h="5138" extrusionOk="0">
                            <a:moveTo>
                              <a:pt x="1469" y="0"/>
                            </a:moveTo>
                            <a:lnTo>
                              <a:pt x="335" y="100"/>
                            </a:lnTo>
                            <a:cubicBezTo>
                              <a:pt x="168" y="100"/>
                              <a:pt x="1" y="267"/>
                              <a:pt x="34" y="434"/>
                            </a:cubicBezTo>
                            <a:lnTo>
                              <a:pt x="335" y="4804"/>
                            </a:lnTo>
                            <a:cubicBezTo>
                              <a:pt x="335" y="5004"/>
                              <a:pt x="501" y="5137"/>
                              <a:pt x="668" y="5104"/>
                            </a:cubicBezTo>
                            <a:lnTo>
                              <a:pt x="1802" y="5037"/>
                            </a:lnTo>
                            <a:cubicBezTo>
                              <a:pt x="1969" y="5037"/>
                              <a:pt x="2136" y="4870"/>
                              <a:pt x="2102" y="4670"/>
                            </a:cubicBezTo>
                            <a:lnTo>
                              <a:pt x="1802" y="334"/>
                            </a:lnTo>
                            <a:cubicBezTo>
                              <a:pt x="1802" y="134"/>
                              <a:pt x="1635" y="0"/>
                              <a:pt x="1469" y="0"/>
                            </a:cubicBezTo>
                            <a:close/>
                          </a:path>
                        </a:pathLst>
                      </a:custGeom>
                      <a:solidFill>
                        <a:schemeClr val="lt1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00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867"/>
                          <a:buFont typeface="Arial"/>
                          <a:buNone/>
                        </a:pPr>
                        <a:endParaRPr sz="1867" b="0" i="0" u="none" strike="noStrike" cap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endParaRPr>
                      </a:p>
                    </p:txBody>
                  </p:sp>
                </p:grpSp>
              </p:grpSp>
              <p:grpSp>
                <p:nvGrpSpPr>
                  <p:cNvPr id="82" name="Grupo 81">
                    <a:extLst>
                      <a:ext uri="{FF2B5EF4-FFF2-40B4-BE49-F238E27FC236}">
                        <ns2:creationId id="{75F81D91-57EA-7CD4-76C4-C2E056786758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4030308" y="-10073"/>
                    <a:ext cx="6771360" cy="5033423"/>
                    <a:chOff x="4030308" y="-10073"/>
                    <a:chExt cx="6771360" cy="5033423"/>
                  </a:xfrm>
                </p:grpSpPr>
                <p:sp>
                  <p:nvSpPr>
                    <p:cNvPr id="67" name="Google Shape;162;p4">
                      <a:extLst>
                        <a:ext uri="{FF2B5EF4-FFF2-40B4-BE49-F238E27FC236}">
                          <ns2:creationId id="{8C053564-E291-7036-9849-E3D5EAAB9F97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16074" y="3296693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y ficha técnica</a:t>
                      </a:r>
                      <a:endParaRPr/>
                    </a:p>
                  </p:txBody>
                </p:sp>
                <p:sp>
                  <p:nvSpPr>
                    <p:cNvPr id="68" name="Google Shape;163;p4">
                      <a:extLst>
                        <a:ext uri="{FF2B5EF4-FFF2-40B4-BE49-F238E27FC236}">
                          <ns2:creationId id="{BAA31CF6-DA67-A9AD-C346-F155E1114D4A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75894" y="329721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69" name="Google Shape;164;p4">
                      <a:extLst>
                        <a:ext uri="{FF2B5EF4-FFF2-40B4-BE49-F238E27FC236}">
                          <ns2:creationId id="{925F0D0F-F8C0-6958-4120-B4EC1753351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25200" y="3912458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Principales resultados</a:t>
                      </a:r>
                      <a:endParaRPr/>
                    </a:p>
                  </p:txBody>
                </p:sp>
                <p:sp>
                  <p:nvSpPr>
                    <p:cNvPr id="70" name="Google Shape;165;p4">
                      <a:extLst>
                        <a:ext uri="{FF2B5EF4-FFF2-40B4-BE49-F238E27FC236}">
                          <ns2:creationId id="{13620749-211E-E705-DB7B-40035A9C9C41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68366" y="3917347"/>
                      <a:ext cx="4468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1" name="Google Shape;166;p4">
                      <a:extLst>
                        <a:ext uri="{FF2B5EF4-FFF2-40B4-BE49-F238E27FC236}">
                          <ns2:creationId id="{2D300DB7-733E-CB48-25EF-CAA6E364E71D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940868" y="4522986"/>
                      <a:ext cx="3860800" cy="498400"/>
                    </a:xfrm>
                    <a:prstGeom prst="rect">
                      <a:avLst/>
                    </a:prstGeom>
                    <a:solidFill>
                      <a:srgbClr val="D8D8D8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81F5C"/>
                        </a:buClr>
                        <a:buSzPts val="1867"/>
                        <a:buFont typeface="Arial"/>
                        <a:buNone/>
                      </a:pPr>
                      <a:r>
                        <a:rPr lang="es-ES" sz="1867" b="0" i="0" u="none" strike="noStrike" cap="none">
                          <a:solidFill>
                            <a:srgbClr val="081F5C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Conclusiones</a:t>
                      </a:r>
                      <a:endParaRPr sz="1867" b="0" i="0" u="none" strike="noStrike" cap="none">
                        <a:solidFill>
                          <a:srgbClr val="081F5C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sp>
                  <p:nvSpPr>
                    <p:cNvPr id="72" name="Google Shape;167;p4">
                      <a:extLst>
                        <a:ext uri="{FF2B5EF4-FFF2-40B4-BE49-F238E27FC236}">
                          <ns2:creationId id="{367D4370-DE9A-7F18-B999-D2DCB824E429}"/>
                        </a:ext>
                      </a:extLst>
                    </p:cNvPr>
                    <p:cNvSpPr txBox="1"/>
                    <p:nvPr/>
                  </p:nvSpPr>
                  <p:spPr>
                    <a:xfrm flipH="1">
                      <a:off x="6357152" y="4524950"/>
                      <a:ext cx="469200" cy="498400"/>
                    </a:xfrm>
                    <a:prstGeom prst="rect">
                      <a:avLst/>
                    </a:prstGeom>
                    <a:solidFill>
                      <a:srgbClr val="CA5651"/>
                    </a:solidFill>
                    <a:ln>
                      <a:noFill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/>
                    <a:p>
                      <a:pPr marL="0" marR="0" lvl="0" indent="0" algn="ctr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2000"/>
                        <a:buFont typeface="Arial"/>
                        <a:buNone/>
                      </a:pPr>
                      <a:r>
                        <a:rPr lang="es-ES" sz="2000" b="1" i="0" u="none" strike="noStrike" cap="non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  <a:endParaRPr sz="2000" b="1" i="0" u="none" strike="noStrike" cap="none">
                        <a:solidFill>
                          <a:srgbClr val="FFFFFF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p:txBody>
                </p:sp>
                <p:grpSp>
                  <p:nvGrpSpPr>
                    <p:cNvPr id="81" name="Grupo 80">
                      <a:extLst>
                        <a:ext uri="{FF2B5EF4-FFF2-40B4-BE49-F238E27FC236}">
                          <ns2:creationId id="{C639CC98-357F-6D21-C80A-5E483FD61429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4030308" y="-10073"/>
                      <a:ext cx="6746566" cy="3631109"/>
                      <a:chOff x="4030308" y="-10073"/>
                      <a:chExt cx="6746566" cy="3631109"/>
                    </a:xfrm>
                  </p:grpSpPr>
                  <p:sp>
                    <p:nvSpPr>
                      <p:cNvPr id="22" name="Google Shape;161;p4">
                        <a:extLst>
                          <a:ext uri="{FF2B5EF4-FFF2-40B4-BE49-F238E27FC236}">
                            <ns2:creationId id="{5D3A8B80-3C98-7987-D2A1-3DEBB8BD3851}"/>
                          </a:ext>
                        </a:extLst>
                      </p:cNvPr>
                      <p:cNvSpPr txBox="1"/>
                      <p:nvPr/>
                    </p:nvSpPr>
                    <p:spPr>
                      <a:xfrm flipH="1">
                        <a:off x="6916174" y="2675189"/>
                        <a:ext cx="3860700" cy="498300"/>
                      </a:xfrm>
                      <a:prstGeom prst="rect">
                        <a:avLst/>
                      </a:prstGeom>
                      <a:solidFill>
                        <a:srgbClr val="D8D8D8"/>
                      </a:solidFill>
                      <a:ln>
                        <a:noFill/>
                      </a:ln>
                    </p:spPr>
                    <p:txBody>
                      <a:bodyPr spcFirstLastPara="1" wrap="square" lIns="91425" tIns="91425" rIns="91425" bIns="91425" anchor="ctr" anchorCtr="0">
                        <a:noAutofit/>
                      </a:bodyPr>
                      <a:lstStyle/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rgbClr val="081F5C"/>
                          </a:buClr>
                          <a:buSzPts val="1867"/>
                          <a:buFont typeface="Arial"/>
                          <a:buNone/>
                        </a:pPr>
                        <a:r>
                          <a:rPr lang="es-ES" sz="1867" b="0" i="0" u="none" strike="noStrike" cap="none" dirty="0">
                            <a:solidFill>
                              <a:srgbClr val="081F5C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rPr>
                          <a:t>Objetivo del estudio</a:t>
                        </a:r>
                        <a:endParaRPr dirty="0"/>
                      </a:p>
                      <a:p>
                        <a:pPr marL="0" marR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Clr>
                            <a:schemeClr val="dk1"/>
                          </a:buClr>
                          <a:buSzPts val="1600"/>
                          <a:buFont typeface="Arial"/>
                          <a:buNone/>
                        </a:pPr>
                        <a:endParaRPr sz="1600" b="0" i="0" u="none" strike="noStrike" cap="none" dirty="0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endParaRPr>
                      </a:p>
                    </p:txBody>
                  </p:sp>
                  <p:grpSp>
                    <p:nvGrpSpPr>
                      <p:cNvPr id="80" name="Grupo 79">
                        <a:extLst>
                          <a:ext uri="{FF2B5EF4-FFF2-40B4-BE49-F238E27FC236}">
                            <ns2:creationId id="{5D13158C-D07C-3379-A7BD-71B1BE8EC342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4030308" y="-10073"/>
                        <a:ext cx="2783258" cy="3631109"/>
                        <a:chOff x="4030308" y="-10073"/>
                        <a:chExt cx="2783258" cy="3631109"/>
                      </a:xfrm>
                    </p:grpSpPr>
                    <p:grpSp>
                      <p:nvGrpSpPr>
                        <p:cNvPr id="79" name="Grupo 78">
                          <a:extLst>
                            <a:ext uri="{FF2B5EF4-FFF2-40B4-BE49-F238E27FC236}">
                              <ns2:creationId id="{AC0525B5-4474-C729-3271-78E63E434CFD}"/>
                            </a:ext>
                          </a:extLst>
                        </p:cNvPr>
                        <p:cNvGrpSpPr/>
                        <p:nvPr userDrawn="1"/>
                      </p:nvGrpSpPr>
                      <p:grpSpPr>
                        <a:xfrm>
                          <a:off x="4030308" y="-10073"/>
                          <a:ext cx="1108793" cy="3631109"/>
                          <a:chOff x="4030308" y="-10073"/>
                          <a:chExt cx="1108793" cy="3631109"/>
                        </a:xfrm>
                      </p:grpSpPr>
                      <p:sp>
                        <p:nvSpPr>
                          <p:cNvPr id="25" name="Google Shape;25;p47"/>
                          <p:cNvSpPr/>
                          <p:nvPr/>
                        </p:nvSpPr>
                        <p:spPr>
                          <a:xfrm flipH="1">
                            <a:off x="4556302" y="-10073"/>
                            <a:ext cx="56629" cy="2104854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869" h="101407" extrusionOk="0">
                                <a:moveTo>
                                  <a:pt x="0" y="0"/>
                                </a:moveTo>
                                <a:lnTo>
                                  <a:pt x="0" y="101406"/>
                                </a:lnTo>
                                <a:lnTo>
                                  <a:pt x="2869" y="101406"/>
                                </a:lnTo>
                                <a:lnTo>
                                  <a:pt x="2869" y="0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6" name="Google Shape;26;p47"/>
                          <p:cNvSpPr/>
                          <p:nvPr/>
                        </p:nvSpPr>
                        <p:spPr>
                          <a:xfrm flipH="1">
                            <a:off x="4030308" y="2451075"/>
                            <a:ext cx="1108793" cy="1169961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56175" h="66348" extrusionOk="0">
                                <a:moveTo>
                                  <a:pt x="3970" y="25218"/>
                                </a:moveTo>
                                <a:cubicBezTo>
                                  <a:pt x="1469" y="29288"/>
                                  <a:pt x="1" y="34025"/>
                                  <a:pt x="1" y="39128"/>
                                </a:cubicBezTo>
                                <a:cubicBezTo>
                                  <a:pt x="1" y="54139"/>
                                  <a:pt x="12576" y="66348"/>
                                  <a:pt x="28088" y="66348"/>
                                </a:cubicBezTo>
                                <a:cubicBezTo>
                                  <a:pt x="43599" y="66348"/>
                                  <a:pt x="56174" y="54139"/>
                                  <a:pt x="56174" y="39128"/>
                                </a:cubicBezTo>
                                <a:cubicBezTo>
                                  <a:pt x="56174" y="34025"/>
                                  <a:pt x="54707" y="29288"/>
                                  <a:pt x="52205" y="25218"/>
                                </a:cubicBezTo>
                                <a:lnTo>
                                  <a:pt x="52305" y="25218"/>
                                </a:lnTo>
                                <a:cubicBezTo>
                                  <a:pt x="40797" y="7906"/>
                                  <a:pt x="41997" y="0"/>
                                  <a:pt x="41997" y="0"/>
                                </a:cubicBezTo>
                                <a:lnTo>
                                  <a:pt x="28088" y="0"/>
                                </a:lnTo>
                                <a:lnTo>
                                  <a:pt x="14178" y="0"/>
                                </a:lnTo>
                                <a:cubicBezTo>
                                  <a:pt x="14178" y="0"/>
                                  <a:pt x="15378" y="7906"/>
                                  <a:pt x="3870" y="25218"/>
                                </a:cubicBezTo>
                                <a:close/>
                              </a:path>
                            </a:pathLst>
                          </a:custGeom>
                          <a:solidFill>
                            <a:srgbClr val="85BB85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7" name="Google Shape;27;p47"/>
                          <p:cNvSpPr/>
                          <p:nvPr/>
                        </p:nvSpPr>
                        <p:spPr>
                          <a:xfrm flipH="1">
                            <a:off x="4310760" y="2146910"/>
                            <a:ext cx="548466" cy="304129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27787" h="17247" extrusionOk="0">
                                <a:moveTo>
                                  <a:pt x="13911" y="17246"/>
                                </a:moveTo>
                                <a:lnTo>
                                  <a:pt x="13911" y="17246"/>
                                </a:lnTo>
                                <a:lnTo>
                                  <a:pt x="27787" y="17246"/>
                                </a:lnTo>
                                <a:lnTo>
                                  <a:pt x="27787" y="5738"/>
                                </a:lnTo>
                                <a:lnTo>
                                  <a:pt x="24051" y="1"/>
                                </a:lnTo>
                                <a:lnTo>
                                  <a:pt x="13911" y="1"/>
                                </a:lnTo>
                                <a:lnTo>
                                  <a:pt x="13911" y="1"/>
                                </a:lnTo>
                                <a:lnTo>
                                  <a:pt x="3770" y="1"/>
                                </a:lnTo>
                                <a:lnTo>
                                  <a:pt x="1" y="5738"/>
                                </a:lnTo>
                                <a:lnTo>
                                  <a:pt x="1" y="17246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chemeClr val="dk2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sp>
                        <p:nvSpPr>
                          <p:cNvPr id="28" name="Google Shape;28;p47"/>
                          <p:cNvSpPr/>
                          <p:nvPr/>
                        </p:nvSpPr>
                        <p:spPr>
                          <a:xfrm flipH="1">
                            <a:off x="4265330" y="1975710"/>
                            <a:ext cx="638669" cy="437052"/>
                          </a:xfrm>
                          <a:custGeom>
                            <a:avLst/>
                            <a:gdLst/>
                            <a:ahLst/>
                            <a:cxnLst/>
                            <a:rect l="l" t="t" r="r" b="b"/>
                            <a:pathLst>
                              <a:path w="32357" h="24785" extrusionOk="0">
                                <a:moveTo>
                                  <a:pt x="32357" y="24785"/>
                                </a:moveTo>
                                <a:lnTo>
                                  <a:pt x="0" y="24785"/>
                                </a:lnTo>
                                <a:lnTo>
                                  <a:pt x="0" y="10341"/>
                                </a:lnTo>
                                <a:cubicBezTo>
                                  <a:pt x="0" y="4637"/>
                                  <a:pt x="4637" y="1"/>
                                  <a:pt x="10341" y="1"/>
                                </a:cubicBezTo>
                                <a:lnTo>
                                  <a:pt x="22016" y="1"/>
                                </a:lnTo>
                                <a:cubicBezTo>
                                  <a:pt x="27720" y="1"/>
                                  <a:pt x="32357" y="4637"/>
                                  <a:pt x="32357" y="10341"/>
                                </a:cubicBezTo>
                                <a:lnTo>
                                  <a:pt x="32357" y="24785"/>
                                </a:lnTo>
                                <a:close/>
                              </a:path>
                            </a:pathLst>
                          </a:custGeom>
                          <a:solidFill>
                            <a:srgbClr val="071C2B"/>
                          </a:solidFill>
                          <a:ln>
                            <a:noFill/>
                          </a:ln>
                        </p:spPr>
                        <p:txBody>
                          <a:bodyPr spcFirstLastPara="1" wrap="square" lIns="91425" tIns="91425" rIns="91425" bIns="91425" anchor="ctr" anchorCtr="0">
                            <a:noAutofit/>
                          </a:bodyPr>
                          <a:lstStyle/>
                          <a:p>
                            <a:pPr marL="0" marR="0" lvl="0" indent="0" algn="l" rtl="0">
                              <a:lnSpc>
                                <a:spcPct val="100000"/>
                              </a:lnSpc>
                              <a:spcBef>
                                <a:spcPts val="0"/>
                              </a:spcBef>
                              <a:spcAft>
                                <a:spcPts val="0"/>
                              </a:spcAft>
                              <a:buClr>
                                <a:schemeClr val="dk1"/>
                              </a:buClr>
                              <a:buSzPts val="1867"/>
                              <a:buFont typeface="Arial"/>
                              <a:buNone/>
                            </a:pPr>
                            <a:endParaRPr sz="1867" b="0" i="0" u="none" strike="noStrike" cap="none">
                              <a:solidFill>
                                <a:srgbClr val="000000"/>
                              </a:solidFill>
                              <a:latin typeface="Calibri"/>
                              <a:ea typeface="Calibri"/>
                              <a:cs typeface="Calibri"/>
                              <a:sym typeface="Calibri"/>
                            </a:endParaRPr>
                          </a:p>
                        </p:txBody>
                      </p:sp>
                      <p:grpSp>
                        <p:nvGrpSpPr>
                          <p:cNvPr id="29" name="Google Shape;29;p47"/>
                          <p:cNvGrpSpPr/>
                          <p:nvPr/>
                        </p:nvGrpSpPr>
                        <p:grpSpPr>
                          <a:xfrm flipH="1">
                            <a:off x="4286109" y="2852846"/>
                            <a:ext cx="608576" cy="456656"/>
                            <a:chOff x="3155126" y="5507486"/>
                            <a:chExt cx="229208" cy="192497"/>
                          </a:xfrm>
                        </p:grpSpPr>
                        <p:sp>
                          <p:nvSpPr>
                            <p:cNvPr id="30" name="Google Shape;30;p47"/>
                            <p:cNvSpPr/>
                            <p:nvPr/>
                          </p:nvSpPr>
                          <p:spPr>
                            <a:xfrm>
                              <a:off x="3155126" y="5556264"/>
                              <a:ext cx="143704" cy="143719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9140" h="9141" extrusionOk="0">
                                  <a:moveTo>
                                    <a:pt x="4570" y="3102"/>
                                  </a:moveTo>
                                  <a:cubicBezTo>
                                    <a:pt x="5371" y="3102"/>
                                    <a:pt x="6038" y="3770"/>
                                    <a:pt x="6038" y="4570"/>
                                  </a:cubicBezTo>
                                  <a:cubicBezTo>
                                    <a:pt x="6038" y="5404"/>
                                    <a:pt x="5371" y="6038"/>
                                    <a:pt x="4570" y="6038"/>
                                  </a:cubicBezTo>
                                  <a:cubicBezTo>
                                    <a:pt x="3736" y="6038"/>
                                    <a:pt x="3102" y="5404"/>
                                    <a:pt x="3102" y="4570"/>
                                  </a:cubicBezTo>
                                  <a:cubicBezTo>
                                    <a:pt x="3102" y="3770"/>
                                    <a:pt x="3736" y="3102"/>
                                    <a:pt x="4570" y="3102"/>
                                  </a:cubicBezTo>
                                  <a:close/>
                                  <a:moveTo>
                                    <a:pt x="6738" y="7305"/>
                                  </a:moveTo>
                                  <a:cubicBezTo>
                                    <a:pt x="6938" y="7139"/>
                                    <a:pt x="7105" y="6972"/>
                                    <a:pt x="7272" y="6772"/>
                                  </a:cubicBezTo>
                                  <a:lnTo>
                                    <a:pt x="8373" y="7105"/>
                                  </a:lnTo>
                                  <a:cubicBezTo>
                                    <a:pt x="8473" y="6939"/>
                                    <a:pt x="8573" y="6772"/>
                                    <a:pt x="8640" y="6605"/>
                                  </a:cubicBezTo>
                                  <a:lnTo>
                                    <a:pt x="7806" y="5838"/>
                                  </a:lnTo>
                                  <a:cubicBezTo>
                                    <a:pt x="7906" y="5604"/>
                                    <a:pt x="7972" y="5371"/>
                                    <a:pt x="8006" y="5104"/>
                                  </a:cubicBezTo>
                                  <a:lnTo>
                                    <a:pt x="9107" y="4870"/>
                                  </a:lnTo>
                                  <a:cubicBezTo>
                                    <a:pt x="9107" y="4770"/>
                                    <a:pt x="9140" y="4670"/>
                                    <a:pt x="9140" y="4570"/>
                                  </a:cubicBezTo>
                                  <a:cubicBezTo>
                                    <a:pt x="9140" y="4503"/>
                                    <a:pt x="9107" y="4403"/>
                                    <a:pt x="9107" y="4303"/>
                                  </a:cubicBezTo>
                                  <a:lnTo>
                                    <a:pt x="8006" y="4036"/>
                                  </a:lnTo>
                                  <a:cubicBezTo>
                                    <a:pt x="7972" y="3803"/>
                                    <a:pt x="7906" y="3536"/>
                                    <a:pt x="7806" y="3336"/>
                                  </a:cubicBezTo>
                                  <a:lnTo>
                                    <a:pt x="8640" y="2535"/>
                                  </a:lnTo>
                                  <a:cubicBezTo>
                                    <a:pt x="8573" y="2369"/>
                                    <a:pt x="8473" y="2202"/>
                                    <a:pt x="8373" y="2068"/>
                                  </a:cubicBezTo>
                                  <a:lnTo>
                                    <a:pt x="7272" y="2402"/>
                                  </a:lnTo>
                                  <a:cubicBezTo>
                                    <a:pt x="7105" y="2202"/>
                                    <a:pt x="6938" y="2002"/>
                                    <a:pt x="6738" y="1868"/>
                                  </a:cubicBezTo>
                                  <a:lnTo>
                                    <a:pt x="7072" y="767"/>
                                  </a:lnTo>
                                  <a:cubicBezTo>
                                    <a:pt x="6938" y="667"/>
                                    <a:pt x="6772" y="567"/>
                                    <a:pt x="6605" y="501"/>
                                  </a:cubicBezTo>
                                  <a:lnTo>
                                    <a:pt x="5804" y="1335"/>
                                  </a:lnTo>
                                  <a:cubicBezTo>
                                    <a:pt x="5571" y="1234"/>
                                    <a:pt x="5337" y="1168"/>
                                    <a:pt x="5104" y="1134"/>
                                  </a:cubicBezTo>
                                  <a:lnTo>
                                    <a:pt x="4837" y="34"/>
                                  </a:lnTo>
                                  <a:cubicBezTo>
                                    <a:pt x="4737" y="0"/>
                                    <a:pt x="4637" y="0"/>
                                    <a:pt x="4570" y="0"/>
                                  </a:cubicBezTo>
                                  <a:cubicBezTo>
                                    <a:pt x="4470" y="0"/>
                                    <a:pt x="4370" y="0"/>
                                    <a:pt x="4270" y="34"/>
                                  </a:cubicBezTo>
                                  <a:lnTo>
                                    <a:pt x="4003" y="1134"/>
                                  </a:lnTo>
                                  <a:cubicBezTo>
                                    <a:pt x="3769" y="1168"/>
                                    <a:pt x="3536" y="1234"/>
                                    <a:pt x="3302" y="1335"/>
                                  </a:cubicBezTo>
                                  <a:lnTo>
                                    <a:pt x="2502" y="501"/>
                                  </a:lnTo>
                                  <a:cubicBezTo>
                                    <a:pt x="2335" y="567"/>
                                    <a:pt x="2202" y="667"/>
                                    <a:pt x="2035" y="767"/>
                                  </a:cubicBezTo>
                                  <a:lnTo>
                                    <a:pt x="2368" y="1868"/>
                                  </a:lnTo>
                                  <a:cubicBezTo>
                                    <a:pt x="2168" y="2035"/>
                                    <a:pt x="2001" y="2202"/>
                                    <a:pt x="1835" y="2402"/>
                                  </a:cubicBezTo>
                                  <a:lnTo>
                                    <a:pt x="734" y="2068"/>
                                  </a:lnTo>
                                  <a:cubicBezTo>
                                    <a:pt x="634" y="2202"/>
                                    <a:pt x="567" y="2369"/>
                                    <a:pt x="467" y="2535"/>
                                  </a:cubicBezTo>
                                  <a:lnTo>
                                    <a:pt x="1301" y="3336"/>
                                  </a:lnTo>
                                  <a:cubicBezTo>
                                    <a:pt x="1201" y="3536"/>
                                    <a:pt x="1134" y="3803"/>
                                    <a:pt x="1101" y="4036"/>
                                  </a:cubicBezTo>
                                  <a:lnTo>
                                    <a:pt x="0" y="4303"/>
                                  </a:lnTo>
                                  <a:cubicBezTo>
                                    <a:pt x="0" y="4403"/>
                                    <a:pt x="0" y="4470"/>
                                    <a:pt x="0" y="4570"/>
                                  </a:cubicBezTo>
                                  <a:cubicBezTo>
                                    <a:pt x="0" y="4670"/>
                                    <a:pt x="0" y="4770"/>
                                    <a:pt x="0" y="4870"/>
                                  </a:cubicBezTo>
                                  <a:lnTo>
                                    <a:pt x="1101" y="5104"/>
                                  </a:lnTo>
                                  <a:cubicBezTo>
                                    <a:pt x="1134" y="5371"/>
                                    <a:pt x="1201" y="5604"/>
                                    <a:pt x="1301" y="5838"/>
                                  </a:cubicBezTo>
                                  <a:lnTo>
                                    <a:pt x="467" y="6605"/>
                                  </a:lnTo>
                                  <a:cubicBezTo>
                                    <a:pt x="567" y="6772"/>
                                    <a:pt x="634" y="6939"/>
                                    <a:pt x="734" y="7105"/>
                                  </a:cubicBezTo>
                                  <a:lnTo>
                                    <a:pt x="1835" y="6772"/>
                                  </a:lnTo>
                                  <a:cubicBezTo>
                                    <a:pt x="2001" y="6972"/>
                                    <a:pt x="2168" y="7139"/>
                                    <a:pt x="2368" y="7305"/>
                                  </a:cubicBezTo>
                                  <a:lnTo>
                                    <a:pt x="2035" y="8406"/>
                                  </a:lnTo>
                                  <a:cubicBezTo>
                                    <a:pt x="2202" y="8506"/>
                                    <a:pt x="2368" y="8573"/>
                                    <a:pt x="2502" y="8673"/>
                                  </a:cubicBezTo>
                                  <a:lnTo>
                                    <a:pt x="3302" y="7839"/>
                                  </a:lnTo>
                                  <a:cubicBezTo>
                                    <a:pt x="3536" y="7939"/>
                                    <a:pt x="3769" y="8006"/>
                                    <a:pt x="4003" y="8039"/>
                                  </a:cubicBezTo>
                                  <a:lnTo>
                                    <a:pt x="4270" y="9140"/>
                                  </a:lnTo>
                                  <a:cubicBezTo>
                                    <a:pt x="4370" y="9140"/>
                                    <a:pt x="4470" y="9140"/>
                                    <a:pt x="4570" y="9140"/>
                                  </a:cubicBezTo>
                                  <a:cubicBezTo>
                                    <a:pt x="4637" y="9140"/>
                                    <a:pt x="4737" y="9140"/>
                                    <a:pt x="4837" y="9140"/>
                                  </a:cubicBezTo>
                                  <a:lnTo>
                                    <a:pt x="5104" y="8039"/>
                                  </a:lnTo>
                                  <a:cubicBezTo>
                                    <a:pt x="5337" y="8006"/>
                                    <a:pt x="5571" y="7939"/>
                                    <a:pt x="5804" y="7839"/>
                                  </a:cubicBezTo>
                                  <a:lnTo>
                                    <a:pt x="6605" y="8673"/>
                                  </a:lnTo>
                                  <a:cubicBezTo>
                                    <a:pt x="6772" y="8573"/>
                                    <a:pt x="6938" y="8506"/>
                                    <a:pt x="7072" y="8406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  <p:sp>
                          <p:nvSpPr>
                            <p:cNvPr id="31" name="Google Shape;31;p47"/>
                            <p:cNvSpPr/>
                            <p:nvPr/>
                          </p:nvSpPr>
                          <p:spPr>
                            <a:xfrm>
                              <a:off x="3272091" y="5507486"/>
                              <a:ext cx="112243" cy="112243"/>
                            </a:xfrm>
                            <a:custGeom>
                              <a:avLst/>
                              <a:gdLst/>
                              <a:ahLst/>
                              <a:cxnLst/>
                              <a:rect l="l" t="t" r="r" b="b"/>
                              <a:pathLst>
                                <a:path w="7139" h="7139" extrusionOk="0">
                                  <a:moveTo>
                                    <a:pt x="3803" y="2435"/>
                                  </a:moveTo>
                                  <a:cubicBezTo>
                                    <a:pt x="4404" y="2569"/>
                                    <a:pt x="4837" y="3169"/>
                                    <a:pt x="4704" y="3803"/>
                                  </a:cubicBezTo>
                                  <a:cubicBezTo>
                                    <a:pt x="4604" y="4437"/>
                                    <a:pt x="4004" y="4837"/>
                                    <a:pt x="3370" y="4737"/>
                                  </a:cubicBezTo>
                                  <a:cubicBezTo>
                                    <a:pt x="2736" y="4603"/>
                                    <a:pt x="2336" y="4003"/>
                                    <a:pt x="2436" y="3369"/>
                                  </a:cubicBezTo>
                                  <a:cubicBezTo>
                                    <a:pt x="2569" y="2735"/>
                                    <a:pt x="3170" y="2335"/>
                                    <a:pt x="3803" y="2435"/>
                                  </a:cubicBezTo>
                                  <a:close/>
                                  <a:moveTo>
                                    <a:pt x="4871" y="6004"/>
                                  </a:moveTo>
                                  <a:cubicBezTo>
                                    <a:pt x="5071" y="5904"/>
                                    <a:pt x="5204" y="5804"/>
                                    <a:pt x="5371" y="5671"/>
                                  </a:cubicBezTo>
                                  <a:lnTo>
                                    <a:pt x="6172" y="6104"/>
                                  </a:lnTo>
                                  <a:cubicBezTo>
                                    <a:pt x="6272" y="5971"/>
                                    <a:pt x="6372" y="5871"/>
                                    <a:pt x="6439" y="5771"/>
                                  </a:cubicBezTo>
                                  <a:lnTo>
                                    <a:pt x="5905" y="5037"/>
                                  </a:lnTo>
                                  <a:cubicBezTo>
                                    <a:pt x="6038" y="4870"/>
                                    <a:pt x="6105" y="4703"/>
                                    <a:pt x="6172" y="4503"/>
                                  </a:cubicBezTo>
                                  <a:lnTo>
                                    <a:pt x="7072" y="4470"/>
                                  </a:lnTo>
                                  <a:cubicBezTo>
                                    <a:pt x="7072" y="4370"/>
                                    <a:pt x="7106" y="4303"/>
                                    <a:pt x="7106" y="4236"/>
                                  </a:cubicBezTo>
                                  <a:cubicBezTo>
                                    <a:pt x="7139" y="4170"/>
                                    <a:pt x="7139" y="4103"/>
                                    <a:pt x="7139" y="4036"/>
                                  </a:cubicBezTo>
                                  <a:lnTo>
                                    <a:pt x="6339" y="3669"/>
                                  </a:lnTo>
                                  <a:cubicBezTo>
                                    <a:pt x="6339" y="3469"/>
                                    <a:pt x="6305" y="3269"/>
                                    <a:pt x="6272" y="3069"/>
                                  </a:cubicBezTo>
                                  <a:lnTo>
                                    <a:pt x="7039" y="2602"/>
                                  </a:lnTo>
                                  <a:cubicBezTo>
                                    <a:pt x="7006" y="2435"/>
                                    <a:pt x="6939" y="2302"/>
                                    <a:pt x="6906" y="2168"/>
                                  </a:cubicBezTo>
                                  <a:lnTo>
                                    <a:pt x="6005" y="2268"/>
                                  </a:lnTo>
                                  <a:cubicBezTo>
                                    <a:pt x="5905" y="2102"/>
                                    <a:pt x="5805" y="1935"/>
                                    <a:pt x="5671" y="1801"/>
                                  </a:cubicBezTo>
                                  <a:lnTo>
                                    <a:pt x="6072" y="1001"/>
                                  </a:lnTo>
                                  <a:cubicBezTo>
                                    <a:pt x="5972" y="901"/>
                                    <a:pt x="5872" y="801"/>
                                    <a:pt x="5738" y="701"/>
                                  </a:cubicBezTo>
                                  <a:lnTo>
                                    <a:pt x="5004" y="1234"/>
                                  </a:lnTo>
                                  <a:cubicBezTo>
                                    <a:pt x="4837" y="1134"/>
                                    <a:pt x="4671" y="1034"/>
                                    <a:pt x="4471" y="967"/>
                                  </a:cubicBezTo>
                                  <a:lnTo>
                                    <a:pt x="4437" y="67"/>
                                  </a:lnTo>
                                  <a:cubicBezTo>
                                    <a:pt x="4370" y="67"/>
                                    <a:pt x="4304" y="33"/>
                                    <a:pt x="4237" y="33"/>
                                  </a:cubicBezTo>
                                  <a:cubicBezTo>
                                    <a:pt x="4170" y="33"/>
                                    <a:pt x="4070" y="0"/>
                                    <a:pt x="4004" y="0"/>
                                  </a:cubicBezTo>
                                  <a:lnTo>
                                    <a:pt x="3637" y="834"/>
                                  </a:lnTo>
                                  <a:cubicBezTo>
                                    <a:pt x="3436" y="801"/>
                                    <a:pt x="3270" y="834"/>
                                    <a:pt x="3070" y="867"/>
                                  </a:cubicBezTo>
                                  <a:lnTo>
                                    <a:pt x="2569" y="100"/>
                                  </a:lnTo>
                                  <a:cubicBezTo>
                                    <a:pt x="2436" y="167"/>
                                    <a:pt x="2302" y="200"/>
                                    <a:pt x="2169" y="267"/>
                                  </a:cubicBezTo>
                                  <a:lnTo>
                                    <a:pt x="2269" y="1134"/>
                                  </a:lnTo>
                                  <a:cubicBezTo>
                                    <a:pt x="2102" y="1234"/>
                                    <a:pt x="1935" y="1368"/>
                                    <a:pt x="1769" y="1468"/>
                                  </a:cubicBezTo>
                                  <a:lnTo>
                                    <a:pt x="968" y="1067"/>
                                  </a:lnTo>
                                  <a:cubicBezTo>
                                    <a:pt x="868" y="1168"/>
                                    <a:pt x="768" y="1301"/>
                                    <a:pt x="701" y="1401"/>
                                  </a:cubicBezTo>
                                  <a:lnTo>
                                    <a:pt x="1235" y="2135"/>
                                  </a:lnTo>
                                  <a:cubicBezTo>
                                    <a:pt x="1101" y="2302"/>
                                    <a:pt x="1035" y="2468"/>
                                    <a:pt x="968" y="2669"/>
                                  </a:cubicBezTo>
                                  <a:lnTo>
                                    <a:pt x="67" y="2702"/>
                                  </a:lnTo>
                                  <a:cubicBezTo>
                                    <a:pt x="67" y="2769"/>
                                    <a:pt x="34" y="2835"/>
                                    <a:pt x="34" y="2902"/>
                                  </a:cubicBezTo>
                                  <a:cubicBezTo>
                                    <a:pt x="1" y="2969"/>
                                    <a:pt x="1" y="3069"/>
                                    <a:pt x="1" y="3136"/>
                                  </a:cubicBezTo>
                                  <a:lnTo>
                                    <a:pt x="801" y="3503"/>
                                  </a:lnTo>
                                  <a:cubicBezTo>
                                    <a:pt x="801" y="3703"/>
                                    <a:pt x="835" y="3903"/>
                                    <a:pt x="868" y="4070"/>
                                  </a:cubicBezTo>
                                  <a:lnTo>
                                    <a:pt x="101" y="4570"/>
                                  </a:lnTo>
                                  <a:cubicBezTo>
                                    <a:pt x="134" y="4703"/>
                                    <a:pt x="201" y="4837"/>
                                    <a:pt x="234" y="4970"/>
                                  </a:cubicBezTo>
                                  <a:lnTo>
                                    <a:pt x="1135" y="4870"/>
                                  </a:lnTo>
                                  <a:cubicBezTo>
                                    <a:pt x="1235" y="5070"/>
                                    <a:pt x="1335" y="5204"/>
                                    <a:pt x="1468" y="5371"/>
                                  </a:cubicBezTo>
                                  <a:lnTo>
                                    <a:pt x="1068" y="6171"/>
                                  </a:lnTo>
                                  <a:cubicBezTo>
                                    <a:pt x="1168" y="6271"/>
                                    <a:pt x="1268" y="6371"/>
                                    <a:pt x="1402" y="6471"/>
                                  </a:cubicBezTo>
                                  <a:lnTo>
                                    <a:pt x="2136" y="5938"/>
                                  </a:lnTo>
                                  <a:cubicBezTo>
                                    <a:pt x="2302" y="6038"/>
                                    <a:pt x="2469" y="6104"/>
                                    <a:pt x="2669" y="6171"/>
                                  </a:cubicBezTo>
                                  <a:lnTo>
                                    <a:pt x="2703" y="7072"/>
                                  </a:lnTo>
                                  <a:cubicBezTo>
                                    <a:pt x="2769" y="7105"/>
                                    <a:pt x="2836" y="7105"/>
                                    <a:pt x="2903" y="7138"/>
                                  </a:cubicBezTo>
                                  <a:cubicBezTo>
                                    <a:pt x="2969" y="7138"/>
                                    <a:pt x="3070" y="7138"/>
                                    <a:pt x="3136" y="7138"/>
                                  </a:cubicBezTo>
                                  <a:lnTo>
                                    <a:pt x="3503" y="6338"/>
                                  </a:lnTo>
                                  <a:cubicBezTo>
                                    <a:pt x="3703" y="6338"/>
                                    <a:pt x="3870" y="6338"/>
                                    <a:pt x="4070" y="6305"/>
                                  </a:cubicBezTo>
                                  <a:lnTo>
                                    <a:pt x="4571" y="7038"/>
                                  </a:lnTo>
                                  <a:cubicBezTo>
                                    <a:pt x="4704" y="7005"/>
                                    <a:pt x="4837" y="6972"/>
                                    <a:pt x="4971" y="6905"/>
                                  </a:cubicBezTo>
                                  <a:close/>
                                </a:path>
                              </a:pathLst>
                            </a:custGeom>
                            <a:solidFill>
                              <a:schemeClr val="lt1"/>
                            </a:solidFill>
                            <a:ln>
                              <a:noFill/>
                            </a:ln>
                          </p:spPr>
                          <p:txBody>
                            <a:bodyPr spcFirstLastPara="1" wrap="square" lIns="91425" tIns="91425" rIns="91425" bIns="91425" anchor="ctr" anchorCtr="0">
                              <a:noAutofit/>
                            </a:bodyPr>
                            <a:lstStyle/>
                            <a:p>
                              <a:pPr marL="0" marR="0" lvl="0" indent="0" algn="l" rtl="0">
                                <a:lnSpc>
                                  <a:spcPct val="100000"/>
                                </a:lnSpc>
                                <a:spcBef>
                                  <a:spcPts val="0"/>
                                </a:spcBef>
                                <a:spcAft>
                                  <a:spcPts val="0"/>
                                </a:spcAft>
                                <a:buClr>
                                  <a:schemeClr val="dk1"/>
                                </a:buClr>
                                <a:buSzPts val="1867"/>
                                <a:buFont typeface="Arial"/>
                                <a:buNone/>
                              </a:pPr>
                              <a:endParaRPr sz="1867" b="0" i="0" u="none" strike="noStrike" cap="none">
                                <a:solidFill>
                                  <a:srgbClr val="000000"/>
                                </a:solidFill>
                                <a:latin typeface="Calibri"/>
                                <a:ea typeface="Calibri"/>
                                <a:cs typeface="Calibri"/>
                                <a:sym typeface="Calibri"/>
                              </a:endParaRPr>
                            </a:p>
                          </p:txBody>
                        </p:sp>
                      </p:grpSp>
                    </p:grpSp>
                    <p:sp>
                      <p:nvSpPr>
                        <p:cNvPr id="73" name="Google Shape;168;p4">
                          <a:extLst>
                            <a:ext uri="{FF2B5EF4-FFF2-40B4-BE49-F238E27FC236}">
                              <ns2:creationId id="{42D39793-A0E3-06ED-A437-DB70F67EAEC2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 flipH="1">
                          <a:off x="6366766" y="2668005"/>
                          <a:ext cx="446800" cy="496000"/>
                        </a:xfrm>
                        <a:prstGeom prst="rect">
                          <a:avLst/>
                        </a:prstGeom>
                        <a:solidFill>
                          <a:srgbClr val="CA5651"/>
                        </a:solidFill>
                        <a:ln>
                          <a:noFill/>
                        </a:ln>
                      </p:spPr>
                      <p:txBody>
                        <a:bodyPr spcFirstLastPara="1" wrap="square" lIns="91425" tIns="91425" rIns="91425" bIns="91425" anchor="ctr" anchorCtr="0">
                          <a:noAutofit/>
                        </a:bodyPr>
                        <a:lstStyle/>
                        <a:p>
                          <a:pPr marL="0" marR="0" lvl="0" indent="0" algn="ctr" rtl="0">
                            <a:lnSpc>
                              <a:spcPct val="115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>
                              <a:srgbClr val="FFFFFF"/>
                            </a:buClr>
                            <a:buSzPts val="2000"/>
                            <a:buFont typeface="Arial"/>
                            <a:buNone/>
                          </a:pPr>
                          <a:r>
                            <a:rPr lang="es-ES" sz="2000" b="1" i="0" u="none" strike="noStrike" cap="none" dirty="0">
                              <a:solidFill>
                                <a:srgbClr val="FFFFFF"/>
                              </a:solidFill>
                              <a:latin typeface="Arial"/>
                              <a:ea typeface="Arial"/>
                              <a:cs typeface="Arial"/>
                              <a:sym typeface="Arial"/>
                            </a:rPr>
                            <a:t>1</a:t>
                          </a:r>
                          <a:endParaRPr sz="2000" b="1" i="0" u="none" strike="noStrike" cap="none" dirty="0">
                            <a:solidFill>
                              <a:srgbClr val="FFFFFF"/>
                            </a:solidFill>
                            <a:latin typeface="Arial"/>
                            <a:ea typeface="Arial"/>
                            <a:cs typeface="Arial"/>
                            <a:sym typeface="Arial"/>
                          </a:endParaRPr>
                        </a:p>
                      </p:txBody>
                    </p:sp>
                  </p:grpSp>
                </p:grpSp>
              </p:grpSp>
            </p:grpSp>
          </p:grpSp>
          <p:pic>
            <p:nvPicPr>
              <p:cNvPr id="66" name="Google Shape;66;p47"/>
              <p:cNvPicPr preferRelativeResize="0"/>
              <p:nvPr/>
            </p:nvPicPr>
            <p:blipFill rotWithShape="1">
              <a:blip r:embed="rId2">
                <a:alphaModFix/>
              </a:blip>
              <a:srcRect t="29471" b="26643"/>
              <a:stretch/>
            </p:blipFill>
            <p:spPr>
              <a:xfrm>
                <a:off x="10088216" y="158826"/>
                <a:ext cx="1927827" cy="846037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87" name="Rectángulo 86">
              <a:extLst>
                <a:ext uri="{FF2B5EF4-FFF2-40B4-BE49-F238E27FC236}">
                  <ns2:creationId id="{44F8ED50-9949-206B-8011-088F0FCF9B7F}"/>
                </a:ext>
              </a:extLst>
            </p:cNvPr>
            <p:cNvSpPr/>
            <p:nvPr userDrawn="1"/>
          </p:nvSpPr>
          <p:spPr>
            <a:xfrm>
              <a:off x="6357148" y="1686560"/>
              <a:ext cx="4077171" cy="711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lvl="0" indent="0" eaLnBrk="1" hangingPunct="1">
                <a:lnSpc>
                  <a:spcPct val="90000"/>
                </a:lnSpc>
                <a:buClr>
                  <a:srgbClr val="081F5C"/>
                </a:buClr>
                <a:buSzPct val="100000"/>
                <a:buNone/>
              </a:pPr>
              <a:r>
                <a:rPr lang="es-PE" sz="3600" b="1" dirty="0">
                  <a:solidFill>
                    <a:srgbClr val="081F5C"/>
                  </a:solidFill>
                  <a:latin typeface="Arial"/>
                  <a:cs typeface="Arial"/>
                </a:rPr>
                <a:t>ÍNDICE</a:t>
              </a:r>
            </a:p>
          </p:txBody>
        </p:sp>
      </p:grpSp>
    </p:spTree>
    <p:extLst>
      <p:ext uri="{BB962C8B-B14F-4D97-AF65-F5344CB8AC3E}">
        <p14:creationId val="251564292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Objetivos_Seccio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ns2:creationId id="{F3496E21-1CC1-1562-B8EF-F13A853214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 flipH="1">
            <a:off x="188427" y="2039831"/>
            <a:ext cx="688445" cy="4152762"/>
          </a:xfrm>
        </p:spPr>
        <p:txBody>
          <a:bodyPr vert="vert" anchor="ctr">
            <a:normAutofit/>
          </a:bodyPr>
          <a:lstStyle>
            <a:lvl1pPr>
              <a:defRPr sz="2400" b="1">
                <a:latin typeface="Arial"/>
                <a:solidFill>
                  <a:srgbClr val="CA5651"/>
                </a:solidFill>
              </a:defRPr>
            </a:lvl1pPr>
          </a:lstStyle>
          <a:p>
            <a:endParaRPr lang="es-PE"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3" name="Marcador de contenido 2">
            <a:extLst>
              <a:ext uri="{FF2B5EF4-FFF2-40B4-BE49-F238E27FC236}">
                <ns2:creationId id="{42B474CF-1676-A4EF-9FE6-8FD3FDBC9F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9450" y="1894058"/>
            <a:ext cx="1712520" cy="1730120"/>
          </a:xfrm>
        </p:spPr>
        <p:txBody>
          <a:bodyPr>
            <a:noAutofit/>
          </a:bodyPr>
          <a:lstStyle>
            <a:lvl1pPr algn="ctr">
              <a:defRPr sz="1400"/>
            </a:lvl1pPr>
            <a:lvl2pPr algn="ctr">
              <a:defRPr sz="1200"/>
            </a:lvl2pPr>
            <a:lvl3pPr algn="ctr">
              <a:defRPr sz="1100"/>
            </a:lvl3pPr>
            <a:lvl4pPr algn="ctr">
              <a:defRPr sz="1050"/>
            </a:lvl4pPr>
            <a:lvl5pPr algn="ctr">
              <a:defRPr sz="105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Marcador de fecha 4">
            <a:extLst>
              <a:ext uri="{FF2B5EF4-FFF2-40B4-BE49-F238E27FC236}">
                <ns2:creationId id="{85802C2C-2392-652E-671F-B5DE27A59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CB4CB-0240-FB4C-81F1-218533927016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6" name="Marcador de pie de página 5">
            <a:extLst>
              <a:ext uri="{FF2B5EF4-FFF2-40B4-BE49-F238E27FC236}">
                <ns2:creationId id="{D124750E-54F6-9473-05C9-240E1231DA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/>
          </a:p>
        </p:txBody>
      </p:sp>
      <p:sp>
        <p:nvSpPr>
          <p:cNvPr id="7" name="Marcador de número de diapositiva 6">
            <a:extLst>
              <a:ext uri="{FF2B5EF4-FFF2-40B4-BE49-F238E27FC236}">
                <ns2:creationId id="{83D48AE0-5959-BCF9-366A-905A17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4050D1-9692-1B4E-8937-2D8254AE23DD}" type="slidenum">
              <a:rPr lang="es-PE" smtClean="0"/>
              <a:t>‹#›</a:t>
            </a:fld>
            <a:endParaRPr lang="es-PE"/>
          </a:p>
        </p:txBody>
      </p:sp>
      <p:pic>
        <p:nvPicPr>
          <p:cNvPr id="32" name="Google Shape;66;p47">
            <a:extLst>
              <a:ext uri="{FF2B5EF4-FFF2-40B4-BE49-F238E27FC236}">
                <ns2:creationId id="{F63067B3-DFE3-B1BF-80C5-536AAE2A10C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6" name="Google Shape;72;p48">
            <a:extLst>
              <a:ext uri="{FF2B5EF4-FFF2-40B4-BE49-F238E27FC236}">
                <ns2:creationId id="{75249170-6132-C248-A55A-C653C9BA7545}"/>
              </a:ext>
            </a:extLst>
          </p:cNvPr>
          <p:cNvCxnSpPr/>
          <p:nvPr userDrawn="1"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17" name="Google Shape;73;p48">
            <a:extLst>
              <a:ext uri="{FF2B5EF4-FFF2-40B4-BE49-F238E27FC236}">
                <ns2:creationId id="{07FF0BA0-0FAB-E2CC-A14D-E3FCA236548A}"/>
              </a:ext>
            </a:extLst>
          </p:cNvPr>
          <p:cNvCxnSpPr/>
          <p:nvPr userDrawn="1"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8" name="Google Shape;74;p48">
            <a:extLst>
              <a:ext uri="{FF2B5EF4-FFF2-40B4-BE49-F238E27FC236}">
                <ns2:creationId id="{D16943E3-BE7E-2557-CD49-E965872D3141}"/>
              </a:ext>
            </a:extLst>
          </p:cNvPr>
          <p:cNvSpPr/>
          <p:nvPr userDrawn="1"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75;p48">
            <a:extLst>
              <a:ext uri="{FF2B5EF4-FFF2-40B4-BE49-F238E27FC236}">
                <ns2:creationId id="{19C29BE4-E3A8-9C44-4DD5-BBE0888F6762}"/>
              </a:ext>
            </a:extLst>
          </p:cNvPr>
          <p:cNvSpPr/>
          <p:nvPr userDrawn="1"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" name="Google Shape;76;p48">
            <a:extLst>
              <a:ext uri="{FF2B5EF4-FFF2-40B4-BE49-F238E27FC236}">
                <ns2:creationId id="{02DC3559-CE35-33AC-E48D-2320876FDC8E}"/>
              </a:ext>
            </a:extLst>
          </p:cNvPr>
          <p:cNvCxnSpPr/>
          <p:nvPr userDrawn="1"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12" name="Marcador de texto 11">
            <a:extLst>
              <a:ext uri="{FF2B5EF4-FFF2-40B4-BE49-F238E27FC236}">
                <ns2:creationId id="{19C0EB30-EE04-65A5-B77F-F1F99FE302A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3561719" y="1716723"/>
            <a:ext cx="7792081" cy="2093912"/>
          </a:xfrm>
        </p:spPr>
        <p:txBody>
          <a:bodyPr wrap="square" anchor="ctr">
            <a:noAutofit/>
          </a:bodyPr>
          <a:lstStyle>
            <a:lvl1pPr algn="just">
              <a:defRPr sz="2000" b="0">
                <a:solidFill>
                  <a:srgbClr val="081F5C"/>
                </a:solidFill>
              </a:defRPr>
            </a:lvl1pPr>
            <a:lvl2pPr algn="just">
              <a:defRPr sz="2000" b="0">
                <a:solidFill>
                  <a:srgbClr val="081F5C"/>
                </a:solidFill>
              </a:defRPr>
            </a:lvl2pPr>
            <a:lvl3pPr algn="just">
              <a:defRPr sz="2000" b="0">
                <a:solidFill>
                  <a:srgbClr val="081F5C"/>
                </a:solidFill>
              </a:defRPr>
            </a:lvl3pPr>
            <a:lvl4pPr algn="just">
              <a:defRPr sz="2000" b="0">
                <a:solidFill>
                  <a:srgbClr val="081F5C"/>
                </a:solidFill>
              </a:defRPr>
            </a:lvl4pPr>
            <a:lvl5pPr algn="just">
              <a:defRPr sz="2000" b="0">
                <a:solidFill>
                  <a:srgbClr val="081F5C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</p:txBody>
      </p:sp>
    </p:spTree>
    <p:extLst>
      <p:ext uri="{BB962C8B-B14F-4D97-AF65-F5344CB8AC3E}">
        <p14:creationId val="39463349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p="http://schemas.openxmlformats.org/presentationml/2006/main" xmlns:p14="http://schemas.microsoft.com/office/powerpoint/2010/main" matchingName="diseño contenido 3" preserve="1">
  <p:cSld name="General Objective"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48"/>
          <p:cNvSpPr txBox="1">
            <a:spLocks noGrp="1"/>
          </p:cNvSpPr>
          <p:nvPr>
            <p:ph type="dt" idx="10"/>
          </p:nvPr>
        </p:nvSpPr>
        <p:spPr>
          <a:xfrm>
            <a:off x="9178312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48"/>
          <p:cNvSpPr txBox="1">
            <a:spLocks noGrp="1"/>
          </p:cNvSpPr>
          <p:nvPr>
            <p:ph type="ftr" idx="11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400"/>
              <a:buFont typeface="Arial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48"/>
          <p:cNvSpPr txBox="1">
            <a:spLocks noGrp="1"/>
          </p:cNvSpPr>
          <p:nvPr>
            <p:ph type="sldNum" idx="12"/>
          </p:nvPr>
        </p:nvSpPr>
        <p:spPr>
          <a:xfrm>
            <a:off x="332429" y="635635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‹#›</a:t>
            </a:fld>
            <a:endParaRPr/>
          </a:p>
        </p:txBody>
      </p:sp>
      <p:sp>
        <p:nvSpPr>
          <p:cNvPr id="71" name="Google Shape;71;p48"/>
          <p:cNvSpPr txBox="1">
            <a:spLocks noGrp="1"/>
          </p:cNvSpPr>
          <p:nvPr>
            <p:ph type="body" idx="1"/>
          </p:nvPr>
        </p:nvSpPr>
        <p:spPr>
          <a:xfrm>
            <a:off x="3224465" y="1973179"/>
            <a:ext cx="7908759" cy="21729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1400" b="0">
                <a:latin typeface="Arial"/>
                <a:solidFill>
                  <a:srgbClr val="081F5C"/>
                </a:solidFill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  <p:cxnSp>
        <p:nvCxnSpPr>
          <p:cNvPr id="72" name="Google Shape;72;p48"/>
          <p:cNvCxnSpPr/>
          <p:nvPr/>
        </p:nvCxnSpPr>
        <p:spPr>
          <a:xfrm>
            <a:off x="1" y="1973179"/>
            <a:ext cx="546871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3" name="Google Shape;73;p48"/>
          <p:cNvCxnSpPr/>
          <p:nvPr/>
        </p:nvCxnSpPr>
        <p:spPr>
          <a:xfrm>
            <a:off x="1078187" y="2470066"/>
            <a:ext cx="0" cy="1421565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4" name="Google Shape;74;p48"/>
          <p:cNvSpPr/>
          <p:nvPr/>
        </p:nvSpPr>
        <p:spPr>
          <a:xfrm>
            <a:off x="123133" y="1978203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48"/>
          <p:cNvSpPr/>
          <p:nvPr/>
        </p:nvSpPr>
        <p:spPr>
          <a:xfrm rot="10800000">
            <a:off x="1083730" y="3452335"/>
            <a:ext cx="955055" cy="927957"/>
          </a:xfrm>
          <a:prstGeom prst="arc">
            <a:avLst>
              <a:gd name="adj1" fmla="val 16200000"/>
              <a:gd name="adj2" fmla="val 0"/>
            </a:avLst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76" name="Google Shape;76;p48"/>
          <p:cNvCxnSpPr/>
          <p:nvPr/>
        </p:nvCxnSpPr>
        <p:spPr>
          <a:xfrm>
            <a:off x="1602826" y="4380291"/>
            <a:ext cx="10589175" cy="0"/>
          </a:xfrm>
          <a:prstGeom prst="straightConnector1">
            <a:avLst/>
          </a:prstGeom>
          <a:noFill/>
          <a:ln w="38100" cap="flat" cmpd="sng">
            <a:solidFill>
              <a:srgbClr val="CA5651"/>
            </a:solidFill>
            <a:prstDash val="dot"/>
            <a:miter lim="800000"/>
            <a:headEnd type="none" w="sm" len="sm"/>
            <a:tailEnd type="none" w="sm" len="sm"/>
          </a:ln>
        </p:spPr>
      </p:cxnSp>
      <p:cxnSp>
        <p:nvCxnSpPr>
          <p:cNvPr id="77" name="Google Shape;77;p48"/>
          <p:cNvCxnSpPr/>
          <p:nvPr/>
        </p:nvCxnSpPr>
        <p:spPr>
          <a:xfrm>
            <a:off x="0" y="6324266"/>
            <a:ext cx="749901" cy="19295"/>
          </a:xfrm>
          <a:prstGeom prst="straightConnector1">
            <a:avLst/>
          </a:prstGeom>
          <a:noFill/>
          <a:ln w="25400" cap="flat" cmpd="sng">
            <a:solidFill>
              <a:srgbClr val="7594CC"/>
            </a:solidFill>
            <a:prstDash val="dot"/>
            <a:miter lim="800000"/>
            <a:headEnd type="none" w="sm" len="sm"/>
            <a:tailEnd type="none" w="sm" len="sm"/>
          </a:ln>
        </p:spPr>
      </p:cxnSp>
      <p:sp>
        <p:nvSpPr>
          <p:cNvPr id="78" name="Google Shape;78;p48"/>
          <p:cNvSpPr txBox="1">
            <a:spLocks noGrp="1"/>
          </p:cNvSpPr>
          <p:nvPr>
            <p:ph type="title"/>
          </p:nvPr>
        </p:nvSpPr>
        <p:spPr>
          <a:xfrm rot="-5400000">
            <a:off x="-2054354" y="4995992"/>
            <a:ext cx="5230631" cy="457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Calibri"/>
              <a:buNone/>
              <a:defRPr sz="2400" u="none" b="1">
                <a:latin typeface="Arial"/>
                <a:solidFill>
                  <a:srgbClr val="CA565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79" name="Google Shape;79;p48"/>
          <p:cNvSpPr txBox="1">
            <a:spLocks noGrp="1"/>
          </p:cNvSpPr>
          <p:nvPr>
            <p:ph type="body" idx="2"/>
          </p:nvPr>
        </p:nvSpPr>
        <p:spPr>
          <a:xfrm>
            <a:off x="939250" y="462990"/>
            <a:ext cx="8733879" cy="8823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666666"/>
              </a:buClr>
              <a:buSzPts val="3000"/>
              <a:buNone/>
              <a:defRPr sz="1400" b="0">
                <a:solidFill>
                  <a:srgbClr val="081F5C"/>
                </a:solidFill>
                <a:latin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400" b="0">
                <a:latin typeface="Arial"/>
                <a:solidFill>
                  <a:srgbClr val="081F5C"/>
                </a:solidFill>
              </a:defRPr>
            </a:lvl9pPr>
          </a:lstStyle>
          <a:p>
            <a:pPr lvl="0" algn="just">
              <a:lnSpc>
                <a:spcPct val="100000"/>
              </a:lnSpc>
            </a:pPr>
            <a:r>
              <a:rPr lang="es-MX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</p:txBody>
      </p:sp>
    </p:spTree>
    <p:extLst>
      <p:ext uri="{BB962C8B-B14F-4D97-AF65-F5344CB8AC3E}">
        <p14:creationId val="227554025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r="http://schemas.openxmlformats.org/officeDocument/2006/relationships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oogle Shape;83;p50">
            <a:extLst>
              <a:ext uri="{FF2B5EF4-FFF2-40B4-BE49-F238E27FC236}">
                <ns2:creationId id="{68C69994-8571-CF4D-63D7-22A19CC07C6D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Picture Placeholder 6">
            <a:extLst>
              <a:ext uri="{FF2B5EF4-FFF2-40B4-BE49-F238E27FC236}">
                <ns2:creationId id="{61DE5BAB-AAF2-6FE6-0DA4-29396849529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endParaRPr lang="en-PE"/>
          </a:p>
        </p:txBody>
      </p:sp>
    </p:spTree>
    <p:extLst>
      <p:ext uri="{BB962C8B-B14F-4D97-AF65-F5344CB8AC3E}">
        <p14:creationId val="232138618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userDrawn="1">
  <p:cSld name="poblacion_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2" name="Place holder 1">
            <a:extLst>
              <a:ext uri="{FF2B5EF4-FFF2-40B4-BE49-F238E27FC236}">
                <ns3:creationId id="{2D673E48-04D3-F5BF-45EB-9E91DBD21B82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355599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5" name="Place holder 2">
            <a:extLst>
              <a:ext uri="{FF2B5EF4-FFF2-40B4-BE49-F238E27FC236}">
                <ns3:creationId id="{79837775-7BC6-2849-10D0-C24A5339D1C6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7192617" y="1300480"/>
            <a:ext cx="4643783" cy="4876483"/>
          </a:xfrm>
        </p:spPr>
        <p:txBody>
          <a:bodyPr/>
          <a:lstStyle>
            <a:lvl1pPr>
              <a:defRPr>
                <a:solidFill>
                  <a:srgbClr val="F2F2F2"/>
                </a:solidFill>
              </a:defRPr>
            </a:lvl1pPr>
            <a:lvl2pPr>
              <a:defRPr>
                <a:solidFill>
                  <a:srgbClr val="F2F2F2"/>
                </a:solidFill>
              </a:defRPr>
            </a:lvl2pPr>
            <a:lvl3pPr>
              <a:defRPr>
                <a:solidFill>
                  <a:srgbClr val="F2F2F2"/>
                </a:solidFill>
              </a:defRPr>
            </a:lvl3pPr>
            <a:lvl4pPr>
              <a:defRPr>
                <a:solidFill>
                  <a:srgbClr val="F2F2F2"/>
                </a:solidFill>
              </a:defRPr>
            </a:lvl4pPr>
            <a:lvl5pPr>
              <a:defRPr>
                <a:solidFill>
                  <a:srgbClr val="F2F2F2"/>
                </a:solidFill>
              </a:defRPr>
            </a:lvl5pPr>
          </a:lstStyle>
          <a:p>
            <a:pPr lvl="0"/>
            <a:r>
              <a:rPr lang="es-MX" dirty="0"/>
              <a:t>Haga clic para modificar los estilos de texto del patrón</a:t>
            </a:r>
          </a:p>
          <a:p>
            <a:pPr lvl="1"/>
            <a:r>
              <a:rPr lang="es-MX" dirty="0"/>
              <a:t>Segundo nivel</a:t>
            </a:r>
          </a:p>
          <a:p>
            <a:pPr lvl="2"/>
            <a:r>
              <a:rPr lang="es-MX" dirty="0"/>
              <a:t>Tercer nivel</a:t>
            </a:r>
          </a:p>
          <a:p>
            <a:pPr lvl="3"/>
            <a:r>
              <a:rPr lang="es-MX" dirty="0"/>
              <a:t>Cuarto nivel</a:t>
            </a:r>
          </a:p>
          <a:p>
            <a:pPr lvl="4"/>
            <a:r>
              <a:rPr lang="es-MX" dirty="0"/>
              <a:t>Quinto nivel</a:t>
            </a:r>
            <a:endParaRPr lang="es-PE" dirty="0"/>
          </a:p>
        </p:txBody>
      </p:sp>
      <p:sp>
        <p:nvSpPr>
          <p:cNvPr id="7" name="Content Placeholder 5">
            <a:extLst>
              <a:ext uri="{FF2B5EF4-FFF2-40B4-BE49-F238E27FC236}">
                <ns3:creationId id="{83AD1074-19AE-D0A2-2BA6-5761413F4BA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059164739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4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23574"/>
            <a:ext cx="4726263" cy="23453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113105" y="3756429"/>
            <a:ext cx="4726264" cy="2345359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5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1414524" y="4211584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7126857" y="4201698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Content Placeholder 5">
            <a:extLst>
              <a:ext uri="{FF2B5EF4-FFF2-40B4-BE49-F238E27FC236}">
                <ns3:creationId id="{9BEDF34F-2A23-8AB4-5FA9-9E69BEAAC3C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227036" y="3153394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3365683856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6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464" y="1461329"/>
            <a:ext cx="365062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61465" y="4201698"/>
            <a:ext cx="3650619" cy="187200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079916" y="1461329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8079915" y="4199144"/>
            <a:ext cx="3594362" cy="1872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4298820" y="1184305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5" name="Picture Placeholder 5">
            <a:extLst>
              <a:ext uri="{FF2B5EF4-FFF2-40B4-BE49-F238E27FC236}">
                <ns3:creationId id="{A7FD9B9D-2056-3C8B-7D67-BE465E5460ED}"/>
              </a:ext>
            </a:extLst>
          </p:cNvPr>
          <p:cNvSpPr>
            <a:spLocks noGrp="1" noChangeAspect="1"/>
          </p:cNvSpPr>
          <p:nvPr>
            <p:ph type="pic" sz="quarter" idx="16"/>
          </p:nvPr>
        </p:nvSpPr>
        <p:spPr>
          <a:xfrm>
            <a:off x="4298819" y="4435107"/>
            <a:ext cx="3594360" cy="1872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516217" y="3082608"/>
            <a:ext cx="1386773" cy="138746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ns2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Título y objetos" preserve="1" userDrawn="1">
  <p:cSld name="Title and Content">
    <p:bg>
      <p:bgPr>
        <a:solidFill>
          <a:srgbClr val="F2F2F2"/>
        </a:solidFill>
        <a:effectLst/>
      </p:bgPr>
    </p:bg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ns2:creationId id="{7CE752F9-9952-5C4B-CCA0-CF40BD420B8F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1464" y="1341783"/>
            <a:ext cx="11358562" cy="2555271"/>
          </a:xfrm>
          <a:prstGeom prst="rect">
            <a:avLst/>
          </a:prstGeom>
        </p:spPr>
        <p:txBody>
          <a:bodyPr>
            <a:normAutofit/>
          </a:bodyPr>
          <a:lstStyle>
            <a:lvl1pPr marL="9525" marR="0" indent="0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0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MX" sz="1400" b="0" i="1" u="none" strike="noStrike" cap="none" dirty="0" smtClean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9525" marR="0" indent="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tabLst/>
              <a:defRPr lang="es-PE" sz="1400" b="0" i="1" u="none" strike="noStrike" cap="none" dirty="0">
                <a:solidFill>
                  <a:srgbClr val="081F5C"/>
                </a:solidFill>
                <a:latin typeface="Arial"/>
                <a:ea typeface="Arial"/>
                <a:cs typeface="Arial"/>
                <a:sym typeface="Arial"/>
              </a:defRPr>
            </a:lvl5pPr>
          </a:lstStyle>
          <a:p>
            <a:pPr lvl="0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Haga clic para modificar los estilos de texto del patrón</a:t>
            </a:r>
          </a:p>
          <a:p>
            <a:pPr lvl="1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Segundo nivel</a:t>
            </a:r>
          </a:p>
          <a:p>
            <a:pPr lvl="2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Tercer nivel</a:t>
            </a:r>
          </a:p>
          <a:p>
            <a:pPr lvl="3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Cuarto nivel</a:t>
            </a:r>
          </a:p>
          <a:p>
            <a:pPr lvl="4" algn="just">
              <a:lnSpc>
                <a:spcPct val="100000"/>
              </a:lnSpc>
            </a:pPr>
            <a:r>
              <a:rPr lang="es-MX" dirty="0" sz="1400" b="0">
                <a:latin typeface="Arial"/>
                <a:solidFill>
                  <a:srgbClr val="081F5C"/>
                </a:solidFill>
              </a:rPr>
              <a:t>Quinto nivel</a:t>
            </a:r>
            <a:endParaRPr lang="es-PE" dirty="0" sz="1400" b="0">
              <a:latin typeface="Arial"/>
              <a:solidFill>
                <a:srgbClr val="081F5C"/>
              </a:solidFill>
            </a:endParaRPr>
          </a:p>
        </p:txBody>
      </p:sp>
      <p:sp>
        <p:nvSpPr>
          <p:cNvPr id="81" name="Google Shape;81;p50"/>
          <p:cNvSpPr txBox="1">
            <a:spLocks noGrp="1"/>
          </p:cNvSpPr>
          <p:nvPr>
            <p:ph type="title"/>
          </p:nvPr>
        </p:nvSpPr>
        <p:spPr>
          <a:xfrm>
            <a:off x="461464" y="20618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dirty="0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pic>
        <p:nvPicPr>
          <p:cNvPr id="83" name="Google Shape;83;p50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val="1735362092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ubicacion1" preserve="1" userDrawn="1">
  <p:cSld name="1_ubicacion1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dfba5f8fc8_0_987"/>
          <p:cNvSpPr txBox="1">
            <a:spLocks noGrp="1"/>
          </p:cNvSpPr>
          <p:nvPr>
            <p:ph type="body" idx="1"/>
          </p:nvPr>
        </p:nvSpPr>
        <p:spPr>
          <a:xfrm>
            <a:off x="0" y="6492875"/>
            <a:ext cx="6492900" cy="365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L="4572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100" b="1" i="0" u="none" strike="noStrike" cap="none">
                <a:solidFill>
                  <a:srgbClr val="171616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45" name="Google Shape;145;g2dfba5f8fc8_0_987"/>
          <p:cNvSpPr txBox="1">
            <a:spLocks noGrp="1"/>
          </p:cNvSpPr>
          <p:nvPr>
            <p:ph type="body" idx="2"/>
          </p:nvPr>
        </p:nvSpPr>
        <p:spPr>
          <a:xfrm>
            <a:off x="2067597" y="1690688"/>
            <a:ext cx="8056800" cy="479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 rtl="0">
              <a:lnSpc>
                <a:spcPct val="90000"/>
              </a:lnSpc>
              <a:spcBef>
                <a:spcPts val="1100"/>
              </a:spcBef>
              <a:spcAft>
                <a:spcPts val="0"/>
              </a:spcAft>
              <a:buSzPts val="2100"/>
              <a:buChar char="•"/>
              <a:defRPr/>
            </a:lvl1pPr>
            <a:lvl2pPr marL="914400" lvl="1" indent="-3492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900"/>
              <a:buChar char="•"/>
              <a:defRPr/>
            </a:lvl2pPr>
            <a:lvl3pPr marL="1371600" lvl="2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3pPr>
            <a:lvl4pPr marL="182880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4pPr>
            <a:lvl5pPr marL="228600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5pPr>
            <a:lvl6pPr marL="274320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6pPr>
            <a:lvl7pPr marL="320040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7pPr>
            <a:lvl8pPr marL="365760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8pPr>
            <a:lvl9pPr marL="411480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SzPts val="1500"/>
              <a:buChar char="•"/>
              <a:defRPr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pic>
        <p:nvPicPr>
          <p:cNvPr id="147" name="Google Shape;147;g2dfba5f8fc8_0_987" descr="Logotipo&#10;&#10;Descripción generada automáticament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10040653" y="92628"/>
            <a:ext cx="1697139" cy="954641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Título 6">
            <a:extLst>
              <a:ext uri="{FF2B5EF4-FFF2-40B4-BE49-F238E27FC236}">
                <ns3:creationId id="{F48C24AF-2D41-9463-C6C1-CF976E6FC0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lang="es-PE" sz="2400" b="1">
              <a:latin typeface="Arial"/>
              <a:solidFill>
                <a:srgbClr val="CA5651"/>
              </a:solidFill>
            </a:endParaRPr>
          </a:p>
        </p:txBody>
      </p:sp>
    </p:spTree>
    <p:extLst>
      <p:ext uri="{BB962C8B-B14F-4D97-AF65-F5344CB8AC3E}">
        <p14:creationId val="304183648"/>
      </p:ext>
    </p:extLst>
  </p:cSld>
  <p:clrMapOvr>
    <a:masterClrMapping/>
  </p:clrMapOvr>
  <p:extLst>
    <p:ext uri="{DCECCB84-F9BA-43D5-87BE-67443E8EF086}">
      <p15:sldGuideLst>
        <p15:guide id="1" orient="horz" pos="2160" userDrawn="1">
          <p15:clr>
            <a:srgbClr val="E4A34C"/>
          </p15:clr>
        </p15:guide>
        <p15:guide id="2" pos="3840" userDrawn="1">
          <p15:clr>
            <a:srgbClr val="E4A34C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962" y="1212850"/>
            <a:ext cx="4726263" cy="2345359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465" y="3754437"/>
            <a:ext cx="4726786" cy="2345359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05" y="1212494"/>
            <a:ext cx="4726263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1701" y="2885037"/>
            <a:ext cx="1737928" cy="1738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2mas1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mas2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726534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113118" y="1212494"/>
            <a:ext cx="4726534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7113118" y="3754526"/>
            <a:ext cx="4726534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fil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302252" y="1212494"/>
            <a:ext cx="3611880" cy="4887468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142732" y="1212494"/>
            <a:ext cx="361188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3_1arrib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11377879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61772" y="3754526"/>
            <a:ext cx="557784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268212" y="3754526"/>
            <a:ext cx="557784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vertical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559052" y="1212494"/>
            <a:ext cx="9189720" cy="2345436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559052" y="3754526"/>
            <a:ext cx="9189720" cy="2345436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graficos_2_asimetrico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6949440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731252" y="1920240"/>
            <a:ext cx="4114800" cy="34747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tir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011680" y="1212494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011680" y="2926080"/>
            <a:ext cx="9802368" cy="141732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011680" y="4663440"/>
            <a:ext cx="9802368" cy="14173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02920" y="2834640"/>
            <a:ext cx="1234440" cy="12344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orona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61772" y="1212494"/>
            <a:ext cx="4206240" cy="201168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607808" y="1212494"/>
            <a:ext cx="4206240" cy="201168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26080" y="4617720"/>
            <a:ext cx="6400800" cy="14630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15" name="Content Placeholder 5">
            <a:extLst>
              <a:ext uri="{FF2B5EF4-FFF2-40B4-BE49-F238E27FC236}">
                <ns3:creationId id="{90549C15-2749-16D6-FCA5-952FD115553E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285232" y="2889504"/>
            <a:ext cx="1737360" cy="173736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1490820941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poblacion_3_cifra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502920" y="3017520"/>
            <a:ext cx="1417320" cy="77724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502920" y="3977640"/>
            <a:ext cx="1417320" cy="77724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2240280" y="1212494"/>
            <a:ext cx="4160520" cy="228600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2240280" y="3749040"/>
            <a:ext cx="4160520" cy="228600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812280" y="1212494"/>
            <a:ext cx="5001768" cy="4887468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10" name="Content Placeholder 5">
            <a:extLst>
              <a:ext uri="{FF2B5EF4-FFF2-40B4-BE49-F238E27FC236}">
                <ns3:creationId id="{B8FEC6FD-D71E-66DB-2E66-38C3CF383E38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502920" y="1280160"/>
            <a:ext cx="1417320" cy="141732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ns3="http://schemas.microsoft.com/office/drawing/2014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 matchingName="Dos objetos" preserve="1" userDrawn="1">
  <p:cSld name="cifras_y_graficos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51"/>
          <p:cNvPicPr preferRelativeResize="0"/>
          <p:nvPr/>
        </p:nvPicPr>
        <p:blipFill rotWithShape="1">
          <a:blip r:embed="rId2">
            <a:alphaModFix/>
          </a:blip>
          <a:srcRect t="29471" b="26643"/>
          <a:stretch/>
        </p:blipFill>
        <p:spPr>
          <a:xfrm>
            <a:off x="10088216" y="158826"/>
            <a:ext cx="1927827" cy="846037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51"/>
          <p:cNvSpPr txBox="1">
            <a:spLocks noGrp="1"/>
          </p:cNvSpPr>
          <p:nvPr>
            <p:ph type="title"/>
          </p:nvPr>
        </p:nvSpPr>
        <p:spPr>
          <a:xfrm>
            <a:off x="461464" y="338268"/>
            <a:ext cx="9626752" cy="666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A5651"/>
              </a:buClr>
              <a:buSzPts val="2400"/>
              <a:buFont typeface="Arial"/>
              <a:buNone/>
              <a:defRPr sz="2400" b="1" cap="none">
                <a:solidFill>
                  <a:srgbClr val="CA565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 b="1">
                <a:latin typeface="Arial"/>
                <a:solidFill>
                  <a:srgbClr val="CA5651"/>
                </a:solidFill>
              </a:defRPr>
            </a:lvl9pPr>
          </a:lstStyle>
          <a:p>
            <a:r>
              <a:rPr lang="es-MX" sz="2400" b="1">
                <a:latin typeface="Arial"/>
                <a:solidFill>
                  <a:srgbClr val="CA5651"/>
                </a:solidFill>
              </a:rPr>
              <a:t>Haz clic para modificar el estilo de título del patrón</a:t>
            </a:r>
            <a:endParaRPr dirty="0" sz="2400" b="1">
              <a:latin typeface="Arial"/>
              <a:solidFill>
                <a:srgbClr val="CA5651"/>
              </a:solidFill>
            </a:endParaRPr>
          </a:p>
        </p:txBody>
      </p:sp>
      <p:sp>
        <p:nvSpPr>
          <p:cNvPr id="6" name="Picture Placeholder 5">
            <a:extLst>
              <a:ext uri="{FF2B5EF4-FFF2-40B4-BE49-F238E27FC236}">
                <ns3:creationId id="{EB977788-EA90-94F5-A207-15EBBD7FEAB5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461772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7" name="Picture Placeholder 5">
            <a:extLst>
              <a:ext uri="{FF2B5EF4-FFF2-40B4-BE49-F238E27FC236}">
                <ns3:creationId id="{0519FE1F-4FD7-A2A0-81FB-8DCD6F26C4FB}"/>
              </a:ext>
            </a:extLst>
          </p:cNvPr>
          <p:cNvSpPr>
            <a:spLocks noGrp="1" noChangeAspect="1"/>
          </p:cNvSpPr>
          <p:nvPr>
            <p:ph type="pic" sz="quarter" idx="11"/>
          </p:nvPr>
        </p:nvSpPr>
        <p:spPr>
          <a:xfrm>
            <a:off x="4343400" y="1212494"/>
            <a:ext cx="3611880" cy="1051560"/>
          </a:xfrm>
        </p:spPr>
        <p:txBody>
          <a:bodyPr/>
          <a:lstStyle/>
          <a:p>
            <a:endParaRPr lang="en-PE" dirty="0"/>
          </a:p>
        </p:txBody>
      </p:sp>
      <p:sp>
        <p:nvSpPr>
          <p:cNvPr id="8" name="Picture Placeholder 5">
            <a:extLst>
              <a:ext uri="{FF2B5EF4-FFF2-40B4-BE49-F238E27FC236}">
                <ns3:creationId id="{358A77CA-4946-E677-D51B-A8CE149E91B8}"/>
              </a:ext>
            </a:extLst>
          </p:cNvPr>
          <p:cNvSpPr>
            <a:spLocks noGrp="1" noChangeAspect="1"/>
          </p:cNvSpPr>
          <p:nvPr>
            <p:ph type="pic" sz="quarter" idx="12"/>
          </p:nvPr>
        </p:nvSpPr>
        <p:spPr>
          <a:xfrm>
            <a:off x="8183880" y="1212494"/>
            <a:ext cx="3611880" cy="105156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  <p:sp>
        <p:nvSpPr>
          <p:cNvPr id="9" name="Picture Placeholder 5">
            <a:extLst>
              <a:ext uri="{FF2B5EF4-FFF2-40B4-BE49-F238E27FC236}">
                <ns3:creationId id="{BCB5FD43-B8F1-2FB4-7780-90EF06D911E6}"/>
              </a:ext>
            </a:extLst>
          </p:cNvPr>
          <p:cNvSpPr>
            <a:spLocks noGrp="1" noChangeAspect="1"/>
          </p:cNvSpPr>
          <p:nvPr>
            <p:ph type="pic" sz="quarter" idx="13"/>
          </p:nvPr>
        </p:nvSpPr>
        <p:spPr>
          <a:xfrm>
            <a:off x="461772" y="2606040"/>
            <a:ext cx="5577840" cy="3474720"/>
          </a:xfrm>
        </p:spPr>
        <p:txBody>
          <a:bodyPr/>
          <a:lstStyle/>
          <a:p>
            <a:endParaRPr lang="en-PE"/>
          </a:p>
        </p:txBody>
      </p:sp>
      <p:sp>
        <p:nvSpPr>
          <p:cNvPr id="2" name="Text Placeholder 9">
            <a:extLst>
              <a:ext uri="{FF2B5EF4-FFF2-40B4-BE49-F238E27FC236}">
                <ns3:creationId id="{0C929747-7B86-54B8-A590-1398C659B7E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461464" y="6320500"/>
            <a:ext cx="4503738" cy="398463"/>
          </a:xfrm>
        </p:spPr>
        <p:txBody>
          <a:bodyPr>
            <a:noAutofit/>
          </a:bodyPr>
          <a:lstStyle>
            <a:lvl1pPr>
              <a:defRPr sz="11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PE" dirty="0"/>
          </a:p>
        </p:txBody>
      </p:sp>
      <p:sp>
        <p:nvSpPr>
          <p:cNvPr id="3" name="Picture Placeholder 5">
            <a:extLst>
              <a:ext uri="{FF2B5EF4-FFF2-40B4-BE49-F238E27FC236}">
                <ns3:creationId id="{FF13B1B5-6F5F-20EC-604A-862023AA30E4}"/>
              </a:ext>
            </a:extLst>
          </p:cNvPr>
          <p:cNvSpPr>
            <a:spLocks noGrp="1" noChangeAspect="1"/>
          </p:cNvSpPr>
          <p:nvPr>
            <p:ph type="pic" sz="quarter" idx="15"/>
          </p:nvPr>
        </p:nvSpPr>
        <p:spPr>
          <a:xfrm>
            <a:off x="6263640" y="2606040"/>
            <a:ext cx="5577840" cy="3474720"/>
          </a:xfrm>
        </p:spPr>
        <p:txBody>
          <a:bodyPr/>
          <a:lstStyle/>
          <a:p>
            <a:endParaRPr lang="en-PE" dirty="0"/>
          </a:p>
          <a:p>
            <a:endParaRPr lang="en-PE" dirty="0"/>
          </a:p>
        </p:txBody>
      </p:sp>
    </p:spTree>
    <p:extLst>
      <p:ext uri="{BB962C8B-B14F-4D97-AF65-F5344CB8AC3E}">
        <p14:creationId val="4015789953"/>
      </p:ext>
    </p:extLst>
  </p:cSld>
  <p:clrMapOvr>
    <a:masterClrMapping/>
  </p:clrMapOvr>
  <p:extLst>
    <p:ext uri="{DCECCB84-F9BA-43D5-87BE-67443E8EF086}">
      <p15:sldGuideLst>
        <p15:guide id="1" orient="horz" pos="4088">
          <p15:clr>
            <a:srgbClr val="E4A34C"/>
          </p15:clr>
        </p15:guide>
        <p15:guide id="2" pos="7446">
          <p15:clr>
            <a:srgbClr val="E4A34C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p="http://schemas.openxmlformats.org/presentationml/2006/main" xmlns:p14="http://schemas.microsoft.com/office/powerpoint/2010/main" xmlns:p15="http://schemas.microsoft.com/office/powerpoint/2012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43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lnSpc>
                <a:spcPct val="90000"/>
              </a:lnSpc>
              <a:buClr>
                <a:srgbClr val="CA5651"/>
              </a:buClr>
              <a:buSzPts val="2400"/>
              <a:buNone/>
            </a:pPr>
            <a:endParaRPr/>
          </a:p>
        </p:txBody>
      </p:sp>
      <p:sp>
        <p:nvSpPr>
          <p:cNvPr id="11" name="Google Shape;11;p43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9525" lvl="0" indent="0">
              <a:lnSpc>
                <a:spcPct val="90000"/>
              </a:lnSpc>
              <a:spcBef>
                <a:spcPts val="1000"/>
              </a:spcBef>
              <a:buClr>
                <a:schemeClr val="dk1"/>
              </a:buClr>
              <a:buSzPts val="2800"/>
              <a:buNone/>
              <a:tabLst/>
            </a:pPr>
            <a:endParaRPr/>
          </a:p>
        </p:txBody>
      </p:sp>
      <p:sp>
        <p:nvSpPr>
          <p:cNvPr id="12" name="Google Shape;12;p4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75C70C58-02E6-BE4A-9320-917330A400ED}" type="datetimeFigureOut">
              <a:rPr lang="es-PE" smtClean="0"/>
              <a:t>17/04/26</a:t>
            </a:fld>
            <a:endParaRPr lang="es-PE"/>
          </a:p>
        </p:txBody>
      </p:sp>
      <p:sp>
        <p:nvSpPr>
          <p:cNvPr id="13" name="Google Shape;13;p4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lang="es-PE" dirty="0"/>
          </a:p>
        </p:txBody>
      </p:sp>
      <p:sp>
        <p:nvSpPr>
          <p:cNvPr id="14" name="Google Shape;14;p4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5DA0E84B-05E2-5549-AA3B-1A103B19CAF7}" type="slidenum">
              <a:rPr lang="es-PE" smtClean="0"/>
              <a:t>‹#›</a:t>
            </a:fld>
            <a:endParaRPr lang="es-PE"/>
          </a:p>
        </p:txBody>
      </p:sp>
    </p:spTree>
    <p:extLst>
      <p:ext uri="{BB962C8B-B14F-4D97-AF65-F5344CB8AC3E}">
        <p14:creationId val="240684782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6" r:id="rId1"/>
    <p:sldLayoutId id="2147483713" r:id="rId2"/>
    <p:sldLayoutId id="2147483714" r:id="rId3"/>
    <p:sldLayoutId id="2147483715" r:id="rId4"/>
    <p:sldLayoutId id="2147483717" r:id="rId5"/>
    <p:sldLayoutId id="2147483716" r:id="rId6"/>
    <p:sldLayoutId id="2147483725" r:id="rId7"/>
    <p:sldLayoutId id="2147483726" r:id="rId8"/>
    <p:sldLayoutId id="2147483727" r:id="rId9"/>
    <p:sldLayoutId id="2147483719" r:id="rId10"/>
    <p:sldLayoutId id="2147483720" r:id="rId11"/>
    <p:sldLayoutId id="2147483724" r:id="rId12"/>
    <p:sldLayoutId id="2147483723" r:id="rId13"/>
    <p:sldLayoutId id="2147483694" r:id="rId14"/>
    <p:sldLayoutId id="2147483692" r:id="rId15"/>
    <p:sldLayoutId id="2147483712" r:id="rId16"/>
    <p:sldLayoutId id="2147483693" r:id="rId17"/>
    <p:sldLayoutId id="2147483702" r:id="rId18"/>
    <p:sldLayoutId id="2147483682" r:id="rId19"/>
    <p:sldLayoutId id="2147483718" r:id="rId20"/>
    <p:sldLayoutId id="2147483721" r:id="rId21"/>
    <p:sldLayoutId id="2147483722" r:id="rId22"/>
    <p:sldLayoutId id="2147483688" r:id="rId23"/>
    <p:sldLayoutId id="2147483703" r:id="rId24"/>
    <p:sldLayoutId id="2147483625" r:id="rId26"/>
    <p:sldLayoutId id="2147483736" r:id="rId27"/>
    <p:sldLayoutId id="214748373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2400" b="1" i="0" u="none" strike="noStrike" cap="none">
          <a:solidFill>
            <a:srgbClr val="CA5651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just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2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100" b="0" i="0" u="none" strike="noStrike" cap="none">
          <a:solidFill>
            <a:srgbClr val="081F5C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7.xml"/>
<Relationship Id="rId2" Type="http://schemas.openxmlformats.org/officeDocument/2006/relationships/image" Target="../media/3baee2f8177d625e18a443b8f5b27eccaa35b408.png"/>
</Relationships>

</file>

<file path=ppt/slides/_rels/slide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1474620e88e595b96cb5c4f90103b0919749a0f.png"/>
</Relationships>

</file>

<file path=ppt/slides/_rels/slide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99fd3adf75ab4de86bcd84ee9b158c322781d.png"/>
</Relationships>

</file>

<file path=ppt/slides/_rels/slide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6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7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8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9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0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0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1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2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2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3d15ff8c3bb4bff29f10314e68c260425003abcc.png"/>
<Relationship Id="rId4" Type="http://schemas.openxmlformats.org/officeDocument/2006/relationships/image" Target="../media/13c5633ecd85d2ac757006838137cd2b9039bf2c.png"/>
<Relationship Id="rId5" Type="http://schemas.openxmlformats.org/officeDocument/2006/relationships/image" Target="../media/48a088b00820183b9e293bb29f619b205185155f.png"/>
<Relationship Id="rId6" Type="http://schemas.openxmlformats.org/officeDocument/2006/relationships/image" Target="../media/542e0c9f172247d9976c2f0df14dce70faad2f0a.png"/>
<Relationship Id="rId7" Type="http://schemas.openxmlformats.org/officeDocument/2006/relationships/image" Target="../media/eccd42f9c4aea8b7f68426a04279d5a39e4380b1.png"/>
<Relationship Id="rId8" Type="http://schemas.openxmlformats.org/officeDocument/2006/relationships/image" Target="../media/c1696d89092794ab356256023cd211669a24de3b.png"/>
<Relationship Id="rId9" Type="http://schemas.openxmlformats.org/officeDocument/2006/relationships/image" Target="../media/a7a080401f3a37c5d662b02a61faef0256a78969.png"/>
<Relationship Id="rId10" Type="http://schemas.openxmlformats.org/officeDocument/2006/relationships/image" Target="../media/35f8791fae6b944f687b06751996c545671b920d.png"/>
<Relationship Id="rId11" Type="http://schemas.openxmlformats.org/officeDocument/2006/relationships/image" Target="../media/e8905be823c823ec917fd7f46a5bab87d03612cb.png"/>
<Relationship Id="rId12" Type="http://schemas.openxmlformats.org/officeDocument/2006/relationships/image" Target="../media/ef83d74c8c3ae09e48316a488d9f6c339bee9c5e.png"/>
<Relationship Id="rId13" Type="http://schemas.openxmlformats.org/officeDocument/2006/relationships/image" Target="../media/e8d133f00a0db2e4d58fd05c4fcfa0a849d28a76.png"/>
<Relationship Id="rId14" Type="http://schemas.openxmlformats.org/officeDocument/2006/relationships/image" Target="../media/68ae2408cff7e53d4af84d68933b94854cc11dd7.png"/>
<Relationship Id="rId15" Type="http://schemas.openxmlformats.org/officeDocument/2006/relationships/image" Target="../media/7c72af1c61ba17ceb1f5579a9747bea60946e518.png"/>
<Relationship Id="rId16" Type="http://schemas.openxmlformats.org/officeDocument/2006/relationships/image" Target="../media/ac2ce43e9be562889a58def7c7cfb6ae172a676a.png"/>
<Relationship Id="rId17" Type="http://schemas.openxmlformats.org/officeDocument/2006/relationships/image" Target="../media/e755c610eeb652fe2e0acaa62cde94553acd2564.png"/>
<Relationship Id="rId18" Type="http://schemas.openxmlformats.org/officeDocument/2006/relationships/image" Target="../media/337bd4b3d7db543095be45bc5ffffb0b4df939b7.png"/>
<Relationship Id="rId19" Type="http://schemas.openxmlformats.org/officeDocument/2006/relationships/image" Target="../media/04162e018484153b9dfee07ec78d74f479e7083d.png"/>
<Relationship Id="rId20" Type="http://schemas.openxmlformats.org/officeDocument/2006/relationships/image" Target="../media/59615d6255ca51ad0e4ffc4857a6e943dcb69890.png"/>
<Relationship Id="rId21" Type="http://schemas.openxmlformats.org/officeDocument/2006/relationships/image" Target="../media/8143d029968c0a6824e9899589372e3d996794d7.png"/>
<Relationship Id="rId22" Type="http://schemas.openxmlformats.org/officeDocument/2006/relationships/image" Target="../media/1312a2932fddc8a52aeb99f0588a14246a3adbb1.png"/>
<Relationship Id="rId23" Type="http://schemas.openxmlformats.org/officeDocument/2006/relationships/image" Target="../media/43d35c2223c393d6a40399e118c516fbaf654717.png"/>
<Relationship Id="rId24" Type="http://schemas.openxmlformats.org/officeDocument/2006/relationships/image" Target="../media/9f8c97b1a3beaa0e7ee8332f92ebba6b7c1dc9d8.png"/>
<Relationship Id="rId25" Type="http://schemas.openxmlformats.org/officeDocument/2006/relationships/image" Target="../media/20659157d9138e59a9100d3a18377a472f6507e1.png"/>
<Relationship Id="rId26" Type="http://schemas.openxmlformats.org/officeDocument/2006/relationships/image" Target="../media/8651319a18ed15617bc64881bbbdd1a6c3b547b0.png"/>
<Relationship Id="rId27" Type="http://schemas.openxmlformats.org/officeDocument/2006/relationships/image" Target="../media/debebc3a45a45b9d5e92d4f9a0b8313b3af2aacc.png"/>
<Relationship Id="rId28" Type="http://schemas.openxmlformats.org/officeDocument/2006/relationships/image" Target="../media/5d1e65be9fd5a8867aa736dda2466320d7acc7aa.png"/>
<Relationship Id="rId29" Type="http://schemas.openxmlformats.org/officeDocument/2006/relationships/image" Target="../media/46763a7dbbfe5c664009ebc33dbdab7ee5101a9a.png"/>
<Relationship Id="rId30" Type="http://schemas.openxmlformats.org/officeDocument/2006/relationships/image" Target="../media/29286410b130835384e8b0714ec25e56063a2f4f.png"/>
<Relationship Id="rId31" Type="http://schemas.openxmlformats.org/officeDocument/2006/relationships/image" Target="../media/5d067b5223479cd5b223f0a84bd25ef59f5049ce.png"/>
</Relationships>

</file>

<file path=ppt/slides/_rels/slide12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54c8351b4b76a2c5511adea6a7939f5182d2dc.png"/>
<Relationship Id="rId3" Type="http://schemas.openxmlformats.org/officeDocument/2006/relationships/image" Target="../media/cb27754cf2ac46ace2610ccd74df7c63169492cf.png"/>
<Relationship Id="rId4" Type="http://schemas.openxmlformats.org/officeDocument/2006/relationships/image" Target="../media/3177c7973b94835ac61e48634f76a9cf13b45957.png"/>
<Relationship Id="rId5" Type="http://schemas.openxmlformats.org/officeDocument/2006/relationships/image" Target="../media/bd5165083fbbe0b9071caf6ebd68e50f5d80a95f.png"/>
<Relationship Id="rId6" Type="http://schemas.openxmlformats.org/officeDocument/2006/relationships/image" Target="../media/95df2fa7a82c69c20fa3ad97f287bf960f48f0fd.png"/>
<Relationship Id="rId7" Type="http://schemas.openxmlformats.org/officeDocument/2006/relationships/image" Target="../media/8466d5c35e262f2c3d7168b1db0af637bf52efc6.png"/>
<Relationship Id="rId8" Type="http://schemas.openxmlformats.org/officeDocument/2006/relationships/image" Target="../media/6d6ab9c88e341897cf253403130a6216ad24f277.png"/>
<Relationship Id="rId9" Type="http://schemas.openxmlformats.org/officeDocument/2006/relationships/image" Target="../media/275ceefc910404ad41aca083d941a4ebb8756996.png"/>
<Relationship Id="rId10" Type="http://schemas.openxmlformats.org/officeDocument/2006/relationships/image" Target="../media/3d671250d4236f2d0834442cc5aebc519fca7487.png"/>
<Relationship Id="rId11" Type="http://schemas.openxmlformats.org/officeDocument/2006/relationships/image" Target="../media/a7d01263f171750f6883cc28ab35ba704e5e034e.png"/>
<Relationship Id="rId12" Type="http://schemas.openxmlformats.org/officeDocument/2006/relationships/image" Target="../media/2f64e4c13c4ea94f4a22fb5685b951f806e65abc.png"/>
<Relationship Id="rId13" Type="http://schemas.openxmlformats.org/officeDocument/2006/relationships/image" Target="../media/80c794d6b3a9b748e3ce52d2ec821683be81e731.png"/>
<Relationship Id="rId14" Type="http://schemas.openxmlformats.org/officeDocument/2006/relationships/image" Target="../media/3f5e3811842ef68ea55f610c3698d21649ef35a9.png"/>
<Relationship Id="rId15" Type="http://schemas.openxmlformats.org/officeDocument/2006/relationships/image" Target="../media/c437251c0c63f6789aa5f8065a46ebcb9bdd855e.png"/>
<Relationship Id="rId16" Type="http://schemas.openxmlformats.org/officeDocument/2006/relationships/image" Target="../media/5ea7e077095b528dfcb8dcf781096f36fb9db481.png"/>
<Relationship Id="rId17" Type="http://schemas.openxmlformats.org/officeDocument/2006/relationships/image" Target="../media/492bd5794bf4ca75ea3f51a054870b80fc97e289.png"/>
<Relationship Id="rId18" Type="http://schemas.openxmlformats.org/officeDocument/2006/relationships/image" Target="../media/426ed660045db6b0bf2f4b23bdd96008f6840155.png"/>
<Relationship Id="rId19" Type="http://schemas.openxmlformats.org/officeDocument/2006/relationships/image" Target="../media/faf4d8ba9178b1f31af3d66b07bf0e0cc564c0d7.png"/>
<Relationship Id="rId20" Type="http://schemas.openxmlformats.org/officeDocument/2006/relationships/image" Target="../media/7279f05a09ee13c702ebd0788b5f926d9e3ad50e.png"/>
<Relationship Id="rId21" Type="http://schemas.openxmlformats.org/officeDocument/2006/relationships/image" Target="../media/dfa378f0f1cc5b8c58b203691e3eacee7ceb00d4.png"/>
<Relationship Id="rId22" Type="http://schemas.openxmlformats.org/officeDocument/2006/relationships/image" Target="../media/c0800850cc957971ce48a13bd18440c2cc623a98.png"/>
<Relationship Id="rId23" Type="http://schemas.openxmlformats.org/officeDocument/2006/relationships/image" Target="../media/f75b71fda7d640c9fd83a0943cc8b82669997eeb.png"/>
<Relationship Id="rId24" Type="http://schemas.openxmlformats.org/officeDocument/2006/relationships/image" Target="../media/34ee6f71d4d58186085e9608751855deb72d2f72.png"/>
<Relationship Id="rId25" Type="http://schemas.openxmlformats.org/officeDocument/2006/relationships/image" Target="../media/adbffd0ec7c4c4aa7ade7d140c650f4f0a8cdf50.png"/>
<Relationship Id="rId26" Type="http://schemas.openxmlformats.org/officeDocument/2006/relationships/image" Target="../media/437738af2a8e5895c51d56dbef9bce4ddf101378.png"/>
<Relationship Id="rId27" Type="http://schemas.openxmlformats.org/officeDocument/2006/relationships/image" Target="../media/48967d328c7888b5e264de4f1c63d3e37b678a5f.png"/>
<Relationship Id="rId28" Type="http://schemas.openxmlformats.org/officeDocument/2006/relationships/image" Target="../media/d5d946ae29201fa9ac2460748e7392720d0e8cca.png"/>
<Relationship Id="rId29" Type="http://schemas.openxmlformats.org/officeDocument/2006/relationships/image" Target="../media/ea575434837a554dbd7d9c82e3f3b88a415897b7.png"/>
<Relationship Id="rId30" Type="http://schemas.openxmlformats.org/officeDocument/2006/relationships/image" Target="../media/25183987b4c9b5cec49ba0209dbd42067e36d77d.png"/>
<Relationship Id="rId31" Type="http://schemas.openxmlformats.org/officeDocument/2006/relationships/image" Target="../media/09cc846bbe4f2bdada05278247d7660f753efe71.png"/>
</Relationships>

</file>

<file path=ppt/slides/_rels/slide12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5f5607119effb7b2abfdfd281dde9b010b1dcf4.png"/>
<Relationship Id="rId3" Type="http://schemas.openxmlformats.org/officeDocument/2006/relationships/image" Target="../media/1e82e210cb55c6127486ff401dded6966d46fe35.png"/>
<Relationship Id="rId4" Type="http://schemas.openxmlformats.org/officeDocument/2006/relationships/image" Target="../media/05e5a42656fff7b469b77df750ec123ac151d1be.png"/>
<Relationship Id="rId5" Type="http://schemas.openxmlformats.org/officeDocument/2006/relationships/image" Target="../media/8712041dcad4ea43f0d1175ce5ab1ef2d0b1afef.png"/>
<Relationship Id="rId6" Type="http://schemas.openxmlformats.org/officeDocument/2006/relationships/image" Target="../media/ac145f58898c4a5a902b9bab72a8363e49b456b7.png"/>
<Relationship Id="rId7" Type="http://schemas.openxmlformats.org/officeDocument/2006/relationships/image" Target="../media/939d5499e5313d1f51d1d2f246247237ab4d6254.png"/>
<Relationship Id="rId8" Type="http://schemas.openxmlformats.org/officeDocument/2006/relationships/image" Target="../media/9b337cbe4eee62d9991ff0eb541a3d39d7692785.png"/>
<Relationship Id="rId9" Type="http://schemas.openxmlformats.org/officeDocument/2006/relationships/image" Target="../media/9c3319fd5fa448bb92d7dcc795b8e5413c1a241a.png"/>
<Relationship Id="rId10" Type="http://schemas.openxmlformats.org/officeDocument/2006/relationships/image" Target="../media/ef7705edc972196866a4e843aa0b26c0ac3774a4.png"/>
<Relationship Id="rId11" Type="http://schemas.openxmlformats.org/officeDocument/2006/relationships/image" Target="../media/a56db57c1ce0c468f58f069499e861577e49b7bd.png"/>
<Relationship Id="rId12" Type="http://schemas.openxmlformats.org/officeDocument/2006/relationships/image" Target="../media/279f01ff0a568bceba6b602cd1a6a1cc9a4a46c6.png"/>
<Relationship Id="rId13" Type="http://schemas.openxmlformats.org/officeDocument/2006/relationships/image" Target="../media/edb0824e765c1442286b746ab12732c4049c3abb.png"/>
<Relationship Id="rId14" Type="http://schemas.openxmlformats.org/officeDocument/2006/relationships/image" Target="../media/2d3d7eda594c226b853aebe3e4146c57e323481b.png"/>
<Relationship Id="rId15" Type="http://schemas.openxmlformats.org/officeDocument/2006/relationships/image" Target="../media/e2c909814ec26abbd91ef5dc4a1e5554c8c60585.png"/>
<Relationship Id="rId16" Type="http://schemas.openxmlformats.org/officeDocument/2006/relationships/image" Target="../media/40800e08238283f361f3b9f92364a0a868f0057f.png"/>
<Relationship Id="rId17" Type="http://schemas.openxmlformats.org/officeDocument/2006/relationships/image" Target="../media/9ad8c32eb4b9b0bc4948db64ea3223d473256338.png"/>
<Relationship Id="rId18" Type="http://schemas.openxmlformats.org/officeDocument/2006/relationships/image" Target="../media/c77901821f4c5a4e5497ed60e96de36a24c80712.png"/>
<Relationship Id="rId19" Type="http://schemas.openxmlformats.org/officeDocument/2006/relationships/image" Target="../media/181f9f9633baadd4ce8c3d69190e2354e4552274.png"/>
<Relationship Id="rId20" Type="http://schemas.openxmlformats.org/officeDocument/2006/relationships/image" Target="../media/32e57f33743b05a6045d2ac86482dc671bf3d489.png"/>
<Relationship Id="rId21" Type="http://schemas.openxmlformats.org/officeDocument/2006/relationships/image" Target="../media/82d24a562819bf39c25a45560edc6e154a412872.png"/>
<Relationship Id="rId22" Type="http://schemas.openxmlformats.org/officeDocument/2006/relationships/image" Target="../media/7d4ef3cbaf96ee520a2237b2dcf20dac67238736.png"/>
<Relationship Id="rId23" Type="http://schemas.openxmlformats.org/officeDocument/2006/relationships/image" Target="../media/660a066f8e77ce0af3d11b41275a05c1cb22a8f3.png"/>
<Relationship Id="rId24" Type="http://schemas.openxmlformats.org/officeDocument/2006/relationships/image" Target="../media/19601e5ac1ca85146ce3aba4af3704ae90c67371.png"/>
<Relationship Id="rId25" Type="http://schemas.openxmlformats.org/officeDocument/2006/relationships/image" Target="../media/c15a79dcee14ee045d20562a52b87392259faddc.png"/>
<Relationship Id="rId26" Type="http://schemas.openxmlformats.org/officeDocument/2006/relationships/image" Target="../media/f206c3bf6ef430342524ff4e381d1d162947b20d.png"/>
<Relationship Id="rId27" Type="http://schemas.openxmlformats.org/officeDocument/2006/relationships/image" Target="../media/bf5c2c61fc09eeab1b889ab5c8c1c1a6fda56cc9.png"/>
<Relationship Id="rId28" Type="http://schemas.openxmlformats.org/officeDocument/2006/relationships/image" Target="../media/962b51e438e00ef4a5be167e9a06727066805691.png"/>
<Relationship Id="rId29" Type="http://schemas.openxmlformats.org/officeDocument/2006/relationships/image" Target="../media/378578c09c41b4f18cd8d9c20a7ebe0dab6e4310.png"/>
<Relationship Id="rId30" Type="http://schemas.openxmlformats.org/officeDocument/2006/relationships/image" Target="../media/dc31a9840fff25d104d4c5f040cff0c614409e60.png"/>
<Relationship Id="rId31" Type="http://schemas.openxmlformats.org/officeDocument/2006/relationships/image" Target="../media/334eeabe0da62fae7c06cbf1dd9ced95a4e24ac1.png"/>
</Relationships>

</file>

<file path=ppt/slides/_rels/slide13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67c7bc4955b07bab22991c87c12271d2378fadc0.png"/>
<Relationship Id="rId3" Type="http://schemas.openxmlformats.org/officeDocument/2006/relationships/image" Target="../media/b2ce095f100ec3182b0c900479d632ce34547fc9.png"/>
<Relationship Id="rId4" Type="http://schemas.openxmlformats.org/officeDocument/2006/relationships/image" Target="../media/da9dcab711a3d4cc04fd33895f5b3bb7602c474f.png"/>
<Relationship Id="rId5" Type="http://schemas.openxmlformats.org/officeDocument/2006/relationships/image" Target="../media/f8a256037455f07aac19faba7af529a9e150e708.png"/>
<Relationship Id="rId6" Type="http://schemas.openxmlformats.org/officeDocument/2006/relationships/image" Target="../media/f1c04c4fda3e7599556dcc7752b8a789c089768c.png"/>
<Relationship Id="rId7" Type="http://schemas.openxmlformats.org/officeDocument/2006/relationships/image" Target="../media/d115acadd81c7aab00aaf10436242bd3a59c42b5.png"/>
<Relationship Id="rId8" Type="http://schemas.openxmlformats.org/officeDocument/2006/relationships/image" Target="../media/dc5b4784b3400ef4d2860cac0d29ac1a3b0b0ad7.png"/>
<Relationship Id="rId9" Type="http://schemas.openxmlformats.org/officeDocument/2006/relationships/image" Target="../media/7957f17d3d46ce573abdaead3d5317c02e414ee0.png"/>
<Relationship Id="rId10" Type="http://schemas.openxmlformats.org/officeDocument/2006/relationships/image" Target="../media/c11a9deede14a5098194362e8c877fa8ed30975f.png"/>
<Relationship Id="rId11" Type="http://schemas.openxmlformats.org/officeDocument/2006/relationships/image" Target="../media/8e0e011357bac708fdcc1dc6fc0f4534ecf7ab14.png"/>
<Relationship Id="rId12" Type="http://schemas.openxmlformats.org/officeDocument/2006/relationships/image" Target="../media/876ed2b7026b7ad77ac3689973b6ca8326241dfa.png"/>
<Relationship Id="rId13" Type="http://schemas.openxmlformats.org/officeDocument/2006/relationships/image" Target="../media/4d1a445a0ebdb1d6578328a2a769754a5627d47a.png"/>
<Relationship Id="rId14" Type="http://schemas.openxmlformats.org/officeDocument/2006/relationships/image" Target="../media/613977e5b9dcdae7a2581733f8b717b372c5022b.png"/>
<Relationship Id="rId15" Type="http://schemas.openxmlformats.org/officeDocument/2006/relationships/image" Target="../media/c66d9290d7672f62f8413ccc6fb9f5951b61ab91.png"/>
<Relationship Id="rId16" Type="http://schemas.openxmlformats.org/officeDocument/2006/relationships/image" Target="../media/1f22437b6f21b39142f57bb825b5d1f3a36bcd95.png"/>
<Relationship Id="rId17" Type="http://schemas.openxmlformats.org/officeDocument/2006/relationships/image" Target="../media/82b34d699613c701664145945581f5a163b2e119.png"/>
<Relationship Id="rId18" Type="http://schemas.openxmlformats.org/officeDocument/2006/relationships/image" Target="../media/365a324e5849a4a7d114598cdf85635fe15d8557.png"/>
<Relationship Id="rId19" Type="http://schemas.openxmlformats.org/officeDocument/2006/relationships/image" Target="../media/b44f381f73bdf9bc676024be6d6264ebaf4ec9b8.png"/>
<Relationship Id="rId20" Type="http://schemas.openxmlformats.org/officeDocument/2006/relationships/image" Target="../media/57cd8ceb7f838dfc755af0f5bbb3ff8b9df74fc7.png"/>
<Relationship Id="rId21" Type="http://schemas.openxmlformats.org/officeDocument/2006/relationships/image" Target="../media/87a2a7b7824c2101f8323946f41f58a4310b534d.png"/>
<Relationship Id="rId22" Type="http://schemas.openxmlformats.org/officeDocument/2006/relationships/image" Target="../media/dfc854f7148a7cc4ea4b9824cc173bd4283faf3b.png"/>
<Relationship Id="rId23" Type="http://schemas.openxmlformats.org/officeDocument/2006/relationships/image" Target="../media/66b850d667923d5a4c310d73bc916ef31237cf71.png"/>
<Relationship Id="rId24" Type="http://schemas.openxmlformats.org/officeDocument/2006/relationships/image" Target="../media/8563d7dac54e92d1ba8d7ad9963111cfebcbd492.png"/>
<Relationship Id="rId25" Type="http://schemas.openxmlformats.org/officeDocument/2006/relationships/image" Target="../media/b6744c278c2fe3cfde43cb080ce7166875f727ce.png"/>
<Relationship Id="rId26" Type="http://schemas.openxmlformats.org/officeDocument/2006/relationships/image" Target="../media/8f79bc9b213257557c61c71bd1357c0bde71c8de.png"/>
<Relationship Id="rId27" Type="http://schemas.openxmlformats.org/officeDocument/2006/relationships/image" Target="../media/7ff50f80f4b4528a4186e953c35162cbdac70530.png"/>
<Relationship Id="rId28" Type="http://schemas.openxmlformats.org/officeDocument/2006/relationships/image" Target="../media/907496852bac444b0d9e62a41888358283be39a0.png"/>
<Relationship Id="rId29" Type="http://schemas.openxmlformats.org/officeDocument/2006/relationships/image" Target="../media/b4840610b91e886140c5fdf8f84af08e1219f2b6.png"/>
<Relationship Id="rId30" Type="http://schemas.openxmlformats.org/officeDocument/2006/relationships/image" Target="../media/23dd1f6146e003039bcf792fb686bd1009612e03.png"/>
<Relationship Id="rId31" Type="http://schemas.openxmlformats.org/officeDocument/2006/relationships/image" Target="../media/3d15ff8c3bb4bff29f10314e68c260425003abcc.png"/>
</Relationships>

</file>

<file path=ppt/slides/_rels/slide13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649f80deb7bbd8e2dffcf7d88f031800d88d0fb.png"/>
<Relationship Id="rId3" Type="http://schemas.openxmlformats.org/officeDocument/2006/relationships/image" Target="../media/d3d99fd3adf75ab4de86bcd84ee9b158c322781d.png"/>
</Relationships>

</file>

<file path=ppt/slides/_rels/slide13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312a2932fddc8a52aeb99f0588a14246a3adbb1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20659157d9138e59a9100d3a18377a472f6507e1.png"/>
<Relationship Id="rId5" Type="http://schemas.openxmlformats.org/officeDocument/2006/relationships/image" Target="../media/8466d5c35e262f2c3d7168b1db0af637bf52efc6.png"/>
<Relationship Id="rId6" Type="http://schemas.openxmlformats.org/officeDocument/2006/relationships/image" Target="../media/b0624f93f0901ddded26fc8da982b3bbf66f4aa7.png"/>
<Relationship Id="rId7" Type="http://schemas.openxmlformats.org/officeDocument/2006/relationships/image" Target="../media/ca8bd58405fd0087bdf0c3f2adee47896839ca3e.png"/>
<Relationship Id="rId8" Type="http://schemas.openxmlformats.org/officeDocument/2006/relationships/image" Target="../media/ed4cd6ec0008d21f45440c848224b9461fc805e5.png"/>
<Relationship Id="rId9" Type="http://schemas.openxmlformats.org/officeDocument/2006/relationships/image" Target="../media/378578c09c41b4f18cd8d9c20a7ebe0dab6e4310.png"/>
<Relationship Id="rId10" Type="http://schemas.openxmlformats.org/officeDocument/2006/relationships/image" Target="../media/8651319a18ed15617bc64881bbbdd1a6c3b547b0.png"/>
</Relationships>

</file>

<file path=ppt/slides/_rels/slide13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Relationship Id="rId4" Type="http://schemas.openxmlformats.org/officeDocument/2006/relationships/image" Target="../media/9649f80deb7bbd8e2dffcf7d88f031800d88d0fb.png"/>
<Relationship Id="rId5" Type="http://schemas.openxmlformats.org/officeDocument/2006/relationships/image" Target="../media/3354c8351b4b76a2c5511adea6a7939f5182d2dc.png"/>
<Relationship Id="rId6" Type="http://schemas.openxmlformats.org/officeDocument/2006/relationships/image" Target="../media/cb27754cf2ac46ace2610ccd74df7c63169492cf.png"/>
<Relationship Id="rId7" Type="http://schemas.openxmlformats.org/officeDocument/2006/relationships/image" Target="../media/95df2fa7a82c69c20fa3ad97f287bf960f48f0fd.png"/>
<Relationship Id="rId8" Type="http://schemas.openxmlformats.org/officeDocument/2006/relationships/image" Target="../media/b0624f93f0901ddded26fc8da982b3bbf66f4aa7.png"/>
<Relationship Id="rId9" Type="http://schemas.openxmlformats.org/officeDocument/2006/relationships/image" Target="../media/04162e018484153b9dfee07ec78d74f479e7083d.png"/>
<Relationship Id="rId10" Type="http://schemas.openxmlformats.org/officeDocument/2006/relationships/image" Target="../media/da9dcab711a3d4cc04fd33895f5b3bb7602c474f.png"/>
<Relationship Id="rId11" Type="http://schemas.openxmlformats.org/officeDocument/2006/relationships/image" Target="../media/b2ce095f100ec3182b0c900479d632ce34547fc9.png"/>
<Relationship Id="rId12" Type="http://schemas.openxmlformats.org/officeDocument/2006/relationships/image" Target="../media/337bd4b3d7db543095be45bc5ffffb0b4df939b7.png"/>
<Relationship Id="rId13" Type="http://schemas.openxmlformats.org/officeDocument/2006/relationships/image" Target="../media/67c7bc4955b07bab22991c87c12271d2378fadc0.png"/>
</Relationships>

</file>

<file path=ppt/slides/_rels/slide13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b0624f93f0901ddded26fc8da982b3bbf66f4aa7.png"/>
</Relationships>

</file>

<file path=ppt/slides/_rels/slide13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168ce6c731ee92724fb1515b699e4792ae535bf8.png"/>
<Relationship Id="rId3" Type="http://schemas.openxmlformats.org/officeDocument/2006/relationships/image" Target="../media/fea99e9c4193dfb5201e386ead36183c48f30d2a.png"/>
</Relationships>

</file>

<file path=ppt/slides/_rels/slide13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3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c0ec6586b5db45c36b471472217dda2ac249f666.png"/>
<Relationship Id="rId3" Type="http://schemas.openxmlformats.org/officeDocument/2006/relationships/image" Target="../media/a0cf76381dc6fa4c50b1db4bf890bdac7b48c2c0.png"/>
<Relationship Id="rId4" Type="http://schemas.openxmlformats.org/officeDocument/2006/relationships/image" Target="../media/d27074004cfb40d9199847c583d2db5e14e5d725.png"/>
<Relationship Id="rId5" Type="http://schemas.openxmlformats.org/officeDocument/2006/relationships/image" Target="../media/b727daf392051df84107483f35098386abfb0e05.png"/>
<Relationship Id="rId6" Type="http://schemas.openxmlformats.org/officeDocument/2006/relationships/image" Target="../media/859c5ab21a3c32d5d7bb7f305acf0a555b78055d.png"/>
</Relationships>

</file>

<file path=ppt/slides/_rels/slide14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/Relationships>

</file>

<file path=ppt/slides/_rels/slide14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14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4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4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4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d3de0f3894be354ae4371aa0a36208d288030e32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4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1e2dd438e59bdc16227fe9bbac6a6f8c51b74cc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5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5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5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02e93a461c23a1fbf2dd33c1b81bd67f4b1d6ffe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5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e755c610eeb652fe2e0acaa62cde94553acd2564.png"/>
<Relationship Id="rId6" Type="http://schemas.openxmlformats.org/officeDocument/2006/relationships/image" Target="../media/337bd4b3d7db543095be45bc5ffffb0b4df939b7.png"/>
<Relationship Id="rId7" Type="http://schemas.openxmlformats.org/officeDocument/2006/relationships/image" Target="../media/48a088b00820183b9e293bb29f619b205185155f.png"/>
</Relationships>

</file>

<file path=ppt/slides/_rels/slide16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5d067b5223479cd5b223f0a84bd25ef59f5049ce.png"/>
<Relationship Id="rId4" Type="http://schemas.openxmlformats.org/officeDocument/2006/relationships/image" Target="../media/1312a2932fddc8a52aeb99f0588a14246a3adbb1.png"/>
<Relationship Id="rId5" Type="http://schemas.openxmlformats.org/officeDocument/2006/relationships/image" Target="../media/9649f80deb7bbd8e2dffcf7d88f031800d88d0fb.png"/>
<Relationship Id="rId6" Type="http://schemas.openxmlformats.org/officeDocument/2006/relationships/image" Target="../media/2f64e4c13c4ea94f4a22fb5685b951f806e65abc.png"/>
<Relationship Id="rId7" Type="http://schemas.openxmlformats.org/officeDocument/2006/relationships/image" Target="../media/43d35c2223c393d6a40399e118c516fbaf654717.png"/>
<Relationship Id="rId8" Type="http://schemas.openxmlformats.org/officeDocument/2006/relationships/image" Target="../media/04162e018484153b9dfee07ec78d74f479e7083d.png"/>
</Relationships>

</file>

<file path=ppt/slides/_rels/slide16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/Relationships>

</file>

<file path=ppt/slides/_rels/slide16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4bf067a162e185dc19440133847972f98e42070d.png"/>
<Relationship Id="rId3" Type="http://schemas.openxmlformats.org/officeDocument/2006/relationships/image" Target="../media/9649f80deb7bbd8e2dffcf7d88f031800d88d0fb.png"/>
<Relationship Id="rId4" Type="http://schemas.openxmlformats.org/officeDocument/2006/relationships/image" Target="../media/542e0c9f172247d9976c2f0df14dce70faad2f0a.png"/>
<Relationship Id="rId5" Type="http://schemas.openxmlformats.org/officeDocument/2006/relationships/image" Target="../media/c15a79dcee14ee045d20562a52b87392259faddc.png"/>
<Relationship Id="rId6" Type="http://schemas.openxmlformats.org/officeDocument/2006/relationships/image" Target="../media/ac7037a30f32d668b8b8a94e7176543d9d6e7646.png"/>
<Relationship Id="rId7" Type="http://schemas.openxmlformats.org/officeDocument/2006/relationships/image" Target="../media/e755c610eeb652fe2e0acaa62cde94553acd2564.png"/>
<Relationship Id="rId8" Type="http://schemas.openxmlformats.org/officeDocument/2006/relationships/image" Target="../media/e8905be823c823ec917fd7f46a5bab87d03612cb.png"/>
<Relationship Id="rId9" Type="http://schemas.openxmlformats.org/officeDocument/2006/relationships/image" Target="../media/68ae2408cff7e53d4af84d68933b94854cc11dd7.png"/>
<Relationship Id="rId10" Type="http://schemas.openxmlformats.org/officeDocument/2006/relationships/image" Target="../media/337bd4b3d7db543095be45bc5ffffb0b4df939b7.png"/>
<Relationship Id="rId11" Type="http://schemas.openxmlformats.org/officeDocument/2006/relationships/image" Target="../media/ef83d74c8c3ae09e48316a488d9f6c339bee9c5e.png"/>
<Relationship Id="rId12" Type="http://schemas.openxmlformats.org/officeDocument/2006/relationships/image" Target="../media/eccd42f9c4aea8b7f68426a04279d5a39e4380b1.png"/>
<Relationship Id="rId13" Type="http://schemas.openxmlformats.org/officeDocument/2006/relationships/image" Target="../media/2d3d7eda594c226b853aebe3e4146c57e323481b.png"/>
<Relationship Id="rId14" Type="http://schemas.openxmlformats.org/officeDocument/2006/relationships/image" Target="../media/debebc3a45a45b9d5e92d4f9a0b8313b3af2aacc.png"/>
<Relationship Id="rId15" Type="http://schemas.openxmlformats.org/officeDocument/2006/relationships/image" Target="../media/8651319a18ed15617bc64881bbbdd1a6c3b547b0.png"/>
</Relationships>

</file>

<file path=ppt/slides/_rels/slide16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cb27754cf2ac46ace2610ccd74df7c63169492cf.png"/>
<Relationship Id="rId3" Type="http://schemas.openxmlformats.org/officeDocument/2006/relationships/image" Target="../media/95df2fa7a82c69c20fa3ad97f287bf960f48f0fd.png"/>
<Relationship Id="rId4" Type="http://schemas.openxmlformats.org/officeDocument/2006/relationships/image" Target="../media/2d3d7eda594c226b853aebe3e4146c57e323481b.png"/>
</Relationships>

</file>

<file path=ppt/slides/_rels/slide16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Relationship Id="rId2" Type="http://schemas.openxmlformats.org/officeDocument/2006/relationships/image" Target="../media/7056c1a971facc1e725f4ab289d8a274841c30d6.png"/>
<Relationship Id="rId3" Type="http://schemas.openxmlformats.org/officeDocument/2006/relationships/image" Target="../media/1a7d8429748f60cbf0cd533e96ee95f29797c3e1.png"/>
<Relationship Id="rId4" Type="http://schemas.openxmlformats.org/officeDocument/2006/relationships/image" Target="../media/1c19063f7a97ae3dc8c987b9ecd5d177dd22b63a.png"/>
</Relationships>

</file>

<file path=ppt/slides/_rels/slide16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4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RECETARIO DE IDENTIDAD VISUAL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063240"/>
            <a:ext cx="923544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INFORMES CUANTITATIVOS DE PULSO PUCP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Versión fiel: el estilo entregado, afinado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Octubre,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Portada del recetario (no es una lámina del motor)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del recetario, 25.65 x 3.43 cm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RECORRER ESTE RECETARIO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2704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54533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76756" y="143560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76756" y="174650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Tamaño, peso y color de cada elemento, retícula, paleta, texto junto a los gráficos, escalas que llegan y reglas de rotulado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02398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220686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476756" y="2110958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76756" y="2421854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continuación, un ejemplo de un informe de acreditación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28777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960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III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476756" y="27863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Catálogo de láminas y gráficos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76756" y="30972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de dos a seis gráficos, láminas de población, la galería de los 24 gráficos y las dimensiones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5530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5713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IV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476756" y="34616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Escenarios de acreditación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476756" y="37725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cambia entre carreras. IV.1 Actores y bases: seis actores, filtros, cohortes, bases chicas. IV.2 Escalas, etiquetas y formatos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22844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24673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76756" y="413700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76756" y="444790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identidad en estudios de opinión, monitoreo de campo y seguimiento de indicadores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03797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22085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76756" y="4812357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476756" y="5123253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 íconos en 12 temáticas, cajas y tarjetas con sus medidas, formas y diagramas, con qué hacer y qué evitar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79146"/>
            <a:ext cx="566928" cy="40233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597434"/>
            <a:ext cx="566928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VII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476756" y="5487706"/>
            <a:ext cx="4572000" cy="34747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 y de cierre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476756" y="5798602"/>
            <a:ext cx="102440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composiciones geométricas para el índice, de 5 a 13 capítulos, con y sin subcapítulos, y cuatro alternativas de cierre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Mapa del recetario (no es una lámina del motor)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REGLAS DE LA IDENTIDAD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LEE UN GRÁFICO DE ESTE INFORME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7726680" cy="4572000"/>
          </a:xfrm>
          <a:prstGeom prst="rect">
            <a:avLst/>
          </a:prstGeom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581912"/>
            <a:ext cx="64008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2130552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597396" y="260604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45236" y="3144012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5124" y="3136392"/>
            <a:ext cx="96561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228027" y="3136392"/>
            <a:ext cx="37527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093793" y="31363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99639" y="3136392"/>
            <a:ext cx="2512040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99639" y="3136392"/>
            <a:ext cx="2508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08021" y="3136392"/>
            <a:ext cx="97914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108021" y="3136392"/>
            <a:ext cx="9754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83503" y="3136392"/>
            <a:ext cx="6967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76089" y="3072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88968" y="2843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71716" y="31363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5236" y="3747516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135124" y="3739896"/>
            <a:ext cx="282367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413833" y="3739896"/>
            <a:ext cx="839785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13833" y="3739896"/>
            <a:ext cx="8361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249960" y="3739896"/>
            <a:ext cx="1583009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49960" y="3739896"/>
            <a:ext cx="1579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29312" y="3739896"/>
            <a:ext cx="88623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29312" y="3739896"/>
            <a:ext cx="882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711891" y="3739896"/>
            <a:ext cx="1068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268992" y="3675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981871" y="3447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71716" y="37398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5236" y="4351020"/>
            <a:ext cx="12801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135124" y="4343400"/>
            <a:ext cx="143012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274479" y="4343400"/>
            <a:ext cx="561076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233148" y="43434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31897" y="4343400"/>
            <a:ext cx="2326234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1897" y="4343400"/>
            <a:ext cx="2322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54473" y="4343400"/>
            <a:ext cx="1397203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54473" y="4343400"/>
            <a:ext cx="1393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48018" y="4343400"/>
            <a:ext cx="232258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199315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912193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658661" y="4279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71539" y="4050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871716" y="43434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50017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9244" y="49377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762504" y="50017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72232" y="4937760"/>
            <a:ext cx="1176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39692" y="50017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49420" y="4937760"/>
            <a:ext cx="960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300980" y="50017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0708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148068" y="50017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57796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45236" y="5486400"/>
            <a:ext cx="64008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docentes, 1,234 estudiantes y 314 egresados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61188" y="1618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1188" y="1636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61188" y="213055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61188" y="214884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361188" y="3108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1188" y="3127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825941" y="25603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825941" y="25786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323076" y="25694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23076" y="25877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61188" y="49377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61188" y="49560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61188" y="54772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61188" y="54955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34756" y="14813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34756" y="14996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46236" y="14630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nombra el tema de la lámina.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8334756" y="21214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8334756" y="21396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746236" y="21031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pregunta aparece tal como se hizo en la encuesta.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334756" y="27614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334756" y="27797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46236" y="274320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fila es un grupo de personas: docentes, estudiantes o egresados.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334756" y="34015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334756" y="34198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46236" y="338328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Naranja y amarillo son desacuerdo, verde es acuerdo y gris, sin información.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33475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33475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746236" y="402336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suma las dos respuestas de acuerdo. Es la cifra que resume cada fila.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334756" y="468172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334756" y="470001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8746236" y="466344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nombra los colores en el mismo orden de la barra.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334756" y="5321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334756" y="5340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8746236" y="5303520"/>
            <a:ext cx="3157423" cy="640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dice cuántas personas respondieron. Los porcentajes se calculan sobre ella.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barra suma 100 %. Las cifras de este ejemplo son ficticias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anatomía de una lámina con gráfico (ejemplo anotado)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135124" y="2926080"/>
            <a:ext cx="4645152" cy="1810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135124" y="2743200"/>
            <a:ext cx="46451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12.90 x 5.03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699516" y="4937760"/>
            <a:ext cx="7106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99516" y="4754880"/>
            <a:ext cx="7106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19.74 x 0.76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Y COLOR DE CADA ELEMENTO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371600"/>
          <a:ext cx="11615623" cy="4480560"/>
        </p:xfrm>
        <a:graphic>
          <a:graphicData uri="http://schemas.openxmlformats.org/drawingml/2006/table">
            <a:tbl>
              <a:tblPr/>
              <a:tblGrid>
                <a:gridCol w="2783910"/>
                <a:gridCol w="5375826"/>
                <a:gridCol w="3455888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Elemento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Cómo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5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Para qué sirve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Título de la lámina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24 pt, negrita, coral y en mayúsculas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el 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Subtítulo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bajo el título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Ubicar la lámina en su capítulo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Pregunta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azul oscuro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lo que se preguntó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Grupo de cada fila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 pt, negrita, azul oscuro, a la izquierda de la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de quién es cada barra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Cifra en la barra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negrita. Si el tramo es angosto, 12 pt encima, con una línea guía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Dar el porcentaje de cada respuesta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Top Two Box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13 pt, negrita, verde, en una columna a la derecha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Resumir el acuerdo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Leyenda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10.5 pt, azul oscuro, debajo del gráfico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Nombrar cada color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Texto de análisis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14 pt, azul oscuro, con las cifras en negrita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Contar lo que se ve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Base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 pt, negrita, azul oscuro, al pie de la lámina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Decir cuántos respondieron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Respuestas por grupo</a:t>
                      </a:r>
                    </a:p>
                  </a:txBody>
                  <a:tcPr anchor="ctr" marB="76200" marT="762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se usa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Mostrar el tamaño de cada grupo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en Arial y nada bajo 10 pt. Tamaños medidos en 2,725 cuadros de texto de 6 informes entregados (2025 y 2026)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tamaño, peso y color de cada elemento (medidos en 6 informes finales)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371600"/>
            <a:ext cx="11615623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11887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tamaños, 32.27 x 12.45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CADA COSA EN LA LÁMINA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49336" y="1644823"/>
            <a:ext cx="5634240" cy="384048"/>
          </a:xfrm>
          <a:prstGeom prst="rect">
            <a:avLst/>
          </a:prstGeom>
          <a:solidFill>
            <a:srgbClr val="F6D9D7">
              <a:alpha val="100000"/>
            </a:srgbClr>
          </a:solidFill>
          <a:ln w="3175" cap="rnd" cmpd="sng">
            <a:solidFill>
              <a:srgbClr val="F6D9D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49336" y="2307946"/>
            <a:ext cx="6504749" cy="2381098"/>
          </a:xfrm>
          <a:prstGeom prst="rect">
            <a:avLst/>
          </a:prstGeom>
          <a:solidFill>
            <a:srgbClr val="E2EFD9">
              <a:alpha val="100000"/>
            </a:srgbClr>
          </a:solidFill>
          <a:ln w="3175" cap="rnd" cmpd="sng">
            <a:solidFill>
              <a:srgbClr val="E2EFD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49336" y="4724888"/>
            <a:ext cx="6504749" cy="179222"/>
          </a:xfrm>
          <a:prstGeom prst="rect">
            <a:avLst/>
          </a:prstGeom>
          <a:solidFill>
            <a:srgbClr val="FFF2CC">
              <a:alpha val="100000"/>
            </a:srgbClr>
          </a:solidFill>
          <a:ln w="3175" cap="rnd" cmpd="sng">
            <a:solidFill>
              <a:srgbClr val="FFF2C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49336" y="4975799"/>
            <a:ext cx="6504749" cy="153619"/>
          </a:xfrm>
          <a:prstGeom prst="rect">
            <a:avLst/>
          </a:prstGeom>
          <a:solidFill>
            <a:srgbClr val="E3E7EF">
              <a:alpha val="100000"/>
            </a:srgbClr>
          </a:solidFill>
          <a:ln w="3175" cap="rnd" cmpd="sng">
            <a:solidFill>
              <a:srgbClr val="E3E7E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45679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5679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45679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45679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5679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679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679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45679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45679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45679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5679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45679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45679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45679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50428" y="151790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950428" y="1784386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950428" y="205086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50428" y="231735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50428" y="2583833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50428" y="285031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50428" y="3116798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50428" y="3383280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950428" y="3649762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950428" y="3916245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50428" y="4182727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950428" y="4449209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950428" y="4715691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50428" y="4982174"/>
            <a:ext cx="7315" cy="133241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767913" y="1708831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767913" y="1727119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23945" y="1833189"/>
            <a:ext cx="33832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358616" y="1572768"/>
            <a:ext cx="7315" cy="27139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362273" y="1569110"/>
            <a:ext cx="48463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767913" y="337047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767913" y="338876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23945" y="3494837"/>
            <a:ext cx="47548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5776" y="2286000"/>
            <a:ext cx="7315" cy="121981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499433" y="2282342"/>
            <a:ext cx="34747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67913" y="468648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67913" y="470477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23945" y="4810841"/>
            <a:ext cx="612648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632936" y="2999232"/>
            <a:ext cx="7315" cy="1822582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36593" y="2995574"/>
            <a:ext cx="21031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429585" y="4924593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429585" y="4942881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685617" y="5048951"/>
            <a:ext cx="1088136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70096" y="3712464"/>
            <a:ext cx="7315" cy="134746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773753" y="3708806"/>
            <a:ext cx="73152" cy="7315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03032" y="491947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03032" y="493776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892625" y="1408176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título va arriba a la izquierda, a 0.9 cm del borde superior.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892625" y="2121408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gráfico ocupa la franja central y empieza a 4.2 cm de arriba.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892625" y="2834640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leyenda va debajo del gráfico, centrada en todo el bloque.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892625" y="3547872"/>
            <a:ext cx="4011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base cierra la lámina, en la última línea.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892625" y="42793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892625" y="42976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8276673" y="4261104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líneas punteadas son el margen: 0.8 cm a cada lado, igual en todas las láminas.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92625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92625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6673" y="4974336"/>
            <a:ext cx="3626986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algo no cabe, el contenido pasa a otra lámina marcada «(cont.)». La letra no se achica.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16:9 dibujada a poco más de la mitad de su tamaño. Todas las láminas del informe usan este esqueleto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retícula de la lámina 16:9 (13.33 x 7.5 in) con márgenes y bandas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63040"/>
            <a:ext cx="6827349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280160"/>
            <a:ext cx="682734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a escala 0.56, 18.96 x 10.67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COLORES Y LO QUE SIGNIFICAN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de una escala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64208"/>
            <a:ext cx="1143000" cy="4114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231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contra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522476" y="1664208"/>
            <a:ext cx="1143000" cy="41148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7675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contra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56916" y="1664208"/>
            <a:ext cx="1143000" cy="4114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1119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991356" y="1664208"/>
            <a:ext cx="1143000" cy="4114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94563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a favor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25796" y="1664208"/>
            <a:ext cx="1143000" cy="41148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180076" y="2121408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información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589520" y="1645920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lo negativo a lo positivo, siempre en este orden. Lo negativo es naranja, nunca rojo. Sin información va al final y en gris.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487168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y 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779776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4231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522476" y="2779776"/>
            <a:ext cx="1143000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6756" y="3236976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589520" y="2761488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en azul oscuro y No en celeste, en todas las láminas.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02736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Grupos de personas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95344"/>
            <a:ext cx="1024128" cy="41148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4231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403604" y="3895344"/>
            <a:ext cx="1024128" cy="41148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357884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19172" y="3895344"/>
            <a:ext cx="1024128" cy="41148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73452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34740" y="3895344"/>
            <a:ext cx="1024128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89020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0308" y="3895344"/>
            <a:ext cx="1024128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04588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865876" y="3895344"/>
            <a:ext cx="1024128" cy="4114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20156" y="4352544"/>
            <a:ext cx="111556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589520" y="3877056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grupo conserva su color en todo el informe. Si el nombre ya está escrito junto a la barra, no necesita color.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718304"/>
            <a:ext cx="4572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énfasis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010912"/>
            <a:ext cx="1143000" cy="411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4231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522476" y="5010912"/>
            <a:ext cx="1143000" cy="4114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47675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56916" y="5010912"/>
            <a:ext cx="1143000" cy="4114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1119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91356" y="5010912"/>
            <a:ext cx="1143000" cy="41148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945636" y="5468112"/>
            <a:ext cx="1234440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 apoyo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89520" y="4992624"/>
            <a:ext cx="4314139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coral sólo se usa en los títulos. El verde sólo marca el Top Two Box.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quien diseña: azul oscuro 081F5C, coral CA5651, verde 4E9438. Escala F4B183, FFD965, ADD493, 70AD47 y BFBFBF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paleta validada y regla de uso de cada color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TEXTO QUE ACOMPAÑA AL GRÁFICO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545336"/>
            <a:ext cx="1545048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89116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180556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80556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80556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180556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derecha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más común. El gráfico ocupa cerca de 60 % del ancho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71952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99968" y="1737360"/>
            <a:ext cx="32004" cy="731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91408" y="1792224"/>
            <a:ext cx="606764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491408" y="1975104"/>
            <a:ext cx="55822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491408" y="2157984"/>
            <a:ext cx="588561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91408" y="2340864"/>
            <a:ext cx="36405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390780" y="1545336"/>
            <a:ext cx="1417032" cy="134416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80512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80512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lámina vecina lleva el texto a la derecha y conviene alternar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55868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83884" y="154533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75324" y="160020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75324" y="168088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75324" y="176156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75324" y="184224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83884" y="2057400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64428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arriba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64428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el gráfico necesita todo el ancho, como una tabla o muchas filas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39783" y="1417320"/>
            <a:ext cx="2663876" cy="16002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7799" y="1545336"/>
            <a:ext cx="2407844" cy="8321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367799" y="2505456"/>
            <a:ext cx="32004" cy="38404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59239" y="2560320"/>
            <a:ext cx="22798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59239" y="2641002"/>
            <a:ext cx="209744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59239" y="2721685"/>
            <a:ext cx="2211433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459239" y="2802367"/>
            <a:ext cx="1367897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148343" y="3090672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debajo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148343" y="3364992"/>
            <a:ext cx="2846756" cy="5029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conclusión cierra la lámina después de mostrar el gráfico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114800"/>
            <a:ext cx="45720" cy="1234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9204" y="4069080"/>
            <a:ext cx="5376672" cy="1325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 de los docentes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53 % de los estudiantes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41330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41513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734556" y="4114800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recomiendan entre 40 y 70 palabras.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628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5811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734556" y="4544568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cifras que menciona van en negrita y coinciden con las del gráfico.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3076" y="499262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323076" y="501091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734556" y="4974336"/>
            <a:ext cx="5169103" cy="4297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Cuenta lo que muestra el gráfico, sin repetir la pregunta.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texto narrativo en láminas con gráfico (p_slide_*_narrativo, p_slide_grafico_texto_*)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4069080"/>
            <a:ext cx="5577840" cy="1325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886200"/>
            <a:ext cx="5577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15.49 x 3.68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0"/>
            <a:ext cx="11615623" cy="2468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2344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posiciones del texto, 32.27 x 6.86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ES CADA ELEMENTO EN POWERPOINT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32054" y="1570482"/>
            <a:ext cx="27432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7190" y="1607058"/>
            <a:ext cx="3291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apoyo al estudiante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652364" y="1581912"/>
            <a:ext cx="566928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6636" y="2331720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de análisis con sus cifras en negrita.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2377440"/>
            <a:ext cx="304495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91556" y="235915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2743200"/>
            <a:ext cx="2368296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4900" y="272491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528316" y="3108960"/>
            <a:ext cx="186080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07408" y="309067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28316" y="3474720"/>
            <a:ext cx="2706624" cy="2377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53228" y="3456432"/>
            <a:ext cx="457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636" y="4005072"/>
            <a:ext cx="5638648" cy="1188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6636" y="414223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6636" y="4279392"/>
            <a:ext cx="5638648" cy="118872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636" y="4416552"/>
            <a:ext cx="5638648" cy="118872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77190" y="4590288"/>
            <a:ext cx="2286000" cy="20116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6576" y="1572768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6576" y="1591056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6576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6576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984748" y="235915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84748" y="237744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6576" y="3986784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6576" y="4005072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332324" y="1581912"/>
            <a:ext cx="237744" cy="237744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2324" y="1600200"/>
            <a:ext cx="237744" cy="20116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841084" y="150876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841084" y="152704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225132" y="1463040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25132" y="1737360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el título de la lámina: aparece en el esquema y en la navegación. Se escribe en el cuadro.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1084" y="2212848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41084" y="2231136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25132" y="2167128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y base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225132" y="2441448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Son cuadros de texto con su tamaño y color fijados. Se escribe en ellos.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1084" y="2916936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841084" y="2935224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5132" y="2871216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Gráfico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5132" y="3145536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 gráfico vectorial: cada barra y cada cifra es una forma. Los datos se cambian generándolo de nuevo.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841084" y="3621024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841084" y="3639312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25132" y="3575304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225132" y="3849624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una tabla de PowerPoint. Se ajusta desde Diseño de tabla.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41084" y="4325112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41084" y="4343400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225132" y="4279392"/>
            <a:ext cx="4678528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25132" y="4553712"/>
            <a:ext cx="4678528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 parte del diseño de la lámina, igual en todas. Se cambia en el patrón de diapositivas.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naturaleza nativa de cada elemento de la lámina (título en marcador de título, gráficos vectoriales rvg::dml, tablas flextable)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63040"/>
            <a:ext cx="6095848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280160"/>
            <a:ext cx="6095848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 de ejemplo con cinco elementos marcados, 16.93 x 9.53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MISMA ESCALA, MUCHAS REDACCIONES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91640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2938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Completamente en desacuerdo … Completamente de 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16712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… Totalmente de Acuerdo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0487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 1 … Totalmente de acuerdo 4, con SIN INF primero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00800" y="1737360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479792" y="1737360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479792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558784" y="1737360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558784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7776" y="1737360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37776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16768" y="1737360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16768" y="2103120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88950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163824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… Muy satisfecho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156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Satisfecho / Poco Satisfecho / Satisfecho / Muy Satisfecho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63931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 / Poco Satisfecho / Satisfecho / Muy Satisfecho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87705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«No he usado el servicio» primero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00800" y="3209544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479792" y="3209544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9792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558784" y="3209544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558784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37776" y="3209544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637776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16768" y="3209544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716768" y="3575304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 o no usado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361688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Importancia, utilidad y competencia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36008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 … Muy importante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873752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 … Totalmente útil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111496"/>
            <a:ext cx="539496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 … Totalmente competente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400800" y="4681728"/>
            <a:ext cx="1024128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400800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bajo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79792" y="4681728"/>
            <a:ext cx="102412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9792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558784" y="4681728"/>
            <a:ext cx="1024128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58784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37776" y="4681728"/>
            <a:ext cx="1024128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37776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Extremo alto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716768" y="4681728"/>
            <a:ext cx="1024128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6768" y="5047488"/>
            <a:ext cx="1024128" cy="38404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00800" y="5678424"/>
            <a:ext cx="5394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Box: suma de las dos respuestas más altas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redacción cambia según la carrera y el actor, pero el color y el orden se mantienen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robustez: la escala se reconoce por significado y orden. SIN INF al final (PROPUESTA para el motor: H57, H58, H59, H64, H65)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VARIAS CIFRAS SON MUY PEQUEÑAS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42253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inicio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6825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040729"/>
            <a:ext cx="219821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84064" y="2104737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78624" y="2040729"/>
            <a:ext cx="29626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278624" y="2104737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9628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001768" y="1967577"/>
            <a:ext cx="6217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30952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2876327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chicas al final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2874803"/>
            <a:ext cx="16495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938811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400800" y="2874803"/>
            <a:ext cx="34052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400800" y="2938811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2368" y="2874803"/>
            <a:ext cx="11338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912096" y="2874803"/>
            <a:ext cx="585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874803"/>
            <a:ext cx="27432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5174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90304" y="2801651"/>
            <a:ext cx="5669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97696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93404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710928" y="2801651"/>
            <a:ext cx="22860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418320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098634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04120" y="2801651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710401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Chicas en los dos extremos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370887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809744" y="3708877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974336" y="3708877"/>
            <a:ext cx="258226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74336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52944" y="370887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52944" y="377288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708877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76826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48970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86554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92040" y="3635725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0328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80930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131552" y="3635725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38944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4544475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chicas salvo una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542951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542951"/>
            <a:ext cx="5852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19472" y="4542951"/>
            <a:ext cx="51060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919472" y="4606959"/>
            <a:ext cx="51023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021824" y="4542951"/>
            <a:ext cx="1682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04258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517136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88655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92040" y="4469799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3776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098634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710928" y="4469799"/>
            <a:ext cx="3931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418320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una cifra no cabe en su tramo, sube con una línea guía. Base: 120 casos de ejemplo, con cifras ficticias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 de rotulado: cifras que no caben en su segmento van encima, con guía. Seguidas se separan 0,46 in sin salir de la barra. Con poco aire, la barra adelgaza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INFORME TIPO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1463040" y="2423160"/>
            <a:ext cx="9235440" cy="12344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DE OPINIÓN SOBRE EL SERVICIO EDUCATIVO OFRECIDO POR LA CARRERA DE CONTABILIDAD, EN EL MARCO DE LA REACREDITACIÓN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63040" y="3950208"/>
            <a:ext cx="92354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 consolidado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463040" y="4617720"/>
            <a:ext cx="923544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 encargo de la Facultad de Ciencias Contables PUCP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412480" y="5349240"/>
            <a:ext cx="29260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Setiembre, 2026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p_slide_portada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463040" y="2148840"/>
            <a:ext cx="9235440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463040" y="1965960"/>
            <a:ext cx="9235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de portada, 25.65 x 3.43 cm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920240" y="2331720"/>
            <a:ext cx="1371600" cy="13716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3703320" y="1828800"/>
            <a:ext cx="54864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703320" y="2240280"/>
            <a:ext cx="7863840" cy="1828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percepción sobre los propósitos de la carrera de Contabilidad, su perfil de egreso, su plan de estudios y otras dimensiones relevantes para la acreditación, a partir de la opinión de estudiantes, docentes, egresados(as), personal administrativo, Comité Consultivo y empleadores(as).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p_slide_objetivo_icono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1143000"/>
            <a:ext cx="11615623" cy="4846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9601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objetivo, 32.27 x 13.46 cm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 CUANTITATIVA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288036" y="1600200"/>
          <a:ext cx="11155680" cy="3657600"/>
        </p:xfrm>
        <a:graphic>
          <a:graphicData uri="http://schemas.openxmlformats.org/drawingml/2006/table">
            <a:tbl>
              <a:tblPr/>
              <a:tblGrid>
                <a:gridCol w="2377440"/>
                <a:gridCol w="8778240"/>
              </a:tblGrid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y técnica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Metodología cuantitativa mediante encuestas telefónicas y por correo electrónico. Encuesta vía correo a docentes y administrativos, y aplicación presencial en aulas a estudiantes. Plataforma: Survey Monkey.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Estudiantes, docentes, egresados(as) y personal administrativo de la carrera de Contabilidad de la PUCP.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Muestreo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No probabilístico por conveniencia, con intención censal.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Muestra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172 estudiantes (96 %), 52 docentes (92 %), 178 egresados(as) (66 %) y 15 administrativos (94 %).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Trabajo de campo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D8D8D8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27000" marR="127000">
                        <a:lnSpc>
                          <a:spcPct val="100000"/>
                        </a:lnSpc>
                        <a:spcBef>
                          <a:spcPts val="2100"/>
                        </a:spcBef>
                        <a:spcAft>
                          <a:spcPts val="2100"/>
                        </a:spcAft>
                        <a:buNone/>
                      </a:pPr>
                      <a:r>
                        <a:rPr cap="none" sz="15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Del 25 de mayo al 22 de julio de 2026.</a:t>
                      </a:r>
                    </a:p>
                  </a:txBody>
                  <a:tcPr anchor="ctr" marB="266700" marT="2667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p_slide_tabla_tecnica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600200"/>
            <a:ext cx="11155680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1417320"/>
            <a:ext cx="11155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30.99 x 10.67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155680" cy="868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facilitar la lectura se suman los dos valores superiores de la escala, suma conocida como Top Two Box. Con ella se comparan los actores entre sí y con las mediciones de otros años.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43200" y="3063240"/>
            <a:ext cx="3374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90038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076956" y="3063240"/>
            <a:ext cx="337414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923794" y="3154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410712" y="3063240"/>
            <a:ext cx="2339950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410712" y="3154680"/>
            <a:ext cx="23362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747004" y="3063240"/>
            <a:ext cx="3671316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47004" y="3154680"/>
            <a:ext cx="36713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410712" y="3685032"/>
            <a:ext cx="6007608" cy="1828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1071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00032" y="3593592"/>
            <a:ext cx="18288" cy="109728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405372" y="3703320"/>
            <a:ext cx="18288" cy="12801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042916" y="3867912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042916" y="4123944"/>
            <a:ext cx="274320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+ 55% = 90%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60020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en desacuerdo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869680" y="4782312"/>
            <a:ext cx="173736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
de acuerdo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566160" y="5001768"/>
            <a:ext cx="5029200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12514" y="5184648"/>
            <a:ext cx="164592" cy="16459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119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369814" y="5184648"/>
            <a:ext cx="164592" cy="16459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692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627114" y="5184648"/>
            <a:ext cx="164592" cy="16459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5265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84414" y="5184648"/>
            <a:ext cx="164592" cy="16459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83830" y="5367528"/>
            <a:ext cx="365760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p_slide_top_two_box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743200" y="2743200"/>
            <a:ext cx="6675120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743200" y="2560320"/>
            <a:ext cx="6675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ejemplo, 18.54 x 5.59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porcentaje se redondea por separado: desde 0.5 sube y por debajo baja. Cada cifra queda lo más cerca posible de su valor exacto, pero la suma puede dar 99% o 101%.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74320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74320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74320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74320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74320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87121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87121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48386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47472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47472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94106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08736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estándar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407822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407822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7316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este ejemplo la suma queda en 101%: cada cifra se redondeó por su cuenta.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estándar)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22676" y="2743200"/>
            <a:ext cx="8503920" cy="18928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122676" y="256032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5.26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REDONDEO DEL RESTO MAYOR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Primero se toma la parte entera de cada porcentaje. Los puntos que faltan para llegar a 100 se dan, uno por uno, a las categorías con el resto decimal más grande. La suma siempre da 100%.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168396" y="2468880"/>
            <a:ext cx="1371600" cy="9144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12267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31436" y="2468880"/>
            <a:ext cx="1371600" cy="9144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94476" y="2468880"/>
            <a:ext cx="1371600" cy="9144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4875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557516" y="2468880"/>
            <a:ext cx="1371600" cy="9144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1179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020556" y="2468880"/>
            <a:ext cx="1371600" cy="9144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974836" y="2596896"/>
            <a:ext cx="1463040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37876" y="259689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Suma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09544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 exacto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8571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3.93%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04875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33.71%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51179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61.80%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974836" y="3200400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37876" y="3200400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66744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13048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Parte entera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4875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1179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74836" y="3803904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37876" y="3803904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270248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416552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Resto decimal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0.56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1431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8571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7735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4875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0.71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40396" y="4334256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1179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0.80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974836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0.00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873752"/>
            <a:ext cx="1133856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20056"/>
            <a:ext cx="274320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2267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1431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8571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27735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4875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740396" y="4937760"/>
            <a:ext cx="1005840" cy="438912"/>
          </a:xfrm>
          <a:prstGeom prst="rect">
            <a:avLst/>
          </a:prstGeom>
          <a:ln w="158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51179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974836" y="5010912"/>
            <a:ext cx="146304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37876" y="5010912"/>
            <a:ext cx="1188720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5660136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Faltan 3 puntos: van a los tres restos más grandes. El 0.56% queda en 0%.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Ejemplo con 1, 7, 60, 110 y 0 casos de 178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p_slide_redondeo (método del resto mayor)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22676" y="2468880"/>
            <a:ext cx="8503920" cy="30998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22676" y="2286000"/>
            <a:ext cx="8503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matriz de redondeo, 23.62 x 8.61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043684" y="2212848"/>
            <a:ext cx="28179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98163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7432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3684" y="2761488"/>
            <a:ext cx="26011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81401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70168" y="20802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125816" y="2089404"/>
            <a:ext cx="2578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740473" y="20802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70168" y="24917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125816" y="2500884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980295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70168" y="290322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125816" y="2912364"/>
            <a:ext cx="4796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642035" y="29032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70168" y="331470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125816" y="3323844"/>
            <a:ext cx="1199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82302" y="33147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27939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43684" y="4288536"/>
            <a:ext cx="174441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24676" y="42793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60857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43684" y="4617720"/>
            <a:ext cx="14760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556305" y="46085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043684" y="4946904"/>
            <a:ext cx="26837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63977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26694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043684" y="5276088"/>
            <a:ext cx="254953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629791" y="5266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559612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043684" y="5605272"/>
            <a:ext cx="28179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98163" y="55961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59253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043684" y="5934456"/>
            <a:ext cx="22811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361420" y="5925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70168" y="3794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declarada (años)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534760" y="5580453"/>
            <a:ext cx="383400" cy="3174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415888" y="533356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41588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973024" y="4839789"/>
            <a:ext cx="383400" cy="105809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854152" y="459290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5415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1288" y="4663440"/>
            <a:ext cx="383400" cy="1234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292416" y="441655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9241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49553" y="4769249"/>
            <a:ext cx="383400" cy="1128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30681" y="4522361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3068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87817" y="5016137"/>
            <a:ext cx="383400" cy="88174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168945" y="4769249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6894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26081" y="5545183"/>
            <a:ext cx="383400" cy="3526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607209" y="5298295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07209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164345" y="5439374"/>
            <a:ext cx="383400" cy="45850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045473" y="5192486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045473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02610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483738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483738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0040874" y="5721531"/>
            <a:ext cx="383400" cy="17634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922002" y="547464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922002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0479138" y="5792071"/>
            <a:ext cx="383400" cy="10580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360266" y="554518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360266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0917403" y="5862610"/>
            <a:ext cx="383400" cy="3527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798531" y="5615722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798531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667" y="5756801"/>
            <a:ext cx="383400" cy="1410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236795" y="5509913"/>
            <a:ext cx="62114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236795" y="5916168"/>
            <a:ext cx="6211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30+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977245" y="6153912"/>
            <a:ext cx="128016" cy="100584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977579" y="4251960"/>
            <a:ext cx="29260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Mediana: 22 años. Media: 22.5 años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6118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x3 + p_histograma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043684" y="2057400"/>
            <a:ext cx="3156052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043684" y="187452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8.77 x 3.05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125816" y="2011680"/>
            <a:ext cx="315605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125816" y="182880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4.57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043684" y="4251960"/>
            <a:ext cx="315605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043684" y="4069080"/>
            <a:ext cx="31560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8.77 x 5.49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507328" y="4663440"/>
            <a:ext cx="5259172" cy="1234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6507328" y="4480560"/>
            <a:ext cx="52591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histograma, 14.61 x 3.43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164793" y="2240280"/>
            <a:ext cx="1874520" cy="1874520"/>
            <a:chOff x="1164793" y="2240280"/>
            <a:chExt cx="1874520" cy="1874520"/>
          </a:xfrm>
        </p:grpSpPr>
        <p:sp>
          <p:nvSpPr>
            <p:cNvPr id="5" name="rc3"/>
            <p:cNvSpPr/>
            <p:nvPr/>
          </p:nvSpPr>
          <p:spPr>
            <a:xfrm>
              <a:off x="1164793" y="2240280"/>
              <a:ext cx="1874520" cy="187452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02053" y="2427732"/>
              <a:ext cx="749807" cy="1025830"/>
            </a:xfrm>
            <a:custGeom>
              <a:avLst/>
              <a:pathLst>
                <a:path w="749807" h="1025830">
                  <a:moveTo>
                    <a:pt x="0" y="749807"/>
                  </a:moveTo>
                  <a:lnTo>
                    <a:pt x="0" y="723952"/>
                  </a:lnTo>
                  <a:lnTo>
                    <a:pt x="0" y="698097"/>
                  </a:lnTo>
                  <a:lnTo>
                    <a:pt x="0" y="672241"/>
                  </a:lnTo>
                  <a:lnTo>
                    <a:pt x="0" y="646386"/>
                  </a:lnTo>
                  <a:lnTo>
                    <a:pt x="0" y="620530"/>
                  </a:lnTo>
                  <a:lnTo>
                    <a:pt x="0" y="594675"/>
                  </a:lnTo>
                  <a:lnTo>
                    <a:pt x="0" y="568819"/>
                  </a:lnTo>
                  <a:lnTo>
                    <a:pt x="0" y="542964"/>
                  </a:lnTo>
                  <a:lnTo>
                    <a:pt x="0" y="517108"/>
                  </a:lnTo>
                  <a:lnTo>
                    <a:pt x="0" y="491253"/>
                  </a:lnTo>
                  <a:lnTo>
                    <a:pt x="0" y="465398"/>
                  </a:lnTo>
                  <a:lnTo>
                    <a:pt x="0" y="439542"/>
                  </a:lnTo>
                  <a:lnTo>
                    <a:pt x="0" y="413687"/>
                  </a:lnTo>
                  <a:lnTo>
                    <a:pt x="0" y="387831"/>
                  </a:lnTo>
                  <a:lnTo>
                    <a:pt x="0" y="361976"/>
                  </a:lnTo>
                  <a:lnTo>
                    <a:pt x="0" y="336120"/>
                  </a:lnTo>
                  <a:lnTo>
                    <a:pt x="0" y="310265"/>
                  </a:lnTo>
                  <a:lnTo>
                    <a:pt x="0" y="284409"/>
                  </a:lnTo>
                  <a:lnTo>
                    <a:pt x="0" y="258554"/>
                  </a:lnTo>
                  <a:lnTo>
                    <a:pt x="0" y="232699"/>
                  </a:lnTo>
                  <a:lnTo>
                    <a:pt x="0" y="206843"/>
                  </a:lnTo>
                  <a:lnTo>
                    <a:pt x="0" y="180988"/>
                  </a:lnTo>
                  <a:lnTo>
                    <a:pt x="0" y="155132"/>
                  </a:lnTo>
                  <a:lnTo>
                    <a:pt x="0" y="129277"/>
                  </a:lnTo>
                  <a:lnTo>
                    <a:pt x="0" y="103421"/>
                  </a:lnTo>
                  <a:lnTo>
                    <a:pt x="0" y="77566"/>
                  </a:lnTo>
                  <a:lnTo>
                    <a:pt x="0" y="51710"/>
                  </a:lnTo>
                  <a:lnTo>
                    <a:pt x="0" y="25855"/>
                  </a:lnTo>
                  <a:lnTo>
                    <a:pt x="0" y="0"/>
                  </a:lnTo>
                  <a:lnTo>
                    <a:pt x="25617" y="437"/>
                  </a:lnTo>
                  <a:lnTo>
                    <a:pt x="51204" y="1750"/>
                  </a:lnTo>
                  <a:lnTo>
                    <a:pt x="76732" y="3936"/>
                  </a:lnTo>
                  <a:lnTo>
                    <a:pt x="102170" y="6993"/>
                  </a:lnTo>
                  <a:lnTo>
                    <a:pt x="127488" y="10917"/>
                  </a:lnTo>
                  <a:lnTo>
                    <a:pt x="152658" y="15704"/>
                  </a:lnTo>
                  <a:lnTo>
                    <a:pt x="177650" y="21349"/>
                  </a:lnTo>
                  <a:lnTo>
                    <a:pt x="202434" y="27843"/>
                  </a:lnTo>
                  <a:lnTo>
                    <a:pt x="226981" y="35181"/>
                  </a:lnTo>
                  <a:lnTo>
                    <a:pt x="251264" y="43353"/>
                  </a:lnTo>
                  <a:lnTo>
                    <a:pt x="275254" y="52350"/>
                  </a:lnTo>
                  <a:lnTo>
                    <a:pt x="298922" y="62161"/>
                  </a:lnTo>
                  <a:lnTo>
                    <a:pt x="322241" y="72775"/>
                  </a:lnTo>
                  <a:lnTo>
                    <a:pt x="345183" y="84180"/>
                  </a:lnTo>
                  <a:lnTo>
                    <a:pt x="367723" y="96362"/>
                  </a:lnTo>
                  <a:lnTo>
                    <a:pt x="389833" y="109306"/>
                  </a:lnTo>
                  <a:lnTo>
                    <a:pt x="411488" y="122999"/>
                  </a:lnTo>
                  <a:lnTo>
                    <a:pt x="432663" y="137424"/>
                  </a:lnTo>
                  <a:lnTo>
                    <a:pt x="453333" y="152563"/>
                  </a:lnTo>
                  <a:lnTo>
                    <a:pt x="473473" y="168400"/>
                  </a:lnTo>
                  <a:lnTo>
                    <a:pt x="493060" y="184915"/>
                  </a:lnTo>
                  <a:lnTo>
                    <a:pt x="512072" y="202091"/>
                  </a:lnTo>
                  <a:lnTo>
                    <a:pt x="530486" y="219905"/>
                  </a:lnTo>
                  <a:lnTo>
                    <a:pt x="548280" y="238339"/>
                  </a:lnTo>
                  <a:lnTo>
                    <a:pt x="565435" y="257370"/>
                  </a:lnTo>
                  <a:lnTo>
                    <a:pt x="581929" y="276975"/>
                  </a:lnTo>
                  <a:lnTo>
                    <a:pt x="597743" y="297133"/>
                  </a:lnTo>
                  <a:lnTo>
                    <a:pt x="612860" y="317819"/>
                  </a:lnTo>
                  <a:lnTo>
                    <a:pt x="627261" y="339010"/>
                  </a:lnTo>
                  <a:lnTo>
                    <a:pt x="640930" y="360680"/>
                  </a:lnTo>
                  <a:lnTo>
                    <a:pt x="653850" y="382805"/>
                  </a:lnTo>
                  <a:lnTo>
                    <a:pt x="666007" y="405358"/>
                  </a:lnTo>
                  <a:lnTo>
                    <a:pt x="677387" y="428313"/>
                  </a:lnTo>
                  <a:lnTo>
                    <a:pt x="687975" y="451644"/>
                  </a:lnTo>
                  <a:lnTo>
                    <a:pt x="697760" y="475322"/>
                  </a:lnTo>
                  <a:lnTo>
                    <a:pt x="706731" y="499322"/>
                  </a:lnTo>
                  <a:lnTo>
                    <a:pt x="714876" y="523613"/>
                  </a:lnTo>
                  <a:lnTo>
                    <a:pt x="722186" y="548169"/>
                  </a:lnTo>
                  <a:lnTo>
                    <a:pt x="728654" y="572961"/>
                  </a:lnTo>
                  <a:lnTo>
                    <a:pt x="734270" y="597958"/>
                  </a:lnTo>
                  <a:lnTo>
                    <a:pt x="739030" y="623133"/>
                  </a:lnTo>
                  <a:lnTo>
                    <a:pt x="742926" y="648456"/>
                  </a:lnTo>
                  <a:lnTo>
                    <a:pt x="745955" y="673898"/>
                  </a:lnTo>
                  <a:lnTo>
                    <a:pt x="748113" y="699428"/>
                  </a:lnTo>
                  <a:lnTo>
                    <a:pt x="749398" y="725016"/>
                  </a:lnTo>
                  <a:lnTo>
                    <a:pt x="749807" y="750634"/>
                  </a:lnTo>
                  <a:lnTo>
                    <a:pt x="749341" y="776251"/>
                  </a:lnTo>
                  <a:lnTo>
                    <a:pt x="748000" y="801837"/>
                  </a:lnTo>
                  <a:lnTo>
                    <a:pt x="745786" y="827362"/>
                  </a:lnTo>
                  <a:lnTo>
                    <a:pt x="742701" y="852796"/>
                  </a:lnTo>
                  <a:lnTo>
                    <a:pt x="738749" y="878111"/>
                  </a:lnTo>
                  <a:lnTo>
                    <a:pt x="733934" y="903275"/>
                  </a:lnTo>
                  <a:lnTo>
                    <a:pt x="728262" y="928260"/>
                  </a:lnTo>
                  <a:lnTo>
                    <a:pt x="721740" y="953037"/>
                  </a:lnTo>
                  <a:lnTo>
                    <a:pt x="714375" y="977577"/>
                  </a:lnTo>
                  <a:lnTo>
                    <a:pt x="706177" y="1001851"/>
                  </a:lnTo>
                  <a:lnTo>
                    <a:pt x="697153" y="1025830"/>
                  </a:lnTo>
                  <a:lnTo>
                    <a:pt x="673114" y="1016312"/>
                  </a:lnTo>
                  <a:lnTo>
                    <a:pt x="649074" y="1006794"/>
                  </a:lnTo>
                  <a:lnTo>
                    <a:pt x="625034" y="997276"/>
                  </a:lnTo>
                  <a:lnTo>
                    <a:pt x="600994" y="987758"/>
                  </a:lnTo>
                  <a:lnTo>
                    <a:pt x="576954" y="978240"/>
                  </a:lnTo>
                  <a:lnTo>
                    <a:pt x="552915" y="968722"/>
                  </a:lnTo>
                  <a:lnTo>
                    <a:pt x="528875" y="959204"/>
                  </a:lnTo>
                  <a:lnTo>
                    <a:pt x="504835" y="949686"/>
                  </a:lnTo>
                  <a:lnTo>
                    <a:pt x="480795" y="940168"/>
                  </a:lnTo>
                  <a:lnTo>
                    <a:pt x="456755" y="930650"/>
                  </a:lnTo>
                  <a:lnTo>
                    <a:pt x="432716" y="921132"/>
                  </a:lnTo>
                  <a:lnTo>
                    <a:pt x="408676" y="911614"/>
                  </a:lnTo>
                  <a:lnTo>
                    <a:pt x="384636" y="902096"/>
                  </a:lnTo>
                  <a:lnTo>
                    <a:pt x="360596" y="892578"/>
                  </a:lnTo>
                  <a:lnTo>
                    <a:pt x="336557" y="883060"/>
                  </a:lnTo>
                  <a:lnTo>
                    <a:pt x="312517" y="873542"/>
                  </a:lnTo>
                  <a:lnTo>
                    <a:pt x="288477" y="864024"/>
                  </a:lnTo>
                  <a:lnTo>
                    <a:pt x="264437" y="854506"/>
                  </a:lnTo>
                  <a:lnTo>
                    <a:pt x="240397" y="844988"/>
                  </a:lnTo>
                  <a:lnTo>
                    <a:pt x="216358" y="835470"/>
                  </a:lnTo>
                  <a:lnTo>
                    <a:pt x="192318" y="825952"/>
                  </a:lnTo>
                  <a:lnTo>
                    <a:pt x="168278" y="816434"/>
                  </a:lnTo>
                  <a:lnTo>
                    <a:pt x="144238" y="806916"/>
                  </a:lnTo>
                  <a:lnTo>
                    <a:pt x="120198" y="797398"/>
                  </a:lnTo>
                  <a:lnTo>
                    <a:pt x="96159" y="787880"/>
                  </a:lnTo>
                  <a:lnTo>
                    <a:pt x="72119" y="778362"/>
                  </a:lnTo>
                  <a:lnTo>
                    <a:pt x="48079" y="768844"/>
                  </a:lnTo>
                  <a:lnTo>
                    <a:pt x="24039" y="75932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1352306" y="2427732"/>
              <a:ext cx="1446900" cy="1499589"/>
            </a:xfrm>
            <a:custGeom>
              <a:avLst/>
              <a:pathLst>
                <a:path w="1446900" h="1499589">
                  <a:moveTo>
                    <a:pt x="749746" y="749807"/>
                  </a:moveTo>
                  <a:lnTo>
                    <a:pt x="773786" y="759326"/>
                  </a:lnTo>
                  <a:lnTo>
                    <a:pt x="797826" y="768844"/>
                  </a:lnTo>
                  <a:lnTo>
                    <a:pt x="821866" y="778362"/>
                  </a:lnTo>
                  <a:lnTo>
                    <a:pt x="845906" y="787880"/>
                  </a:lnTo>
                  <a:lnTo>
                    <a:pt x="869945" y="797398"/>
                  </a:lnTo>
                  <a:lnTo>
                    <a:pt x="893985" y="806916"/>
                  </a:lnTo>
                  <a:lnTo>
                    <a:pt x="918025" y="816434"/>
                  </a:lnTo>
                  <a:lnTo>
                    <a:pt x="942065" y="825952"/>
                  </a:lnTo>
                  <a:lnTo>
                    <a:pt x="966105" y="835470"/>
                  </a:lnTo>
                  <a:lnTo>
                    <a:pt x="990144" y="844988"/>
                  </a:lnTo>
                  <a:lnTo>
                    <a:pt x="1014184" y="854506"/>
                  </a:lnTo>
                  <a:lnTo>
                    <a:pt x="1038224" y="864024"/>
                  </a:lnTo>
                  <a:lnTo>
                    <a:pt x="1062264" y="873542"/>
                  </a:lnTo>
                  <a:lnTo>
                    <a:pt x="1086303" y="883060"/>
                  </a:lnTo>
                  <a:lnTo>
                    <a:pt x="1110343" y="892578"/>
                  </a:lnTo>
                  <a:lnTo>
                    <a:pt x="1134383" y="902096"/>
                  </a:lnTo>
                  <a:lnTo>
                    <a:pt x="1158423" y="911614"/>
                  </a:lnTo>
                  <a:lnTo>
                    <a:pt x="1182463" y="921132"/>
                  </a:lnTo>
                  <a:lnTo>
                    <a:pt x="1206502" y="930650"/>
                  </a:lnTo>
                  <a:lnTo>
                    <a:pt x="1230542" y="940168"/>
                  </a:lnTo>
                  <a:lnTo>
                    <a:pt x="1254582" y="949686"/>
                  </a:lnTo>
                  <a:lnTo>
                    <a:pt x="1278622" y="959204"/>
                  </a:lnTo>
                  <a:lnTo>
                    <a:pt x="1302662" y="968722"/>
                  </a:lnTo>
                  <a:lnTo>
                    <a:pt x="1326701" y="978240"/>
                  </a:lnTo>
                  <a:lnTo>
                    <a:pt x="1350741" y="987758"/>
                  </a:lnTo>
                  <a:lnTo>
                    <a:pt x="1374781" y="997276"/>
                  </a:lnTo>
                  <a:lnTo>
                    <a:pt x="1398821" y="1006794"/>
                  </a:lnTo>
                  <a:lnTo>
                    <a:pt x="1422860" y="1016312"/>
                  </a:lnTo>
                  <a:lnTo>
                    <a:pt x="1446900" y="1025830"/>
                  </a:lnTo>
                  <a:lnTo>
                    <a:pt x="1437153" y="1049280"/>
                  </a:lnTo>
                  <a:lnTo>
                    <a:pt x="1426618" y="1072387"/>
                  </a:lnTo>
                  <a:lnTo>
                    <a:pt x="1415306" y="1095123"/>
                  </a:lnTo>
                  <a:lnTo>
                    <a:pt x="1403230" y="1117463"/>
                  </a:lnTo>
                  <a:lnTo>
                    <a:pt x="1390405" y="1139382"/>
                  </a:lnTo>
                  <a:lnTo>
                    <a:pt x="1376845" y="1160854"/>
                  </a:lnTo>
                  <a:lnTo>
                    <a:pt x="1362566" y="1181854"/>
                  </a:lnTo>
                  <a:lnTo>
                    <a:pt x="1347584" y="1202359"/>
                  </a:lnTo>
                  <a:lnTo>
                    <a:pt x="1331916" y="1222344"/>
                  </a:lnTo>
                  <a:lnTo>
                    <a:pt x="1315580" y="1241788"/>
                  </a:lnTo>
                  <a:lnTo>
                    <a:pt x="1298595" y="1260667"/>
                  </a:lnTo>
                  <a:lnTo>
                    <a:pt x="1280981" y="1278960"/>
                  </a:lnTo>
                  <a:lnTo>
                    <a:pt x="1262757" y="1296646"/>
                  </a:lnTo>
                  <a:lnTo>
                    <a:pt x="1243945" y="1313705"/>
                  </a:lnTo>
                  <a:lnTo>
                    <a:pt x="1224566" y="1330117"/>
                  </a:lnTo>
                  <a:lnTo>
                    <a:pt x="1204642" y="1345863"/>
                  </a:lnTo>
                  <a:lnTo>
                    <a:pt x="1184196" y="1360926"/>
                  </a:lnTo>
                  <a:lnTo>
                    <a:pt x="1163252" y="1375287"/>
                  </a:lnTo>
                  <a:lnTo>
                    <a:pt x="1141834" y="1388932"/>
                  </a:lnTo>
                  <a:lnTo>
                    <a:pt x="1119966" y="1401843"/>
                  </a:lnTo>
                  <a:lnTo>
                    <a:pt x="1097673" y="1414006"/>
                  </a:lnTo>
                  <a:lnTo>
                    <a:pt x="1074981" y="1425407"/>
                  </a:lnTo>
                  <a:lnTo>
                    <a:pt x="1051916" y="1436033"/>
                  </a:lnTo>
                  <a:lnTo>
                    <a:pt x="1028505" y="1445872"/>
                  </a:lnTo>
                  <a:lnTo>
                    <a:pt x="1004773" y="1454913"/>
                  </a:lnTo>
                  <a:lnTo>
                    <a:pt x="980750" y="1463144"/>
                  </a:lnTo>
                  <a:lnTo>
                    <a:pt x="956461" y="1470558"/>
                  </a:lnTo>
                  <a:lnTo>
                    <a:pt x="931935" y="1477145"/>
                  </a:lnTo>
                  <a:lnTo>
                    <a:pt x="907200" y="1482897"/>
                  </a:lnTo>
                  <a:lnTo>
                    <a:pt x="882284" y="1487809"/>
                  </a:lnTo>
                  <a:lnTo>
                    <a:pt x="857217" y="1491874"/>
                  </a:lnTo>
                  <a:lnTo>
                    <a:pt x="832026" y="1495087"/>
                  </a:lnTo>
                  <a:lnTo>
                    <a:pt x="806741" y="1497446"/>
                  </a:lnTo>
                  <a:lnTo>
                    <a:pt x="781390" y="1498947"/>
                  </a:lnTo>
                  <a:lnTo>
                    <a:pt x="756003" y="1499589"/>
                  </a:lnTo>
                  <a:lnTo>
                    <a:pt x="730609" y="1499371"/>
                  </a:lnTo>
                  <a:lnTo>
                    <a:pt x="705237" y="1498293"/>
                  </a:lnTo>
                  <a:lnTo>
                    <a:pt x="679916" y="1496357"/>
                  </a:lnTo>
                  <a:lnTo>
                    <a:pt x="654675" y="1493564"/>
                  </a:lnTo>
                  <a:lnTo>
                    <a:pt x="629543" y="1489918"/>
                  </a:lnTo>
                  <a:lnTo>
                    <a:pt x="604549" y="1485423"/>
                  </a:lnTo>
                  <a:lnTo>
                    <a:pt x="579722" y="1480084"/>
                  </a:lnTo>
                  <a:lnTo>
                    <a:pt x="555089" y="1473907"/>
                  </a:lnTo>
                  <a:lnTo>
                    <a:pt x="530680" y="1466900"/>
                  </a:lnTo>
                  <a:lnTo>
                    <a:pt x="506522" y="1459071"/>
                  </a:lnTo>
                  <a:lnTo>
                    <a:pt x="482644" y="1450427"/>
                  </a:lnTo>
                  <a:lnTo>
                    <a:pt x="459071" y="1440980"/>
                  </a:lnTo>
                  <a:lnTo>
                    <a:pt x="435832" y="1430741"/>
                  </a:lnTo>
                  <a:lnTo>
                    <a:pt x="412953" y="1419720"/>
                  </a:lnTo>
                  <a:lnTo>
                    <a:pt x="390460" y="1407930"/>
                  </a:lnTo>
                  <a:lnTo>
                    <a:pt x="368380" y="1395386"/>
                  </a:lnTo>
                  <a:lnTo>
                    <a:pt x="346737" y="1382101"/>
                  </a:lnTo>
                  <a:lnTo>
                    <a:pt x="325556" y="1368091"/>
                  </a:lnTo>
                  <a:lnTo>
                    <a:pt x="304862" y="1353372"/>
                  </a:lnTo>
                  <a:lnTo>
                    <a:pt x="284678" y="1337960"/>
                  </a:lnTo>
                  <a:lnTo>
                    <a:pt x="265028" y="1321874"/>
                  </a:lnTo>
                  <a:lnTo>
                    <a:pt x="245934" y="1305131"/>
                  </a:lnTo>
                  <a:lnTo>
                    <a:pt x="227417" y="1287752"/>
                  </a:lnTo>
                  <a:lnTo>
                    <a:pt x="209500" y="1269755"/>
                  </a:lnTo>
                  <a:lnTo>
                    <a:pt x="192202" y="1251162"/>
                  </a:lnTo>
                  <a:lnTo>
                    <a:pt x="175544" y="1231994"/>
                  </a:lnTo>
                  <a:lnTo>
                    <a:pt x="159545" y="1212273"/>
                  </a:lnTo>
                  <a:lnTo>
                    <a:pt x="144223" y="1192021"/>
                  </a:lnTo>
                  <a:lnTo>
                    <a:pt x="129595" y="1171262"/>
                  </a:lnTo>
                  <a:lnTo>
                    <a:pt x="115678" y="1150020"/>
                  </a:lnTo>
                  <a:lnTo>
                    <a:pt x="102489" y="1128318"/>
                  </a:lnTo>
                  <a:lnTo>
                    <a:pt x="90043" y="1106182"/>
                  </a:lnTo>
                  <a:lnTo>
                    <a:pt x="78353" y="1083638"/>
                  </a:lnTo>
                  <a:lnTo>
                    <a:pt x="67433" y="1060711"/>
                  </a:lnTo>
                  <a:lnTo>
                    <a:pt x="57296" y="1037427"/>
                  </a:lnTo>
                  <a:lnTo>
                    <a:pt x="47953" y="1013813"/>
                  </a:lnTo>
                  <a:lnTo>
                    <a:pt x="39416" y="989896"/>
                  </a:lnTo>
                  <a:lnTo>
                    <a:pt x="31693" y="965704"/>
                  </a:lnTo>
                  <a:lnTo>
                    <a:pt x="24794" y="941264"/>
                  </a:lnTo>
                  <a:lnTo>
                    <a:pt x="18726" y="916604"/>
                  </a:lnTo>
                  <a:lnTo>
                    <a:pt x="13497" y="891753"/>
                  </a:lnTo>
                  <a:lnTo>
                    <a:pt x="9112" y="866740"/>
                  </a:lnTo>
                  <a:lnTo>
                    <a:pt x="5577" y="841592"/>
                  </a:lnTo>
                  <a:lnTo>
                    <a:pt x="2896" y="816339"/>
                  </a:lnTo>
                  <a:lnTo>
                    <a:pt x="1071" y="791010"/>
                  </a:lnTo>
                  <a:lnTo>
                    <a:pt x="105" y="765633"/>
                  </a:lnTo>
                  <a:lnTo>
                    <a:pt x="0" y="740238"/>
                  </a:lnTo>
                  <a:lnTo>
                    <a:pt x="754" y="714854"/>
                  </a:lnTo>
                  <a:lnTo>
                    <a:pt x="2367" y="689511"/>
                  </a:lnTo>
                  <a:lnTo>
                    <a:pt x="4837" y="664236"/>
                  </a:lnTo>
                  <a:lnTo>
                    <a:pt x="8162" y="639060"/>
                  </a:lnTo>
                  <a:lnTo>
                    <a:pt x="12338" y="614010"/>
                  </a:lnTo>
                  <a:lnTo>
                    <a:pt x="17360" y="589117"/>
                  </a:lnTo>
                  <a:lnTo>
                    <a:pt x="23221" y="564408"/>
                  </a:lnTo>
                  <a:lnTo>
                    <a:pt x="29916" y="539911"/>
                  </a:lnTo>
                  <a:lnTo>
                    <a:pt x="37437" y="515655"/>
                  </a:lnTo>
                  <a:lnTo>
                    <a:pt x="45775" y="491668"/>
                  </a:lnTo>
                  <a:lnTo>
                    <a:pt x="54920" y="467977"/>
                  </a:lnTo>
                  <a:lnTo>
                    <a:pt x="64863" y="444609"/>
                  </a:lnTo>
                  <a:lnTo>
                    <a:pt x="75591" y="421591"/>
                  </a:lnTo>
                  <a:lnTo>
                    <a:pt x="87092" y="398950"/>
                  </a:lnTo>
                  <a:lnTo>
                    <a:pt x="99353" y="376711"/>
                  </a:lnTo>
                  <a:lnTo>
                    <a:pt x="112361" y="354900"/>
                  </a:lnTo>
                  <a:lnTo>
                    <a:pt x="126099" y="333543"/>
                  </a:lnTo>
                  <a:lnTo>
                    <a:pt x="140553" y="312662"/>
                  </a:lnTo>
                  <a:lnTo>
                    <a:pt x="155706" y="292283"/>
                  </a:lnTo>
                  <a:lnTo>
                    <a:pt x="171540" y="272429"/>
                  </a:lnTo>
                  <a:lnTo>
                    <a:pt x="188038" y="253123"/>
                  </a:lnTo>
                  <a:lnTo>
                    <a:pt x="205180" y="234386"/>
                  </a:lnTo>
                  <a:lnTo>
                    <a:pt x="222946" y="216241"/>
                  </a:lnTo>
                  <a:lnTo>
                    <a:pt x="241317" y="198707"/>
                  </a:lnTo>
                  <a:lnTo>
                    <a:pt x="260271" y="181806"/>
                  </a:lnTo>
                  <a:lnTo>
                    <a:pt x="279786" y="165556"/>
                  </a:lnTo>
                  <a:lnTo>
                    <a:pt x="299841" y="149977"/>
                  </a:lnTo>
                  <a:lnTo>
                    <a:pt x="320412" y="135085"/>
                  </a:lnTo>
                  <a:lnTo>
                    <a:pt x="341475" y="120899"/>
                  </a:lnTo>
                  <a:lnTo>
                    <a:pt x="363006" y="107434"/>
                  </a:lnTo>
                  <a:lnTo>
                    <a:pt x="384981" y="94706"/>
                  </a:lnTo>
                  <a:lnTo>
                    <a:pt x="407375" y="82729"/>
                  </a:lnTo>
                  <a:lnTo>
                    <a:pt x="430161" y="71518"/>
                  </a:lnTo>
                  <a:lnTo>
                    <a:pt x="453314" y="61084"/>
                  </a:lnTo>
                  <a:lnTo>
                    <a:pt x="476806" y="51441"/>
                  </a:lnTo>
                  <a:lnTo>
                    <a:pt x="500612" y="42599"/>
                  </a:lnTo>
                  <a:lnTo>
                    <a:pt x="524704" y="34568"/>
                  </a:lnTo>
                  <a:lnTo>
                    <a:pt x="549054" y="27357"/>
                  </a:lnTo>
                  <a:lnTo>
                    <a:pt x="573634" y="20975"/>
                  </a:lnTo>
                  <a:lnTo>
                    <a:pt x="598416" y="15429"/>
                  </a:lnTo>
                  <a:lnTo>
                    <a:pt x="623371" y="10726"/>
                  </a:lnTo>
                  <a:lnTo>
                    <a:pt x="648472" y="6870"/>
                  </a:lnTo>
                  <a:lnTo>
                    <a:pt x="673689" y="3867"/>
                  </a:lnTo>
                  <a:lnTo>
                    <a:pt x="698993" y="1719"/>
                  </a:lnTo>
                  <a:lnTo>
                    <a:pt x="724355" y="430"/>
                  </a:lnTo>
                  <a:lnTo>
                    <a:pt x="749746" y="0"/>
                  </a:lnTo>
                  <a:lnTo>
                    <a:pt x="749746" y="25855"/>
                  </a:lnTo>
                  <a:lnTo>
                    <a:pt x="749746" y="51710"/>
                  </a:lnTo>
                  <a:lnTo>
                    <a:pt x="749746" y="77566"/>
                  </a:lnTo>
                  <a:lnTo>
                    <a:pt x="749746" y="103421"/>
                  </a:lnTo>
                  <a:lnTo>
                    <a:pt x="749746" y="129277"/>
                  </a:lnTo>
                  <a:lnTo>
                    <a:pt x="749746" y="155132"/>
                  </a:lnTo>
                  <a:lnTo>
                    <a:pt x="749746" y="180988"/>
                  </a:lnTo>
                  <a:lnTo>
                    <a:pt x="749746" y="206843"/>
                  </a:lnTo>
                  <a:lnTo>
                    <a:pt x="749746" y="232699"/>
                  </a:lnTo>
                  <a:lnTo>
                    <a:pt x="749746" y="258554"/>
                  </a:lnTo>
                  <a:lnTo>
                    <a:pt x="749746" y="284409"/>
                  </a:lnTo>
                  <a:lnTo>
                    <a:pt x="749746" y="310265"/>
                  </a:lnTo>
                  <a:lnTo>
                    <a:pt x="749746" y="336120"/>
                  </a:lnTo>
                  <a:lnTo>
                    <a:pt x="749746" y="361976"/>
                  </a:lnTo>
                  <a:lnTo>
                    <a:pt x="749746" y="387831"/>
                  </a:lnTo>
                  <a:lnTo>
                    <a:pt x="749746" y="413687"/>
                  </a:lnTo>
                  <a:lnTo>
                    <a:pt x="749746" y="439542"/>
                  </a:lnTo>
                  <a:lnTo>
                    <a:pt x="749746" y="465398"/>
                  </a:lnTo>
                  <a:lnTo>
                    <a:pt x="749746" y="491253"/>
                  </a:lnTo>
                  <a:lnTo>
                    <a:pt x="749746" y="517108"/>
                  </a:lnTo>
                  <a:lnTo>
                    <a:pt x="749746" y="542964"/>
                  </a:lnTo>
                  <a:lnTo>
                    <a:pt x="749746" y="568819"/>
                  </a:lnTo>
                  <a:lnTo>
                    <a:pt x="749746" y="594675"/>
                  </a:lnTo>
                  <a:lnTo>
                    <a:pt x="749746" y="620530"/>
                  </a:lnTo>
                  <a:lnTo>
                    <a:pt x="749746" y="646386"/>
                  </a:lnTo>
                  <a:lnTo>
                    <a:pt x="749746" y="672241"/>
                  </a:lnTo>
                  <a:lnTo>
                    <a:pt x="749746" y="698097"/>
                  </a:lnTo>
                  <a:lnTo>
                    <a:pt x="749746" y="723952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234198" y="2767867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2254036" y="2991603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(56)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614047" y="3189322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1584442" y="3413058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(122)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1592275" y="45445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02003" y="44805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07463" y="45445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317191" y="44805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4917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14518" y="25008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81016" y="24917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1775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214518" y="3186684"/>
            <a:ext cx="12992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81016" y="31775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81830" y="38633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14518" y="3872484"/>
            <a:ext cx="4547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05821" y="38633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81830" y="45491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214518" y="4558284"/>
            <a:ext cx="1851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102482" y="4549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81830" y="52349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14518" y="5244084"/>
            <a:ext cx="6820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933185" y="52349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275625" y="245821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76993" y="2459736"/>
            <a:ext cx="10007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213641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977896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076993" y="3063240"/>
            <a:ext cx="10757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189350" y="3054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275625" y="3581400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076993" y="3666744"/>
            <a:ext cx="70050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814077" y="3657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275625" y="4184904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076993" y="4270248"/>
            <a:ext cx="450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563896" y="42611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75625" y="4788408"/>
            <a:ext cx="16916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076993" y="4873752"/>
            <a:ext cx="12509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238660" y="48646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75625" y="5475732"/>
            <a:ext cx="16916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076993" y="5477256"/>
            <a:ext cx="500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163605" y="5468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09895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092745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p_slide_3_graficos_poblacion: p_pie + p_barras_agrupadas x2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64793" y="2240280"/>
            <a:ext cx="1874520" cy="1874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64793" y="20574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5.21 cm, 5.21 x 5.21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592275" y="44805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592275" y="42976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214518" y="2286000"/>
            <a:ext cx="2073554" cy="3429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214518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5.76 x 9.53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076993" y="2286000"/>
            <a:ext cx="1204874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76993" y="2103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3.35 x 10.06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ESTUDIANTE, 2026 FRENTE A 2021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6289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903220"/>
            <a:ext cx="111635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47973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95044" y="2628900"/>
            <a:ext cx="141586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47482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31470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495044" y="3589020"/>
            <a:ext cx="160645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38079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495044" y="3314700"/>
            <a:ext cx="130695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38570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281830" y="26289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808878" y="2903220"/>
            <a:ext cx="1320709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166164" y="28483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808878" y="2628900"/>
            <a:ext cx="120830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053763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3147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08878" y="3589020"/>
            <a:ext cx="1152108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7563" y="35341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08878" y="3314700"/>
            <a:ext cx="132070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66164" y="32964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81830" y="4000500"/>
            <a:ext cx="1417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08878" y="4274820"/>
            <a:ext cx="1967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42156" y="42199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08878" y="4000500"/>
            <a:ext cx="224802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70256" y="39822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81830" y="4594860"/>
            <a:ext cx="141732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808878" y="4960620"/>
            <a:ext cx="140501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85955" y="490575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808878" y="4686300"/>
            <a:ext cx="5620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01655" y="46680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75625" y="192024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75625" y="261518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665513" y="2889504"/>
            <a:ext cx="1115180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817268" y="283464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665513" y="2615184"/>
            <a:ext cx="85278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554873" y="25968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75625" y="327355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65513" y="3547872"/>
            <a:ext cx="144317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45262" y="3493008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665513" y="3273552"/>
            <a:ext cx="72158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3676" y="3255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275625" y="393192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665513" y="4206240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554873" y="4151376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665513" y="3931920"/>
            <a:ext cx="1311976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014065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275625" y="459028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65513" y="4864608"/>
            <a:ext cx="918383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620472" y="4809744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665513" y="4590288"/>
            <a:ext cx="124637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948466" y="4572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524865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65513" y="5522976"/>
            <a:ext cx="852784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554873" y="5468112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665513" y="5248656"/>
            <a:ext cx="13775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079664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275625" y="590702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65513" y="6181344"/>
            <a:ext cx="1377575" cy="91531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079664" y="6126480"/>
            <a:ext cx="73152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665513" y="5907024"/>
            <a:ext cx="11151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817268" y="5888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098950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092745" y="1920240"/>
            <a:ext cx="7315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0192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1648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233008" y="598017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342736" y="5916168"/>
            <a:ext cx="62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 en 2026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p_slide_3_graficos_fila: p_barras_agrupadas con overrides$comparativo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495044" y="2423160"/>
            <a:ext cx="179923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495044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5.00 x 3.81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808878" y="2423160"/>
            <a:ext cx="1479194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808878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4.11 x 7.62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665513" y="2423160"/>
            <a:ext cx="1616354" cy="39502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665513" y="22402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4.49 x 10.97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5401920" y="5916168"/>
            <a:ext cx="1387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401920" y="573328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3.86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740628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7369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491850" y="2073653"/>
            <a:ext cx="137489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555108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519611" y="2000501"/>
            <a:ext cx="4098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227003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885778"/>
            <a:ext cx="529699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949786"/>
            <a:ext cx="52933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48214" y="2885778"/>
            <a:ext cx="1581126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048214" y="2949786"/>
            <a:ext cx="15811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3697902"/>
            <a:ext cx="5365736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376191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16958" y="3697902"/>
            <a:ext cx="1512381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16958" y="3761910"/>
            <a:ext cx="151238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754880" y="4510027"/>
            <a:ext cx="639690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574035"/>
            <a:ext cx="63932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148127" y="4510027"/>
            <a:ext cx="48121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068693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 INSTITUCIONALES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194304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73653"/>
            <a:ext cx="632816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137661"/>
            <a:ext cx="63245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079382" y="2073653"/>
            <a:ext cx="54995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034321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754880" y="2885778"/>
            <a:ext cx="55032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54880" y="2949786"/>
            <a:ext cx="54995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54447" y="2885778"/>
            <a:ext cx="1374892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254447" y="2949786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697902"/>
            <a:ext cx="5571970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761910"/>
            <a:ext cx="55683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323192" y="3697902"/>
            <a:ext cx="13061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323192" y="3761910"/>
            <a:ext cx="130614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4510027"/>
            <a:ext cx="6878117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4574035"/>
            <a:ext cx="68744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48910" y="5400721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58638" y="5336713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64098" y="5400721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173826" y="5336713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administrativos. Dónde consultarla: sólo quienes conocen la misión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dicotómica). Partición «(cont.)»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1813895"/>
            <a:ext cx="6874459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754880" y="1631015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19.10 x 9.02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48910" y="5336713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448910" y="5153833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DESARROLLO DEL 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5792"/>
            <a:ext cx="11249863" cy="701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4062984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888236" y="3898392"/>
            <a:ext cx="171482" cy="65836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056061" y="3898392"/>
            <a:ext cx="87570" cy="65836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39973" y="3898392"/>
            <a:ext cx="3444065" cy="65836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139973" y="4090416"/>
            <a:ext cx="344040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580380" y="3898392"/>
            <a:ext cx="4451013" cy="65836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580380" y="4090416"/>
            <a:ext cx="44473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7735" y="3898392"/>
            <a:ext cx="167825" cy="65836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966662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679540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09253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098017" y="3825240"/>
            <a:ext cx="29475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10016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06161" y="38343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085832" y="3825240"/>
            <a:ext cx="2581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793224" y="36057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332720" y="3486912"/>
            <a:ext cx="146304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32720" y="3953256"/>
            <a:ext cx="1463040" cy="5486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075688" y="5123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185416" y="5059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392676" y="5123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02404" y="5059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922264" y="5123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31992" y="5059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10552" y="5123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320280" y="5059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273540" y="5123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83268" y="5059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236" y="3898392"/>
            <a:ext cx="8307324" cy="658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236" y="3715512"/>
            <a:ext cx="83073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g = 1.83 cm, 23.08 x 1.83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075688" y="505968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075688" y="487680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0972"/>
            <a:ext cx="3017520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estatuto y las normas internas de la institución permiten que la Unidad se organice adecuadamente para el logro de sus propósitos.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12299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3522" y="1819656"/>
            <a:ext cx="16876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3522" y="1828800"/>
            <a:ext cx="16839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547466" y="1819656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47466" y="1828800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698072" y="1819656"/>
            <a:ext cx="54320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64963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371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6593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809201" y="2441448"/>
            <a:ext cx="16662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2163" y="2441448"/>
            <a:ext cx="201352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2163" y="2450592"/>
            <a:ext cx="20098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982032" y="2441448"/>
            <a:ext cx="320858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8203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86959" y="2441448"/>
            <a:ext cx="54321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7655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8943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519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90682" y="2368296"/>
            <a:ext cx="31198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005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633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368296"/>
            <a:ext cx="8256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081528"/>
            <a:ext cx="3017520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normas internas de la Facultad de Ciencias Contables y del Departamento de Ciencias Contables permiten que la Unidad se organice adecuadamente para el logro de sus propósitos.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32841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319272"/>
            <a:ext cx="112299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3522" y="3319272"/>
            <a:ext cx="190488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3522" y="3328416"/>
            <a:ext cx="19012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64749" y="3319272"/>
            <a:ext cx="315426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764749" y="3328416"/>
            <a:ext cx="3150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915355" y="331927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758278" y="33284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371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659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3192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395020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3941064"/>
            <a:ext cx="5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809201" y="3941064"/>
            <a:ext cx="5797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63522" y="3941064"/>
            <a:ext cx="2176489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3522" y="395020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36353" y="3941064"/>
            <a:ext cx="3099943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6353" y="3950208"/>
            <a:ext cx="3096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132638" y="3941064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76554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489432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0875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6361" y="3867912"/>
            <a:ext cx="36630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10056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1473" y="38770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31552" y="3867912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38944" y="36484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424160" y="394106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4599432"/>
            <a:ext cx="3017520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recursos presupuestales asignados a la Unidad son suficientes para atender sus necesidades administrativas.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495909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949952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624963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135126" y="4949952"/>
            <a:ext cx="383903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005208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15371" y="4949952"/>
            <a:ext cx="288266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15371" y="4959096"/>
            <a:ext cx="287900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394373" y="4949952"/>
            <a:ext cx="147031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394373" y="4959096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61034" y="4949952"/>
            <a:ext cx="3802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731117" y="495909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0424160" y="494995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732788" y="58216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42516" y="57576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049776" y="58216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159504" y="57576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79364" y="58216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689092" y="57576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867652" y="58216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977380" y="57576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930640" y="58216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040368" y="57576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178 egresados y 15 administrativos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top2box)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754880" y="1600200"/>
            <a:ext cx="5486400" cy="38831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10.79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732788" y="57576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732788" y="55747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4241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109960" y="1612727"/>
            <a:ext cx="68580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4608" y="2038225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4608" y="2102233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55664" y="2038225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55664" y="2102233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418320" y="2038225"/>
            <a:ext cx="822960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418320" y="2102233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109960" y="209308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 rot="-10800000">
            <a:off x="11064240" y="2179957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599432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84064" y="2779493"/>
            <a:ext cx="99121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084064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779493"/>
            <a:ext cx="186903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071616" y="2843501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936992" y="2779493"/>
            <a:ext cx="10460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936992" y="2843501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979408" y="2779493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79408" y="2843501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109960" y="2834357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 rot="-10800000">
            <a:off x="11064240" y="2921225"/>
            <a:ext cx="118872" cy="118872"/>
          </a:xfrm>
          <a:prstGeom prst="triangl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978225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804187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868195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565392" y="3804187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565392" y="3868195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79408" y="3804187"/>
            <a:ext cx="126187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79408" y="3868195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3859051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545455"/>
            <a:ext cx="16991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21135" y="4545455"/>
            <a:ext cx="336167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767349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253644" y="4545455"/>
            <a:ext cx="249747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253644" y="4609463"/>
            <a:ext cx="24938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7462" y="4545455"/>
            <a:ext cx="1777039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47462" y="4609463"/>
            <a:ext cx="177338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520844" y="4545455"/>
            <a:ext cx="72043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520844" y="4609463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832521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45399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424160" y="4600319"/>
            <a:ext cx="6858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0756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1854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3926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5024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9222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319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2105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3202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2735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3832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estudiantes. 2021: informe consolidado anterior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+ Top Two Box comparativo declarado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0756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0756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3103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874520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52828"/>
            <a:ext cx="387706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26864" y="213512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138928" y="2052828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38928" y="2135124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852160" y="2052828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85216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2052828"/>
            <a:ext cx="2198218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046720" y="213512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12598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830068"/>
            <a:ext cx="4238244" cy="108204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06496"/>
            <a:ext cx="716890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3288792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468112" y="3206496"/>
            <a:ext cx="439277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468112" y="3288792"/>
            <a:ext cx="4389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57232" y="3206496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729216" y="32887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3279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49852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4427220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4509516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852160" y="4427220"/>
            <a:ext cx="4008730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852160" y="4509516"/>
            <a:ext cx="40050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57232" y="4427220"/>
            <a:ext cx="38770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729216" y="45095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424160" y="450037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732788" y="537210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42516" y="530809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049776" y="537210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59504" y="530809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79364" y="537210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89092" y="530809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67652" y="537210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77380" y="530809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930640" y="537210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40368" y="530809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1842516"/>
            <a:ext cx="5486400" cy="319125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165963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8.86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732788" y="530809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732788" y="512521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GESTORES UNIVERSITARIOS Y PERSONAL DE APOYO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518791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78931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157239"/>
            <a:ext cx="724094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475316" y="2157239"/>
            <a:ext cx="724094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475316" y="2239535"/>
            <a:ext cx="7204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95753" y="2157239"/>
            <a:ext cx="2220385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95753" y="2239535"/>
            <a:ext cx="22167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12480" y="2157239"/>
            <a:ext cx="1828800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12480" y="2239535"/>
            <a:ext cx="18288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22303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996184"/>
            <a:ext cx="4238244" cy="8839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3273552"/>
            <a:ext cx="383903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624963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135126" y="3273552"/>
            <a:ext cx="1090073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135126" y="3355848"/>
            <a:ext cx="1086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21541" y="3273552"/>
            <a:ext cx="1470319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21541" y="3355848"/>
            <a:ext cx="146666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688203" y="3273552"/>
            <a:ext cx="38390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55828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068448" y="3273552"/>
            <a:ext cx="2172832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068448" y="3355848"/>
            <a:ext cx="2172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211557"/>
            <a:ext cx="4238244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4389865"/>
            <a:ext cx="716890" cy="438912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54880" y="4472161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468112" y="4389865"/>
            <a:ext cx="1100938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468112" y="4472161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4389865"/>
            <a:ext cx="2198218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4472161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59952" y="4389865"/>
            <a:ext cx="148132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59952" y="4472161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44630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732788" y="5284345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842516" y="5220337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049776" y="5284345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159504" y="5220337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79364" y="5284345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89092" y="5220337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67652" y="5284345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977380" y="5220337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30640" y="5284345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40368" y="5220337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15 administrativos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1930271"/>
            <a:ext cx="5486400" cy="301574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1747391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1.22 cm, 15.24 x 8.38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732788" y="5220337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732788" y="5037457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1307357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965960"/>
            <a:ext cx="130369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058579" y="1956816"/>
            <a:ext cx="4077717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8579" y="1965960"/>
            <a:ext cx="40740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132638" y="1956816"/>
            <a:ext cx="10864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181473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131552" y="1883664"/>
            <a:ext cx="55407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3894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754880" y="2651760"/>
            <a:ext cx="13752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6090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26480" y="2651760"/>
            <a:ext cx="38990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26480" y="2660904"/>
            <a:ext cx="38953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21824" y="2651760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126066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838944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346704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754880" y="3355848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3346704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3355848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02368" y="3346704"/>
            <a:ext cx="4389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701784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4041648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050792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455664" y="404164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55664" y="405079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021824" y="4041648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26066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38944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4736592"/>
            <a:ext cx="1198715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745736"/>
            <a:ext cx="11950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49937" y="4736592"/>
            <a:ext cx="3969075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949937" y="4745736"/>
            <a:ext cx="396541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15355" y="4736592"/>
            <a:ext cx="325925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758278" y="47457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73278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842516" y="54132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04977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159504" y="54132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7936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89092" y="54132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6765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977380" y="54132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93064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4036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732788" y="54132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732788" y="52303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1819656"/>
            <a:ext cx="17044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74336" y="182880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75120" y="181965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75120" y="182880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21824" y="181965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9472" y="1746504"/>
            <a:ext cx="310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37760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2606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e investigación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51460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51460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52374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14032" y="2514600"/>
            <a:ext cx="30211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114032" y="2523744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3209544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64608" y="3209544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218688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443216" y="3209544"/>
            <a:ext cx="28017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443216" y="3218688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804258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517136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904488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864608" y="3904488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864608" y="3913632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675120" y="3904488"/>
            <a:ext cx="35698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675120" y="391363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04258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17136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754880" y="4599432"/>
            <a:ext cx="21433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608576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894576" y="4599432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894576" y="4608576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754880" y="5294376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54880" y="530352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675120" y="5294376"/>
            <a:ext cx="33503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675120" y="5303520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021824" y="5294376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126066" y="52303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38944" y="50017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842516" y="587044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04977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159504" y="587044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936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689092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86765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6977380" y="587044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93064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04036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Partición «(cont.)»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870448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732788" y="5687568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17320"/>
            <a:ext cx="640080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acuerdo + Totalmente de acuerdo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1828800"/>
            <a:ext cx="5852160" cy="4023360"/>
            <a:chOff x="288036" y="1828800"/>
            <a:chExt cx="5852160" cy="4023360"/>
          </a:xfrm>
        </p:grpSpPr>
        <p:sp>
          <p:nvSpPr>
            <p:cNvPr id="5" name="rc3"/>
            <p:cNvSpPr/>
            <p:nvPr/>
          </p:nvSpPr>
          <p:spPr>
            <a:xfrm>
              <a:off x="397763" y="1828800"/>
              <a:ext cx="5632704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2897358" y="3474719"/>
              <a:ext cx="633514" cy="731520"/>
            </a:xfrm>
            <a:custGeom>
              <a:avLst/>
              <a:pathLst>
                <a:path w="633514" h="731520">
                  <a:moveTo>
                    <a:pt x="316757" y="0"/>
                  </a:moveTo>
                  <a:lnTo>
                    <a:pt x="633514" y="182880"/>
                  </a:lnTo>
                  <a:lnTo>
                    <a:pt x="633514" y="548639"/>
                  </a:lnTo>
                  <a:lnTo>
                    <a:pt x="316757" y="731520"/>
                  </a:lnTo>
                  <a:lnTo>
                    <a:pt x="0" y="548639"/>
                  </a:lnTo>
                  <a:lnTo>
                    <a:pt x="0" y="182880"/>
                  </a:lnTo>
                  <a:lnTo>
                    <a:pt x="31675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2580601" y="3108959"/>
              <a:ext cx="1267029" cy="1463040"/>
            </a:xfrm>
            <a:custGeom>
              <a:avLst/>
              <a:pathLst>
                <a:path w="1267029" h="1463040">
                  <a:moveTo>
                    <a:pt x="633514" y="0"/>
                  </a:moveTo>
                  <a:lnTo>
                    <a:pt x="1267029" y="365760"/>
                  </a:lnTo>
                  <a:lnTo>
                    <a:pt x="1267029" y="1097280"/>
                  </a:lnTo>
                  <a:lnTo>
                    <a:pt x="633514" y="1463040"/>
                  </a:lnTo>
                  <a:lnTo>
                    <a:pt x="0" y="1097280"/>
                  </a:lnTo>
                  <a:lnTo>
                    <a:pt x="0" y="365760"/>
                  </a:lnTo>
                  <a:lnTo>
                    <a:pt x="633514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263843" y="2743199"/>
              <a:ext cx="1900544" cy="2194560"/>
            </a:xfrm>
            <a:custGeom>
              <a:avLst/>
              <a:pathLst>
                <a:path w="1900544" h="2194560">
                  <a:moveTo>
                    <a:pt x="950272" y="0"/>
                  </a:moveTo>
                  <a:lnTo>
                    <a:pt x="1900544" y="548640"/>
                  </a:lnTo>
                  <a:lnTo>
                    <a:pt x="1900544" y="1645920"/>
                  </a:lnTo>
                  <a:lnTo>
                    <a:pt x="950272" y="2194560"/>
                  </a:lnTo>
                  <a:lnTo>
                    <a:pt x="0" y="1645920"/>
                  </a:lnTo>
                  <a:lnTo>
                    <a:pt x="0" y="548640"/>
                  </a:lnTo>
                  <a:lnTo>
                    <a:pt x="950272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1947086" y="2377440"/>
              <a:ext cx="2534059" cy="2926080"/>
            </a:xfrm>
            <a:custGeom>
              <a:avLst/>
              <a:pathLst>
                <a:path w="2534059" h="2926080">
                  <a:moveTo>
                    <a:pt x="1267029" y="0"/>
                  </a:moveTo>
                  <a:lnTo>
                    <a:pt x="2534059" y="731519"/>
                  </a:lnTo>
                  <a:lnTo>
                    <a:pt x="2534059" y="2194559"/>
                  </a:lnTo>
                  <a:lnTo>
                    <a:pt x="1267029" y="2926080"/>
                  </a:lnTo>
                  <a:lnTo>
                    <a:pt x="0" y="2194560"/>
                  </a:lnTo>
                  <a:lnTo>
                    <a:pt x="0" y="731519"/>
                  </a:lnTo>
                  <a:lnTo>
                    <a:pt x="1267029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27195" y="2523743"/>
              <a:ext cx="1900544" cy="2487168"/>
            </a:xfrm>
            <a:custGeom>
              <a:avLst/>
              <a:pathLst>
                <a:path w="1900544" h="2487168">
                  <a:moveTo>
                    <a:pt x="886920" y="0"/>
                  </a:moveTo>
                  <a:lnTo>
                    <a:pt x="1900544" y="731519"/>
                  </a:lnTo>
                  <a:lnTo>
                    <a:pt x="1647138" y="1755647"/>
                  </a:lnTo>
                  <a:lnTo>
                    <a:pt x="886920" y="2487168"/>
                  </a:lnTo>
                  <a:lnTo>
                    <a:pt x="0" y="1828800"/>
                  </a:lnTo>
                  <a:lnTo>
                    <a:pt x="126702" y="87782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200492" y="2670047"/>
              <a:ext cx="1900544" cy="2267712"/>
            </a:xfrm>
            <a:custGeom>
              <a:avLst/>
              <a:pathLst>
                <a:path w="1900544" h="2267712">
                  <a:moveTo>
                    <a:pt x="1013623" y="0"/>
                  </a:moveTo>
                  <a:lnTo>
                    <a:pt x="1710490" y="768096"/>
                  </a:lnTo>
                  <a:lnTo>
                    <a:pt x="1900544" y="1682496"/>
                  </a:lnTo>
                  <a:lnTo>
                    <a:pt x="1013623" y="2267712"/>
                  </a:lnTo>
                  <a:lnTo>
                    <a:pt x="0" y="1755648"/>
                  </a:lnTo>
                  <a:lnTo>
                    <a:pt x="126702" y="658367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073789" y="2523743"/>
              <a:ext cx="2280653" cy="2267712"/>
            </a:xfrm>
            <a:custGeom>
              <a:avLst/>
              <a:pathLst>
                <a:path w="2280653" h="2267712">
                  <a:moveTo>
                    <a:pt x="1140326" y="0"/>
                  </a:moveTo>
                  <a:lnTo>
                    <a:pt x="2280653" y="658368"/>
                  </a:lnTo>
                  <a:lnTo>
                    <a:pt x="2027247" y="1828800"/>
                  </a:lnTo>
                  <a:lnTo>
                    <a:pt x="1140326" y="2267712"/>
                  </a:lnTo>
                  <a:lnTo>
                    <a:pt x="0" y="1975104"/>
                  </a:lnTo>
                  <a:lnTo>
                    <a:pt x="190054" y="768096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4190718" y="321824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3937312" y="424237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3177094" y="49738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2290173" y="431552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2416876" y="33645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177094" y="2633026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3873960" y="34011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177094" y="490073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2163470" y="438867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2290173" y="329139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3177094" y="24867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4317421" y="314509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4064015" y="431552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3177094" y="4754434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2036767" y="446182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226822" y="325481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29"/>
            <p:cNvSpPr/>
            <p:nvPr/>
          </p:nvSpPr>
          <p:spPr>
            <a:xfrm>
              <a:off x="2489992" y="2143683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734551" y="2962985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4734551" y="4571304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2888070" y="5422753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863963" y="4601590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338376" y="2934708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7" name="pg35"/>
            <p:cNvSpPr/>
            <p:nvPr/>
          </p:nvSpPr>
          <p:spPr>
            <a:xfrm>
              <a:off x="3401755" y="3493978"/>
              <a:ext cx="272474" cy="144363"/>
            </a:xfrm>
            <a:custGeom>
              <a:avLst/>
              <a:pathLst>
                <a:path w="272474" h="144363">
                  <a:moveTo>
                    <a:pt x="22859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tx36"/>
            <p:cNvSpPr/>
            <p:nvPr/>
          </p:nvSpPr>
          <p:spPr>
            <a:xfrm>
              <a:off x="3410899" y="351580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9" name="pg37"/>
            <p:cNvSpPr/>
            <p:nvPr/>
          </p:nvSpPr>
          <p:spPr>
            <a:xfrm>
              <a:off x="3560134" y="321965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tx38"/>
            <p:cNvSpPr/>
            <p:nvPr/>
          </p:nvSpPr>
          <p:spPr>
            <a:xfrm>
              <a:off x="3569278" y="324148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1" name="pg39"/>
            <p:cNvSpPr/>
            <p:nvPr/>
          </p:nvSpPr>
          <p:spPr>
            <a:xfrm>
              <a:off x="3718512" y="2945338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tx40"/>
            <p:cNvSpPr/>
            <p:nvPr/>
          </p:nvSpPr>
          <p:spPr>
            <a:xfrm>
              <a:off x="3727656" y="2967166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3" name="pg41"/>
            <p:cNvSpPr/>
            <p:nvPr/>
          </p:nvSpPr>
          <p:spPr>
            <a:xfrm>
              <a:off x="3876891" y="2671018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59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2"/>
            <p:cNvSpPr/>
            <p:nvPr/>
          </p:nvSpPr>
          <p:spPr>
            <a:xfrm>
              <a:off x="3886035" y="2692846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5" name=""/>
          <p:cNvSpPr>
            <a:spLocks noGrp="1"/>
          </p:cNvSpPr>
          <p:nvPr>
            </p:nvPr>
        </p:nvSpPr>
        <p:spPr>
          <a:xfrm>
            <a:off x="170967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81940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556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95529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3385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24357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1" name=""/>
          <p:cNvGraphicFramePr>
            <a:graphicFrameLocks noGrp="true"/>
          </p:cNvGraphicFramePr>
          <p:nvPr/>
        </p:nvGraphicFramePr>
        <p:xfrm rot="0">
          <a:off x="6583680" y="2148840"/>
          <a:ext cx="5349240" cy="2944368"/>
        </p:xfrm>
        <a:graphic>
          <a:graphicData uri="http://schemas.openxmlformats.org/drawingml/2006/table">
            <a:tbl>
              <a:tblPr/>
              <a:tblGrid>
                <a:gridCol w="2194560"/>
                <a:gridCol w="1051560"/>
                <a:gridCol w="1097280"/>
                <a:gridCol w="1005840"/>
              </a:tblGrid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Tema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828800"/>
            <a:ext cx="58521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64592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16.26 x 11.18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0967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0967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583680" y="2148840"/>
            <a:ext cx="5349240" cy="29443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583680" y="1965960"/>
            <a:ext cx="53492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14.86 x 8.18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336292" y="2651760"/>
            <a:ext cx="1481328" cy="1481328"/>
            <a:chOff x="2336292" y="2651760"/>
            <a:chExt cx="1481328" cy="1481328"/>
          </a:xfrm>
        </p:grpSpPr>
        <p:sp>
          <p:nvSpPr>
            <p:cNvPr id="5" name="rc3"/>
            <p:cNvSpPr/>
            <p:nvPr/>
          </p:nvSpPr>
          <p:spPr>
            <a:xfrm>
              <a:off x="2336291" y="2651760"/>
              <a:ext cx="1481328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484452" y="2799892"/>
              <a:ext cx="1184972" cy="1185055"/>
            </a:xfrm>
            <a:custGeom>
              <a:avLst/>
              <a:pathLst>
                <a:path w="1184972" h="1185055">
                  <a:moveTo>
                    <a:pt x="592503" y="592531"/>
                  </a:moveTo>
                  <a:lnTo>
                    <a:pt x="592503" y="572099"/>
                  </a:lnTo>
                  <a:lnTo>
                    <a:pt x="592503" y="551666"/>
                  </a:lnTo>
                  <a:lnTo>
                    <a:pt x="592503" y="531234"/>
                  </a:lnTo>
                  <a:lnTo>
                    <a:pt x="592503" y="510802"/>
                  </a:lnTo>
                  <a:lnTo>
                    <a:pt x="592503" y="490370"/>
                  </a:lnTo>
                  <a:lnTo>
                    <a:pt x="592503" y="469938"/>
                  </a:lnTo>
                  <a:lnTo>
                    <a:pt x="592503" y="449506"/>
                  </a:lnTo>
                  <a:lnTo>
                    <a:pt x="592503" y="429074"/>
                  </a:lnTo>
                  <a:lnTo>
                    <a:pt x="592503" y="408642"/>
                  </a:lnTo>
                  <a:lnTo>
                    <a:pt x="592503" y="388210"/>
                  </a:lnTo>
                  <a:lnTo>
                    <a:pt x="592503" y="367777"/>
                  </a:lnTo>
                  <a:lnTo>
                    <a:pt x="592503" y="347345"/>
                  </a:lnTo>
                  <a:lnTo>
                    <a:pt x="592503" y="326913"/>
                  </a:lnTo>
                  <a:lnTo>
                    <a:pt x="592503" y="306481"/>
                  </a:lnTo>
                  <a:lnTo>
                    <a:pt x="592503" y="286049"/>
                  </a:lnTo>
                  <a:lnTo>
                    <a:pt x="592503" y="265617"/>
                  </a:lnTo>
                  <a:lnTo>
                    <a:pt x="592503" y="245185"/>
                  </a:lnTo>
                  <a:lnTo>
                    <a:pt x="592503" y="224753"/>
                  </a:lnTo>
                  <a:lnTo>
                    <a:pt x="592503" y="204321"/>
                  </a:lnTo>
                  <a:lnTo>
                    <a:pt x="592503" y="183888"/>
                  </a:lnTo>
                  <a:lnTo>
                    <a:pt x="592503" y="163456"/>
                  </a:lnTo>
                  <a:lnTo>
                    <a:pt x="592503" y="143024"/>
                  </a:lnTo>
                  <a:lnTo>
                    <a:pt x="592503" y="122592"/>
                  </a:lnTo>
                  <a:lnTo>
                    <a:pt x="592503" y="102160"/>
                  </a:lnTo>
                  <a:lnTo>
                    <a:pt x="592503" y="81728"/>
                  </a:lnTo>
                  <a:lnTo>
                    <a:pt x="592503" y="61296"/>
                  </a:lnTo>
                  <a:lnTo>
                    <a:pt x="592503" y="40864"/>
                  </a:lnTo>
                  <a:lnTo>
                    <a:pt x="592503" y="20432"/>
                  </a:lnTo>
                  <a:lnTo>
                    <a:pt x="592503" y="0"/>
                  </a:lnTo>
                  <a:lnTo>
                    <a:pt x="612546" y="339"/>
                  </a:lnTo>
                  <a:lnTo>
                    <a:pt x="632566" y="1355"/>
                  </a:lnTo>
                  <a:lnTo>
                    <a:pt x="652540" y="3049"/>
                  </a:lnTo>
                  <a:lnTo>
                    <a:pt x="672446" y="5417"/>
                  </a:lnTo>
                  <a:lnTo>
                    <a:pt x="692260" y="8457"/>
                  </a:lnTo>
                  <a:lnTo>
                    <a:pt x="711960" y="12166"/>
                  </a:lnTo>
                  <a:lnTo>
                    <a:pt x="731523" y="16539"/>
                  </a:lnTo>
                  <a:lnTo>
                    <a:pt x="750927" y="21571"/>
                  </a:lnTo>
                  <a:lnTo>
                    <a:pt x="770149" y="27256"/>
                  </a:lnTo>
                  <a:lnTo>
                    <a:pt x="789169" y="33589"/>
                  </a:lnTo>
                  <a:lnTo>
                    <a:pt x="807963" y="40561"/>
                  </a:lnTo>
                  <a:lnTo>
                    <a:pt x="826511" y="48165"/>
                  </a:lnTo>
                  <a:lnTo>
                    <a:pt x="844791" y="56392"/>
                  </a:lnTo>
                  <a:lnTo>
                    <a:pt x="862782" y="65233"/>
                  </a:lnTo>
                  <a:lnTo>
                    <a:pt x="880463" y="74677"/>
                  </a:lnTo>
                  <a:lnTo>
                    <a:pt x="897816" y="84714"/>
                  </a:lnTo>
                  <a:lnTo>
                    <a:pt x="914818" y="95332"/>
                  </a:lnTo>
                  <a:lnTo>
                    <a:pt x="931452" y="106520"/>
                  </a:lnTo>
                  <a:lnTo>
                    <a:pt x="947698" y="118263"/>
                  </a:lnTo>
                  <a:lnTo>
                    <a:pt x="963537" y="130549"/>
                  </a:lnTo>
                  <a:lnTo>
                    <a:pt x="978952" y="143364"/>
                  </a:lnTo>
                  <a:lnTo>
                    <a:pt x="993924" y="156693"/>
                  </a:lnTo>
                  <a:lnTo>
                    <a:pt x="1008437" y="170521"/>
                  </a:lnTo>
                  <a:lnTo>
                    <a:pt x="1022474" y="184832"/>
                  </a:lnTo>
                  <a:lnTo>
                    <a:pt x="1036019" y="199610"/>
                  </a:lnTo>
                  <a:lnTo>
                    <a:pt x="1049056" y="214837"/>
                  </a:lnTo>
                  <a:lnTo>
                    <a:pt x="1061571" y="230497"/>
                  </a:lnTo>
                  <a:lnTo>
                    <a:pt x="1073549" y="246571"/>
                  </a:lnTo>
                  <a:lnTo>
                    <a:pt x="1084976" y="263040"/>
                  </a:lnTo>
                  <a:lnTo>
                    <a:pt x="1095839" y="279887"/>
                  </a:lnTo>
                  <a:lnTo>
                    <a:pt x="1106127" y="297092"/>
                  </a:lnTo>
                  <a:lnTo>
                    <a:pt x="1115826" y="314635"/>
                  </a:lnTo>
                  <a:lnTo>
                    <a:pt x="1124927" y="332496"/>
                  </a:lnTo>
                  <a:lnTo>
                    <a:pt x="1133418" y="350655"/>
                  </a:lnTo>
                  <a:lnTo>
                    <a:pt x="1141290" y="369090"/>
                  </a:lnTo>
                  <a:lnTo>
                    <a:pt x="1148534" y="387781"/>
                  </a:lnTo>
                  <a:lnTo>
                    <a:pt x="1155142" y="406707"/>
                  </a:lnTo>
                  <a:lnTo>
                    <a:pt x="1161106" y="425845"/>
                  </a:lnTo>
                  <a:lnTo>
                    <a:pt x="1166419" y="445174"/>
                  </a:lnTo>
                  <a:lnTo>
                    <a:pt x="1171075" y="464672"/>
                  </a:lnTo>
                  <a:lnTo>
                    <a:pt x="1175069" y="484316"/>
                  </a:lnTo>
                  <a:lnTo>
                    <a:pt x="1178396" y="504084"/>
                  </a:lnTo>
                  <a:lnTo>
                    <a:pt x="1181052" y="523953"/>
                  </a:lnTo>
                  <a:lnTo>
                    <a:pt x="1183035" y="543900"/>
                  </a:lnTo>
                  <a:lnTo>
                    <a:pt x="1184342" y="563904"/>
                  </a:lnTo>
                  <a:lnTo>
                    <a:pt x="1184972" y="583940"/>
                  </a:lnTo>
                  <a:lnTo>
                    <a:pt x="1184923" y="603985"/>
                  </a:lnTo>
                  <a:lnTo>
                    <a:pt x="1184197" y="624018"/>
                  </a:lnTo>
                  <a:lnTo>
                    <a:pt x="1182793" y="644015"/>
                  </a:lnTo>
                  <a:lnTo>
                    <a:pt x="1180714" y="663952"/>
                  </a:lnTo>
                  <a:lnTo>
                    <a:pt x="1177961" y="683808"/>
                  </a:lnTo>
                  <a:lnTo>
                    <a:pt x="1174539" y="703560"/>
                  </a:lnTo>
                  <a:lnTo>
                    <a:pt x="1170450" y="723184"/>
                  </a:lnTo>
                  <a:lnTo>
                    <a:pt x="1165700" y="742659"/>
                  </a:lnTo>
                  <a:lnTo>
                    <a:pt x="1160294" y="761962"/>
                  </a:lnTo>
                  <a:lnTo>
                    <a:pt x="1154237" y="781072"/>
                  </a:lnTo>
                  <a:lnTo>
                    <a:pt x="1147538" y="799965"/>
                  </a:lnTo>
                  <a:lnTo>
                    <a:pt x="1140204" y="818621"/>
                  </a:lnTo>
                  <a:lnTo>
                    <a:pt x="1132243" y="837018"/>
                  </a:lnTo>
                  <a:lnTo>
                    <a:pt x="1123664" y="855136"/>
                  </a:lnTo>
                  <a:lnTo>
                    <a:pt x="1114477" y="872952"/>
                  </a:lnTo>
                  <a:lnTo>
                    <a:pt x="1104693" y="890448"/>
                  </a:lnTo>
                  <a:lnTo>
                    <a:pt x="1094322" y="907603"/>
                  </a:lnTo>
                  <a:lnTo>
                    <a:pt x="1083377" y="924397"/>
                  </a:lnTo>
                  <a:lnTo>
                    <a:pt x="1071871" y="940812"/>
                  </a:lnTo>
                  <a:lnTo>
                    <a:pt x="1059816" y="956828"/>
                  </a:lnTo>
                  <a:lnTo>
                    <a:pt x="1047225" y="972427"/>
                  </a:lnTo>
                  <a:lnTo>
                    <a:pt x="1034115" y="987591"/>
                  </a:lnTo>
                  <a:lnTo>
                    <a:pt x="1020499" y="1002302"/>
                  </a:lnTo>
                  <a:lnTo>
                    <a:pt x="1006393" y="1016545"/>
                  </a:lnTo>
                  <a:lnTo>
                    <a:pt x="991813" y="1030303"/>
                  </a:lnTo>
                  <a:lnTo>
                    <a:pt x="976777" y="1043560"/>
                  </a:lnTo>
                  <a:lnTo>
                    <a:pt x="961300" y="1056300"/>
                  </a:lnTo>
                  <a:lnTo>
                    <a:pt x="945402" y="1068510"/>
                  </a:lnTo>
                  <a:lnTo>
                    <a:pt x="929099" y="1080174"/>
                  </a:lnTo>
                  <a:lnTo>
                    <a:pt x="912411" y="1091281"/>
                  </a:lnTo>
                  <a:lnTo>
                    <a:pt x="895358" y="1101817"/>
                  </a:lnTo>
                  <a:lnTo>
                    <a:pt x="877957" y="1111770"/>
                  </a:lnTo>
                  <a:lnTo>
                    <a:pt x="860230" y="1121128"/>
                  </a:lnTo>
                  <a:lnTo>
                    <a:pt x="842196" y="1129882"/>
                  </a:lnTo>
                  <a:lnTo>
                    <a:pt x="823877" y="1138021"/>
                  </a:lnTo>
                  <a:lnTo>
                    <a:pt x="805293" y="1145535"/>
                  </a:lnTo>
                  <a:lnTo>
                    <a:pt x="786465" y="1152416"/>
                  </a:lnTo>
                  <a:lnTo>
                    <a:pt x="767415" y="1158657"/>
                  </a:lnTo>
                  <a:lnTo>
                    <a:pt x="748165" y="1164250"/>
                  </a:lnTo>
                  <a:lnTo>
                    <a:pt x="728737" y="1169188"/>
                  </a:lnTo>
                  <a:lnTo>
                    <a:pt x="709153" y="1173466"/>
                  </a:lnTo>
                  <a:lnTo>
                    <a:pt x="689436" y="1177079"/>
                  </a:lnTo>
                  <a:lnTo>
                    <a:pt x="669607" y="1180024"/>
                  </a:lnTo>
                  <a:lnTo>
                    <a:pt x="649691" y="1182296"/>
                  </a:lnTo>
                  <a:lnTo>
                    <a:pt x="629708" y="1183893"/>
                  </a:lnTo>
                  <a:lnTo>
                    <a:pt x="609684" y="1184813"/>
                  </a:lnTo>
                  <a:lnTo>
                    <a:pt x="589639" y="1185055"/>
                  </a:lnTo>
                  <a:lnTo>
                    <a:pt x="569598" y="1184619"/>
                  </a:lnTo>
                  <a:lnTo>
                    <a:pt x="549583" y="1183505"/>
                  </a:lnTo>
                  <a:lnTo>
                    <a:pt x="529617" y="1181715"/>
                  </a:lnTo>
                  <a:lnTo>
                    <a:pt x="509724" y="1179251"/>
                  </a:lnTo>
                  <a:lnTo>
                    <a:pt x="489924" y="1176115"/>
                  </a:lnTo>
                  <a:lnTo>
                    <a:pt x="470243" y="1172311"/>
                  </a:lnTo>
                  <a:lnTo>
                    <a:pt x="450701" y="1167844"/>
                  </a:lnTo>
                  <a:lnTo>
                    <a:pt x="431322" y="1162718"/>
                  </a:lnTo>
                  <a:lnTo>
                    <a:pt x="412127" y="1156940"/>
                  </a:lnTo>
                  <a:lnTo>
                    <a:pt x="393138" y="1150515"/>
                  </a:lnTo>
                  <a:lnTo>
                    <a:pt x="374378" y="1143452"/>
                  </a:lnTo>
                  <a:lnTo>
                    <a:pt x="355867" y="1135759"/>
                  </a:lnTo>
                  <a:lnTo>
                    <a:pt x="337627" y="1127443"/>
                  </a:lnTo>
                  <a:lnTo>
                    <a:pt x="319679" y="1118516"/>
                  </a:lnTo>
                  <a:lnTo>
                    <a:pt x="302043" y="1108986"/>
                  </a:lnTo>
                  <a:lnTo>
                    <a:pt x="284740" y="1098866"/>
                  </a:lnTo>
                  <a:lnTo>
                    <a:pt x="267789" y="1088165"/>
                  </a:lnTo>
                  <a:lnTo>
                    <a:pt x="251209" y="1076898"/>
                  </a:lnTo>
                  <a:lnTo>
                    <a:pt x="235020" y="1065076"/>
                  </a:lnTo>
                  <a:lnTo>
                    <a:pt x="219240" y="1052713"/>
                  </a:lnTo>
                  <a:lnTo>
                    <a:pt x="203888" y="1039824"/>
                  </a:lnTo>
                  <a:lnTo>
                    <a:pt x="188980" y="1026423"/>
                  </a:lnTo>
                  <a:lnTo>
                    <a:pt x="174534" y="1012525"/>
                  </a:lnTo>
                  <a:lnTo>
                    <a:pt x="160566" y="998146"/>
                  </a:lnTo>
                  <a:lnTo>
                    <a:pt x="147093" y="983303"/>
                  </a:lnTo>
                  <a:lnTo>
                    <a:pt x="134130" y="968013"/>
                  </a:lnTo>
                  <a:lnTo>
                    <a:pt x="121691" y="952293"/>
                  </a:lnTo>
                  <a:lnTo>
                    <a:pt x="109791" y="936162"/>
                  </a:lnTo>
                  <a:lnTo>
                    <a:pt x="98444" y="919637"/>
                  </a:lnTo>
                  <a:lnTo>
                    <a:pt x="87662" y="902738"/>
                  </a:lnTo>
                  <a:lnTo>
                    <a:pt x="77457" y="885483"/>
                  </a:lnTo>
                  <a:lnTo>
                    <a:pt x="67843" y="867894"/>
                  </a:lnTo>
                  <a:lnTo>
                    <a:pt x="58828" y="849989"/>
                  </a:lnTo>
                  <a:lnTo>
                    <a:pt x="50425" y="831789"/>
                  </a:lnTo>
                  <a:lnTo>
                    <a:pt x="42642" y="813316"/>
                  </a:lnTo>
                  <a:lnTo>
                    <a:pt x="35488" y="794590"/>
                  </a:lnTo>
                  <a:lnTo>
                    <a:pt x="28972" y="775633"/>
                  </a:lnTo>
                  <a:lnTo>
                    <a:pt x="23101" y="756466"/>
                  </a:lnTo>
                  <a:lnTo>
                    <a:pt x="17882" y="737112"/>
                  </a:lnTo>
                  <a:lnTo>
                    <a:pt x="13320" y="717592"/>
                  </a:lnTo>
                  <a:lnTo>
                    <a:pt x="9421" y="697929"/>
                  </a:lnTo>
                  <a:lnTo>
                    <a:pt x="6190" y="678145"/>
                  </a:lnTo>
                  <a:lnTo>
                    <a:pt x="3629" y="658263"/>
                  </a:lnTo>
                  <a:lnTo>
                    <a:pt x="1743" y="638306"/>
                  </a:lnTo>
                  <a:lnTo>
                    <a:pt x="532" y="618297"/>
                  </a:lnTo>
                  <a:lnTo>
                    <a:pt x="0" y="598258"/>
                  </a:lnTo>
                  <a:lnTo>
                    <a:pt x="145" y="578213"/>
                  </a:lnTo>
                  <a:lnTo>
                    <a:pt x="968" y="558184"/>
                  </a:lnTo>
                  <a:lnTo>
                    <a:pt x="2468" y="538194"/>
                  </a:lnTo>
                  <a:lnTo>
                    <a:pt x="4644" y="518267"/>
                  </a:lnTo>
                  <a:lnTo>
                    <a:pt x="7493" y="498424"/>
                  </a:lnTo>
                  <a:lnTo>
                    <a:pt x="11011" y="478690"/>
                  </a:lnTo>
                  <a:lnTo>
                    <a:pt x="15194" y="459085"/>
                  </a:lnTo>
                  <a:lnTo>
                    <a:pt x="20038" y="439633"/>
                  </a:lnTo>
                  <a:lnTo>
                    <a:pt x="25538" y="420357"/>
                  </a:lnTo>
                  <a:lnTo>
                    <a:pt x="31686" y="401277"/>
                  </a:lnTo>
                  <a:lnTo>
                    <a:pt x="38477" y="382416"/>
                  </a:lnTo>
                  <a:lnTo>
                    <a:pt x="45901" y="363796"/>
                  </a:lnTo>
                  <a:lnTo>
                    <a:pt x="53951" y="345437"/>
                  </a:lnTo>
                  <a:lnTo>
                    <a:pt x="62618" y="327362"/>
                  </a:lnTo>
                  <a:lnTo>
                    <a:pt x="71890" y="309590"/>
                  </a:lnTo>
                  <a:lnTo>
                    <a:pt x="81759" y="292141"/>
                  </a:lnTo>
                  <a:lnTo>
                    <a:pt x="92212" y="275037"/>
                  </a:lnTo>
                  <a:lnTo>
                    <a:pt x="103238" y="258295"/>
                  </a:lnTo>
                  <a:lnTo>
                    <a:pt x="114824" y="241937"/>
                  </a:lnTo>
                  <a:lnTo>
                    <a:pt x="126957" y="225979"/>
                  </a:lnTo>
                  <a:lnTo>
                    <a:pt x="139622" y="210442"/>
                  </a:lnTo>
                  <a:lnTo>
                    <a:pt x="152806" y="195341"/>
                  </a:lnTo>
                  <a:lnTo>
                    <a:pt x="166493" y="180695"/>
                  </a:lnTo>
                  <a:lnTo>
                    <a:pt x="180667" y="166521"/>
                  </a:lnTo>
                  <a:lnTo>
                    <a:pt x="195313" y="152834"/>
                  </a:lnTo>
                  <a:lnTo>
                    <a:pt x="210414" y="139650"/>
                  </a:lnTo>
                  <a:lnTo>
                    <a:pt x="225952" y="126984"/>
                  </a:lnTo>
                  <a:lnTo>
                    <a:pt x="241909" y="114852"/>
                  </a:lnTo>
                  <a:lnTo>
                    <a:pt x="258268" y="103266"/>
                  </a:lnTo>
                  <a:lnTo>
                    <a:pt x="275009" y="92240"/>
                  </a:lnTo>
                  <a:lnTo>
                    <a:pt x="292113" y="81787"/>
                  </a:lnTo>
                  <a:lnTo>
                    <a:pt x="309562" y="71918"/>
                  </a:lnTo>
                  <a:lnTo>
                    <a:pt x="327334" y="62645"/>
                  </a:lnTo>
                  <a:lnTo>
                    <a:pt x="345410" y="53979"/>
                  </a:lnTo>
                  <a:lnTo>
                    <a:pt x="363768" y="45929"/>
                  </a:lnTo>
                  <a:lnTo>
                    <a:pt x="382389" y="38504"/>
                  </a:lnTo>
                  <a:lnTo>
                    <a:pt x="401249" y="31714"/>
                  </a:lnTo>
                  <a:lnTo>
                    <a:pt x="420329" y="25566"/>
                  </a:lnTo>
                  <a:lnTo>
                    <a:pt x="439606" y="20066"/>
                  </a:lnTo>
                  <a:lnTo>
                    <a:pt x="459057" y="15222"/>
                  </a:lnTo>
                  <a:lnTo>
                    <a:pt x="478662" y="11038"/>
                  </a:lnTo>
                  <a:lnTo>
                    <a:pt x="498397" y="7520"/>
                  </a:lnTo>
                  <a:lnTo>
                    <a:pt x="518239" y="4672"/>
                  </a:lnTo>
                  <a:lnTo>
                    <a:pt x="520800" y="24943"/>
                  </a:lnTo>
                  <a:lnTo>
                    <a:pt x="523361" y="45214"/>
                  </a:lnTo>
                  <a:lnTo>
                    <a:pt x="525922" y="65485"/>
                  </a:lnTo>
                  <a:lnTo>
                    <a:pt x="528482" y="85756"/>
                  </a:lnTo>
                  <a:lnTo>
                    <a:pt x="531043" y="106027"/>
                  </a:lnTo>
                  <a:lnTo>
                    <a:pt x="533604" y="126298"/>
                  </a:lnTo>
                  <a:lnTo>
                    <a:pt x="536165" y="146569"/>
                  </a:lnTo>
                  <a:lnTo>
                    <a:pt x="538726" y="166840"/>
                  </a:lnTo>
                  <a:lnTo>
                    <a:pt x="541287" y="187111"/>
                  </a:lnTo>
                  <a:lnTo>
                    <a:pt x="543847" y="207382"/>
                  </a:lnTo>
                  <a:lnTo>
                    <a:pt x="546408" y="227653"/>
                  </a:lnTo>
                  <a:lnTo>
                    <a:pt x="548969" y="247924"/>
                  </a:lnTo>
                  <a:lnTo>
                    <a:pt x="551530" y="268195"/>
                  </a:lnTo>
                  <a:lnTo>
                    <a:pt x="554091" y="288466"/>
                  </a:lnTo>
                  <a:lnTo>
                    <a:pt x="556652" y="308737"/>
                  </a:lnTo>
                  <a:lnTo>
                    <a:pt x="559212" y="329008"/>
                  </a:lnTo>
                  <a:lnTo>
                    <a:pt x="561773" y="349279"/>
                  </a:lnTo>
                  <a:lnTo>
                    <a:pt x="564334" y="369550"/>
                  </a:lnTo>
                  <a:lnTo>
                    <a:pt x="566895" y="389821"/>
                  </a:lnTo>
                  <a:lnTo>
                    <a:pt x="569456" y="410092"/>
                  </a:lnTo>
                  <a:lnTo>
                    <a:pt x="572016" y="430363"/>
                  </a:lnTo>
                  <a:lnTo>
                    <a:pt x="574577" y="450634"/>
                  </a:lnTo>
                  <a:lnTo>
                    <a:pt x="577138" y="470905"/>
                  </a:lnTo>
                  <a:lnTo>
                    <a:pt x="579699" y="491176"/>
                  </a:lnTo>
                  <a:lnTo>
                    <a:pt x="582260" y="511447"/>
                  </a:lnTo>
                  <a:lnTo>
                    <a:pt x="584821" y="531718"/>
                  </a:lnTo>
                  <a:lnTo>
                    <a:pt x="587381" y="551989"/>
                  </a:lnTo>
                  <a:lnTo>
                    <a:pt x="589942" y="5722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2692" y="2799892"/>
              <a:ext cx="74263" cy="592531"/>
            </a:xfrm>
            <a:custGeom>
              <a:avLst/>
              <a:pathLst>
                <a:path w="74263" h="592531">
                  <a:moveTo>
                    <a:pt x="74263" y="592531"/>
                  </a:moveTo>
                  <a:lnTo>
                    <a:pt x="71703" y="572260"/>
                  </a:lnTo>
                  <a:lnTo>
                    <a:pt x="69142" y="551989"/>
                  </a:lnTo>
                  <a:lnTo>
                    <a:pt x="66581" y="531718"/>
                  </a:lnTo>
                  <a:lnTo>
                    <a:pt x="64020" y="511447"/>
                  </a:lnTo>
                  <a:lnTo>
                    <a:pt x="61459" y="491176"/>
                  </a:lnTo>
                  <a:lnTo>
                    <a:pt x="58898" y="470905"/>
                  </a:lnTo>
                  <a:lnTo>
                    <a:pt x="56338" y="450634"/>
                  </a:lnTo>
                  <a:lnTo>
                    <a:pt x="53777" y="430363"/>
                  </a:lnTo>
                  <a:lnTo>
                    <a:pt x="51216" y="410092"/>
                  </a:lnTo>
                  <a:lnTo>
                    <a:pt x="48655" y="389821"/>
                  </a:lnTo>
                  <a:lnTo>
                    <a:pt x="46094" y="369550"/>
                  </a:lnTo>
                  <a:lnTo>
                    <a:pt x="43533" y="349279"/>
                  </a:lnTo>
                  <a:lnTo>
                    <a:pt x="40973" y="329008"/>
                  </a:lnTo>
                  <a:lnTo>
                    <a:pt x="38412" y="308737"/>
                  </a:lnTo>
                  <a:lnTo>
                    <a:pt x="35851" y="288466"/>
                  </a:lnTo>
                  <a:lnTo>
                    <a:pt x="33290" y="268195"/>
                  </a:lnTo>
                  <a:lnTo>
                    <a:pt x="30729" y="247924"/>
                  </a:lnTo>
                  <a:lnTo>
                    <a:pt x="28169" y="227653"/>
                  </a:lnTo>
                  <a:lnTo>
                    <a:pt x="25608" y="207382"/>
                  </a:lnTo>
                  <a:lnTo>
                    <a:pt x="23047" y="187111"/>
                  </a:lnTo>
                  <a:lnTo>
                    <a:pt x="20486" y="166840"/>
                  </a:lnTo>
                  <a:lnTo>
                    <a:pt x="17925" y="146569"/>
                  </a:lnTo>
                  <a:lnTo>
                    <a:pt x="15364" y="126298"/>
                  </a:lnTo>
                  <a:lnTo>
                    <a:pt x="12804" y="106027"/>
                  </a:lnTo>
                  <a:lnTo>
                    <a:pt x="10243" y="85756"/>
                  </a:lnTo>
                  <a:lnTo>
                    <a:pt x="7682" y="65485"/>
                  </a:lnTo>
                  <a:lnTo>
                    <a:pt x="5121" y="45214"/>
                  </a:lnTo>
                  <a:lnTo>
                    <a:pt x="2560" y="24943"/>
                  </a:lnTo>
                  <a:lnTo>
                    <a:pt x="0" y="4672"/>
                  </a:lnTo>
                  <a:lnTo>
                    <a:pt x="24682" y="2078"/>
                  </a:lnTo>
                  <a:lnTo>
                    <a:pt x="49451" y="519"/>
                  </a:lnTo>
                  <a:lnTo>
                    <a:pt x="74263" y="0"/>
                  </a:lnTo>
                  <a:lnTo>
                    <a:pt x="74263" y="20432"/>
                  </a:lnTo>
                  <a:lnTo>
                    <a:pt x="74263" y="40864"/>
                  </a:lnTo>
                  <a:lnTo>
                    <a:pt x="74263" y="61296"/>
                  </a:lnTo>
                  <a:lnTo>
                    <a:pt x="74263" y="81728"/>
                  </a:lnTo>
                  <a:lnTo>
                    <a:pt x="74263" y="102160"/>
                  </a:lnTo>
                  <a:lnTo>
                    <a:pt x="74263" y="122592"/>
                  </a:lnTo>
                  <a:lnTo>
                    <a:pt x="74263" y="143024"/>
                  </a:lnTo>
                  <a:lnTo>
                    <a:pt x="74263" y="163456"/>
                  </a:lnTo>
                  <a:lnTo>
                    <a:pt x="74263" y="183888"/>
                  </a:lnTo>
                  <a:lnTo>
                    <a:pt x="74263" y="204321"/>
                  </a:lnTo>
                  <a:lnTo>
                    <a:pt x="74263" y="224753"/>
                  </a:lnTo>
                  <a:lnTo>
                    <a:pt x="74263" y="245185"/>
                  </a:lnTo>
                  <a:lnTo>
                    <a:pt x="74263" y="265617"/>
                  </a:lnTo>
                  <a:lnTo>
                    <a:pt x="74263" y="286049"/>
                  </a:lnTo>
                  <a:lnTo>
                    <a:pt x="74263" y="306481"/>
                  </a:lnTo>
                  <a:lnTo>
                    <a:pt x="74263" y="326913"/>
                  </a:lnTo>
                  <a:lnTo>
                    <a:pt x="74263" y="347345"/>
                  </a:lnTo>
                  <a:lnTo>
                    <a:pt x="74263" y="367777"/>
                  </a:lnTo>
                  <a:lnTo>
                    <a:pt x="74263" y="388210"/>
                  </a:lnTo>
                  <a:lnTo>
                    <a:pt x="74263" y="408642"/>
                  </a:lnTo>
                  <a:lnTo>
                    <a:pt x="74263" y="429074"/>
                  </a:lnTo>
                  <a:lnTo>
                    <a:pt x="74263" y="449506"/>
                  </a:lnTo>
                  <a:lnTo>
                    <a:pt x="74263" y="469938"/>
                  </a:lnTo>
                  <a:lnTo>
                    <a:pt x="74263" y="490370"/>
                  </a:lnTo>
                  <a:lnTo>
                    <a:pt x="74263" y="510802"/>
                  </a:lnTo>
                  <a:lnTo>
                    <a:pt x="74263" y="531234"/>
                  </a:lnTo>
                  <a:lnTo>
                    <a:pt x="74263" y="551666"/>
                  </a:lnTo>
                  <a:lnTo>
                    <a:pt x="74263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880423" y="361717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2700178" y="2353437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6717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7690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8236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9209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40196" y="1508760"/>
            <a:ext cx="5577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grpSp xmlns:pic="http://schemas.openxmlformats.org/drawingml/2006/picture">
        <p:nvGrpSpPr>
          <p:cNvPr id="15" name=""/>
          <p:cNvGrpSpPr/>
          <p:nvPr/>
        </p:nvGrpSpPr>
        <p:grpSpPr>
          <a:xfrm>
            <a:off x="8188452" y="2651760"/>
            <a:ext cx="1481328" cy="1481328"/>
            <a:chOff x="8188452" y="2651760"/>
            <a:chExt cx="1481328" cy="1481328"/>
          </a:xfrm>
        </p:grpSpPr>
        <p:sp>
          <p:nvSpPr>
            <p:cNvPr id="16" name="rc3"/>
            <p:cNvSpPr/>
            <p:nvPr/>
          </p:nvSpPr>
          <p:spPr>
            <a:xfrm>
              <a:off x="8188452" y="2651760"/>
              <a:ext cx="1481327" cy="148132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7" name="pg4"/>
            <p:cNvSpPr/>
            <p:nvPr/>
          </p:nvSpPr>
          <p:spPr>
            <a:xfrm>
              <a:off x="8336595" y="2799892"/>
              <a:ext cx="1184999" cy="1185046"/>
            </a:xfrm>
            <a:custGeom>
              <a:avLst/>
              <a:pathLst>
                <a:path w="1184999" h="1185046">
                  <a:moveTo>
                    <a:pt x="592520" y="592531"/>
                  </a:moveTo>
                  <a:lnTo>
                    <a:pt x="592520" y="572099"/>
                  </a:lnTo>
                  <a:lnTo>
                    <a:pt x="592520" y="551666"/>
                  </a:lnTo>
                  <a:lnTo>
                    <a:pt x="592520" y="531234"/>
                  </a:lnTo>
                  <a:lnTo>
                    <a:pt x="592520" y="510802"/>
                  </a:lnTo>
                  <a:lnTo>
                    <a:pt x="592520" y="490370"/>
                  </a:lnTo>
                  <a:lnTo>
                    <a:pt x="592520" y="469938"/>
                  </a:lnTo>
                  <a:lnTo>
                    <a:pt x="592520" y="449506"/>
                  </a:lnTo>
                  <a:lnTo>
                    <a:pt x="592520" y="429074"/>
                  </a:lnTo>
                  <a:lnTo>
                    <a:pt x="592520" y="408642"/>
                  </a:lnTo>
                  <a:lnTo>
                    <a:pt x="592520" y="388210"/>
                  </a:lnTo>
                  <a:lnTo>
                    <a:pt x="592520" y="367777"/>
                  </a:lnTo>
                  <a:lnTo>
                    <a:pt x="592520" y="347345"/>
                  </a:lnTo>
                  <a:lnTo>
                    <a:pt x="592520" y="326913"/>
                  </a:lnTo>
                  <a:lnTo>
                    <a:pt x="592520" y="306481"/>
                  </a:lnTo>
                  <a:lnTo>
                    <a:pt x="592520" y="286049"/>
                  </a:lnTo>
                  <a:lnTo>
                    <a:pt x="592520" y="265617"/>
                  </a:lnTo>
                  <a:lnTo>
                    <a:pt x="592520" y="245185"/>
                  </a:lnTo>
                  <a:lnTo>
                    <a:pt x="592520" y="224753"/>
                  </a:lnTo>
                  <a:lnTo>
                    <a:pt x="592520" y="204321"/>
                  </a:lnTo>
                  <a:lnTo>
                    <a:pt x="592520" y="183888"/>
                  </a:lnTo>
                  <a:lnTo>
                    <a:pt x="592520" y="163456"/>
                  </a:lnTo>
                  <a:lnTo>
                    <a:pt x="592520" y="143024"/>
                  </a:lnTo>
                  <a:lnTo>
                    <a:pt x="592520" y="122592"/>
                  </a:lnTo>
                  <a:lnTo>
                    <a:pt x="592520" y="102160"/>
                  </a:lnTo>
                  <a:lnTo>
                    <a:pt x="592520" y="81728"/>
                  </a:lnTo>
                  <a:lnTo>
                    <a:pt x="592520" y="61296"/>
                  </a:lnTo>
                  <a:lnTo>
                    <a:pt x="592520" y="40864"/>
                  </a:lnTo>
                  <a:lnTo>
                    <a:pt x="592520" y="20432"/>
                  </a:lnTo>
                  <a:lnTo>
                    <a:pt x="592520" y="0"/>
                  </a:lnTo>
                  <a:lnTo>
                    <a:pt x="612579" y="339"/>
                  </a:lnTo>
                  <a:lnTo>
                    <a:pt x="632615" y="1358"/>
                  </a:lnTo>
                  <a:lnTo>
                    <a:pt x="652605" y="3054"/>
                  </a:lnTo>
                  <a:lnTo>
                    <a:pt x="672526" y="5426"/>
                  </a:lnTo>
                  <a:lnTo>
                    <a:pt x="692355" y="8471"/>
                  </a:lnTo>
                  <a:lnTo>
                    <a:pt x="712070" y="12185"/>
                  </a:lnTo>
                  <a:lnTo>
                    <a:pt x="731648" y="16565"/>
                  </a:lnTo>
                  <a:lnTo>
                    <a:pt x="751067" y="21605"/>
                  </a:lnTo>
                  <a:lnTo>
                    <a:pt x="770303" y="27299"/>
                  </a:lnTo>
                  <a:lnTo>
                    <a:pt x="789336" y="33642"/>
                  </a:lnTo>
                  <a:lnTo>
                    <a:pt x="808143" y="40625"/>
                  </a:lnTo>
                  <a:lnTo>
                    <a:pt x="826703" y="48241"/>
                  </a:lnTo>
                  <a:lnTo>
                    <a:pt x="844995" y="56481"/>
                  </a:lnTo>
                  <a:lnTo>
                    <a:pt x="862997" y="65335"/>
                  </a:lnTo>
                  <a:lnTo>
                    <a:pt x="880689" y="74793"/>
                  </a:lnTo>
                  <a:lnTo>
                    <a:pt x="898051" y="84846"/>
                  </a:lnTo>
                  <a:lnTo>
                    <a:pt x="915062" y="95480"/>
                  </a:lnTo>
                  <a:lnTo>
                    <a:pt x="931704" y="106683"/>
                  </a:lnTo>
                  <a:lnTo>
                    <a:pt x="947957" y="118444"/>
                  </a:lnTo>
                  <a:lnTo>
                    <a:pt x="963803" y="130749"/>
                  </a:lnTo>
                  <a:lnTo>
                    <a:pt x="979222" y="143582"/>
                  </a:lnTo>
                  <a:lnTo>
                    <a:pt x="994199" y="156931"/>
                  </a:lnTo>
                  <a:lnTo>
                    <a:pt x="1008715" y="170778"/>
                  </a:lnTo>
                  <a:lnTo>
                    <a:pt x="1022754" y="185109"/>
                  </a:lnTo>
                  <a:lnTo>
                    <a:pt x="1036300" y="199908"/>
                  </a:lnTo>
                  <a:lnTo>
                    <a:pt x="1049337" y="215156"/>
                  </a:lnTo>
                  <a:lnTo>
                    <a:pt x="1061850" y="230837"/>
                  </a:lnTo>
                  <a:lnTo>
                    <a:pt x="1073826" y="246932"/>
                  </a:lnTo>
                  <a:lnTo>
                    <a:pt x="1085249" y="263424"/>
                  </a:lnTo>
                  <a:lnTo>
                    <a:pt x="1096108" y="280293"/>
                  </a:lnTo>
                  <a:lnTo>
                    <a:pt x="1106390" y="297520"/>
                  </a:lnTo>
                  <a:lnTo>
                    <a:pt x="1116082" y="315085"/>
                  </a:lnTo>
                  <a:lnTo>
                    <a:pt x="1125174" y="332968"/>
                  </a:lnTo>
                  <a:lnTo>
                    <a:pt x="1133656" y="351149"/>
                  </a:lnTo>
                  <a:lnTo>
                    <a:pt x="1141517" y="369606"/>
                  </a:lnTo>
                  <a:lnTo>
                    <a:pt x="1148749" y="388319"/>
                  </a:lnTo>
                  <a:lnTo>
                    <a:pt x="1155344" y="407266"/>
                  </a:lnTo>
                  <a:lnTo>
                    <a:pt x="1161293" y="426425"/>
                  </a:lnTo>
                  <a:lnTo>
                    <a:pt x="1166590" y="445775"/>
                  </a:lnTo>
                  <a:lnTo>
                    <a:pt x="1171229" y="465293"/>
                  </a:lnTo>
                  <a:lnTo>
                    <a:pt x="1175205" y="484957"/>
                  </a:lnTo>
                  <a:lnTo>
                    <a:pt x="1178512" y="504744"/>
                  </a:lnTo>
                  <a:lnTo>
                    <a:pt x="1181148" y="524632"/>
                  </a:lnTo>
                  <a:lnTo>
                    <a:pt x="1183110" y="544598"/>
                  </a:lnTo>
                  <a:lnTo>
                    <a:pt x="1184394" y="564619"/>
                  </a:lnTo>
                  <a:lnTo>
                    <a:pt x="1184999" y="584671"/>
                  </a:lnTo>
                  <a:lnTo>
                    <a:pt x="1184926" y="604733"/>
                  </a:lnTo>
                  <a:lnTo>
                    <a:pt x="1184173" y="624781"/>
                  </a:lnTo>
                  <a:lnTo>
                    <a:pt x="1182742" y="644791"/>
                  </a:lnTo>
                  <a:lnTo>
                    <a:pt x="1180635" y="664742"/>
                  </a:lnTo>
                  <a:lnTo>
                    <a:pt x="1177853" y="684610"/>
                  </a:lnTo>
                  <a:lnTo>
                    <a:pt x="1174401" y="704373"/>
                  </a:lnTo>
                  <a:lnTo>
                    <a:pt x="1170281" y="724007"/>
                  </a:lnTo>
                  <a:lnTo>
                    <a:pt x="1165499" y="743490"/>
                  </a:lnTo>
                  <a:lnTo>
                    <a:pt x="1160060" y="762801"/>
                  </a:lnTo>
                  <a:lnTo>
                    <a:pt x="1153971" y="781916"/>
                  </a:lnTo>
                  <a:lnTo>
                    <a:pt x="1147237" y="800814"/>
                  </a:lnTo>
                  <a:lnTo>
                    <a:pt x="1139869" y="819474"/>
                  </a:lnTo>
                  <a:lnTo>
                    <a:pt x="1131872" y="837873"/>
                  </a:lnTo>
                  <a:lnTo>
                    <a:pt x="1123257" y="855991"/>
                  </a:lnTo>
                  <a:lnTo>
                    <a:pt x="1114034" y="873807"/>
                  </a:lnTo>
                  <a:lnTo>
                    <a:pt x="1104213" y="891300"/>
                  </a:lnTo>
                  <a:lnTo>
                    <a:pt x="1093806" y="908452"/>
                  </a:lnTo>
                  <a:lnTo>
                    <a:pt x="1082824" y="925240"/>
                  </a:lnTo>
                  <a:lnTo>
                    <a:pt x="1071279" y="941648"/>
                  </a:lnTo>
                  <a:lnTo>
                    <a:pt x="1059186" y="957655"/>
                  </a:lnTo>
                  <a:lnTo>
                    <a:pt x="1046558" y="973244"/>
                  </a:lnTo>
                  <a:lnTo>
                    <a:pt x="1033410" y="988396"/>
                  </a:lnTo>
                  <a:lnTo>
                    <a:pt x="1019756" y="1003095"/>
                  </a:lnTo>
                  <a:lnTo>
                    <a:pt x="1005612" y="1017323"/>
                  </a:lnTo>
                  <a:lnTo>
                    <a:pt x="990995" y="1031063"/>
                  </a:lnTo>
                  <a:lnTo>
                    <a:pt x="975921" y="1044302"/>
                  </a:lnTo>
                  <a:lnTo>
                    <a:pt x="960408" y="1057022"/>
                  </a:lnTo>
                  <a:lnTo>
                    <a:pt x="944472" y="1069210"/>
                  </a:lnTo>
                  <a:lnTo>
                    <a:pt x="928134" y="1080851"/>
                  </a:lnTo>
                  <a:lnTo>
                    <a:pt x="911410" y="1091933"/>
                  </a:lnTo>
                  <a:lnTo>
                    <a:pt x="894321" y="1102442"/>
                  </a:lnTo>
                  <a:lnTo>
                    <a:pt x="876886" y="1112366"/>
                  </a:lnTo>
                  <a:lnTo>
                    <a:pt x="859125" y="1121695"/>
                  </a:lnTo>
                  <a:lnTo>
                    <a:pt x="841059" y="1130417"/>
                  </a:lnTo>
                  <a:lnTo>
                    <a:pt x="822707" y="1138523"/>
                  </a:lnTo>
                  <a:lnTo>
                    <a:pt x="804092" y="1146002"/>
                  </a:lnTo>
                  <a:lnTo>
                    <a:pt x="785234" y="1152847"/>
                  </a:lnTo>
                  <a:lnTo>
                    <a:pt x="766155" y="1159050"/>
                  </a:lnTo>
                  <a:lnTo>
                    <a:pt x="746877" y="1164603"/>
                  </a:lnTo>
                  <a:lnTo>
                    <a:pt x="727423" y="1169501"/>
                  </a:lnTo>
                  <a:lnTo>
                    <a:pt x="707813" y="1173737"/>
                  </a:lnTo>
                  <a:lnTo>
                    <a:pt x="688071" y="1177307"/>
                  </a:lnTo>
                  <a:lnTo>
                    <a:pt x="668220" y="1180206"/>
                  </a:lnTo>
                  <a:lnTo>
                    <a:pt x="648282" y="1182432"/>
                  </a:lnTo>
                  <a:lnTo>
                    <a:pt x="628281" y="1183982"/>
                  </a:lnTo>
                  <a:lnTo>
                    <a:pt x="608238" y="1184853"/>
                  </a:lnTo>
                  <a:lnTo>
                    <a:pt x="588177" y="1185046"/>
                  </a:lnTo>
                  <a:lnTo>
                    <a:pt x="568121" y="1184559"/>
                  </a:lnTo>
                  <a:lnTo>
                    <a:pt x="548093" y="1183394"/>
                  </a:lnTo>
                  <a:lnTo>
                    <a:pt x="528116" y="1181551"/>
                  </a:lnTo>
                  <a:lnTo>
                    <a:pt x="508213" y="1179033"/>
                  </a:lnTo>
                  <a:lnTo>
                    <a:pt x="488406" y="1175843"/>
                  </a:lnTo>
                  <a:lnTo>
                    <a:pt x="468719" y="1171984"/>
                  </a:lnTo>
                  <a:lnTo>
                    <a:pt x="449174" y="1167461"/>
                  </a:lnTo>
                  <a:lnTo>
                    <a:pt x="429793" y="1162279"/>
                  </a:lnTo>
                  <a:lnTo>
                    <a:pt x="410599" y="1156444"/>
                  </a:lnTo>
                  <a:lnTo>
                    <a:pt x="391613" y="1149962"/>
                  </a:lnTo>
                  <a:lnTo>
                    <a:pt x="372857" y="1142841"/>
                  </a:lnTo>
                  <a:lnTo>
                    <a:pt x="354354" y="1135089"/>
                  </a:lnTo>
                  <a:lnTo>
                    <a:pt x="336123" y="1126716"/>
                  </a:lnTo>
                  <a:lnTo>
                    <a:pt x="318186" y="1117730"/>
                  </a:lnTo>
                  <a:lnTo>
                    <a:pt x="300564" y="1108142"/>
                  </a:lnTo>
                  <a:lnTo>
                    <a:pt x="283276" y="1097963"/>
                  </a:lnTo>
                  <a:lnTo>
                    <a:pt x="266343" y="1087204"/>
                  </a:lnTo>
                  <a:lnTo>
                    <a:pt x="249784" y="1075879"/>
                  </a:lnTo>
                  <a:lnTo>
                    <a:pt x="233618" y="1063999"/>
                  </a:lnTo>
                  <a:lnTo>
                    <a:pt x="217863" y="1051579"/>
                  </a:lnTo>
                  <a:lnTo>
                    <a:pt x="202538" y="1038632"/>
                  </a:lnTo>
                  <a:lnTo>
                    <a:pt x="187659" y="1025175"/>
                  </a:lnTo>
                  <a:lnTo>
                    <a:pt x="173245" y="1011221"/>
                  </a:lnTo>
                  <a:lnTo>
                    <a:pt x="159311" y="996787"/>
                  </a:lnTo>
                  <a:lnTo>
                    <a:pt x="145875" y="981890"/>
                  </a:lnTo>
                  <a:lnTo>
                    <a:pt x="132950" y="966547"/>
                  </a:lnTo>
                  <a:lnTo>
                    <a:pt x="120551" y="950775"/>
                  </a:lnTo>
                  <a:lnTo>
                    <a:pt x="108694" y="934592"/>
                  </a:lnTo>
                  <a:lnTo>
                    <a:pt x="97392" y="918017"/>
                  </a:lnTo>
                  <a:lnTo>
                    <a:pt x="86657" y="901069"/>
                  </a:lnTo>
                  <a:lnTo>
                    <a:pt x="76502" y="883767"/>
                  </a:lnTo>
                  <a:lnTo>
                    <a:pt x="66939" y="866131"/>
                  </a:lnTo>
                  <a:lnTo>
                    <a:pt x="57978" y="848182"/>
                  </a:lnTo>
                  <a:lnTo>
                    <a:pt x="49630" y="829940"/>
                  </a:lnTo>
                  <a:lnTo>
                    <a:pt x="41904" y="811425"/>
                  </a:lnTo>
                  <a:lnTo>
                    <a:pt x="34809" y="792660"/>
                  </a:lnTo>
                  <a:lnTo>
                    <a:pt x="28354" y="773665"/>
                  </a:lnTo>
                  <a:lnTo>
                    <a:pt x="22545" y="754462"/>
                  </a:lnTo>
                  <a:lnTo>
                    <a:pt x="17390" y="735074"/>
                  </a:lnTo>
                  <a:lnTo>
                    <a:pt x="12894" y="715523"/>
                  </a:lnTo>
                  <a:lnTo>
                    <a:pt x="9063" y="695830"/>
                  </a:lnTo>
                  <a:lnTo>
                    <a:pt x="5900" y="676019"/>
                  </a:lnTo>
                  <a:lnTo>
                    <a:pt x="3410" y="656112"/>
                  </a:lnTo>
                  <a:lnTo>
                    <a:pt x="1596" y="636133"/>
                  </a:lnTo>
                  <a:lnTo>
                    <a:pt x="458" y="616103"/>
                  </a:lnTo>
                  <a:lnTo>
                    <a:pt x="0" y="596047"/>
                  </a:lnTo>
                  <a:lnTo>
                    <a:pt x="220" y="575986"/>
                  </a:lnTo>
                  <a:lnTo>
                    <a:pt x="1120" y="555945"/>
                  </a:lnTo>
                  <a:lnTo>
                    <a:pt x="2697" y="535945"/>
                  </a:lnTo>
                  <a:lnTo>
                    <a:pt x="4951" y="516010"/>
                  </a:lnTo>
                  <a:lnTo>
                    <a:pt x="7878" y="496163"/>
                  </a:lnTo>
                  <a:lnTo>
                    <a:pt x="11475" y="476426"/>
                  </a:lnTo>
                  <a:lnTo>
                    <a:pt x="15739" y="456823"/>
                  </a:lnTo>
                  <a:lnTo>
                    <a:pt x="20664" y="437375"/>
                  </a:lnTo>
                  <a:lnTo>
                    <a:pt x="26244" y="418105"/>
                  </a:lnTo>
                  <a:lnTo>
                    <a:pt x="32473" y="399035"/>
                  </a:lnTo>
                  <a:lnTo>
                    <a:pt x="39345" y="380187"/>
                  </a:lnTo>
                  <a:lnTo>
                    <a:pt x="46850" y="361582"/>
                  </a:lnTo>
                  <a:lnTo>
                    <a:pt x="54981" y="343241"/>
                  </a:lnTo>
                  <a:lnTo>
                    <a:pt x="63729" y="325187"/>
                  </a:lnTo>
                  <a:lnTo>
                    <a:pt x="73082" y="307439"/>
                  </a:lnTo>
                  <a:lnTo>
                    <a:pt x="83031" y="290018"/>
                  </a:lnTo>
                  <a:lnTo>
                    <a:pt x="93564" y="272944"/>
                  </a:lnTo>
                  <a:lnTo>
                    <a:pt x="104669" y="256236"/>
                  </a:lnTo>
                  <a:lnTo>
                    <a:pt x="116333" y="239913"/>
                  </a:lnTo>
                  <a:lnTo>
                    <a:pt x="128543" y="223995"/>
                  </a:lnTo>
                  <a:lnTo>
                    <a:pt x="141285" y="208499"/>
                  </a:lnTo>
                  <a:lnTo>
                    <a:pt x="154544" y="193444"/>
                  </a:lnTo>
                  <a:lnTo>
                    <a:pt x="168306" y="178846"/>
                  </a:lnTo>
                  <a:lnTo>
                    <a:pt x="182553" y="164722"/>
                  </a:lnTo>
                  <a:lnTo>
                    <a:pt x="197271" y="151089"/>
                  </a:lnTo>
                  <a:lnTo>
                    <a:pt x="212441" y="137961"/>
                  </a:lnTo>
                  <a:lnTo>
                    <a:pt x="228048" y="125355"/>
                  </a:lnTo>
                  <a:lnTo>
                    <a:pt x="244072" y="113284"/>
                  </a:lnTo>
                  <a:lnTo>
                    <a:pt x="260495" y="101763"/>
                  </a:lnTo>
                  <a:lnTo>
                    <a:pt x="277300" y="90804"/>
                  </a:lnTo>
                  <a:lnTo>
                    <a:pt x="294465" y="80421"/>
                  </a:lnTo>
                  <a:lnTo>
                    <a:pt x="311973" y="70624"/>
                  </a:lnTo>
                  <a:lnTo>
                    <a:pt x="329801" y="61426"/>
                  </a:lnTo>
                  <a:lnTo>
                    <a:pt x="347931" y="52837"/>
                  </a:lnTo>
                  <a:lnTo>
                    <a:pt x="366342" y="44866"/>
                  </a:lnTo>
                  <a:lnTo>
                    <a:pt x="385011" y="37523"/>
                  </a:lnTo>
                  <a:lnTo>
                    <a:pt x="403919" y="30817"/>
                  </a:lnTo>
                  <a:lnTo>
                    <a:pt x="423043" y="24754"/>
                  </a:lnTo>
                  <a:lnTo>
                    <a:pt x="442361" y="19342"/>
                  </a:lnTo>
                  <a:lnTo>
                    <a:pt x="461851" y="14587"/>
                  </a:lnTo>
                  <a:lnTo>
                    <a:pt x="481491" y="10495"/>
                  </a:lnTo>
                  <a:lnTo>
                    <a:pt x="485320" y="30565"/>
                  </a:lnTo>
                  <a:lnTo>
                    <a:pt x="489148" y="50635"/>
                  </a:lnTo>
                  <a:lnTo>
                    <a:pt x="492977" y="70705"/>
                  </a:lnTo>
                  <a:lnTo>
                    <a:pt x="496805" y="90776"/>
                  </a:lnTo>
                  <a:lnTo>
                    <a:pt x="500634" y="110846"/>
                  </a:lnTo>
                  <a:lnTo>
                    <a:pt x="504463" y="130916"/>
                  </a:lnTo>
                  <a:lnTo>
                    <a:pt x="508291" y="150986"/>
                  </a:lnTo>
                  <a:lnTo>
                    <a:pt x="512120" y="171056"/>
                  </a:lnTo>
                  <a:lnTo>
                    <a:pt x="515948" y="191127"/>
                  </a:lnTo>
                  <a:lnTo>
                    <a:pt x="519777" y="211197"/>
                  </a:lnTo>
                  <a:lnTo>
                    <a:pt x="523606" y="231267"/>
                  </a:lnTo>
                  <a:lnTo>
                    <a:pt x="527434" y="251337"/>
                  </a:lnTo>
                  <a:lnTo>
                    <a:pt x="531263" y="271407"/>
                  </a:lnTo>
                  <a:lnTo>
                    <a:pt x="535091" y="291478"/>
                  </a:lnTo>
                  <a:lnTo>
                    <a:pt x="538920" y="311548"/>
                  </a:lnTo>
                  <a:lnTo>
                    <a:pt x="542749" y="331618"/>
                  </a:lnTo>
                  <a:lnTo>
                    <a:pt x="546577" y="351688"/>
                  </a:lnTo>
                  <a:lnTo>
                    <a:pt x="550406" y="371758"/>
                  </a:lnTo>
                  <a:lnTo>
                    <a:pt x="554234" y="391829"/>
                  </a:lnTo>
                  <a:lnTo>
                    <a:pt x="558063" y="411899"/>
                  </a:lnTo>
                  <a:lnTo>
                    <a:pt x="561892" y="431969"/>
                  </a:lnTo>
                  <a:lnTo>
                    <a:pt x="565720" y="452039"/>
                  </a:lnTo>
                  <a:lnTo>
                    <a:pt x="569549" y="472109"/>
                  </a:lnTo>
                  <a:lnTo>
                    <a:pt x="573377" y="492180"/>
                  </a:lnTo>
                  <a:lnTo>
                    <a:pt x="577206" y="512250"/>
                  </a:lnTo>
                  <a:lnTo>
                    <a:pt x="581034" y="532320"/>
                  </a:lnTo>
                  <a:lnTo>
                    <a:pt x="584863" y="552390"/>
                  </a:lnTo>
                  <a:lnTo>
                    <a:pt x="588692" y="572460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8" name="pg5"/>
            <p:cNvSpPr/>
            <p:nvPr/>
          </p:nvSpPr>
          <p:spPr>
            <a:xfrm>
              <a:off x="8818086" y="2799892"/>
              <a:ext cx="111029" cy="592531"/>
            </a:xfrm>
            <a:custGeom>
              <a:avLst/>
              <a:pathLst>
                <a:path w="111029" h="592531">
                  <a:moveTo>
                    <a:pt x="111029" y="592531"/>
                  </a:moveTo>
                  <a:lnTo>
                    <a:pt x="107200" y="572460"/>
                  </a:lnTo>
                  <a:lnTo>
                    <a:pt x="103372" y="552390"/>
                  </a:lnTo>
                  <a:lnTo>
                    <a:pt x="99543" y="532320"/>
                  </a:lnTo>
                  <a:lnTo>
                    <a:pt x="95714" y="512250"/>
                  </a:lnTo>
                  <a:lnTo>
                    <a:pt x="91886" y="492180"/>
                  </a:lnTo>
                  <a:lnTo>
                    <a:pt x="88057" y="472109"/>
                  </a:lnTo>
                  <a:lnTo>
                    <a:pt x="84229" y="452039"/>
                  </a:lnTo>
                  <a:lnTo>
                    <a:pt x="80400" y="431969"/>
                  </a:lnTo>
                  <a:lnTo>
                    <a:pt x="76571" y="411899"/>
                  </a:lnTo>
                  <a:lnTo>
                    <a:pt x="72743" y="391829"/>
                  </a:lnTo>
                  <a:lnTo>
                    <a:pt x="68914" y="371758"/>
                  </a:lnTo>
                  <a:lnTo>
                    <a:pt x="65086" y="351688"/>
                  </a:lnTo>
                  <a:lnTo>
                    <a:pt x="61257" y="331618"/>
                  </a:lnTo>
                  <a:lnTo>
                    <a:pt x="57428" y="311548"/>
                  </a:lnTo>
                  <a:lnTo>
                    <a:pt x="53600" y="291478"/>
                  </a:lnTo>
                  <a:lnTo>
                    <a:pt x="49771" y="271407"/>
                  </a:lnTo>
                  <a:lnTo>
                    <a:pt x="45943" y="251337"/>
                  </a:lnTo>
                  <a:lnTo>
                    <a:pt x="42114" y="231267"/>
                  </a:lnTo>
                  <a:lnTo>
                    <a:pt x="38285" y="211197"/>
                  </a:lnTo>
                  <a:lnTo>
                    <a:pt x="34457" y="191127"/>
                  </a:lnTo>
                  <a:lnTo>
                    <a:pt x="30628" y="171056"/>
                  </a:lnTo>
                  <a:lnTo>
                    <a:pt x="26800" y="150986"/>
                  </a:lnTo>
                  <a:lnTo>
                    <a:pt x="22971" y="130916"/>
                  </a:lnTo>
                  <a:lnTo>
                    <a:pt x="19142" y="110846"/>
                  </a:lnTo>
                  <a:lnTo>
                    <a:pt x="15314" y="90776"/>
                  </a:lnTo>
                  <a:lnTo>
                    <a:pt x="11485" y="70705"/>
                  </a:lnTo>
                  <a:lnTo>
                    <a:pt x="7657" y="50635"/>
                  </a:lnTo>
                  <a:lnTo>
                    <a:pt x="3828" y="30565"/>
                  </a:lnTo>
                  <a:lnTo>
                    <a:pt x="0" y="10495"/>
                  </a:lnTo>
                  <a:lnTo>
                    <a:pt x="22015" y="6724"/>
                  </a:lnTo>
                  <a:lnTo>
                    <a:pt x="44158" y="3785"/>
                  </a:lnTo>
                  <a:lnTo>
                    <a:pt x="66395" y="1683"/>
                  </a:lnTo>
                  <a:lnTo>
                    <a:pt x="88696" y="421"/>
                  </a:lnTo>
                  <a:lnTo>
                    <a:pt x="111029" y="0"/>
                  </a:lnTo>
                  <a:lnTo>
                    <a:pt x="111029" y="20432"/>
                  </a:lnTo>
                  <a:lnTo>
                    <a:pt x="111029" y="40864"/>
                  </a:lnTo>
                  <a:lnTo>
                    <a:pt x="111029" y="61296"/>
                  </a:lnTo>
                  <a:lnTo>
                    <a:pt x="111029" y="81728"/>
                  </a:lnTo>
                  <a:lnTo>
                    <a:pt x="111029" y="102160"/>
                  </a:lnTo>
                  <a:lnTo>
                    <a:pt x="111029" y="122592"/>
                  </a:lnTo>
                  <a:lnTo>
                    <a:pt x="111029" y="143024"/>
                  </a:lnTo>
                  <a:lnTo>
                    <a:pt x="111029" y="163456"/>
                  </a:lnTo>
                  <a:lnTo>
                    <a:pt x="111029" y="183888"/>
                  </a:lnTo>
                  <a:lnTo>
                    <a:pt x="111029" y="204321"/>
                  </a:lnTo>
                  <a:lnTo>
                    <a:pt x="111029" y="224753"/>
                  </a:lnTo>
                  <a:lnTo>
                    <a:pt x="111029" y="245185"/>
                  </a:lnTo>
                  <a:lnTo>
                    <a:pt x="111029" y="265617"/>
                  </a:lnTo>
                  <a:lnTo>
                    <a:pt x="111029" y="286049"/>
                  </a:lnTo>
                  <a:lnTo>
                    <a:pt x="111029" y="306481"/>
                  </a:lnTo>
                  <a:lnTo>
                    <a:pt x="111029" y="326913"/>
                  </a:lnTo>
                  <a:lnTo>
                    <a:pt x="111029" y="347345"/>
                  </a:lnTo>
                  <a:lnTo>
                    <a:pt x="111029" y="367777"/>
                  </a:lnTo>
                  <a:lnTo>
                    <a:pt x="111029" y="388210"/>
                  </a:lnTo>
                  <a:lnTo>
                    <a:pt x="111029" y="408642"/>
                  </a:lnTo>
                  <a:lnTo>
                    <a:pt x="111029" y="429074"/>
                  </a:lnTo>
                  <a:lnTo>
                    <a:pt x="111029" y="449506"/>
                  </a:lnTo>
                  <a:lnTo>
                    <a:pt x="111029" y="469938"/>
                  </a:lnTo>
                  <a:lnTo>
                    <a:pt x="111029" y="490370"/>
                  </a:lnTo>
                  <a:lnTo>
                    <a:pt x="111029" y="510802"/>
                  </a:lnTo>
                  <a:lnTo>
                    <a:pt x="111029" y="531234"/>
                  </a:lnTo>
                  <a:lnTo>
                    <a:pt x="111029" y="551666"/>
                  </a:lnTo>
                  <a:lnTo>
                    <a:pt x="111029" y="57209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tx6"/>
            <p:cNvSpPr/>
            <p:nvPr/>
          </p:nvSpPr>
          <p:spPr>
            <a:xfrm>
              <a:off x="8723304" y="3616445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97%</a:t>
              </a:r>
            </a:p>
          </p:txBody>
        </p:sp>
      </p:grpSp>
      <p:sp>
        <p:nvSpPr>
          <p:cNvPr id="20" name=""/>
          <p:cNvSpPr>
            <a:spLocks noGrp="1"/>
          </p:cNvSpPr>
          <p:nvPr>
            </p:nvPr>
        </p:nvSpPr>
        <p:spPr>
          <a:xfrm>
            <a:off x="8524039" y="235566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419338" y="46360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529066" y="45720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034526" y="46360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144254" y="45720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x2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33629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33629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56717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6717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88452" y="2651760"/>
            <a:ext cx="1481328" cy="14813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88452" y="24688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4.11 cm, 4.11 x 4.11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419338" y="45720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419338" y="43891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01168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44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3305556"/>
            <a:ext cx="105705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2851" y="3305556"/>
            <a:ext cx="1585387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2851" y="3451860"/>
            <a:ext cx="15817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544580" y="3305556"/>
            <a:ext cx="2248692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544580" y="3451860"/>
            <a:ext cx="224503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789615" y="3305556"/>
            <a:ext cx="1173541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89615" y="3451860"/>
            <a:ext cx="117354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06341" y="3241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19220" y="3012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451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587240"/>
            <a:ext cx="146304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4448556"/>
            <a:ext cx="158274" cy="56692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015421" y="4448556"/>
            <a:ext cx="312891" cy="56692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849997" y="45948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24654" y="4448556"/>
            <a:ext cx="2322909" cy="56692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324654" y="4594860"/>
            <a:ext cx="23192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643905" y="4448556"/>
            <a:ext cx="1652903" cy="56692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643905" y="4594860"/>
            <a:ext cx="16492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93150" y="4448556"/>
            <a:ext cx="670006" cy="56692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93150" y="4594860"/>
            <a:ext cx="6700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32626" y="43845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645504" y="41559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054596" y="45948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50468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7764" y="544068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42159" y="550468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51887" y="544068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008882" y="550468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18610" y="544068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234305" y="550468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344033" y="544068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234428" y="550468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344156" y="544068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517636" y="2697480"/>
            <a:ext cx="45720" cy="23774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 de los docentes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 de los estudiantes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está de acuerdo o totalmente de acuerdo con que la Unidad cuenta con servicios de tutoría socioemocional.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Uno de cada 8 estudiantes no tiene información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sobre el servicio.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860804" y="2971800"/>
            <a:ext cx="5102352" cy="2286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860804" y="2788920"/>
            <a:ext cx="51023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1.57 cm, 14.17 x 6.35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5440680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5257800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718804" y="2651760"/>
            <a:ext cx="3184855" cy="2560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718804" y="2468880"/>
            <a:ext cx="318485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8.85 x 7.11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DISPOSICIONES CON DOS GRÁFICOS Y CON 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487168"/>
            <a:ext cx="406438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560320"/>
            <a:ext cx="4060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784376" y="2487168"/>
            <a:ext cx="8287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0325" y="24231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757520" y="2414016"/>
            <a:ext cx="6829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64912" y="21945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723644" y="3310128"/>
            <a:ext cx="3194232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3383280"/>
            <a:ext cx="31905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914219" y="3310128"/>
            <a:ext cx="953029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4219" y="3383280"/>
            <a:ext cx="95302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23644" y="4133088"/>
            <a:ext cx="3235668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723644" y="4206240"/>
            <a:ext cx="32320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55655" y="4133088"/>
            <a:ext cx="911593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55655" y="4206240"/>
            <a:ext cx="9115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723644" y="4956048"/>
            <a:ext cx="3857209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723644" y="5029200"/>
            <a:ext cx="385355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77195" y="4956048"/>
            <a:ext cx="290052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716735" y="48920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429613" y="46634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25679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60056" y="2487168"/>
            <a:ext cx="3815773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60056" y="2560320"/>
            <a:ext cx="381211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572171" y="2487168"/>
            <a:ext cx="331488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417875" y="25603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3909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760056" y="3310128"/>
            <a:ext cx="3318540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60056" y="3383280"/>
            <a:ext cx="33148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074938" y="3310128"/>
            <a:ext cx="828721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4938" y="3383280"/>
            <a:ext cx="82872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421386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760056" y="4133088"/>
            <a:ext cx="3359977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760056" y="4206240"/>
            <a:ext cx="33563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116375" y="4133088"/>
            <a:ext cx="787285" cy="42062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116375" y="4206240"/>
            <a:ext cx="7872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4953000"/>
            <a:ext cx="132588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60056" y="4956048"/>
            <a:ext cx="4147261" cy="42062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60056" y="5029200"/>
            <a:ext cx="41436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586070" y="5897880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695798" y="5833872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201258" y="5897880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10986" y="5833872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p_barras_multiapiladas x2 (dicotómica)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723644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723644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760056" y="2240280"/>
            <a:ext cx="4143604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760056" y="2057400"/>
            <a:ext cx="41436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1.17 cm, 11.51 x 9.14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586070" y="5833872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86070" y="5650992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5720" cy="5943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463040"/>
            <a:ext cx="11414455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 de los titulados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obtuvo su título en 2025, y el tramo de sueldo más frecuente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 (43%)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15468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20724" y="316382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509476" y="3154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70332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20724" y="3712464"/>
            <a:ext cx="25217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509476" y="37033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25196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20724" y="4261104"/>
            <a:ext cx="88261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139917" y="4251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80060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220724" y="4809744"/>
            <a:ext cx="3593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50810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349240"/>
            <a:ext cx="8229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220724" y="5358384"/>
            <a:ext cx="13239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581225" y="5349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4231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3116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628736" y="3118104"/>
            <a:ext cx="2203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85671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5737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628736" y="357530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034179" y="3566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24448" y="40309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28736" y="4032504"/>
            <a:ext cx="154251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207830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44881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628736" y="4489704"/>
            <a:ext cx="99161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56931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24448" y="49453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28736" y="4946904"/>
            <a:ext cx="27545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940761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324448" y="5402580"/>
            <a:ext cx="219456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628736" y="5404104"/>
            <a:ext cx="1101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7549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095848" y="2423160"/>
            <a:ext cx="7315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56 egresados que tienen título (año de titulación) y 167 que respondieron el sueldo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p_slide_2_graficos_narrativo: p_barras_agrupadas x2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63040"/>
            <a:ext cx="11615623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32.27 x 1.91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220724" y="3017520"/>
            <a:ext cx="40247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220724" y="2834640"/>
            <a:ext cx="4024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11.18 x 7.62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3017520"/>
            <a:ext cx="2653132" cy="2743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628736" y="28346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7.62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963156" y="1554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6314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226564" y="2180844"/>
            <a:ext cx="1172641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226564" y="2263140"/>
            <a:ext cx="11689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395547" y="2180844"/>
            <a:ext cx="3656731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95547" y="2263140"/>
            <a:ext cx="36530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048621" y="2180844"/>
            <a:ext cx="97415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91842" y="21168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36308" y="2107692"/>
            <a:ext cx="610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743700" y="18882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237476" y="226314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2326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226564" y="3140964"/>
            <a:ext cx="1233526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26564" y="3223260"/>
            <a:ext cx="12298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56432" y="3140964"/>
            <a:ext cx="3496483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456432" y="3223260"/>
            <a:ext cx="34928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49257" y="3140964"/>
            <a:ext cx="196779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042160" y="307695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36308" y="3067812"/>
            <a:ext cx="11339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743700" y="284835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237476" y="322326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091940"/>
            <a:ext cx="182880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226564" y="4101084"/>
            <a:ext cx="1528694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226564" y="4183380"/>
            <a:ext cx="15250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751600" y="4101084"/>
            <a:ext cx="3004536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751600" y="4183380"/>
            <a:ext cx="30008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752478" y="4101084"/>
            <a:ext cx="393558" cy="438912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9217" y="41833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237476" y="41833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143500"/>
            <a:ext cx="18288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226564" y="5061204"/>
            <a:ext cx="102047" cy="438912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324953" y="5061204"/>
            <a:ext cx="1627083" cy="438912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324953" y="5143500"/>
            <a:ext cx="16234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948379" y="5061204"/>
            <a:ext cx="3201314" cy="438912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48379" y="5143500"/>
            <a:ext cx="31976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270272" y="49971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83151" y="47685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37476" y="51435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9161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97764" y="58521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87879" y="59161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97607" y="58521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00322" y="59161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10050" y="58521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371465" y="59161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481193" y="58521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417308" y="59161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27036" y="58521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732520" y="228600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3688" y="224028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docentes valoran todas las competencias por encima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alta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(99%)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La más baja,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(92%).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p_slide_grafico_texto_derecha: p_barras_multiapiladas (modo var)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226564" y="1874520"/>
            <a:ext cx="491947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226564" y="1691640"/>
            <a:ext cx="49194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1.22 cm, 13.67 x 10.67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5852160"/>
            <a:ext cx="786384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669280"/>
            <a:ext cx="78638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21.84 x 0.76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2520" y="224028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732520" y="205740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muestra se reparte entre los seis ciclos. El de mayor presencia es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 (21%)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y ningún ciclo baja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60020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ciclo de la carrera está cursando actualmente?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38658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395728"/>
            <a:ext cx="2931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884111" y="2386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95351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962656"/>
            <a:ext cx="24803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433132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52044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16168" y="3529584"/>
            <a:ext cx="450979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62540" y="3520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160520" y="408736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916168" y="4096512"/>
            <a:ext cx="428430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237050" y="4087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160520" y="465429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16168" y="4663440"/>
            <a:ext cx="473528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688030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160520" y="5221224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16168" y="5230368"/>
            <a:ext cx="383332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86071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p_slide_grafico_texto_izquierda: p_barras_agrupadas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916168" y="2240280"/>
            <a:ext cx="530352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916168" y="2057400"/>
            <a:ext cx="5303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14.73 x 9.45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20240"/>
            <a:ext cx="45720" cy="32004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89204" y="1874520"/>
            <a:ext cx="2953512" cy="32918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estudiantado se reparte casi por igual entre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(52%)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(48%)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tiene entre 19 y 25 años.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0" y="1554480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0" y="21945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6168" y="2212848"/>
            <a:ext cx="479080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743547" y="2194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0" y="26517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16168" y="2670048"/>
            <a:ext cx="442228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375024" y="2651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0" y="3227832"/>
            <a:ext cx="774313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0" y="3831336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916168" y="3840480"/>
            <a:ext cx="438307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335819" y="3831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60520" y="4270248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916168" y="4279392"/>
            <a:ext cx="47908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743547" y="42702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160520" y="4709160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16168" y="4718304"/>
            <a:ext cx="8154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768200" y="47091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60520" y="5148072"/>
            <a:ext cx="16459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16168" y="5157216"/>
            <a:ext cx="20386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56608" y="51480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60520" y="2990088"/>
            <a:ext cx="7743139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p_slide_2_graficos_texto_izquierda: p_barras_agrupadas x2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874520"/>
            <a:ext cx="3154680" cy="3291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9.14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916168" y="2103120"/>
            <a:ext cx="5365699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916168" y="192024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14.90 x 2.54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6168" y="3749040"/>
            <a:ext cx="5365699" cy="17556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916168" y="3566160"/>
            <a:ext cx="536569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14.90 x 4.88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5448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Actualmente, ¿está usted trabajando? (considere por trabajo cualquier actividad remunerada de por lo menos medio tiempo de dedicación)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0510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723644" y="2633472"/>
            <a:ext cx="6303325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723644" y="2697480"/>
            <a:ext cx="629966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023311" y="2633472"/>
            <a:ext cx="128565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082107" y="25694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42148" y="2560320"/>
            <a:ext cx="45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49540" y="23408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3474720"/>
            <a:ext cx="7863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¿El trabajo que usted realiza actualmente y por el cual recibe una remuneración se encuentra relacionado con el quehacer contable?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4625340"/>
            <a:ext cx="13258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723644" y="4553712"/>
            <a:ext cx="6239043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723644" y="4617720"/>
            <a:ext cx="62353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9029" y="4553712"/>
            <a:ext cx="192847" cy="40233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049966" y="4489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042148" y="4480560"/>
            <a:ext cx="1330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749540" y="4261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710178" y="545896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819906" y="539496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25366" y="545896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435094" y="539496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32520" y="1920240"/>
            <a:ext cx="45720" cy="301752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33688" y="1874520"/>
            <a:ext cx="2953512" cy="3108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egresados trabaja actualmente y, de ellos, el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lo hace en un puesto relacionado con la contabilidad.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176 y 172 egresados que respondieron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p_slide_2_graficos_texto_derecha: p_barras_multiapiladas x2 (dicotómica)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723644" y="242316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723644" y="224028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723644" y="4343400"/>
            <a:ext cx="6428232" cy="731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723644" y="4160520"/>
            <a:ext cx="64282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1.12 cm, 17.86 x 2.03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10178" y="539496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710178" y="521208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32520" y="1874520"/>
            <a:ext cx="3154680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732520" y="1691640"/>
            <a:ext cx="31546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8.76 x 8.64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TUTORÍA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830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484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3134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313432"/>
            <a:ext cx="2624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340864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313432"/>
            <a:ext cx="4883646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340864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313432"/>
            <a:ext cx="1355552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340864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49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2020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3408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0068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971800"/>
            <a:ext cx="545879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9992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971800"/>
            <a:ext cx="1630320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999232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971800"/>
            <a:ext cx="3076243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999232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971800"/>
            <a:ext cx="1720690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999232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971800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999232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9992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5204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socioemocional (bienestar estudiantil).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14939" y="384048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860804" y="4370832"/>
            <a:ext cx="184398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041544" y="4370832"/>
            <a:ext cx="280513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041544" y="4398264"/>
            <a:ext cx="280147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843019" y="4370832"/>
            <a:ext cx="3979944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843019" y="4398264"/>
            <a:ext cx="397628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819306" y="4370832"/>
            <a:ext cx="2078513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819306" y="4398264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945688" y="43068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658566" y="40782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989259" y="439826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506425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60804" y="5029200"/>
            <a:ext cx="277507" cy="32918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134653" y="5029200"/>
            <a:ext cx="551355" cy="32918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088462" y="5056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682351" y="5029200"/>
            <a:ext cx="4111392" cy="32918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82351" y="5056632"/>
            <a:ext cx="4107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0085" y="5029200"/>
            <a:ext cx="2924713" cy="32918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90085" y="5056632"/>
            <a:ext cx="29210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711140" y="5029200"/>
            <a:ext cx="1186679" cy="329184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711140" y="5056632"/>
            <a:ext cx="11866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92242" y="49651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705120" y="47365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989259" y="505663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129638" y="568756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239366" y="562356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446626" y="568756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556354" y="562356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976214" y="568756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085942" y="562356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264502" y="568756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374230" y="562356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327490" y="568756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437218" y="562356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 y 172 estudiantes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p_slide_2_graficos_vertical: p_barras_multiapiladas x2 (var_cruce)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860804" y="21031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860804" y="19202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860804" y="4160520"/>
            <a:ext cx="9037015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60804" y="397764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0.91 cm, 25.10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129638" y="562356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129638" y="544068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7680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del cuerpo académico, estudiantes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780276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3714"/>
            <a:ext cx="3108960" cy="5715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mecanismos periódicos de evaluación docente (encuestas) para valorar la calidad del desempeño docente.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506724" y="2386584"/>
            <a:ext cx="7348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576551" y="2386584"/>
            <a:ext cx="38571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11464" y="2386584"/>
            <a:ext cx="143510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611464" y="2432304"/>
            <a:ext cx="14314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042916" y="2386584"/>
            <a:ext cx="185407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42916" y="2432304"/>
            <a:ext cx="18504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893329" y="2386584"/>
            <a:ext cx="698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53615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249029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588521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594008" y="2313432"/>
            <a:ext cx="36825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69653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922756" y="232257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853428" y="2313432"/>
            <a:ext cx="7481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560820" y="209397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054596" y="2432304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296412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la calidad de enseñanza de los docentes de la carrera.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506724" y="3319272"/>
            <a:ext cx="71431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574497" y="3319272"/>
            <a:ext cx="27475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845590" y="3319272"/>
            <a:ext cx="196908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845590" y="3364992"/>
            <a:ext cx="19654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811012" y="3319272"/>
            <a:ext cx="112191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11012" y="3364992"/>
            <a:ext cx="111825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29269" y="3319272"/>
            <a:ext cx="3388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535124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48003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704557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710044" y="3246120"/>
            <a:ext cx="251191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668627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40726" y="32552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853428" y="3246120"/>
            <a:ext cx="92785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60820" y="30266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54596" y="336499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069080"/>
            <a:ext cx="3108960" cy="7315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evaluaciones de los estudiantes a los docentes (encuestas) son útiles y contemplan los aspectos centrales de la labor docente.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506724" y="4251960"/>
            <a:ext cx="72102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575168" y="4251960"/>
            <a:ext cx="585433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546016" y="429768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156944" y="4251960"/>
            <a:ext cx="1235653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156944" y="4297680"/>
            <a:ext cx="1231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388939" y="4251960"/>
            <a:ext cx="1406764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388939" y="4297680"/>
            <a:ext cx="14031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792046" y="4251960"/>
            <a:ext cx="17111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535460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48338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72114" y="41879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853428" y="4178808"/>
            <a:ext cx="2417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60820" y="39593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054596" y="42976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5161788"/>
            <a:ext cx="3108960" cy="4114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cantidad de docentes en la carrera es suficiente.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506724" y="5184648"/>
            <a:ext cx="41842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394070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921496" y="5184648"/>
            <a:ext cx="902330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921496" y="5230368"/>
            <a:ext cx="8986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20168" y="5184648"/>
            <a:ext cx="1524488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20168" y="5230368"/>
            <a:ext cx="1520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340998" y="5184648"/>
            <a:ext cx="591251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314755" y="52303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28592" y="5184648"/>
            <a:ext cx="34564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40387" y="5120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853428" y="5111496"/>
            <a:ext cx="9244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560820" y="4892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054596" y="5230368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598932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97764" y="592531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542159" y="598932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651887" y="592531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008882" y="598932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118610" y="592531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234305" y="598932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344033" y="592531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234428" y="598932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44156" y="592531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549640" y="1463040"/>
            <a:ext cx="33540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Box, de mayor a menor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8686800" y="2560320"/>
            <a:ext cx="237919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0974556" y="2478024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194012" y="243230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8686800" y="3493008"/>
            <a:ext cx="230326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0898624" y="341071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118080" y="33649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686800" y="4425696"/>
            <a:ext cx="194891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544276" y="434340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763732" y="42976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686800" y="5358384"/>
            <a:ext cx="154394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139306" y="527608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358762" y="523036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8686800" y="2057400"/>
            <a:ext cx="7315" cy="373075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p_slide_2_graficos_asimetrico: p_barras_multiapiladas (principal) + p_lollipop (apoyo)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3506724" y="2057400"/>
            <a:ext cx="345643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506724" y="1874520"/>
            <a:ext cx="34564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1.02 cm, 9.60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5925312"/>
            <a:ext cx="768096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5742432"/>
            <a:ext cx="7680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21.34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8549640" y="2057400"/>
            <a:ext cx="3354019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8549640" y="1874520"/>
            <a:ext cx="335401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apoyo: ranking alineado a las filas, 9.32 x 10.36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9936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495044" y="2400300"/>
            <a:ext cx="1359041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95044" y="2491740"/>
            <a:ext cx="135538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50427" y="2400300"/>
            <a:ext cx="3016820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50427" y="2491740"/>
            <a:ext cx="30168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62224" y="308152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71952" y="301752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777412" y="308152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887140" y="301752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47472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6576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 universitario?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3367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495044" y="4242816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76660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5628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95044" y="4572000"/>
            <a:ext cx="2349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766608" y="45628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892040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495044" y="4901184"/>
            <a:ext cx="8224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354079" y="4892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221224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495044" y="5230368"/>
            <a:ext cx="3348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80202" y="52212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550408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495044" y="5559552"/>
            <a:ext cx="123368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765308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236829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20176" y="2377440"/>
            <a:ext cx="21276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69517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2990088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720176" y="2999232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43976" y="29900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611880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20176" y="3621024"/>
            <a:ext cx="14893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246107" y="3611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4233672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720176" y="4242816"/>
            <a:ext cx="95744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714194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4855464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720176" y="4864608"/>
            <a:ext cx="2659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022708" y="48554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5477256"/>
            <a:ext cx="22860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720176" y="5486400"/>
            <a:ext cx="10638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863134" y="54772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Año de titulación, 56 que tienen título. Sueldo, 167 que respondieron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p_slide_3_graficos_2mas1: p_barras_multiapiladas (dicotómica) + p_barras_agrupadas x2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495044" y="2194560"/>
            <a:ext cx="4372204" cy="7772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495044" y="2011680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1.27 cm, 12.15 x 2.16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162224" y="301752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62224" y="28346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95044" y="4206240"/>
            <a:ext cx="3750412" cy="1645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95044" y="4023360"/>
            <a:ext cx="3750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10.42 x 4.57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720176" y="2194560"/>
            <a:ext cx="2561692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20176" y="201168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10.36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 al que pertenece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46020"/>
            <a:ext cx="23774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775204" y="2546604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017362" y="25374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40614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75204" y="34152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12034" y="34061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7482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75204" y="428396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912034" y="42748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143500"/>
            <a:ext cx="23774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75204" y="515264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912034" y="51435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21488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897216" y="2167128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55802" y="2148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6060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97216" y="2624328"/>
            <a:ext cx="177483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708623" y="2606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320040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3832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40233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97216" y="4032504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955802" y="4023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44805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97216" y="4489704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513479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324448" y="49377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897216" y="4946904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26658" y="49377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539496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97216" y="5404104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38751" y="5394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x3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775204" y="2240280"/>
            <a:ext cx="2470252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775204" y="20574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9.65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897216" y="2057400"/>
            <a:ext cx="3384652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897216" y="187452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2.54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97216" y="3931920"/>
            <a:ext cx="3384652" cy="1828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97216" y="374904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5.08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MISIÓN INSTITUCIONAL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académica.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7373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75332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860804" y="2267712"/>
            <a:ext cx="184398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041544" y="2267712"/>
            <a:ext cx="2624392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041544" y="2267712"/>
            <a:ext cx="26207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662279" y="2267712"/>
            <a:ext cx="4883646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662279" y="2267712"/>
            <a:ext cx="48799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542267" y="2267712"/>
            <a:ext cx="1355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945688" y="22037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658566" y="19751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989259" y="2267712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87883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60804" y="2871216"/>
            <a:ext cx="545879" cy="27432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1874" y="287121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3025" y="2871216"/>
            <a:ext cx="1630320" cy="27432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3025" y="2871216"/>
            <a:ext cx="162666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29688" y="2871216"/>
            <a:ext cx="3076243" cy="27432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029688" y="2871216"/>
            <a:ext cx="30725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102273" y="2871216"/>
            <a:ext cx="1720690" cy="27432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102273" y="2871216"/>
            <a:ext cx="171703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9306" y="2871216"/>
            <a:ext cx="207851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989259" y="287121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129638" y="33558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39366" y="329184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446626" y="33558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56354" y="329184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976214" y="33558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5942" y="329184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64502" y="33558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374230" y="329184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327490" y="33558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437218" y="329184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7033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586484" y="4471416"/>
            <a:ext cx="41988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586484" y="4434840"/>
            <a:ext cx="41951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781632" y="4471416"/>
            <a:ext cx="85615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818954" y="44074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757520" y="4398264"/>
            <a:ext cx="66920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464912" y="41788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586484" y="4928616"/>
            <a:ext cx="329984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586484" y="4892040"/>
            <a:ext cx="32961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882672" y="4928616"/>
            <a:ext cx="9845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2672" y="4892040"/>
            <a:ext cx="9845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586484" y="5385816"/>
            <a:ext cx="334265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586484" y="5349240"/>
            <a:ext cx="33389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25480" y="5385816"/>
            <a:ext cx="94176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25480" y="5349240"/>
            <a:ext cx="9417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24448" y="384048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 la misión y los propósitos de la PUCP?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24448" y="44462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622896" y="4434840"/>
            <a:ext cx="394196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622896" y="4434840"/>
            <a:ext cx="393830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561198" y="4434840"/>
            <a:ext cx="3424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12389" y="443484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324448" y="49034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622896" y="4892040"/>
            <a:ext cx="342826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622896" y="4892040"/>
            <a:ext cx="3424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047506" y="4892040"/>
            <a:ext cx="85615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324448" y="5360670"/>
            <a:ext cx="11887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7622896" y="5349240"/>
            <a:ext cx="34710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622896" y="5349240"/>
            <a:ext cx="346741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090314" y="5349240"/>
            <a:ext cx="81334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86070" y="61630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695798" y="6099048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201258" y="616305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310986" y="6099048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 y 178 egresados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p_slide_3_graficos_1arriba: p_barras_multiapiladas (var_cruce) + p_barras_multiapiladas x2 (dicotómica)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860804" y="2057400"/>
            <a:ext cx="9037015" cy="1207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60804" y="1874520"/>
            <a:ext cx="90370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25.10 x 3.35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129638" y="329184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129638" y="310896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586484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586484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11.89 x 3.81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622896" y="4297680"/>
            <a:ext cx="4280764" cy="1371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7622896" y="4114800"/>
            <a:ext cx="42807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0.76 cm, 11.89 x 3.81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5586070" y="6099048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86070" y="5916168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DOCENTE: FORMACIÓN Y TRAYECTORIA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6654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860804" y="2084832"/>
            <a:ext cx="78655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683931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059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860804" y="2468880"/>
            <a:ext cx="302201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19390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34640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860804" y="2852928"/>
            <a:ext cx="33117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2285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1990344"/>
            <a:ext cx="237744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Ciencias Contables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811616" y="2075688"/>
            <a:ext cx="22055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53773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8212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Derecho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811616" y="2459736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948445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2260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de Economía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811616" y="2843784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948445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3226308"/>
            <a:ext cx="23774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811616" y="3227832"/>
            <a:ext cx="10025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8445" y="32186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44568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60804" y="4553712"/>
            <a:ext cx="30220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390" y="4544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28616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860804" y="4937760"/>
            <a:ext cx="157968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477067" y="49286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312664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860804" y="5321808"/>
            <a:ext cx="8928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790247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696712"/>
            <a:ext cx="1463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860804" y="5705856"/>
            <a:ext cx="130495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02339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748784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4700016"/>
            <a:ext cx="4288417" cy="35661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31456" y="4741164"/>
            <a:ext cx="42847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1816215" y="4700016"/>
            <a:ext cx="87444" cy="356616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854451" y="46360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793931" y="4626864"/>
            <a:ext cx="660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501323" y="44074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635" y="5285232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308363" y="5221224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3823" y="5285232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923551" y="5221224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p_slide_4_graficos: p_barras_agrupadas x3 + p_barras_multiapiladas (dicotómica)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860804" y="2011680"/>
            <a:ext cx="338465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60804" y="1828800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9.40 x 3.20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811616" y="2011680"/>
            <a:ext cx="24702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8811616" y="1828800"/>
            <a:ext cx="24702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6.86 x 4.27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860804" y="4489704"/>
            <a:ext cx="3384652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860804" y="4306824"/>
            <a:ext cx="33846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9.40 x 4.27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531456" y="4489704"/>
            <a:ext cx="4372204" cy="685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531456" y="4306824"/>
            <a:ext cx="437220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0.99 cm, 12.15 x 1.91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198635" y="5221224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198635" y="503834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LÁMINAS DE POBLACIÓN Y DE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809848" y="2926080"/>
            <a:ext cx="1463040" cy="4292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(89)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80462" y="3338830"/>
            <a:ext cx="249242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(83)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159" y="3631438"/>
            <a:ext cx="2392729" cy="45720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631438"/>
            <a:ext cx="2595780" cy="4572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78628" y="3223260"/>
            <a:ext cx="1234440" cy="12344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799582" y="3544214"/>
            <a:ext cx="592531" cy="592531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918808" y="2148840"/>
            <a:ext cx="49848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18808" y="298094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765896" y="2990088"/>
            <a:ext cx="20552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57692" y="29809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918808" y="373075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65896" y="3739896"/>
            <a:ext cx="2246403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048875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18808" y="44805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65896" y="4489704"/>
            <a:ext cx="382367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84838" y="44805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18808" y="523036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65896" y="5239512"/>
            <a:ext cx="95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898063" y="52303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p_slide_2_graficos_poblacion: p_barras_agrupadas x2 + ícono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26080"/>
            <a:ext cx="4984852" cy="116255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2743200"/>
            <a:ext cx="498485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13.85 x 3.23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8765896" y="2743200"/>
            <a:ext cx="2515972" cy="299923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65896" y="2560320"/>
            <a:ext cx="25159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6.99 x 8.33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 EN TRES FRANJAS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62356" y="3063240"/>
            <a:ext cx="1371600" cy="137160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918972" y="3419856"/>
            <a:ext cx="658368" cy="65836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2482596" y="1508760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323076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440619" y="14630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323076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113368" y="1732915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778533" y="2025523"/>
            <a:ext cx="3125127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3076" y="2025523"/>
            <a:ext cx="245911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482596" y="2770632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482596" y="3044952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3076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40619" y="2999232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3076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13368" y="3269107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053057" y="3561715"/>
            <a:ext cx="385060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3076" y="3561715"/>
            <a:ext cx="173363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82596" y="4306824"/>
            <a:ext cx="942106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482596" y="4581144"/>
            <a:ext cx="35661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3076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40619" y="453542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3076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113368" y="4805299"/>
            <a:ext cx="279029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792048" y="5097907"/>
            <a:ext cx="111612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3076" y="5097907"/>
            <a:ext cx="547262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p_slide_3_graficos_poblacion_tira: p_barras_multiapiladas (dicotómica) x3 + ícono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3076" y="1463040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323076" y="128016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3076" y="2999232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3076" y="2816352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3076" y="4535424"/>
            <a:ext cx="5580583" cy="855091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3076" y="4352544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15.50 x 2.38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718408" y="2103120"/>
            <a:ext cx="1463040" cy="330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734742" y="2420620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70885" y="2713228"/>
            <a:ext cx="1810562" cy="34747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713228"/>
            <a:ext cx="3086507" cy="34747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010248" y="1508760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010248" y="206654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400136" y="2084832"/>
            <a:ext cx="669678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06390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010248" y="24505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400136" y="2468880"/>
            <a:ext cx="2572975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009686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010248" y="283464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00136" y="2852928"/>
            <a:ext cx="28197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718681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570068" y="2034540"/>
            <a:ext cx="1051560" cy="10515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43473" y="2307946"/>
            <a:ext cx="504749" cy="504749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3657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84048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74036" y="4398264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421124" y="4407408"/>
            <a:ext cx="408459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229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574036" y="4782312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21124" y="4791456"/>
            <a:ext cx="213512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2828" y="47823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5166360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21124" y="5175504"/>
            <a:ext cx="12068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664511" y="51663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574036" y="5550408"/>
            <a:ext cx="17373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21124" y="5559552"/>
            <a:ext cx="17638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21501" y="55504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p_slide_3_graficos_poblacion_corona: p_barras_agrupadas x3 + ícono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2103120"/>
            <a:ext cx="4893412" cy="9575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920240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2.66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400136" y="2011680"/>
            <a:ext cx="2881732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400136" y="1828800"/>
            <a:ext cx="28817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8.00 x 3.20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421124" y="4343400"/>
            <a:ext cx="4574743" cy="153619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421124" y="4160520"/>
            <a:ext cx="45747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12.71 x 4.27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99516" y="2240280"/>
            <a:ext cx="32004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99516" y="2807208"/>
            <a:ext cx="3200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encuestados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99516" y="3063240"/>
            <a:ext cx="3200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24584" y="2386584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624584" y="2404872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860036" y="181965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860036" y="183794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71516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71516" y="2103120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en negrita. Lleva su unidad cuando no es un conteo: «22 años», «69 %»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729484" y="2807208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729484" y="2825496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860036" y="253288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860036" y="255117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71516" y="2542032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71516" y="2816352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 pt en negrita. Dice qué se contó, en dos a cinco palabras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73884" y="3044952"/>
            <a:ext cx="256032" cy="256032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73884" y="3063240"/>
            <a:ext cx="256032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60036" y="32461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0036" y="32644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271516" y="3255264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71516" y="3529584"/>
            <a:ext cx="663214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 pt en gris. El denominador o la referencia que vuelve legible el valor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20624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389120"/>
            <a:ext cx="1161562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Cuándo se usa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477316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79145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99516" y="4754880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un dato que el lector debe retener: cuántos respondieron, una tasa, una mediana.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5721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17550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99516" y="5138928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calcula desde la base, como cualquier gráfico, y nunca se escribe a mano.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5412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55595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99516" y="5522976"/>
            <a:ext cx="11204143" cy="38404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Hasta cuatro por lámina. Si hacen falta más, van a una tabla.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la cifra destacada (cifra) como elemento de lámina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9516" y="2240280"/>
            <a:ext cx="32004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99516" y="2057400"/>
            <a:ext cx="3200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8.89 x 2.92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828800"/>
            <a:ext cx="4023360" cy="2103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64592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la cifra, 11.18 x 5.84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DÓNDE VA LA CIFRA DESTACADA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16052" y="1664208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6052" y="1874520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6052" y="2157984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16052" y="2368296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6052" y="2651760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16052" y="2862072"/>
            <a:ext cx="63091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1155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02997" y="1591056"/>
            <a:ext cx="1520899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16052" y="3291840"/>
            <a:ext cx="722353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1605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31090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37149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302997" y="3291840"/>
            <a:ext cx="1520899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30299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165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302997" y="3319272"/>
            <a:ext cx="1520899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70 %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 lateral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96596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una a tres cifras apiladas junto a los gráficos. Es la disposición del perfil de cada público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71952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399968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399968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202582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202582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05197" y="162763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005197" y="1837944"/>
            <a:ext cx="711175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399968" y="1975104"/>
            <a:ext cx="240784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399968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8754" y="2066544"/>
            <a:ext cx="1149058" cy="10058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399968" y="3291840"/>
            <a:ext cx="2407844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9996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0049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99968" y="3319272"/>
            <a:ext cx="2407844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 el ancho, un cuarto del alto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80512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Banda superior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80512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o cuatro cifras a lo ancho, sobre dos gráficos. Abre un capítulo o resume el estudio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255868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83884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10882" y="1591056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037881" y="1591056"/>
            <a:ext cx="753847" cy="694944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111033" y="1810512"/>
            <a:ext cx="502920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111033" y="2020824"/>
            <a:ext cx="607543" cy="45720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83884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210882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037881" y="2377440"/>
            <a:ext cx="753847" cy="69494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037881" y="3291840"/>
            <a:ext cx="753847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037881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784412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774724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recuadro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164428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lugar de un gráfico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64428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Ocupa un recuadro de la grilla cuando un panel se resume en un solo número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239783" y="1463040"/>
            <a:ext cx="2663876" cy="17373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367799" y="2057400"/>
            <a:ext cx="8229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367799" y="2423160"/>
            <a:ext cx="914400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608297" y="1591056"/>
            <a:ext cx="7315" cy="14813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699737" y="1591056"/>
            <a:ext cx="1075906" cy="148132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367799" y="3291840"/>
            <a:ext cx="1203922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367799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564406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32968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699737" y="3291840"/>
            <a:ext cx="1075906" cy="731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699737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1768328" y="3255264"/>
            <a:ext cx="7315" cy="80467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597610" y="3319272"/>
            <a:ext cx="128016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148343" y="3611880"/>
            <a:ext cx="284675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Mitad y mitad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148343" y="3904488"/>
            <a:ext cx="2846756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Una cifra grande frente a un gráfico, cuando el número es el hallazgo de la lámina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8006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937760"/>
            <a:ext cx="11615623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cifra no cambia de tamaño según el espacio: siempre 34 pt. Lo que cambia es cuántas caben, y si no caben, la lámina se parte.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Reglas: dónde va la cifra destacada (p_slide_3_graficos_poblacion_cifras, p_slide_cifras_y_graficos)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1463040"/>
            <a:ext cx="11615623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ubicaciones de la cifra, 32.27 x 8.89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ESTUDIANTE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02336" y="1623060"/>
            <a:ext cx="868680" cy="8686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628193" y="1848917"/>
            <a:ext cx="416966" cy="416966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1431036" y="1645920"/>
            <a:ext cx="1600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431036" y="2212848"/>
            <a:ext cx="1600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431036" y="2468880"/>
            <a:ext cx="1600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96 % de los matriculados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926080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00400"/>
            <a:ext cx="274320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67328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0233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232404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442716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42716" y="2084832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649724" y="2103120"/>
            <a:ext cx="1960653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646953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442716" y="2505456"/>
            <a:ext cx="10972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49724" y="2523744"/>
            <a:ext cx="180983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496134" y="250545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442716" y="3291840"/>
            <a:ext cx="402473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3442716" y="342900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442716" y="4003548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 a 21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15484" y="4005072"/>
            <a:ext cx="14950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547071" y="39959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442716" y="4405884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22 a 25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15484" y="4407408"/>
            <a:ext cx="163408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686142" y="43982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442716" y="4808220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26 a 30 años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015484" y="4809744"/>
            <a:ext cx="27814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330202" y="48006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442716" y="5210556"/>
            <a:ext cx="146304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15484" y="5212080"/>
            <a:ext cx="6953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21595" y="52029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677760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878928" y="1508760"/>
            <a:ext cx="40247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78928" y="222199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68816" y="2231136"/>
            <a:ext cx="111265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18048" y="22219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878928" y="2825496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268816" y="2834640"/>
            <a:ext cx="94147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246870" y="28254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878928" y="3429000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268816" y="3438144"/>
            <a:ext cx="1711779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017170" y="34290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878928" y="4032504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268816" y="4041648"/>
            <a:ext cx="162619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31581" y="40325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78928" y="4636008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268816" y="4645152"/>
            <a:ext cx="17973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02759" y="463600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78928" y="5239512"/>
            <a:ext cx="12801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268816" y="5248656"/>
            <a:ext cx="14550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760403" y="5239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p_slide_3_graficos_poblacion_cifras: p_barras_agrupadas x3 + cifras + ícono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431036" y="1645920"/>
            <a:ext cx="1600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431036" y="1463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4.45 x 2.92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00400"/>
            <a:ext cx="274320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017520"/>
            <a:ext cx="2743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7.62 x 2.92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649724" y="2011680"/>
            <a:ext cx="2195932" cy="8412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649724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6.10 x 2.34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015484" y="3931920"/>
            <a:ext cx="1830172" cy="16093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015484" y="37490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5.08 x 4.47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268816" y="2057400"/>
            <a:ext cx="2013052" cy="36210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268816" y="1874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5.59 x 10.06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(79)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(99)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884371" y="2619883"/>
            <a:ext cx="2031699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159999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¿Cuenta con título universitario?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4468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281830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(56)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095848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(122)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406521" y="2619883"/>
            <a:ext cx="2503344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81830" y="2619883"/>
            <a:ext cx="11283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¿Está trabajando actualmente?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75625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40619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75625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(172)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089642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831099" y="261988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261988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78104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592928" y="4421124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854446" y="4682642"/>
            <a:ext cx="482803" cy="482803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¿Su trabajo se relaciona con la contabilidad?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718408" y="4512564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(167)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34742" y="4782439"/>
            <a:ext cx="2446706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(5)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034645" y="5075047"/>
            <a:ext cx="146802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075047"/>
            <a:ext cx="475026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010248" y="3963924"/>
            <a:ext cx="48934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¿En qué año obtuvo su título?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10248" y="4446270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42936" y="4471416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88718" y="44348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10248" y="4748022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42936" y="4773168"/>
            <a:ext cx="209206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188718" y="4736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010248" y="5049774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42936" y="5074920"/>
            <a:ext cx="73222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711733" y="50383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10248" y="5351526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42936" y="5376672"/>
            <a:ext cx="2981189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960701" y="53400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10248" y="5653278"/>
            <a:ext cx="8229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942936" y="5678424"/>
            <a:ext cx="1098333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77844" y="56418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p_slide_5_graficos_poblacion: p_barras_multiapiladas (dicotómica) x4 + p_barras_agrupadas + ícono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281830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281830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275625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275625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4512564"/>
            <a:ext cx="4893412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4329684"/>
            <a:ext cx="489341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13.59 x 2.32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42936" y="4421124"/>
            <a:ext cx="3338932" cy="1508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42936" y="4238244"/>
            <a:ext cx="33389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9.27 x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DOCENTE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453030" y="205740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(33)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102053" y="232727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(19)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3698" y="2619883"/>
            <a:ext cx="134237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619883"/>
            <a:ext cx="228931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81830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81830" y="2050542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51 años a más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717438" y="2075688"/>
            <a:ext cx="1402352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156367" y="20391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281830" y="2379726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41 a 50 años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717438" y="2404872"/>
            <a:ext cx="73304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7062" y="2368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81830" y="2708910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31 a  40 años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717438" y="2734056"/>
            <a:ext cx="41433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68346" y="2697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281830" y="3038094"/>
            <a:ext cx="13258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18 a 30 años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17438" y="3063240"/>
            <a:ext cx="605561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59576" y="3026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275625" y="150876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75625" y="2077974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Bachiller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482633" y="2093976"/>
            <a:ext cx="41812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937328" y="2066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75625" y="2462022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482633" y="2478024"/>
            <a:ext cx="160645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125668" y="24505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275625" y="2846070"/>
            <a:ext cx="109728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482633" y="2862072"/>
            <a:ext cx="1760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695259" y="28346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Departamento académico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656582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60804" y="4681728"/>
            <a:ext cx="127988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77268" y="4645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85766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860804" y="5010912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955557" y="49743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5314950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Economía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860804" y="5340096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955557" y="53035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644134"/>
            <a:ext cx="146304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 (especifique)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60804" y="5669280"/>
            <a:ext cx="58177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55557" y="563270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81830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PUCP?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81830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468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281830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(51)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(1)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837304" y="5225923"/>
            <a:ext cx="72561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81830" y="5225923"/>
            <a:ext cx="355913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275625" y="4114800"/>
            <a:ext cx="362803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¿Sabe dónde consultarla?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275625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40619" y="4663440"/>
            <a:ext cx="1463040" cy="28067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75625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(47)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89642" y="4933315"/>
            <a:ext cx="1814017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(4)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613416" y="5225923"/>
            <a:ext cx="290243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275625" y="5225923"/>
            <a:ext cx="334144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553048" y="3703320"/>
            <a:ext cx="53506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794096" y="3401568"/>
            <a:ext cx="603504" cy="6035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5951007" y="3558479"/>
            <a:ext cx="289682" cy="289682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p_slide_6_graficos_poblacion: p_barras_agrupadas x4 + p_barras_multiapiladas (dicotómica) x2 + ícono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205740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187452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717438" y="2011680"/>
            <a:ext cx="157063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717438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4.36 x 3.66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482633" y="2011680"/>
            <a:ext cx="1799234" cy="115214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482633" y="182880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5.00 x 3.20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860804" y="4617720"/>
            <a:ext cx="1433474" cy="13167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60804" y="4434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0.56 cm, 3.98 x 3.66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281830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281830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8275625" y="4663440"/>
            <a:ext cx="3628034" cy="836803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8275625" y="44805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dicotomía, 10.08 x 2.32 cm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ESTUDIO EN CIFRAS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personas encuestadas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docentes, 172 estudiantes, 178 egresados y 15 administrativos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098950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81830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años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81830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mediana del estudiante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1830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de 22.5 años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92745" y="1508760"/>
            <a:ext cx="7315" cy="10515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75625" y="1463040"/>
            <a:ext cx="362803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75625" y="2029968"/>
            <a:ext cx="36280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egresados titulados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275625" y="2286000"/>
            <a:ext cx="362803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78892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y los propósitos de la PUCP?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64617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815084" y="3671316"/>
            <a:ext cx="397477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815084" y="3634740"/>
            <a:ext cx="3971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786204" y="3671316"/>
            <a:ext cx="81043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21240" y="36073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7520" y="3598164"/>
            <a:ext cx="6920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4912" y="33787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14909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815084" y="4174236"/>
            <a:ext cx="3123824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815084" y="4137660"/>
            <a:ext cx="312016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935250" y="4174236"/>
            <a:ext cx="931998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935250" y="4137660"/>
            <a:ext cx="9319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5201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815084" y="4677156"/>
            <a:ext cx="3164345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815084" y="4640580"/>
            <a:ext cx="3160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75772" y="4677156"/>
            <a:ext cx="89147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75772" y="4640580"/>
            <a:ext cx="891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5154930"/>
            <a:ext cx="141732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15084" y="5180076"/>
            <a:ext cx="3772170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815084" y="5143500"/>
            <a:ext cx="3768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83596" y="5180076"/>
            <a:ext cx="283651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719935" y="51160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432814" y="48874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331388" y="555040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441116" y="548640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946576" y="555040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056304" y="548640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6324448" y="297180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Sueldo mensual bruto del egresado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324448" y="354101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1500 soles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628736" y="3557016"/>
            <a:ext cx="22036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885671" y="35295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24448" y="3925062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1500 y 3000 soles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628736" y="3941064"/>
            <a:ext cx="236886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034179" y="39136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324448" y="4309110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3001 y 4500 soles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8628736" y="4325112"/>
            <a:ext cx="1542518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0207830" y="42976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324448" y="4693158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4501 y 6000 soles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628736" y="4709160"/>
            <a:ext cx="99161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656931" y="46817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324448" y="5077206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6001 y 7500 soles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628736" y="5093208"/>
            <a:ext cx="27545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940761" y="50657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24448" y="5461254"/>
            <a:ext cx="2194560" cy="2514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7500 soles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628736" y="5477256"/>
            <a:ext cx="11018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775491" y="54498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p_slide_cifras_y_graficos: cifras x3 + p_barras_multiapiladas (dicotómica) + p_barras_agrupadas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281830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281830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8275625" y="1463040"/>
            <a:ext cx="362803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8275625" y="1280160"/>
            <a:ext cx="362803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10.08 x 2.92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815084" y="3474720"/>
            <a:ext cx="4052164" cy="2011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815084" y="3291840"/>
            <a:ext cx="40521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0.56 cm, 11.26 x 5.59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331388" y="548640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331388" y="53035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628736" y="3474720"/>
            <a:ext cx="2653132" cy="2304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628736" y="329184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0.61 cm, 7.37 x 6.40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GALERÍA DE GRÁFICOS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NIVEL CURRICULAR DEL ESTUDIANTE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222349" y="3782489"/>
            <a:ext cx="981712" cy="174963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48029" y="339844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856589" y="316069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975406" y="4051663"/>
            <a:ext cx="981712" cy="148045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01086" y="366761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09646" y="342987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28463" y="2840380"/>
            <a:ext cx="981712" cy="26917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54143" y="245633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362703" y="221858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481520" y="2974967"/>
            <a:ext cx="981712" cy="255715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207200" y="2590919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115760" y="2353175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234577" y="2705793"/>
            <a:ext cx="981712" cy="282632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960257" y="232174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68817" y="208400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987635" y="3244141"/>
            <a:ext cx="981712" cy="228797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713315" y="2860093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621875" y="2622349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p_barras_categoricas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36676" y="2423160"/>
            <a:ext cx="10518343" cy="31089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24028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columnas, 29.22 x 8.64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TITULACIÓN DEL EGRESADO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202436" y="1737360"/>
            <a:ext cx="4023360" cy="4023360"/>
            <a:chOff x="1202436" y="1737360"/>
            <a:chExt cx="4023360" cy="4023360"/>
          </a:xfrm>
        </p:grpSpPr>
        <p:sp>
          <p:nvSpPr>
            <p:cNvPr id="4" name="rc3"/>
            <p:cNvSpPr/>
            <p:nvPr/>
          </p:nvSpPr>
          <p:spPr>
            <a:xfrm>
              <a:off x="1202436" y="1737359"/>
              <a:ext cx="4023360" cy="402336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3214116" y="2139695"/>
              <a:ext cx="1609343" cy="2201783"/>
            </a:xfrm>
            <a:custGeom>
              <a:avLst/>
              <a:pathLst>
                <a:path w="1609343" h="2201783">
                  <a:moveTo>
                    <a:pt x="0" y="1609344"/>
                  </a:moveTo>
                  <a:lnTo>
                    <a:pt x="0" y="1553849"/>
                  </a:lnTo>
                  <a:lnTo>
                    <a:pt x="0" y="1498354"/>
                  </a:lnTo>
                  <a:lnTo>
                    <a:pt x="0" y="1442860"/>
                  </a:lnTo>
                  <a:lnTo>
                    <a:pt x="0" y="1387365"/>
                  </a:lnTo>
                  <a:lnTo>
                    <a:pt x="0" y="1331870"/>
                  </a:lnTo>
                  <a:lnTo>
                    <a:pt x="0" y="1276376"/>
                  </a:lnTo>
                  <a:lnTo>
                    <a:pt x="0" y="1220881"/>
                  </a:lnTo>
                  <a:lnTo>
                    <a:pt x="0" y="1165387"/>
                  </a:lnTo>
                  <a:lnTo>
                    <a:pt x="0" y="1109892"/>
                  </a:lnTo>
                  <a:lnTo>
                    <a:pt x="0" y="1054397"/>
                  </a:lnTo>
                  <a:lnTo>
                    <a:pt x="0" y="998903"/>
                  </a:lnTo>
                  <a:lnTo>
                    <a:pt x="0" y="943408"/>
                  </a:lnTo>
                  <a:lnTo>
                    <a:pt x="0" y="887913"/>
                  </a:lnTo>
                  <a:lnTo>
                    <a:pt x="0" y="832419"/>
                  </a:lnTo>
                  <a:lnTo>
                    <a:pt x="0" y="776924"/>
                  </a:lnTo>
                  <a:lnTo>
                    <a:pt x="0" y="721430"/>
                  </a:lnTo>
                  <a:lnTo>
                    <a:pt x="0" y="665935"/>
                  </a:lnTo>
                  <a:lnTo>
                    <a:pt x="0" y="610440"/>
                  </a:lnTo>
                  <a:lnTo>
                    <a:pt x="0" y="554946"/>
                  </a:lnTo>
                  <a:lnTo>
                    <a:pt x="0" y="499451"/>
                  </a:lnTo>
                  <a:lnTo>
                    <a:pt x="0" y="443956"/>
                  </a:lnTo>
                  <a:lnTo>
                    <a:pt x="0" y="388462"/>
                  </a:lnTo>
                  <a:lnTo>
                    <a:pt x="0" y="332967"/>
                  </a:lnTo>
                  <a:lnTo>
                    <a:pt x="0" y="277473"/>
                  </a:lnTo>
                  <a:lnTo>
                    <a:pt x="0" y="221978"/>
                  </a:lnTo>
                  <a:lnTo>
                    <a:pt x="0" y="166483"/>
                  </a:lnTo>
                  <a:lnTo>
                    <a:pt x="0" y="110989"/>
                  </a:lnTo>
                  <a:lnTo>
                    <a:pt x="0" y="55494"/>
                  </a:lnTo>
                  <a:lnTo>
                    <a:pt x="0" y="0"/>
                  </a:lnTo>
                  <a:lnTo>
                    <a:pt x="54983" y="939"/>
                  </a:lnTo>
                  <a:lnTo>
                    <a:pt x="109902" y="3757"/>
                  </a:lnTo>
                  <a:lnTo>
                    <a:pt x="164693" y="8449"/>
                  </a:lnTo>
                  <a:lnTo>
                    <a:pt x="219291" y="15010"/>
                  </a:lnTo>
                  <a:lnTo>
                    <a:pt x="273634" y="23433"/>
                  </a:lnTo>
                  <a:lnTo>
                    <a:pt x="327657" y="33707"/>
                  </a:lnTo>
                  <a:lnTo>
                    <a:pt x="381297" y="45822"/>
                  </a:lnTo>
                  <a:lnTo>
                    <a:pt x="434492" y="59762"/>
                  </a:lnTo>
                  <a:lnTo>
                    <a:pt x="487180" y="75511"/>
                  </a:lnTo>
                  <a:lnTo>
                    <a:pt x="539299" y="93051"/>
                  </a:lnTo>
                  <a:lnTo>
                    <a:pt x="590789" y="112361"/>
                  </a:lnTo>
                  <a:lnTo>
                    <a:pt x="641588" y="133419"/>
                  </a:lnTo>
                  <a:lnTo>
                    <a:pt x="691639" y="156201"/>
                  </a:lnTo>
                  <a:lnTo>
                    <a:pt x="740882" y="180679"/>
                  </a:lnTo>
                  <a:lnTo>
                    <a:pt x="789260" y="206826"/>
                  </a:lnTo>
                  <a:lnTo>
                    <a:pt x="836716" y="234609"/>
                  </a:lnTo>
                  <a:lnTo>
                    <a:pt x="883195" y="263998"/>
                  </a:lnTo>
                  <a:lnTo>
                    <a:pt x="928644" y="294958"/>
                  </a:lnTo>
                  <a:lnTo>
                    <a:pt x="973007" y="327453"/>
                  </a:lnTo>
                  <a:lnTo>
                    <a:pt x="1016235" y="361444"/>
                  </a:lnTo>
                  <a:lnTo>
                    <a:pt x="1058277" y="396892"/>
                  </a:lnTo>
                  <a:lnTo>
                    <a:pt x="1099082" y="433756"/>
                  </a:lnTo>
                  <a:lnTo>
                    <a:pt x="1138605" y="471993"/>
                  </a:lnTo>
                  <a:lnTo>
                    <a:pt x="1176798" y="511557"/>
                  </a:lnTo>
                  <a:lnTo>
                    <a:pt x="1213616" y="552404"/>
                  </a:lnTo>
                  <a:lnTo>
                    <a:pt x="1249018" y="594484"/>
                  </a:lnTo>
                  <a:lnTo>
                    <a:pt x="1282962" y="637749"/>
                  </a:lnTo>
                  <a:lnTo>
                    <a:pt x="1315408" y="682149"/>
                  </a:lnTo>
                  <a:lnTo>
                    <a:pt x="1346317" y="727631"/>
                  </a:lnTo>
                  <a:lnTo>
                    <a:pt x="1375655" y="774143"/>
                  </a:lnTo>
                  <a:lnTo>
                    <a:pt x="1403387" y="821630"/>
                  </a:lnTo>
                  <a:lnTo>
                    <a:pt x="1429480" y="870037"/>
                  </a:lnTo>
                  <a:lnTo>
                    <a:pt x="1453904" y="919306"/>
                  </a:lnTo>
                  <a:lnTo>
                    <a:pt x="1476630" y="969382"/>
                  </a:lnTo>
                  <a:lnTo>
                    <a:pt x="1497632" y="1020205"/>
                  </a:lnTo>
                  <a:lnTo>
                    <a:pt x="1516886" y="1071715"/>
                  </a:lnTo>
                  <a:lnTo>
                    <a:pt x="1534368" y="1123854"/>
                  </a:lnTo>
                  <a:lnTo>
                    <a:pt x="1550059" y="1176559"/>
                  </a:lnTo>
                  <a:lnTo>
                    <a:pt x="1563941" y="1229770"/>
                  </a:lnTo>
                  <a:lnTo>
                    <a:pt x="1575996" y="1283423"/>
                  </a:lnTo>
                  <a:lnTo>
                    <a:pt x="1586211" y="1337458"/>
                  </a:lnTo>
                  <a:lnTo>
                    <a:pt x="1594574" y="1391809"/>
                  </a:lnTo>
                  <a:lnTo>
                    <a:pt x="1601075" y="1446415"/>
                  </a:lnTo>
                  <a:lnTo>
                    <a:pt x="1605707" y="1501211"/>
                  </a:lnTo>
                  <a:lnTo>
                    <a:pt x="1608464" y="1556133"/>
                  </a:lnTo>
                  <a:lnTo>
                    <a:pt x="1609343" y="1611118"/>
                  </a:lnTo>
                  <a:lnTo>
                    <a:pt x="1608342" y="1666100"/>
                  </a:lnTo>
                  <a:lnTo>
                    <a:pt x="1605464" y="1721016"/>
                  </a:lnTo>
                  <a:lnTo>
                    <a:pt x="1600712" y="1775801"/>
                  </a:lnTo>
                  <a:lnTo>
                    <a:pt x="1594090" y="1830393"/>
                  </a:lnTo>
                  <a:lnTo>
                    <a:pt x="1585607" y="1884726"/>
                  </a:lnTo>
                  <a:lnTo>
                    <a:pt x="1575273" y="1938737"/>
                  </a:lnTo>
                  <a:lnTo>
                    <a:pt x="1563100" y="1992364"/>
                  </a:lnTo>
                  <a:lnTo>
                    <a:pt x="1549102" y="2045544"/>
                  </a:lnTo>
                  <a:lnTo>
                    <a:pt x="1533294" y="2098215"/>
                  </a:lnTo>
                  <a:lnTo>
                    <a:pt x="1515697" y="2150314"/>
                  </a:lnTo>
                  <a:lnTo>
                    <a:pt x="1496330" y="2201783"/>
                  </a:lnTo>
                  <a:lnTo>
                    <a:pt x="1444732" y="2181354"/>
                  </a:lnTo>
                  <a:lnTo>
                    <a:pt x="1393135" y="2160925"/>
                  </a:lnTo>
                  <a:lnTo>
                    <a:pt x="1341537" y="2140496"/>
                  </a:lnTo>
                  <a:lnTo>
                    <a:pt x="1289939" y="2120067"/>
                  </a:lnTo>
                  <a:lnTo>
                    <a:pt x="1238342" y="2099638"/>
                  </a:lnTo>
                  <a:lnTo>
                    <a:pt x="1186744" y="2079209"/>
                  </a:lnTo>
                  <a:lnTo>
                    <a:pt x="1135147" y="2058780"/>
                  </a:lnTo>
                  <a:lnTo>
                    <a:pt x="1083549" y="2038351"/>
                  </a:lnTo>
                  <a:lnTo>
                    <a:pt x="1031951" y="2017922"/>
                  </a:lnTo>
                  <a:lnTo>
                    <a:pt x="980354" y="1997493"/>
                  </a:lnTo>
                  <a:lnTo>
                    <a:pt x="928756" y="1977064"/>
                  </a:lnTo>
                  <a:lnTo>
                    <a:pt x="877159" y="1956635"/>
                  </a:lnTo>
                  <a:lnTo>
                    <a:pt x="825561" y="1936206"/>
                  </a:lnTo>
                  <a:lnTo>
                    <a:pt x="773963" y="1915777"/>
                  </a:lnTo>
                  <a:lnTo>
                    <a:pt x="722366" y="1895349"/>
                  </a:lnTo>
                  <a:lnTo>
                    <a:pt x="670768" y="1874920"/>
                  </a:lnTo>
                  <a:lnTo>
                    <a:pt x="619171" y="1854491"/>
                  </a:lnTo>
                  <a:lnTo>
                    <a:pt x="567573" y="1834062"/>
                  </a:lnTo>
                  <a:lnTo>
                    <a:pt x="515975" y="1813633"/>
                  </a:lnTo>
                  <a:lnTo>
                    <a:pt x="464378" y="1793204"/>
                  </a:lnTo>
                  <a:lnTo>
                    <a:pt x="412780" y="1772775"/>
                  </a:lnTo>
                  <a:lnTo>
                    <a:pt x="361183" y="1752346"/>
                  </a:lnTo>
                  <a:lnTo>
                    <a:pt x="309585" y="1731917"/>
                  </a:lnTo>
                  <a:lnTo>
                    <a:pt x="257987" y="1711488"/>
                  </a:lnTo>
                  <a:lnTo>
                    <a:pt x="206390" y="1691059"/>
                  </a:lnTo>
                  <a:lnTo>
                    <a:pt x="154792" y="1670630"/>
                  </a:lnTo>
                  <a:lnTo>
                    <a:pt x="103195" y="1650201"/>
                  </a:lnTo>
                  <a:lnTo>
                    <a:pt x="51597" y="1629772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604903" y="2139695"/>
              <a:ext cx="3105543" cy="3218631"/>
            </a:xfrm>
            <a:custGeom>
              <a:avLst/>
              <a:pathLst>
                <a:path w="3105543" h="3218631">
                  <a:moveTo>
                    <a:pt x="1609212" y="1609344"/>
                  </a:moveTo>
                  <a:lnTo>
                    <a:pt x="1660810" y="1629772"/>
                  </a:lnTo>
                  <a:lnTo>
                    <a:pt x="1712408" y="1650201"/>
                  </a:lnTo>
                  <a:lnTo>
                    <a:pt x="1764005" y="1670630"/>
                  </a:lnTo>
                  <a:lnTo>
                    <a:pt x="1815603" y="1691059"/>
                  </a:lnTo>
                  <a:lnTo>
                    <a:pt x="1867200" y="1711488"/>
                  </a:lnTo>
                  <a:lnTo>
                    <a:pt x="1918798" y="1731917"/>
                  </a:lnTo>
                  <a:lnTo>
                    <a:pt x="1970396" y="1752346"/>
                  </a:lnTo>
                  <a:lnTo>
                    <a:pt x="2021993" y="1772775"/>
                  </a:lnTo>
                  <a:lnTo>
                    <a:pt x="2073591" y="1793204"/>
                  </a:lnTo>
                  <a:lnTo>
                    <a:pt x="2125188" y="1813633"/>
                  </a:lnTo>
                  <a:lnTo>
                    <a:pt x="2176786" y="1834062"/>
                  </a:lnTo>
                  <a:lnTo>
                    <a:pt x="2228384" y="1854491"/>
                  </a:lnTo>
                  <a:lnTo>
                    <a:pt x="2279981" y="1874920"/>
                  </a:lnTo>
                  <a:lnTo>
                    <a:pt x="2331579" y="1895349"/>
                  </a:lnTo>
                  <a:lnTo>
                    <a:pt x="2383176" y="1915777"/>
                  </a:lnTo>
                  <a:lnTo>
                    <a:pt x="2434774" y="1936206"/>
                  </a:lnTo>
                  <a:lnTo>
                    <a:pt x="2486372" y="1956635"/>
                  </a:lnTo>
                  <a:lnTo>
                    <a:pt x="2537969" y="1977064"/>
                  </a:lnTo>
                  <a:lnTo>
                    <a:pt x="2589567" y="1997493"/>
                  </a:lnTo>
                  <a:lnTo>
                    <a:pt x="2641164" y="2017922"/>
                  </a:lnTo>
                  <a:lnTo>
                    <a:pt x="2692762" y="2038351"/>
                  </a:lnTo>
                  <a:lnTo>
                    <a:pt x="2744359" y="2058780"/>
                  </a:lnTo>
                  <a:lnTo>
                    <a:pt x="2795957" y="2079209"/>
                  </a:lnTo>
                  <a:lnTo>
                    <a:pt x="2847555" y="2099638"/>
                  </a:lnTo>
                  <a:lnTo>
                    <a:pt x="2899152" y="2120067"/>
                  </a:lnTo>
                  <a:lnTo>
                    <a:pt x="2950750" y="2140496"/>
                  </a:lnTo>
                  <a:lnTo>
                    <a:pt x="3002347" y="2160925"/>
                  </a:lnTo>
                  <a:lnTo>
                    <a:pt x="3053945" y="2181354"/>
                  </a:lnTo>
                  <a:lnTo>
                    <a:pt x="3105543" y="2201783"/>
                  </a:lnTo>
                  <a:lnTo>
                    <a:pt x="3084622" y="2252114"/>
                  </a:lnTo>
                  <a:lnTo>
                    <a:pt x="3062009" y="2301709"/>
                  </a:lnTo>
                  <a:lnTo>
                    <a:pt x="3037730" y="2350509"/>
                  </a:lnTo>
                  <a:lnTo>
                    <a:pt x="3011812" y="2398459"/>
                  </a:lnTo>
                  <a:lnTo>
                    <a:pt x="2984285" y="2445503"/>
                  </a:lnTo>
                  <a:lnTo>
                    <a:pt x="2955181" y="2491589"/>
                  </a:lnTo>
                  <a:lnTo>
                    <a:pt x="2924533" y="2536663"/>
                  </a:lnTo>
                  <a:lnTo>
                    <a:pt x="2892376" y="2580673"/>
                  </a:lnTo>
                  <a:lnTo>
                    <a:pt x="2858747" y="2623568"/>
                  </a:lnTo>
                  <a:lnTo>
                    <a:pt x="2823685" y="2665301"/>
                  </a:lnTo>
                  <a:lnTo>
                    <a:pt x="2787229" y="2705822"/>
                  </a:lnTo>
                  <a:lnTo>
                    <a:pt x="2749423" y="2745085"/>
                  </a:lnTo>
                  <a:lnTo>
                    <a:pt x="2710308" y="2783045"/>
                  </a:lnTo>
                  <a:lnTo>
                    <a:pt x="2669931" y="2819660"/>
                  </a:lnTo>
                  <a:lnTo>
                    <a:pt x="2628336" y="2854885"/>
                  </a:lnTo>
                  <a:lnTo>
                    <a:pt x="2585573" y="2888682"/>
                  </a:lnTo>
                  <a:lnTo>
                    <a:pt x="2541690" y="2921012"/>
                  </a:lnTo>
                  <a:lnTo>
                    <a:pt x="2496737" y="2951837"/>
                  </a:lnTo>
                  <a:lnTo>
                    <a:pt x="2450766" y="2981122"/>
                  </a:lnTo>
                  <a:lnTo>
                    <a:pt x="2403830" y="3008833"/>
                  </a:lnTo>
                  <a:lnTo>
                    <a:pt x="2355982" y="3034939"/>
                  </a:lnTo>
                  <a:lnTo>
                    <a:pt x="2307277" y="3059410"/>
                  </a:lnTo>
                  <a:lnTo>
                    <a:pt x="2257772" y="3082218"/>
                  </a:lnTo>
                  <a:lnTo>
                    <a:pt x="2207523" y="3103336"/>
                  </a:lnTo>
                  <a:lnTo>
                    <a:pt x="2156588" y="3122740"/>
                  </a:lnTo>
                  <a:lnTo>
                    <a:pt x="2105024" y="3140408"/>
                  </a:lnTo>
                  <a:lnTo>
                    <a:pt x="2052892" y="3156320"/>
                  </a:lnTo>
                  <a:lnTo>
                    <a:pt x="2000251" y="3170457"/>
                  </a:lnTo>
                  <a:lnTo>
                    <a:pt x="1947162" y="3182804"/>
                  </a:lnTo>
                  <a:lnTo>
                    <a:pt x="1893684" y="3193346"/>
                  </a:lnTo>
                  <a:lnTo>
                    <a:pt x="1839881" y="3202071"/>
                  </a:lnTo>
                  <a:lnTo>
                    <a:pt x="1785813" y="3208969"/>
                  </a:lnTo>
                  <a:lnTo>
                    <a:pt x="1731542" y="3214032"/>
                  </a:lnTo>
                  <a:lnTo>
                    <a:pt x="1677131" y="3217254"/>
                  </a:lnTo>
                  <a:lnTo>
                    <a:pt x="1622642" y="3218631"/>
                  </a:lnTo>
                  <a:lnTo>
                    <a:pt x="1568138" y="3218163"/>
                  </a:lnTo>
                  <a:lnTo>
                    <a:pt x="1513680" y="3215850"/>
                  </a:lnTo>
                  <a:lnTo>
                    <a:pt x="1459333" y="3211693"/>
                  </a:lnTo>
                  <a:lnTo>
                    <a:pt x="1405157" y="3205699"/>
                  </a:lnTo>
                  <a:lnTo>
                    <a:pt x="1351215" y="3197873"/>
                  </a:lnTo>
                  <a:lnTo>
                    <a:pt x="1297570" y="3188225"/>
                  </a:lnTo>
                  <a:lnTo>
                    <a:pt x="1244282" y="3176766"/>
                  </a:lnTo>
                  <a:lnTo>
                    <a:pt x="1191412" y="3163509"/>
                  </a:lnTo>
                  <a:lnTo>
                    <a:pt x="1139022" y="3148469"/>
                  </a:lnTo>
                  <a:lnTo>
                    <a:pt x="1087171" y="3131664"/>
                  </a:lnTo>
                  <a:lnTo>
                    <a:pt x="1035918" y="3113113"/>
                  </a:lnTo>
                  <a:lnTo>
                    <a:pt x="985324" y="3092836"/>
                  </a:lnTo>
                  <a:lnTo>
                    <a:pt x="935445" y="3070858"/>
                  </a:lnTo>
                  <a:lnTo>
                    <a:pt x="886339" y="3047204"/>
                  </a:lnTo>
                  <a:lnTo>
                    <a:pt x="838062" y="3021900"/>
                  </a:lnTo>
                  <a:lnTo>
                    <a:pt x="790670" y="2994975"/>
                  </a:lnTo>
                  <a:lnTo>
                    <a:pt x="744216" y="2966462"/>
                  </a:lnTo>
                  <a:lnTo>
                    <a:pt x="698755" y="2936391"/>
                  </a:lnTo>
                  <a:lnTo>
                    <a:pt x="654339" y="2904799"/>
                  </a:lnTo>
                  <a:lnTo>
                    <a:pt x="611017" y="2871720"/>
                  </a:lnTo>
                  <a:lnTo>
                    <a:pt x="568841" y="2837193"/>
                  </a:lnTo>
                  <a:lnTo>
                    <a:pt x="527858" y="2801258"/>
                  </a:lnTo>
                  <a:lnTo>
                    <a:pt x="488115" y="2763956"/>
                  </a:lnTo>
                  <a:lnTo>
                    <a:pt x="449659" y="2725329"/>
                  </a:lnTo>
                  <a:lnTo>
                    <a:pt x="412532" y="2685422"/>
                  </a:lnTo>
                  <a:lnTo>
                    <a:pt x="376778" y="2644280"/>
                  </a:lnTo>
                  <a:lnTo>
                    <a:pt x="342438" y="2601952"/>
                  </a:lnTo>
                  <a:lnTo>
                    <a:pt x="309551" y="2558485"/>
                  </a:lnTo>
                  <a:lnTo>
                    <a:pt x="278155" y="2513929"/>
                  </a:lnTo>
                  <a:lnTo>
                    <a:pt x="248286" y="2468336"/>
                  </a:lnTo>
                  <a:lnTo>
                    <a:pt x="219978" y="2421757"/>
                  </a:lnTo>
                  <a:lnTo>
                    <a:pt x="193263" y="2374246"/>
                  </a:lnTo>
                  <a:lnTo>
                    <a:pt x="168173" y="2325858"/>
                  </a:lnTo>
                  <a:lnTo>
                    <a:pt x="144735" y="2276648"/>
                  </a:lnTo>
                  <a:lnTo>
                    <a:pt x="122978" y="2226672"/>
                  </a:lnTo>
                  <a:lnTo>
                    <a:pt x="102925" y="2175989"/>
                  </a:lnTo>
                  <a:lnTo>
                    <a:pt x="84600" y="2124655"/>
                  </a:lnTo>
                  <a:lnTo>
                    <a:pt x="68024" y="2072730"/>
                  </a:lnTo>
                  <a:lnTo>
                    <a:pt x="53216" y="2020274"/>
                  </a:lnTo>
                  <a:lnTo>
                    <a:pt x="40193" y="1967346"/>
                  </a:lnTo>
                  <a:lnTo>
                    <a:pt x="28969" y="1914008"/>
                  </a:lnTo>
                  <a:lnTo>
                    <a:pt x="19559" y="1860320"/>
                  </a:lnTo>
                  <a:lnTo>
                    <a:pt x="11971" y="1806344"/>
                  </a:lnTo>
                  <a:lnTo>
                    <a:pt x="6216" y="1752143"/>
                  </a:lnTo>
                  <a:lnTo>
                    <a:pt x="2300" y="1697777"/>
                  </a:lnTo>
                  <a:lnTo>
                    <a:pt x="227" y="1643310"/>
                  </a:lnTo>
                  <a:lnTo>
                    <a:pt x="0" y="1588804"/>
                  </a:lnTo>
                  <a:lnTo>
                    <a:pt x="1618" y="1534322"/>
                  </a:lnTo>
                  <a:lnTo>
                    <a:pt x="5081" y="1479926"/>
                  </a:lnTo>
                  <a:lnTo>
                    <a:pt x="10383" y="1425678"/>
                  </a:lnTo>
                  <a:lnTo>
                    <a:pt x="17520" y="1371641"/>
                  </a:lnTo>
                  <a:lnTo>
                    <a:pt x="26482" y="1317876"/>
                  </a:lnTo>
                  <a:lnTo>
                    <a:pt x="37260" y="1264446"/>
                  </a:lnTo>
                  <a:lnTo>
                    <a:pt x="49841" y="1211412"/>
                  </a:lnTo>
                  <a:lnTo>
                    <a:pt x="64211" y="1158834"/>
                  </a:lnTo>
                  <a:lnTo>
                    <a:pt x="80353" y="1106773"/>
                  </a:lnTo>
                  <a:lnTo>
                    <a:pt x="98249" y="1055288"/>
                  </a:lnTo>
                  <a:lnTo>
                    <a:pt x="117878" y="1004439"/>
                  </a:lnTo>
                  <a:lnTo>
                    <a:pt x="139218" y="954283"/>
                  </a:lnTo>
                  <a:lnTo>
                    <a:pt x="162244" y="904879"/>
                  </a:lnTo>
                  <a:lnTo>
                    <a:pt x="186930" y="856283"/>
                  </a:lnTo>
                  <a:lnTo>
                    <a:pt x="213247" y="808551"/>
                  </a:lnTo>
                  <a:lnTo>
                    <a:pt x="241165" y="761738"/>
                  </a:lnTo>
                  <a:lnTo>
                    <a:pt x="270653" y="715897"/>
                  </a:lnTo>
                  <a:lnTo>
                    <a:pt x="301676" y="671081"/>
                  </a:lnTo>
                  <a:lnTo>
                    <a:pt x="334199" y="627340"/>
                  </a:lnTo>
                  <a:lnTo>
                    <a:pt x="368185" y="584727"/>
                  </a:lnTo>
                  <a:lnTo>
                    <a:pt x="403594" y="543289"/>
                  </a:lnTo>
                  <a:lnTo>
                    <a:pt x="440386" y="503073"/>
                  </a:lnTo>
                  <a:lnTo>
                    <a:pt x="478519" y="464127"/>
                  </a:lnTo>
                  <a:lnTo>
                    <a:pt x="517949" y="426494"/>
                  </a:lnTo>
                  <a:lnTo>
                    <a:pt x="558631" y="390218"/>
                  </a:lnTo>
                  <a:lnTo>
                    <a:pt x="600518" y="355341"/>
                  </a:lnTo>
                  <a:lnTo>
                    <a:pt x="643562" y="321902"/>
                  </a:lnTo>
                  <a:lnTo>
                    <a:pt x="687713" y="289939"/>
                  </a:lnTo>
                  <a:lnTo>
                    <a:pt x="732922" y="259491"/>
                  </a:lnTo>
                  <a:lnTo>
                    <a:pt x="779135" y="230590"/>
                  </a:lnTo>
                  <a:lnTo>
                    <a:pt x="826301" y="203272"/>
                  </a:lnTo>
                  <a:lnTo>
                    <a:pt x="874365" y="177566"/>
                  </a:lnTo>
                  <a:lnTo>
                    <a:pt x="923272" y="153502"/>
                  </a:lnTo>
                  <a:lnTo>
                    <a:pt x="972966" y="131108"/>
                  </a:lnTo>
                  <a:lnTo>
                    <a:pt x="1023390" y="110411"/>
                  </a:lnTo>
                  <a:lnTo>
                    <a:pt x="1074485" y="91432"/>
                  </a:lnTo>
                  <a:lnTo>
                    <a:pt x="1126194" y="74195"/>
                  </a:lnTo>
                  <a:lnTo>
                    <a:pt x="1178457" y="58718"/>
                  </a:lnTo>
                  <a:lnTo>
                    <a:pt x="1231214" y="45021"/>
                  </a:lnTo>
                  <a:lnTo>
                    <a:pt x="1284405" y="33118"/>
                  </a:lnTo>
                  <a:lnTo>
                    <a:pt x="1337969" y="23022"/>
                  </a:lnTo>
                  <a:lnTo>
                    <a:pt x="1391843" y="14747"/>
                  </a:lnTo>
                  <a:lnTo>
                    <a:pt x="1445967" y="8300"/>
                  </a:lnTo>
                  <a:lnTo>
                    <a:pt x="1500278" y="3691"/>
                  </a:lnTo>
                  <a:lnTo>
                    <a:pt x="1554714" y="923"/>
                  </a:lnTo>
                  <a:lnTo>
                    <a:pt x="1609212" y="0"/>
                  </a:lnTo>
                  <a:lnTo>
                    <a:pt x="1609212" y="55494"/>
                  </a:lnTo>
                  <a:lnTo>
                    <a:pt x="1609212" y="110989"/>
                  </a:lnTo>
                  <a:lnTo>
                    <a:pt x="1609212" y="166483"/>
                  </a:lnTo>
                  <a:lnTo>
                    <a:pt x="1609212" y="221978"/>
                  </a:lnTo>
                  <a:lnTo>
                    <a:pt x="1609212" y="277473"/>
                  </a:lnTo>
                  <a:lnTo>
                    <a:pt x="1609212" y="332967"/>
                  </a:lnTo>
                  <a:lnTo>
                    <a:pt x="1609212" y="388462"/>
                  </a:lnTo>
                  <a:lnTo>
                    <a:pt x="1609212" y="443956"/>
                  </a:lnTo>
                  <a:lnTo>
                    <a:pt x="1609212" y="499451"/>
                  </a:lnTo>
                  <a:lnTo>
                    <a:pt x="1609212" y="554946"/>
                  </a:lnTo>
                  <a:lnTo>
                    <a:pt x="1609212" y="610440"/>
                  </a:lnTo>
                  <a:lnTo>
                    <a:pt x="1609212" y="665935"/>
                  </a:lnTo>
                  <a:lnTo>
                    <a:pt x="1609212" y="721430"/>
                  </a:lnTo>
                  <a:lnTo>
                    <a:pt x="1609212" y="776924"/>
                  </a:lnTo>
                  <a:lnTo>
                    <a:pt x="1609212" y="832419"/>
                  </a:lnTo>
                  <a:lnTo>
                    <a:pt x="1609212" y="887913"/>
                  </a:lnTo>
                  <a:lnTo>
                    <a:pt x="1609212" y="943408"/>
                  </a:lnTo>
                  <a:lnTo>
                    <a:pt x="1609212" y="998903"/>
                  </a:lnTo>
                  <a:lnTo>
                    <a:pt x="1609212" y="1054397"/>
                  </a:lnTo>
                  <a:lnTo>
                    <a:pt x="1609212" y="1109892"/>
                  </a:lnTo>
                  <a:lnTo>
                    <a:pt x="1609212" y="1165387"/>
                  </a:lnTo>
                  <a:lnTo>
                    <a:pt x="1609212" y="1220881"/>
                  </a:lnTo>
                  <a:lnTo>
                    <a:pt x="1609212" y="1276376"/>
                  </a:lnTo>
                  <a:lnTo>
                    <a:pt x="1609212" y="1331870"/>
                  </a:lnTo>
                  <a:lnTo>
                    <a:pt x="1609212" y="1387365"/>
                  </a:lnTo>
                  <a:lnTo>
                    <a:pt x="1609212" y="1442860"/>
                  </a:lnTo>
                  <a:lnTo>
                    <a:pt x="1609212" y="1498354"/>
                  </a:lnTo>
                  <a:lnTo>
                    <a:pt x="1609212" y="1553849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tx6"/>
            <p:cNvSpPr/>
            <p:nvPr/>
          </p:nvSpPr>
          <p:spPr>
            <a:xfrm>
              <a:off x="3701714" y="3225818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31%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370657" y="413040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69%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6126480" y="2532888"/>
            <a:ext cx="274320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37960" y="237744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537960" y="295351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 cuenta con título universitario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537960" y="320954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 de 178 egresados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126480" y="4270248"/>
            <a:ext cx="274320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537960" y="4114800"/>
            <a:ext cx="201168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537960" y="4690872"/>
            <a:ext cx="5029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cuenta con título universitario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37960" y="4946904"/>
            <a:ext cx="5029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 de 178 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178 egresados. La leyenda con cifra, rótulo y conteo es una propuesta: el motor hoy dibuja la leyenda estándar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p_pie con leyenda de cifras (el motor hoy dibuja la leyenda estándar a la derecha o abajo)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202436" y="1737360"/>
            <a:ext cx="4023360" cy="4023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202436" y="15544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11.18 cm, 11.18 x 11.18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 LA MISIÓN ENTRE ESTUDIANTES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1385316" y="1828800"/>
            <a:ext cx="3657600" cy="3657600"/>
            <a:chOff x="1385316" y="1828800"/>
            <a:chExt cx="3657600" cy="3657600"/>
          </a:xfrm>
        </p:grpSpPr>
        <p:sp>
          <p:nvSpPr>
            <p:cNvPr id="4" name="rc3"/>
            <p:cNvSpPr/>
            <p:nvPr/>
          </p:nvSpPr>
          <p:spPr>
            <a:xfrm>
              <a:off x="1385316" y="1828800"/>
              <a:ext cx="3657600" cy="365760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51144" y="2194559"/>
              <a:ext cx="2925857" cy="2926062"/>
            </a:xfrm>
            <a:custGeom>
              <a:avLst/>
              <a:pathLst>
                <a:path w="2925857" h="2926062">
                  <a:moveTo>
                    <a:pt x="1462971" y="622570"/>
                  </a:moveTo>
                  <a:lnTo>
                    <a:pt x="1462971" y="560313"/>
                  </a:lnTo>
                  <a:lnTo>
                    <a:pt x="1462971" y="498056"/>
                  </a:lnTo>
                  <a:lnTo>
                    <a:pt x="1462971" y="435799"/>
                  </a:lnTo>
                  <a:lnTo>
                    <a:pt x="1462971" y="373542"/>
                  </a:lnTo>
                  <a:lnTo>
                    <a:pt x="1462971" y="311285"/>
                  </a:lnTo>
                  <a:lnTo>
                    <a:pt x="1462971" y="249028"/>
                  </a:lnTo>
                  <a:lnTo>
                    <a:pt x="1462971" y="186771"/>
                  </a:lnTo>
                  <a:lnTo>
                    <a:pt x="1462971" y="124514"/>
                  </a:lnTo>
                  <a:lnTo>
                    <a:pt x="1462971" y="62257"/>
                  </a:lnTo>
                  <a:lnTo>
                    <a:pt x="1462971" y="0"/>
                  </a:lnTo>
                  <a:lnTo>
                    <a:pt x="1512460" y="837"/>
                  </a:lnTo>
                  <a:lnTo>
                    <a:pt x="1561892" y="3348"/>
                  </a:lnTo>
                  <a:lnTo>
                    <a:pt x="1611211" y="7529"/>
                  </a:lnTo>
                  <a:lnTo>
                    <a:pt x="1660361" y="13376"/>
                  </a:lnTo>
                  <a:lnTo>
                    <a:pt x="1709284" y="20883"/>
                  </a:lnTo>
                  <a:lnTo>
                    <a:pt x="1757926" y="30040"/>
                  </a:lnTo>
                  <a:lnTo>
                    <a:pt x="1806230" y="40837"/>
                  </a:lnTo>
                  <a:lnTo>
                    <a:pt x="1854141" y="53262"/>
                  </a:lnTo>
                  <a:lnTo>
                    <a:pt x="1901604" y="67301"/>
                  </a:lnTo>
                  <a:lnTo>
                    <a:pt x="1948566" y="82937"/>
                  </a:lnTo>
                  <a:lnTo>
                    <a:pt x="1994971" y="100152"/>
                  </a:lnTo>
                  <a:lnTo>
                    <a:pt x="2040768" y="118928"/>
                  </a:lnTo>
                  <a:lnTo>
                    <a:pt x="2085903" y="139241"/>
                  </a:lnTo>
                  <a:lnTo>
                    <a:pt x="2130326" y="161070"/>
                  </a:lnTo>
                  <a:lnTo>
                    <a:pt x="2173984" y="184389"/>
                  </a:lnTo>
                  <a:lnTo>
                    <a:pt x="2216829" y="209172"/>
                  </a:lnTo>
                  <a:lnTo>
                    <a:pt x="2258811" y="235389"/>
                  </a:lnTo>
                  <a:lnTo>
                    <a:pt x="2299882" y="263012"/>
                  </a:lnTo>
                  <a:lnTo>
                    <a:pt x="2339996" y="292008"/>
                  </a:lnTo>
                  <a:lnTo>
                    <a:pt x="2379105" y="322345"/>
                  </a:lnTo>
                  <a:lnTo>
                    <a:pt x="2417166" y="353987"/>
                  </a:lnTo>
                  <a:lnTo>
                    <a:pt x="2454135" y="386898"/>
                  </a:lnTo>
                  <a:lnTo>
                    <a:pt x="2489969" y="421041"/>
                  </a:lnTo>
                  <a:lnTo>
                    <a:pt x="2524628" y="456377"/>
                  </a:lnTo>
                  <a:lnTo>
                    <a:pt x="2558072" y="492865"/>
                  </a:lnTo>
                  <a:lnTo>
                    <a:pt x="2590263" y="530463"/>
                  </a:lnTo>
                  <a:lnTo>
                    <a:pt x="2621163" y="569128"/>
                  </a:lnTo>
                  <a:lnTo>
                    <a:pt x="2650738" y="608817"/>
                  </a:lnTo>
                  <a:lnTo>
                    <a:pt x="2678953" y="649483"/>
                  </a:lnTo>
                  <a:lnTo>
                    <a:pt x="2705777" y="691081"/>
                  </a:lnTo>
                  <a:lnTo>
                    <a:pt x="2731178" y="733562"/>
                  </a:lnTo>
                  <a:lnTo>
                    <a:pt x="2755127" y="776878"/>
                  </a:lnTo>
                  <a:lnTo>
                    <a:pt x="2777598" y="820979"/>
                  </a:lnTo>
                  <a:lnTo>
                    <a:pt x="2798564" y="865815"/>
                  </a:lnTo>
                  <a:lnTo>
                    <a:pt x="2818002" y="911335"/>
                  </a:lnTo>
                  <a:lnTo>
                    <a:pt x="2835888" y="957486"/>
                  </a:lnTo>
                  <a:lnTo>
                    <a:pt x="2852204" y="1004215"/>
                  </a:lnTo>
                  <a:lnTo>
                    <a:pt x="2866929" y="1051470"/>
                  </a:lnTo>
                  <a:lnTo>
                    <a:pt x="2880047" y="1099196"/>
                  </a:lnTo>
                  <a:lnTo>
                    <a:pt x="2891544" y="1147339"/>
                  </a:lnTo>
                  <a:lnTo>
                    <a:pt x="2901405" y="1195842"/>
                  </a:lnTo>
                  <a:lnTo>
                    <a:pt x="2909620" y="1244652"/>
                  </a:lnTo>
                  <a:lnTo>
                    <a:pt x="2916179" y="1293711"/>
                  </a:lnTo>
                  <a:lnTo>
                    <a:pt x="2921075" y="1342964"/>
                  </a:lnTo>
                  <a:lnTo>
                    <a:pt x="2924303" y="1392355"/>
                  </a:lnTo>
                  <a:lnTo>
                    <a:pt x="2925857" y="1441827"/>
                  </a:lnTo>
                  <a:lnTo>
                    <a:pt x="2925738" y="1491323"/>
                  </a:lnTo>
                  <a:lnTo>
                    <a:pt x="2923944" y="1540786"/>
                  </a:lnTo>
                  <a:lnTo>
                    <a:pt x="2920478" y="1590160"/>
                  </a:lnTo>
                  <a:lnTo>
                    <a:pt x="2915344" y="1639389"/>
                  </a:lnTo>
                  <a:lnTo>
                    <a:pt x="2908548" y="1688417"/>
                  </a:lnTo>
                  <a:lnTo>
                    <a:pt x="2900097" y="1737186"/>
                  </a:lnTo>
                  <a:lnTo>
                    <a:pt x="2890001" y="1785641"/>
                  </a:lnTo>
                  <a:lnTo>
                    <a:pt x="2878272" y="1833728"/>
                  </a:lnTo>
                  <a:lnTo>
                    <a:pt x="2864923" y="1881389"/>
                  </a:lnTo>
                  <a:lnTo>
                    <a:pt x="2849970" y="1928573"/>
                  </a:lnTo>
                  <a:lnTo>
                    <a:pt x="2833429" y="1975223"/>
                  </a:lnTo>
                  <a:lnTo>
                    <a:pt x="2815319" y="2021287"/>
                  </a:lnTo>
                  <a:lnTo>
                    <a:pt x="2795662" y="2066712"/>
                  </a:lnTo>
                  <a:lnTo>
                    <a:pt x="2774480" y="2111446"/>
                  </a:lnTo>
                  <a:lnTo>
                    <a:pt x="2751796" y="2155439"/>
                  </a:lnTo>
                  <a:lnTo>
                    <a:pt x="2727637" y="2198638"/>
                  </a:lnTo>
                  <a:lnTo>
                    <a:pt x="2702031" y="2240996"/>
                  </a:lnTo>
                  <a:lnTo>
                    <a:pt x="2675007" y="2282463"/>
                  </a:lnTo>
                  <a:lnTo>
                    <a:pt x="2646595" y="2322993"/>
                  </a:lnTo>
                  <a:lnTo>
                    <a:pt x="2616829" y="2362538"/>
                  </a:lnTo>
                  <a:lnTo>
                    <a:pt x="2585742" y="2401054"/>
                  </a:lnTo>
                  <a:lnTo>
                    <a:pt x="2553370" y="2438496"/>
                  </a:lnTo>
                  <a:lnTo>
                    <a:pt x="2519751" y="2474822"/>
                  </a:lnTo>
                  <a:lnTo>
                    <a:pt x="2484921" y="2509989"/>
                  </a:lnTo>
                  <a:lnTo>
                    <a:pt x="2448922" y="2543959"/>
                  </a:lnTo>
                  <a:lnTo>
                    <a:pt x="2411795" y="2576691"/>
                  </a:lnTo>
                  <a:lnTo>
                    <a:pt x="2373581" y="2608149"/>
                  </a:lnTo>
                  <a:lnTo>
                    <a:pt x="2334326" y="2638296"/>
                  </a:lnTo>
                  <a:lnTo>
                    <a:pt x="2294073" y="2667098"/>
                  </a:lnTo>
                  <a:lnTo>
                    <a:pt x="2252868" y="2694522"/>
                  </a:lnTo>
                  <a:lnTo>
                    <a:pt x="2210760" y="2720536"/>
                  </a:lnTo>
                  <a:lnTo>
                    <a:pt x="2167796" y="2745111"/>
                  </a:lnTo>
                  <a:lnTo>
                    <a:pt x="2124025" y="2768219"/>
                  </a:lnTo>
                  <a:lnTo>
                    <a:pt x="2079498" y="2789833"/>
                  </a:lnTo>
                  <a:lnTo>
                    <a:pt x="2034265" y="2809928"/>
                  </a:lnTo>
                  <a:lnTo>
                    <a:pt x="1988378" y="2828482"/>
                  </a:lnTo>
                  <a:lnTo>
                    <a:pt x="1941890" y="2845473"/>
                  </a:lnTo>
                  <a:lnTo>
                    <a:pt x="1894853" y="2860882"/>
                  </a:lnTo>
                  <a:lnTo>
                    <a:pt x="1847323" y="2874691"/>
                  </a:lnTo>
                  <a:lnTo>
                    <a:pt x="1799352" y="2886884"/>
                  </a:lnTo>
                  <a:lnTo>
                    <a:pt x="1750996" y="2897448"/>
                  </a:lnTo>
                  <a:lnTo>
                    <a:pt x="1702311" y="2906370"/>
                  </a:lnTo>
                  <a:lnTo>
                    <a:pt x="1653352" y="2913640"/>
                  </a:lnTo>
                  <a:lnTo>
                    <a:pt x="1604175" y="2919249"/>
                  </a:lnTo>
                  <a:lnTo>
                    <a:pt x="1554836" y="2923193"/>
                  </a:lnTo>
                  <a:lnTo>
                    <a:pt x="1505392" y="2925464"/>
                  </a:lnTo>
                  <a:lnTo>
                    <a:pt x="1455900" y="2926062"/>
                  </a:lnTo>
                  <a:lnTo>
                    <a:pt x="1406416" y="2924986"/>
                  </a:lnTo>
                  <a:lnTo>
                    <a:pt x="1356996" y="2922236"/>
                  </a:lnTo>
                  <a:lnTo>
                    <a:pt x="1307698" y="2917817"/>
                  </a:lnTo>
                  <a:lnTo>
                    <a:pt x="1258577" y="2911732"/>
                  </a:lnTo>
                  <a:lnTo>
                    <a:pt x="1209691" y="2903989"/>
                  </a:lnTo>
                  <a:lnTo>
                    <a:pt x="1161094" y="2894597"/>
                  </a:lnTo>
                  <a:lnTo>
                    <a:pt x="1112843" y="2883566"/>
                  </a:lnTo>
                  <a:lnTo>
                    <a:pt x="1064992" y="2870910"/>
                  </a:lnTo>
                  <a:lnTo>
                    <a:pt x="1017597" y="2856642"/>
                  </a:lnTo>
                  <a:lnTo>
                    <a:pt x="970712" y="2840779"/>
                  </a:lnTo>
                  <a:lnTo>
                    <a:pt x="924390" y="2823340"/>
                  </a:lnTo>
                  <a:lnTo>
                    <a:pt x="878685" y="2804343"/>
                  </a:lnTo>
                  <a:lnTo>
                    <a:pt x="833648" y="2783811"/>
                  </a:lnTo>
                  <a:lnTo>
                    <a:pt x="789332" y="2761768"/>
                  </a:lnTo>
                  <a:lnTo>
                    <a:pt x="745786" y="2738238"/>
                  </a:lnTo>
                  <a:lnTo>
                    <a:pt x="703062" y="2713249"/>
                  </a:lnTo>
                  <a:lnTo>
                    <a:pt x="661207" y="2686829"/>
                  </a:lnTo>
                  <a:lnTo>
                    <a:pt x="620270" y="2659008"/>
                  </a:lnTo>
                  <a:lnTo>
                    <a:pt x="580297" y="2629818"/>
                  </a:lnTo>
                  <a:lnTo>
                    <a:pt x="541335" y="2599293"/>
                  </a:lnTo>
                  <a:lnTo>
                    <a:pt x="503427" y="2567467"/>
                  </a:lnTo>
                  <a:lnTo>
                    <a:pt x="466618" y="2534378"/>
                  </a:lnTo>
                  <a:lnTo>
                    <a:pt x="430949" y="2500062"/>
                  </a:lnTo>
                  <a:lnTo>
                    <a:pt x="396461" y="2464559"/>
                  </a:lnTo>
                  <a:lnTo>
                    <a:pt x="363194" y="2427910"/>
                  </a:lnTo>
                  <a:lnTo>
                    <a:pt x="331185" y="2390157"/>
                  </a:lnTo>
                  <a:lnTo>
                    <a:pt x="300472" y="2351343"/>
                  </a:lnTo>
                  <a:lnTo>
                    <a:pt x="271090" y="2311511"/>
                  </a:lnTo>
                  <a:lnTo>
                    <a:pt x="243071" y="2270709"/>
                  </a:lnTo>
                  <a:lnTo>
                    <a:pt x="216449" y="2228983"/>
                  </a:lnTo>
                  <a:lnTo>
                    <a:pt x="191254" y="2186379"/>
                  </a:lnTo>
                  <a:lnTo>
                    <a:pt x="167514" y="2142948"/>
                  </a:lnTo>
                  <a:lnTo>
                    <a:pt x="145256" y="2098739"/>
                  </a:lnTo>
                  <a:lnTo>
                    <a:pt x="124507" y="2053802"/>
                  </a:lnTo>
                  <a:lnTo>
                    <a:pt x="105290" y="2008189"/>
                  </a:lnTo>
                  <a:lnTo>
                    <a:pt x="87627" y="1961952"/>
                  </a:lnTo>
                  <a:lnTo>
                    <a:pt x="71537" y="1915144"/>
                  </a:lnTo>
                  <a:lnTo>
                    <a:pt x="57041" y="1867818"/>
                  </a:lnTo>
                  <a:lnTo>
                    <a:pt x="44153" y="1820029"/>
                  </a:lnTo>
                  <a:lnTo>
                    <a:pt x="32890" y="1771832"/>
                  </a:lnTo>
                  <a:lnTo>
                    <a:pt x="23263" y="1723281"/>
                  </a:lnTo>
                  <a:lnTo>
                    <a:pt x="15284" y="1674433"/>
                  </a:lnTo>
                  <a:lnTo>
                    <a:pt x="8962" y="1625342"/>
                  </a:lnTo>
                  <a:lnTo>
                    <a:pt x="4304" y="1576066"/>
                  </a:lnTo>
                  <a:lnTo>
                    <a:pt x="1315" y="1526660"/>
                  </a:lnTo>
                  <a:lnTo>
                    <a:pt x="0" y="1477182"/>
                  </a:lnTo>
                  <a:lnTo>
                    <a:pt x="358" y="1427687"/>
                  </a:lnTo>
                  <a:lnTo>
                    <a:pt x="2391" y="1378233"/>
                  </a:lnTo>
                  <a:lnTo>
                    <a:pt x="6096" y="1328876"/>
                  </a:lnTo>
                  <a:lnTo>
                    <a:pt x="11468" y="1279672"/>
                  </a:lnTo>
                  <a:lnTo>
                    <a:pt x="73234" y="1287475"/>
                  </a:lnTo>
                  <a:lnTo>
                    <a:pt x="135000" y="1295278"/>
                  </a:lnTo>
                  <a:lnTo>
                    <a:pt x="196766" y="1303081"/>
                  </a:lnTo>
                  <a:lnTo>
                    <a:pt x="258532" y="1310883"/>
                  </a:lnTo>
                  <a:lnTo>
                    <a:pt x="320298" y="1318686"/>
                  </a:lnTo>
                  <a:lnTo>
                    <a:pt x="382064" y="1326489"/>
                  </a:lnTo>
                  <a:lnTo>
                    <a:pt x="443830" y="1334292"/>
                  </a:lnTo>
                  <a:lnTo>
                    <a:pt x="505597" y="1342095"/>
                  </a:lnTo>
                  <a:lnTo>
                    <a:pt x="567363" y="1349898"/>
                  </a:lnTo>
                  <a:lnTo>
                    <a:pt x="629129" y="1357701"/>
                  </a:lnTo>
                  <a:lnTo>
                    <a:pt x="624814" y="1400738"/>
                  </a:lnTo>
                  <a:lnTo>
                    <a:pt x="622718" y="1443940"/>
                  </a:lnTo>
                  <a:lnTo>
                    <a:pt x="622848" y="1487193"/>
                  </a:lnTo>
                  <a:lnTo>
                    <a:pt x="625204" y="1530382"/>
                  </a:lnTo>
                  <a:lnTo>
                    <a:pt x="629777" y="1573393"/>
                  </a:lnTo>
                  <a:lnTo>
                    <a:pt x="636558" y="1616111"/>
                  </a:lnTo>
                  <a:lnTo>
                    <a:pt x="645527" y="1658424"/>
                  </a:lnTo>
                  <a:lnTo>
                    <a:pt x="656661" y="1700219"/>
                  </a:lnTo>
                  <a:lnTo>
                    <a:pt x="669931" y="1741386"/>
                  </a:lnTo>
                  <a:lnTo>
                    <a:pt x="685301" y="1781817"/>
                  </a:lnTo>
                  <a:lnTo>
                    <a:pt x="702731" y="1821402"/>
                  </a:lnTo>
                  <a:lnTo>
                    <a:pt x="722174" y="1860039"/>
                  </a:lnTo>
                  <a:lnTo>
                    <a:pt x="743579" y="1897624"/>
                  </a:lnTo>
                  <a:lnTo>
                    <a:pt x="766889" y="1934059"/>
                  </a:lnTo>
                  <a:lnTo>
                    <a:pt x="792043" y="1969246"/>
                  </a:lnTo>
                  <a:lnTo>
                    <a:pt x="818973" y="2003092"/>
                  </a:lnTo>
                  <a:lnTo>
                    <a:pt x="847610" y="2035508"/>
                  </a:lnTo>
                  <a:lnTo>
                    <a:pt x="877876" y="2066407"/>
                  </a:lnTo>
                  <a:lnTo>
                    <a:pt x="909691" y="2095709"/>
                  </a:lnTo>
                  <a:lnTo>
                    <a:pt x="942972" y="2123335"/>
                  </a:lnTo>
                  <a:lnTo>
                    <a:pt x="977630" y="2149213"/>
                  </a:lnTo>
                  <a:lnTo>
                    <a:pt x="1013574" y="2173273"/>
                  </a:lnTo>
                  <a:lnTo>
                    <a:pt x="1050708" y="2195452"/>
                  </a:lnTo>
                  <a:lnTo>
                    <a:pt x="1088933" y="2215692"/>
                  </a:lnTo>
                  <a:lnTo>
                    <a:pt x="1128149" y="2233938"/>
                  </a:lnTo>
                  <a:lnTo>
                    <a:pt x="1168252" y="2250142"/>
                  </a:lnTo>
                  <a:lnTo>
                    <a:pt x="1209136" y="2264262"/>
                  </a:lnTo>
                  <a:lnTo>
                    <a:pt x="1250692" y="2276260"/>
                  </a:lnTo>
                  <a:lnTo>
                    <a:pt x="1292810" y="2286104"/>
                  </a:lnTo>
                  <a:lnTo>
                    <a:pt x="1335378" y="2293768"/>
                  </a:lnTo>
                  <a:lnTo>
                    <a:pt x="1378285" y="2299232"/>
                  </a:lnTo>
                  <a:lnTo>
                    <a:pt x="1421416" y="2302481"/>
                  </a:lnTo>
                  <a:lnTo>
                    <a:pt x="1464657" y="2303508"/>
                  </a:lnTo>
                  <a:lnTo>
                    <a:pt x="1507893" y="2302308"/>
                  </a:lnTo>
                  <a:lnTo>
                    <a:pt x="1551010" y="2298886"/>
                  </a:lnTo>
                  <a:lnTo>
                    <a:pt x="1593895" y="2293249"/>
                  </a:lnTo>
                  <a:lnTo>
                    <a:pt x="1636432" y="2285415"/>
                  </a:lnTo>
                  <a:lnTo>
                    <a:pt x="1678510" y="2275402"/>
                  </a:lnTo>
                  <a:lnTo>
                    <a:pt x="1720018" y="2263237"/>
                  </a:lnTo>
                  <a:lnTo>
                    <a:pt x="1760844" y="2248954"/>
                  </a:lnTo>
                  <a:lnTo>
                    <a:pt x="1800882" y="2232589"/>
                  </a:lnTo>
                  <a:lnTo>
                    <a:pt x="1840025" y="2214185"/>
                  </a:lnTo>
                  <a:lnTo>
                    <a:pt x="1878169" y="2193793"/>
                  </a:lnTo>
                  <a:lnTo>
                    <a:pt x="1915213" y="2171465"/>
                  </a:lnTo>
                  <a:lnTo>
                    <a:pt x="1951060" y="2147261"/>
                  </a:lnTo>
                  <a:lnTo>
                    <a:pt x="1985614" y="2121245"/>
                  </a:lnTo>
                  <a:lnTo>
                    <a:pt x="2018784" y="2093485"/>
                  </a:lnTo>
                  <a:lnTo>
                    <a:pt x="2050482" y="2064056"/>
                  </a:lnTo>
                  <a:lnTo>
                    <a:pt x="2080623" y="2033035"/>
                  </a:lnTo>
                  <a:lnTo>
                    <a:pt x="2109130" y="2000505"/>
                  </a:lnTo>
                  <a:lnTo>
                    <a:pt x="2135924" y="1966551"/>
                  </a:lnTo>
                  <a:lnTo>
                    <a:pt x="2160937" y="1931263"/>
                  </a:lnTo>
                  <a:lnTo>
                    <a:pt x="2184101" y="1894736"/>
                  </a:lnTo>
                  <a:lnTo>
                    <a:pt x="2205355" y="1857065"/>
                  </a:lnTo>
                  <a:lnTo>
                    <a:pt x="2224643" y="1818351"/>
                  </a:lnTo>
                  <a:lnTo>
                    <a:pt x="2241913" y="1778695"/>
                  </a:lnTo>
                  <a:lnTo>
                    <a:pt x="2257121" y="1738204"/>
                  </a:lnTo>
                  <a:lnTo>
                    <a:pt x="2270226" y="1696984"/>
                  </a:lnTo>
                  <a:lnTo>
                    <a:pt x="2281192" y="1655144"/>
                  </a:lnTo>
                  <a:lnTo>
                    <a:pt x="2289991" y="1612795"/>
                  </a:lnTo>
                  <a:lnTo>
                    <a:pt x="2296601" y="1570050"/>
                  </a:lnTo>
                  <a:lnTo>
                    <a:pt x="2301002" y="1527022"/>
                  </a:lnTo>
                  <a:lnTo>
                    <a:pt x="2303184" y="1483824"/>
                  </a:lnTo>
                  <a:lnTo>
                    <a:pt x="2303141" y="1440571"/>
                  </a:lnTo>
                  <a:lnTo>
                    <a:pt x="2300872" y="1397377"/>
                  </a:lnTo>
                  <a:lnTo>
                    <a:pt x="2296384" y="1354357"/>
                  </a:lnTo>
                  <a:lnTo>
                    <a:pt x="2289690" y="1311626"/>
                  </a:lnTo>
                  <a:lnTo>
                    <a:pt x="2280805" y="1269295"/>
                  </a:lnTo>
                  <a:lnTo>
                    <a:pt x="2269755" y="1227477"/>
                  </a:lnTo>
                  <a:lnTo>
                    <a:pt x="2256568" y="1186283"/>
                  </a:lnTo>
                  <a:lnTo>
                    <a:pt x="2241279" y="1145823"/>
                  </a:lnTo>
                  <a:lnTo>
                    <a:pt x="2223929" y="1106202"/>
                  </a:lnTo>
                  <a:lnTo>
                    <a:pt x="2204563" y="1067526"/>
                  </a:lnTo>
                  <a:lnTo>
                    <a:pt x="2183234" y="1029898"/>
                  </a:lnTo>
                  <a:lnTo>
                    <a:pt x="2159996" y="993417"/>
                  </a:lnTo>
                  <a:lnTo>
                    <a:pt x="2134913" y="958180"/>
                  </a:lnTo>
                  <a:lnTo>
                    <a:pt x="2108050" y="924280"/>
                  </a:lnTo>
                  <a:lnTo>
                    <a:pt x="2079479" y="891806"/>
                  </a:lnTo>
                  <a:lnTo>
                    <a:pt x="2049275" y="860846"/>
                  </a:lnTo>
                  <a:lnTo>
                    <a:pt x="2017518" y="831481"/>
                  </a:lnTo>
                  <a:lnTo>
                    <a:pt x="1984293" y="803788"/>
                  </a:lnTo>
                  <a:lnTo>
                    <a:pt x="1949687" y="777841"/>
                  </a:lnTo>
                  <a:lnTo>
                    <a:pt x="1913792" y="753709"/>
                  </a:lnTo>
                  <a:lnTo>
                    <a:pt x="1876702" y="731455"/>
                  </a:lnTo>
                  <a:lnTo>
                    <a:pt x="1838518" y="711139"/>
                  </a:lnTo>
                  <a:lnTo>
                    <a:pt x="1799338" y="692814"/>
                  </a:lnTo>
                  <a:lnTo>
                    <a:pt x="1759268" y="676530"/>
                  </a:lnTo>
                  <a:lnTo>
                    <a:pt x="1718413" y="662328"/>
                  </a:lnTo>
                  <a:lnTo>
                    <a:pt x="1676881" y="650247"/>
                  </a:lnTo>
                  <a:lnTo>
                    <a:pt x="1634783" y="640318"/>
                  </a:lnTo>
                  <a:lnTo>
                    <a:pt x="1592230" y="632569"/>
                  </a:lnTo>
                  <a:lnTo>
                    <a:pt x="1549334" y="627019"/>
                  </a:lnTo>
                  <a:lnTo>
                    <a:pt x="1506210" y="623683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762612" y="2194559"/>
              <a:ext cx="1451503" cy="1357701"/>
            </a:xfrm>
            <a:custGeom>
              <a:avLst/>
              <a:pathLst>
                <a:path w="1451503" h="1357701">
                  <a:moveTo>
                    <a:pt x="617661" y="1357701"/>
                  </a:moveTo>
                  <a:lnTo>
                    <a:pt x="555894" y="1349898"/>
                  </a:lnTo>
                  <a:lnTo>
                    <a:pt x="494128" y="1342095"/>
                  </a:lnTo>
                  <a:lnTo>
                    <a:pt x="432362" y="1334292"/>
                  </a:lnTo>
                  <a:lnTo>
                    <a:pt x="370596" y="1326489"/>
                  </a:lnTo>
                  <a:lnTo>
                    <a:pt x="308830" y="1318686"/>
                  </a:lnTo>
                  <a:lnTo>
                    <a:pt x="247064" y="1310883"/>
                  </a:lnTo>
                  <a:lnTo>
                    <a:pt x="185298" y="1303081"/>
                  </a:lnTo>
                  <a:lnTo>
                    <a:pt x="123532" y="1295278"/>
                  </a:lnTo>
                  <a:lnTo>
                    <a:pt x="61766" y="1287475"/>
                  </a:lnTo>
                  <a:lnTo>
                    <a:pt x="0" y="1279672"/>
                  </a:lnTo>
                  <a:lnTo>
                    <a:pt x="7167" y="1229847"/>
                  </a:lnTo>
                  <a:lnTo>
                    <a:pt x="16044" y="1180298"/>
                  </a:lnTo>
                  <a:lnTo>
                    <a:pt x="26620" y="1131084"/>
                  </a:lnTo>
                  <a:lnTo>
                    <a:pt x="38883" y="1082263"/>
                  </a:lnTo>
                  <a:lnTo>
                    <a:pt x="52818" y="1033893"/>
                  </a:lnTo>
                  <a:lnTo>
                    <a:pt x="68409" y="986031"/>
                  </a:lnTo>
                  <a:lnTo>
                    <a:pt x="85637" y="938733"/>
                  </a:lnTo>
                  <a:lnTo>
                    <a:pt x="104483" y="892056"/>
                  </a:lnTo>
                  <a:lnTo>
                    <a:pt x="124922" y="846055"/>
                  </a:lnTo>
                  <a:lnTo>
                    <a:pt x="146933" y="800784"/>
                  </a:lnTo>
                  <a:lnTo>
                    <a:pt x="170487" y="756297"/>
                  </a:lnTo>
                  <a:lnTo>
                    <a:pt x="195558" y="712647"/>
                  </a:lnTo>
                  <a:lnTo>
                    <a:pt x="222116" y="669886"/>
                  </a:lnTo>
                  <a:lnTo>
                    <a:pt x="250129" y="628063"/>
                  </a:lnTo>
                  <a:lnTo>
                    <a:pt x="279564" y="587228"/>
                  </a:lnTo>
                  <a:lnTo>
                    <a:pt x="310387" y="547431"/>
                  </a:lnTo>
                  <a:lnTo>
                    <a:pt x="342560" y="508717"/>
                  </a:lnTo>
                  <a:lnTo>
                    <a:pt x="376046" y="471133"/>
                  </a:lnTo>
                  <a:lnTo>
                    <a:pt x="410805" y="434723"/>
                  </a:lnTo>
                  <a:lnTo>
                    <a:pt x="446797" y="399531"/>
                  </a:lnTo>
                  <a:lnTo>
                    <a:pt x="483977" y="365597"/>
                  </a:lnTo>
                  <a:lnTo>
                    <a:pt x="522303" y="332963"/>
                  </a:lnTo>
                  <a:lnTo>
                    <a:pt x="561729" y="301666"/>
                  </a:lnTo>
                  <a:lnTo>
                    <a:pt x="602208" y="271744"/>
                  </a:lnTo>
                  <a:lnTo>
                    <a:pt x="643693" y="243233"/>
                  </a:lnTo>
                  <a:lnTo>
                    <a:pt x="686134" y="216165"/>
                  </a:lnTo>
                  <a:lnTo>
                    <a:pt x="729481" y="190573"/>
                  </a:lnTo>
                  <a:lnTo>
                    <a:pt x="773682" y="166488"/>
                  </a:lnTo>
                  <a:lnTo>
                    <a:pt x="818686" y="143938"/>
                  </a:lnTo>
                  <a:lnTo>
                    <a:pt x="864440" y="122949"/>
                  </a:lnTo>
                  <a:lnTo>
                    <a:pt x="910888" y="103547"/>
                  </a:lnTo>
                  <a:lnTo>
                    <a:pt x="957976" y="85753"/>
                  </a:lnTo>
                  <a:lnTo>
                    <a:pt x="1005648" y="69591"/>
                  </a:lnTo>
                  <a:lnTo>
                    <a:pt x="1053848" y="55078"/>
                  </a:lnTo>
                  <a:lnTo>
                    <a:pt x="1102519" y="42231"/>
                  </a:lnTo>
                  <a:lnTo>
                    <a:pt x="1151603" y="31067"/>
                  </a:lnTo>
                  <a:lnTo>
                    <a:pt x="1201042" y="21597"/>
                  </a:lnTo>
                  <a:lnTo>
                    <a:pt x="1250777" y="13834"/>
                  </a:lnTo>
                  <a:lnTo>
                    <a:pt x="1300751" y="7787"/>
                  </a:lnTo>
                  <a:lnTo>
                    <a:pt x="1350902" y="3462"/>
                  </a:lnTo>
                  <a:lnTo>
                    <a:pt x="1401173" y="865"/>
                  </a:lnTo>
                  <a:lnTo>
                    <a:pt x="1451503" y="0"/>
                  </a:lnTo>
                  <a:lnTo>
                    <a:pt x="1451503" y="62257"/>
                  </a:lnTo>
                  <a:lnTo>
                    <a:pt x="1451503" y="124514"/>
                  </a:lnTo>
                  <a:lnTo>
                    <a:pt x="1451503" y="186771"/>
                  </a:lnTo>
                  <a:lnTo>
                    <a:pt x="1451503" y="249028"/>
                  </a:lnTo>
                  <a:lnTo>
                    <a:pt x="1451503" y="311285"/>
                  </a:lnTo>
                  <a:lnTo>
                    <a:pt x="1451503" y="373542"/>
                  </a:lnTo>
                  <a:lnTo>
                    <a:pt x="1451503" y="435799"/>
                  </a:lnTo>
                  <a:lnTo>
                    <a:pt x="1451503" y="498056"/>
                  </a:lnTo>
                  <a:lnTo>
                    <a:pt x="1451503" y="560313"/>
                  </a:lnTo>
                  <a:lnTo>
                    <a:pt x="1451503" y="622570"/>
                  </a:lnTo>
                  <a:lnTo>
                    <a:pt x="1408144" y="623689"/>
                  </a:lnTo>
                  <a:lnTo>
                    <a:pt x="1364901" y="627043"/>
                  </a:lnTo>
                  <a:lnTo>
                    <a:pt x="1321888" y="632624"/>
                  </a:lnTo>
                  <a:lnTo>
                    <a:pt x="1279220" y="640417"/>
                  </a:lnTo>
                  <a:lnTo>
                    <a:pt x="1237011" y="650400"/>
                  </a:lnTo>
                  <a:lnTo>
                    <a:pt x="1195374" y="662548"/>
                  </a:lnTo>
                  <a:lnTo>
                    <a:pt x="1154418" y="676827"/>
                  </a:lnTo>
                  <a:lnTo>
                    <a:pt x="1114254" y="693200"/>
                  </a:lnTo>
                  <a:lnTo>
                    <a:pt x="1074988" y="711624"/>
                  </a:lnTo>
                  <a:lnTo>
                    <a:pt x="1036724" y="732048"/>
                  </a:lnTo>
                  <a:lnTo>
                    <a:pt x="999565" y="754420"/>
                  </a:lnTo>
                  <a:lnTo>
                    <a:pt x="963610" y="778678"/>
                  </a:lnTo>
                  <a:lnTo>
                    <a:pt x="928955" y="804760"/>
                  </a:lnTo>
                  <a:lnTo>
                    <a:pt x="895690" y="832594"/>
                  </a:lnTo>
                  <a:lnTo>
                    <a:pt x="863906" y="862107"/>
                  </a:lnTo>
                  <a:lnTo>
                    <a:pt x="833687" y="893221"/>
                  </a:lnTo>
                  <a:lnTo>
                    <a:pt x="805114" y="925852"/>
                  </a:lnTo>
                  <a:lnTo>
                    <a:pt x="778261" y="959914"/>
                  </a:lnTo>
                  <a:lnTo>
                    <a:pt x="753202" y="995316"/>
                  </a:lnTo>
                  <a:lnTo>
                    <a:pt x="730003" y="1031963"/>
                  </a:lnTo>
                  <a:lnTo>
                    <a:pt x="708725" y="1069759"/>
                  </a:lnTo>
                  <a:lnTo>
                    <a:pt x="689425" y="1108601"/>
                  </a:lnTo>
                  <a:lnTo>
                    <a:pt x="672154" y="1148388"/>
                  </a:lnTo>
                  <a:lnTo>
                    <a:pt x="656960" y="1189013"/>
                  </a:lnTo>
                  <a:lnTo>
                    <a:pt x="643881" y="1230368"/>
                  </a:lnTo>
                  <a:lnTo>
                    <a:pt x="632953" y="1272342"/>
                  </a:lnTo>
                  <a:lnTo>
                    <a:pt x="624205" y="1314824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3252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</p:grpSp>
      <p:sp>
        <p:nvSpPr>
          <p:cNvPr id="7" name=""/>
          <p:cNvSpPr>
            <a:spLocks noGrp="1"/>
          </p:cNvSpPr>
          <p:nvPr>
            </p:nvPr>
        </p:nvSpPr>
        <p:spPr>
          <a:xfrm>
            <a:off x="1385316" y="3246120"/>
            <a:ext cx="3657600" cy="60350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385316" y="3840480"/>
            <a:ext cx="3657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309360" y="2468880"/>
            <a:ext cx="45720" cy="22860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510528" y="2423160"/>
            <a:ext cx="5193792" cy="23774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estudiantes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conocen la misión y los propósitos de la PUCP y </a:t>
            </a:r>
            <a:r>
              <a:rPr cap="none" sz="17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 (23%)</a:t>
            </a:r>
            <a:r>
              <a:rPr cap="none" sz="17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no la conocen.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704338" y="56418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14066" y="55778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319526" y="56418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429254" y="55778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p_donut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385316" y="1828800"/>
            <a:ext cx="365760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385316" y="1645920"/>
            <a:ext cx="3657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dona, 10.16 x 10.16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09360" y="2423160"/>
            <a:ext cx="539496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09360" y="224028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14.99 x 6.60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704338" y="55778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704338" y="53949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PERSONAL ADMINISTRATIVO: GESTIÓN Y DESARROLLO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475465" y="1417320"/>
            <a:ext cx="19202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578585" y="141732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 (Top Two Box)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080699" y="1417320"/>
            <a:ext cx="82296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79476" y="1755648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las capacitaciones, los programas de actualización y perfeccionamiento brindados por la Universidad para el personal administrativo de la Unidad, son idóneos para la labor que desempeño.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911929" y="1938528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822318" y="1993392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85317" y="1938528"/>
            <a:ext cx="353219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395705" y="1993392"/>
            <a:ext cx="371141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013856" y="193852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64572" y="188366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95738" y="166420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397584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27958" y="199339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46459" y="200253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79476" y="2592324"/>
            <a:ext cx="4114800" cy="4114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Considero que el personal administrativo de la Unidad tiene funciones claramente definidas.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911929" y="2615184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822318" y="2670048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603182" y="2615184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753898" y="2560320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85064" y="2340864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85317" y="2615184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9570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249586" y="2615184"/>
            <a:ext cx="1767927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159975" y="2670048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88836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919211" y="2670048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446459" y="2679192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79476" y="3108960"/>
            <a:ext cx="4114800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actualización, perfeccionamiento y capacitaciones brindados por la Universidad para su personal administrativo de la Unidad.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03182" y="3291840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3571" y="3346704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485317" y="3291840"/>
            <a:ext cx="3223449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395705" y="3346704"/>
            <a:ext cx="340267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5108" y="3291840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55824" y="3236976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586991" y="301752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8836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211" y="3346704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446459" y="3355848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79476" y="3865626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Existen evaluaciones periódicas para promociones y ascensos del personal administrativo de la Unidad realizados por la Universidad.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911929" y="3968496"/>
            <a:ext cx="577045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822318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338542" y="3968496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248930" y="4023360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85317" y="3968496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95705" y="4023360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24567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654570" y="4023360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126419" y="3968496"/>
            <a:ext cx="264033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1446459" y="4032504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79476" y="4542282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Estoy satisfecho(a) con los programas de motivación e incentivos que me brinda la Universidad como su trabajador de la Unidad.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603182" y="4645152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3571" y="4700016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029794" y="4645152"/>
            <a:ext cx="57704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940183" y="4700016"/>
            <a:ext cx="75626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485317" y="4645152"/>
            <a:ext cx="1767927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395705" y="4700016"/>
            <a:ext cx="1947149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324567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345823" y="4700016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1126419" y="4645152"/>
            <a:ext cx="216027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446459" y="4709160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79476" y="5218938"/>
            <a:ext cx="4114800" cy="5715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requisitos de la Universidad que definen las contrataciones, promociones o ascensos del personal administrativo de la Unidad son claros.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603182" y="5321808"/>
            <a:ext cx="885792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513571" y="5376672"/>
            <a:ext cx="1065015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94435" y="5321808"/>
            <a:ext cx="312405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45151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176317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485317" y="5321808"/>
            <a:ext cx="1194540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395705" y="5376672"/>
            <a:ext cx="1373762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76199" y="5321808"/>
            <a:ext cx="31240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826915" y="5266944"/>
            <a:ext cx="10973" cy="5486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558081" y="5047488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059927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610464" y="5376672"/>
            <a:ext cx="64008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26419" y="5321808"/>
            <a:ext cx="320040" cy="3657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446459" y="5385816"/>
            <a:ext cx="4572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6481659" y="1691640"/>
            <a:ext cx="10973" cy="41970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129638" y="61356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239366" y="607161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446626" y="61356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556354" y="607161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976214" y="61356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6085942" y="607161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264502" y="61356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230" y="607161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327490" y="61356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437218" y="60716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Uso excepcional: con Top Two Box se prefieren barras apiladas alineadas. Base: 15 administrativos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63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p_barras_divergentes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4722876" y="1783080"/>
            <a:ext cx="617494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22876" y="1600200"/>
            <a:ext cx="6174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divergente, centro entre desacuerdo y acuerdo, 17.15 x 11.28 cm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129638" y="607161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129638" y="588873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600303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939430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66511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601505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932718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263579" y="1828800"/>
            <a:ext cx="5486" cy="422452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9892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182666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277356" y="2029054"/>
            <a:ext cx="482001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005932" y="194858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225388" y="190286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24911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277356" y="2451506"/>
            <a:ext cx="4487601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673517" y="237103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892973" y="232531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67157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277356" y="2873959"/>
            <a:ext cx="4321393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507309" y="2793492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726765" y="274777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09402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7356" y="3296412"/>
            <a:ext cx="3490356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676272" y="3215945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95728" y="3170225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351647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7356" y="3718865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679028" y="3638398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898484" y="359267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393893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77356" y="4141318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679028" y="4060850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898484" y="401513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36138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277356" y="4563770"/>
            <a:ext cx="2493112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679028" y="4483303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98484" y="4437583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78383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7356" y="4986223"/>
            <a:ext cx="216069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46613" y="4905756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566069" y="48600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520628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277356" y="5408676"/>
            <a:ext cx="1495867" cy="2194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81783" y="5328209"/>
            <a:ext cx="182880" cy="1828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239" y="5282489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71256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277356" y="5831129"/>
            <a:ext cx="66483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850746" y="5750662"/>
            <a:ext cx="182880" cy="182880"/>
          </a:xfrm>
          <a:prstGeom prst="ellipse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070202" y="570494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277356" y="1280160"/>
            <a:ext cx="498622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p_lollipop (selección múltiple)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277356" y="1828800"/>
            <a:ext cx="49862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277356" y="1645920"/>
            <a:ext cx="49862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lollipop, eje desde 0, 13.85 x 11.73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277356" y="128016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de encuestados que marcó cada opción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68950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158484" y="1771906"/>
            <a:ext cx="457444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769509" y="176570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11195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58484" y="2194359"/>
            <a:ext cx="425897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454030" y="218815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34412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58484" y="2616812"/>
            <a:ext cx="4101230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296290" y="26106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956865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58484" y="3039264"/>
            <a:ext cx="3312532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507592" y="3033065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379318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158484" y="3461717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61154" y="345551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801770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58484" y="3884170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561154" y="387797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224223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58484" y="4306623"/>
            <a:ext cx="2366094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561154" y="4300423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646676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158484" y="4729076"/>
            <a:ext cx="2050615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245675" y="47228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069129"/>
            <a:ext cx="5760720" cy="4267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158484" y="5151528"/>
            <a:ext cx="1419657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614717" y="5145329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575402"/>
            <a:ext cx="5760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58484" y="5573981"/>
            <a:ext cx="630959" cy="26192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826019" y="556778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egresados. La opción más marcada va en azul oscuro. «Otros» y «No sabe» van al final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(orden_barras = «mayor_menor», residuales al final)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58484" y="1691640"/>
            <a:ext cx="512338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58484" y="1508760"/>
            <a:ext cx="51233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0.73 cm, 14.23 x 11.73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745236" y="5532120"/>
            <a:ext cx="10701223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45236" y="18288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promedio, en años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222349" y="3246120"/>
            <a:ext cx="981712" cy="228600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48029" y="2862072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20.5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56589" y="2624328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 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56589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975406" y="3014579"/>
            <a:ext cx="981712" cy="251754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701086" y="2630531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609646" y="2392787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 estudiantes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609646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28463" y="3116132"/>
            <a:ext cx="981712" cy="24159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54143" y="273208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21.6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362703" y="249434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estudiantes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362703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81520" y="3034982"/>
            <a:ext cx="981712" cy="24971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207200" y="2650934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22.3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115760" y="2413190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 estudiantes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15760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34577" y="2887133"/>
            <a:ext cx="981712" cy="264498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60257" y="2503085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868817" y="2265341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 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868817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87635" y="2896126"/>
            <a:ext cx="981712" cy="263599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713315" y="2512078"/>
            <a:ext cx="1530352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23.6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621875" y="2274334"/>
            <a:ext cx="1713232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 estudiantes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21875" y="5623560"/>
            <a:ext cx="1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p_numerico (media por grupo)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6676" y="2514600"/>
            <a:ext cx="1051834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36676" y="2331720"/>
            <a:ext cx="105183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de la media, 29.22 x 8.38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DISTRIBUCIÓN DE LA EDAD POR CICLO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02539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7510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1813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4381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1087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3655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403620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2930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196361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92204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989102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7147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781844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507524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7574585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3002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367326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9300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160067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85747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952809" y="1828800"/>
            <a:ext cx="5486" cy="381304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7848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02539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200939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 ciclo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025396" y="213923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019910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001763" y="205917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025396" y="197178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408051" y="197178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362472" y="210540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760659" y="200939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2644902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 ciclo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421767" y="2774747"/>
            <a:ext cx="277459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416280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90875" y="2694680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18137" y="2607297"/>
            <a:ext cx="990927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00792" y="2607297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760659" y="2644902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280410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 ciclo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421767" y="3410255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16280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98133" y="3330188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421767" y="3242805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06236" y="3242805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94795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51584" y="3376422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60659" y="3280410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20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915918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 ciclo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421767" y="4045763"/>
            <a:ext cx="2378224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416280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94504" y="3965696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18137" y="3878313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002607" y="3878313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155213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344325" y="4011930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760659" y="3915918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21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4551426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 ciclo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21767" y="4681271"/>
            <a:ext cx="3616882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16280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33162" y="4601204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18137" y="4513821"/>
            <a:ext cx="1288205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00792" y="4513821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8722549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0308031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344325" y="4647438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760659" y="4551426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5186934"/>
            <a:ext cx="16002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 ciclo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14508" y="5316779"/>
            <a:ext cx="1981853" cy="14630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09021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190875" y="5236712"/>
            <a:ext cx="10973" cy="174765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14508" y="5149329"/>
            <a:ext cx="792741" cy="349529"/>
          </a:xfrm>
          <a:prstGeom prst="rect">
            <a:avLst/>
          </a:prstGeom>
          <a:solidFill>
            <a:srgbClr val="B9C5DC">
              <a:alpha val="100000"/>
            </a:srgbClr>
          </a:solidFill>
          <a:ln w="952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597163" y="5149329"/>
            <a:ext cx="27432" cy="349529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51584" y="5282946"/>
            <a:ext cx="82296" cy="82296"/>
          </a:xfrm>
          <a:prstGeom prst="ellipse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760659" y="5186934"/>
            <a:ext cx="1143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23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604360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14088" y="5916168"/>
            <a:ext cx="215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50 % central de las edades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959448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069176" y="5916168"/>
            <a:ext cx="883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172 estudiantes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p_boxplot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025396" y="1828800"/>
            <a:ext cx="8323783" cy="38130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025396" y="1645920"/>
            <a:ext cx="83237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cuartiles, mediana y bigotes a 1,5 RIC, 23.12 x 10.59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604360" y="5916168"/>
            <a:ext cx="31658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604360" y="5733288"/>
            <a:ext cx="31658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8.79 x 0.76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 POR PÚBLICO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29971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2539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6288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68856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62605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35173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28922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01490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952390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678070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561555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34123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278728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004408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941896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667576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605065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330745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68233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93913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31402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57082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594571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320251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257739" y="1828800"/>
            <a:ext cx="5486" cy="37216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83419" y="1554480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9971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Edad, en años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2047113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2312289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891321" y="2266569"/>
            <a:ext cx="5835884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388401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782068" y="2156841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09819" y="2175129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40619" y="2156841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46.9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2977515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2691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30251" y="3196971"/>
            <a:ext cx="2785308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327331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670423" y="3087243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70970" y="3105531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40619" y="3087243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22.5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907917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173093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28152" y="4127373"/>
            <a:ext cx="3448477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725232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731493" y="4017645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757546" y="4035933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440619" y="4017645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26.9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4838319"/>
            <a:ext cx="18745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103495"/>
            <a:ext cx="187452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758687" y="5057775"/>
            <a:ext cx="4509546" cy="54864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25576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323097" y="4948047"/>
            <a:ext cx="45720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5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248278" y="4966335"/>
            <a:ext cx="237744" cy="23774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40619" y="4948047"/>
            <a:ext cx="14630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45.7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422750" y="598017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32478" y="5916168"/>
            <a:ext cx="706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330038" y="5980176"/>
            <a:ext cx="137160" cy="137160"/>
          </a:xfrm>
          <a:prstGeom prst="rect">
            <a:avLst/>
          </a:prstGeom>
          <a:solidFill>
            <a:srgbClr val="B9C5DC">
              <a:alpha val="100000"/>
            </a:srgbClr>
          </a:solidFill>
          <a:ln w="3175" cap="rnd" cmpd="sng">
            <a:solidFill>
              <a:srgbClr val="B9C5D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439766" y="5916168"/>
            <a:ext cx="2877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Rango de edades (mínimo a máximo)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p_media_rango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299716" y="1828800"/>
            <a:ext cx="7958023" cy="37216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299716" y="1645920"/>
            <a:ext cx="79580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 (punto) y rango (barra), 22.11 x 10.34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422750" y="5916168"/>
            <a:ext cx="3711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422750" y="5733288"/>
            <a:ext cx="3711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10.31 x 0.76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CONOCER LA MISIÓN FRENTE A SABER DÓNDE CONSULTARLA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48259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16255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18392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86388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885261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565221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586594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6554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287927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67887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98925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66921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% que responde Sí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237286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638044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 respuestas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628193" y="2608783"/>
            <a:ext cx="10208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518465" y="2510028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39265" y="2510028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813585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823521" y="247345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3223260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488436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 respuestas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076194" y="3459175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76866" y="3360420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966466" y="3360420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271522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51186" y="332384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4073652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338828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 respuestas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246327" y="4309567"/>
            <a:ext cx="510400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46999" y="4210812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136599" y="4210812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441655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921319" y="417423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492404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5189220"/>
            <a:ext cx="201168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 respuestas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798326" y="5159959"/>
            <a:ext cx="119093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879531" y="5061204"/>
            <a:ext cx="219456" cy="219456"/>
          </a:xfrm>
          <a:prstGeom prst="ellipse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688598" y="5061204"/>
            <a:ext cx="219456" cy="219456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93654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153851" y="502462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F7FA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371950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1678" y="5870448"/>
            <a:ext cx="259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 y los propósitos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171538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281266" y="5870448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Sabe dónde consultarlos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52 docentes, 172 estudiantes, 178 egresados y 15 administrativos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p_puntos_comparativos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82596" y="2194560"/>
            <a:ext cx="85066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482596" y="2011680"/>
            <a:ext cx="85066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50 a 100 rotulado, 23.63 x 9.45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371950" y="5870448"/>
            <a:ext cx="47279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371950" y="5687568"/>
            <a:ext cx="47279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13.13 x 0.76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COMPETENCIAS: DOCENTES FRENTE A ESTUDIANTES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007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3806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701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0501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0396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7195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7090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890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(De acuerdo + Totalmente de acuerdo)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14939" y="1920240"/>
            <a:ext cx="11887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704061" y="2459736"/>
            <a:ext cx="166946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585189" y="235915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254655" y="235915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853811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9389" y="233172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714939" y="234086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73527" y="3026664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254655" y="292608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922441" y="2926080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0590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568855" y="2898648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714939" y="2907792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 pts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039633" y="3593592"/>
            <a:ext cx="333893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920761" y="3493008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254655" y="3493008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538119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4961" y="3465576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14939" y="3474720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 pts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37954" y="4160520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586868" y="4059936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19082" y="405993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3328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70332" y="4032504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714939" y="4041648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705740" y="4727448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254655" y="4626864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586868" y="462686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901068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538119" y="4599432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714939" y="4608576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37954" y="5294376"/>
            <a:ext cx="667786" cy="3657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586868" y="5193792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919082" y="5193792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23328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70332" y="5166360"/>
            <a:ext cx="6400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14939" y="5175504"/>
            <a:ext cx="11887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 pts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33290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043018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6386678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496406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 y 109 estudiantes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70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p_dumbbell (dos bases)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031236" y="2194560"/>
            <a:ext cx="66778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3031236" y="2011680"/>
            <a:ext cx="6677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pesas, eje 80 a 100 rotulado, 18.55 x 9.45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933290" y="5870448"/>
            <a:ext cx="28737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933290" y="5687568"/>
            <a:ext cx="28737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7.98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ACADÉMICA, 2021 Y 2026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214116" y="5687568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528316" y="5568696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14116" y="4477512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528316" y="4358640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214116" y="3267456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28316" y="3148584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14116" y="2057400"/>
            <a:ext cx="5397703" cy="5486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528316" y="1938528"/>
            <a:ext cx="54864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14116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756916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11819" y="2011680"/>
            <a:ext cx="10973" cy="3721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8154619" y="5797296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528316" y="1645920"/>
            <a:ext cx="18288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 rot="572649">
            <a:off x="3176234" y="2613889"/>
            <a:ext cx="5473466" cy="36576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095244" y="2059534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492947" y="2967076"/>
            <a:ext cx="237744" cy="237744"/>
          </a:xfrm>
          <a:prstGeom prst="ellipse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96796" y="2032102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94699" y="2939644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B4F8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83%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4699" y="3213964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 pts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 rot="1149675">
            <a:off x="3055826" y="3944950"/>
            <a:ext cx="5714283" cy="36576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095244" y="2906573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92947" y="4782160"/>
            <a:ext cx="237744" cy="237744"/>
          </a:xfrm>
          <a:prstGeom prst="ellipse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796796" y="2879141"/>
            <a:ext cx="685800" cy="292608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94699" y="4754728"/>
            <a:ext cx="237744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2A9D8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53%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794699" y="5029048"/>
            <a:ext cx="23774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-31 pts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2026: 52 docentes y 172 estudiantes. 2021: informe consolidado anterior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(uso excepcional)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14116" y="2057400"/>
            <a:ext cx="539770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14116" y="1874520"/>
            <a:ext cx="53977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pendiente entre dos mediciones, 14.99 x 10.08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ACADÉMICA EN CUATRO PROCESOS DE ACREDITACIÓN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1249863" cy="4297680"/>
            <a:chOff x="653796" y="1600200"/>
            <a:chExt cx="11249863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95557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298418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641261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984103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2326946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23385" y="1669789"/>
              <a:ext cx="11110685" cy="0"/>
            </a:xfrm>
            <a:custGeom>
              <a:avLst/>
              <a:pathLst>
                <a:path w="11110685" h="0">
                  <a:moveTo>
                    <a:pt x="0" y="0"/>
                  </a:moveTo>
                  <a:lnTo>
                    <a:pt x="11110685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tx10"/>
            <p:cNvSpPr/>
            <p:nvPr/>
          </p:nvSpPr>
          <p:spPr>
            <a:xfrm>
              <a:off x="888935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88935" y="490522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88935" y="424806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88935" y="359090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88935" y="293375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80%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888935" y="227659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818304" y="1619435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  <p:sp>
          <p:nvSpPr>
            <p:cNvPr id="18" name="pl17"/>
            <p:cNvSpPr/>
            <p:nvPr/>
          </p:nvSpPr>
          <p:spPr>
            <a:xfrm>
              <a:off x="2081357" y="1801220"/>
              <a:ext cx="7407123" cy="985736"/>
            </a:xfrm>
            <a:custGeom>
              <a:avLst/>
              <a:pathLst>
                <a:path w="7407123" h="985736">
                  <a:moveTo>
                    <a:pt x="0" y="657157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985736"/>
                  </a:lnTo>
                </a:path>
              </a:pathLst>
            </a:custGeom>
            <a:ln w="4065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2081357" y="2721240"/>
              <a:ext cx="7407123" cy="2037188"/>
            </a:xfrm>
            <a:custGeom>
              <a:avLst/>
              <a:pathLst>
                <a:path w="7407123" h="2037188">
                  <a:moveTo>
                    <a:pt x="0" y="854304"/>
                  </a:moveTo>
                  <a:lnTo>
                    <a:pt x="2469041" y="328578"/>
                  </a:lnTo>
                  <a:lnTo>
                    <a:pt x="4938082" y="0"/>
                  </a:lnTo>
                  <a:lnTo>
                    <a:pt x="7407123" y="2037188"/>
                  </a:lnTo>
                </a:path>
              </a:pathLst>
            </a:custGeom>
            <a:ln w="4065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2019075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4488116" y="206751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6957157" y="173893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9426198" y="272467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019075" y="351326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488116" y="2987537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6957157" y="265895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9426198" y="469614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1928846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88%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397887" y="188900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93%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6866928" y="1560424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98%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9335969" y="254616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83%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928846" y="3678385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71%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4397887" y="315265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79%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866928" y="28240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84%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35969" y="486126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53%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9883527" y="2725930"/>
              <a:ext cx="74319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B4F8C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9883527" y="4697403"/>
              <a:ext cx="935781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2A9D8F">
                      <a:alpha val="100000"/>
                    </a:srgbClr>
                  </a:solidFill>
                  <a:latin typeface="Arial"/>
                  <a:cs typeface="Arial"/>
                </a:rPr>
                <a:t>Estudiantes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1897716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2012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4366757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2016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6835798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9304839" y="5672864"/>
              <a:ext cx="367283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2026</a:t>
              </a:r>
            </a:p>
          </p:txBody>
        </p:sp>
      </p:grp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280160"/>
            <a:ext cx="27432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docentes y estudiantes de cada proceso (46 a 52 docentes y 702 a 1,234 estudiantes)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mediciones)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53796" y="1600200"/>
            <a:ext cx="11249863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53796" y="1417320"/>
            <a:ext cx="11249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mediciones, 31.25 x 11.94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91640"/>
            <a:ext cx="6035040" cy="4114800"/>
            <a:chOff x="288036" y="1691640"/>
            <a:chExt cx="6035040" cy="4114800"/>
          </a:xfrm>
        </p:grpSpPr>
        <p:sp>
          <p:nvSpPr>
            <p:cNvPr id="4" name="rc3"/>
            <p:cNvSpPr/>
            <p:nvPr/>
          </p:nvSpPr>
          <p:spPr>
            <a:xfrm>
              <a:off x="288036" y="1994667"/>
              <a:ext cx="6035040" cy="3508744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3029314" y="3430063"/>
              <a:ext cx="552483" cy="637953"/>
            </a:xfrm>
            <a:custGeom>
              <a:avLst/>
              <a:pathLst>
                <a:path w="552483" h="637953">
                  <a:moveTo>
                    <a:pt x="276241" y="0"/>
                  </a:moveTo>
                  <a:lnTo>
                    <a:pt x="552483" y="159488"/>
                  </a:lnTo>
                  <a:lnTo>
                    <a:pt x="552483" y="478465"/>
                  </a:lnTo>
                  <a:lnTo>
                    <a:pt x="276241" y="637953"/>
                  </a:lnTo>
                  <a:lnTo>
                    <a:pt x="0" y="478465"/>
                  </a:lnTo>
                  <a:lnTo>
                    <a:pt x="0" y="159488"/>
                  </a:lnTo>
                  <a:lnTo>
                    <a:pt x="276241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2753072" y="3111086"/>
              <a:ext cx="1104967" cy="1275906"/>
            </a:xfrm>
            <a:custGeom>
              <a:avLst/>
              <a:pathLst>
                <a:path w="1104967" h="1275906">
                  <a:moveTo>
                    <a:pt x="552483" y="0"/>
                  </a:moveTo>
                  <a:lnTo>
                    <a:pt x="1104967" y="318976"/>
                  </a:lnTo>
                  <a:lnTo>
                    <a:pt x="1104967" y="956930"/>
                  </a:lnTo>
                  <a:lnTo>
                    <a:pt x="552483" y="1275906"/>
                  </a:lnTo>
                  <a:lnTo>
                    <a:pt x="0" y="956930"/>
                  </a:lnTo>
                  <a:lnTo>
                    <a:pt x="0" y="318976"/>
                  </a:lnTo>
                  <a:lnTo>
                    <a:pt x="55248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2476830" y="2792109"/>
              <a:ext cx="1657451" cy="1913860"/>
            </a:xfrm>
            <a:custGeom>
              <a:avLst/>
              <a:pathLst>
                <a:path w="1657451" h="1913860">
                  <a:moveTo>
                    <a:pt x="828725" y="0"/>
                  </a:moveTo>
                  <a:lnTo>
                    <a:pt x="1657451" y="478465"/>
                  </a:lnTo>
                  <a:lnTo>
                    <a:pt x="1657451" y="1435395"/>
                  </a:lnTo>
                  <a:lnTo>
                    <a:pt x="828725" y="1913860"/>
                  </a:lnTo>
                  <a:lnTo>
                    <a:pt x="0" y="1435395"/>
                  </a:lnTo>
                  <a:lnTo>
                    <a:pt x="0" y="478465"/>
                  </a:lnTo>
                  <a:lnTo>
                    <a:pt x="82872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2200588" y="2473133"/>
              <a:ext cx="2209935" cy="2551813"/>
            </a:xfrm>
            <a:custGeom>
              <a:avLst/>
              <a:pathLst>
                <a:path w="2209935" h="2551813">
                  <a:moveTo>
                    <a:pt x="1104967" y="0"/>
                  </a:moveTo>
                  <a:lnTo>
                    <a:pt x="2209935" y="637953"/>
                  </a:lnTo>
                  <a:lnTo>
                    <a:pt x="2209935" y="1913860"/>
                  </a:lnTo>
                  <a:lnTo>
                    <a:pt x="1104967" y="2551813"/>
                  </a:lnTo>
                  <a:lnTo>
                    <a:pt x="0" y="1913860"/>
                  </a:lnTo>
                  <a:lnTo>
                    <a:pt x="0" y="637953"/>
                  </a:lnTo>
                  <a:lnTo>
                    <a:pt x="110496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532078" y="2600723"/>
              <a:ext cx="1657451" cy="2169041"/>
            </a:xfrm>
            <a:custGeom>
              <a:avLst/>
              <a:pathLst>
                <a:path w="1657451" h="2169041">
                  <a:moveTo>
                    <a:pt x="773477" y="0"/>
                  </a:moveTo>
                  <a:lnTo>
                    <a:pt x="1657451" y="637953"/>
                  </a:lnTo>
                  <a:lnTo>
                    <a:pt x="1436458" y="1531088"/>
                  </a:lnTo>
                  <a:lnTo>
                    <a:pt x="773477" y="2169041"/>
                  </a:lnTo>
                  <a:lnTo>
                    <a:pt x="0" y="1594883"/>
                  </a:lnTo>
                  <a:lnTo>
                    <a:pt x="110496" y="765544"/>
                  </a:lnTo>
                  <a:close/>
                </a:path>
              </a:pathLst>
            </a:custGeom>
            <a:ln w="29811" cap="flat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421581" y="2728314"/>
              <a:ext cx="1657451" cy="1977655"/>
            </a:xfrm>
            <a:custGeom>
              <a:avLst/>
              <a:pathLst>
                <a:path w="1657451" h="1977655">
                  <a:moveTo>
                    <a:pt x="883974" y="0"/>
                  </a:moveTo>
                  <a:lnTo>
                    <a:pt x="1491706" y="669851"/>
                  </a:lnTo>
                  <a:lnTo>
                    <a:pt x="1657451" y="1467293"/>
                  </a:lnTo>
                  <a:lnTo>
                    <a:pt x="883974" y="1977655"/>
                  </a:lnTo>
                  <a:lnTo>
                    <a:pt x="0" y="1531088"/>
                  </a:lnTo>
                  <a:lnTo>
                    <a:pt x="110496" y="574158"/>
                  </a:lnTo>
                  <a:close/>
                </a:path>
              </a:pathLst>
            </a:custGeom>
            <a:ln w="29811" cap="flat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311084" y="2600723"/>
              <a:ext cx="1988942" cy="1977655"/>
            </a:xfrm>
            <a:custGeom>
              <a:avLst/>
              <a:pathLst>
                <a:path w="1988942" h="1977655">
                  <a:moveTo>
                    <a:pt x="994471" y="0"/>
                  </a:moveTo>
                  <a:lnTo>
                    <a:pt x="1988942" y="574158"/>
                  </a:lnTo>
                  <a:lnTo>
                    <a:pt x="1767948" y="1594883"/>
                  </a:lnTo>
                  <a:lnTo>
                    <a:pt x="994471" y="1977655"/>
                  </a:lnTo>
                  <a:lnTo>
                    <a:pt x="0" y="1722474"/>
                  </a:lnTo>
                  <a:lnTo>
                    <a:pt x="165745" y="669851"/>
                  </a:lnTo>
                  <a:close/>
                </a:path>
              </a:pathLst>
            </a:custGeom>
            <a:ln w="29811" cap="flat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4152508" y="320165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3931515" y="4094790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3268534" y="4732744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495057" y="4158585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2605553" y="3329246"/>
              <a:ext cx="74043" cy="74043"/>
            </a:xfrm>
            <a:prstGeom prst="ellipse">
              <a:avLst/>
            </a:prstGeom>
            <a:solidFill>
              <a:srgbClr val="0B4F8C">
                <a:alpha val="100000"/>
              </a:srgbClr>
            </a:solidFill>
            <a:ln w="9000" cap="rnd">
              <a:solidFill>
                <a:srgbClr val="0B4F8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3268534" y="2691292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3876266" y="3361144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268534" y="4668948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2384560" y="422238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495057" y="3265451"/>
              <a:ext cx="74043" cy="74043"/>
            </a:xfrm>
            <a:prstGeom prst="ellipse">
              <a:avLst/>
            </a:prstGeom>
            <a:solidFill>
              <a:srgbClr val="2A9D8F">
                <a:alpha val="100000"/>
              </a:srgbClr>
            </a:solidFill>
            <a:ln w="9000" cap="rnd">
              <a:solidFill>
                <a:srgbClr val="2A9D8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3268534" y="2563702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4263005" y="3137860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42011" y="4158585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3268534" y="4541358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4063" y="4286176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439808" y="3233553"/>
              <a:ext cx="74043" cy="74043"/>
            </a:xfrm>
            <a:prstGeom prst="ellipse">
              <a:avLst/>
            </a:prstGeom>
            <a:solidFill>
              <a:srgbClr val="E9C46A">
                <a:alpha val="100000"/>
              </a:srgbClr>
            </a:solidFill>
            <a:ln w="9000" cap="rnd">
              <a:solidFill>
                <a:srgbClr val="E9C4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29"/>
            <p:cNvSpPr/>
            <p:nvPr/>
          </p:nvSpPr>
          <p:spPr>
            <a:xfrm>
              <a:off x="2581432" y="2261832"/>
              <a:ext cx="144824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631517" y="2976340"/>
              <a:ext cx="668833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4631517" y="4375069"/>
              <a:ext cx="1685255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2979510" y="5121724"/>
              <a:ext cx="6520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149877" y="4405356"/>
              <a:ext cx="82971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624291" y="2948062"/>
              <a:ext cx="1355303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36" name="pg35"/>
            <p:cNvSpPr/>
            <p:nvPr/>
          </p:nvSpPr>
          <p:spPr>
            <a:xfrm>
              <a:off x="3469829" y="343652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6"/>
            <p:cNvSpPr/>
            <p:nvPr/>
          </p:nvSpPr>
          <p:spPr>
            <a:xfrm>
              <a:off x="3478973" y="345835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38" name="pg37"/>
            <p:cNvSpPr/>
            <p:nvPr/>
          </p:nvSpPr>
          <p:spPr>
            <a:xfrm>
              <a:off x="3608583" y="3196197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tx38"/>
            <p:cNvSpPr/>
            <p:nvPr/>
          </p:nvSpPr>
          <p:spPr>
            <a:xfrm>
              <a:off x="3617727" y="321802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0" name="pg39"/>
            <p:cNvSpPr/>
            <p:nvPr/>
          </p:nvSpPr>
          <p:spPr>
            <a:xfrm>
              <a:off x="3747338" y="2955866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0"/>
            <p:cNvSpPr/>
            <p:nvPr/>
          </p:nvSpPr>
          <p:spPr>
            <a:xfrm>
              <a:off x="3756482" y="297769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42" name="pg41"/>
            <p:cNvSpPr/>
            <p:nvPr/>
          </p:nvSpPr>
          <p:spPr>
            <a:xfrm>
              <a:off x="3886093" y="2715536"/>
              <a:ext cx="343105" cy="144363"/>
            </a:xfrm>
            <a:custGeom>
              <a:avLst/>
              <a:pathLst>
                <a:path w="343105" h="144363">
                  <a:moveTo>
                    <a:pt x="22859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59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tx42"/>
            <p:cNvSpPr/>
            <p:nvPr/>
          </p:nvSpPr>
          <p:spPr>
            <a:xfrm>
              <a:off x="3895237" y="273736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44" name=""/>
          <p:cNvSpPr>
            <a:spLocks noGrp="1"/>
          </p:cNvSpPr>
          <p:nvPr>
            </p:nvPr>
        </p:nvSpPr>
        <p:spPr>
          <a:xfrm>
            <a:off x="1618234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727962" y="587044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754122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63850" y="587044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042410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152138" y="5870448"/>
            <a:ext cx="1023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graphicFrame>
        <p:nvGraphicFramePr>
          <p:cNvPr id="50" name=""/>
          <p:cNvGraphicFramePr>
            <a:graphicFrameLocks noGrp="true"/>
          </p:cNvGraphicFramePr>
          <p:nvPr/>
        </p:nvGraphicFramePr>
        <p:xfrm rot="0">
          <a:off x="6629400" y="2057400"/>
          <a:ext cx="52578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1051560"/>
                <a:gridCol w="1143000"/>
                <a:gridCol w="1051560"/>
              </a:tblGrid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Competencia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Docentes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Estudiantes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1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Egresados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875">
                      <a:solidFill>
                        <a:srgbClr val="081F5C">
                          <a:alpha val="100000"/>
                        </a:srgbClr>
                      </a:solidFill>
                      <a:prstDash val="solid"/>
                    </a:lnB>
                    <a:solidFill>
                      <a:srgbClr val="081F5C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Estados financieros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Auditoría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91%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Costos y presupuestos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Finanzas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93%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Tributación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96%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98%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Visión empresarial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92%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94%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76200" marR="76200">
                        <a:lnSpc>
                          <a:spcPct val="100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95%</a:t>
                      </a:r>
                    </a:p>
                  </a:txBody>
                  <a:tcPr anchor="ctr" marB="76200" marT="762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9525">
                      <a:solidFill>
                        <a:srgbClr val="D5D9DF">
                          <a:alpha val="100000"/>
                        </a:srgbClr>
                      </a:solidFill>
                      <a:prstDash val="solid"/>
                    </a:lnB>
                    <a:solidFill>
                      <a:srgbClr val="E9ECF1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p_radar con tabla nativa (sólo en lámina de un gráfico)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618234" y="5870448"/>
            <a:ext cx="3374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618234" y="5687568"/>
            <a:ext cx="3374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9.37 x 0.76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629400" y="2057400"/>
            <a:ext cx="5257800" cy="3200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629400" y="1874520"/>
            <a:ext cx="5257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tabla, 14.61 x 8.89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691640"/>
            <a:ext cx="6035040" cy="41148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1508760"/>
            <a:ext cx="6035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16.76 x 11.43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031236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711196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929302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609262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827368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507328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725433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405393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623499" y="2194560"/>
            <a:ext cx="5486" cy="3401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303459" y="1920240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031236" y="1664208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 por actor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234086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05047" y="246705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54545" y="229057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95319" y="229057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4545" y="244602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47153" y="235000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 a 98%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2907792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345820" y="3033979"/>
            <a:ext cx="1518453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236092" y="2935224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995319" y="2935224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754545" y="2935224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047153" y="2916936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 a 98%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474720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206981" y="3600907"/>
            <a:ext cx="2657292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95319" y="350215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097253" y="350215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754545" y="3502152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47153" y="3483864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 a 98%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041648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966207" y="4167835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995319" y="4069080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615705" y="4069080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856479" y="406908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287927" y="4050792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 a 96%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608576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586594" y="4734763"/>
            <a:ext cx="1138839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76866" y="4636008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236092" y="4636008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615705" y="4636008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08313" y="4617720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95%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5175504"/>
            <a:ext cx="25603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586594" y="5301691"/>
            <a:ext cx="759226" cy="21946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476866" y="5125212"/>
            <a:ext cx="219456" cy="219456"/>
          </a:xfrm>
          <a:prstGeom prst="ellipse">
            <a:avLst/>
          </a:prstGeom>
          <a:solidFill>
            <a:srgbClr val="0B4F8C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236092" y="5125212"/>
            <a:ext cx="219456" cy="219456"/>
          </a:xfrm>
          <a:prstGeom prst="ellipse">
            <a:avLst/>
          </a:prstGeom>
          <a:solidFill>
            <a:srgbClr val="2A9D8F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36092" y="5280660"/>
            <a:ext cx="219456" cy="219456"/>
          </a:xfrm>
          <a:prstGeom prst="ellipse">
            <a:avLst/>
          </a:prstGeom>
          <a:solidFill>
            <a:srgbClr val="E9C46A">
              <a:alpha val="100000"/>
            </a:srgbClr>
          </a:solidFill>
          <a:ln w="158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528700" y="5184648"/>
            <a:ext cx="109728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 a 94%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574896" y="593445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4624" y="5870448"/>
            <a:ext cx="1252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(51)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28284" y="593445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138012" y="5870448"/>
            <a:ext cx="1493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(109)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722972" y="593445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32700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 (161)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51 docentes, 109 estudiantes y 161 egresados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p_puntos_comparativos por competencia en lugar de p_radar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031236" y="2194560"/>
            <a:ext cx="7592263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031236" y="2011680"/>
            <a:ext cx="75922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puntos, eje 80 a 100 rotulado, 21.09 x 9.45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574896" y="5870448"/>
            <a:ext cx="45049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574896" y="5687568"/>
            <a:ext cx="45049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12.51 x 0.76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DIMENSIONES E ÍNDICES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DEL PERFIL DE EGRESO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Varios grupos en pocas dimensiones, con la diferencia de cada grupo frente al total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93979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93979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935781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935781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1766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931766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2775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Quinto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92775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11*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2373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92373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7*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1972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Séptimo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1972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15705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Octavo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915705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911690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Noveno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911690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907674" y="1755648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Décimo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07674" y="1984248"/>
            <a:ext cx="995985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935781" y="1499616"/>
            <a:ext cx="199197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27750" y="1499616"/>
            <a:ext cx="5975909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Ciclo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258318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95808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939796" y="25831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954069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935781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935781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50054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1766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31766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+2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946038" y="2304288"/>
            <a:ext cx="959409" cy="832104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92775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92775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-15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942023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92373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92373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93800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91972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1972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933993" y="230428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915705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8915705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929978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911690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911690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925962" y="230428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907674" y="244602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907674" y="272034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+4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345186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95808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939796" y="345186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954069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935781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935781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950054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31766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931766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946038" y="3172968"/>
            <a:ext cx="959409" cy="83210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92775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92775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-8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94202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92373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92373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93800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91972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91972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933993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15705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15705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929978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1690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11690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925962" y="317296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907674" y="331470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907674" y="358902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4320540"/>
            <a:ext cx="2514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95808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939796" y="432054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3954069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935781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3935781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950054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931766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931766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946038" y="4041648"/>
            <a:ext cx="959409" cy="83210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92775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592775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-7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694202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92373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92373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793800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91972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91972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+3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933993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15705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15705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-1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929978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11690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911690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=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0925962" y="4041648"/>
            <a:ext cx="959409" cy="83210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0907674" y="4183380"/>
            <a:ext cx="9959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907674" y="4457700"/>
            <a:ext cx="995985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+1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926637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918606" y="2194560"/>
            <a:ext cx="18288" cy="26974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096358" y="5266944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6363818" y="5303520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7022186" y="5303520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7680554" y="5303520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8338922" y="5303520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8997290" y="5303520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604377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6702146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7360514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8018882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8677250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9335618" y="5504688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competencias. * Menos de 15 casos. Debajo de cada cifra, la diferencia con el total en puntos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</a:t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31" name=""/>
          <p:cNvSpPr>
            <a:spLocks noGrp="1"/>
          </p:cNvSpPr>
          <p:nvPr>
            </p:nvPr>
        </p:nvSpPr>
        <p:spPr>
          <a:xfrm>
            <a:off x="5187798" y="5303520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2" name=""/>
          <p:cNvSpPr>
            <a:spLocks noGrp="1"/>
          </p:cNvSpPr>
          <p:nvPr>
            </p:nvPr>
        </p:nvSpPr>
        <p:spPr>
          <a:xfrm>
            <a:off x="5187798" y="5120640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33" name=""/>
          <p:cNvSpPr>
            <a:spLocks noGrp="1"/>
          </p:cNvSpPr>
          <p:nvPr>
            </p:nvPr>
        </p:nvSpPr>
        <p:spPr>
          <a:xfrm>
            <a:off x="2939796" y="2286000"/>
            <a:ext cx="8963863" cy="2606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4" name=""/>
          <p:cNvSpPr>
            <a:spLocks noGrp="1"/>
          </p:cNvSpPr>
          <p:nvPr>
            </p:nvPr>
        </p:nvSpPr>
        <p:spPr>
          <a:xfrm>
            <a:off x="2939796" y="2103120"/>
            <a:ext cx="89638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calor, escala ajustada al rango, 24.90 x 7.24 cm</a:t>
            </a:r>
          </a:p>
        </p:txBody>
      </p:sp>
      <p:sp>
        <p:nvSpPr>
          <p:cNvPr id="13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COMPETENCIA DENTRO DE SU DIMENSIÓN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ítems de cada dimensión por separado, para ver cuál sube o baja su índice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225796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 (109)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21270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9616745" y="1874520"/>
            <a:ext cx="2195474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231136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25196" y="2840875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574036" y="222323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Estados financieros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244084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225796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439558" y="221284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421270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35033" y="2212848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616745" y="221409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574036" y="253662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Auditoría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5244084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225796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439558" y="2526238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21270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635033" y="252623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616745" y="252748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574036" y="2850019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Costos y presupuestos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244084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225796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439558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421270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635033" y="2839628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616745" y="2840875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574036" y="316340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Finanzas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244084" y="315301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25796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439558" y="3153017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421270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635033" y="315301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16745" y="315426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74036" y="347679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Tributación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4084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25796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39558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421270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635033" y="346640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616745" y="346765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76150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798085"/>
            <a:ext cx="45720" cy="24023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5196" y="37810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574036" y="379018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244084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225796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439558" y="377979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421270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635033" y="377979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616745" y="378104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4074899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4111475"/>
            <a:ext cx="45720" cy="149379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196" y="4721213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574036" y="410357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244084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225796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39558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7421270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635033" y="409318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616745" y="409443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574036" y="4416968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244084" y="4406577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225796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7439558" y="4406577"/>
            <a:ext cx="2158898" cy="276814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21270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635033" y="440657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6745" y="4407824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74036" y="473035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en equipo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5244084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225796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439558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421270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635033" y="4719967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616745" y="472121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574036" y="504374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Razonamiento matemático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244084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225796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439558" y="5033356"/>
            <a:ext cx="2158898" cy="276814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421270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635033" y="5033356"/>
            <a:ext cx="2158898" cy="276814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616745" y="503460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574036" y="5357137"/>
            <a:ext cx="251460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 y ciudadanía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244084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225796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7439558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421270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635033" y="5346746"/>
            <a:ext cx="2158898" cy="276814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616745" y="5347993"/>
            <a:ext cx="21954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5641848"/>
            <a:ext cx="1152418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6193638" y="5788152"/>
            <a:ext cx="13589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7461098" y="5824728"/>
            <a:ext cx="630936" cy="182880"/>
          </a:xfrm>
          <a:prstGeom prst="rect">
            <a:avLst/>
          </a:prstGeom>
          <a:solidFill>
            <a:srgbClr val="EEF2F8">
              <a:alpha val="100000"/>
            </a:srgbClr>
          </a:solidFill>
          <a:ln w="3175" cap="rnd" cmpd="sng">
            <a:solidFill>
              <a:srgbClr val="EEF2F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8119466" y="5824728"/>
            <a:ext cx="630936" cy="182880"/>
          </a:xfrm>
          <a:prstGeom prst="rect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777834" y="5824728"/>
            <a:ext cx="630936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436202" y="5824728"/>
            <a:ext cx="630936" cy="182880"/>
          </a:xfrm>
          <a:prstGeom prst="rect">
            <a:avLst/>
          </a:prstGeom>
          <a:solidFill>
            <a:srgbClr val="4F6A9A">
              <a:alpha val="100000"/>
            </a:srgbClr>
          </a:solidFill>
          <a:ln w="3175" cap="rnd" cmpd="sng">
            <a:solidFill>
              <a:srgbClr val="4F6A9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0094570" y="5824728"/>
            <a:ext cx="630936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714105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7799426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8457794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9116162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9774530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0432898" y="6025896"/>
            <a:ext cx="6400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p_dim_heatmap_criterios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6285078" y="5824728"/>
            <a:ext cx="4467860" cy="411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6285078" y="5641848"/>
            <a:ext cx="44678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escala, 12.41 x 1.14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5225796" y="2194560"/>
            <a:ext cx="6586423" cy="34472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5225796" y="2011680"/>
            <a:ext cx="65864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 de calor por criterio, 18.30 x 9.58 cm</a:t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552290" y="161848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662018" y="155448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56478" y="1618488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166206" y="1554480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9800539" y="155448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Diferencia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19018" y="2194560"/>
            <a:ext cx="7315" cy="3630168"/>
          </a:xfrm>
          <a:prstGeom prst="rect">
            <a:avLst/>
          </a:prstGeom>
          <a:solidFill>
            <a:srgbClr val="5A6480">
              <a:alpha val="100000"/>
            </a:srgbClr>
          </a:solidFill>
          <a:ln w="3175" cap="rnd" cmpd="sng">
            <a:solidFill>
              <a:srgbClr val="5A648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4164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909310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04456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99602" y="2194560"/>
            <a:ext cx="7315" cy="36301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2644140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técnicas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2479548"/>
            <a:ext cx="5268071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794699" y="247954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22676" y="2845308"/>
            <a:ext cx="5424327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794699" y="2845308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00539" y="2506980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pts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00539" y="2872740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404616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3854196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empresarial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3689604"/>
            <a:ext cx="546897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94699" y="368960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122676" y="4055364"/>
            <a:ext cx="5357360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94699" y="4055364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00539" y="3717036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00539" y="4082796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Masculino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4614672"/>
            <a:ext cx="2743200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064252"/>
            <a:ext cx="269748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transversales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899660"/>
            <a:ext cx="537968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94699" y="489966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22676" y="5265420"/>
            <a:ext cx="5446649" cy="27432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794699" y="5265420"/>
            <a:ext cx="82296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00539" y="4927092"/>
            <a:ext cx="2103120" cy="3657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pts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00539" y="5292852"/>
            <a:ext cx="2103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 favor de Femenino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663379" y="1508760"/>
            <a:ext cx="7315" cy="43616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02636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197782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92928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88073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383219" y="5870448"/>
            <a:ext cx="64008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p_dim_comparativo_radarbar (componente de barras)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52290" y="1554480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52290" y="1371600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22676" y="2194560"/>
            <a:ext cx="558058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3122676" y="2011680"/>
            <a:ext cx="55805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desde 0 con guías cada 25 %, 15.50 x 10.08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ONCE COMPETENCIAS POR SEXO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708660"/>
            <a:ext cx="969264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eje empieza en 80 %: con valores altos y parecidos, así se ven las diferencias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653796" y="1554480"/>
            <a:ext cx="6949440" cy="4480560"/>
            <a:chOff x="653796" y="1554480"/>
            <a:chExt cx="6949440" cy="4480560"/>
          </a:xfrm>
        </p:grpSpPr>
        <p:sp>
          <p:nvSpPr>
            <p:cNvPr id="5" name="rc3"/>
            <p:cNvSpPr/>
            <p:nvPr/>
          </p:nvSpPr>
          <p:spPr>
            <a:xfrm>
              <a:off x="723290" y="1554480"/>
              <a:ext cx="6810451" cy="4480559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l4"/>
            <p:cNvSpPr/>
            <p:nvPr/>
          </p:nvSpPr>
          <p:spPr>
            <a:xfrm>
              <a:off x="3725338" y="3387436"/>
              <a:ext cx="806355" cy="798147"/>
            </a:xfrm>
            <a:custGeom>
              <a:avLst/>
              <a:pathLst>
                <a:path w="806355" h="798147">
                  <a:moveTo>
                    <a:pt x="403177" y="0"/>
                  </a:moveTo>
                  <a:lnTo>
                    <a:pt x="623393" y="64661"/>
                  </a:lnTo>
                  <a:lnTo>
                    <a:pt x="773692" y="238115"/>
                  </a:lnTo>
                  <a:lnTo>
                    <a:pt x="806355" y="465291"/>
                  </a:lnTo>
                  <a:lnTo>
                    <a:pt x="711012" y="674063"/>
                  </a:lnTo>
                  <a:lnTo>
                    <a:pt x="517933" y="798147"/>
                  </a:lnTo>
                  <a:lnTo>
                    <a:pt x="288421" y="798147"/>
                  </a:lnTo>
                  <a:lnTo>
                    <a:pt x="95343" y="674063"/>
                  </a:lnTo>
                  <a:lnTo>
                    <a:pt x="0" y="465291"/>
                  </a:lnTo>
                  <a:lnTo>
                    <a:pt x="32663" y="238115"/>
                  </a:lnTo>
                  <a:lnTo>
                    <a:pt x="182961" y="64661"/>
                  </a:lnTo>
                  <a:lnTo>
                    <a:pt x="403177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5"/>
            <p:cNvSpPr/>
            <p:nvPr/>
          </p:nvSpPr>
          <p:spPr>
            <a:xfrm>
              <a:off x="3322160" y="2980112"/>
              <a:ext cx="1612710" cy="1596295"/>
            </a:xfrm>
            <a:custGeom>
              <a:avLst/>
              <a:pathLst>
                <a:path w="1612710" h="1596295">
                  <a:moveTo>
                    <a:pt x="806355" y="0"/>
                  </a:moveTo>
                  <a:lnTo>
                    <a:pt x="1246786" y="129322"/>
                  </a:lnTo>
                  <a:lnTo>
                    <a:pt x="1547384" y="476230"/>
                  </a:lnTo>
                  <a:lnTo>
                    <a:pt x="1612710" y="930583"/>
                  </a:lnTo>
                  <a:lnTo>
                    <a:pt x="1422024" y="1348127"/>
                  </a:lnTo>
                  <a:lnTo>
                    <a:pt x="1035867" y="1596295"/>
                  </a:lnTo>
                  <a:lnTo>
                    <a:pt x="576842" y="1596295"/>
                  </a:lnTo>
                  <a:lnTo>
                    <a:pt x="190686" y="1348127"/>
                  </a:lnTo>
                  <a:lnTo>
                    <a:pt x="0" y="930583"/>
                  </a:lnTo>
                  <a:lnTo>
                    <a:pt x="65326" y="476230"/>
                  </a:lnTo>
                  <a:lnTo>
                    <a:pt x="365923" y="129322"/>
                  </a:lnTo>
                  <a:lnTo>
                    <a:pt x="806355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6"/>
            <p:cNvSpPr/>
            <p:nvPr/>
          </p:nvSpPr>
          <p:spPr>
            <a:xfrm>
              <a:off x="2918982" y="2572789"/>
              <a:ext cx="2419066" cy="2394443"/>
            </a:xfrm>
            <a:custGeom>
              <a:avLst/>
              <a:pathLst>
                <a:path w="2419066" h="2394443">
                  <a:moveTo>
                    <a:pt x="1209533" y="0"/>
                  </a:moveTo>
                  <a:lnTo>
                    <a:pt x="1870180" y="193983"/>
                  </a:lnTo>
                  <a:lnTo>
                    <a:pt x="2321076" y="714345"/>
                  </a:lnTo>
                  <a:lnTo>
                    <a:pt x="2419066" y="1395875"/>
                  </a:lnTo>
                  <a:lnTo>
                    <a:pt x="2133037" y="2022191"/>
                  </a:lnTo>
                  <a:lnTo>
                    <a:pt x="1553801" y="2394443"/>
                  </a:lnTo>
                  <a:lnTo>
                    <a:pt x="865264" y="2394443"/>
                  </a:lnTo>
                  <a:lnTo>
                    <a:pt x="286029" y="2022191"/>
                  </a:lnTo>
                  <a:lnTo>
                    <a:pt x="0" y="1395875"/>
                  </a:lnTo>
                  <a:lnTo>
                    <a:pt x="97989" y="714345"/>
                  </a:lnTo>
                  <a:lnTo>
                    <a:pt x="548885" y="193983"/>
                  </a:lnTo>
                  <a:lnTo>
                    <a:pt x="1209533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7"/>
            <p:cNvSpPr/>
            <p:nvPr/>
          </p:nvSpPr>
          <p:spPr>
            <a:xfrm>
              <a:off x="2515805" y="2165465"/>
              <a:ext cx="3225421" cy="3192591"/>
            </a:xfrm>
            <a:custGeom>
              <a:avLst/>
              <a:pathLst>
                <a:path w="3225421" h="3192591">
                  <a:moveTo>
                    <a:pt x="1612710" y="0"/>
                  </a:moveTo>
                  <a:lnTo>
                    <a:pt x="2493573" y="258644"/>
                  </a:lnTo>
                  <a:lnTo>
                    <a:pt x="3094769" y="952461"/>
                  </a:lnTo>
                  <a:lnTo>
                    <a:pt x="3225421" y="1861167"/>
                  </a:lnTo>
                  <a:lnTo>
                    <a:pt x="2844049" y="2696255"/>
                  </a:lnTo>
                  <a:lnTo>
                    <a:pt x="2071735" y="3192591"/>
                  </a:lnTo>
                  <a:lnTo>
                    <a:pt x="1153685" y="3192591"/>
                  </a:lnTo>
                  <a:lnTo>
                    <a:pt x="381372" y="2696255"/>
                  </a:lnTo>
                  <a:lnTo>
                    <a:pt x="0" y="1861167"/>
                  </a:lnTo>
                  <a:lnTo>
                    <a:pt x="130652" y="952461"/>
                  </a:lnTo>
                  <a:lnTo>
                    <a:pt x="731847" y="258644"/>
                  </a:lnTo>
                  <a:lnTo>
                    <a:pt x="1612710" y="0"/>
                  </a:lnTo>
                </a:path>
              </a:pathLst>
            </a:custGeom>
            <a:ln w="10840" cap="flat">
              <a:solidFill>
                <a:srgbClr val="C9CE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515805" y="2424110"/>
              <a:ext cx="2724254" cy="2933946"/>
            </a:xfrm>
            <a:custGeom>
              <a:avLst/>
              <a:pathLst>
                <a:path w="2724254" h="2933946">
                  <a:moveTo>
                    <a:pt x="1612710" y="148678"/>
                  </a:moveTo>
                  <a:lnTo>
                    <a:pt x="2097185" y="616792"/>
                  </a:lnTo>
                  <a:lnTo>
                    <a:pt x="2724254" y="863024"/>
                  </a:lnTo>
                  <a:lnTo>
                    <a:pt x="2660972" y="1521367"/>
                  </a:lnTo>
                  <a:lnTo>
                    <a:pt x="2720915" y="2330914"/>
                  </a:lnTo>
                  <a:lnTo>
                    <a:pt x="2025833" y="2777616"/>
                  </a:lnTo>
                  <a:lnTo>
                    <a:pt x="1153685" y="2933946"/>
                  </a:lnTo>
                  <a:lnTo>
                    <a:pt x="1058608" y="1850782"/>
                  </a:lnTo>
                  <a:lnTo>
                    <a:pt x="0" y="1602522"/>
                  </a:lnTo>
                  <a:lnTo>
                    <a:pt x="649372" y="930708"/>
                  </a:lnTo>
                  <a:lnTo>
                    <a:pt x="731847" y="0"/>
                  </a:lnTo>
                  <a:close/>
                </a:path>
              </a:pathLst>
            </a:custGeom>
            <a:ln w="2981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677076" y="2328394"/>
              <a:ext cx="2902879" cy="2873332"/>
            </a:xfrm>
            <a:custGeom>
              <a:avLst/>
              <a:pathLst>
                <a:path w="2902879" h="2873332">
                  <a:moveTo>
                    <a:pt x="1451439" y="0"/>
                  </a:moveTo>
                  <a:lnTo>
                    <a:pt x="2156130" y="369845"/>
                  </a:lnTo>
                  <a:lnTo>
                    <a:pt x="2637086" y="924898"/>
                  </a:lnTo>
                  <a:lnTo>
                    <a:pt x="2902879" y="1675050"/>
                  </a:lnTo>
                  <a:lnTo>
                    <a:pt x="2559644" y="2426630"/>
                  </a:lnTo>
                  <a:lnTo>
                    <a:pt x="1818659" y="2717002"/>
                  </a:lnTo>
                  <a:lnTo>
                    <a:pt x="1038316" y="2873332"/>
                  </a:lnTo>
                  <a:lnTo>
                    <a:pt x="343234" y="2426630"/>
                  </a:lnTo>
                  <a:lnTo>
                    <a:pt x="0" y="1675050"/>
                  </a:lnTo>
                  <a:lnTo>
                    <a:pt x="265792" y="924898"/>
                  </a:lnTo>
                  <a:lnTo>
                    <a:pt x="658662" y="232780"/>
                  </a:lnTo>
                  <a:close/>
                </a:path>
              </a:pathLst>
            </a:custGeom>
            <a:ln w="29811" cap="flat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0"/>
            <p:cNvSpPr/>
            <p:nvPr/>
          </p:nvSpPr>
          <p:spPr>
            <a:xfrm>
              <a:off x="4094204" y="2538477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1"/>
            <p:cNvSpPr/>
            <p:nvPr/>
          </p:nvSpPr>
          <p:spPr>
            <a:xfrm>
              <a:off x="4578679" y="300659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2"/>
            <p:cNvSpPr/>
            <p:nvPr/>
          </p:nvSpPr>
          <p:spPr>
            <a:xfrm>
              <a:off x="5205748" y="325282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3"/>
            <p:cNvSpPr/>
            <p:nvPr/>
          </p:nvSpPr>
          <p:spPr>
            <a:xfrm>
              <a:off x="5142466" y="391116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4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5"/>
            <p:cNvSpPr/>
            <p:nvPr/>
          </p:nvSpPr>
          <p:spPr>
            <a:xfrm>
              <a:off x="4507327" y="516741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6"/>
            <p:cNvSpPr/>
            <p:nvPr/>
          </p:nvSpPr>
          <p:spPr>
            <a:xfrm>
              <a:off x="3635179" y="5323745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7"/>
            <p:cNvSpPr/>
            <p:nvPr/>
          </p:nvSpPr>
          <p:spPr>
            <a:xfrm>
              <a:off x="3540102" y="424058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8"/>
            <p:cNvSpPr/>
            <p:nvPr/>
          </p:nvSpPr>
          <p:spPr>
            <a:xfrm>
              <a:off x="2481493" y="3992321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19"/>
            <p:cNvSpPr/>
            <p:nvPr/>
          </p:nvSpPr>
          <p:spPr>
            <a:xfrm>
              <a:off x="3130866" y="3320506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0"/>
            <p:cNvSpPr/>
            <p:nvPr/>
          </p:nvSpPr>
          <p:spPr>
            <a:xfrm>
              <a:off x="3213341" y="2389798"/>
              <a:ext cx="68622" cy="68622"/>
            </a:xfrm>
            <a:prstGeom prst="ellipse">
              <a:avLst/>
            </a:prstGeom>
            <a:solidFill>
              <a:srgbClr val="081F5C">
                <a:alpha val="100000"/>
              </a:srgbClr>
            </a:solidFill>
            <a:ln w="9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1"/>
            <p:cNvSpPr/>
            <p:nvPr/>
          </p:nvSpPr>
          <p:spPr>
            <a:xfrm>
              <a:off x="4094204" y="229408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2"/>
            <p:cNvSpPr/>
            <p:nvPr/>
          </p:nvSpPr>
          <p:spPr>
            <a:xfrm>
              <a:off x="4798895" y="2663928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3"/>
            <p:cNvSpPr/>
            <p:nvPr/>
          </p:nvSpPr>
          <p:spPr>
            <a:xfrm>
              <a:off x="5279851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4"/>
            <p:cNvSpPr/>
            <p:nvPr/>
          </p:nvSpPr>
          <p:spPr>
            <a:xfrm>
              <a:off x="5545644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5"/>
            <p:cNvSpPr/>
            <p:nvPr/>
          </p:nvSpPr>
          <p:spPr>
            <a:xfrm>
              <a:off x="520240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6"/>
            <p:cNvSpPr/>
            <p:nvPr/>
          </p:nvSpPr>
          <p:spPr>
            <a:xfrm>
              <a:off x="4461424" y="501108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7"/>
            <p:cNvSpPr/>
            <p:nvPr/>
          </p:nvSpPr>
          <p:spPr>
            <a:xfrm>
              <a:off x="3681081" y="5167415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8"/>
            <p:cNvSpPr/>
            <p:nvPr/>
          </p:nvSpPr>
          <p:spPr>
            <a:xfrm>
              <a:off x="2985999" y="472071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29"/>
            <p:cNvSpPr/>
            <p:nvPr/>
          </p:nvSpPr>
          <p:spPr>
            <a:xfrm>
              <a:off x="2642765" y="3969134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0"/>
            <p:cNvSpPr/>
            <p:nvPr/>
          </p:nvSpPr>
          <p:spPr>
            <a:xfrm>
              <a:off x="2908557" y="3218981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1"/>
            <p:cNvSpPr/>
            <p:nvPr/>
          </p:nvSpPr>
          <p:spPr>
            <a:xfrm>
              <a:off x="3301427" y="2526863"/>
              <a:ext cx="68622" cy="68622"/>
            </a:xfrm>
            <a:prstGeom prst="ellipse">
              <a:avLst/>
            </a:prstGeom>
            <a:solidFill>
              <a:srgbClr val="4F7FAF">
                <a:alpha val="100000"/>
              </a:srgbClr>
            </a:solidFill>
            <a:ln w="9000" cap="rnd">
              <a:solidFill>
                <a:srgbClr val="4F7FA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tx32"/>
            <p:cNvSpPr/>
            <p:nvPr/>
          </p:nvSpPr>
          <p:spPr>
            <a:xfrm>
              <a:off x="3464736" y="1916607"/>
              <a:ext cx="132755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Estados financieros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5167934" y="2206289"/>
              <a:ext cx="613097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Auditoría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5877344" y="2955601"/>
              <a:ext cx="1544817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Costos y presupuestos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6031514" y="4002820"/>
              <a:ext cx="597749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Finanzas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5581495" y="4936413"/>
              <a:ext cx="760573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Tributación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4670165" y="5466388"/>
              <a:ext cx="1242361" cy="1292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Visión empresarial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081134" y="5464547"/>
              <a:ext cx="1505731" cy="1311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Aprendizaje autónomo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1285971" y="4936345"/>
              <a:ext cx="1389564" cy="1034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Comunicación eficaz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1022446" y="3975057"/>
              <a:ext cx="1203070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Trabajo en equipo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609767" y="2983364"/>
              <a:ext cx="1769919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Razonamiento matemático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1870133" y="2154106"/>
              <a:ext cx="1218964" cy="1555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Ética y ciudadanía</a:t>
              </a:r>
            </a:p>
          </p:txBody>
        </p:sp>
        <p:sp>
          <p:nvSpPr>
            <p:cNvPr id="45" name="pg43"/>
            <p:cNvSpPr/>
            <p:nvPr/>
          </p:nvSpPr>
          <p:spPr>
            <a:xfrm>
              <a:off x="4271209" y="3347585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tx44"/>
            <p:cNvSpPr/>
            <p:nvPr/>
          </p:nvSpPr>
          <p:spPr>
            <a:xfrm>
              <a:off x="4280353" y="33694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85%</a:t>
              </a:r>
            </a:p>
          </p:txBody>
        </p:sp>
        <p:sp>
          <p:nvSpPr>
            <p:cNvPr id="47" name="pg45"/>
            <p:cNvSpPr/>
            <p:nvPr/>
          </p:nvSpPr>
          <p:spPr>
            <a:xfrm>
              <a:off x="4381317" y="2972592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60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tx46"/>
            <p:cNvSpPr/>
            <p:nvPr/>
          </p:nvSpPr>
          <p:spPr>
            <a:xfrm>
              <a:off x="4390461" y="299442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  <p:sp>
          <p:nvSpPr>
            <p:cNvPr id="49" name="pg47"/>
            <p:cNvSpPr/>
            <p:nvPr/>
          </p:nvSpPr>
          <p:spPr>
            <a:xfrm>
              <a:off x="4491425" y="2597599"/>
              <a:ext cx="272474" cy="144363"/>
            </a:xfrm>
            <a:custGeom>
              <a:avLst/>
              <a:pathLst>
                <a:path w="272474" h="144363">
                  <a:moveTo>
                    <a:pt x="22860" y="144363"/>
                  </a:moveTo>
                  <a:lnTo>
                    <a:pt x="249614" y="144363"/>
                  </a:lnTo>
                  <a:lnTo>
                    <a:pt x="248693" y="144344"/>
                  </a:lnTo>
                  <a:lnTo>
                    <a:pt x="252369" y="144196"/>
                  </a:lnTo>
                  <a:lnTo>
                    <a:pt x="255974" y="143460"/>
                  </a:lnTo>
                  <a:lnTo>
                    <a:pt x="259413" y="142156"/>
                  </a:lnTo>
                  <a:lnTo>
                    <a:pt x="262599" y="140316"/>
                  </a:lnTo>
                  <a:lnTo>
                    <a:pt x="265449" y="137989"/>
                  </a:lnTo>
                  <a:lnTo>
                    <a:pt x="267889" y="135236"/>
                  </a:lnTo>
                  <a:lnTo>
                    <a:pt x="269855" y="132126"/>
                  </a:lnTo>
                  <a:lnTo>
                    <a:pt x="271297" y="128742"/>
                  </a:lnTo>
                  <a:lnTo>
                    <a:pt x="272178" y="125170"/>
                  </a:lnTo>
                  <a:lnTo>
                    <a:pt x="272474" y="121503"/>
                  </a:lnTo>
                  <a:lnTo>
                    <a:pt x="272474" y="22859"/>
                  </a:lnTo>
                  <a:lnTo>
                    <a:pt x="272178" y="19192"/>
                  </a:lnTo>
                  <a:lnTo>
                    <a:pt x="271297" y="15620"/>
                  </a:lnTo>
                  <a:lnTo>
                    <a:pt x="269855" y="12236"/>
                  </a:lnTo>
                  <a:lnTo>
                    <a:pt x="267889" y="9127"/>
                  </a:lnTo>
                  <a:lnTo>
                    <a:pt x="265449" y="6373"/>
                  </a:lnTo>
                  <a:lnTo>
                    <a:pt x="262599" y="4046"/>
                  </a:lnTo>
                  <a:lnTo>
                    <a:pt x="259413" y="2207"/>
                  </a:lnTo>
                  <a:lnTo>
                    <a:pt x="255974" y="902"/>
                  </a:lnTo>
                  <a:lnTo>
                    <a:pt x="252369" y="166"/>
                  </a:lnTo>
                  <a:lnTo>
                    <a:pt x="249614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30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59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30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tx48"/>
            <p:cNvSpPr/>
            <p:nvPr/>
          </p:nvSpPr>
          <p:spPr>
            <a:xfrm>
              <a:off x="4500569" y="2619427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95%</a:t>
              </a:r>
            </a:p>
          </p:txBody>
        </p:sp>
        <p:sp>
          <p:nvSpPr>
            <p:cNvPr id="51" name="pg49"/>
            <p:cNvSpPr/>
            <p:nvPr/>
          </p:nvSpPr>
          <p:spPr>
            <a:xfrm>
              <a:off x="4601533" y="2222606"/>
              <a:ext cx="343105" cy="144363"/>
            </a:xfrm>
            <a:custGeom>
              <a:avLst/>
              <a:pathLst>
                <a:path w="343105" h="144363">
                  <a:moveTo>
                    <a:pt x="22860" y="144363"/>
                  </a:moveTo>
                  <a:lnTo>
                    <a:pt x="320245" y="144363"/>
                  </a:lnTo>
                  <a:lnTo>
                    <a:pt x="319324" y="144344"/>
                  </a:lnTo>
                  <a:lnTo>
                    <a:pt x="323000" y="144196"/>
                  </a:lnTo>
                  <a:lnTo>
                    <a:pt x="326605" y="143460"/>
                  </a:lnTo>
                  <a:lnTo>
                    <a:pt x="330045" y="142156"/>
                  </a:lnTo>
                  <a:lnTo>
                    <a:pt x="333231" y="140316"/>
                  </a:lnTo>
                  <a:lnTo>
                    <a:pt x="336081" y="137989"/>
                  </a:lnTo>
                  <a:lnTo>
                    <a:pt x="338520" y="135236"/>
                  </a:lnTo>
                  <a:lnTo>
                    <a:pt x="340486" y="132126"/>
                  </a:lnTo>
                  <a:lnTo>
                    <a:pt x="341928" y="128742"/>
                  </a:lnTo>
                  <a:lnTo>
                    <a:pt x="342809" y="125170"/>
                  </a:lnTo>
                  <a:lnTo>
                    <a:pt x="343105" y="121503"/>
                  </a:lnTo>
                  <a:lnTo>
                    <a:pt x="343105" y="22860"/>
                  </a:lnTo>
                  <a:lnTo>
                    <a:pt x="342809" y="19192"/>
                  </a:lnTo>
                  <a:lnTo>
                    <a:pt x="341928" y="15620"/>
                  </a:lnTo>
                  <a:lnTo>
                    <a:pt x="340486" y="12236"/>
                  </a:lnTo>
                  <a:lnTo>
                    <a:pt x="338520" y="9127"/>
                  </a:lnTo>
                  <a:lnTo>
                    <a:pt x="336081" y="6373"/>
                  </a:lnTo>
                  <a:lnTo>
                    <a:pt x="333231" y="4046"/>
                  </a:lnTo>
                  <a:lnTo>
                    <a:pt x="330045" y="2207"/>
                  </a:lnTo>
                  <a:lnTo>
                    <a:pt x="326605" y="902"/>
                  </a:lnTo>
                  <a:lnTo>
                    <a:pt x="323000" y="166"/>
                  </a:lnTo>
                  <a:lnTo>
                    <a:pt x="320245" y="0"/>
                  </a:lnTo>
                  <a:lnTo>
                    <a:pt x="22860" y="0"/>
                  </a:lnTo>
                  <a:lnTo>
                    <a:pt x="25615" y="166"/>
                  </a:lnTo>
                  <a:lnTo>
                    <a:pt x="21939" y="18"/>
                  </a:lnTo>
                  <a:lnTo>
                    <a:pt x="18287" y="461"/>
                  </a:lnTo>
                  <a:lnTo>
                    <a:pt x="14753" y="1485"/>
                  </a:lnTo>
                  <a:lnTo>
                    <a:pt x="11429" y="3062"/>
                  </a:lnTo>
                  <a:lnTo>
                    <a:pt x="8402" y="5152"/>
                  </a:lnTo>
                  <a:lnTo>
                    <a:pt x="5749" y="7701"/>
                  </a:lnTo>
                  <a:lnTo>
                    <a:pt x="3538" y="10642"/>
                  </a:lnTo>
                  <a:lnTo>
                    <a:pt x="1829" y="13899"/>
                  </a:lnTo>
                  <a:lnTo>
                    <a:pt x="664" y="17389"/>
                  </a:lnTo>
                  <a:lnTo>
                    <a:pt x="74" y="21020"/>
                  </a:lnTo>
                  <a:lnTo>
                    <a:pt x="0" y="22860"/>
                  </a:lnTo>
                  <a:lnTo>
                    <a:pt x="0" y="121503"/>
                  </a:lnTo>
                  <a:lnTo>
                    <a:pt x="74" y="119663"/>
                  </a:lnTo>
                  <a:lnTo>
                    <a:pt x="74" y="123342"/>
                  </a:lnTo>
                  <a:lnTo>
                    <a:pt x="664" y="126974"/>
                  </a:lnTo>
                  <a:lnTo>
                    <a:pt x="1829" y="130463"/>
                  </a:lnTo>
                  <a:lnTo>
                    <a:pt x="3538" y="133721"/>
                  </a:lnTo>
                  <a:lnTo>
                    <a:pt x="5749" y="136662"/>
                  </a:lnTo>
                  <a:lnTo>
                    <a:pt x="8402" y="139210"/>
                  </a:lnTo>
                  <a:lnTo>
                    <a:pt x="11429" y="141300"/>
                  </a:lnTo>
                  <a:lnTo>
                    <a:pt x="14753" y="142877"/>
                  </a:lnTo>
                  <a:lnTo>
                    <a:pt x="18287" y="143901"/>
                  </a:lnTo>
                  <a:lnTo>
                    <a:pt x="21939" y="144344"/>
                  </a:lnTo>
                  <a:close/>
                </a:path>
              </a:pathLst>
            </a:custGeom>
            <a:solidFill>
              <a:srgbClr val="F2F2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tx50"/>
            <p:cNvSpPr/>
            <p:nvPr/>
          </p:nvSpPr>
          <p:spPr>
            <a:xfrm>
              <a:off x="4610677" y="2244434"/>
              <a:ext cx="324817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5A6480">
                      <a:alpha val="100000"/>
                    </a:srgbClr>
                  </a:solidFill>
                  <a:latin typeface="Arial"/>
                  <a:cs typeface="Arial"/>
                </a:rPr>
                <a:t>100%</a:t>
              </a:r>
            </a:p>
          </p:txBody>
        </p:sp>
      </p:grpSp>
      <p:sp>
        <p:nvSpPr>
          <p:cNvPr id="53" name=""/>
          <p:cNvSpPr>
            <a:spLocks noGrp="1"/>
          </p:cNvSpPr>
          <p:nvPr>
            </p:nvPr>
        </p:nvSpPr>
        <p:spPr>
          <a:xfrm>
            <a:off x="2767838" y="593445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77566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Masculino (56)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272026" y="5934456"/>
            <a:ext cx="137160" cy="137160"/>
          </a:xfrm>
          <a:prstGeom prst="rect">
            <a:avLst/>
          </a:prstGeom>
          <a:solidFill>
            <a:srgbClr val="4F7FAF">
              <a:alpha val="100000"/>
            </a:srgbClr>
          </a:solidFill>
          <a:ln w="3175" cap="rnd" cmpd="sng">
            <a:solidFill>
              <a:srgbClr val="4F7FA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381754" y="5870448"/>
            <a:ext cx="12903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Femenino (53)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183880" y="2377440"/>
            <a:ext cx="45720" cy="283464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385048" y="2331720"/>
            <a:ext cx="3502152" cy="29260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Ningún eje difiere más de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 puntos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entre los dos grupos.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Las mayores distancias están en </a:t>
            </a: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 y auditoría</a:t>
            </a: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109 estudiantes que respondieron la batería de competencias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p_dim_radar(inicio_eje_pct = 80)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767838" y="5870448"/>
            <a:ext cx="2721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767838" y="5687568"/>
            <a:ext cx="2721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7.56 x 0.76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183880" y="2331720"/>
            <a:ext cx="3703320" cy="2926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183880" y="2148840"/>
            <a:ext cx="3703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10.29 x 8.13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653796" y="1554480"/>
            <a:ext cx="6949440" cy="4480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53796" y="1371600"/>
            <a:ext cx="6949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radar, anillos de 80 a 100 rotulados, 19.30 x 12.45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DICEN LOS EGRESADOS SOBRE LA CARRERA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600200"/>
            <a:ext cx="6766560" cy="4297680"/>
            <a:chOff x="288036" y="1600200"/>
            <a:chExt cx="6766560" cy="4297680"/>
          </a:xfrm>
        </p:grpSpPr>
        <p:sp>
          <p:nvSpPr>
            <p:cNvPr id="4" name="rc3"/>
            <p:cNvSpPr/>
            <p:nvPr/>
          </p:nvSpPr>
          <p:spPr>
            <a:xfrm>
              <a:off x="288036" y="1600200"/>
              <a:ext cx="6766560" cy="429768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" name="tx4"/>
            <p:cNvSpPr/>
            <p:nvPr/>
          </p:nvSpPr>
          <p:spPr>
            <a:xfrm>
              <a:off x="2880021" y="3609420"/>
              <a:ext cx="1582588" cy="261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" name="tx5"/>
            <p:cNvSpPr/>
            <p:nvPr/>
          </p:nvSpPr>
          <p:spPr>
            <a:xfrm>
              <a:off x="3363946" y="3278891"/>
              <a:ext cx="1240855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7" name="tx6"/>
            <p:cNvSpPr/>
            <p:nvPr/>
          </p:nvSpPr>
          <p:spPr>
            <a:xfrm>
              <a:off x="2676727" y="3900974"/>
              <a:ext cx="1577540" cy="2753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97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979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8" name="tx7"/>
            <p:cNvSpPr/>
            <p:nvPr/>
          </p:nvSpPr>
          <p:spPr>
            <a:xfrm>
              <a:off x="2559600" y="4200798"/>
              <a:ext cx="1949953" cy="2578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79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79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9" name="tx8"/>
            <p:cNvSpPr/>
            <p:nvPr/>
          </p:nvSpPr>
          <p:spPr>
            <a:xfrm>
              <a:off x="1789983" y="3192770"/>
              <a:ext cx="1530756" cy="2921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2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21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10" name="tx9"/>
            <p:cNvSpPr/>
            <p:nvPr/>
          </p:nvSpPr>
          <p:spPr>
            <a:xfrm>
              <a:off x="4270980" y="3873310"/>
              <a:ext cx="779412" cy="2217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1759724" y="3662924"/>
              <a:ext cx="1120513" cy="21573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3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34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4642844" y="3523754"/>
              <a:ext cx="1022136" cy="2580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9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93" b="1">
                  <a:solidFill>
                    <a:srgbClr val="294076">
                      <a:alpha val="100000"/>
                    </a:srgbClr>
                  </a:solidFill>
                  <a:latin typeface="Arial"/>
                  <a:cs typeface="Arial"/>
                </a:rPr>
                <a:t>mejorar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3559271" y="2978572"/>
              <a:ext cx="1479513" cy="2454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1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116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4710461" y="3273982"/>
              <a:ext cx="918477" cy="2424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03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03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2349264" y="2971397"/>
              <a:ext cx="1138893" cy="179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128521" y="3929657"/>
              <a:ext cx="1467976" cy="225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implementar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4654869" y="4149147"/>
              <a:ext cx="603680" cy="221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parte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1721742" y="4153840"/>
              <a:ext cx="823069" cy="2286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94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943" b="1">
                  <a:solidFill>
                    <a:srgbClr val="4B6191">
                      <a:alpha val="100000"/>
                    </a:srgbClr>
                  </a:solidFill>
                  <a:latin typeface="Arial"/>
                  <a:cs typeface="Arial"/>
                </a:rPr>
                <a:t>trabajo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389318" y="2739513"/>
              <a:ext cx="1522527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5214867" y="3965331"/>
              <a:ext cx="1028246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docentes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2677992" y="4543960"/>
              <a:ext cx="989019" cy="1704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44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industria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1717307" y="3109488"/>
              <a:ext cx="598691" cy="1191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3880920" y="4565720"/>
              <a:ext cx="1380844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herramientas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5240495" y="3055727"/>
              <a:ext cx="770022" cy="159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915741" y="3411461"/>
              <a:ext cx="806521" cy="2036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73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731" b="1">
                  <a:solidFill>
                    <a:srgbClr val="6C82AB">
                      <a:alpha val="100000"/>
                    </a:srgbClr>
                  </a:solidFill>
                  <a:latin typeface="Arial"/>
                  <a:cs typeface="Arial"/>
                </a:rPr>
                <a:t>trabajar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1069142" y="3728763"/>
              <a:ext cx="653699" cy="1475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2428622" y="2746584"/>
              <a:ext cx="980400" cy="15003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formación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5678687" y="3652890"/>
              <a:ext cx="1048236" cy="1876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59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596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profesores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4921552" y="4351662"/>
              <a:ext cx="853217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considera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5662796" y="3387195"/>
              <a:ext cx="582039" cy="131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diseño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1335056" y="3250560"/>
              <a:ext cx="371359" cy="1336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falta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1599502" y="4378318"/>
              <a:ext cx="522072" cy="1288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2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22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temas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1726376" y="2907076"/>
              <a:ext cx="564678" cy="1176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egresado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2131244" y="4562974"/>
              <a:ext cx="493861" cy="1175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enfoque</a:t>
              </a:r>
            </a:p>
          </p:txBody>
        </p:sp>
      </p:grpSp>
      <p:sp>
        <p:nvSpPr>
          <p:cNvPr id="35" name=""/>
          <p:cNvSpPr>
            <a:spLocks noGrp="1"/>
          </p:cNvSpPr>
          <p:nvPr>
            </p:nvPr>
        </p:nvSpPr>
        <p:spPr>
          <a:xfrm>
            <a:off x="7498080" y="1508760"/>
            <a:ext cx="440557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más mencionadas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498080" y="206654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052560" y="2185416"/>
            <a:ext cx="211957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98987" y="212140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1281867" y="206654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98080" y="245059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2569464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219162" y="250545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02042" y="245059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498080" y="283464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052560" y="2953512"/>
            <a:ext cx="1239754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19162" y="288950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02042" y="283464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498080" y="321868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052560" y="3337560"/>
            <a:ext cx="1079786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059194" y="327355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242074" y="321868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498080" y="360273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52560" y="3721608"/>
            <a:ext cx="87982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59233" y="365760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042113" y="360273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98080" y="3986784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052560" y="4105656"/>
            <a:ext cx="79984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779249" y="4041648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962129" y="3986784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98080" y="4370832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052560" y="4489704"/>
            <a:ext cx="759849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739257" y="4425696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922137" y="4370832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7498080" y="4754880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mejorar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052560" y="4873752"/>
            <a:ext cx="679865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659273" y="4809744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42153" y="4754880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498080" y="5138928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experiencia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052560" y="5257800"/>
            <a:ext cx="639873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619281" y="5193792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02161" y="5138928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498080" y="5522976"/>
            <a:ext cx="1417320" cy="256032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052560" y="5641848"/>
            <a:ext cx="599881" cy="1828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579289" y="5577840"/>
            <a:ext cx="146304" cy="146304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762169" y="5522976"/>
            <a:ext cx="54864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052560" y="1892808"/>
            <a:ext cx="1828800" cy="21945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menciones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p_nube_palabras (ilustrativa) + p_lollipop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1600200"/>
            <a:ext cx="676656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41732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nube, tamaño proporcional a la frecuencia, 18.80 x 11.94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FRASES QUE MÁS SE REPITEN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148840"/>
            <a:ext cx="5533492" cy="3904488"/>
            <a:chOff x="288036" y="2148840"/>
            <a:chExt cx="5533492" cy="3904488"/>
          </a:xfrm>
        </p:grpSpPr>
        <p:sp>
          <p:nvSpPr>
            <p:cNvPr id="5" name="rc3"/>
            <p:cNvSpPr/>
            <p:nvPr/>
          </p:nvSpPr>
          <p:spPr>
            <a:xfrm>
              <a:off x="288036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tx4"/>
            <p:cNvSpPr/>
            <p:nvPr/>
          </p:nvSpPr>
          <p:spPr>
            <a:xfrm>
              <a:off x="748410" y="3871919"/>
              <a:ext cx="2655006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habilidades</a:t>
              </a:r>
            </a:p>
          </p:txBody>
        </p:sp>
        <p:sp>
          <p:nvSpPr>
            <p:cNvPr id="7" name="tx5"/>
            <p:cNvSpPr/>
            <p:nvPr/>
          </p:nvSpPr>
          <p:spPr>
            <a:xfrm>
              <a:off x="3537499" y="3871919"/>
              <a:ext cx="18236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blandas</a:t>
              </a:r>
            </a:p>
          </p:txBody>
        </p:sp>
        <p:sp>
          <p:nvSpPr>
            <p:cNvPr id="8" name="tx6"/>
            <p:cNvSpPr/>
            <p:nvPr/>
          </p:nvSpPr>
          <p:spPr>
            <a:xfrm>
              <a:off x="1344812" y="3453440"/>
              <a:ext cx="2011697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490592" y="3453440"/>
              <a:ext cx="1582353" cy="3511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8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1237597" y="4307455"/>
              <a:ext cx="1144928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506922" y="4307455"/>
              <a:ext cx="2065549" cy="3257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52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525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curricular</a:t>
              </a:r>
            </a:p>
          </p:txBody>
        </p:sp>
        <p:sp>
          <p:nvSpPr>
            <p:cNvPr id="12" name="tx10"/>
            <p:cNvSpPr/>
            <p:nvPr/>
          </p:nvSpPr>
          <p:spPr>
            <a:xfrm>
              <a:off x="1275879" y="4687646"/>
              <a:ext cx="1950601" cy="21831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13" name="tx11"/>
            <p:cNvSpPr/>
            <p:nvPr/>
          </p:nvSpPr>
          <p:spPr>
            <a:xfrm>
              <a:off x="3309849" y="4683983"/>
              <a:ext cx="1050537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técnico</a:t>
              </a:r>
            </a:p>
          </p:txBody>
        </p:sp>
        <p:sp>
          <p:nvSpPr>
            <p:cNvPr id="14" name="tx12"/>
            <p:cNvSpPr/>
            <p:nvPr/>
          </p:nvSpPr>
          <p:spPr>
            <a:xfrm>
              <a:off x="1909257" y="3114653"/>
              <a:ext cx="1650824" cy="277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inteligencia</a:t>
              </a:r>
            </a:p>
          </p:txBody>
        </p:sp>
        <p:sp>
          <p:nvSpPr>
            <p:cNvPr id="15" name="tx13"/>
            <p:cNvSpPr/>
            <p:nvPr/>
          </p:nvSpPr>
          <p:spPr>
            <a:xfrm>
              <a:off x="3643450" y="3170623"/>
              <a:ext cx="1150756" cy="2219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3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362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artificial</a:t>
              </a:r>
            </a:p>
          </p:txBody>
        </p:sp>
        <p:sp>
          <p:nvSpPr>
            <p:cNvPr id="16" name="tx14"/>
            <p:cNvSpPr/>
            <p:nvPr/>
          </p:nvSpPr>
          <p:spPr>
            <a:xfrm>
              <a:off x="1701181" y="5001840"/>
              <a:ext cx="766003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campo</a:t>
              </a:r>
            </a:p>
          </p:txBody>
        </p:sp>
        <p:sp>
          <p:nvSpPr>
            <p:cNvPr id="17" name="tx15"/>
            <p:cNvSpPr/>
            <p:nvPr/>
          </p:nvSpPr>
          <p:spPr>
            <a:xfrm>
              <a:off x="2533213" y="5001840"/>
              <a:ext cx="779232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18" name="tx16"/>
            <p:cNvSpPr/>
            <p:nvPr/>
          </p:nvSpPr>
          <p:spPr>
            <a:xfrm>
              <a:off x="2590482" y="2934956"/>
              <a:ext cx="779348" cy="128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19" name="tx17"/>
            <p:cNvSpPr/>
            <p:nvPr/>
          </p:nvSpPr>
          <p:spPr>
            <a:xfrm>
              <a:off x="3435860" y="2890859"/>
              <a:ext cx="1017238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electivos</a:t>
              </a:r>
            </a:p>
          </p:txBody>
        </p:sp>
        <p:sp>
          <p:nvSpPr>
            <p:cNvPr id="20" name="tx18"/>
            <p:cNvSpPr/>
            <p:nvPr/>
          </p:nvSpPr>
          <p:spPr>
            <a:xfrm>
              <a:off x="1889868" y="5224745"/>
              <a:ext cx="1307927" cy="2170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experiencia</a:t>
              </a:r>
            </a:p>
          </p:txBody>
        </p:sp>
        <p:sp>
          <p:nvSpPr>
            <p:cNvPr id="21" name="tx19"/>
            <p:cNvSpPr/>
            <p:nvPr/>
          </p:nvSpPr>
          <p:spPr>
            <a:xfrm>
              <a:off x="3263824" y="5221844"/>
              <a:ext cx="911522" cy="2199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práctica</a:t>
              </a:r>
            </a:p>
          </p:txBody>
        </p:sp>
        <p:sp>
          <p:nvSpPr>
            <p:cNvPr id="22" name="tx20"/>
            <p:cNvSpPr/>
            <p:nvPr/>
          </p:nvSpPr>
          <p:spPr>
            <a:xfrm>
              <a:off x="2462701" y="2622897"/>
              <a:ext cx="845029" cy="17580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últimos</a:t>
              </a:r>
            </a:p>
          </p:txBody>
        </p:sp>
        <p:sp>
          <p:nvSpPr>
            <p:cNvPr id="23" name="tx21"/>
            <p:cNvSpPr/>
            <p:nvPr/>
          </p:nvSpPr>
          <p:spPr>
            <a:xfrm>
              <a:off x="3373759" y="2625798"/>
              <a:ext cx="673749" cy="17290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71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71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ciclos</a:t>
              </a:r>
            </a:p>
          </p:txBody>
        </p:sp>
        <p:sp>
          <p:nvSpPr>
            <p:cNvPr id="24" name="tx22"/>
            <p:cNvSpPr/>
            <p:nvPr/>
          </p:nvSpPr>
          <p:spPr>
            <a:xfrm>
              <a:off x="3524770" y="5065458"/>
              <a:ext cx="432122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casos</a:t>
              </a:r>
            </a:p>
          </p:txBody>
        </p:sp>
        <p:sp>
          <p:nvSpPr>
            <p:cNvPr id="25" name="tx23"/>
            <p:cNvSpPr/>
            <p:nvPr/>
          </p:nvSpPr>
          <p:spPr>
            <a:xfrm>
              <a:off x="3999235" y="5007043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  <p:sp>
          <p:nvSpPr>
            <p:cNvPr id="26" name="tx24"/>
            <p:cNvSpPr/>
            <p:nvPr/>
          </p:nvSpPr>
          <p:spPr>
            <a:xfrm>
              <a:off x="1416122" y="2976714"/>
              <a:ext cx="415007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</a:t>
              </a:r>
            </a:p>
          </p:txBody>
        </p:sp>
        <p:sp>
          <p:nvSpPr>
            <p:cNvPr id="27" name="tx25"/>
            <p:cNvSpPr/>
            <p:nvPr/>
          </p:nvSpPr>
          <p:spPr>
            <a:xfrm>
              <a:off x="1873471" y="2948437"/>
              <a:ext cx="56755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electivo</a:t>
              </a:r>
            </a:p>
          </p:txBody>
        </p:sp>
        <p:sp>
          <p:nvSpPr>
            <p:cNvPr id="28" name="tx26"/>
            <p:cNvSpPr/>
            <p:nvPr/>
          </p:nvSpPr>
          <p:spPr>
            <a:xfrm>
              <a:off x="558615" y="3386383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29" name="tx27"/>
            <p:cNvSpPr/>
            <p:nvPr/>
          </p:nvSpPr>
          <p:spPr>
            <a:xfrm>
              <a:off x="1100721" y="3358105"/>
              <a:ext cx="77904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orientados</a:t>
              </a:r>
            </a:p>
          </p:txBody>
        </p:sp>
        <p:sp>
          <p:nvSpPr>
            <p:cNvPr id="30" name="tx28"/>
            <p:cNvSpPr/>
            <p:nvPr/>
          </p:nvSpPr>
          <p:spPr>
            <a:xfrm>
              <a:off x="368321" y="3131737"/>
              <a:ext cx="499764" cy="825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31" name="tx29"/>
            <p:cNvSpPr/>
            <p:nvPr/>
          </p:nvSpPr>
          <p:spPr>
            <a:xfrm>
              <a:off x="910427" y="3103459"/>
              <a:ext cx="94014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relacionados</a:t>
              </a:r>
            </a:p>
          </p:txBody>
        </p:sp>
        <p:sp>
          <p:nvSpPr>
            <p:cNvPr id="32" name="tx30"/>
            <p:cNvSpPr/>
            <p:nvPr/>
          </p:nvSpPr>
          <p:spPr>
            <a:xfrm>
              <a:off x="4445729" y="4700475"/>
              <a:ext cx="618306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machine</a:t>
              </a:r>
            </a:p>
          </p:txBody>
        </p:sp>
        <p:sp>
          <p:nvSpPr>
            <p:cNvPr id="33" name="tx31"/>
            <p:cNvSpPr/>
            <p:nvPr/>
          </p:nvSpPr>
          <p:spPr>
            <a:xfrm>
              <a:off x="5106377" y="4670189"/>
              <a:ext cx="592782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learning</a:t>
              </a:r>
            </a:p>
          </p:txBody>
        </p:sp>
        <p:sp>
          <p:nvSpPr>
            <p:cNvPr id="34" name="tx32"/>
            <p:cNvSpPr/>
            <p:nvPr/>
          </p:nvSpPr>
          <p:spPr>
            <a:xfrm>
              <a:off x="1570014" y="5487083"/>
              <a:ext cx="813048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maquinaria</a:t>
              </a:r>
            </a:p>
          </p:txBody>
        </p:sp>
        <p:sp>
          <p:nvSpPr>
            <p:cNvPr id="35" name="tx33"/>
            <p:cNvSpPr/>
            <p:nvPr/>
          </p:nvSpPr>
          <p:spPr>
            <a:xfrm>
              <a:off x="2425404" y="5487083"/>
              <a:ext cx="525214" cy="1391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pesada</a:t>
              </a:r>
            </a:p>
          </p:txBody>
        </p:sp>
        <p:sp>
          <p:nvSpPr>
            <p:cNvPr id="36" name="tx34"/>
            <p:cNvSpPr/>
            <p:nvPr/>
          </p:nvSpPr>
          <p:spPr>
            <a:xfrm>
              <a:off x="1124219" y="2695769"/>
              <a:ext cx="6352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37" name="tx35"/>
            <p:cNvSpPr/>
            <p:nvPr/>
          </p:nvSpPr>
          <p:spPr>
            <a:xfrm>
              <a:off x="1801833" y="2695769"/>
              <a:ext cx="60119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peruano</a:t>
              </a:r>
            </a:p>
          </p:txBody>
        </p:sp>
        <p:sp>
          <p:nvSpPr>
            <p:cNvPr id="38" name="tx36"/>
            <p:cNvSpPr/>
            <p:nvPr/>
          </p:nvSpPr>
          <p:spPr>
            <a:xfrm>
              <a:off x="4636917" y="4333453"/>
              <a:ext cx="507875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mundo</a:t>
              </a:r>
            </a:p>
          </p:txBody>
        </p:sp>
        <p:sp>
          <p:nvSpPr>
            <p:cNvPr id="39" name="tx37"/>
            <p:cNvSpPr/>
            <p:nvPr/>
          </p:nvSpPr>
          <p:spPr>
            <a:xfrm>
              <a:off x="5187135" y="4333453"/>
              <a:ext cx="49969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laboral</a:t>
              </a:r>
            </a:p>
          </p:txBody>
        </p:sp>
        <p:sp>
          <p:nvSpPr>
            <p:cNvPr id="40" name="tx38"/>
            <p:cNvSpPr/>
            <p:nvPr/>
          </p:nvSpPr>
          <p:spPr>
            <a:xfrm>
              <a:off x="2260029" y="2416831"/>
              <a:ext cx="669280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prácticas</a:t>
              </a:r>
            </a:p>
          </p:txBody>
        </p:sp>
        <p:sp>
          <p:nvSpPr>
            <p:cNvPr id="41" name="tx39"/>
            <p:cNvSpPr/>
            <p:nvPr/>
          </p:nvSpPr>
          <p:spPr>
            <a:xfrm>
              <a:off x="2971650" y="2416831"/>
              <a:ext cx="1228055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preprofesionales</a:t>
              </a:r>
            </a:p>
          </p:txBody>
        </p:sp>
        <p:sp>
          <p:nvSpPr>
            <p:cNvPr id="42" name="tx40"/>
            <p:cNvSpPr/>
            <p:nvPr/>
          </p:nvSpPr>
          <p:spPr>
            <a:xfrm>
              <a:off x="2216312" y="5690853"/>
              <a:ext cx="728364" cy="1390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43" name="tx41"/>
            <p:cNvSpPr/>
            <p:nvPr/>
          </p:nvSpPr>
          <p:spPr>
            <a:xfrm>
              <a:off x="2987019" y="5717121"/>
              <a:ext cx="1287586" cy="1127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electromecánicos</a:t>
              </a:r>
            </a:p>
          </p:txBody>
        </p:sp>
        <p:sp>
          <p:nvSpPr>
            <p:cNvPr id="44" name="tx42"/>
            <p:cNvSpPr/>
            <p:nvPr/>
          </p:nvSpPr>
          <p:spPr>
            <a:xfrm>
              <a:off x="4242929" y="5212550"/>
              <a:ext cx="533772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45" name="tx43"/>
            <p:cNvSpPr/>
            <p:nvPr/>
          </p:nvSpPr>
          <p:spPr>
            <a:xfrm>
              <a:off x="4819043" y="5182412"/>
              <a:ext cx="677614" cy="1410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prácticos</a:t>
              </a:r>
            </a:p>
          </p:txBody>
        </p:sp>
      </p:grpSp>
      <p:sp>
        <p:nvSpPr>
          <p:cNvPr id="46" name=""/>
          <p:cNvSpPr>
            <a:spLocks noGrp="1"/>
          </p:cNvSpPr>
          <p:nvPr>
            </p:nvPr>
        </p:nvSpPr>
        <p:spPr>
          <a:xfrm>
            <a:off x="609584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grpSp xmlns:pic="http://schemas.openxmlformats.org/drawingml/2006/picture">
        <p:nvGrpSpPr>
          <p:cNvPr id="48" name=""/>
          <p:cNvGrpSpPr/>
          <p:nvPr/>
        </p:nvGrpSpPr>
        <p:grpSpPr>
          <a:xfrm>
            <a:off x="6370168" y="2148840"/>
            <a:ext cx="5533492" cy="3904488"/>
            <a:chOff x="6370168" y="2148840"/>
            <a:chExt cx="5533492" cy="3904488"/>
          </a:xfrm>
        </p:grpSpPr>
        <p:sp>
          <p:nvSpPr>
            <p:cNvPr id="49" name="rc3"/>
            <p:cNvSpPr/>
            <p:nvPr/>
          </p:nvSpPr>
          <p:spPr>
            <a:xfrm>
              <a:off x="6370167" y="2148840"/>
              <a:ext cx="5533491" cy="3904488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0" name="tx4"/>
            <p:cNvSpPr/>
            <p:nvPr/>
          </p:nvSpPr>
          <p:spPr>
            <a:xfrm>
              <a:off x="6582278" y="3752702"/>
              <a:ext cx="1806277" cy="4767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51" name="tx5"/>
            <p:cNvSpPr/>
            <p:nvPr/>
          </p:nvSpPr>
          <p:spPr>
            <a:xfrm>
              <a:off x="8529694" y="3859858"/>
              <a:ext cx="592832" cy="369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2" name="tx6"/>
            <p:cNvSpPr/>
            <p:nvPr/>
          </p:nvSpPr>
          <p:spPr>
            <a:xfrm>
              <a:off x="9263665" y="3766096"/>
              <a:ext cx="2427882" cy="4633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4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40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53" name="tx7"/>
            <p:cNvSpPr/>
            <p:nvPr/>
          </p:nvSpPr>
          <p:spPr>
            <a:xfrm>
              <a:off x="7338687" y="3472912"/>
              <a:ext cx="794795" cy="35303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plan</a:t>
              </a:r>
            </a:p>
          </p:txBody>
        </p:sp>
        <p:sp>
          <p:nvSpPr>
            <p:cNvPr id="54" name="tx8"/>
            <p:cNvSpPr/>
            <p:nvPr/>
          </p:nvSpPr>
          <p:spPr>
            <a:xfrm>
              <a:off x="8240903" y="3544651"/>
              <a:ext cx="451202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55" name="tx9"/>
            <p:cNvSpPr/>
            <p:nvPr/>
          </p:nvSpPr>
          <p:spPr>
            <a:xfrm>
              <a:off x="8799525" y="3544651"/>
              <a:ext cx="1589779" cy="281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304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3044" b="1">
                  <a:solidFill>
                    <a:srgbClr val="344B7F">
                      <a:alpha val="100000"/>
                    </a:srgbClr>
                  </a:solidFill>
                  <a:latin typeface="Arial"/>
                  <a:cs typeface="Arial"/>
                </a:rPr>
                <a:t>estudios</a:t>
              </a:r>
            </a:p>
          </p:txBody>
        </p:sp>
        <p:sp>
          <p:nvSpPr>
            <p:cNvPr id="56" name="tx10"/>
            <p:cNvSpPr/>
            <p:nvPr/>
          </p:nvSpPr>
          <p:spPr>
            <a:xfrm>
              <a:off x="7914128" y="4333385"/>
              <a:ext cx="1501484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actualizar</a:t>
              </a:r>
            </a:p>
          </p:txBody>
        </p:sp>
        <p:sp>
          <p:nvSpPr>
            <p:cNvPr id="57" name="tx11"/>
            <p:cNvSpPr/>
            <p:nvPr/>
          </p:nvSpPr>
          <p:spPr>
            <a:xfrm>
              <a:off x="9506038" y="4333385"/>
              <a:ext cx="271436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la</a:t>
              </a:r>
            </a:p>
          </p:txBody>
        </p:sp>
        <p:sp>
          <p:nvSpPr>
            <p:cNvPr id="58" name="tx12"/>
            <p:cNvSpPr/>
            <p:nvPr/>
          </p:nvSpPr>
          <p:spPr>
            <a:xfrm>
              <a:off x="9867901" y="4333385"/>
              <a:ext cx="832268" cy="2367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256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2562" b="1">
                  <a:solidFill>
                    <a:srgbClr val="6177A2">
                      <a:alpha val="100000"/>
                    </a:srgbClr>
                  </a:solidFill>
                  <a:latin typeface="Arial"/>
                  <a:cs typeface="Arial"/>
                </a:rPr>
                <a:t>malla</a:t>
              </a:r>
            </a:p>
          </p:txBody>
        </p:sp>
        <p:sp>
          <p:nvSpPr>
            <p:cNvPr id="59" name="tx13"/>
            <p:cNvSpPr/>
            <p:nvPr/>
          </p:nvSpPr>
          <p:spPr>
            <a:xfrm>
              <a:off x="7511505" y="4635938"/>
              <a:ext cx="115578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conocimiento</a:t>
              </a:r>
            </a:p>
          </p:txBody>
        </p:sp>
        <p:sp>
          <p:nvSpPr>
            <p:cNvPr id="60" name="tx14"/>
            <p:cNvSpPr/>
            <p:nvPr/>
          </p:nvSpPr>
          <p:spPr>
            <a:xfrm>
              <a:off x="8716690" y="4635938"/>
              <a:ext cx="256889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del</a:t>
              </a:r>
            </a:p>
          </p:txBody>
        </p:sp>
        <p:sp>
          <p:nvSpPr>
            <p:cNvPr id="61" name="tx15"/>
            <p:cNvSpPr/>
            <p:nvPr/>
          </p:nvSpPr>
          <p:spPr>
            <a:xfrm>
              <a:off x="9022979" y="4635938"/>
              <a:ext cx="74115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mercado</a:t>
              </a:r>
            </a:p>
          </p:txBody>
        </p:sp>
        <p:sp>
          <p:nvSpPr>
            <p:cNvPr id="62" name="tx16"/>
            <p:cNvSpPr/>
            <p:nvPr/>
          </p:nvSpPr>
          <p:spPr>
            <a:xfrm>
              <a:off x="8408685" y="3393557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3" name="tx17"/>
            <p:cNvSpPr/>
            <p:nvPr/>
          </p:nvSpPr>
          <p:spPr>
            <a:xfrm>
              <a:off x="9041143" y="336056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64" name="tx18"/>
            <p:cNvSpPr/>
            <p:nvPr/>
          </p:nvSpPr>
          <p:spPr>
            <a:xfrm>
              <a:off x="9298032" y="332306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65" name="tx19"/>
            <p:cNvSpPr/>
            <p:nvPr/>
          </p:nvSpPr>
          <p:spPr>
            <a:xfrm>
              <a:off x="8035106" y="4878186"/>
              <a:ext cx="58305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cursos</a:t>
              </a:r>
            </a:p>
          </p:txBody>
        </p:sp>
        <p:sp>
          <p:nvSpPr>
            <p:cNvPr id="66" name="tx20"/>
            <p:cNvSpPr/>
            <p:nvPr/>
          </p:nvSpPr>
          <p:spPr>
            <a:xfrm>
              <a:off x="8667563" y="4878186"/>
              <a:ext cx="108607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o</a:t>
              </a:r>
            </a:p>
          </p:txBody>
        </p:sp>
        <p:sp>
          <p:nvSpPr>
            <p:cNvPr id="67" name="tx21"/>
            <p:cNvSpPr/>
            <p:nvPr/>
          </p:nvSpPr>
          <p:spPr>
            <a:xfrm>
              <a:off x="8825569" y="4845196"/>
              <a:ext cx="622734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talleres</a:t>
              </a:r>
            </a:p>
          </p:txBody>
        </p:sp>
        <p:sp>
          <p:nvSpPr>
            <p:cNvPr id="68" name="tx22"/>
            <p:cNvSpPr/>
            <p:nvPr/>
          </p:nvSpPr>
          <p:spPr>
            <a:xfrm>
              <a:off x="8363164" y="3142928"/>
              <a:ext cx="859656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desarrollo</a:t>
              </a:r>
            </a:p>
          </p:txBody>
        </p:sp>
        <p:sp>
          <p:nvSpPr>
            <p:cNvPr id="69" name="tx23"/>
            <p:cNvSpPr/>
            <p:nvPr/>
          </p:nvSpPr>
          <p:spPr>
            <a:xfrm>
              <a:off x="9272219" y="3142928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0" name="tx24"/>
            <p:cNvSpPr/>
            <p:nvPr/>
          </p:nvSpPr>
          <p:spPr>
            <a:xfrm>
              <a:off x="9529108" y="3110111"/>
              <a:ext cx="849758" cy="16217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proyectos</a:t>
              </a:r>
            </a:p>
          </p:txBody>
        </p:sp>
        <p:sp>
          <p:nvSpPr>
            <p:cNvPr id="71" name="tx25"/>
            <p:cNvSpPr/>
            <p:nvPr/>
          </p:nvSpPr>
          <p:spPr>
            <a:xfrm>
              <a:off x="7855127" y="5026253"/>
              <a:ext cx="632197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gestión</a:t>
              </a:r>
            </a:p>
          </p:txBody>
        </p:sp>
        <p:sp>
          <p:nvSpPr>
            <p:cNvPr id="72" name="tx26"/>
            <p:cNvSpPr/>
            <p:nvPr/>
          </p:nvSpPr>
          <p:spPr>
            <a:xfrm>
              <a:off x="8536722" y="506375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3" name="tx27"/>
            <p:cNvSpPr/>
            <p:nvPr/>
          </p:nvSpPr>
          <p:spPr>
            <a:xfrm>
              <a:off x="8793612" y="5096748"/>
              <a:ext cx="751135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recursos</a:t>
              </a:r>
            </a:p>
          </p:txBody>
        </p:sp>
        <p:sp>
          <p:nvSpPr>
            <p:cNvPr id="74" name="tx28"/>
            <p:cNvSpPr/>
            <p:nvPr/>
          </p:nvSpPr>
          <p:spPr>
            <a:xfrm>
              <a:off x="9645943" y="4826308"/>
              <a:ext cx="316098" cy="96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uso</a:t>
              </a:r>
            </a:p>
          </p:txBody>
        </p:sp>
        <p:sp>
          <p:nvSpPr>
            <p:cNvPr id="75" name="tx29"/>
            <p:cNvSpPr/>
            <p:nvPr/>
          </p:nvSpPr>
          <p:spPr>
            <a:xfrm>
              <a:off x="10011440" y="4793317"/>
              <a:ext cx="207491" cy="1293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de</a:t>
              </a:r>
            </a:p>
          </p:txBody>
        </p:sp>
        <p:sp>
          <p:nvSpPr>
            <p:cNvPr id="76" name="tx30"/>
            <p:cNvSpPr/>
            <p:nvPr/>
          </p:nvSpPr>
          <p:spPr>
            <a:xfrm>
              <a:off x="10268330" y="4791147"/>
              <a:ext cx="830051" cy="13152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8EA3C6">
                      <a:alpha val="100000"/>
                    </a:srgbClr>
                  </a:solidFill>
                  <a:latin typeface="Arial"/>
                  <a:cs typeface="Arial"/>
                </a:rPr>
                <a:t>softwares</a:t>
              </a:r>
            </a:p>
          </p:txBody>
        </p:sp>
      </p:grp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El tamaño crece con el número de personas que usan la frase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p_nube_palabras con frases de dos y de tres palabras (ilustrativa)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6370168" y="2148840"/>
            <a:ext cx="5533492" cy="390448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6370168" y="1965960"/>
            <a:ext cx="55334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 de frases, 15.37 x 10.85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CAMBIARÍAN LOS EGRESADOS EN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66751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 que más se repite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Palabras sueltas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77850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9659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laboral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236976"/>
            <a:ext cx="98244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252196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9659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3749040"/>
            <a:ext cx="9473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21710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9659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4261104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6584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proyectos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73168"/>
            <a:ext cx="736836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06584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9659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5285232"/>
            <a:ext cx="66666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6409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9659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blandas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5797296"/>
            <a:ext cx="596487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6235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52831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dos palabras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45973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2831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61975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11022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52831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mercado laboral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619756" y="3236976"/>
            <a:ext cx="1508760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110228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52831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curricular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619756" y="3749040"/>
            <a:ext cx="1242508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843976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52831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técnico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619756" y="4261104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045221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52831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inteligencia artificial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619756" y="4773168"/>
            <a:ext cx="443753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045221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52831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619756" y="5285232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67720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52831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electivos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19756" y="5797296"/>
            <a:ext cx="266252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67720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860036" y="207568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de tres palabras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91456" y="2103120"/>
            <a:ext cx="7315" cy="38587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0036" y="242316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51476" y="2724912"/>
            <a:ext cx="1508760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441948" y="26243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60036" y="293522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51476" y="3236976"/>
            <a:ext cx="862149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795337" y="3136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860036" y="3447288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actualizar la malla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951476" y="3749040"/>
            <a:ext cx="646611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579799" y="36484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860036" y="3959352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conocimiento del mercado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951476" y="4261104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364262" y="416052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860036" y="4471416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de gestión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951476" y="4773168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64262" y="46725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0036" y="4983480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cursos o talleres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51476" y="5285232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364262" y="518464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860036" y="5495544"/>
            <a:ext cx="2103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proyectos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951476" y="5797296"/>
            <a:ext cx="431074" cy="64008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364262" y="56967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17346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7374636" y="1508760"/>
            <a:ext cx="45290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Temas de las respuestas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7374636" y="218541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Vínculo con la industria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9816084" y="2203704"/>
            <a:ext cx="1332530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185190" y="21854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7374636" y="262432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práctica y casos reales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6084" y="2642616"/>
            <a:ext cx="984914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837574" y="262432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7374636" y="306324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Software, herramientas e IA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6084" y="3081528"/>
            <a:ext cx="86904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0721701" y="30632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374636" y="350215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Malla y especialidad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6084" y="3520440"/>
            <a:ext cx="72420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576861" y="35021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74636" y="3941064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 proyectos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9816084" y="3959352"/>
            <a:ext cx="608329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60989" y="39410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7374636" y="4379976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blandas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6084" y="4398264"/>
            <a:ext cx="492457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345117" y="43799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7374636" y="4818888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 con experiencia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9816084" y="4837176"/>
            <a:ext cx="434521" cy="2377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0287181" y="481888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7374636" y="5257800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sugerencia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9816084" y="5276088"/>
            <a:ext cx="86904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9939564" y="5257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7374636" y="5696712"/>
            <a:ext cx="233172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6084" y="5715000"/>
            <a:ext cx="144840" cy="23774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997500" y="56967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 que respondieron la pregunta abierta. Cada persona cuenta una vez por frase y una respuesta puede caer en varios temas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frases frecuentes (palabras, pares y tríos) + p_barras_agrupadas de la abierta categorizada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6084" y="2103120"/>
            <a:ext cx="1465783" cy="307238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9816084" y="19202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8.53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9816084" y="5175504"/>
            <a:ext cx="1465783" cy="8778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9816084" y="4992624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0.66 cm, 4.07 x 2.44 cm</a:t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frases frecuentes y temas, 32.27 x 12.88 cm</a:t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DEL ESTUDIO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562356" y="1508760"/>
            <a:ext cx="4572000" cy="4224528"/>
            <a:chOff x="562356" y="1508760"/>
            <a:chExt cx="4572000" cy="4224528"/>
          </a:xfrm>
        </p:grpSpPr>
        <p:sp>
          <p:nvSpPr>
            <p:cNvPr id="4" name="pg3"/>
            <p:cNvSpPr/>
            <p:nvPr/>
          </p:nvSpPr>
          <p:spPr>
            <a:xfrm>
              <a:off x="1825926" y="3741630"/>
              <a:ext cx="214869" cy="75000"/>
            </a:xfrm>
            <a:custGeom>
              <a:avLst/>
              <a:pathLst>
                <a:path w="214869" h="75000">
                  <a:moveTo>
                    <a:pt x="213730" y="44907"/>
                  </a:moveTo>
                  <a:lnTo>
                    <a:pt x="213912" y="44953"/>
                  </a:lnTo>
                  <a:lnTo>
                    <a:pt x="214595" y="45000"/>
                  </a:lnTo>
                  <a:lnTo>
                    <a:pt x="214869" y="45512"/>
                  </a:lnTo>
                  <a:lnTo>
                    <a:pt x="214504" y="45512"/>
                  </a:lnTo>
                  <a:lnTo>
                    <a:pt x="212727" y="45699"/>
                  </a:lnTo>
                  <a:lnTo>
                    <a:pt x="211634" y="45838"/>
                  </a:lnTo>
                  <a:lnTo>
                    <a:pt x="208764" y="46118"/>
                  </a:lnTo>
                  <a:lnTo>
                    <a:pt x="207442" y="46258"/>
                  </a:lnTo>
                  <a:lnTo>
                    <a:pt x="193409" y="47702"/>
                  </a:lnTo>
                  <a:lnTo>
                    <a:pt x="192589" y="47795"/>
                  </a:lnTo>
                  <a:lnTo>
                    <a:pt x="192134" y="47841"/>
                  </a:lnTo>
                  <a:lnTo>
                    <a:pt x="190584" y="47981"/>
                  </a:lnTo>
                  <a:lnTo>
                    <a:pt x="181472" y="48913"/>
                  </a:lnTo>
                  <a:lnTo>
                    <a:pt x="175503" y="49518"/>
                  </a:lnTo>
                  <a:lnTo>
                    <a:pt x="174273" y="49658"/>
                  </a:lnTo>
                  <a:lnTo>
                    <a:pt x="167940" y="50310"/>
                  </a:lnTo>
                  <a:lnTo>
                    <a:pt x="162609" y="50869"/>
                  </a:lnTo>
                  <a:lnTo>
                    <a:pt x="162154" y="50916"/>
                  </a:lnTo>
                  <a:lnTo>
                    <a:pt x="157370" y="51382"/>
                  </a:lnTo>
                  <a:lnTo>
                    <a:pt x="143565" y="52826"/>
                  </a:lnTo>
                  <a:lnTo>
                    <a:pt x="143246" y="52826"/>
                  </a:lnTo>
                  <a:lnTo>
                    <a:pt x="134908" y="53618"/>
                  </a:lnTo>
                  <a:lnTo>
                    <a:pt x="134862" y="53385"/>
                  </a:lnTo>
                  <a:lnTo>
                    <a:pt x="131309" y="53664"/>
                  </a:lnTo>
                  <a:lnTo>
                    <a:pt x="130671" y="53758"/>
                  </a:lnTo>
                  <a:lnTo>
                    <a:pt x="129987" y="53851"/>
                  </a:lnTo>
                  <a:lnTo>
                    <a:pt x="129304" y="53851"/>
                  </a:lnTo>
                  <a:lnTo>
                    <a:pt x="128620" y="53897"/>
                  </a:lnTo>
                  <a:lnTo>
                    <a:pt x="127937" y="53851"/>
                  </a:lnTo>
                  <a:lnTo>
                    <a:pt x="125704" y="53758"/>
                  </a:lnTo>
                  <a:lnTo>
                    <a:pt x="123426" y="53664"/>
                  </a:lnTo>
                  <a:lnTo>
                    <a:pt x="122287" y="53664"/>
                  </a:lnTo>
                  <a:lnTo>
                    <a:pt x="120647" y="53758"/>
                  </a:lnTo>
                  <a:lnTo>
                    <a:pt x="119052" y="53944"/>
                  </a:lnTo>
                  <a:lnTo>
                    <a:pt x="113312" y="54969"/>
                  </a:lnTo>
                  <a:lnTo>
                    <a:pt x="109166" y="55528"/>
                  </a:lnTo>
                  <a:lnTo>
                    <a:pt x="96682" y="57904"/>
                  </a:lnTo>
                  <a:lnTo>
                    <a:pt x="89301" y="59301"/>
                  </a:lnTo>
                  <a:lnTo>
                    <a:pt x="72215" y="62609"/>
                  </a:lnTo>
                  <a:lnTo>
                    <a:pt x="65290" y="64053"/>
                  </a:lnTo>
                  <a:lnTo>
                    <a:pt x="5740" y="75000"/>
                  </a:lnTo>
                  <a:lnTo>
                    <a:pt x="5604" y="74488"/>
                  </a:lnTo>
                  <a:lnTo>
                    <a:pt x="4966" y="71972"/>
                  </a:lnTo>
                  <a:lnTo>
                    <a:pt x="0" y="37080"/>
                  </a:lnTo>
                  <a:lnTo>
                    <a:pt x="51712" y="31444"/>
                  </a:lnTo>
                  <a:lnTo>
                    <a:pt x="59321" y="31444"/>
                  </a:lnTo>
                  <a:lnTo>
                    <a:pt x="74949" y="27717"/>
                  </a:lnTo>
                  <a:lnTo>
                    <a:pt x="92262" y="23571"/>
                  </a:lnTo>
                  <a:lnTo>
                    <a:pt x="211998" y="0"/>
                  </a:lnTo>
                  <a:lnTo>
                    <a:pt x="212090" y="465"/>
                  </a:lnTo>
                  <a:lnTo>
                    <a:pt x="212135" y="1071"/>
                  </a:lnTo>
                  <a:lnTo>
                    <a:pt x="212044" y="2142"/>
                  </a:lnTo>
                  <a:lnTo>
                    <a:pt x="211998" y="2562"/>
                  </a:lnTo>
                  <a:lnTo>
                    <a:pt x="211907" y="2981"/>
                  </a:lnTo>
                  <a:lnTo>
                    <a:pt x="211907" y="3260"/>
                  </a:lnTo>
                  <a:lnTo>
                    <a:pt x="211862" y="3726"/>
                  </a:lnTo>
                  <a:lnTo>
                    <a:pt x="211634" y="5729"/>
                  </a:lnTo>
                  <a:lnTo>
                    <a:pt x="211588" y="6149"/>
                  </a:lnTo>
                  <a:lnTo>
                    <a:pt x="211361" y="8105"/>
                  </a:lnTo>
                  <a:lnTo>
                    <a:pt x="211133" y="10248"/>
                  </a:lnTo>
                  <a:lnTo>
                    <a:pt x="211042" y="10900"/>
                  </a:lnTo>
                  <a:lnTo>
                    <a:pt x="210951" y="11739"/>
                  </a:lnTo>
                  <a:lnTo>
                    <a:pt x="210814" y="12996"/>
                  </a:lnTo>
                  <a:lnTo>
                    <a:pt x="210814" y="13276"/>
                  </a:lnTo>
                  <a:lnTo>
                    <a:pt x="210768" y="13649"/>
                  </a:lnTo>
                  <a:lnTo>
                    <a:pt x="210540" y="15559"/>
                  </a:lnTo>
                  <a:lnTo>
                    <a:pt x="209994" y="20683"/>
                  </a:lnTo>
                  <a:lnTo>
                    <a:pt x="209720" y="23571"/>
                  </a:lnTo>
                  <a:lnTo>
                    <a:pt x="209356" y="26879"/>
                  </a:lnTo>
                  <a:lnTo>
                    <a:pt x="208991" y="30233"/>
                  </a:lnTo>
                  <a:lnTo>
                    <a:pt x="208855" y="31677"/>
                  </a:lnTo>
                  <a:lnTo>
                    <a:pt x="208809" y="31863"/>
                  </a:lnTo>
                  <a:lnTo>
                    <a:pt x="208672" y="33167"/>
                  </a:lnTo>
                  <a:lnTo>
                    <a:pt x="208809" y="33307"/>
                  </a:lnTo>
                  <a:lnTo>
                    <a:pt x="209128" y="33726"/>
                  </a:lnTo>
                  <a:lnTo>
                    <a:pt x="210176" y="35124"/>
                  </a:lnTo>
                  <a:lnTo>
                    <a:pt x="210905" y="36149"/>
                  </a:lnTo>
                  <a:lnTo>
                    <a:pt x="210586" y="36661"/>
                  </a:lnTo>
                  <a:lnTo>
                    <a:pt x="210222" y="37267"/>
                  </a:lnTo>
                  <a:lnTo>
                    <a:pt x="209948" y="37733"/>
                  </a:lnTo>
                  <a:lnTo>
                    <a:pt x="209675" y="38431"/>
                  </a:lnTo>
                  <a:lnTo>
                    <a:pt x="209401" y="39084"/>
                  </a:lnTo>
                  <a:lnTo>
                    <a:pt x="209447" y="39689"/>
                  </a:lnTo>
                  <a:lnTo>
                    <a:pt x="209493" y="40528"/>
                  </a:lnTo>
                  <a:lnTo>
                    <a:pt x="209538" y="40761"/>
                  </a:lnTo>
                  <a:lnTo>
                    <a:pt x="209629" y="41366"/>
                  </a:lnTo>
                  <a:lnTo>
                    <a:pt x="209811" y="42251"/>
                  </a:lnTo>
                  <a:lnTo>
                    <a:pt x="210130" y="42717"/>
                  </a:lnTo>
                  <a:lnTo>
                    <a:pt x="212682" y="44441"/>
                  </a:lnTo>
                  <a:lnTo>
                    <a:pt x="213274" y="44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712751" y="3206145"/>
              <a:ext cx="375110" cy="624320"/>
            </a:xfrm>
            <a:custGeom>
              <a:avLst/>
              <a:pathLst>
                <a:path w="375110" h="624320">
                  <a:moveTo>
                    <a:pt x="90030" y="13183"/>
                  </a:moveTo>
                  <a:lnTo>
                    <a:pt x="89893" y="12903"/>
                  </a:lnTo>
                  <a:lnTo>
                    <a:pt x="89665" y="12484"/>
                  </a:lnTo>
                  <a:lnTo>
                    <a:pt x="89528" y="12065"/>
                  </a:lnTo>
                  <a:lnTo>
                    <a:pt x="89437" y="11785"/>
                  </a:lnTo>
                  <a:lnTo>
                    <a:pt x="89392" y="11646"/>
                  </a:lnTo>
                  <a:lnTo>
                    <a:pt x="91351" y="11552"/>
                  </a:lnTo>
                  <a:lnTo>
                    <a:pt x="91579" y="11506"/>
                  </a:lnTo>
                  <a:lnTo>
                    <a:pt x="93583" y="11413"/>
                  </a:lnTo>
                  <a:lnTo>
                    <a:pt x="94312" y="11459"/>
                  </a:lnTo>
                  <a:lnTo>
                    <a:pt x="95041" y="11319"/>
                  </a:lnTo>
                  <a:lnTo>
                    <a:pt x="95907" y="11180"/>
                  </a:lnTo>
                  <a:lnTo>
                    <a:pt x="96818" y="11180"/>
                  </a:lnTo>
                  <a:lnTo>
                    <a:pt x="98322" y="11087"/>
                  </a:lnTo>
                  <a:lnTo>
                    <a:pt x="99916" y="11133"/>
                  </a:lnTo>
                  <a:lnTo>
                    <a:pt x="101238" y="11133"/>
                  </a:lnTo>
                  <a:lnTo>
                    <a:pt x="102878" y="10993"/>
                  </a:lnTo>
                  <a:lnTo>
                    <a:pt x="105293" y="10760"/>
                  </a:lnTo>
                  <a:lnTo>
                    <a:pt x="107799" y="10574"/>
                  </a:lnTo>
                  <a:lnTo>
                    <a:pt x="111854" y="9642"/>
                  </a:lnTo>
                  <a:lnTo>
                    <a:pt x="113949" y="8990"/>
                  </a:lnTo>
                  <a:lnTo>
                    <a:pt x="117139" y="8105"/>
                  </a:lnTo>
                  <a:lnTo>
                    <a:pt x="117686" y="7965"/>
                  </a:lnTo>
                  <a:lnTo>
                    <a:pt x="119280" y="7546"/>
                  </a:lnTo>
                  <a:lnTo>
                    <a:pt x="121695" y="6801"/>
                  </a:lnTo>
                  <a:lnTo>
                    <a:pt x="123290" y="5962"/>
                  </a:lnTo>
                  <a:lnTo>
                    <a:pt x="126297" y="3540"/>
                  </a:lnTo>
                  <a:lnTo>
                    <a:pt x="128210" y="1630"/>
                  </a:lnTo>
                  <a:lnTo>
                    <a:pt x="128848" y="1257"/>
                  </a:lnTo>
                  <a:lnTo>
                    <a:pt x="129851" y="559"/>
                  </a:lnTo>
                  <a:lnTo>
                    <a:pt x="131081" y="139"/>
                  </a:lnTo>
                  <a:lnTo>
                    <a:pt x="132265" y="0"/>
                  </a:lnTo>
                  <a:lnTo>
                    <a:pt x="133723" y="186"/>
                  </a:lnTo>
                  <a:lnTo>
                    <a:pt x="134908" y="652"/>
                  </a:lnTo>
                  <a:lnTo>
                    <a:pt x="136275" y="1397"/>
                  </a:lnTo>
                  <a:lnTo>
                    <a:pt x="137733" y="2515"/>
                  </a:lnTo>
                  <a:lnTo>
                    <a:pt x="139008" y="3354"/>
                  </a:lnTo>
                  <a:lnTo>
                    <a:pt x="139510" y="3773"/>
                  </a:lnTo>
                  <a:lnTo>
                    <a:pt x="139920" y="4145"/>
                  </a:lnTo>
                  <a:lnTo>
                    <a:pt x="140558" y="5077"/>
                  </a:lnTo>
                  <a:lnTo>
                    <a:pt x="141241" y="6102"/>
                  </a:lnTo>
                  <a:lnTo>
                    <a:pt x="142016" y="6987"/>
                  </a:lnTo>
                  <a:lnTo>
                    <a:pt x="141970" y="7267"/>
                  </a:lnTo>
                  <a:lnTo>
                    <a:pt x="141879" y="7919"/>
                  </a:lnTo>
                  <a:lnTo>
                    <a:pt x="141651" y="9177"/>
                  </a:lnTo>
                  <a:lnTo>
                    <a:pt x="141651" y="9456"/>
                  </a:lnTo>
                  <a:lnTo>
                    <a:pt x="141560" y="10481"/>
                  </a:lnTo>
                  <a:lnTo>
                    <a:pt x="141560" y="10621"/>
                  </a:lnTo>
                  <a:lnTo>
                    <a:pt x="141560" y="11832"/>
                  </a:lnTo>
                  <a:lnTo>
                    <a:pt x="141560" y="12018"/>
                  </a:lnTo>
                  <a:lnTo>
                    <a:pt x="141469" y="12764"/>
                  </a:lnTo>
                  <a:lnTo>
                    <a:pt x="141469" y="13602"/>
                  </a:lnTo>
                  <a:lnTo>
                    <a:pt x="141469" y="14068"/>
                  </a:lnTo>
                  <a:lnTo>
                    <a:pt x="141514" y="14720"/>
                  </a:lnTo>
                  <a:lnTo>
                    <a:pt x="141651" y="15093"/>
                  </a:lnTo>
                  <a:lnTo>
                    <a:pt x="141924" y="15698"/>
                  </a:lnTo>
                  <a:lnTo>
                    <a:pt x="142380" y="16351"/>
                  </a:lnTo>
                  <a:lnTo>
                    <a:pt x="142653" y="16723"/>
                  </a:lnTo>
                  <a:lnTo>
                    <a:pt x="142745" y="17282"/>
                  </a:lnTo>
                  <a:lnTo>
                    <a:pt x="142745" y="17515"/>
                  </a:lnTo>
                  <a:lnTo>
                    <a:pt x="142836" y="18913"/>
                  </a:lnTo>
                  <a:lnTo>
                    <a:pt x="142927" y="19844"/>
                  </a:lnTo>
                  <a:lnTo>
                    <a:pt x="142972" y="20403"/>
                  </a:lnTo>
                  <a:lnTo>
                    <a:pt x="143018" y="20543"/>
                  </a:lnTo>
                  <a:lnTo>
                    <a:pt x="143018" y="21056"/>
                  </a:lnTo>
                  <a:lnTo>
                    <a:pt x="143155" y="21708"/>
                  </a:lnTo>
                  <a:lnTo>
                    <a:pt x="143246" y="22500"/>
                  </a:lnTo>
                  <a:lnTo>
                    <a:pt x="143337" y="22872"/>
                  </a:lnTo>
                  <a:lnTo>
                    <a:pt x="143337" y="23757"/>
                  </a:lnTo>
                  <a:lnTo>
                    <a:pt x="143382" y="24177"/>
                  </a:lnTo>
                  <a:lnTo>
                    <a:pt x="143382" y="25295"/>
                  </a:lnTo>
                  <a:lnTo>
                    <a:pt x="143291" y="25528"/>
                  </a:lnTo>
                  <a:lnTo>
                    <a:pt x="143246" y="25854"/>
                  </a:lnTo>
                  <a:lnTo>
                    <a:pt x="143291" y="26226"/>
                  </a:lnTo>
                  <a:lnTo>
                    <a:pt x="143382" y="26879"/>
                  </a:lnTo>
                  <a:lnTo>
                    <a:pt x="143565" y="27344"/>
                  </a:lnTo>
                  <a:lnTo>
                    <a:pt x="143610" y="27531"/>
                  </a:lnTo>
                  <a:lnTo>
                    <a:pt x="143747" y="28090"/>
                  </a:lnTo>
                  <a:lnTo>
                    <a:pt x="143838" y="28229"/>
                  </a:lnTo>
                  <a:lnTo>
                    <a:pt x="144248" y="28882"/>
                  </a:lnTo>
                  <a:lnTo>
                    <a:pt x="144476" y="29161"/>
                  </a:lnTo>
                  <a:lnTo>
                    <a:pt x="144613" y="29301"/>
                  </a:lnTo>
                  <a:lnTo>
                    <a:pt x="144840" y="29534"/>
                  </a:lnTo>
                  <a:lnTo>
                    <a:pt x="145114" y="29860"/>
                  </a:lnTo>
                  <a:lnTo>
                    <a:pt x="145387" y="30093"/>
                  </a:lnTo>
                  <a:lnTo>
                    <a:pt x="145569" y="30139"/>
                  </a:lnTo>
                  <a:lnTo>
                    <a:pt x="145706" y="30186"/>
                  </a:lnTo>
                  <a:lnTo>
                    <a:pt x="146071" y="30605"/>
                  </a:lnTo>
                  <a:lnTo>
                    <a:pt x="146116" y="31071"/>
                  </a:lnTo>
                  <a:lnTo>
                    <a:pt x="146344" y="31723"/>
                  </a:lnTo>
                  <a:lnTo>
                    <a:pt x="146435" y="31956"/>
                  </a:lnTo>
                  <a:lnTo>
                    <a:pt x="146435" y="32236"/>
                  </a:lnTo>
                  <a:lnTo>
                    <a:pt x="147301" y="33121"/>
                  </a:lnTo>
                  <a:lnTo>
                    <a:pt x="147437" y="33354"/>
                  </a:lnTo>
                  <a:lnTo>
                    <a:pt x="147756" y="33959"/>
                  </a:lnTo>
                  <a:lnTo>
                    <a:pt x="148759" y="35590"/>
                  </a:lnTo>
                  <a:lnTo>
                    <a:pt x="149214" y="37034"/>
                  </a:lnTo>
                  <a:lnTo>
                    <a:pt x="149351" y="37546"/>
                  </a:lnTo>
                  <a:lnTo>
                    <a:pt x="149488" y="38338"/>
                  </a:lnTo>
                  <a:lnTo>
                    <a:pt x="149715" y="39456"/>
                  </a:lnTo>
                  <a:lnTo>
                    <a:pt x="149898" y="39876"/>
                  </a:lnTo>
                  <a:lnTo>
                    <a:pt x="150126" y="40341"/>
                  </a:lnTo>
                  <a:lnTo>
                    <a:pt x="150809" y="40761"/>
                  </a:lnTo>
                  <a:lnTo>
                    <a:pt x="151310" y="40947"/>
                  </a:lnTo>
                  <a:lnTo>
                    <a:pt x="151994" y="41087"/>
                  </a:lnTo>
                  <a:lnTo>
                    <a:pt x="152221" y="41133"/>
                  </a:lnTo>
                  <a:lnTo>
                    <a:pt x="152540" y="41646"/>
                  </a:lnTo>
                  <a:lnTo>
                    <a:pt x="152723" y="42391"/>
                  </a:lnTo>
                  <a:lnTo>
                    <a:pt x="152814" y="43043"/>
                  </a:lnTo>
                  <a:lnTo>
                    <a:pt x="152859" y="43742"/>
                  </a:lnTo>
                  <a:lnTo>
                    <a:pt x="153269" y="44441"/>
                  </a:lnTo>
                  <a:lnTo>
                    <a:pt x="153634" y="44720"/>
                  </a:lnTo>
                  <a:lnTo>
                    <a:pt x="153907" y="44907"/>
                  </a:lnTo>
                  <a:lnTo>
                    <a:pt x="154181" y="45093"/>
                  </a:lnTo>
                  <a:lnTo>
                    <a:pt x="155730" y="45046"/>
                  </a:lnTo>
                  <a:lnTo>
                    <a:pt x="155912" y="45093"/>
                  </a:lnTo>
                  <a:lnTo>
                    <a:pt x="156185" y="45186"/>
                  </a:lnTo>
                  <a:lnTo>
                    <a:pt x="157324" y="45559"/>
                  </a:lnTo>
                  <a:lnTo>
                    <a:pt x="159375" y="45652"/>
                  </a:lnTo>
                  <a:lnTo>
                    <a:pt x="159648" y="45745"/>
                  </a:lnTo>
                  <a:lnTo>
                    <a:pt x="159921" y="45838"/>
                  </a:lnTo>
                  <a:lnTo>
                    <a:pt x="161197" y="46397"/>
                  </a:lnTo>
                  <a:lnTo>
                    <a:pt x="162154" y="47282"/>
                  </a:lnTo>
                  <a:lnTo>
                    <a:pt x="162655" y="47888"/>
                  </a:lnTo>
                  <a:lnTo>
                    <a:pt x="162928" y="48214"/>
                  </a:lnTo>
                  <a:lnTo>
                    <a:pt x="164295" y="50031"/>
                  </a:lnTo>
                  <a:lnTo>
                    <a:pt x="164660" y="50823"/>
                  </a:lnTo>
                  <a:lnTo>
                    <a:pt x="165206" y="51987"/>
                  </a:lnTo>
                  <a:lnTo>
                    <a:pt x="165298" y="52686"/>
                  </a:lnTo>
                  <a:lnTo>
                    <a:pt x="165343" y="52872"/>
                  </a:lnTo>
                  <a:lnTo>
                    <a:pt x="165708" y="54084"/>
                  </a:lnTo>
                  <a:lnTo>
                    <a:pt x="166346" y="54736"/>
                  </a:lnTo>
                  <a:lnTo>
                    <a:pt x="166938" y="55202"/>
                  </a:lnTo>
                  <a:lnTo>
                    <a:pt x="167166" y="55388"/>
                  </a:lnTo>
                  <a:lnTo>
                    <a:pt x="167393" y="55574"/>
                  </a:lnTo>
                  <a:lnTo>
                    <a:pt x="167895" y="55900"/>
                  </a:lnTo>
                  <a:lnTo>
                    <a:pt x="168077" y="56087"/>
                  </a:lnTo>
                  <a:lnTo>
                    <a:pt x="168624" y="56692"/>
                  </a:lnTo>
                  <a:lnTo>
                    <a:pt x="169034" y="57065"/>
                  </a:lnTo>
                  <a:lnTo>
                    <a:pt x="169216" y="57251"/>
                  </a:lnTo>
                  <a:lnTo>
                    <a:pt x="170173" y="58090"/>
                  </a:lnTo>
                  <a:lnTo>
                    <a:pt x="171631" y="59022"/>
                  </a:lnTo>
                  <a:lnTo>
                    <a:pt x="172496" y="59534"/>
                  </a:lnTo>
                  <a:lnTo>
                    <a:pt x="173544" y="60559"/>
                  </a:lnTo>
                  <a:lnTo>
                    <a:pt x="174045" y="61071"/>
                  </a:lnTo>
                  <a:lnTo>
                    <a:pt x="174729" y="61956"/>
                  </a:lnTo>
                  <a:lnTo>
                    <a:pt x="175412" y="62702"/>
                  </a:lnTo>
                  <a:lnTo>
                    <a:pt x="175731" y="63773"/>
                  </a:lnTo>
                  <a:lnTo>
                    <a:pt x="175777" y="63913"/>
                  </a:lnTo>
                  <a:lnTo>
                    <a:pt x="175868" y="64425"/>
                  </a:lnTo>
                  <a:lnTo>
                    <a:pt x="176096" y="65310"/>
                  </a:lnTo>
                  <a:lnTo>
                    <a:pt x="176415" y="65590"/>
                  </a:lnTo>
                  <a:lnTo>
                    <a:pt x="176597" y="65730"/>
                  </a:lnTo>
                  <a:lnTo>
                    <a:pt x="176916" y="66615"/>
                  </a:lnTo>
                  <a:lnTo>
                    <a:pt x="176870" y="67127"/>
                  </a:lnTo>
                  <a:lnTo>
                    <a:pt x="176460" y="67500"/>
                  </a:lnTo>
                  <a:lnTo>
                    <a:pt x="176050" y="68012"/>
                  </a:lnTo>
                  <a:lnTo>
                    <a:pt x="175777" y="68292"/>
                  </a:lnTo>
                  <a:lnTo>
                    <a:pt x="175640" y="68478"/>
                  </a:lnTo>
                  <a:lnTo>
                    <a:pt x="175412" y="68665"/>
                  </a:lnTo>
                  <a:lnTo>
                    <a:pt x="175139" y="68991"/>
                  </a:lnTo>
                  <a:lnTo>
                    <a:pt x="175048" y="69130"/>
                  </a:lnTo>
                  <a:lnTo>
                    <a:pt x="174137" y="70015"/>
                  </a:lnTo>
                  <a:lnTo>
                    <a:pt x="173408" y="70202"/>
                  </a:lnTo>
                  <a:lnTo>
                    <a:pt x="173180" y="70621"/>
                  </a:lnTo>
                  <a:lnTo>
                    <a:pt x="173180" y="71227"/>
                  </a:lnTo>
                  <a:lnTo>
                    <a:pt x="173362" y="71692"/>
                  </a:lnTo>
                  <a:lnTo>
                    <a:pt x="173544" y="71786"/>
                  </a:lnTo>
                  <a:lnTo>
                    <a:pt x="173909" y="72019"/>
                  </a:lnTo>
                  <a:lnTo>
                    <a:pt x="174364" y="72205"/>
                  </a:lnTo>
                  <a:lnTo>
                    <a:pt x="174592" y="72438"/>
                  </a:lnTo>
                  <a:lnTo>
                    <a:pt x="174957" y="73323"/>
                  </a:lnTo>
                  <a:lnTo>
                    <a:pt x="174820" y="73556"/>
                  </a:lnTo>
                  <a:lnTo>
                    <a:pt x="174319" y="74394"/>
                  </a:lnTo>
                  <a:lnTo>
                    <a:pt x="174091" y="75186"/>
                  </a:lnTo>
                  <a:lnTo>
                    <a:pt x="174456" y="75699"/>
                  </a:lnTo>
                  <a:lnTo>
                    <a:pt x="174957" y="76258"/>
                  </a:lnTo>
                  <a:lnTo>
                    <a:pt x="175139" y="76770"/>
                  </a:lnTo>
                  <a:lnTo>
                    <a:pt x="175321" y="77236"/>
                  </a:lnTo>
                  <a:lnTo>
                    <a:pt x="175412" y="77748"/>
                  </a:lnTo>
                  <a:lnTo>
                    <a:pt x="175777" y="78401"/>
                  </a:lnTo>
                  <a:lnTo>
                    <a:pt x="176005" y="79286"/>
                  </a:lnTo>
                  <a:lnTo>
                    <a:pt x="176096" y="79984"/>
                  </a:lnTo>
                  <a:lnTo>
                    <a:pt x="176050" y="80730"/>
                  </a:lnTo>
                  <a:lnTo>
                    <a:pt x="176005" y="81056"/>
                  </a:lnTo>
                  <a:lnTo>
                    <a:pt x="176141" y="81708"/>
                  </a:lnTo>
                  <a:lnTo>
                    <a:pt x="176415" y="81941"/>
                  </a:lnTo>
                  <a:lnTo>
                    <a:pt x="176734" y="82174"/>
                  </a:lnTo>
                  <a:lnTo>
                    <a:pt x="177508" y="82314"/>
                  </a:lnTo>
                  <a:lnTo>
                    <a:pt x="178055" y="82547"/>
                  </a:lnTo>
                  <a:lnTo>
                    <a:pt x="178465" y="82686"/>
                  </a:lnTo>
                  <a:lnTo>
                    <a:pt x="179057" y="83012"/>
                  </a:lnTo>
                  <a:lnTo>
                    <a:pt x="179741" y="83199"/>
                  </a:lnTo>
                  <a:lnTo>
                    <a:pt x="179969" y="83478"/>
                  </a:lnTo>
                  <a:lnTo>
                    <a:pt x="180697" y="84410"/>
                  </a:lnTo>
                  <a:lnTo>
                    <a:pt x="181108" y="84922"/>
                  </a:lnTo>
                  <a:lnTo>
                    <a:pt x="181335" y="85435"/>
                  </a:lnTo>
                  <a:lnTo>
                    <a:pt x="181426" y="85807"/>
                  </a:lnTo>
                  <a:lnTo>
                    <a:pt x="181700" y="86273"/>
                  </a:lnTo>
                  <a:lnTo>
                    <a:pt x="182064" y="86646"/>
                  </a:lnTo>
                  <a:lnTo>
                    <a:pt x="182657" y="87112"/>
                  </a:lnTo>
                  <a:lnTo>
                    <a:pt x="182884" y="87391"/>
                  </a:lnTo>
                  <a:lnTo>
                    <a:pt x="183249" y="87717"/>
                  </a:lnTo>
                  <a:lnTo>
                    <a:pt x="183796" y="88230"/>
                  </a:lnTo>
                  <a:lnTo>
                    <a:pt x="184160" y="88649"/>
                  </a:lnTo>
                  <a:lnTo>
                    <a:pt x="184434" y="88882"/>
                  </a:lnTo>
                  <a:lnTo>
                    <a:pt x="184616" y="89022"/>
                  </a:lnTo>
                  <a:lnTo>
                    <a:pt x="184798" y="89394"/>
                  </a:lnTo>
                  <a:lnTo>
                    <a:pt x="184935" y="89860"/>
                  </a:lnTo>
                  <a:lnTo>
                    <a:pt x="185254" y="90512"/>
                  </a:lnTo>
                  <a:lnTo>
                    <a:pt x="185390" y="91071"/>
                  </a:lnTo>
                  <a:lnTo>
                    <a:pt x="186028" y="91724"/>
                  </a:lnTo>
                  <a:lnTo>
                    <a:pt x="186484" y="92329"/>
                  </a:lnTo>
                  <a:lnTo>
                    <a:pt x="186848" y="92748"/>
                  </a:lnTo>
                  <a:lnTo>
                    <a:pt x="186985" y="92981"/>
                  </a:lnTo>
                  <a:lnTo>
                    <a:pt x="186939" y="93680"/>
                  </a:lnTo>
                  <a:lnTo>
                    <a:pt x="186803" y="94099"/>
                  </a:lnTo>
                  <a:lnTo>
                    <a:pt x="186757" y="94985"/>
                  </a:lnTo>
                  <a:lnTo>
                    <a:pt x="186393" y="95823"/>
                  </a:lnTo>
                  <a:lnTo>
                    <a:pt x="186210" y="96149"/>
                  </a:lnTo>
                  <a:lnTo>
                    <a:pt x="185800" y="96801"/>
                  </a:lnTo>
                  <a:lnTo>
                    <a:pt x="185664" y="97127"/>
                  </a:lnTo>
                  <a:lnTo>
                    <a:pt x="185527" y="98478"/>
                  </a:lnTo>
                  <a:lnTo>
                    <a:pt x="185527" y="99550"/>
                  </a:lnTo>
                  <a:lnTo>
                    <a:pt x="185800" y="100808"/>
                  </a:lnTo>
                  <a:lnTo>
                    <a:pt x="186165" y="101926"/>
                  </a:lnTo>
                  <a:lnTo>
                    <a:pt x="186165" y="102252"/>
                  </a:lnTo>
                  <a:lnTo>
                    <a:pt x="186210" y="102764"/>
                  </a:lnTo>
                  <a:lnTo>
                    <a:pt x="186302" y="103556"/>
                  </a:lnTo>
                  <a:lnTo>
                    <a:pt x="186028" y="104162"/>
                  </a:lnTo>
                  <a:lnTo>
                    <a:pt x="185573" y="104860"/>
                  </a:lnTo>
                  <a:lnTo>
                    <a:pt x="184889" y="105093"/>
                  </a:lnTo>
                  <a:lnTo>
                    <a:pt x="184434" y="106072"/>
                  </a:lnTo>
                  <a:lnTo>
                    <a:pt x="183978" y="106817"/>
                  </a:lnTo>
                  <a:lnTo>
                    <a:pt x="184069" y="107516"/>
                  </a:lnTo>
                  <a:lnTo>
                    <a:pt x="184342" y="109006"/>
                  </a:lnTo>
                  <a:lnTo>
                    <a:pt x="184525" y="111009"/>
                  </a:lnTo>
                  <a:lnTo>
                    <a:pt x="184525" y="112081"/>
                  </a:lnTo>
                  <a:lnTo>
                    <a:pt x="184525" y="112547"/>
                  </a:lnTo>
                  <a:lnTo>
                    <a:pt x="184707" y="112966"/>
                  </a:lnTo>
                  <a:lnTo>
                    <a:pt x="185163" y="113432"/>
                  </a:lnTo>
                  <a:lnTo>
                    <a:pt x="185892" y="113758"/>
                  </a:lnTo>
                  <a:lnTo>
                    <a:pt x="186529" y="113991"/>
                  </a:lnTo>
                  <a:lnTo>
                    <a:pt x="186712" y="114317"/>
                  </a:lnTo>
                  <a:lnTo>
                    <a:pt x="186712" y="114690"/>
                  </a:lnTo>
                  <a:lnTo>
                    <a:pt x="186712" y="115342"/>
                  </a:lnTo>
                  <a:lnTo>
                    <a:pt x="186712" y="115994"/>
                  </a:lnTo>
                  <a:lnTo>
                    <a:pt x="186712" y="116134"/>
                  </a:lnTo>
                  <a:lnTo>
                    <a:pt x="186757" y="116553"/>
                  </a:lnTo>
                  <a:lnTo>
                    <a:pt x="187031" y="116832"/>
                  </a:lnTo>
                  <a:lnTo>
                    <a:pt x="187258" y="117159"/>
                  </a:lnTo>
                  <a:lnTo>
                    <a:pt x="187486" y="117671"/>
                  </a:lnTo>
                  <a:lnTo>
                    <a:pt x="187896" y="117997"/>
                  </a:lnTo>
                  <a:lnTo>
                    <a:pt x="188124" y="118044"/>
                  </a:lnTo>
                  <a:lnTo>
                    <a:pt x="188580" y="118230"/>
                  </a:lnTo>
                  <a:lnTo>
                    <a:pt x="188990" y="118416"/>
                  </a:lnTo>
                  <a:lnTo>
                    <a:pt x="189400" y="118649"/>
                  </a:lnTo>
                  <a:lnTo>
                    <a:pt x="189719" y="118742"/>
                  </a:lnTo>
                  <a:lnTo>
                    <a:pt x="189992" y="118975"/>
                  </a:lnTo>
                  <a:lnTo>
                    <a:pt x="190038" y="119255"/>
                  </a:lnTo>
                  <a:lnTo>
                    <a:pt x="189673" y="119907"/>
                  </a:lnTo>
                  <a:lnTo>
                    <a:pt x="189491" y="120373"/>
                  </a:lnTo>
                  <a:lnTo>
                    <a:pt x="189126" y="121025"/>
                  </a:lnTo>
                  <a:lnTo>
                    <a:pt x="188944" y="121677"/>
                  </a:lnTo>
                  <a:lnTo>
                    <a:pt x="188580" y="122096"/>
                  </a:lnTo>
                  <a:lnTo>
                    <a:pt x="188170" y="122888"/>
                  </a:lnTo>
                  <a:lnTo>
                    <a:pt x="187441" y="123075"/>
                  </a:lnTo>
                  <a:lnTo>
                    <a:pt x="186894" y="123215"/>
                  </a:lnTo>
                  <a:lnTo>
                    <a:pt x="186393" y="123541"/>
                  </a:lnTo>
                  <a:lnTo>
                    <a:pt x="186028" y="123913"/>
                  </a:lnTo>
                  <a:lnTo>
                    <a:pt x="185709" y="124333"/>
                  </a:lnTo>
                  <a:lnTo>
                    <a:pt x="185527" y="124752"/>
                  </a:lnTo>
                  <a:lnTo>
                    <a:pt x="185573" y="125031"/>
                  </a:lnTo>
                  <a:lnTo>
                    <a:pt x="185664" y="125497"/>
                  </a:lnTo>
                  <a:lnTo>
                    <a:pt x="186119" y="126056"/>
                  </a:lnTo>
                  <a:lnTo>
                    <a:pt x="187031" y="126708"/>
                  </a:lnTo>
                  <a:lnTo>
                    <a:pt x="187167" y="126895"/>
                  </a:lnTo>
                  <a:lnTo>
                    <a:pt x="187441" y="127174"/>
                  </a:lnTo>
                  <a:lnTo>
                    <a:pt x="187532" y="127360"/>
                  </a:lnTo>
                  <a:lnTo>
                    <a:pt x="187851" y="128385"/>
                  </a:lnTo>
                  <a:lnTo>
                    <a:pt x="187851" y="128758"/>
                  </a:lnTo>
                  <a:lnTo>
                    <a:pt x="188033" y="129177"/>
                  </a:lnTo>
                  <a:lnTo>
                    <a:pt x="188215" y="129457"/>
                  </a:lnTo>
                  <a:lnTo>
                    <a:pt x="188489" y="129829"/>
                  </a:lnTo>
                  <a:lnTo>
                    <a:pt x="188534" y="130062"/>
                  </a:lnTo>
                  <a:lnTo>
                    <a:pt x="188807" y="130388"/>
                  </a:lnTo>
                  <a:lnTo>
                    <a:pt x="189218" y="130715"/>
                  </a:lnTo>
                  <a:lnTo>
                    <a:pt x="189582" y="130994"/>
                  </a:lnTo>
                  <a:lnTo>
                    <a:pt x="189719" y="131180"/>
                  </a:lnTo>
                  <a:lnTo>
                    <a:pt x="190038" y="131460"/>
                  </a:lnTo>
                  <a:lnTo>
                    <a:pt x="190539" y="132438"/>
                  </a:lnTo>
                  <a:lnTo>
                    <a:pt x="190858" y="133184"/>
                  </a:lnTo>
                  <a:lnTo>
                    <a:pt x="191222" y="134255"/>
                  </a:lnTo>
                  <a:lnTo>
                    <a:pt x="191587" y="134861"/>
                  </a:lnTo>
                  <a:lnTo>
                    <a:pt x="191723" y="135513"/>
                  </a:lnTo>
                  <a:lnTo>
                    <a:pt x="191769" y="135979"/>
                  </a:lnTo>
                  <a:lnTo>
                    <a:pt x="191769" y="136305"/>
                  </a:lnTo>
                  <a:lnTo>
                    <a:pt x="191906" y="137190"/>
                  </a:lnTo>
                  <a:lnTo>
                    <a:pt x="192179" y="138541"/>
                  </a:lnTo>
                  <a:lnTo>
                    <a:pt x="192179" y="140031"/>
                  </a:lnTo>
                  <a:lnTo>
                    <a:pt x="191405" y="141708"/>
                  </a:lnTo>
                  <a:lnTo>
                    <a:pt x="191313" y="142733"/>
                  </a:lnTo>
                  <a:lnTo>
                    <a:pt x="191359" y="143339"/>
                  </a:lnTo>
                  <a:lnTo>
                    <a:pt x="191313" y="144364"/>
                  </a:lnTo>
                  <a:lnTo>
                    <a:pt x="191450" y="145249"/>
                  </a:lnTo>
                  <a:lnTo>
                    <a:pt x="191496" y="146553"/>
                  </a:lnTo>
                  <a:lnTo>
                    <a:pt x="191268" y="148044"/>
                  </a:lnTo>
                  <a:lnTo>
                    <a:pt x="191131" y="148976"/>
                  </a:lnTo>
                  <a:lnTo>
                    <a:pt x="190903" y="149814"/>
                  </a:lnTo>
                  <a:lnTo>
                    <a:pt x="190630" y="150420"/>
                  </a:lnTo>
                  <a:lnTo>
                    <a:pt x="190584" y="150606"/>
                  </a:lnTo>
                  <a:lnTo>
                    <a:pt x="190357" y="151212"/>
                  </a:lnTo>
                  <a:lnTo>
                    <a:pt x="189855" y="152469"/>
                  </a:lnTo>
                  <a:lnTo>
                    <a:pt x="190265" y="152795"/>
                  </a:lnTo>
                  <a:lnTo>
                    <a:pt x="190539" y="153168"/>
                  </a:lnTo>
                  <a:lnTo>
                    <a:pt x="189764" y="154566"/>
                  </a:lnTo>
                  <a:lnTo>
                    <a:pt x="189628" y="155684"/>
                  </a:lnTo>
                  <a:lnTo>
                    <a:pt x="189354" y="156988"/>
                  </a:lnTo>
                  <a:lnTo>
                    <a:pt x="189218" y="158386"/>
                  </a:lnTo>
                  <a:lnTo>
                    <a:pt x="188990" y="158805"/>
                  </a:lnTo>
                  <a:lnTo>
                    <a:pt x="188443" y="160342"/>
                  </a:lnTo>
                  <a:lnTo>
                    <a:pt x="189172" y="160435"/>
                  </a:lnTo>
                  <a:lnTo>
                    <a:pt x="189992" y="159643"/>
                  </a:lnTo>
                  <a:lnTo>
                    <a:pt x="190584" y="158945"/>
                  </a:lnTo>
                  <a:lnTo>
                    <a:pt x="190767" y="158572"/>
                  </a:lnTo>
                  <a:lnTo>
                    <a:pt x="191541" y="156848"/>
                  </a:lnTo>
                  <a:lnTo>
                    <a:pt x="192999" y="157966"/>
                  </a:lnTo>
                  <a:lnTo>
                    <a:pt x="194503" y="159084"/>
                  </a:lnTo>
                  <a:lnTo>
                    <a:pt x="194822" y="159038"/>
                  </a:lnTo>
                  <a:lnTo>
                    <a:pt x="195323" y="158712"/>
                  </a:lnTo>
                  <a:lnTo>
                    <a:pt x="196507" y="157547"/>
                  </a:lnTo>
                  <a:lnTo>
                    <a:pt x="198375" y="158945"/>
                  </a:lnTo>
                  <a:lnTo>
                    <a:pt x="198877" y="160202"/>
                  </a:lnTo>
                  <a:lnTo>
                    <a:pt x="198922" y="160342"/>
                  </a:lnTo>
                  <a:lnTo>
                    <a:pt x="199423" y="160715"/>
                  </a:lnTo>
                  <a:lnTo>
                    <a:pt x="199515" y="160854"/>
                  </a:lnTo>
                  <a:lnTo>
                    <a:pt x="199697" y="161041"/>
                  </a:lnTo>
                  <a:lnTo>
                    <a:pt x="202066" y="163277"/>
                  </a:lnTo>
                  <a:lnTo>
                    <a:pt x="202749" y="163556"/>
                  </a:lnTo>
                  <a:lnTo>
                    <a:pt x="202704" y="163696"/>
                  </a:lnTo>
                  <a:lnTo>
                    <a:pt x="204663" y="164255"/>
                  </a:lnTo>
                  <a:lnTo>
                    <a:pt x="205392" y="164535"/>
                  </a:lnTo>
                  <a:lnTo>
                    <a:pt x="206075" y="164814"/>
                  </a:lnTo>
                  <a:lnTo>
                    <a:pt x="206394" y="164907"/>
                  </a:lnTo>
                  <a:lnTo>
                    <a:pt x="208581" y="165420"/>
                  </a:lnTo>
                  <a:lnTo>
                    <a:pt x="209265" y="165699"/>
                  </a:lnTo>
                  <a:lnTo>
                    <a:pt x="211042" y="167143"/>
                  </a:lnTo>
                  <a:lnTo>
                    <a:pt x="212408" y="168355"/>
                  </a:lnTo>
                  <a:lnTo>
                    <a:pt x="214049" y="169845"/>
                  </a:lnTo>
                  <a:lnTo>
                    <a:pt x="214322" y="170125"/>
                  </a:lnTo>
                  <a:lnTo>
                    <a:pt x="214504" y="170218"/>
                  </a:lnTo>
                  <a:lnTo>
                    <a:pt x="214914" y="170591"/>
                  </a:lnTo>
                  <a:lnTo>
                    <a:pt x="217466" y="173432"/>
                  </a:lnTo>
                  <a:lnTo>
                    <a:pt x="217648" y="173292"/>
                  </a:lnTo>
                  <a:lnTo>
                    <a:pt x="217830" y="173432"/>
                  </a:lnTo>
                  <a:lnTo>
                    <a:pt x="218195" y="173665"/>
                  </a:lnTo>
                  <a:lnTo>
                    <a:pt x="218650" y="173945"/>
                  </a:lnTo>
                  <a:lnTo>
                    <a:pt x="219288" y="174504"/>
                  </a:lnTo>
                  <a:lnTo>
                    <a:pt x="219471" y="174690"/>
                  </a:lnTo>
                  <a:lnTo>
                    <a:pt x="221384" y="173199"/>
                  </a:lnTo>
                  <a:lnTo>
                    <a:pt x="222797" y="174969"/>
                  </a:lnTo>
                  <a:lnTo>
                    <a:pt x="224847" y="176926"/>
                  </a:lnTo>
                  <a:lnTo>
                    <a:pt x="225211" y="177299"/>
                  </a:lnTo>
                  <a:lnTo>
                    <a:pt x="227717" y="179674"/>
                  </a:lnTo>
                  <a:lnTo>
                    <a:pt x="227307" y="180187"/>
                  </a:lnTo>
                  <a:lnTo>
                    <a:pt x="229175" y="181491"/>
                  </a:lnTo>
                  <a:lnTo>
                    <a:pt x="227717" y="183308"/>
                  </a:lnTo>
                  <a:lnTo>
                    <a:pt x="228628" y="183914"/>
                  </a:lnTo>
                  <a:lnTo>
                    <a:pt x="229722" y="184333"/>
                  </a:lnTo>
                  <a:lnTo>
                    <a:pt x="231043" y="184426"/>
                  </a:lnTo>
                  <a:lnTo>
                    <a:pt x="232410" y="184240"/>
                  </a:lnTo>
                  <a:lnTo>
                    <a:pt x="233640" y="183774"/>
                  </a:lnTo>
                  <a:lnTo>
                    <a:pt x="234962" y="182796"/>
                  </a:lnTo>
                  <a:lnTo>
                    <a:pt x="236374" y="184007"/>
                  </a:lnTo>
                  <a:lnTo>
                    <a:pt x="233959" y="186616"/>
                  </a:lnTo>
                  <a:lnTo>
                    <a:pt x="235554" y="188106"/>
                  </a:lnTo>
                  <a:lnTo>
                    <a:pt x="235417" y="188246"/>
                  </a:lnTo>
                  <a:lnTo>
                    <a:pt x="235782" y="188572"/>
                  </a:lnTo>
                  <a:lnTo>
                    <a:pt x="236830" y="191181"/>
                  </a:lnTo>
                  <a:lnTo>
                    <a:pt x="237240" y="191600"/>
                  </a:lnTo>
                  <a:lnTo>
                    <a:pt x="237376" y="191693"/>
                  </a:lnTo>
                  <a:lnTo>
                    <a:pt x="236966" y="192112"/>
                  </a:lnTo>
                  <a:lnTo>
                    <a:pt x="237695" y="192718"/>
                  </a:lnTo>
                  <a:lnTo>
                    <a:pt x="237194" y="193277"/>
                  </a:lnTo>
                  <a:lnTo>
                    <a:pt x="243436" y="198541"/>
                  </a:lnTo>
                  <a:lnTo>
                    <a:pt x="243937" y="198541"/>
                  </a:lnTo>
                  <a:lnTo>
                    <a:pt x="244803" y="199519"/>
                  </a:lnTo>
                  <a:lnTo>
                    <a:pt x="245076" y="199799"/>
                  </a:lnTo>
                  <a:lnTo>
                    <a:pt x="245577" y="199985"/>
                  </a:lnTo>
                  <a:lnTo>
                    <a:pt x="246899" y="201290"/>
                  </a:lnTo>
                  <a:lnTo>
                    <a:pt x="247309" y="201476"/>
                  </a:lnTo>
                  <a:lnTo>
                    <a:pt x="248539" y="202687"/>
                  </a:lnTo>
                  <a:lnTo>
                    <a:pt x="248311" y="202920"/>
                  </a:lnTo>
                  <a:lnTo>
                    <a:pt x="248038" y="203153"/>
                  </a:lnTo>
                  <a:lnTo>
                    <a:pt x="248539" y="203013"/>
                  </a:lnTo>
                  <a:lnTo>
                    <a:pt x="248858" y="202967"/>
                  </a:lnTo>
                  <a:lnTo>
                    <a:pt x="249222" y="202873"/>
                  </a:lnTo>
                  <a:lnTo>
                    <a:pt x="249541" y="202827"/>
                  </a:lnTo>
                  <a:lnTo>
                    <a:pt x="249906" y="202827"/>
                  </a:lnTo>
                  <a:lnTo>
                    <a:pt x="250225" y="202873"/>
                  </a:lnTo>
                  <a:lnTo>
                    <a:pt x="250544" y="202920"/>
                  </a:lnTo>
                  <a:lnTo>
                    <a:pt x="250680" y="202920"/>
                  </a:lnTo>
                  <a:lnTo>
                    <a:pt x="250908" y="202967"/>
                  </a:lnTo>
                  <a:lnTo>
                    <a:pt x="251090" y="203013"/>
                  </a:lnTo>
                  <a:lnTo>
                    <a:pt x="251227" y="203060"/>
                  </a:lnTo>
                  <a:lnTo>
                    <a:pt x="251546" y="203153"/>
                  </a:lnTo>
                  <a:lnTo>
                    <a:pt x="252412" y="203432"/>
                  </a:lnTo>
                  <a:lnTo>
                    <a:pt x="252776" y="203665"/>
                  </a:lnTo>
                  <a:lnTo>
                    <a:pt x="253277" y="204364"/>
                  </a:lnTo>
                  <a:lnTo>
                    <a:pt x="254006" y="205482"/>
                  </a:lnTo>
                  <a:lnTo>
                    <a:pt x="255601" y="205622"/>
                  </a:lnTo>
                  <a:lnTo>
                    <a:pt x="256239" y="205668"/>
                  </a:lnTo>
                  <a:lnTo>
                    <a:pt x="266308" y="206647"/>
                  </a:lnTo>
                  <a:lnTo>
                    <a:pt x="266263" y="207951"/>
                  </a:lnTo>
                  <a:lnTo>
                    <a:pt x="266627" y="207998"/>
                  </a:lnTo>
                  <a:lnTo>
                    <a:pt x="266900" y="207998"/>
                  </a:lnTo>
                  <a:lnTo>
                    <a:pt x="267219" y="208044"/>
                  </a:lnTo>
                  <a:lnTo>
                    <a:pt x="267812" y="208091"/>
                  </a:lnTo>
                  <a:lnTo>
                    <a:pt x="268039" y="208137"/>
                  </a:lnTo>
                  <a:lnTo>
                    <a:pt x="268267" y="208137"/>
                  </a:lnTo>
                  <a:lnTo>
                    <a:pt x="268541" y="208184"/>
                  </a:lnTo>
                  <a:lnTo>
                    <a:pt x="268449" y="209302"/>
                  </a:lnTo>
                  <a:lnTo>
                    <a:pt x="270955" y="209535"/>
                  </a:lnTo>
                  <a:lnTo>
                    <a:pt x="271912" y="209628"/>
                  </a:lnTo>
                  <a:lnTo>
                    <a:pt x="272003" y="210327"/>
                  </a:lnTo>
                  <a:lnTo>
                    <a:pt x="272094" y="210839"/>
                  </a:lnTo>
                  <a:lnTo>
                    <a:pt x="271320" y="211212"/>
                  </a:lnTo>
                  <a:lnTo>
                    <a:pt x="271138" y="211352"/>
                  </a:lnTo>
                  <a:lnTo>
                    <a:pt x="271548" y="212097"/>
                  </a:lnTo>
                  <a:lnTo>
                    <a:pt x="270500" y="212982"/>
                  </a:lnTo>
                  <a:lnTo>
                    <a:pt x="268495" y="214799"/>
                  </a:lnTo>
                  <a:lnTo>
                    <a:pt x="267948" y="215591"/>
                  </a:lnTo>
                  <a:lnTo>
                    <a:pt x="265944" y="215078"/>
                  </a:lnTo>
                  <a:lnTo>
                    <a:pt x="265351" y="214939"/>
                  </a:lnTo>
                  <a:lnTo>
                    <a:pt x="265078" y="215544"/>
                  </a:lnTo>
                  <a:lnTo>
                    <a:pt x="264713" y="215824"/>
                  </a:lnTo>
                  <a:lnTo>
                    <a:pt x="264531" y="215917"/>
                  </a:lnTo>
                  <a:lnTo>
                    <a:pt x="263802" y="216383"/>
                  </a:lnTo>
                  <a:lnTo>
                    <a:pt x="263301" y="216849"/>
                  </a:lnTo>
                  <a:lnTo>
                    <a:pt x="260886" y="218432"/>
                  </a:lnTo>
                  <a:lnTo>
                    <a:pt x="257378" y="220901"/>
                  </a:lnTo>
                  <a:lnTo>
                    <a:pt x="255920" y="221926"/>
                  </a:lnTo>
                  <a:lnTo>
                    <a:pt x="252229" y="224395"/>
                  </a:lnTo>
                  <a:lnTo>
                    <a:pt x="251683" y="224768"/>
                  </a:lnTo>
                  <a:lnTo>
                    <a:pt x="250589" y="225327"/>
                  </a:lnTo>
                  <a:lnTo>
                    <a:pt x="250316" y="225467"/>
                  </a:lnTo>
                  <a:lnTo>
                    <a:pt x="249131" y="225420"/>
                  </a:lnTo>
                  <a:lnTo>
                    <a:pt x="247400" y="224861"/>
                  </a:lnTo>
                  <a:lnTo>
                    <a:pt x="246261" y="224442"/>
                  </a:lnTo>
                  <a:lnTo>
                    <a:pt x="244484" y="224023"/>
                  </a:lnTo>
                  <a:lnTo>
                    <a:pt x="244165" y="224582"/>
                  </a:lnTo>
                  <a:lnTo>
                    <a:pt x="243801" y="225234"/>
                  </a:lnTo>
                  <a:lnTo>
                    <a:pt x="242251" y="227796"/>
                  </a:lnTo>
                  <a:lnTo>
                    <a:pt x="240383" y="227190"/>
                  </a:lnTo>
                  <a:lnTo>
                    <a:pt x="239791" y="227051"/>
                  </a:lnTo>
                  <a:lnTo>
                    <a:pt x="238515" y="226585"/>
                  </a:lnTo>
                  <a:lnTo>
                    <a:pt x="238151" y="227610"/>
                  </a:lnTo>
                  <a:lnTo>
                    <a:pt x="237832" y="227516"/>
                  </a:lnTo>
                  <a:lnTo>
                    <a:pt x="237559" y="228355"/>
                  </a:lnTo>
                  <a:lnTo>
                    <a:pt x="237422" y="228355"/>
                  </a:lnTo>
                  <a:lnTo>
                    <a:pt x="237194" y="228448"/>
                  </a:lnTo>
                  <a:lnTo>
                    <a:pt x="236374" y="228867"/>
                  </a:lnTo>
                  <a:lnTo>
                    <a:pt x="235964" y="229007"/>
                  </a:lnTo>
                  <a:lnTo>
                    <a:pt x="235827" y="229054"/>
                  </a:lnTo>
                  <a:lnTo>
                    <a:pt x="235554" y="229193"/>
                  </a:lnTo>
                  <a:lnTo>
                    <a:pt x="235281" y="229287"/>
                  </a:lnTo>
                  <a:lnTo>
                    <a:pt x="235007" y="229054"/>
                  </a:lnTo>
                  <a:lnTo>
                    <a:pt x="234734" y="228821"/>
                  </a:lnTo>
                  <a:lnTo>
                    <a:pt x="234506" y="228355"/>
                  </a:lnTo>
                  <a:lnTo>
                    <a:pt x="234278" y="227982"/>
                  </a:lnTo>
                  <a:lnTo>
                    <a:pt x="234141" y="227796"/>
                  </a:lnTo>
                  <a:lnTo>
                    <a:pt x="234415" y="227377"/>
                  </a:lnTo>
                  <a:lnTo>
                    <a:pt x="232319" y="226538"/>
                  </a:lnTo>
                  <a:lnTo>
                    <a:pt x="233731" y="222392"/>
                  </a:lnTo>
                  <a:lnTo>
                    <a:pt x="232683" y="222299"/>
                  </a:lnTo>
                  <a:lnTo>
                    <a:pt x="231772" y="222206"/>
                  </a:lnTo>
                  <a:lnTo>
                    <a:pt x="229175" y="221740"/>
                  </a:lnTo>
                  <a:lnTo>
                    <a:pt x="227034" y="226445"/>
                  </a:lnTo>
                  <a:lnTo>
                    <a:pt x="226259" y="225933"/>
                  </a:lnTo>
                  <a:lnTo>
                    <a:pt x="221658" y="224069"/>
                  </a:lnTo>
                  <a:lnTo>
                    <a:pt x="220336" y="227563"/>
                  </a:lnTo>
                  <a:lnTo>
                    <a:pt x="215962" y="226352"/>
                  </a:lnTo>
                  <a:lnTo>
                    <a:pt x="215780" y="226911"/>
                  </a:lnTo>
                  <a:lnTo>
                    <a:pt x="214368" y="226492"/>
                  </a:lnTo>
                  <a:lnTo>
                    <a:pt x="214049" y="226398"/>
                  </a:lnTo>
                  <a:lnTo>
                    <a:pt x="213639" y="226538"/>
                  </a:lnTo>
                  <a:lnTo>
                    <a:pt x="212773" y="226957"/>
                  </a:lnTo>
                  <a:lnTo>
                    <a:pt x="212545" y="227237"/>
                  </a:lnTo>
                  <a:lnTo>
                    <a:pt x="211862" y="227144"/>
                  </a:lnTo>
                  <a:lnTo>
                    <a:pt x="210814" y="227004"/>
                  </a:lnTo>
                  <a:lnTo>
                    <a:pt x="207943" y="226678"/>
                  </a:lnTo>
                  <a:lnTo>
                    <a:pt x="205438" y="226678"/>
                  </a:lnTo>
                  <a:lnTo>
                    <a:pt x="204253" y="225839"/>
                  </a:lnTo>
                  <a:lnTo>
                    <a:pt x="203888" y="225560"/>
                  </a:lnTo>
                  <a:lnTo>
                    <a:pt x="203342" y="225280"/>
                  </a:lnTo>
                  <a:lnTo>
                    <a:pt x="201610" y="224628"/>
                  </a:lnTo>
                  <a:lnTo>
                    <a:pt x="201064" y="225653"/>
                  </a:lnTo>
                  <a:lnTo>
                    <a:pt x="200061" y="227563"/>
                  </a:lnTo>
                  <a:lnTo>
                    <a:pt x="199742" y="228169"/>
                  </a:lnTo>
                  <a:lnTo>
                    <a:pt x="199287" y="228960"/>
                  </a:lnTo>
                  <a:lnTo>
                    <a:pt x="196371" y="233712"/>
                  </a:lnTo>
                  <a:lnTo>
                    <a:pt x="195460" y="235249"/>
                  </a:lnTo>
                  <a:lnTo>
                    <a:pt x="195368" y="235389"/>
                  </a:lnTo>
                  <a:lnTo>
                    <a:pt x="195414" y="235715"/>
                  </a:lnTo>
                  <a:lnTo>
                    <a:pt x="195642" y="236088"/>
                  </a:lnTo>
                  <a:lnTo>
                    <a:pt x="195733" y="236228"/>
                  </a:lnTo>
                  <a:lnTo>
                    <a:pt x="196507" y="237113"/>
                  </a:lnTo>
                  <a:lnTo>
                    <a:pt x="196416" y="237392"/>
                  </a:lnTo>
                  <a:lnTo>
                    <a:pt x="196371" y="237579"/>
                  </a:lnTo>
                  <a:lnTo>
                    <a:pt x="196006" y="238650"/>
                  </a:lnTo>
                  <a:lnTo>
                    <a:pt x="195870" y="238929"/>
                  </a:lnTo>
                  <a:lnTo>
                    <a:pt x="195778" y="239302"/>
                  </a:lnTo>
                  <a:lnTo>
                    <a:pt x="194867" y="240839"/>
                  </a:lnTo>
                  <a:lnTo>
                    <a:pt x="194548" y="241352"/>
                  </a:lnTo>
                  <a:lnTo>
                    <a:pt x="194184" y="242330"/>
                  </a:lnTo>
                  <a:lnTo>
                    <a:pt x="194093" y="242703"/>
                  </a:lnTo>
                  <a:lnTo>
                    <a:pt x="193364" y="245172"/>
                  </a:lnTo>
                  <a:lnTo>
                    <a:pt x="192680" y="246197"/>
                  </a:lnTo>
                  <a:lnTo>
                    <a:pt x="191769" y="247315"/>
                  </a:lnTo>
                  <a:lnTo>
                    <a:pt x="191405" y="247687"/>
                  </a:lnTo>
                  <a:lnTo>
                    <a:pt x="191359" y="247874"/>
                  </a:lnTo>
                  <a:lnTo>
                    <a:pt x="190949" y="249178"/>
                  </a:lnTo>
                  <a:lnTo>
                    <a:pt x="190721" y="250249"/>
                  </a:lnTo>
                  <a:lnTo>
                    <a:pt x="190584" y="250436"/>
                  </a:lnTo>
                  <a:lnTo>
                    <a:pt x="190265" y="250808"/>
                  </a:lnTo>
                  <a:lnTo>
                    <a:pt x="189855" y="251507"/>
                  </a:lnTo>
                  <a:lnTo>
                    <a:pt x="186575" y="255653"/>
                  </a:lnTo>
                  <a:lnTo>
                    <a:pt x="186165" y="256166"/>
                  </a:lnTo>
                  <a:lnTo>
                    <a:pt x="185709" y="256911"/>
                  </a:lnTo>
                  <a:lnTo>
                    <a:pt x="185709" y="257330"/>
                  </a:lnTo>
                  <a:lnTo>
                    <a:pt x="185709" y="258635"/>
                  </a:lnTo>
                  <a:lnTo>
                    <a:pt x="185709" y="258961"/>
                  </a:lnTo>
                  <a:lnTo>
                    <a:pt x="185618" y="260032"/>
                  </a:lnTo>
                  <a:lnTo>
                    <a:pt x="185436" y="261150"/>
                  </a:lnTo>
                  <a:lnTo>
                    <a:pt x="185117" y="261150"/>
                  </a:lnTo>
                  <a:lnTo>
                    <a:pt x="185026" y="261336"/>
                  </a:lnTo>
                  <a:lnTo>
                    <a:pt x="185208" y="263945"/>
                  </a:lnTo>
                  <a:lnTo>
                    <a:pt x="185254" y="264085"/>
                  </a:lnTo>
                  <a:lnTo>
                    <a:pt x="185299" y="264271"/>
                  </a:lnTo>
                  <a:lnTo>
                    <a:pt x="185618" y="264737"/>
                  </a:lnTo>
                  <a:lnTo>
                    <a:pt x="185846" y="265063"/>
                  </a:lnTo>
                  <a:lnTo>
                    <a:pt x="186074" y="265343"/>
                  </a:lnTo>
                  <a:lnTo>
                    <a:pt x="186210" y="265576"/>
                  </a:lnTo>
                  <a:lnTo>
                    <a:pt x="186438" y="265948"/>
                  </a:lnTo>
                  <a:lnTo>
                    <a:pt x="186575" y="266368"/>
                  </a:lnTo>
                  <a:lnTo>
                    <a:pt x="186621" y="266647"/>
                  </a:lnTo>
                  <a:lnTo>
                    <a:pt x="186803" y="267299"/>
                  </a:lnTo>
                  <a:lnTo>
                    <a:pt x="186848" y="267998"/>
                  </a:lnTo>
                  <a:lnTo>
                    <a:pt x="186803" y="268464"/>
                  </a:lnTo>
                  <a:lnTo>
                    <a:pt x="186575" y="268976"/>
                  </a:lnTo>
                  <a:lnTo>
                    <a:pt x="186165" y="270374"/>
                  </a:lnTo>
                  <a:lnTo>
                    <a:pt x="187486" y="269955"/>
                  </a:lnTo>
                  <a:lnTo>
                    <a:pt x="188580" y="269582"/>
                  </a:lnTo>
                  <a:lnTo>
                    <a:pt x="189081" y="270700"/>
                  </a:lnTo>
                  <a:lnTo>
                    <a:pt x="189400" y="271492"/>
                  </a:lnTo>
                  <a:lnTo>
                    <a:pt x="190083" y="271259"/>
                  </a:lnTo>
                  <a:lnTo>
                    <a:pt x="190220" y="271212"/>
                  </a:lnTo>
                  <a:lnTo>
                    <a:pt x="190448" y="271958"/>
                  </a:lnTo>
                  <a:lnTo>
                    <a:pt x="193455" y="273821"/>
                  </a:lnTo>
                  <a:lnTo>
                    <a:pt x="194503" y="274427"/>
                  </a:lnTo>
                  <a:lnTo>
                    <a:pt x="195232" y="274566"/>
                  </a:lnTo>
                  <a:lnTo>
                    <a:pt x="197054" y="275265"/>
                  </a:lnTo>
                  <a:lnTo>
                    <a:pt x="200654" y="276709"/>
                  </a:lnTo>
                  <a:lnTo>
                    <a:pt x="202613" y="277501"/>
                  </a:lnTo>
                  <a:lnTo>
                    <a:pt x="210222" y="280715"/>
                  </a:lnTo>
                  <a:lnTo>
                    <a:pt x="211269" y="281135"/>
                  </a:lnTo>
                  <a:lnTo>
                    <a:pt x="212044" y="281461"/>
                  </a:lnTo>
                  <a:lnTo>
                    <a:pt x="212636" y="281694"/>
                  </a:lnTo>
                  <a:lnTo>
                    <a:pt x="213137" y="282113"/>
                  </a:lnTo>
                  <a:lnTo>
                    <a:pt x="213411" y="282346"/>
                  </a:lnTo>
                  <a:lnTo>
                    <a:pt x="213684" y="282206"/>
                  </a:lnTo>
                  <a:lnTo>
                    <a:pt x="214687" y="281694"/>
                  </a:lnTo>
                  <a:lnTo>
                    <a:pt x="214778" y="281927"/>
                  </a:lnTo>
                  <a:lnTo>
                    <a:pt x="215233" y="282812"/>
                  </a:lnTo>
                  <a:lnTo>
                    <a:pt x="214960" y="282951"/>
                  </a:lnTo>
                  <a:lnTo>
                    <a:pt x="215233" y="283464"/>
                  </a:lnTo>
                  <a:lnTo>
                    <a:pt x="216418" y="282858"/>
                  </a:lnTo>
                  <a:lnTo>
                    <a:pt x="216646" y="283324"/>
                  </a:lnTo>
                  <a:lnTo>
                    <a:pt x="216418" y="283510"/>
                  </a:lnTo>
                  <a:lnTo>
                    <a:pt x="216509" y="283650"/>
                  </a:lnTo>
                  <a:lnTo>
                    <a:pt x="216737" y="284116"/>
                  </a:lnTo>
                  <a:lnTo>
                    <a:pt x="218013" y="283464"/>
                  </a:lnTo>
                  <a:lnTo>
                    <a:pt x="218423" y="284163"/>
                  </a:lnTo>
                  <a:lnTo>
                    <a:pt x="218605" y="284069"/>
                  </a:lnTo>
                  <a:lnTo>
                    <a:pt x="219334" y="283697"/>
                  </a:lnTo>
                  <a:lnTo>
                    <a:pt x="220017" y="285048"/>
                  </a:lnTo>
                  <a:lnTo>
                    <a:pt x="220746" y="284675"/>
                  </a:lnTo>
                  <a:lnTo>
                    <a:pt x="220837" y="284908"/>
                  </a:lnTo>
                  <a:lnTo>
                    <a:pt x="221202" y="285467"/>
                  </a:lnTo>
                  <a:lnTo>
                    <a:pt x="222113" y="285001"/>
                  </a:lnTo>
                  <a:lnTo>
                    <a:pt x="222797" y="286352"/>
                  </a:lnTo>
                  <a:lnTo>
                    <a:pt x="224163" y="285653"/>
                  </a:lnTo>
                  <a:lnTo>
                    <a:pt x="224300" y="285886"/>
                  </a:lnTo>
                  <a:lnTo>
                    <a:pt x="224573" y="286445"/>
                  </a:lnTo>
                  <a:lnTo>
                    <a:pt x="224665" y="286632"/>
                  </a:lnTo>
                  <a:lnTo>
                    <a:pt x="225257" y="286352"/>
                  </a:lnTo>
                  <a:lnTo>
                    <a:pt x="225804" y="287330"/>
                  </a:lnTo>
                  <a:lnTo>
                    <a:pt x="226533" y="286958"/>
                  </a:lnTo>
                  <a:lnTo>
                    <a:pt x="227262" y="288402"/>
                  </a:lnTo>
                  <a:lnTo>
                    <a:pt x="228264" y="287889"/>
                  </a:lnTo>
                  <a:lnTo>
                    <a:pt x="228583" y="288495"/>
                  </a:lnTo>
                  <a:lnTo>
                    <a:pt x="229540" y="287983"/>
                  </a:lnTo>
                  <a:lnTo>
                    <a:pt x="229904" y="288728"/>
                  </a:lnTo>
                  <a:lnTo>
                    <a:pt x="230041" y="289054"/>
                  </a:lnTo>
                  <a:lnTo>
                    <a:pt x="230223" y="288961"/>
                  </a:lnTo>
                  <a:lnTo>
                    <a:pt x="230998" y="288542"/>
                  </a:lnTo>
                  <a:lnTo>
                    <a:pt x="231727" y="289706"/>
                  </a:lnTo>
                  <a:lnTo>
                    <a:pt x="232365" y="289380"/>
                  </a:lnTo>
                  <a:lnTo>
                    <a:pt x="233230" y="290591"/>
                  </a:lnTo>
                  <a:lnTo>
                    <a:pt x="233686" y="290591"/>
                  </a:lnTo>
                  <a:lnTo>
                    <a:pt x="234460" y="290545"/>
                  </a:lnTo>
                  <a:lnTo>
                    <a:pt x="234643" y="290917"/>
                  </a:lnTo>
                  <a:lnTo>
                    <a:pt x="235463" y="290498"/>
                  </a:lnTo>
                  <a:lnTo>
                    <a:pt x="236055" y="291616"/>
                  </a:lnTo>
                  <a:lnTo>
                    <a:pt x="236875" y="291197"/>
                  </a:lnTo>
                  <a:lnTo>
                    <a:pt x="237012" y="291104"/>
                  </a:lnTo>
                  <a:lnTo>
                    <a:pt x="237240" y="291197"/>
                  </a:lnTo>
                  <a:lnTo>
                    <a:pt x="238789" y="291896"/>
                  </a:lnTo>
                  <a:lnTo>
                    <a:pt x="239654" y="292222"/>
                  </a:lnTo>
                  <a:lnTo>
                    <a:pt x="241522" y="292967"/>
                  </a:lnTo>
                  <a:lnTo>
                    <a:pt x="243801" y="293852"/>
                  </a:lnTo>
                  <a:lnTo>
                    <a:pt x="243983" y="293945"/>
                  </a:lnTo>
                  <a:lnTo>
                    <a:pt x="244712" y="294225"/>
                  </a:lnTo>
                  <a:lnTo>
                    <a:pt x="245896" y="294691"/>
                  </a:lnTo>
                  <a:lnTo>
                    <a:pt x="247537" y="295343"/>
                  </a:lnTo>
                  <a:lnTo>
                    <a:pt x="247856" y="295529"/>
                  </a:lnTo>
                  <a:lnTo>
                    <a:pt x="249496" y="296321"/>
                  </a:lnTo>
                  <a:lnTo>
                    <a:pt x="250225" y="296694"/>
                  </a:lnTo>
                  <a:lnTo>
                    <a:pt x="251273" y="297160"/>
                  </a:lnTo>
                  <a:lnTo>
                    <a:pt x="253961" y="298371"/>
                  </a:lnTo>
                  <a:lnTo>
                    <a:pt x="254508" y="297486"/>
                  </a:lnTo>
                  <a:lnTo>
                    <a:pt x="257834" y="299256"/>
                  </a:lnTo>
                  <a:lnTo>
                    <a:pt x="258654" y="299908"/>
                  </a:lnTo>
                  <a:lnTo>
                    <a:pt x="261205" y="298650"/>
                  </a:lnTo>
                  <a:lnTo>
                    <a:pt x="262071" y="300514"/>
                  </a:lnTo>
                  <a:lnTo>
                    <a:pt x="264440" y="305498"/>
                  </a:lnTo>
                  <a:lnTo>
                    <a:pt x="266855" y="306476"/>
                  </a:lnTo>
                  <a:lnTo>
                    <a:pt x="266581" y="307175"/>
                  </a:lnTo>
                  <a:lnTo>
                    <a:pt x="266445" y="307408"/>
                  </a:lnTo>
                  <a:lnTo>
                    <a:pt x="269771" y="308852"/>
                  </a:lnTo>
                  <a:lnTo>
                    <a:pt x="269771" y="308992"/>
                  </a:lnTo>
                  <a:lnTo>
                    <a:pt x="269634" y="309365"/>
                  </a:lnTo>
                  <a:lnTo>
                    <a:pt x="268951" y="311508"/>
                  </a:lnTo>
                  <a:lnTo>
                    <a:pt x="268860" y="311740"/>
                  </a:lnTo>
                  <a:lnTo>
                    <a:pt x="268677" y="312253"/>
                  </a:lnTo>
                  <a:lnTo>
                    <a:pt x="268541" y="312719"/>
                  </a:lnTo>
                  <a:lnTo>
                    <a:pt x="268905" y="312998"/>
                  </a:lnTo>
                  <a:lnTo>
                    <a:pt x="269999" y="313744"/>
                  </a:lnTo>
                  <a:lnTo>
                    <a:pt x="270728" y="314303"/>
                  </a:lnTo>
                  <a:lnTo>
                    <a:pt x="275010" y="314768"/>
                  </a:lnTo>
                  <a:lnTo>
                    <a:pt x="277516" y="315467"/>
                  </a:lnTo>
                  <a:lnTo>
                    <a:pt x="276468" y="318029"/>
                  </a:lnTo>
                  <a:lnTo>
                    <a:pt x="277197" y="318868"/>
                  </a:lnTo>
                  <a:lnTo>
                    <a:pt x="278245" y="320079"/>
                  </a:lnTo>
                  <a:lnTo>
                    <a:pt x="279339" y="321057"/>
                  </a:lnTo>
                  <a:lnTo>
                    <a:pt x="279749" y="321616"/>
                  </a:lnTo>
                  <a:lnTo>
                    <a:pt x="279840" y="321756"/>
                  </a:lnTo>
                  <a:lnTo>
                    <a:pt x="280022" y="321663"/>
                  </a:lnTo>
                  <a:lnTo>
                    <a:pt x="285809" y="318775"/>
                  </a:lnTo>
                  <a:lnTo>
                    <a:pt x="286811" y="318309"/>
                  </a:lnTo>
                  <a:lnTo>
                    <a:pt x="288451" y="316865"/>
                  </a:lnTo>
                  <a:lnTo>
                    <a:pt x="288679" y="316865"/>
                  </a:lnTo>
                  <a:lnTo>
                    <a:pt x="289317" y="317703"/>
                  </a:lnTo>
                  <a:lnTo>
                    <a:pt x="289864" y="318402"/>
                  </a:lnTo>
                  <a:lnTo>
                    <a:pt x="290137" y="318775"/>
                  </a:lnTo>
                  <a:lnTo>
                    <a:pt x="290274" y="319008"/>
                  </a:lnTo>
                  <a:lnTo>
                    <a:pt x="288952" y="320079"/>
                  </a:lnTo>
                  <a:lnTo>
                    <a:pt x="290137" y="322734"/>
                  </a:lnTo>
                  <a:lnTo>
                    <a:pt x="291458" y="325716"/>
                  </a:lnTo>
                  <a:lnTo>
                    <a:pt x="292369" y="325296"/>
                  </a:lnTo>
                  <a:lnTo>
                    <a:pt x="292461" y="325436"/>
                  </a:lnTo>
                  <a:lnTo>
                    <a:pt x="293190" y="327206"/>
                  </a:lnTo>
                  <a:lnTo>
                    <a:pt x="293417" y="327672"/>
                  </a:lnTo>
                  <a:lnTo>
                    <a:pt x="294237" y="327300"/>
                  </a:lnTo>
                  <a:lnTo>
                    <a:pt x="295012" y="326880"/>
                  </a:lnTo>
                  <a:lnTo>
                    <a:pt x="295468" y="327998"/>
                  </a:lnTo>
                  <a:lnTo>
                    <a:pt x="295695" y="328557"/>
                  </a:lnTo>
                  <a:lnTo>
                    <a:pt x="296698" y="328138"/>
                  </a:lnTo>
                  <a:lnTo>
                    <a:pt x="296926" y="328697"/>
                  </a:lnTo>
                  <a:lnTo>
                    <a:pt x="297062" y="328977"/>
                  </a:lnTo>
                  <a:lnTo>
                    <a:pt x="297199" y="329256"/>
                  </a:lnTo>
                  <a:lnTo>
                    <a:pt x="297336" y="329536"/>
                  </a:lnTo>
                  <a:lnTo>
                    <a:pt x="297427" y="329862"/>
                  </a:lnTo>
                  <a:lnTo>
                    <a:pt x="297563" y="330141"/>
                  </a:lnTo>
                  <a:lnTo>
                    <a:pt x="297700" y="330421"/>
                  </a:lnTo>
                  <a:lnTo>
                    <a:pt x="297837" y="330747"/>
                  </a:lnTo>
                  <a:lnTo>
                    <a:pt x="297108" y="331259"/>
                  </a:lnTo>
                  <a:lnTo>
                    <a:pt x="296971" y="330980"/>
                  </a:lnTo>
                  <a:lnTo>
                    <a:pt x="296743" y="331073"/>
                  </a:lnTo>
                  <a:lnTo>
                    <a:pt x="296561" y="331166"/>
                  </a:lnTo>
                  <a:lnTo>
                    <a:pt x="294647" y="332144"/>
                  </a:lnTo>
                  <a:lnTo>
                    <a:pt x="295695" y="334474"/>
                  </a:lnTo>
                  <a:lnTo>
                    <a:pt x="295832" y="334427"/>
                  </a:lnTo>
                  <a:lnTo>
                    <a:pt x="300571" y="332377"/>
                  </a:lnTo>
                  <a:lnTo>
                    <a:pt x="301391" y="334474"/>
                  </a:lnTo>
                  <a:lnTo>
                    <a:pt x="301846" y="337455"/>
                  </a:lnTo>
                  <a:lnTo>
                    <a:pt x="302165" y="338620"/>
                  </a:lnTo>
                  <a:lnTo>
                    <a:pt x="302803" y="338899"/>
                  </a:lnTo>
                  <a:lnTo>
                    <a:pt x="303805" y="338806"/>
                  </a:lnTo>
                  <a:lnTo>
                    <a:pt x="309091" y="338293"/>
                  </a:lnTo>
                  <a:lnTo>
                    <a:pt x="309455" y="340809"/>
                  </a:lnTo>
                  <a:lnTo>
                    <a:pt x="309546" y="341275"/>
                  </a:lnTo>
                  <a:lnTo>
                    <a:pt x="313373" y="340856"/>
                  </a:lnTo>
                  <a:lnTo>
                    <a:pt x="313920" y="345328"/>
                  </a:lnTo>
                  <a:lnTo>
                    <a:pt x="315287" y="348542"/>
                  </a:lnTo>
                  <a:lnTo>
                    <a:pt x="315469" y="348635"/>
                  </a:lnTo>
                  <a:lnTo>
                    <a:pt x="317428" y="349567"/>
                  </a:lnTo>
                  <a:lnTo>
                    <a:pt x="318021" y="350172"/>
                  </a:lnTo>
                  <a:lnTo>
                    <a:pt x="319160" y="352315"/>
                  </a:lnTo>
                  <a:lnTo>
                    <a:pt x="319433" y="352781"/>
                  </a:lnTo>
                  <a:lnTo>
                    <a:pt x="320618" y="354644"/>
                  </a:lnTo>
                  <a:lnTo>
                    <a:pt x="322258" y="357207"/>
                  </a:lnTo>
                  <a:lnTo>
                    <a:pt x="322805" y="358092"/>
                  </a:lnTo>
                  <a:lnTo>
                    <a:pt x="323443" y="359070"/>
                  </a:lnTo>
                  <a:lnTo>
                    <a:pt x="324627" y="360933"/>
                  </a:lnTo>
                  <a:lnTo>
                    <a:pt x="324946" y="361399"/>
                  </a:lnTo>
                  <a:lnTo>
                    <a:pt x="325128" y="361679"/>
                  </a:lnTo>
                  <a:lnTo>
                    <a:pt x="325311" y="362005"/>
                  </a:lnTo>
                  <a:lnTo>
                    <a:pt x="325447" y="362377"/>
                  </a:lnTo>
                  <a:lnTo>
                    <a:pt x="325766" y="363309"/>
                  </a:lnTo>
                  <a:lnTo>
                    <a:pt x="325903" y="363868"/>
                  </a:lnTo>
                  <a:lnTo>
                    <a:pt x="326176" y="364940"/>
                  </a:lnTo>
                  <a:lnTo>
                    <a:pt x="326358" y="365405"/>
                  </a:lnTo>
                  <a:lnTo>
                    <a:pt x="326586" y="365918"/>
                  </a:lnTo>
                  <a:lnTo>
                    <a:pt x="326860" y="366803"/>
                  </a:lnTo>
                  <a:lnTo>
                    <a:pt x="326905" y="367129"/>
                  </a:lnTo>
                  <a:lnTo>
                    <a:pt x="326951" y="367455"/>
                  </a:lnTo>
                  <a:lnTo>
                    <a:pt x="326860" y="367735"/>
                  </a:lnTo>
                  <a:lnTo>
                    <a:pt x="326677" y="368247"/>
                  </a:lnTo>
                  <a:lnTo>
                    <a:pt x="326541" y="368387"/>
                  </a:lnTo>
                  <a:lnTo>
                    <a:pt x="325994" y="369039"/>
                  </a:lnTo>
                  <a:lnTo>
                    <a:pt x="324673" y="369877"/>
                  </a:lnTo>
                  <a:lnTo>
                    <a:pt x="322212" y="373138"/>
                  </a:lnTo>
                  <a:lnTo>
                    <a:pt x="321939" y="373464"/>
                  </a:lnTo>
                  <a:lnTo>
                    <a:pt x="321848" y="373604"/>
                  </a:lnTo>
                  <a:lnTo>
                    <a:pt x="321666" y="373977"/>
                  </a:lnTo>
                  <a:lnTo>
                    <a:pt x="321301" y="374629"/>
                  </a:lnTo>
                  <a:lnTo>
                    <a:pt x="320572" y="375980"/>
                  </a:lnTo>
                  <a:lnTo>
                    <a:pt x="320344" y="376353"/>
                  </a:lnTo>
                  <a:lnTo>
                    <a:pt x="319661" y="377610"/>
                  </a:lnTo>
                  <a:lnTo>
                    <a:pt x="318021" y="380452"/>
                  </a:lnTo>
                  <a:lnTo>
                    <a:pt x="316699" y="382362"/>
                  </a:lnTo>
                  <a:lnTo>
                    <a:pt x="316608" y="382502"/>
                  </a:lnTo>
                  <a:lnTo>
                    <a:pt x="314740" y="385250"/>
                  </a:lnTo>
                  <a:lnTo>
                    <a:pt x="313692" y="388138"/>
                  </a:lnTo>
                  <a:lnTo>
                    <a:pt x="313601" y="388511"/>
                  </a:lnTo>
                  <a:lnTo>
                    <a:pt x="313510" y="388884"/>
                  </a:lnTo>
                  <a:lnTo>
                    <a:pt x="313237" y="390188"/>
                  </a:lnTo>
                  <a:lnTo>
                    <a:pt x="312553" y="391586"/>
                  </a:lnTo>
                  <a:lnTo>
                    <a:pt x="308362" y="399924"/>
                  </a:lnTo>
                  <a:lnTo>
                    <a:pt x="310959" y="401275"/>
                  </a:lnTo>
                  <a:lnTo>
                    <a:pt x="311369" y="401508"/>
                  </a:lnTo>
                  <a:lnTo>
                    <a:pt x="308362" y="407564"/>
                  </a:lnTo>
                  <a:lnTo>
                    <a:pt x="307405" y="409474"/>
                  </a:lnTo>
                  <a:lnTo>
                    <a:pt x="304808" y="414738"/>
                  </a:lnTo>
                  <a:lnTo>
                    <a:pt x="302256" y="419862"/>
                  </a:lnTo>
                  <a:lnTo>
                    <a:pt x="301527" y="421586"/>
                  </a:lnTo>
                  <a:lnTo>
                    <a:pt x="298520" y="428573"/>
                  </a:lnTo>
                  <a:lnTo>
                    <a:pt x="297336" y="431275"/>
                  </a:lnTo>
                  <a:lnTo>
                    <a:pt x="296060" y="434303"/>
                  </a:lnTo>
                  <a:lnTo>
                    <a:pt x="294329" y="434024"/>
                  </a:lnTo>
                  <a:lnTo>
                    <a:pt x="294192" y="434303"/>
                  </a:lnTo>
                  <a:lnTo>
                    <a:pt x="293964" y="434769"/>
                  </a:lnTo>
                  <a:lnTo>
                    <a:pt x="293919" y="434909"/>
                  </a:lnTo>
                  <a:lnTo>
                    <a:pt x="293281" y="436213"/>
                  </a:lnTo>
                  <a:lnTo>
                    <a:pt x="293144" y="436539"/>
                  </a:lnTo>
                  <a:lnTo>
                    <a:pt x="292825" y="437098"/>
                  </a:lnTo>
                  <a:lnTo>
                    <a:pt x="291959" y="438915"/>
                  </a:lnTo>
                  <a:lnTo>
                    <a:pt x="290957" y="441011"/>
                  </a:lnTo>
                  <a:lnTo>
                    <a:pt x="289135" y="444785"/>
                  </a:lnTo>
                  <a:lnTo>
                    <a:pt x="286537" y="450049"/>
                  </a:lnTo>
                  <a:lnTo>
                    <a:pt x="286036" y="451120"/>
                  </a:lnTo>
                  <a:lnTo>
                    <a:pt x="291732" y="453729"/>
                  </a:lnTo>
                  <a:lnTo>
                    <a:pt x="291595" y="456990"/>
                  </a:lnTo>
                  <a:lnTo>
                    <a:pt x="291549" y="457362"/>
                  </a:lnTo>
                  <a:lnTo>
                    <a:pt x="291185" y="464816"/>
                  </a:lnTo>
                  <a:lnTo>
                    <a:pt x="293281" y="464397"/>
                  </a:lnTo>
                  <a:lnTo>
                    <a:pt x="298292" y="463325"/>
                  </a:lnTo>
                  <a:lnTo>
                    <a:pt x="299158" y="462906"/>
                  </a:lnTo>
                  <a:lnTo>
                    <a:pt x="300160" y="462999"/>
                  </a:lnTo>
                  <a:lnTo>
                    <a:pt x="300069" y="463372"/>
                  </a:lnTo>
                  <a:lnTo>
                    <a:pt x="299978" y="463698"/>
                  </a:lnTo>
                  <a:lnTo>
                    <a:pt x="299933" y="464024"/>
                  </a:lnTo>
                  <a:lnTo>
                    <a:pt x="299842" y="464397"/>
                  </a:lnTo>
                  <a:lnTo>
                    <a:pt x="299796" y="464723"/>
                  </a:lnTo>
                  <a:lnTo>
                    <a:pt x="299705" y="465095"/>
                  </a:lnTo>
                  <a:lnTo>
                    <a:pt x="299659" y="465421"/>
                  </a:lnTo>
                  <a:lnTo>
                    <a:pt x="299659" y="465701"/>
                  </a:lnTo>
                  <a:lnTo>
                    <a:pt x="299614" y="466027"/>
                  </a:lnTo>
                  <a:lnTo>
                    <a:pt x="299568" y="466400"/>
                  </a:lnTo>
                  <a:lnTo>
                    <a:pt x="299523" y="466726"/>
                  </a:lnTo>
                  <a:lnTo>
                    <a:pt x="299477" y="467052"/>
                  </a:lnTo>
                  <a:lnTo>
                    <a:pt x="299477" y="467425"/>
                  </a:lnTo>
                  <a:lnTo>
                    <a:pt x="299431" y="467751"/>
                  </a:lnTo>
                  <a:lnTo>
                    <a:pt x="299340" y="468310"/>
                  </a:lnTo>
                  <a:lnTo>
                    <a:pt x="299295" y="468682"/>
                  </a:lnTo>
                  <a:lnTo>
                    <a:pt x="299249" y="469008"/>
                  </a:lnTo>
                  <a:lnTo>
                    <a:pt x="299249" y="469335"/>
                  </a:lnTo>
                  <a:lnTo>
                    <a:pt x="299204" y="469707"/>
                  </a:lnTo>
                  <a:lnTo>
                    <a:pt x="299113" y="470173"/>
                  </a:lnTo>
                  <a:lnTo>
                    <a:pt x="299067" y="470686"/>
                  </a:lnTo>
                  <a:lnTo>
                    <a:pt x="298794" y="471943"/>
                  </a:lnTo>
                  <a:lnTo>
                    <a:pt x="298566" y="473015"/>
                  </a:lnTo>
                  <a:lnTo>
                    <a:pt x="272869" y="477999"/>
                  </a:lnTo>
                  <a:lnTo>
                    <a:pt x="273097" y="480561"/>
                  </a:lnTo>
                  <a:lnTo>
                    <a:pt x="276104" y="519319"/>
                  </a:lnTo>
                  <a:lnTo>
                    <a:pt x="352921" y="513217"/>
                  </a:lnTo>
                  <a:lnTo>
                    <a:pt x="353377" y="513170"/>
                  </a:lnTo>
                  <a:lnTo>
                    <a:pt x="356885" y="512844"/>
                  </a:lnTo>
                  <a:lnTo>
                    <a:pt x="357796" y="512751"/>
                  </a:lnTo>
                  <a:lnTo>
                    <a:pt x="360120" y="512565"/>
                  </a:lnTo>
                  <a:lnTo>
                    <a:pt x="362398" y="512332"/>
                  </a:lnTo>
                  <a:lnTo>
                    <a:pt x="363264" y="512239"/>
                  </a:lnTo>
                  <a:lnTo>
                    <a:pt x="366817" y="511959"/>
                  </a:lnTo>
                  <a:lnTo>
                    <a:pt x="369597" y="511680"/>
                  </a:lnTo>
                  <a:lnTo>
                    <a:pt x="375110" y="511447"/>
                  </a:lnTo>
                  <a:lnTo>
                    <a:pt x="374836" y="512658"/>
                  </a:lnTo>
                  <a:lnTo>
                    <a:pt x="374426" y="514242"/>
                  </a:lnTo>
                  <a:lnTo>
                    <a:pt x="373971" y="515872"/>
                  </a:lnTo>
                  <a:lnTo>
                    <a:pt x="373652" y="516897"/>
                  </a:lnTo>
                  <a:lnTo>
                    <a:pt x="368366" y="526540"/>
                  </a:lnTo>
                  <a:lnTo>
                    <a:pt x="368184" y="527611"/>
                  </a:lnTo>
                  <a:lnTo>
                    <a:pt x="365450" y="528124"/>
                  </a:lnTo>
                  <a:lnTo>
                    <a:pt x="363537" y="528450"/>
                  </a:lnTo>
                  <a:lnTo>
                    <a:pt x="360484" y="529009"/>
                  </a:lnTo>
                  <a:lnTo>
                    <a:pt x="348502" y="531152"/>
                  </a:lnTo>
                  <a:lnTo>
                    <a:pt x="346725" y="531478"/>
                  </a:lnTo>
                  <a:lnTo>
                    <a:pt x="345996" y="531618"/>
                  </a:lnTo>
                  <a:lnTo>
                    <a:pt x="344492" y="531897"/>
                  </a:lnTo>
                  <a:lnTo>
                    <a:pt x="342168" y="532316"/>
                  </a:lnTo>
                  <a:lnTo>
                    <a:pt x="332236" y="534086"/>
                  </a:lnTo>
                  <a:lnTo>
                    <a:pt x="330869" y="534319"/>
                  </a:lnTo>
                  <a:lnTo>
                    <a:pt x="330732" y="534366"/>
                  </a:lnTo>
                  <a:lnTo>
                    <a:pt x="325174" y="535484"/>
                  </a:lnTo>
                  <a:lnTo>
                    <a:pt x="205438" y="559056"/>
                  </a:lnTo>
                  <a:lnTo>
                    <a:pt x="188124" y="563202"/>
                  </a:lnTo>
                  <a:lnTo>
                    <a:pt x="172496" y="566928"/>
                  </a:lnTo>
                  <a:lnTo>
                    <a:pt x="164888" y="566928"/>
                  </a:lnTo>
                  <a:lnTo>
                    <a:pt x="113175" y="572565"/>
                  </a:lnTo>
                  <a:lnTo>
                    <a:pt x="115863" y="591385"/>
                  </a:lnTo>
                  <a:lnTo>
                    <a:pt x="118141" y="607456"/>
                  </a:lnTo>
                  <a:lnTo>
                    <a:pt x="118916" y="610345"/>
                  </a:lnTo>
                  <a:lnTo>
                    <a:pt x="118916" y="610764"/>
                  </a:lnTo>
                  <a:lnTo>
                    <a:pt x="118825" y="612208"/>
                  </a:lnTo>
                  <a:lnTo>
                    <a:pt x="119371" y="616401"/>
                  </a:lnTo>
                  <a:lnTo>
                    <a:pt x="119599" y="618217"/>
                  </a:lnTo>
                  <a:lnTo>
                    <a:pt x="119781" y="619755"/>
                  </a:lnTo>
                  <a:lnTo>
                    <a:pt x="120191" y="623016"/>
                  </a:lnTo>
                  <a:lnTo>
                    <a:pt x="120374" y="624320"/>
                  </a:lnTo>
                  <a:lnTo>
                    <a:pt x="120100" y="624180"/>
                  </a:lnTo>
                  <a:lnTo>
                    <a:pt x="119918" y="624087"/>
                  </a:lnTo>
                  <a:lnTo>
                    <a:pt x="119690" y="624040"/>
                  </a:lnTo>
                  <a:lnTo>
                    <a:pt x="119462" y="624040"/>
                  </a:lnTo>
                  <a:lnTo>
                    <a:pt x="119098" y="623947"/>
                  </a:lnTo>
                  <a:lnTo>
                    <a:pt x="118825" y="623854"/>
                  </a:lnTo>
                  <a:lnTo>
                    <a:pt x="118597" y="623714"/>
                  </a:lnTo>
                  <a:lnTo>
                    <a:pt x="118323" y="623575"/>
                  </a:lnTo>
                  <a:lnTo>
                    <a:pt x="117959" y="623481"/>
                  </a:lnTo>
                  <a:lnTo>
                    <a:pt x="117686" y="623435"/>
                  </a:lnTo>
                  <a:lnTo>
                    <a:pt x="117412" y="623388"/>
                  </a:lnTo>
                  <a:lnTo>
                    <a:pt x="117184" y="623295"/>
                  </a:lnTo>
                  <a:lnTo>
                    <a:pt x="116820" y="623062"/>
                  </a:lnTo>
                  <a:lnTo>
                    <a:pt x="116410" y="622922"/>
                  </a:lnTo>
                  <a:lnTo>
                    <a:pt x="116091" y="622922"/>
                  </a:lnTo>
                  <a:lnTo>
                    <a:pt x="115818" y="622829"/>
                  </a:lnTo>
                  <a:lnTo>
                    <a:pt x="115635" y="622736"/>
                  </a:lnTo>
                  <a:lnTo>
                    <a:pt x="115407" y="622643"/>
                  </a:lnTo>
                  <a:lnTo>
                    <a:pt x="115225" y="622596"/>
                  </a:lnTo>
                  <a:lnTo>
                    <a:pt x="114997" y="622503"/>
                  </a:lnTo>
                  <a:lnTo>
                    <a:pt x="114815" y="622410"/>
                  </a:lnTo>
                  <a:lnTo>
                    <a:pt x="114587" y="622363"/>
                  </a:lnTo>
                  <a:lnTo>
                    <a:pt x="114405" y="622317"/>
                  </a:lnTo>
                  <a:lnTo>
                    <a:pt x="114177" y="622224"/>
                  </a:lnTo>
                  <a:lnTo>
                    <a:pt x="113995" y="622130"/>
                  </a:lnTo>
                  <a:lnTo>
                    <a:pt x="113767" y="622084"/>
                  </a:lnTo>
                  <a:lnTo>
                    <a:pt x="113585" y="622037"/>
                  </a:lnTo>
                  <a:lnTo>
                    <a:pt x="113403" y="621991"/>
                  </a:lnTo>
                  <a:lnTo>
                    <a:pt x="113221" y="621898"/>
                  </a:lnTo>
                  <a:lnTo>
                    <a:pt x="113038" y="621804"/>
                  </a:lnTo>
                  <a:lnTo>
                    <a:pt x="112856" y="621665"/>
                  </a:lnTo>
                  <a:lnTo>
                    <a:pt x="112446" y="621571"/>
                  </a:lnTo>
                  <a:lnTo>
                    <a:pt x="112173" y="621525"/>
                  </a:lnTo>
                  <a:lnTo>
                    <a:pt x="111990" y="621478"/>
                  </a:lnTo>
                  <a:lnTo>
                    <a:pt x="111717" y="621432"/>
                  </a:lnTo>
                  <a:lnTo>
                    <a:pt x="111489" y="621385"/>
                  </a:lnTo>
                  <a:lnTo>
                    <a:pt x="111125" y="621199"/>
                  </a:lnTo>
                  <a:lnTo>
                    <a:pt x="110942" y="621106"/>
                  </a:lnTo>
                  <a:lnTo>
                    <a:pt x="110715" y="621012"/>
                  </a:lnTo>
                  <a:lnTo>
                    <a:pt x="110487" y="620919"/>
                  </a:lnTo>
                  <a:lnTo>
                    <a:pt x="110168" y="620780"/>
                  </a:lnTo>
                  <a:lnTo>
                    <a:pt x="109940" y="620733"/>
                  </a:lnTo>
                  <a:lnTo>
                    <a:pt x="109712" y="620686"/>
                  </a:lnTo>
                  <a:lnTo>
                    <a:pt x="109484" y="620640"/>
                  </a:lnTo>
                  <a:lnTo>
                    <a:pt x="109348" y="620547"/>
                  </a:lnTo>
                  <a:lnTo>
                    <a:pt x="109074" y="620453"/>
                  </a:lnTo>
                  <a:lnTo>
                    <a:pt x="108892" y="620360"/>
                  </a:lnTo>
                  <a:lnTo>
                    <a:pt x="108528" y="620360"/>
                  </a:lnTo>
                  <a:lnTo>
                    <a:pt x="108300" y="620314"/>
                  </a:lnTo>
                  <a:lnTo>
                    <a:pt x="108163" y="620267"/>
                  </a:lnTo>
                  <a:lnTo>
                    <a:pt x="108026" y="620127"/>
                  </a:lnTo>
                  <a:lnTo>
                    <a:pt x="107844" y="619988"/>
                  </a:lnTo>
                  <a:lnTo>
                    <a:pt x="107480" y="619894"/>
                  </a:lnTo>
                  <a:lnTo>
                    <a:pt x="106933" y="619848"/>
                  </a:lnTo>
                  <a:lnTo>
                    <a:pt x="106523" y="619755"/>
                  </a:lnTo>
                  <a:lnTo>
                    <a:pt x="106250" y="619615"/>
                  </a:lnTo>
                  <a:lnTo>
                    <a:pt x="106022" y="619522"/>
                  </a:lnTo>
                  <a:lnTo>
                    <a:pt x="105612" y="619382"/>
                  </a:lnTo>
                  <a:lnTo>
                    <a:pt x="105156" y="619242"/>
                  </a:lnTo>
                  <a:lnTo>
                    <a:pt x="104837" y="619149"/>
                  </a:lnTo>
                  <a:lnTo>
                    <a:pt x="104473" y="619103"/>
                  </a:lnTo>
                  <a:lnTo>
                    <a:pt x="104063" y="618963"/>
                  </a:lnTo>
                  <a:lnTo>
                    <a:pt x="103607" y="618870"/>
                  </a:lnTo>
                  <a:lnTo>
                    <a:pt x="103015" y="618823"/>
                  </a:lnTo>
                  <a:lnTo>
                    <a:pt x="102696" y="618730"/>
                  </a:lnTo>
                  <a:lnTo>
                    <a:pt x="102286" y="618590"/>
                  </a:lnTo>
                  <a:lnTo>
                    <a:pt x="101967" y="618450"/>
                  </a:lnTo>
                  <a:lnTo>
                    <a:pt x="101557" y="618264"/>
                  </a:lnTo>
                  <a:lnTo>
                    <a:pt x="101147" y="618078"/>
                  </a:lnTo>
                  <a:lnTo>
                    <a:pt x="100782" y="617985"/>
                  </a:lnTo>
                  <a:lnTo>
                    <a:pt x="100463" y="617938"/>
                  </a:lnTo>
                  <a:lnTo>
                    <a:pt x="100099" y="617891"/>
                  </a:lnTo>
                  <a:lnTo>
                    <a:pt x="99643" y="617798"/>
                  </a:lnTo>
                  <a:lnTo>
                    <a:pt x="99279" y="617798"/>
                  </a:lnTo>
                  <a:lnTo>
                    <a:pt x="98869" y="617658"/>
                  </a:lnTo>
                  <a:lnTo>
                    <a:pt x="98595" y="617519"/>
                  </a:lnTo>
                  <a:lnTo>
                    <a:pt x="98276" y="617472"/>
                  </a:lnTo>
                  <a:lnTo>
                    <a:pt x="98003" y="617379"/>
                  </a:lnTo>
                  <a:lnTo>
                    <a:pt x="97638" y="617286"/>
                  </a:lnTo>
                  <a:lnTo>
                    <a:pt x="97319" y="617146"/>
                  </a:lnTo>
                  <a:lnTo>
                    <a:pt x="96727" y="616960"/>
                  </a:lnTo>
                  <a:lnTo>
                    <a:pt x="95861" y="616866"/>
                  </a:lnTo>
                  <a:lnTo>
                    <a:pt x="95406" y="616820"/>
                  </a:lnTo>
                  <a:lnTo>
                    <a:pt x="95224" y="616727"/>
                  </a:lnTo>
                  <a:lnTo>
                    <a:pt x="94996" y="616634"/>
                  </a:lnTo>
                  <a:lnTo>
                    <a:pt x="94814" y="616494"/>
                  </a:lnTo>
                  <a:lnTo>
                    <a:pt x="94677" y="616447"/>
                  </a:lnTo>
                  <a:lnTo>
                    <a:pt x="94449" y="616447"/>
                  </a:lnTo>
                  <a:lnTo>
                    <a:pt x="94176" y="616447"/>
                  </a:lnTo>
                  <a:lnTo>
                    <a:pt x="93811" y="616354"/>
                  </a:lnTo>
                  <a:lnTo>
                    <a:pt x="93629" y="616307"/>
                  </a:lnTo>
                  <a:lnTo>
                    <a:pt x="93310" y="616214"/>
                  </a:lnTo>
                  <a:lnTo>
                    <a:pt x="93128" y="616168"/>
                  </a:lnTo>
                  <a:lnTo>
                    <a:pt x="92991" y="616075"/>
                  </a:lnTo>
                  <a:lnTo>
                    <a:pt x="92809" y="616075"/>
                  </a:lnTo>
                  <a:lnTo>
                    <a:pt x="92627" y="616075"/>
                  </a:lnTo>
                  <a:lnTo>
                    <a:pt x="92399" y="616028"/>
                  </a:lnTo>
                  <a:lnTo>
                    <a:pt x="92217" y="616028"/>
                  </a:lnTo>
                  <a:lnTo>
                    <a:pt x="91624" y="615888"/>
                  </a:lnTo>
                  <a:lnTo>
                    <a:pt x="91396" y="615795"/>
                  </a:lnTo>
                  <a:lnTo>
                    <a:pt x="91077" y="615748"/>
                  </a:lnTo>
                  <a:lnTo>
                    <a:pt x="90759" y="615609"/>
                  </a:lnTo>
                  <a:lnTo>
                    <a:pt x="90531" y="615609"/>
                  </a:lnTo>
                  <a:lnTo>
                    <a:pt x="90348" y="615562"/>
                  </a:lnTo>
                  <a:lnTo>
                    <a:pt x="90166" y="615516"/>
                  </a:lnTo>
                  <a:lnTo>
                    <a:pt x="89938" y="615422"/>
                  </a:lnTo>
                  <a:lnTo>
                    <a:pt x="89665" y="615376"/>
                  </a:lnTo>
                  <a:lnTo>
                    <a:pt x="89437" y="615329"/>
                  </a:lnTo>
                  <a:lnTo>
                    <a:pt x="89073" y="615283"/>
                  </a:lnTo>
                  <a:lnTo>
                    <a:pt x="88754" y="615143"/>
                  </a:lnTo>
                  <a:lnTo>
                    <a:pt x="88480" y="615050"/>
                  </a:lnTo>
                  <a:lnTo>
                    <a:pt x="88253" y="615003"/>
                  </a:lnTo>
                  <a:lnTo>
                    <a:pt x="88025" y="614957"/>
                  </a:lnTo>
                  <a:lnTo>
                    <a:pt x="87797" y="614863"/>
                  </a:lnTo>
                  <a:lnTo>
                    <a:pt x="87478" y="614817"/>
                  </a:lnTo>
                  <a:lnTo>
                    <a:pt x="87205" y="614724"/>
                  </a:lnTo>
                  <a:lnTo>
                    <a:pt x="86840" y="614630"/>
                  </a:lnTo>
                  <a:lnTo>
                    <a:pt x="86612" y="614584"/>
                  </a:lnTo>
                  <a:lnTo>
                    <a:pt x="86339" y="614584"/>
                  </a:lnTo>
                  <a:lnTo>
                    <a:pt x="85883" y="614537"/>
                  </a:lnTo>
                  <a:lnTo>
                    <a:pt x="85656" y="614491"/>
                  </a:lnTo>
                  <a:lnTo>
                    <a:pt x="85291" y="614351"/>
                  </a:lnTo>
                  <a:lnTo>
                    <a:pt x="84881" y="614304"/>
                  </a:lnTo>
                  <a:lnTo>
                    <a:pt x="84425" y="614211"/>
                  </a:lnTo>
                  <a:lnTo>
                    <a:pt x="84107" y="614118"/>
                  </a:lnTo>
                  <a:lnTo>
                    <a:pt x="83924" y="614118"/>
                  </a:lnTo>
                  <a:lnTo>
                    <a:pt x="83605" y="614025"/>
                  </a:lnTo>
                  <a:lnTo>
                    <a:pt x="83332" y="613885"/>
                  </a:lnTo>
                  <a:lnTo>
                    <a:pt x="82922" y="613792"/>
                  </a:lnTo>
                  <a:lnTo>
                    <a:pt x="82603" y="613745"/>
                  </a:lnTo>
                  <a:lnTo>
                    <a:pt x="82421" y="613745"/>
                  </a:lnTo>
                  <a:lnTo>
                    <a:pt x="82284" y="613699"/>
                  </a:lnTo>
                  <a:lnTo>
                    <a:pt x="82011" y="613606"/>
                  </a:lnTo>
                  <a:lnTo>
                    <a:pt x="81646" y="613512"/>
                  </a:lnTo>
                  <a:lnTo>
                    <a:pt x="81373" y="613466"/>
                  </a:lnTo>
                  <a:lnTo>
                    <a:pt x="81099" y="613466"/>
                  </a:lnTo>
                  <a:lnTo>
                    <a:pt x="80826" y="613419"/>
                  </a:lnTo>
                  <a:lnTo>
                    <a:pt x="80370" y="613326"/>
                  </a:lnTo>
                  <a:lnTo>
                    <a:pt x="79733" y="613140"/>
                  </a:lnTo>
                  <a:lnTo>
                    <a:pt x="79505" y="613093"/>
                  </a:lnTo>
                  <a:lnTo>
                    <a:pt x="78958" y="612953"/>
                  </a:lnTo>
                  <a:lnTo>
                    <a:pt x="78548" y="612860"/>
                  </a:lnTo>
                  <a:lnTo>
                    <a:pt x="78001" y="612767"/>
                  </a:lnTo>
                  <a:lnTo>
                    <a:pt x="77546" y="612627"/>
                  </a:lnTo>
                  <a:lnTo>
                    <a:pt x="77227" y="612534"/>
                  </a:lnTo>
                  <a:lnTo>
                    <a:pt x="76634" y="612441"/>
                  </a:lnTo>
                  <a:lnTo>
                    <a:pt x="76315" y="612348"/>
                  </a:lnTo>
                  <a:lnTo>
                    <a:pt x="75541" y="612255"/>
                  </a:lnTo>
                  <a:lnTo>
                    <a:pt x="74949" y="612208"/>
                  </a:lnTo>
                  <a:lnTo>
                    <a:pt x="74402" y="612068"/>
                  </a:lnTo>
                  <a:lnTo>
                    <a:pt x="73992" y="612022"/>
                  </a:lnTo>
                  <a:lnTo>
                    <a:pt x="73855" y="611975"/>
                  </a:lnTo>
                  <a:lnTo>
                    <a:pt x="73627" y="611929"/>
                  </a:lnTo>
                  <a:lnTo>
                    <a:pt x="73308" y="611882"/>
                  </a:lnTo>
                  <a:lnTo>
                    <a:pt x="73035" y="611835"/>
                  </a:lnTo>
                  <a:lnTo>
                    <a:pt x="72807" y="611789"/>
                  </a:lnTo>
                  <a:lnTo>
                    <a:pt x="72443" y="611742"/>
                  </a:lnTo>
                  <a:lnTo>
                    <a:pt x="72078" y="611696"/>
                  </a:lnTo>
                  <a:lnTo>
                    <a:pt x="71805" y="611649"/>
                  </a:lnTo>
                  <a:lnTo>
                    <a:pt x="71623" y="611602"/>
                  </a:lnTo>
                  <a:lnTo>
                    <a:pt x="71395" y="611509"/>
                  </a:lnTo>
                  <a:lnTo>
                    <a:pt x="71076" y="611463"/>
                  </a:lnTo>
                  <a:lnTo>
                    <a:pt x="70666" y="611370"/>
                  </a:lnTo>
                  <a:lnTo>
                    <a:pt x="70119" y="611323"/>
                  </a:lnTo>
                  <a:lnTo>
                    <a:pt x="69846" y="611230"/>
                  </a:lnTo>
                  <a:lnTo>
                    <a:pt x="69663" y="611183"/>
                  </a:lnTo>
                  <a:lnTo>
                    <a:pt x="69299" y="611090"/>
                  </a:lnTo>
                  <a:lnTo>
                    <a:pt x="69071" y="611043"/>
                  </a:lnTo>
                  <a:lnTo>
                    <a:pt x="68752" y="610997"/>
                  </a:lnTo>
                  <a:lnTo>
                    <a:pt x="68388" y="610997"/>
                  </a:lnTo>
                  <a:lnTo>
                    <a:pt x="67887" y="610997"/>
                  </a:lnTo>
                  <a:lnTo>
                    <a:pt x="67613" y="610904"/>
                  </a:lnTo>
                  <a:lnTo>
                    <a:pt x="67249" y="610811"/>
                  </a:lnTo>
                  <a:lnTo>
                    <a:pt x="66884" y="610717"/>
                  </a:lnTo>
                  <a:lnTo>
                    <a:pt x="66611" y="610717"/>
                  </a:lnTo>
                  <a:lnTo>
                    <a:pt x="66337" y="610764"/>
                  </a:lnTo>
                  <a:lnTo>
                    <a:pt x="66110" y="610764"/>
                  </a:lnTo>
                  <a:lnTo>
                    <a:pt x="65927" y="610811"/>
                  </a:lnTo>
                  <a:lnTo>
                    <a:pt x="65517" y="610764"/>
                  </a:lnTo>
                  <a:lnTo>
                    <a:pt x="65153" y="610671"/>
                  </a:lnTo>
                  <a:lnTo>
                    <a:pt x="64925" y="610578"/>
                  </a:lnTo>
                  <a:lnTo>
                    <a:pt x="64743" y="610578"/>
                  </a:lnTo>
                  <a:lnTo>
                    <a:pt x="64196" y="610484"/>
                  </a:lnTo>
                  <a:lnTo>
                    <a:pt x="63968" y="610484"/>
                  </a:lnTo>
                  <a:lnTo>
                    <a:pt x="63695" y="610484"/>
                  </a:lnTo>
                  <a:lnTo>
                    <a:pt x="63421" y="610484"/>
                  </a:lnTo>
                  <a:lnTo>
                    <a:pt x="63011" y="610578"/>
                  </a:lnTo>
                  <a:lnTo>
                    <a:pt x="62738" y="610624"/>
                  </a:lnTo>
                  <a:lnTo>
                    <a:pt x="62465" y="610671"/>
                  </a:lnTo>
                  <a:lnTo>
                    <a:pt x="62191" y="610717"/>
                  </a:lnTo>
                  <a:lnTo>
                    <a:pt x="61918" y="610764"/>
                  </a:lnTo>
                  <a:lnTo>
                    <a:pt x="61645" y="610764"/>
                  </a:lnTo>
                  <a:lnTo>
                    <a:pt x="61371" y="610764"/>
                  </a:lnTo>
                  <a:lnTo>
                    <a:pt x="60824" y="610671"/>
                  </a:lnTo>
                  <a:lnTo>
                    <a:pt x="60688" y="610624"/>
                  </a:lnTo>
                  <a:lnTo>
                    <a:pt x="60460" y="610578"/>
                  </a:lnTo>
                  <a:lnTo>
                    <a:pt x="60278" y="610578"/>
                  </a:lnTo>
                  <a:lnTo>
                    <a:pt x="59959" y="610578"/>
                  </a:lnTo>
                  <a:lnTo>
                    <a:pt x="59731" y="610531"/>
                  </a:lnTo>
                  <a:lnTo>
                    <a:pt x="59594" y="610484"/>
                  </a:lnTo>
                  <a:lnTo>
                    <a:pt x="59275" y="610391"/>
                  </a:lnTo>
                  <a:lnTo>
                    <a:pt x="59139" y="610391"/>
                  </a:lnTo>
                  <a:lnTo>
                    <a:pt x="58820" y="610345"/>
                  </a:lnTo>
                  <a:lnTo>
                    <a:pt x="58592" y="610345"/>
                  </a:lnTo>
                  <a:lnTo>
                    <a:pt x="58364" y="610298"/>
                  </a:lnTo>
                  <a:lnTo>
                    <a:pt x="58182" y="610298"/>
                  </a:lnTo>
                  <a:lnTo>
                    <a:pt x="57772" y="610252"/>
                  </a:lnTo>
                  <a:lnTo>
                    <a:pt x="57590" y="610252"/>
                  </a:lnTo>
                  <a:lnTo>
                    <a:pt x="57180" y="610065"/>
                  </a:lnTo>
                  <a:lnTo>
                    <a:pt x="57043" y="610019"/>
                  </a:lnTo>
                  <a:lnTo>
                    <a:pt x="56678" y="610205"/>
                  </a:lnTo>
                  <a:lnTo>
                    <a:pt x="56359" y="610624"/>
                  </a:lnTo>
                  <a:lnTo>
                    <a:pt x="56314" y="610857"/>
                  </a:lnTo>
                  <a:lnTo>
                    <a:pt x="56268" y="611276"/>
                  </a:lnTo>
                  <a:lnTo>
                    <a:pt x="56132" y="612255"/>
                  </a:lnTo>
                  <a:lnTo>
                    <a:pt x="56177" y="612534"/>
                  </a:lnTo>
                  <a:lnTo>
                    <a:pt x="56177" y="612721"/>
                  </a:lnTo>
                  <a:lnTo>
                    <a:pt x="56223" y="613233"/>
                  </a:lnTo>
                  <a:lnTo>
                    <a:pt x="56132" y="613466"/>
                  </a:lnTo>
                  <a:lnTo>
                    <a:pt x="56040" y="613839"/>
                  </a:lnTo>
                  <a:lnTo>
                    <a:pt x="55904" y="614491"/>
                  </a:lnTo>
                  <a:lnTo>
                    <a:pt x="55949" y="615143"/>
                  </a:lnTo>
                  <a:lnTo>
                    <a:pt x="55995" y="615422"/>
                  </a:lnTo>
                  <a:lnTo>
                    <a:pt x="56086" y="615748"/>
                  </a:lnTo>
                  <a:lnTo>
                    <a:pt x="56132" y="616028"/>
                  </a:lnTo>
                  <a:lnTo>
                    <a:pt x="56086" y="616261"/>
                  </a:lnTo>
                  <a:lnTo>
                    <a:pt x="55858" y="616447"/>
                  </a:lnTo>
                  <a:lnTo>
                    <a:pt x="55630" y="616587"/>
                  </a:lnTo>
                  <a:lnTo>
                    <a:pt x="55311" y="616820"/>
                  </a:lnTo>
                  <a:lnTo>
                    <a:pt x="55084" y="616820"/>
                  </a:lnTo>
                  <a:lnTo>
                    <a:pt x="54719" y="616634"/>
                  </a:lnTo>
                  <a:lnTo>
                    <a:pt x="54491" y="616494"/>
                  </a:lnTo>
                  <a:lnTo>
                    <a:pt x="54127" y="616494"/>
                  </a:lnTo>
                  <a:lnTo>
                    <a:pt x="53808" y="616540"/>
                  </a:lnTo>
                  <a:lnTo>
                    <a:pt x="53535" y="616680"/>
                  </a:lnTo>
                  <a:lnTo>
                    <a:pt x="53307" y="616727"/>
                  </a:lnTo>
                  <a:lnTo>
                    <a:pt x="53170" y="616727"/>
                  </a:lnTo>
                  <a:lnTo>
                    <a:pt x="53170" y="616447"/>
                  </a:lnTo>
                  <a:lnTo>
                    <a:pt x="53170" y="616261"/>
                  </a:lnTo>
                  <a:lnTo>
                    <a:pt x="53033" y="615981"/>
                  </a:lnTo>
                  <a:lnTo>
                    <a:pt x="53079" y="615748"/>
                  </a:lnTo>
                  <a:lnTo>
                    <a:pt x="53307" y="615609"/>
                  </a:lnTo>
                  <a:lnTo>
                    <a:pt x="53489" y="615609"/>
                  </a:lnTo>
                  <a:lnTo>
                    <a:pt x="53671" y="615609"/>
                  </a:lnTo>
                  <a:lnTo>
                    <a:pt x="53990" y="615609"/>
                  </a:lnTo>
                  <a:lnTo>
                    <a:pt x="54355" y="615562"/>
                  </a:lnTo>
                  <a:lnTo>
                    <a:pt x="54628" y="615516"/>
                  </a:lnTo>
                  <a:lnTo>
                    <a:pt x="54856" y="615376"/>
                  </a:lnTo>
                  <a:lnTo>
                    <a:pt x="55038" y="615236"/>
                  </a:lnTo>
                  <a:lnTo>
                    <a:pt x="55084" y="615050"/>
                  </a:lnTo>
                  <a:lnTo>
                    <a:pt x="55266" y="613839"/>
                  </a:lnTo>
                  <a:lnTo>
                    <a:pt x="55311" y="613466"/>
                  </a:lnTo>
                  <a:lnTo>
                    <a:pt x="55448" y="612581"/>
                  </a:lnTo>
                  <a:lnTo>
                    <a:pt x="55539" y="612208"/>
                  </a:lnTo>
                  <a:lnTo>
                    <a:pt x="55539" y="611789"/>
                  </a:lnTo>
                  <a:lnTo>
                    <a:pt x="55539" y="611509"/>
                  </a:lnTo>
                  <a:lnTo>
                    <a:pt x="55448" y="611370"/>
                  </a:lnTo>
                  <a:lnTo>
                    <a:pt x="55311" y="611043"/>
                  </a:lnTo>
                  <a:lnTo>
                    <a:pt x="54947" y="610345"/>
                  </a:lnTo>
                  <a:lnTo>
                    <a:pt x="54810" y="610205"/>
                  </a:lnTo>
                  <a:lnTo>
                    <a:pt x="54628" y="610065"/>
                  </a:lnTo>
                  <a:lnTo>
                    <a:pt x="54264" y="609925"/>
                  </a:lnTo>
                  <a:lnTo>
                    <a:pt x="54081" y="609879"/>
                  </a:lnTo>
                  <a:lnTo>
                    <a:pt x="53762" y="609832"/>
                  </a:lnTo>
                  <a:lnTo>
                    <a:pt x="53352" y="609786"/>
                  </a:lnTo>
                  <a:lnTo>
                    <a:pt x="53079" y="609786"/>
                  </a:lnTo>
                  <a:lnTo>
                    <a:pt x="52623" y="609786"/>
                  </a:lnTo>
                  <a:lnTo>
                    <a:pt x="50801" y="609506"/>
                  </a:lnTo>
                  <a:lnTo>
                    <a:pt x="48249" y="609134"/>
                  </a:lnTo>
                  <a:lnTo>
                    <a:pt x="46746" y="608994"/>
                  </a:lnTo>
                  <a:lnTo>
                    <a:pt x="45561" y="609320"/>
                  </a:lnTo>
                  <a:lnTo>
                    <a:pt x="44650" y="610205"/>
                  </a:lnTo>
                  <a:lnTo>
                    <a:pt x="44468" y="610624"/>
                  </a:lnTo>
                  <a:lnTo>
                    <a:pt x="44240" y="611043"/>
                  </a:lnTo>
                  <a:lnTo>
                    <a:pt x="44194" y="611602"/>
                  </a:lnTo>
                  <a:lnTo>
                    <a:pt x="44012" y="612115"/>
                  </a:lnTo>
                  <a:lnTo>
                    <a:pt x="43921" y="612627"/>
                  </a:lnTo>
                  <a:lnTo>
                    <a:pt x="43875" y="613093"/>
                  </a:lnTo>
                  <a:lnTo>
                    <a:pt x="43875" y="613652"/>
                  </a:lnTo>
                  <a:lnTo>
                    <a:pt x="43875" y="614071"/>
                  </a:lnTo>
                  <a:lnTo>
                    <a:pt x="43921" y="614304"/>
                  </a:lnTo>
                  <a:lnTo>
                    <a:pt x="44012" y="614584"/>
                  </a:lnTo>
                  <a:lnTo>
                    <a:pt x="44286" y="614724"/>
                  </a:lnTo>
                  <a:lnTo>
                    <a:pt x="44741" y="614863"/>
                  </a:lnTo>
                  <a:lnTo>
                    <a:pt x="45197" y="614910"/>
                  </a:lnTo>
                  <a:lnTo>
                    <a:pt x="45470" y="615050"/>
                  </a:lnTo>
                  <a:lnTo>
                    <a:pt x="45652" y="615283"/>
                  </a:lnTo>
                  <a:lnTo>
                    <a:pt x="45425" y="615422"/>
                  </a:lnTo>
                  <a:lnTo>
                    <a:pt x="44878" y="615422"/>
                  </a:lnTo>
                  <a:lnTo>
                    <a:pt x="44103" y="615283"/>
                  </a:lnTo>
                  <a:lnTo>
                    <a:pt x="43648" y="615236"/>
                  </a:lnTo>
                  <a:lnTo>
                    <a:pt x="42782" y="615096"/>
                  </a:lnTo>
                  <a:lnTo>
                    <a:pt x="42053" y="614957"/>
                  </a:lnTo>
                  <a:lnTo>
                    <a:pt x="41643" y="614910"/>
                  </a:lnTo>
                  <a:lnTo>
                    <a:pt x="40549" y="614770"/>
                  </a:lnTo>
                  <a:lnTo>
                    <a:pt x="40367" y="614444"/>
                  </a:lnTo>
                  <a:lnTo>
                    <a:pt x="40641" y="614211"/>
                  </a:lnTo>
                  <a:lnTo>
                    <a:pt x="40823" y="614118"/>
                  </a:lnTo>
                  <a:lnTo>
                    <a:pt x="41415" y="614165"/>
                  </a:lnTo>
                  <a:lnTo>
                    <a:pt x="41780" y="614211"/>
                  </a:lnTo>
                  <a:lnTo>
                    <a:pt x="42463" y="614118"/>
                  </a:lnTo>
                  <a:lnTo>
                    <a:pt x="42782" y="613885"/>
                  </a:lnTo>
                  <a:lnTo>
                    <a:pt x="43010" y="613606"/>
                  </a:lnTo>
                  <a:lnTo>
                    <a:pt x="43101" y="613373"/>
                  </a:lnTo>
                  <a:lnTo>
                    <a:pt x="43238" y="612814"/>
                  </a:lnTo>
                  <a:lnTo>
                    <a:pt x="43238" y="612394"/>
                  </a:lnTo>
                  <a:lnTo>
                    <a:pt x="43238" y="612068"/>
                  </a:lnTo>
                  <a:lnTo>
                    <a:pt x="43147" y="611835"/>
                  </a:lnTo>
                  <a:lnTo>
                    <a:pt x="42828" y="611463"/>
                  </a:lnTo>
                  <a:lnTo>
                    <a:pt x="42509" y="611323"/>
                  </a:lnTo>
                  <a:lnTo>
                    <a:pt x="42053" y="611183"/>
                  </a:lnTo>
                  <a:lnTo>
                    <a:pt x="41871" y="611137"/>
                  </a:lnTo>
                  <a:lnTo>
                    <a:pt x="41597" y="610950"/>
                  </a:lnTo>
                  <a:lnTo>
                    <a:pt x="40823" y="610391"/>
                  </a:lnTo>
                  <a:lnTo>
                    <a:pt x="39912" y="609786"/>
                  </a:lnTo>
                  <a:lnTo>
                    <a:pt x="39547" y="609599"/>
                  </a:lnTo>
                  <a:lnTo>
                    <a:pt x="39183" y="609460"/>
                  </a:lnTo>
                  <a:lnTo>
                    <a:pt x="38955" y="609366"/>
                  </a:lnTo>
                  <a:lnTo>
                    <a:pt x="38636" y="609320"/>
                  </a:lnTo>
                  <a:lnTo>
                    <a:pt x="38408" y="609273"/>
                  </a:lnTo>
                  <a:lnTo>
                    <a:pt x="37952" y="609180"/>
                  </a:lnTo>
                  <a:lnTo>
                    <a:pt x="37406" y="609087"/>
                  </a:lnTo>
                  <a:lnTo>
                    <a:pt x="36631" y="609040"/>
                  </a:lnTo>
                  <a:lnTo>
                    <a:pt x="36084" y="608947"/>
                  </a:lnTo>
                  <a:lnTo>
                    <a:pt x="35082" y="608901"/>
                  </a:lnTo>
                  <a:lnTo>
                    <a:pt x="33806" y="608994"/>
                  </a:lnTo>
                  <a:lnTo>
                    <a:pt x="33396" y="609134"/>
                  </a:lnTo>
                  <a:lnTo>
                    <a:pt x="33123" y="609273"/>
                  </a:lnTo>
                  <a:lnTo>
                    <a:pt x="32895" y="609413"/>
                  </a:lnTo>
                  <a:lnTo>
                    <a:pt x="32212" y="609832"/>
                  </a:lnTo>
                  <a:lnTo>
                    <a:pt x="31847" y="610065"/>
                  </a:lnTo>
                  <a:lnTo>
                    <a:pt x="31710" y="610112"/>
                  </a:lnTo>
                  <a:lnTo>
                    <a:pt x="31392" y="610205"/>
                  </a:lnTo>
                  <a:lnTo>
                    <a:pt x="31027" y="610345"/>
                  </a:lnTo>
                  <a:lnTo>
                    <a:pt x="30708" y="610391"/>
                  </a:lnTo>
                  <a:lnTo>
                    <a:pt x="30344" y="610438"/>
                  </a:lnTo>
                  <a:lnTo>
                    <a:pt x="29979" y="610484"/>
                  </a:lnTo>
                  <a:lnTo>
                    <a:pt x="29615" y="610484"/>
                  </a:lnTo>
                  <a:lnTo>
                    <a:pt x="29478" y="610531"/>
                  </a:lnTo>
                  <a:lnTo>
                    <a:pt x="29250" y="610671"/>
                  </a:lnTo>
                  <a:lnTo>
                    <a:pt x="29068" y="610904"/>
                  </a:lnTo>
                  <a:lnTo>
                    <a:pt x="28977" y="611043"/>
                  </a:lnTo>
                  <a:lnTo>
                    <a:pt x="28886" y="611276"/>
                  </a:lnTo>
                  <a:lnTo>
                    <a:pt x="28795" y="612208"/>
                  </a:lnTo>
                  <a:lnTo>
                    <a:pt x="28977" y="612860"/>
                  </a:lnTo>
                  <a:lnTo>
                    <a:pt x="29205" y="613419"/>
                  </a:lnTo>
                  <a:lnTo>
                    <a:pt x="29478" y="613512"/>
                  </a:lnTo>
                  <a:lnTo>
                    <a:pt x="29751" y="613652"/>
                  </a:lnTo>
                  <a:lnTo>
                    <a:pt x="30025" y="613745"/>
                  </a:lnTo>
                  <a:lnTo>
                    <a:pt x="30298" y="613792"/>
                  </a:lnTo>
                  <a:lnTo>
                    <a:pt x="30617" y="613839"/>
                  </a:lnTo>
                  <a:lnTo>
                    <a:pt x="30890" y="613885"/>
                  </a:lnTo>
                  <a:lnTo>
                    <a:pt x="31209" y="613978"/>
                  </a:lnTo>
                  <a:lnTo>
                    <a:pt x="31483" y="614071"/>
                  </a:lnTo>
                  <a:lnTo>
                    <a:pt x="31756" y="614211"/>
                  </a:lnTo>
                  <a:lnTo>
                    <a:pt x="31756" y="614351"/>
                  </a:lnTo>
                  <a:lnTo>
                    <a:pt x="31619" y="614398"/>
                  </a:lnTo>
                  <a:lnTo>
                    <a:pt x="31392" y="614398"/>
                  </a:lnTo>
                  <a:lnTo>
                    <a:pt x="30936" y="614351"/>
                  </a:lnTo>
                  <a:lnTo>
                    <a:pt x="29478" y="614211"/>
                  </a:lnTo>
                  <a:lnTo>
                    <a:pt x="29159" y="614211"/>
                  </a:lnTo>
                  <a:lnTo>
                    <a:pt x="28840" y="614165"/>
                  </a:lnTo>
                  <a:lnTo>
                    <a:pt x="28567" y="614118"/>
                  </a:lnTo>
                  <a:lnTo>
                    <a:pt x="27747" y="614118"/>
                  </a:lnTo>
                  <a:lnTo>
                    <a:pt x="26881" y="614118"/>
                  </a:lnTo>
                  <a:lnTo>
                    <a:pt x="26653" y="614165"/>
                  </a:lnTo>
                  <a:lnTo>
                    <a:pt x="26425" y="614165"/>
                  </a:lnTo>
                  <a:lnTo>
                    <a:pt x="26198" y="614165"/>
                  </a:lnTo>
                  <a:lnTo>
                    <a:pt x="25970" y="614118"/>
                  </a:lnTo>
                  <a:lnTo>
                    <a:pt x="25833" y="613559"/>
                  </a:lnTo>
                  <a:lnTo>
                    <a:pt x="26152" y="613419"/>
                  </a:lnTo>
                  <a:lnTo>
                    <a:pt x="26425" y="613326"/>
                  </a:lnTo>
                  <a:lnTo>
                    <a:pt x="26744" y="613233"/>
                  </a:lnTo>
                  <a:lnTo>
                    <a:pt x="26927" y="613280"/>
                  </a:lnTo>
                  <a:lnTo>
                    <a:pt x="27109" y="613233"/>
                  </a:lnTo>
                  <a:lnTo>
                    <a:pt x="27245" y="613233"/>
                  </a:lnTo>
                  <a:lnTo>
                    <a:pt x="27428" y="613140"/>
                  </a:lnTo>
                  <a:lnTo>
                    <a:pt x="27564" y="613047"/>
                  </a:lnTo>
                  <a:lnTo>
                    <a:pt x="27701" y="612907"/>
                  </a:lnTo>
                  <a:lnTo>
                    <a:pt x="27792" y="612767"/>
                  </a:lnTo>
                  <a:lnTo>
                    <a:pt x="27883" y="612627"/>
                  </a:lnTo>
                  <a:lnTo>
                    <a:pt x="27929" y="612488"/>
                  </a:lnTo>
                  <a:lnTo>
                    <a:pt x="27929" y="612301"/>
                  </a:lnTo>
                  <a:lnTo>
                    <a:pt x="28020" y="611602"/>
                  </a:lnTo>
                  <a:lnTo>
                    <a:pt x="28111" y="610904"/>
                  </a:lnTo>
                  <a:lnTo>
                    <a:pt x="28157" y="610205"/>
                  </a:lnTo>
                  <a:lnTo>
                    <a:pt x="27974" y="609879"/>
                  </a:lnTo>
                  <a:lnTo>
                    <a:pt x="27747" y="609599"/>
                  </a:lnTo>
                  <a:lnTo>
                    <a:pt x="27473" y="609320"/>
                  </a:lnTo>
                  <a:lnTo>
                    <a:pt x="27200" y="609087"/>
                  </a:lnTo>
                  <a:lnTo>
                    <a:pt x="26835" y="608807"/>
                  </a:lnTo>
                  <a:lnTo>
                    <a:pt x="26608" y="608621"/>
                  </a:lnTo>
                  <a:lnTo>
                    <a:pt x="26334" y="608435"/>
                  </a:lnTo>
                  <a:lnTo>
                    <a:pt x="26015" y="608295"/>
                  </a:lnTo>
                  <a:lnTo>
                    <a:pt x="25560" y="608016"/>
                  </a:lnTo>
                  <a:lnTo>
                    <a:pt x="25013" y="607783"/>
                  </a:lnTo>
                  <a:lnTo>
                    <a:pt x="24785" y="607689"/>
                  </a:lnTo>
                  <a:lnTo>
                    <a:pt x="23919" y="607550"/>
                  </a:lnTo>
                  <a:lnTo>
                    <a:pt x="23099" y="607456"/>
                  </a:lnTo>
                  <a:lnTo>
                    <a:pt x="22234" y="607410"/>
                  </a:lnTo>
                  <a:lnTo>
                    <a:pt x="21414" y="607363"/>
                  </a:lnTo>
                  <a:lnTo>
                    <a:pt x="20548" y="607363"/>
                  </a:lnTo>
                  <a:lnTo>
                    <a:pt x="19728" y="607363"/>
                  </a:lnTo>
                  <a:lnTo>
                    <a:pt x="18908" y="607503"/>
                  </a:lnTo>
                  <a:lnTo>
                    <a:pt x="18680" y="607550"/>
                  </a:lnTo>
                  <a:lnTo>
                    <a:pt x="18543" y="607550"/>
                  </a:lnTo>
                  <a:lnTo>
                    <a:pt x="17951" y="607643"/>
                  </a:lnTo>
                  <a:lnTo>
                    <a:pt x="17586" y="607689"/>
                  </a:lnTo>
                  <a:lnTo>
                    <a:pt x="17404" y="607689"/>
                  </a:lnTo>
                  <a:lnTo>
                    <a:pt x="17267" y="607689"/>
                  </a:lnTo>
                  <a:lnTo>
                    <a:pt x="17131" y="607736"/>
                  </a:lnTo>
                  <a:lnTo>
                    <a:pt x="16994" y="607783"/>
                  </a:lnTo>
                  <a:lnTo>
                    <a:pt x="16766" y="607829"/>
                  </a:lnTo>
                  <a:lnTo>
                    <a:pt x="15946" y="607922"/>
                  </a:lnTo>
                  <a:lnTo>
                    <a:pt x="15035" y="607969"/>
                  </a:lnTo>
                  <a:lnTo>
                    <a:pt x="14898" y="608062"/>
                  </a:lnTo>
                  <a:lnTo>
                    <a:pt x="14579" y="608202"/>
                  </a:lnTo>
                  <a:lnTo>
                    <a:pt x="14443" y="608202"/>
                  </a:lnTo>
                  <a:lnTo>
                    <a:pt x="14215" y="608248"/>
                  </a:lnTo>
                  <a:lnTo>
                    <a:pt x="14078" y="608295"/>
                  </a:lnTo>
                  <a:lnTo>
                    <a:pt x="13850" y="608435"/>
                  </a:lnTo>
                  <a:lnTo>
                    <a:pt x="13714" y="608435"/>
                  </a:lnTo>
                  <a:lnTo>
                    <a:pt x="13577" y="608435"/>
                  </a:lnTo>
                  <a:lnTo>
                    <a:pt x="13395" y="608528"/>
                  </a:lnTo>
                  <a:lnTo>
                    <a:pt x="13167" y="608668"/>
                  </a:lnTo>
                  <a:lnTo>
                    <a:pt x="12939" y="608854"/>
                  </a:lnTo>
                  <a:lnTo>
                    <a:pt x="12666" y="609413"/>
                  </a:lnTo>
                  <a:lnTo>
                    <a:pt x="12438" y="609879"/>
                  </a:lnTo>
                  <a:lnTo>
                    <a:pt x="8793" y="617891"/>
                  </a:lnTo>
                  <a:lnTo>
                    <a:pt x="8656" y="618171"/>
                  </a:lnTo>
                  <a:lnTo>
                    <a:pt x="8611" y="618404"/>
                  </a:lnTo>
                  <a:lnTo>
                    <a:pt x="5604" y="614677"/>
                  </a:lnTo>
                  <a:lnTo>
                    <a:pt x="5239" y="614398"/>
                  </a:lnTo>
                  <a:lnTo>
                    <a:pt x="4419" y="613093"/>
                  </a:lnTo>
                  <a:lnTo>
                    <a:pt x="1184" y="608807"/>
                  </a:lnTo>
                  <a:lnTo>
                    <a:pt x="0" y="607224"/>
                  </a:lnTo>
                  <a:lnTo>
                    <a:pt x="1093" y="606292"/>
                  </a:lnTo>
                  <a:lnTo>
                    <a:pt x="1868" y="605686"/>
                  </a:lnTo>
                  <a:lnTo>
                    <a:pt x="637" y="604149"/>
                  </a:lnTo>
                  <a:lnTo>
                    <a:pt x="1139" y="603776"/>
                  </a:lnTo>
                  <a:lnTo>
                    <a:pt x="1457" y="604196"/>
                  </a:lnTo>
                  <a:lnTo>
                    <a:pt x="2050" y="603776"/>
                  </a:lnTo>
                  <a:lnTo>
                    <a:pt x="2460" y="604335"/>
                  </a:lnTo>
                  <a:lnTo>
                    <a:pt x="1959" y="604708"/>
                  </a:lnTo>
                  <a:lnTo>
                    <a:pt x="2369" y="605220"/>
                  </a:lnTo>
                  <a:lnTo>
                    <a:pt x="2688" y="604988"/>
                  </a:lnTo>
                  <a:lnTo>
                    <a:pt x="3918" y="604009"/>
                  </a:lnTo>
                  <a:lnTo>
                    <a:pt x="2460" y="602239"/>
                  </a:lnTo>
                  <a:lnTo>
                    <a:pt x="2688" y="602053"/>
                  </a:lnTo>
                  <a:lnTo>
                    <a:pt x="4146" y="603823"/>
                  </a:lnTo>
                  <a:lnTo>
                    <a:pt x="5604" y="602751"/>
                  </a:lnTo>
                  <a:lnTo>
                    <a:pt x="11891" y="597814"/>
                  </a:lnTo>
                  <a:lnTo>
                    <a:pt x="12529" y="597301"/>
                  </a:lnTo>
                  <a:lnTo>
                    <a:pt x="12985" y="596928"/>
                  </a:lnTo>
                  <a:lnTo>
                    <a:pt x="14033" y="596137"/>
                  </a:lnTo>
                  <a:lnTo>
                    <a:pt x="14853" y="595531"/>
                  </a:lnTo>
                  <a:lnTo>
                    <a:pt x="11800" y="592410"/>
                  </a:lnTo>
                  <a:lnTo>
                    <a:pt x="12256" y="591991"/>
                  </a:lnTo>
                  <a:lnTo>
                    <a:pt x="15263" y="595205"/>
                  </a:lnTo>
                  <a:lnTo>
                    <a:pt x="18999" y="592689"/>
                  </a:lnTo>
                  <a:lnTo>
                    <a:pt x="27018" y="585702"/>
                  </a:lnTo>
                  <a:lnTo>
                    <a:pt x="31483" y="582022"/>
                  </a:lnTo>
                  <a:lnTo>
                    <a:pt x="35128" y="578155"/>
                  </a:lnTo>
                  <a:lnTo>
                    <a:pt x="36722" y="576012"/>
                  </a:lnTo>
                  <a:lnTo>
                    <a:pt x="37087" y="575127"/>
                  </a:lnTo>
                  <a:lnTo>
                    <a:pt x="36586" y="574894"/>
                  </a:lnTo>
                  <a:lnTo>
                    <a:pt x="36449" y="574708"/>
                  </a:lnTo>
                  <a:lnTo>
                    <a:pt x="36358" y="574568"/>
                  </a:lnTo>
                  <a:lnTo>
                    <a:pt x="36312" y="574382"/>
                  </a:lnTo>
                  <a:lnTo>
                    <a:pt x="36312" y="574242"/>
                  </a:lnTo>
                  <a:lnTo>
                    <a:pt x="36403" y="574009"/>
                  </a:lnTo>
                  <a:lnTo>
                    <a:pt x="38909" y="569351"/>
                  </a:lnTo>
                  <a:lnTo>
                    <a:pt x="39046" y="568512"/>
                  </a:lnTo>
                  <a:lnTo>
                    <a:pt x="39684" y="568652"/>
                  </a:lnTo>
                  <a:lnTo>
                    <a:pt x="39547" y="569537"/>
                  </a:lnTo>
                  <a:lnTo>
                    <a:pt x="37269" y="574195"/>
                  </a:lnTo>
                  <a:lnTo>
                    <a:pt x="37269" y="574335"/>
                  </a:lnTo>
                  <a:lnTo>
                    <a:pt x="37315" y="574475"/>
                  </a:lnTo>
                  <a:lnTo>
                    <a:pt x="37223" y="574708"/>
                  </a:lnTo>
                  <a:lnTo>
                    <a:pt x="37861" y="574987"/>
                  </a:lnTo>
                  <a:lnTo>
                    <a:pt x="38089" y="575220"/>
                  </a:lnTo>
                  <a:lnTo>
                    <a:pt x="38363" y="575360"/>
                  </a:lnTo>
                  <a:lnTo>
                    <a:pt x="38909" y="575593"/>
                  </a:lnTo>
                  <a:lnTo>
                    <a:pt x="39228" y="574941"/>
                  </a:lnTo>
                  <a:lnTo>
                    <a:pt x="39866" y="575313"/>
                  </a:lnTo>
                  <a:lnTo>
                    <a:pt x="41643" y="572099"/>
                  </a:lnTo>
                  <a:lnTo>
                    <a:pt x="41096" y="571773"/>
                  </a:lnTo>
                  <a:lnTo>
                    <a:pt x="41415" y="571261"/>
                  </a:lnTo>
                  <a:lnTo>
                    <a:pt x="42007" y="571633"/>
                  </a:lnTo>
                  <a:lnTo>
                    <a:pt x="42190" y="571307"/>
                  </a:lnTo>
                  <a:lnTo>
                    <a:pt x="41643" y="570935"/>
                  </a:lnTo>
                  <a:lnTo>
                    <a:pt x="41734" y="570795"/>
                  </a:lnTo>
                  <a:lnTo>
                    <a:pt x="41552" y="570702"/>
                  </a:lnTo>
                  <a:lnTo>
                    <a:pt x="41324" y="570608"/>
                  </a:lnTo>
                  <a:lnTo>
                    <a:pt x="40960" y="570469"/>
                  </a:lnTo>
                  <a:lnTo>
                    <a:pt x="41051" y="570236"/>
                  </a:lnTo>
                  <a:lnTo>
                    <a:pt x="40322" y="569817"/>
                  </a:lnTo>
                  <a:lnTo>
                    <a:pt x="40094" y="569490"/>
                  </a:lnTo>
                  <a:lnTo>
                    <a:pt x="40458" y="569304"/>
                  </a:lnTo>
                  <a:lnTo>
                    <a:pt x="40595" y="569584"/>
                  </a:lnTo>
                  <a:lnTo>
                    <a:pt x="41597" y="570189"/>
                  </a:lnTo>
                  <a:lnTo>
                    <a:pt x="42600" y="570748"/>
                  </a:lnTo>
                  <a:lnTo>
                    <a:pt x="42736" y="570655"/>
                  </a:lnTo>
                  <a:lnTo>
                    <a:pt x="42828" y="570515"/>
                  </a:lnTo>
                  <a:lnTo>
                    <a:pt x="43010" y="570329"/>
                  </a:lnTo>
                  <a:lnTo>
                    <a:pt x="44377" y="568931"/>
                  </a:lnTo>
                  <a:lnTo>
                    <a:pt x="44513" y="568745"/>
                  </a:lnTo>
                  <a:lnTo>
                    <a:pt x="44377" y="568186"/>
                  </a:lnTo>
                  <a:lnTo>
                    <a:pt x="44468" y="568046"/>
                  </a:lnTo>
                  <a:lnTo>
                    <a:pt x="44286" y="566509"/>
                  </a:lnTo>
                  <a:lnTo>
                    <a:pt x="44559" y="567674"/>
                  </a:lnTo>
                  <a:lnTo>
                    <a:pt x="44650" y="567953"/>
                  </a:lnTo>
                  <a:lnTo>
                    <a:pt x="45106" y="567860"/>
                  </a:lnTo>
                  <a:lnTo>
                    <a:pt x="47566" y="567161"/>
                  </a:lnTo>
                  <a:lnTo>
                    <a:pt x="47429" y="566602"/>
                  </a:lnTo>
                  <a:lnTo>
                    <a:pt x="47019" y="565158"/>
                  </a:lnTo>
                  <a:lnTo>
                    <a:pt x="46700" y="564087"/>
                  </a:lnTo>
                  <a:lnTo>
                    <a:pt x="46564" y="563481"/>
                  </a:lnTo>
                  <a:lnTo>
                    <a:pt x="46473" y="563295"/>
                  </a:lnTo>
                  <a:lnTo>
                    <a:pt x="46290" y="563528"/>
                  </a:lnTo>
                  <a:lnTo>
                    <a:pt x="44878" y="564925"/>
                  </a:lnTo>
                  <a:lnTo>
                    <a:pt x="44969" y="564785"/>
                  </a:lnTo>
                  <a:lnTo>
                    <a:pt x="46381" y="562969"/>
                  </a:lnTo>
                  <a:lnTo>
                    <a:pt x="46154" y="562037"/>
                  </a:lnTo>
                  <a:lnTo>
                    <a:pt x="46062" y="561664"/>
                  </a:lnTo>
                  <a:lnTo>
                    <a:pt x="42691" y="558823"/>
                  </a:lnTo>
                  <a:lnTo>
                    <a:pt x="41689" y="557984"/>
                  </a:lnTo>
                  <a:lnTo>
                    <a:pt x="39820" y="556447"/>
                  </a:lnTo>
                  <a:lnTo>
                    <a:pt x="38271" y="556540"/>
                  </a:lnTo>
                  <a:lnTo>
                    <a:pt x="36677" y="555143"/>
                  </a:lnTo>
                  <a:lnTo>
                    <a:pt x="35447" y="552860"/>
                  </a:lnTo>
                  <a:lnTo>
                    <a:pt x="28567" y="547083"/>
                  </a:lnTo>
                  <a:lnTo>
                    <a:pt x="27838" y="547270"/>
                  </a:lnTo>
                  <a:lnTo>
                    <a:pt x="26744" y="547456"/>
                  </a:lnTo>
                  <a:lnTo>
                    <a:pt x="25195" y="547782"/>
                  </a:lnTo>
                  <a:lnTo>
                    <a:pt x="24740" y="547829"/>
                  </a:lnTo>
                  <a:lnTo>
                    <a:pt x="12119" y="537627"/>
                  </a:lnTo>
                  <a:lnTo>
                    <a:pt x="16630" y="531804"/>
                  </a:lnTo>
                  <a:lnTo>
                    <a:pt x="14488" y="525236"/>
                  </a:lnTo>
                  <a:lnTo>
                    <a:pt x="14397" y="524677"/>
                  </a:lnTo>
                  <a:lnTo>
                    <a:pt x="14670" y="524397"/>
                  </a:lnTo>
                  <a:lnTo>
                    <a:pt x="15080" y="524397"/>
                  </a:lnTo>
                  <a:lnTo>
                    <a:pt x="15399" y="524723"/>
                  </a:lnTo>
                  <a:lnTo>
                    <a:pt x="15536" y="525422"/>
                  </a:lnTo>
                  <a:lnTo>
                    <a:pt x="17586" y="531198"/>
                  </a:lnTo>
                  <a:lnTo>
                    <a:pt x="18088" y="530965"/>
                  </a:lnTo>
                  <a:lnTo>
                    <a:pt x="18862" y="530686"/>
                  </a:lnTo>
                  <a:lnTo>
                    <a:pt x="20502" y="530267"/>
                  </a:lnTo>
                  <a:lnTo>
                    <a:pt x="20821" y="530267"/>
                  </a:lnTo>
                  <a:lnTo>
                    <a:pt x="21641" y="529242"/>
                  </a:lnTo>
                  <a:lnTo>
                    <a:pt x="21277" y="528962"/>
                  </a:lnTo>
                  <a:lnTo>
                    <a:pt x="21414" y="528776"/>
                  </a:lnTo>
                  <a:lnTo>
                    <a:pt x="19454" y="527145"/>
                  </a:lnTo>
                  <a:lnTo>
                    <a:pt x="19591" y="526913"/>
                  </a:lnTo>
                  <a:lnTo>
                    <a:pt x="18999" y="526400"/>
                  </a:lnTo>
                  <a:lnTo>
                    <a:pt x="19409" y="525934"/>
                  </a:lnTo>
                  <a:lnTo>
                    <a:pt x="19500" y="525795"/>
                  </a:lnTo>
                  <a:lnTo>
                    <a:pt x="19682" y="525562"/>
                  </a:lnTo>
                  <a:lnTo>
                    <a:pt x="20593" y="524444"/>
                  </a:lnTo>
                  <a:lnTo>
                    <a:pt x="28886" y="531385"/>
                  </a:lnTo>
                  <a:lnTo>
                    <a:pt x="29022" y="531524"/>
                  </a:lnTo>
                  <a:lnTo>
                    <a:pt x="29205" y="531664"/>
                  </a:lnTo>
                  <a:lnTo>
                    <a:pt x="32804" y="534739"/>
                  </a:lnTo>
                  <a:lnTo>
                    <a:pt x="32986" y="534459"/>
                  </a:lnTo>
                  <a:lnTo>
                    <a:pt x="33077" y="534319"/>
                  </a:lnTo>
                  <a:lnTo>
                    <a:pt x="33123" y="534180"/>
                  </a:lnTo>
                  <a:lnTo>
                    <a:pt x="33351" y="534366"/>
                  </a:lnTo>
                  <a:lnTo>
                    <a:pt x="35720" y="536462"/>
                  </a:lnTo>
                  <a:lnTo>
                    <a:pt x="38180" y="538605"/>
                  </a:lnTo>
                  <a:lnTo>
                    <a:pt x="41506" y="541493"/>
                  </a:lnTo>
                  <a:lnTo>
                    <a:pt x="42509" y="542332"/>
                  </a:lnTo>
                  <a:lnTo>
                    <a:pt x="46017" y="545406"/>
                  </a:lnTo>
                  <a:lnTo>
                    <a:pt x="46518" y="545826"/>
                  </a:lnTo>
                  <a:lnTo>
                    <a:pt x="54218" y="552580"/>
                  </a:lnTo>
                  <a:lnTo>
                    <a:pt x="54446" y="552767"/>
                  </a:lnTo>
                  <a:lnTo>
                    <a:pt x="56496" y="550344"/>
                  </a:lnTo>
                  <a:lnTo>
                    <a:pt x="56997" y="549785"/>
                  </a:lnTo>
                  <a:lnTo>
                    <a:pt x="57271" y="549506"/>
                  </a:lnTo>
                  <a:lnTo>
                    <a:pt x="56268" y="548621"/>
                  </a:lnTo>
                  <a:lnTo>
                    <a:pt x="56587" y="548248"/>
                  </a:lnTo>
                  <a:lnTo>
                    <a:pt x="57225" y="547503"/>
                  </a:lnTo>
                  <a:lnTo>
                    <a:pt x="57453" y="547270"/>
                  </a:lnTo>
                  <a:lnTo>
                    <a:pt x="63923" y="539723"/>
                  </a:lnTo>
                  <a:lnTo>
                    <a:pt x="64652" y="540329"/>
                  </a:lnTo>
                  <a:lnTo>
                    <a:pt x="66019" y="538698"/>
                  </a:lnTo>
                  <a:lnTo>
                    <a:pt x="66337" y="538186"/>
                  </a:lnTo>
                  <a:lnTo>
                    <a:pt x="66520" y="537720"/>
                  </a:lnTo>
                  <a:lnTo>
                    <a:pt x="66565" y="537487"/>
                  </a:lnTo>
                  <a:lnTo>
                    <a:pt x="66702" y="535764"/>
                  </a:lnTo>
                  <a:lnTo>
                    <a:pt x="66702" y="535484"/>
                  </a:lnTo>
                  <a:lnTo>
                    <a:pt x="65836" y="535391"/>
                  </a:lnTo>
                  <a:lnTo>
                    <a:pt x="59048" y="534785"/>
                  </a:lnTo>
                  <a:lnTo>
                    <a:pt x="59184" y="533527"/>
                  </a:lnTo>
                  <a:lnTo>
                    <a:pt x="66839" y="534180"/>
                  </a:lnTo>
                  <a:lnTo>
                    <a:pt x="66930" y="533015"/>
                  </a:lnTo>
                  <a:lnTo>
                    <a:pt x="66975" y="532642"/>
                  </a:lnTo>
                  <a:lnTo>
                    <a:pt x="67158" y="530313"/>
                  </a:lnTo>
                  <a:lnTo>
                    <a:pt x="59503" y="529661"/>
                  </a:lnTo>
                  <a:lnTo>
                    <a:pt x="59685" y="527472"/>
                  </a:lnTo>
                  <a:lnTo>
                    <a:pt x="59777" y="526167"/>
                  </a:lnTo>
                  <a:lnTo>
                    <a:pt x="67476" y="526819"/>
                  </a:lnTo>
                  <a:lnTo>
                    <a:pt x="67750" y="522813"/>
                  </a:lnTo>
                  <a:lnTo>
                    <a:pt x="60004" y="522208"/>
                  </a:lnTo>
                  <a:lnTo>
                    <a:pt x="60278" y="518667"/>
                  </a:lnTo>
                  <a:lnTo>
                    <a:pt x="67887" y="519226"/>
                  </a:lnTo>
                  <a:lnTo>
                    <a:pt x="68160" y="515826"/>
                  </a:lnTo>
                  <a:lnTo>
                    <a:pt x="68205" y="515313"/>
                  </a:lnTo>
                  <a:lnTo>
                    <a:pt x="60597" y="514708"/>
                  </a:lnTo>
                  <a:lnTo>
                    <a:pt x="60688" y="513543"/>
                  </a:lnTo>
                  <a:lnTo>
                    <a:pt x="68297" y="514102"/>
                  </a:lnTo>
                  <a:lnTo>
                    <a:pt x="68433" y="512751"/>
                  </a:lnTo>
                  <a:lnTo>
                    <a:pt x="68433" y="512285"/>
                  </a:lnTo>
                  <a:lnTo>
                    <a:pt x="66747" y="510235"/>
                  </a:lnTo>
                  <a:lnTo>
                    <a:pt x="66246" y="509676"/>
                  </a:lnTo>
                  <a:lnTo>
                    <a:pt x="57726" y="499568"/>
                  </a:lnTo>
                  <a:lnTo>
                    <a:pt x="59503" y="498030"/>
                  </a:lnTo>
                  <a:lnTo>
                    <a:pt x="61371" y="496400"/>
                  </a:lnTo>
                  <a:lnTo>
                    <a:pt x="62191" y="495701"/>
                  </a:lnTo>
                  <a:lnTo>
                    <a:pt x="63832" y="494257"/>
                  </a:lnTo>
                  <a:lnTo>
                    <a:pt x="64561" y="493605"/>
                  </a:lnTo>
                  <a:lnTo>
                    <a:pt x="67750" y="497378"/>
                  </a:lnTo>
                  <a:lnTo>
                    <a:pt x="68616" y="498310"/>
                  </a:lnTo>
                  <a:lnTo>
                    <a:pt x="78275" y="509583"/>
                  </a:lnTo>
                  <a:lnTo>
                    <a:pt x="79186" y="510655"/>
                  </a:lnTo>
                  <a:lnTo>
                    <a:pt x="79824" y="511400"/>
                  </a:lnTo>
                  <a:lnTo>
                    <a:pt x="79596" y="511773"/>
                  </a:lnTo>
                  <a:lnTo>
                    <a:pt x="79140" y="512145"/>
                  </a:lnTo>
                  <a:lnTo>
                    <a:pt x="78366" y="512891"/>
                  </a:lnTo>
                  <a:lnTo>
                    <a:pt x="80553" y="512798"/>
                  </a:lnTo>
                  <a:lnTo>
                    <a:pt x="82193" y="511260"/>
                  </a:lnTo>
                  <a:lnTo>
                    <a:pt x="82512" y="510142"/>
                  </a:lnTo>
                  <a:lnTo>
                    <a:pt x="82466" y="509350"/>
                  </a:lnTo>
                  <a:lnTo>
                    <a:pt x="82330" y="508884"/>
                  </a:lnTo>
                  <a:lnTo>
                    <a:pt x="81783" y="508186"/>
                  </a:lnTo>
                  <a:lnTo>
                    <a:pt x="82102" y="507766"/>
                  </a:lnTo>
                  <a:lnTo>
                    <a:pt x="82694" y="507021"/>
                  </a:lnTo>
                  <a:lnTo>
                    <a:pt x="82603" y="506695"/>
                  </a:lnTo>
                  <a:lnTo>
                    <a:pt x="82740" y="506648"/>
                  </a:lnTo>
                  <a:lnTo>
                    <a:pt x="82694" y="506462"/>
                  </a:lnTo>
                  <a:lnTo>
                    <a:pt x="82557" y="505763"/>
                  </a:lnTo>
                  <a:lnTo>
                    <a:pt x="80462" y="506183"/>
                  </a:lnTo>
                  <a:lnTo>
                    <a:pt x="80416" y="505763"/>
                  </a:lnTo>
                  <a:lnTo>
                    <a:pt x="80872" y="505624"/>
                  </a:lnTo>
                  <a:lnTo>
                    <a:pt x="80917" y="505298"/>
                  </a:lnTo>
                  <a:lnTo>
                    <a:pt x="81510" y="502083"/>
                  </a:lnTo>
                  <a:lnTo>
                    <a:pt x="81601" y="501478"/>
                  </a:lnTo>
                  <a:lnTo>
                    <a:pt x="81646" y="500732"/>
                  </a:lnTo>
                  <a:lnTo>
                    <a:pt x="81510" y="500732"/>
                  </a:lnTo>
                  <a:lnTo>
                    <a:pt x="81418" y="500546"/>
                  </a:lnTo>
                  <a:lnTo>
                    <a:pt x="81692" y="500546"/>
                  </a:lnTo>
                  <a:lnTo>
                    <a:pt x="81874" y="500546"/>
                  </a:lnTo>
                  <a:lnTo>
                    <a:pt x="82239" y="500546"/>
                  </a:lnTo>
                  <a:lnTo>
                    <a:pt x="82193" y="499894"/>
                  </a:lnTo>
                  <a:lnTo>
                    <a:pt x="81874" y="499614"/>
                  </a:lnTo>
                  <a:lnTo>
                    <a:pt x="81737" y="499428"/>
                  </a:lnTo>
                  <a:lnTo>
                    <a:pt x="81646" y="499195"/>
                  </a:lnTo>
                  <a:lnTo>
                    <a:pt x="81601" y="499009"/>
                  </a:lnTo>
                  <a:lnTo>
                    <a:pt x="81601" y="498822"/>
                  </a:lnTo>
                  <a:lnTo>
                    <a:pt x="81783" y="498543"/>
                  </a:lnTo>
                  <a:lnTo>
                    <a:pt x="81965" y="498356"/>
                  </a:lnTo>
                  <a:lnTo>
                    <a:pt x="82284" y="497704"/>
                  </a:lnTo>
                  <a:lnTo>
                    <a:pt x="82375" y="497378"/>
                  </a:lnTo>
                  <a:lnTo>
                    <a:pt x="82466" y="497052"/>
                  </a:lnTo>
                  <a:lnTo>
                    <a:pt x="82466" y="496819"/>
                  </a:lnTo>
                  <a:lnTo>
                    <a:pt x="85109" y="495468"/>
                  </a:lnTo>
                  <a:lnTo>
                    <a:pt x="85246" y="495375"/>
                  </a:lnTo>
                  <a:lnTo>
                    <a:pt x="84881" y="494630"/>
                  </a:lnTo>
                  <a:lnTo>
                    <a:pt x="84699" y="494304"/>
                  </a:lnTo>
                  <a:lnTo>
                    <a:pt x="84425" y="493884"/>
                  </a:lnTo>
                  <a:lnTo>
                    <a:pt x="84015" y="494117"/>
                  </a:lnTo>
                  <a:lnTo>
                    <a:pt x="83924" y="493884"/>
                  </a:lnTo>
                  <a:lnTo>
                    <a:pt x="83696" y="493558"/>
                  </a:lnTo>
                  <a:lnTo>
                    <a:pt x="83605" y="493419"/>
                  </a:lnTo>
                  <a:lnTo>
                    <a:pt x="79459" y="495561"/>
                  </a:lnTo>
                  <a:lnTo>
                    <a:pt x="78821" y="494304"/>
                  </a:lnTo>
                  <a:lnTo>
                    <a:pt x="83195" y="492114"/>
                  </a:lnTo>
                  <a:lnTo>
                    <a:pt x="81646" y="489040"/>
                  </a:lnTo>
                  <a:lnTo>
                    <a:pt x="74994" y="492533"/>
                  </a:lnTo>
                  <a:lnTo>
                    <a:pt x="75085" y="492813"/>
                  </a:lnTo>
                  <a:lnTo>
                    <a:pt x="75176" y="492999"/>
                  </a:lnTo>
                  <a:lnTo>
                    <a:pt x="75268" y="493139"/>
                  </a:lnTo>
                  <a:lnTo>
                    <a:pt x="74857" y="493372"/>
                  </a:lnTo>
                  <a:lnTo>
                    <a:pt x="73946" y="491602"/>
                  </a:lnTo>
                  <a:lnTo>
                    <a:pt x="74356" y="491322"/>
                  </a:lnTo>
                  <a:lnTo>
                    <a:pt x="74447" y="491509"/>
                  </a:lnTo>
                  <a:lnTo>
                    <a:pt x="74630" y="491835"/>
                  </a:lnTo>
                  <a:lnTo>
                    <a:pt x="78912" y="489599"/>
                  </a:lnTo>
                  <a:lnTo>
                    <a:pt x="82740" y="487596"/>
                  </a:lnTo>
                  <a:lnTo>
                    <a:pt x="83104" y="487409"/>
                  </a:lnTo>
                  <a:lnTo>
                    <a:pt x="84927" y="486478"/>
                  </a:lnTo>
                  <a:lnTo>
                    <a:pt x="86111" y="485825"/>
                  </a:lnTo>
                  <a:lnTo>
                    <a:pt x="84289" y="482238"/>
                  </a:lnTo>
                  <a:lnTo>
                    <a:pt x="84243" y="482052"/>
                  </a:lnTo>
                  <a:lnTo>
                    <a:pt x="84289" y="481912"/>
                  </a:lnTo>
                  <a:lnTo>
                    <a:pt x="84334" y="481726"/>
                  </a:lnTo>
                  <a:lnTo>
                    <a:pt x="84380" y="481586"/>
                  </a:lnTo>
                  <a:lnTo>
                    <a:pt x="84471" y="481400"/>
                  </a:lnTo>
                  <a:lnTo>
                    <a:pt x="84608" y="481260"/>
                  </a:lnTo>
                  <a:lnTo>
                    <a:pt x="84881" y="480934"/>
                  </a:lnTo>
                  <a:lnTo>
                    <a:pt x="85109" y="480701"/>
                  </a:lnTo>
                  <a:lnTo>
                    <a:pt x="85063" y="480561"/>
                  </a:lnTo>
                  <a:lnTo>
                    <a:pt x="84653" y="479863"/>
                  </a:lnTo>
                  <a:lnTo>
                    <a:pt x="84562" y="479630"/>
                  </a:lnTo>
                  <a:lnTo>
                    <a:pt x="76088" y="484055"/>
                  </a:lnTo>
                  <a:lnTo>
                    <a:pt x="75814" y="483450"/>
                  </a:lnTo>
                  <a:lnTo>
                    <a:pt x="84198" y="478977"/>
                  </a:lnTo>
                  <a:lnTo>
                    <a:pt x="84243" y="478838"/>
                  </a:lnTo>
                  <a:lnTo>
                    <a:pt x="84972" y="478465"/>
                  </a:lnTo>
                  <a:lnTo>
                    <a:pt x="83651" y="475856"/>
                  </a:lnTo>
                  <a:lnTo>
                    <a:pt x="70119" y="482844"/>
                  </a:lnTo>
                  <a:lnTo>
                    <a:pt x="69982" y="482471"/>
                  </a:lnTo>
                  <a:lnTo>
                    <a:pt x="83423" y="475484"/>
                  </a:lnTo>
                  <a:lnTo>
                    <a:pt x="81965" y="472595"/>
                  </a:lnTo>
                  <a:lnTo>
                    <a:pt x="74857" y="476276"/>
                  </a:lnTo>
                  <a:lnTo>
                    <a:pt x="74675" y="475856"/>
                  </a:lnTo>
                  <a:lnTo>
                    <a:pt x="75176" y="475623"/>
                  </a:lnTo>
                  <a:lnTo>
                    <a:pt x="75359" y="475484"/>
                  </a:lnTo>
                  <a:lnTo>
                    <a:pt x="81737" y="472176"/>
                  </a:lnTo>
                  <a:lnTo>
                    <a:pt x="81327" y="471384"/>
                  </a:lnTo>
                  <a:lnTo>
                    <a:pt x="73627" y="468776"/>
                  </a:lnTo>
                  <a:lnTo>
                    <a:pt x="73217" y="468636"/>
                  </a:lnTo>
                  <a:lnTo>
                    <a:pt x="56086" y="477487"/>
                  </a:lnTo>
                  <a:lnTo>
                    <a:pt x="55722" y="477673"/>
                  </a:lnTo>
                  <a:lnTo>
                    <a:pt x="53945" y="475111"/>
                  </a:lnTo>
                  <a:lnTo>
                    <a:pt x="53033" y="473853"/>
                  </a:lnTo>
                  <a:lnTo>
                    <a:pt x="52714" y="474552"/>
                  </a:lnTo>
                  <a:lnTo>
                    <a:pt x="48705" y="482192"/>
                  </a:lnTo>
                  <a:lnTo>
                    <a:pt x="46746" y="486151"/>
                  </a:lnTo>
                  <a:lnTo>
                    <a:pt x="47703" y="486710"/>
                  </a:lnTo>
                  <a:lnTo>
                    <a:pt x="47293" y="487363"/>
                  </a:lnTo>
                  <a:lnTo>
                    <a:pt x="46381" y="486850"/>
                  </a:lnTo>
                  <a:lnTo>
                    <a:pt x="44012" y="491602"/>
                  </a:lnTo>
                  <a:lnTo>
                    <a:pt x="42144" y="490437"/>
                  </a:lnTo>
                  <a:lnTo>
                    <a:pt x="44787" y="485266"/>
                  </a:lnTo>
                  <a:lnTo>
                    <a:pt x="51484" y="473993"/>
                  </a:lnTo>
                  <a:lnTo>
                    <a:pt x="48568" y="475437"/>
                  </a:lnTo>
                  <a:lnTo>
                    <a:pt x="44422" y="480608"/>
                  </a:lnTo>
                  <a:lnTo>
                    <a:pt x="37952" y="488108"/>
                  </a:lnTo>
                  <a:lnTo>
                    <a:pt x="35674" y="503574"/>
                  </a:lnTo>
                  <a:lnTo>
                    <a:pt x="35447" y="503667"/>
                  </a:lnTo>
                  <a:lnTo>
                    <a:pt x="35219" y="503760"/>
                  </a:lnTo>
                  <a:lnTo>
                    <a:pt x="34991" y="503853"/>
                  </a:lnTo>
                  <a:lnTo>
                    <a:pt x="34718" y="503853"/>
                  </a:lnTo>
                  <a:lnTo>
                    <a:pt x="34490" y="503853"/>
                  </a:lnTo>
                  <a:lnTo>
                    <a:pt x="34216" y="503807"/>
                  </a:lnTo>
                  <a:lnTo>
                    <a:pt x="33989" y="503760"/>
                  </a:lnTo>
                  <a:lnTo>
                    <a:pt x="33761" y="503667"/>
                  </a:lnTo>
                  <a:lnTo>
                    <a:pt x="33533" y="503527"/>
                  </a:lnTo>
                  <a:lnTo>
                    <a:pt x="33351" y="503388"/>
                  </a:lnTo>
                  <a:lnTo>
                    <a:pt x="35492" y="488341"/>
                  </a:lnTo>
                  <a:lnTo>
                    <a:pt x="16219" y="510981"/>
                  </a:lnTo>
                  <a:lnTo>
                    <a:pt x="15354" y="509816"/>
                  </a:lnTo>
                  <a:lnTo>
                    <a:pt x="45607" y="474459"/>
                  </a:lnTo>
                  <a:lnTo>
                    <a:pt x="46199" y="473574"/>
                  </a:lnTo>
                  <a:lnTo>
                    <a:pt x="48158" y="472456"/>
                  </a:lnTo>
                  <a:lnTo>
                    <a:pt x="48842" y="472083"/>
                  </a:lnTo>
                  <a:lnTo>
                    <a:pt x="51120" y="470825"/>
                  </a:lnTo>
                  <a:lnTo>
                    <a:pt x="52578" y="470080"/>
                  </a:lnTo>
                  <a:lnTo>
                    <a:pt x="52714" y="469847"/>
                  </a:lnTo>
                  <a:lnTo>
                    <a:pt x="52760" y="469707"/>
                  </a:lnTo>
                  <a:lnTo>
                    <a:pt x="52897" y="469521"/>
                  </a:lnTo>
                  <a:lnTo>
                    <a:pt x="53125" y="467890"/>
                  </a:lnTo>
                  <a:lnTo>
                    <a:pt x="53033" y="467099"/>
                  </a:lnTo>
                  <a:lnTo>
                    <a:pt x="52942" y="466540"/>
                  </a:lnTo>
                  <a:lnTo>
                    <a:pt x="52942" y="466027"/>
                  </a:lnTo>
                  <a:lnTo>
                    <a:pt x="52851" y="465561"/>
                  </a:lnTo>
                  <a:lnTo>
                    <a:pt x="52578" y="464071"/>
                  </a:lnTo>
                  <a:lnTo>
                    <a:pt x="52532" y="463279"/>
                  </a:lnTo>
                  <a:lnTo>
                    <a:pt x="52532" y="462720"/>
                  </a:lnTo>
                  <a:lnTo>
                    <a:pt x="52532" y="462254"/>
                  </a:lnTo>
                  <a:lnTo>
                    <a:pt x="52532" y="462021"/>
                  </a:lnTo>
                  <a:lnTo>
                    <a:pt x="52532" y="461369"/>
                  </a:lnTo>
                  <a:lnTo>
                    <a:pt x="52487" y="460204"/>
                  </a:lnTo>
                  <a:lnTo>
                    <a:pt x="52396" y="459086"/>
                  </a:lnTo>
                  <a:lnTo>
                    <a:pt x="52350" y="458154"/>
                  </a:lnTo>
                  <a:lnTo>
                    <a:pt x="52168" y="456757"/>
                  </a:lnTo>
                  <a:lnTo>
                    <a:pt x="52077" y="455872"/>
                  </a:lnTo>
                  <a:lnTo>
                    <a:pt x="51803" y="454893"/>
                  </a:lnTo>
                  <a:lnTo>
                    <a:pt x="51575" y="454102"/>
                  </a:lnTo>
                  <a:lnTo>
                    <a:pt x="51575" y="453310"/>
                  </a:lnTo>
                  <a:lnTo>
                    <a:pt x="51530" y="452518"/>
                  </a:lnTo>
                  <a:lnTo>
                    <a:pt x="51302" y="451726"/>
                  </a:lnTo>
                  <a:lnTo>
                    <a:pt x="51074" y="450841"/>
                  </a:lnTo>
                  <a:lnTo>
                    <a:pt x="50755" y="450235"/>
                  </a:lnTo>
                  <a:lnTo>
                    <a:pt x="50482" y="449350"/>
                  </a:lnTo>
                  <a:lnTo>
                    <a:pt x="50436" y="448791"/>
                  </a:lnTo>
                  <a:lnTo>
                    <a:pt x="50209" y="448046"/>
                  </a:lnTo>
                  <a:lnTo>
                    <a:pt x="50026" y="447766"/>
                  </a:lnTo>
                  <a:lnTo>
                    <a:pt x="49616" y="446788"/>
                  </a:lnTo>
                  <a:lnTo>
                    <a:pt x="49343" y="446136"/>
                  </a:lnTo>
                  <a:lnTo>
                    <a:pt x="48933" y="445437"/>
                  </a:lnTo>
                  <a:lnTo>
                    <a:pt x="48432" y="444552"/>
                  </a:lnTo>
                  <a:lnTo>
                    <a:pt x="48113" y="443341"/>
                  </a:lnTo>
                  <a:lnTo>
                    <a:pt x="47885" y="442362"/>
                  </a:lnTo>
                  <a:lnTo>
                    <a:pt x="47657" y="441570"/>
                  </a:lnTo>
                  <a:lnTo>
                    <a:pt x="47384" y="440825"/>
                  </a:lnTo>
                  <a:lnTo>
                    <a:pt x="47384" y="440685"/>
                  </a:lnTo>
                  <a:lnTo>
                    <a:pt x="46928" y="437704"/>
                  </a:lnTo>
                  <a:lnTo>
                    <a:pt x="46655" y="437098"/>
                  </a:lnTo>
                  <a:lnTo>
                    <a:pt x="46473" y="436493"/>
                  </a:lnTo>
                  <a:lnTo>
                    <a:pt x="46336" y="435887"/>
                  </a:lnTo>
                  <a:lnTo>
                    <a:pt x="46245" y="435049"/>
                  </a:lnTo>
                  <a:lnTo>
                    <a:pt x="46108" y="434117"/>
                  </a:lnTo>
                  <a:lnTo>
                    <a:pt x="45971" y="434024"/>
                  </a:lnTo>
                  <a:lnTo>
                    <a:pt x="45744" y="433837"/>
                  </a:lnTo>
                  <a:lnTo>
                    <a:pt x="45242" y="433372"/>
                  </a:lnTo>
                  <a:lnTo>
                    <a:pt x="45015" y="433185"/>
                  </a:lnTo>
                  <a:lnTo>
                    <a:pt x="44696" y="432766"/>
                  </a:lnTo>
                  <a:lnTo>
                    <a:pt x="44559" y="432300"/>
                  </a:lnTo>
                  <a:lnTo>
                    <a:pt x="44331" y="431555"/>
                  </a:lnTo>
                  <a:lnTo>
                    <a:pt x="44286" y="431369"/>
                  </a:lnTo>
                  <a:lnTo>
                    <a:pt x="44149" y="430809"/>
                  </a:lnTo>
                  <a:lnTo>
                    <a:pt x="43967" y="428341"/>
                  </a:lnTo>
                  <a:lnTo>
                    <a:pt x="44696" y="427316"/>
                  </a:lnTo>
                  <a:lnTo>
                    <a:pt x="46245" y="426244"/>
                  </a:lnTo>
                  <a:lnTo>
                    <a:pt x="47612" y="424334"/>
                  </a:lnTo>
                  <a:lnTo>
                    <a:pt x="48067" y="422797"/>
                  </a:lnTo>
                  <a:lnTo>
                    <a:pt x="48341" y="421865"/>
                  </a:lnTo>
                  <a:lnTo>
                    <a:pt x="48477" y="421399"/>
                  </a:lnTo>
                  <a:lnTo>
                    <a:pt x="48751" y="420421"/>
                  </a:lnTo>
                  <a:lnTo>
                    <a:pt x="48933" y="419583"/>
                  </a:lnTo>
                  <a:lnTo>
                    <a:pt x="49252" y="418604"/>
                  </a:lnTo>
                  <a:lnTo>
                    <a:pt x="50436" y="414598"/>
                  </a:lnTo>
                  <a:lnTo>
                    <a:pt x="50664" y="413853"/>
                  </a:lnTo>
                  <a:lnTo>
                    <a:pt x="52487" y="409381"/>
                  </a:lnTo>
                  <a:lnTo>
                    <a:pt x="52942" y="408216"/>
                  </a:lnTo>
                  <a:lnTo>
                    <a:pt x="54537" y="404769"/>
                  </a:lnTo>
                  <a:lnTo>
                    <a:pt x="54856" y="402906"/>
                  </a:lnTo>
                  <a:lnTo>
                    <a:pt x="54993" y="402021"/>
                  </a:lnTo>
                  <a:lnTo>
                    <a:pt x="55676" y="399505"/>
                  </a:lnTo>
                  <a:lnTo>
                    <a:pt x="56086" y="398294"/>
                  </a:lnTo>
                  <a:lnTo>
                    <a:pt x="57088" y="396244"/>
                  </a:lnTo>
                  <a:lnTo>
                    <a:pt x="57362" y="395406"/>
                  </a:lnTo>
                  <a:lnTo>
                    <a:pt x="57498" y="394940"/>
                  </a:lnTo>
                  <a:lnTo>
                    <a:pt x="57863" y="394194"/>
                  </a:lnTo>
                  <a:lnTo>
                    <a:pt x="58045" y="393961"/>
                  </a:lnTo>
                  <a:lnTo>
                    <a:pt x="58273" y="393635"/>
                  </a:lnTo>
                  <a:lnTo>
                    <a:pt x="58319" y="393170"/>
                  </a:lnTo>
                  <a:lnTo>
                    <a:pt x="58546" y="392704"/>
                  </a:lnTo>
                  <a:lnTo>
                    <a:pt x="59184" y="391306"/>
                  </a:lnTo>
                  <a:lnTo>
                    <a:pt x="59640" y="390561"/>
                  </a:lnTo>
                  <a:lnTo>
                    <a:pt x="59959" y="390142"/>
                  </a:lnTo>
                  <a:lnTo>
                    <a:pt x="60095" y="389862"/>
                  </a:lnTo>
                  <a:lnTo>
                    <a:pt x="60187" y="389629"/>
                  </a:lnTo>
                  <a:lnTo>
                    <a:pt x="60323" y="389443"/>
                  </a:lnTo>
                  <a:lnTo>
                    <a:pt x="60414" y="389210"/>
                  </a:lnTo>
                  <a:lnTo>
                    <a:pt x="60506" y="389024"/>
                  </a:lnTo>
                  <a:lnTo>
                    <a:pt x="60642" y="388744"/>
                  </a:lnTo>
                  <a:lnTo>
                    <a:pt x="60688" y="388558"/>
                  </a:lnTo>
                  <a:lnTo>
                    <a:pt x="60824" y="388325"/>
                  </a:lnTo>
                  <a:lnTo>
                    <a:pt x="60961" y="388185"/>
                  </a:lnTo>
                  <a:lnTo>
                    <a:pt x="61143" y="387999"/>
                  </a:lnTo>
                  <a:lnTo>
                    <a:pt x="61189" y="387673"/>
                  </a:lnTo>
                  <a:lnTo>
                    <a:pt x="61235" y="387486"/>
                  </a:lnTo>
                  <a:lnTo>
                    <a:pt x="61326" y="387347"/>
                  </a:lnTo>
                  <a:lnTo>
                    <a:pt x="61371" y="387160"/>
                  </a:lnTo>
                  <a:lnTo>
                    <a:pt x="61417" y="386974"/>
                  </a:lnTo>
                  <a:lnTo>
                    <a:pt x="61508" y="386834"/>
                  </a:lnTo>
                  <a:lnTo>
                    <a:pt x="61645" y="386648"/>
                  </a:lnTo>
                  <a:lnTo>
                    <a:pt x="61736" y="386461"/>
                  </a:lnTo>
                  <a:lnTo>
                    <a:pt x="61872" y="386322"/>
                  </a:lnTo>
                  <a:lnTo>
                    <a:pt x="61964" y="386042"/>
                  </a:lnTo>
                  <a:lnTo>
                    <a:pt x="62009" y="385902"/>
                  </a:lnTo>
                  <a:lnTo>
                    <a:pt x="62055" y="385763"/>
                  </a:lnTo>
                  <a:lnTo>
                    <a:pt x="62237" y="385390"/>
                  </a:lnTo>
                  <a:lnTo>
                    <a:pt x="62510" y="385064"/>
                  </a:lnTo>
                  <a:lnTo>
                    <a:pt x="62601" y="384831"/>
                  </a:lnTo>
                  <a:lnTo>
                    <a:pt x="62738" y="384691"/>
                  </a:lnTo>
                  <a:lnTo>
                    <a:pt x="62966" y="384505"/>
                  </a:lnTo>
                  <a:lnTo>
                    <a:pt x="63148" y="384319"/>
                  </a:lnTo>
                  <a:lnTo>
                    <a:pt x="63330" y="384039"/>
                  </a:lnTo>
                  <a:lnTo>
                    <a:pt x="64333" y="382921"/>
                  </a:lnTo>
                  <a:lnTo>
                    <a:pt x="64424" y="382781"/>
                  </a:lnTo>
                  <a:lnTo>
                    <a:pt x="64606" y="382548"/>
                  </a:lnTo>
                  <a:lnTo>
                    <a:pt x="64925" y="381850"/>
                  </a:lnTo>
                  <a:lnTo>
                    <a:pt x="65290" y="381197"/>
                  </a:lnTo>
                  <a:lnTo>
                    <a:pt x="65836" y="380126"/>
                  </a:lnTo>
                  <a:lnTo>
                    <a:pt x="66110" y="379520"/>
                  </a:lnTo>
                  <a:lnTo>
                    <a:pt x="66246" y="379101"/>
                  </a:lnTo>
                  <a:lnTo>
                    <a:pt x="66520" y="378402"/>
                  </a:lnTo>
                  <a:lnTo>
                    <a:pt x="66656" y="378030"/>
                  </a:lnTo>
                  <a:lnTo>
                    <a:pt x="66793" y="377657"/>
                  </a:lnTo>
                  <a:lnTo>
                    <a:pt x="67021" y="377331"/>
                  </a:lnTo>
                  <a:lnTo>
                    <a:pt x="67158" y="377051"/>
                  </a:lnTo>
                  <a:lnTo>
                    <a:pt x="67249" y="376818"/>
                  </a:lnTo>
                  <a:lnTo>
                    <a:pt x="67294" y="376539"/>
                  </a:lnTo>
                  <a:lnTo>
                    <a:pt x="67294" y="376399"/>
                  </a:lnTo>
                  <a:lnTo>
                    <a:pt x="67294" y="376120"/>
                  </a:lnTo>
                  <a:lnTo>
                    <a:pt x="67294" y="375840"/>
                  </a:lnTo>
                  <a:lnTo>
                    <a:pt x="67294" y="375607"/>
                  </a:lnTo>
                  <a:lnTo>
                    <a:pt x="67340" y="375468"/>
                  </a:lnTo>
                  <a:lnTo>
                    <a:pt x="67385" y="375235"/>
                  </a:lnTo>
                  <a:lnTo>
                    <a:pt x="67476" y="374862"/>
                  </a:lnTo>
                  <a:lnTo>
                    <a:pt x="67568" y="374582"/>
                  </a:lnTo>
                  <a:lnTo>
                    <a:pt x="67704" y="374303"/>
                  </a:lnTo>
                  <a:lnTo>
                    <a:pt x="67750" y="374117"/>
                  </a:lnTo>
                  <a:lnTo>
                    <a:pt x="67750" y="373977"/>
                  </a:lnTo>
                  <a:lnTo>
                    <a:pt x="67795" y="373837"/>
                  </a:lnTo>
                  <a:lnTo>
                    <a:pt x="67841" y="373604"/>
                  </a:lnTo>
                  <a:lnTo>
                    <a:pt x="67932" y="373325"/>
                  </a:lnTo>
                  <a:lnTo>
                    <a:pt x="68114" y="373045"/>
                  </a:lnTo>
                  <a:lnTo>
                    <a:pt x="68205" y="372766"/>
                  </a:lnTo>
                  <a:lnTo>
                    <a:pt x="68251" y="372533"/>
                  </a:lnTo>
                  <a:lnTo>
                    <a:pt x="68023" y="372207"/>
                  </a:lnTo>
                  <a:lnTo>
                    <a:pt x="68251" y="371787"/>
                  </a:lnTo>
                  <a:lnTo>
                    <a:pt x="68433" y="371648"/>
                  </a:lnTo>
                  <a:lnTo>
                    <a:pt x="68433" y="371461"/>
                  </a:lnTo>
                  <a:lnTo>
                    <a:pt x="68251" y="371275"/>
                  </a:lnTo>
                  <a:lnTo>
                    <a:pt x="68251" y="371042"/>
                  </a:lnTo>
                  <a:lnTo>
                    <a:pt x="68297" y="370856"/>
                  </a:lnTo>
                  <a:lnTo>
                    <a:pt x="68388" y="370669"/>
                  </a:lnTo>
                  <a:lnTo>
                    <a:pt x="68798" y="370297"/>
                  </a:lnTo>
                  <a:lnTo>
                    <a:pt x="68661" y="369924"/>
                  </a:lnTo>
                  <a:lnTo>
                    <a:pt x="68707" y="369691"/>
                  </a:lnTo>
                  <a:lnTo>
                    <a:pt x="68752" y="369505"/>
                  </a:lnTo>
                  <a:lnTo>
                    <a:pt x="68934" y="369272"/>
                  </a:lnTo>
                  <a:lnTo>
                    <a:pt x="69026" y="369132"/>
                  </a:lnTo>
                  <a:lnTo>
                    <a:pt x="69117" y="368992"/>
                  </a:lnTo>
                  <a:lnTo>
                    <a:pt x="69117" y="368759"/>
                  </a:lnTo>
                  <a:lnTo>
                    <a:pt x="69117" y="368620"/>
                  </a:lnTo>
                  <a:lnTo>
                    <a:pt x="69208" y="368387"/>
                  </a:lnTo>
                  <a:lnTo>
                    <a:pt x="69299" y="368200"/>
                  </a:lnTo>
                  <a:lnTo>
                    <a:pt x="69345" y="368014"/>
                  </a:lnTo>
                  <a:lnTo>
                    <a:pt x="69390" y="367874"/>
                  </a:lnTo>
                  <a:lnTo>
                    <a:pt x="69436" y="367641"/>
                  </a:lnTo>
                  <a:lnTo>
                    <a:pt x="69436" y="367455"/>
                  </a:lnTo>
                  <a:lnTo>
                    <a:pt x="69527" y="367176"/>
                  </a:lnTo>
                  <a:lnTo>
                    <a:pt x="69572" y="366989"/>
                  </a:lnTo>
                  <a:lnTo>
                    <a:pt x="69663" y="366617"/>
                  </a:lnTo>
                  <a:lnTo>
                    <a:pt x="69846" y="366244"/>
                  </a:lnTo>
                  <a:lnTo>
                    <a:pt x="70028" y="365918"/>
                  </a:lnTo>
                  <a:lnTo>
                    <a:pt x="70210" y="365545"/>
                  </a:lnTo>
                  <a:lnTo>
                    <a:pt x="70256" y="365312"/>
                  </a:lnTo>
                  <a:lnTo>
                    <a:pt x="70347" y="365079"/>
                  </a:lnTo>
                  <a:lnTo>
                    <a:pt x="70484" y="364660"/>
                  </a:lnTo>
                  <a:lnTo>
                    <a:pt x="70620" y="364334"/>
                  </a:lnTo>
                  <a:lnTo>
                    <a:pt x="70711" y="364054"/>
                  </a:lnTo>
                  <a:lnTo>
                    <a:pt x="70848" y="363775"/>
                  </a:lnTo>
                  <a:lnTo>
                    <a:pt x="71121" y="363449"/>
                  </a:lnTo>
                  <a:lnTo>
                    <a:pt x="71167" y="363216"/>
                  </a:lnTo>
                  <a:lnTo>
                    <a:pt x="71167" y="363030"/>
                  </a:lnTo>
                  <a:lnTo>
                    <a:pt x="71258" y="362797"/>
                  </a:lnTo>
                  <a:lnTo>
                    <a:pt x="71395" y="362471"/>
                  </a:lnTo>
                  <a:lnTo>
                    <a:pt x="71577" y="362098"/>
                  </a:lnTo>
                  <a:lnTo>
                    <a:pt x="71714" y="361818"/>
                  </a:lnTo>
                  <a:lnTo>
                    <a:pt x="72306" y="360607"/>
                  </a:lnTo>
                  <a:lnTo>
                    <a:pt x="72671" y="359862"/>
                  </a:lnTo>
                  <a:lnTo>
                    <a:pt x="72944" y="359256"/>
                  </a:lnTo>
                  <a:lnTo>
                    <a:pt x="73172" y="358837"/>
                  </a:lnTo>
                  <a:lnTo>
                    <a:pt x="73673" y="358045"/>
                  </a:lnTo>
                  <a:lnTo>
                    <a:pt x="73901" y="357439"/>
                  </a:lnTo>
                  <a:lnTo>
                    <a:pt x="74174" y="356787"/>
                  </a:lnTo>
                  <a:lnTo>
                    <a:pt x="74356" y="356275"/>
                  </a:lnTo>
                  <a:lnTo>
                    <a:pt x="74539" y="355762"/>
                  </a:lnTo>
                  <a:lnTo>
                    <a:pt x="74630" y="355436"/>
                  </a:lnTo>
                  <a:lnTo>
                    <a:pt x="74812" y="354971"/>
                  </a:lnTo>
                  <a:lnTo>
                    <a:pt x="74857" y="354738"/>
                  </a:lnTo>
                  <a:lnTo>
                    <a:pt x="75313" y="353713"/>
                  </a:lnTo>
                  <a:lnTo>
                    <a:pt x="75632" y="353154"/>
                  </a:lnTo>
                  <a:lnTo>
                    <a:pt x="75723" y="352921"/>
                  </a:lnTo>
                  <a:lnTo>
                    <a:pt x="75814" y="352595"/>
                  </a:lnTo>
                  <a:lnTo>
                    <a:pt x="76042" y="351989"/>
                  </a:lnTo>
                  <a:lnTo>
                    <a:pt x="76088" y="351477"/>
                  </a:lnTo>
                  <a:lnTo>
                    <a:pt x="76224" y="351197"/>
                  </a:lnTo>
                  <a:lnTo>
                    <a:pt x="76270" y="351011"/>
                  </a:lnTo>
                  <a:lnTo>
                    <a:pt x="76361" y="350778"/>
                  </a:lnTo>
                  <a:lnTo>
                    <a:pt x="76361" y="350638"/>
                  </a:lnTo>
                  <a:lnTo>
                    <a:pt x="76315" y="350405"/>
                  </a:lnTo>
                  <a:lnTo>
                    <a:pt x="76270" y="350219"/>
                  </a:lnTo>
                  <a:lnTo>
                    <a:pt x="76315" y="349707"/>
                  </a:lnTo>
                  <a:lnTo>
                    <a:pt x="76543" y="349148"/>
                  </a:lnTo>
                  <a:lnTo>
                    <a:pt x="76771" y="348682"/>
                  </a:lnTo>
                  <a:lnTo>
                    <a:pt x="77090" y="348356"/>
                  </a:lnTo>
                  <a:lnTo>
                    <a:pt x="77181" y="347890"/>
                  </a:lnTo>
                  <a:lnTo>
                    <a:pt x="77363" y="347424"/>
                  </a:lnTo>
                  <a:lnTo>
                    <a:pt x="77546" y="346772"/>
                  </a:lnTo>
                  <a:lnTo>
                    <a:pt x="77773" y="346073"/>
                  </a:lnTo>
                  <a:lnTo>
                    <a:pt x="78092" y="345234"/>
                  </a:lnTo>
                  <a:lnTo>
                    <a:pt x="78457" y="344722"/>
                  </a:lnTo>
                  <a:lnTo>
                    <a:pt x="78776" y="344070"/>
                  </a:lnTo>
                  <a:lnTo>
                    <a:pt x="79277" y="343418"/>
                  </a:lnTo>
                  <a:lnTo>
                    <a:pt x="79733" y="342765"/>
                  </a:lnTo>
                  <a:lnTo>
                    <a:pt x="80052" y="342067"/>
                  </a:lnTo>
                  <a:lnTo>
                    <a:pt x="80370" y="341461"/>
                  </a:lnTo>
                  <a:lnTo>
                    <a:pt x="82694" y="336477"/>
                  </a:lnTo>
                  <a:lnTo>
                    <a:pt x="83104" y="335498"/>
                  </a:lnTo>
                  <a:lnTo>
                    <a:pt x="83332" y="334660"/>
                  </a:lnTo>
                  <a:lnTo>
                    <a:pt x="83514" y="334101"/>
                  </a:lnTo>
                  <a:lnTo>
                    <a:pt x="83560" y="333635"/>
                  </a:lnTo>
                  <a:lnTo>
                    <a:pt x="83833" y="332703"/>
                  </a:lnTo>
                  <a:lnTo>
                    <a:pt x="84608" y="330887"/>
                  </a:lnTo>
                  <a:lnTo>
                    <a:pt x="84699" y="330560"/>
                  </a:lnTo>
                  <a:lnTo>
                    <a:pt x="84972" y="329629"/>
                  </a:lnTo>
                  <a:lnTo>
                    <a:pt x="85291" y="328324"/>
                  </a:lnTo>
                  <a:lnTo>
                    <a:pt x="85792" y="326927"/>
                  </a:lnTo>
                  <a:lnTo>
                    <a:pt x="86066" y="325995"/>
                  </a:lnTo>
                  <a:lnTo>
                    <a:pt x="86339" y="325203"/>
                  </a:lnTo>
                  <a:lnTo>
                    <a:pt x="86567" y="324458"/>
                  </a:lnTo>
                  <a:lnTo>
                    <a:pt x="86795" y="323619"/>
                  </a:lnTo>
                  <a:lnTo>
                    <a:pt x="86977" y="323200"/>
                  </a:lnTo>
                  <a:lnTo>
                    <a:pt x="87159" y="322548"/>
                  </a:lnTo>
                  <a:lnTo>
                    <a:pt x="87296" y="321896"/>
                  </a:lnTo>
                  <a:lnTo>
                    <a:pt x="87615" y="321011"/>
                  </a:lnTo>
                  <a:lnTo>
                    <a:pt x="87751" y="320219"/>
                  </a:lnTo>
                  <a:lnTo>
                    <a:pt x="87888" y="319567"/>
                  </a:lnTo>
                  <a:lnTo>
                    <a:pt x="87934" y="319194"/>
                  </a:lnTo>
                  <a:lnTo>
                    <a:pt x="88298" y="317983"/>
                  </a:lnTo>
                  <a:lnTo>
                    <a:pt x="88389" y="317563"/>
                  </a:lnTo>
                  <a:lnTo>
                    <a:pt x="88663" y="316445"/>
                  </a:lnTo>
                  <a:lnTo>
                    <a:pt x="88799" y="315467"/>
                  </a:lnTo>
                  <a:lnTo>
                    <a:pt x="89209" y="313883"/>
                  </a:lnTo>
                  <a:lnTo>
                    <a:pt x="89483" y="312439"/>
                  </a:lnTo>
                  <a:lnTo>
                    <a:pt x="89620" y="311088"/>
                  </a:lnTo>
                  <a:lnTo>
                    <a:pt x="89847" y="309924"/>
                  </a:lnTo>
                  <a:lnTo>
                    <a:pt x="90075" y="308759"/>
                  </a:lnTo>
                  <a:lnTo>
                    <a:pt x="90166" y="307781"/>
                  </a:lnTo>
                  <a:lnTo>
                    <a:pt x="90531" y="306430"/>
                  </a:lnTo>
                  <a:lnTo>
                    <a:pt x="90850" y="305032"/>
                  </a:lnTo>
                  <a:lnTo>
                    <a:pt x="91077" y="303775"/>
                  </a:lnTo>
                  <a:lnTo>
                    <a:pt x="91396" y="302424"/>
                  </a:lnTo>
                  <a:lnTo>
                    <a:pt x="91624" y="301585"/>
                  </a:lnTo>
                  <a:lnTo>
                    <a:pt x="91761" y="300933"/>
                  </a:lnTo>
                  <a:lnTo>
                    <a:pt x="91852" y="300421"/>
                  </a:lnTo>
                  <a:lnTo>
                    <a:pt x="91943" y="300094"/>
                  </a:lnTo>
                  <a:lnTo>
                    <a:pt x="92080" y="299675"/>
                  </a:lnTo>
                  <a:lnTo>
                    <a:pt x="92171" y="299349"/>
                  </a:lnTo>
                  <a:lnTo>
                    <a:pt x="92217" y="299070"/>
                  </a:lnTo>
                  <a:lnTo>
                    <a:pt x="92125" y="298930"/>
                  </a:lnTo>
                  <a:lnTo>
                    <a:pt x="91579" y="299023"/>
                  </a:lnTo>
                  <a:lnTo>
                    <a:pt x="91442" y="299070"/>
                  </a:lnTo>
                  <a:lnTo>
                    <a:pt x="91077" y="299116"/>
                  </a:lnTo>
                  <a:lnTo>
                    <a:pt x="90348" y="299209"/>
                  </a:lnTo>
                  <a:lnTo>
                    <a:pt x="89938" y="299209"/>
                  </a:lnTo>
                  <a:lnTo>
                    <a:pt x="89483" y="299209"/>
                  </a:lnTo>
                  <a:lnTo>
                    <a:pt x="89073" y="299209"/>
                  </a:lnTo>
                  <a:lnTo>
                    <a:pt x="88845" y="299209"/>
                  </a:lnTo>
                  <a:lnTo>
                    <a:pt x="88435" y="299209"/>
                  </a:lnTo>
                  <a:lnTo>
                    <a:pt x="87979" y="299209"/>
                  </a:lnTo>
                  <a:lnTo>
                    <a:pt x="86248" y="299209"/>
                  </a:lnTo>
                  <a:lnTo>
                    <a:pt x="85382" y="299209"/>
                  </a:lnTo>
                  <a:lnTo>
                    <a:pt x="85382" y="298930"/>
                  </a:lnTo>
                  <a:lnTo>
                    <a:pt x="86202" y="298930"/>
                  </a:lnTo>
                  <a:lnTo>
                    <a:pt x="86339" y="298930"/>
                  </a:lnTo>
                  <a:lnTo>
                    <a:pt x="87159" y="298930"/>
                  </a:lnTo>
                  <a:lnTo>
                    <a:pt x="87387" y="298930"/>
                  </a:lnTo>
                  <a:lnTo>
                    <a:pt x="87569" y="298883"/>
                  </a:lnTo>
                  <a:lnTo>
                    <a:pt x="87797" y="298790"/>
                  </a:lnTo>
                  <a:lnTo>
                    <a:pt x="87751" y="298557"/>
                  </a:lnTo>
                  <a:lnTo>
                    <a:pt x="88253" y="298557"/>
                  </a:lnTo>
                  <a:lnTo>
                    <a:pt x="88754" y="298650"/>
                  </a:lnTo>
                  <a:lnTo>
                    <a:pt x="88754" y="298790"/>
                  </a:lnTo>
                  <a:lnTo>
                    <a:pt x="88982" y="298837"/>
                  </a:lnTo>
                  <a:lnTo>
                    <a:pt x="89255" y="298930"/>
                  </a:lnTo>
                  <a:lnTo>
                    <a:pt x="89711" y="298930"/>
                  </a:lnTo>
                  <a:lnTo>
                    <a:pt x="89893" y="298930"/>
                  </a:lnTo>
                  <a:lnTo>
                    <a:pt x="90531" y="298930"/>
                  </a:lnTo>
                  <a:lnTo>
                    <a:pt x="90941" y="298883"/>
                  </a:lnTo>
                  <a:lnTo>
                    <a:pt x="91351" y="298790"/>
                  </a:lnTo>
                  <a:lnTo>
                    <a:pt x="91715" y="298743"/>
                  </a:lnTo>
                  <a:lnTo>
                    <a:pt x="92308" y="298604"/>
                  </a:lnTo>
                  <a:lnTo>
                    <a:pt x="92490" y="298138"/>
                  </a:lnTo>
                  <a:lnTo>
                    <a:pt x="92581" y="297393"/>
                  </a:lnTo>
                  <a:lnTo>
                    <a:pt x="92581" y="296694"/>
                  </a:lnTo>
                  <a:lnTo>
                    <a:pt x="92627" y="296275"/>
                  </a:lnTo>
                  <a:lnTo>
                    <a:pt x="92718" y="295669"/>
                  </a:lnTo>
                  <a:lnTo>
                    <a:pt x="92718" y="295296"/>
                  </a:lnTo>
                  <a:lnTo>
                    <a:pt x="92763" y="294877"/>
                  </a:lnTo>
                  <a:lnTo>
                    <a:pt x="92763" y="294737"/>
                  </a:lnTo>
                  <a:lnTo>
                    <a:pt x="92399" y="294691"/>
                  </a:lnTo>
                  <a:lnTo>
                    <a:pt x="91852" y="294691"/>
                  </a:lnTo>
                  <a:lnTo>
                    <a:pt x="91852" y="295110"/>
                  </a:lnTo>
                  <a:lnTo>
                    <a:pt x="89665" y="294924"/>
                  </a:lnTo>
                  <a:lnTo>
                    <a:pt x="89756" y="293806"/>
                  </a:lnTo>
                  <a:lnTo>
                    <a:pt x="91898" y="293945"/>
                  </a:lnTo>
                  <a:lnTo>
                    <a:pt x="91943" y="294271"/>
                  </a:lnTo>
                  <a:lnTo>
                    <a:pt x="92262" y="294318"/>
                  </a:lnTo>
                  <a:lnTo>
                    <a:pt x="92809" y="294365"/>
                  </a:lnTo>
                  <a:lnTo>
                    <a:pt x="92854" y="293899"/>
                  </a:lnTo>
                  <a:lnTo>
                    <a:pt x="92946" y="293526"/>
                  </a:lnTo>
                  <a:lnTo>
                    <a:pt x="93037" y="293247"/>
                  </a:lnTo>
                  <a:lnTo>
                    <a:pt x="93128" y="292967"/>
                  </a:lnTo>
                  <a:lnTo>
                    <a:pt x="93173" y="292501"/>
                  </a:lnTo>
                  <a:lnTo>
                    <a:pt x="93219" y="292222"/>
                  </a:lnTo>
                  <a:lnTo>
                    <a:pt x="93310" y="291756"/>
                  </a:lnTo>
                  <a:lnTo>
                    <a:pt x="93447" y="291290"/>
                  </a:lnTo>
                  <a:lnTo>
                    <a:pt x="93492" y="290964"/>
                  </a:lnTo>
                  <a:lnTo>
                    <a:pt x="93629" y="290498"/>
                  </a:lnTo>
                  <a:lnTo>
                    <a:pt x="93675" y="290125"/>
                  </a:lnTo>
                  <a:lnTo>
                    <a:pt x="93857" y="289334"/>
                  </a:lnTo>
                  <a:lnTo>
                    <a:pt x="93857" y="288635"/>
                  </a:lnTo>
                  <a:lnTo>
                    <a:pt x="93993" y="288122"/>
                  </a:lnTo>
                  <a:lnTo>
                    <a:pt x="94176" y="287610"/>
                  </a:lnTo>
                  <a:lnTo>
                    <a:pt x="94358" y="287144"/>
                  </a:lnTo>
                  <a:lnTo>
                    <a:pt x="94540" y="286585"/>
                  </a:lnTo>
                  <a:lnTo>
                    <a:pt x="94631" y="286259"/>
                  </a:lnTo>
                  <a:lnTo>
                    <a:pt x="94768" y="285793"/>
                  </a:lnTo>
                  <a:lnTo>
                    <a:pt x="95041" y="284582"/>
                  </a:lnTo>
                  <a:lnTo>
                    <a:pt x="95315" y="283231"/>
                  </a:lnTo>
                  <a:lnTo>
                    <a:pt x="95497" y="282299"/>
                  </a:lnTo>
                  <a:lnTo>
                    <a:pt x="95770" y="280809"/>
                  </a:lnTo>
                  <a:lnTo>
                    <a:pt x="96089" y="279225"/>
                  </a:lnTo>
                  <a:lnTo>
                    <a:pt x="96135" y="278526"/>
                  </a:lnTo>
                  <a:lnTo>
                    <a:pt x="96408" y="277128"/>
                  </a:lnTo>
                  <a:lnTo>
                    <a:pt x="96454" y="276802"/>
                  </a:lnTo>
                  <a:lnTo>
                    <a:pt x="96590" y="276150"/>
                  </a:lnTo>
                  <a:lnTo>
                    <a:pt x="96727" y="275265"/>
                  </a:lnTo>
                  <a:lnTo>
                    <a:pt x="96864" y="274427"/>
                  </a:lnTo>
                  <a:lnTo>
                    <a:pt x="97046" y="272936"/>
                  </a:lnTo>
                  <a:lnTo>
                    <a:pt x="97228" y="271259"/>
                  </a:lnTo>
                  <a:lnTo>
                    <a:pt x="97593" y="269209"/>
                  </a:lnTo>
                  <a:lnTo>
                    <a:pt x="97866" y="267951"/>
                  </a:lnTo>
                  <a:lnTo>
                    <a:pt x="98185" y="266368"/>
                  </a:lnTo>
                  <a:lnTo>
                    <a:pt x="98276" y="264830"/>
                  </a:lnTo>
                  <a:lnTo>
                    <a:pt x="98550" y="263433"/>
                  </a:lnTo>
                  <a:lnTo>
                    <a:pt x="98686" y="262548"/>
                  </a:lnTo>
                  <a:lnTo>
                    <a:pt x="98960" y="261057"/>
                  </a:lnTo>
                  <a:lnTo>
                    <a:pt x="99142" y="259706"/>
                  </a:lnTo>
                  <a:lnTo>
                    <a:pt x="99233" y="259147"/>
                  </a:lnTo>
                  <a:lnTo>
                    <a:pt x="99461" y="257982"/>
                  </a:lnTo>
                  <a:lnTo>
                    <a:pt x="99598" y="257051"/>
                  </a:lnTo>
                  <a:lnTo>
                    <a:pt x="99552" y="256212"/>
                  </a:lnTo>
                  <a:lnTo>
                    <a:pt x="99506" y="255001"/>
                  </a:lnTo>
                  <a:lnTo>
                    <a:pt x="99506" y="254302"/>
                  </a:lnTo>
                  <a:lnTo>
                    <a:pt x="99506" y="254162"/>
                  </a:lnTo>
                  <a:lnTo>
                    <a:pt x="99461" y="253464"/>
                  </a:lnTo>
                  <a:lnTo>
                    <a:pt x="99506" y="252905"/>
                  </a:lnTo>
                  <a:lnTo>
                    <a:pt x="99598" y="251926"/>
                  </a:lnTo>
                  <a:lnTo>
                    <a:pt x="99598" y="251321"/>
                  </a:lnTo>
                  <a:lnTo>
                    <a:pt x="99689" y="250436"/>
                  </a:lnTo>
                  <a:lnTo>
                    <a:pt x="99871" y="249784"/>
                  </a:lnTo>
                  <a:lnTo>
                    <a:pt x="99916" y="249411"/>
                  </a:lnTo>
                  <a:lnTo>
                    <a:pt x="99962" y="248945"/>
                  </a:lnTo>
                  <a:lnTo>
                    <a:pt x="99962" y="248666"/>
                  </a:lnTo>
                  <a:lnTo>
                    <a:pt x="100144" y="247967"/>
                  </a:lnTo>
                  <a:lnTo>
                    <a:pt x="100509" y="247221"/>
                  </a:lnTo>
                  <a:lnTo>
                    <a:pt x="100645" y="246989"/>
                  </a:lnTo>
                  <a:lnTo>
                    <a:pt x="100919" y="246057"/>
                  </a:lnTo>
                  <a:lnTo>
                    <a:pt x="100919" y="245591"/>
                  </a:lnTo>
                  <a:lnTo>
                    <a:pt x="101010" y="244985"/>
                  </a:lnTo>
                  <a:lnTo>
                    <a:pt x="101101" y="244426"/>
                  </a:lnTo>
                  <a:lnTo>
                    <a:pt x="101192" y="243961"/>
                  </a:lnTo>
                  <a:lnTo>
                    <a:pt x="101283" y="243402"/>
                  </a:lnTo>
                  <a:lnTo>
                    <a:pt x="101329" y="243029"/>
                  </a:lnTo>
                  <a:lnTo>
                    <a:pt x="101420" y="242516"/>
                  </a:lnTo>
                  <a:lnTo>
                    <a:pt x="101511" y="242190"/>
                  </a:lnTo>
                  <a:lnTo>
                    <a:pt x="101557" y="241864"/>
                  </a:lnTo>
                  <a:lnTo>
                    <a:pt x="101648" y="241259"/>
                  </a:lnTo>
                  <a:lnTo>
                    <a:pt x="101785" y="240607"/>
                  </a:lnTo>
                  <a:lnTo>
                    <a:pt x="102468" y="236833"/>
                  </a:lnTo>
                  <a:lnTo>
                    <a:pt x="102696" y="235622"/>
                  </a:lnTo>
                  <a:lnTo>
                    <a:pt x="103060" y="233013"/>
                  </a:lnTo>
                  <a:lnTo>
                    <a:pt x="103060" y="232547"/>
                  </a:lnTo>
                  <a:lnTo>
                    <a:pt x="103151" y="232035"/>
                  </a:lnTo>
                  <a:lnTo>
                    <a:pt x="103561" y="229892"/>
                  </a:lnTo>
                  <a:lnTo>
                    <a:pt x="103607" y="228495"/>
                  </a:lnTo>
                  <a:lnTo>
                    <a:pt x="103698" y="227377"/>
                  </a:lnTo>
                  <a:lnTo>
                    <a:pt x="104017" y="224861"/>
                  </a:lnTo>
                  <a:lnTo>
                    <a:pt x="104154" y="223324"/>
                  </a:lnTo>
                  <a:lnTo>
                    <a:pt x="104336" y="222532"/>
                  </a:lnTo>
                  <a:lnTo>
                    <a:pt x="104382" y="221880"/>
                  </a:lnTo>
                  <a:lnTo>
                    <a:pt x="104382" y="221414"/>
                  </a:lnTo>
                  <a:lnTo>
                    <a:pt x="104427" y="221228"/>
                  </a:lnTo>
                  <a:lnTo>
                    <a:pt x="104518" y="219923"/>
                  </a:lnTo>
                  <a:lnTo>
                    <a:pt x="104473" y="219271"/>
                  </a:lnTo>
                  <a:lnTo>
                    <a:pt x="104518" y="217641"/>
                  </a:lnTo>
                  <a:lnTo>
                    <a:pt x="104473" y="216429"/>
                  </a:lnTo>
                  <a:lnTo>
                    <a:pt x="104473" y="215591"/>
                  </a:lnTo>
                  <a:lnTo>
                    <a:pt x="104518" y="214147"/>
                  </a:lnTo>
                  <a:lnTo>
                    <a:pt x="104473" y="212516"/>
                  </a:lnTo>
                  <a:lnTo>
                    <a:pt x="104473" y="210699"/>
                  </a:lnTo>
                  <a:lnTo>
                    <a:pt x="104382" y="207998"/>
                  </a:lnTo>
                  <a:lnTo>
                    <a:pt x="104290" y="206786"/>
                  </a:lnTo>
                  <a:lnTo>
                    <a:pt x="104154" y="205855"/>
                  </a:lnTo>
                  <a:lnTo>
                    <a:pt x="103926" y="205435"/>
                  </a:lnTo>
                  <a:lnTo>
                    <a:pt x="103880" y="205203"/>
                  </a:lnTo>
                  <a:lnTo>
                    <a:pt x="103835" y="204690"/>
                  </a:lnTo>
                  <a:lnTo>
                    <a:pt x="103698" y="203060"/>
                  </a:lnTo>
                  <a:lnTo>
                    <a:pt x="103698" y="202175"/>
                  </a:lnTo>
                  <a:lnTo>
                    <a:pt x="103698" y="201383"/>
                  </a:lnTo>
                  <a:lnTo>
                    <a:pt x="103653" y="200498"/>
                  </a:lnTo>
                  <a:lnTo>
                    <a:pt x="103379" y="199473"/>
                  </a:lnTo>
                  <a:lnTo>
                    <a:pt x="103288" y="198401"/>
                  </a:lnTo>
                  <a:lnTo>
                    <a:pt x="103288" y="197609"/>
                  </a:lnTo>
                  <a:lnTo>
                    <a:pt x="103288" y="196771"/>
                  </a:lnTo>
                  <a:lnTo>
                    <a:pt x="103334" y="196305"/>
                  </a:lnTo>
                  <a:lnTo>
                    <a:pt x="103334" y="195140"/>
                  </a:lnTo>
                  <a:lnTo>
                    <a:pt x="103288" y="194675"/>
                  </a:lnTo>
                  <a:lnTo>
                    <a:pt x="103197" y="194116"/>
                  </a:lnTo>
                  <a:lnTo>
                    <a:pt x="103197" y="193510"/>
                  </a:lnTo>
                  <a:lnTo>
                    <a:pt x="103151" y="192858"/>
                  </a:lnTo>
                  <a:lnTo>
                    <a:pt x="103151" y="192392"/>
                  </a:lnTo>
                  <a:lnTo>
                    <a:pt x="103151" y="191786"/>
                  </a:lnTo>
                  <a:lnTo>
                    <a:pt x="103106" y="190249"/>
                  </a:lnTo>
                  <a:lnTo>
                    <a:pt x="103151" y="189271"/>
                  </a:lnTo>
                  <a:lnTo>
                    <a:pt x="103470" y="188060"/>
                  </a:lnTo>
                  <a:lnTo>
                    <a:pt x="103561" y="187780"/>
                  </a:lnTo>
                  <a:lnTo>
                    <a:pt x="103835" y="187081"/>
                  </a:lnTo>
                  <a:lnTo>
                    <a:pt x="104290" y="186429"/>
                  </a:lnTo>
                  <a:lnTo>
                    <a:pt x="104974" y="185358"/>
                  </a:lnTo>
                  <a:lnTo>
                    <a:pt x="105202" y="185032"/>
                  </a:lnTo>
                  <a:lnTo>
                    <a:pt x="105794" y="183914"/>
                  </a:lnTo>
                  <a:lnTo>
                    <a:pt x="106386" y="181771"/>
                  </a:lnTo>
                  <a:lnTo>
                    <a:pt x="106432" y="181631"/>
                  </a:lnTo>
                  <a:lnTo>
                    <a:pt x="106660" y="180932"/>
                  </a:lnTo>
                  <a:lnTo>
                    <a:pt x="106979" y="180140"/>
                  </a:lnTo>
                  <a:lnTo>
                    <a:pt x="107252" y="179255"/>
                  </a:lnTo>
                  <a:lnTo>
                    <a:pt x="107480" y="178044"/>
                  </a:lnTo>
                  <a:lnTo>
                    <a:pt x="107935" y="176879"/>
                  </a:lnTo>
                  <a:lnTo>
                    <a:pt x="108026" y="176041"/>
                  </a:lnTo>
                  <a:lnTo>
                    <a:pt x="108118" y="175482"/>
                  </a:lnTo>
                  <a:lnTo>
                    <a:pt x="108345" y="174876"/>
                  </a:lnTo>
                  <a:lnTo>
                    <a:pt x="108437" y="174224"/>
                  </a:lnTo>
                  <a:lnTo>
                    <a:pt x="108437" y="173851"/>
                  </a:lnTo>
                  <a:lnTo>
                    <a:pt x="108437" y="173432"/>
                  </a:lnTo>
                  <a:lnTo>
                    <a:pt x="108391" y="173060"/>
                  </a:lnTo>
                  <a:lnTo>
                    <a:pt x="108437" y="172407"/>
                  </a:lnTo>
                  <a:lnTo>
                    <a:pt x="108755" y="171522"/>
                  </a:lnTo>
                  <a:lnTo>
                    <a:pt x="108892" y="170684"/>
                  </a:lnTo>
                  <a:lnTo>
                    <a:pt x="108892" y="170358"/>
                  </a:lnTo>
                  <a:lnTo>
                    <a:pt x="108983" y="169333"/>
                  </a:lnTo>
                  <a:lnTo>
                    <a:pt x="108983" y="168914"/>
                  </a:lnTo>
                  <a:lnTo>
                    <a:pt x="108938" y="168774"/>
                  </a:lnTo>
                  <a:lnTo>
                    <a:pt x="108892" y="168541"/>
                  </a:lnTo>
                  <a:lnTo>
                    <a:pt x="108847" y="168168"/>
                  </a:lnTo>
                  <a:lnTo>
                    <a:pt x="108847" y="167842"/>
                  </a:lnTo>
                  <a:lnTo>
                    <a:pt x="108847" y="167516"/>
                  </a:lnTo>
                  <a:lnTo>
                    <a:pt x="108983" y="167004"/>
                  </a:lnTo>
                  <a:lnTo>
                    <a:pt x="109074" y="166817"/>
                  </a:lnTo>
                  <a:lnTo>
                    <a:pt x="109166" y="166538"/>
                  </a:lnTo>
                  <a:lnTo>
                    <a:pt x="109211" y="166212"/>
                  </a:lnTo>
                  <a:lnTo>
                    <a:pt x="109211" y="165932"/>
                  </a:lnTo>
                  <a:lnTo>
                    <a:pt x="109211" y="165699"/>
                  </a:lnTo>
                  <a:lnTo>
                    <a:pt x="109211" y="165559"/>
                  </a:lnTo>
                  <a:lnTo>
                    <a:pt x="109348" y="164674"/>
                  </a:lnTo>
                  <a:lnTo>
                    <a:pt x="109393" y="163882"/>
                  </a:lnTo>
                  <a:lnTo>
                    <a:pt x="109439" y="163323"/>
                  </a:lnTo>
                  <a:lnTo>
                    <a:pt x="109530" y="162764"/>
                  </a:lnTo>
                  <a:lnTo>
                    <a:pt x="109940" y="156569"/>
                  </a:lnTo>
                  <a:lnTo>
                    <a:pt x="110122" y="153028"/>
                  </a:lnTo>
                  <a:lnTo>
                    <a:pt x="110213" y="150420"/>
                  </a:lnTo>
                  <a:lnTo>
                    <a:pt x="110305" y="148976"/>
                  </a:lnTo>
                  <a:lnTo>
                    <a:pt x="110305" y="147112"/>
                  </a:lnTo>
                  <a:lnTo>
                    <a:pt x="110578" y="145156"/>
                  </a:lnTo>
                  <a:lnTo>
                    <a:pt x="110623" y="143618"/>
                  </a:lnTo>
                  <a:lnTo>
                    <a:pt x="110623" y="143013"/>
                  </a:lnTo>
                  <a:lnTo>
                    <a:pt x="110623" y="141056"/>
                  </a:lnTo>
                  <a:lnTo>
                    <a:pt x="110305" y="135746"/>
                  </a:lnTo>
                  <a:lnTo>
                    <a:pt x="110168" y="132298"/>
                  </a:lnTo>
                  <a:lnTo>
                    <a:pt x="109758" y="128618"/>
                  </a:lnTo>
                  <a:lnTo>
                    <a:pt x="109667" y="127221"/>
                  </a:lnTo>
                  <a:lnTo>
                    <a:pt x="109484" y="126289"/>
                  </a:lnTo>
                  <a:lnTo>
                    <a:pt x="109530" y="125823"/>
                  </a:lnTo>
                  <a:lnTo>
                    <a:pt x="109758" y="125404"/>
                  </a:lnTo>
                  <a:lnTo>
                    <a:pt x="110168" y="125031"/>
                  </a:lnTo>
                  <a:lnTo>
                    <a:pt x="110578" y="124705"/>
                  </a:lnTo>
                  <a:lnTo>
                    <a:pt x="110851" y="124333"/>
                  </a:lnTo>
                  <a:lnTo>
                    <a:pt x="110942" y="124006"/>
                  </a:lnTo>
                  <a:lnTo>
                    <a:pt x="110806" y="123587"/>
                  </a:lnTo>
                  <a:lnTo>
                    <a:pt x="110851" y="123354"/>
                  </a:lnTo>
                  <a:lnTo>
                    <a:pt x="110851" y="123121"/>
                  </a:lnTo>
                  <a:lnTo>
                    <a:pt x="110715" y="122702"/>
                  </a:lnTo>
                  <a:lnTo>
                    <a:pt x="110715" y="122283"/>
                  </a:lnTo>
                  <a:lnTo>
                    <a:pt x="110669" y="121957"/>
                  </a:lnTo>
                  <a:lnTo>
                    <a:pt x="110623" y="121584"/>
                  </a:lnTo>
                  <a:lnTo>
                    <a:pt x="110578" y="121165"/>
                  </a:lnTo>
                  <a:lnTo>
                    <a:pt x="110532" y="120699"/>
                  </a:lnTo>
                  <a:lnTo>
                    <a:pt x="110532" y="120373"/>
                  </a:lnTo>
                  <a:lnTo>
                    <a:pt x="110350" y="120047"/>
                  </a:lnTo>
                  <a:lnTo>
                    <a:pt x="110259" y="119674"/>
                  </a:lnTo>
                  <a:lnTo>
                    <a:pt x="110077" y="119348"/>
                  </a:lnTo>
                  <a:lnTo>
                    <a:pt x="109940" y="119162"/>
                  </a:lnTo>
                  <a:lnTo>
                    <a:pt x="109803" y="118929"/>
                  </a:lnTo>
                  <a:lnTo>
                    <a:pt x="109758" y="118649"/>
                  </a:lnTo>
                  <a:lnTo>
                    <a:pt x="109667" y="118323"/>
                  </a:lnTo>
                  <a:lnTo>
                    <a:pt x="109667" y="117857"/>
                  </a:lnTo>
                  <a:lnTo>
                    <a:pt x="109667" y="117624"/>
                  </a:lnTo>
                  <a:lnTo>
                    <a:pt x="109667" y="117391"/>
                  </a:lnTo>
                  <a:lnTo>
                    <a:pt x="109667" y="117252"/>
                  </a:lnTo>
                  <a:lnTo>
                    <a:pt x="109621" y="117112"/>
                  </a:lnTo>
                  <a:lnTo>
                    <a:pt x="109576" y="116926"/>
                  </a:lnTo>
                  <a:lnTo>
                    <a:pt x="109484" y="116693"/>
                  </a:lnTo>
                  <a:lnTo>
                    <a:pt x="109393" y="116506"/>
                  </a:lnTo>
                  <a:lnTo>
                    <a:pt x="109302" y="116320"/>
                  </a:lnTo>
                  <a:lnTo>
                    <a:pt x="109257" y="116180"/>
                  </a:lnTo>
                  <a:lnTo>
                    <a:pt x="109257" y="115947"/>
                  </a:lnTo>
                  <a:lnTo>
                    <a:pt x="109211" y="115761"/>
                  </a:lnTo>
                  <a:lnTo>
                    <a:pt x="106386" y="116180"/>
                  </a:lnTo>
                  <a:lnTo>
                    <a:pt x="103698" y="116600"/>
                  </a:lnTo>
                  <a:lnTo>
                    <a:pt x="103653" y="115994"/>
                  </a:lnTo>
                  <a:lnTo>
                    <a:pt x="104609" y="115808"/>
                  </a:lnTo>
                  <a:lnTo>
                    <a:pt x="105612" y="115668"/>
                  </a:lnTo>
                  <a:lnTo>
                    <a:pt x="108938" y="115109"/>
                  </a:lnTo>
                  <a:lnTo>
                    <a:pt x="108983" y="113432"/>
                  </a:lnTo>
                  <a:lnTo>
                    <a:pt x="109029" y="111522"/>
                  </a:lnTo>
                  <a:lnTo>
                    <a:pt x="108938" y="109845"/>
                  </a:lnTo>
                  <a:lnTo>
                    <a:pt x="108892" y="107888"/>
                  </a:lnTo>
                  <a:lnTo>
                    <a:pt x="108847" y="105932"/>
                  </a:lnTo>
                  <a:lnTo>
                    <a:pt x="108847" y="103789"/>
                  </a:lnTo>
                  <a:lnTo>
                    <a:pt x="108801" y="102578"/>
                  </a:lnTo>
                  <a:lnTo>
                    <a:pt x="108664" y="99969"/>
                  </a:lnTo>
                  <a:lnTo>
                    <a:pt x="108528" y="98991"/>
                  </a:lnTo>
                  <a:lnTo>
                    <a:pt x="108345" y="98012"/>
                  </a:lnTo>
                  <a:lnTo>
                    <a:pt x="102741" y="99177"/>
                  </a:lnTo>
                  <a:lnTo>
                    <a:pt x="100645" y="99596"/>
                  </a:lnTo>
                  <a:lnTo>
                    <a:pt x="100190" y="99969"/>
                  </a:lnTo>
                  <a:lnTo>
                    <a:pt x="99962" y="100109"/>
                  </a:lnTo>
                  <a:lnTo>
                    <a:pt x="99780" y="100249"/>
                  </a:lnTo>
                  <a:lnTo>
                    <a:pt x="99415" y="100528"/>
                  </a:lnTo>
                  <a:lnTo>
                    <a:pt x="98823" y="100947"/>
                  </a:lnTo>
                  <a:lnTo>
                    <a:pt x="98276" y="101320"/>
                  </a:lnTo>
                  <a:lnTo>
                    <a:pt x="98094" y="101506"/>
                  </a:lnTo>
                  <a:lnTo>
                    <a:pt x="95953" y="103044"/>
                  </a:lnTo>
                  <a:lnTo>
                    <a:pt x="95224" y="103230"/>
                  </a:lnTo>
                  <a:lnTo>
                    <a:pt x="95315" y="103603"/>
                  </a:lnTo>
                  <a:lnTo>
                    <a:pt x="92672" y="104301"/>
                  </a:lnTo>
                  <a:lnTo>
                    <a:pt x="92353" y="103183"/>
                  </a:lnTo>
                  <a:lnTo>
                    <a:pt x="95041" y="102438"/>
                  </a:lnTo>
                  <a:lnTo>
                    <a:pt x="95087" y="102764"/>
                  </a:lnTo>
                  <a:lnTo>
                    <a:pt x="96135" y="102391"/>
                  </a:lnTo>
                  <a:lnTo>
                    <a:pt x="100691" y="99037"/>
                  </a:lnTo>
                  <a:lnTo>
                    <a:pt x="106341" y="97919"/>
                  </a:lnTo>
                  <a:lnTo>
                    <a:pt x="108892" y="97407"/>
                  </a:lnTo>
                  <a:lnTo>
                    <a:pt x="108710" y="96335"/>
                  </a:lnTo>
                  <a:lnTo>
                    <a:pt x="108664" y="95590"/>
                  </a:lnTo>
                  <a:lnTo>
                    <a:pt x="108710" y="95217"/>
                  </a:lnTo>
                  <a:lnTo>
                    <a:pt x="108664" y="94891"/>
                  </a:lnTo>
                  <a:lnTo>
                    <a:pt x="108528" y="94472"/>
                  </a:lnTo>
                  <a:lnTo>
                    <a:pt x="108391" y="94146"/>
                  </a:lnTo>
                  <a:lnTo>
                    <a:pt x="108345" y="93587"/>
                  </a:lnTo>
                  <a:lnTo>
                    <a:pt x="108300" y="93214"/>
                  </a:lnTo>
                  <a:lnTo>
                    <a:pt x="108209" y="92888"/>
                  </a:lnTo>
                  <a:lnTo>
                    <a:pt x="108209" y="92562"/>
                  </a:lnTo>
                  <a:lnTo>
                    <a:pt x="108163" y="92236"/>
                  </a:lnTo>
                  <a:lnTo>
                    <a:pt x="108026" y="91957"/>
                  </a:lnTo>
                  <a:lnTo>
                    <a:pt x="107935" y="91770"/>
                  </a:lnTo>
                  <a:lnTo>
                    <a:pt x="107844" y="91398"/>
                  </a:lnTo>
                  <a:lnTo>
                    <a:pt x="107799" y="91118"/>
                  </a:lnTo>
                  <a:lnTo>
                    <a:pt x="107799" y="90839"/>
                  </a:lnTo>
                  <a:lnTo>
                    <a:pt x="107799" y="90466"/>
                  </a:lnTo>
                  <a:lnTo>
                    <a:pt x="107753" y="90186"/>
                  </a:lnTo>
                  <a:lnTo>
                    <a:pt x="107662" y="89953"/>
                  </a:lnTo>
                  <a:lnTo>
                    <a:pt x="107571" y="89674"/>
                  </a:lnTo>
                  <a:lnTo>
                    <a:pt x="107525" y="89301"/>
                  </a:lnTo>
                  <a:lnTo>
                    <a:pt x="107480" y="88929"/>
                  </a:lnTo>
                  <a:lnTo>
                    <a:pt x="107434" y="88556"/>
                  </a:lnTo>
                  <a:lnTo>
                    <a:pt x="107343" y="87531"/>
                  </a:lnTo>
                  <a:lnTo>
                    <a:pt x="106477" y="87811"/>
                  </a:lnTo>
                  <a:lnTo>
                    <a:pt x="106250" y="87904"/>
                  </a:lnTo>
                  <a:lnTo>
                    <a:pt x="105338" y="88183"/>
                  </a:lnTo>
                  <a:lnTo>
                    <a:pt x="104427" y="88509"/>
                  </a:lnTo>
                  <a:lnTo>
                    <a:pt x="103653" y="88789"/>
                  </a:lnTo>
                  <a:lnTo>
                    <a:pt x="103197" y="88929"/>
                  </a:lnTo>
                  <a:lnTo>
                    <a:pt x="102468" y="89162"/>
                  </a:lnTo>
                  <a:lnTo>
                    <a:pt x="101921" y="89348"/>
                  </a:lnTo>
                  <a:lnTo>
                    <a:pt x="101238" y="89581"/>
                  </a:lnTo>
                  <a:lnTo>
                    <a:pt x="100691" y="89767"/>
                  </a:lnTo>
                  <a:lnTo>
                    <a:pt x="100008" y="90000"/>
                  </a:lnTo>
                  <a:lnTo>
                    <a:pt x="99415" y="90186"/>
                  </a:lnTo>
                  <a:lnTo>
                    <a:pt x="98869" y="90419"/>
                  </a:lnTo>
                  <a:lnTo>
                    <a:pt x="90485" y="93214"/>
                  </a:lnTo>
                  <a:lnTo>
                    <a:pt x="90394" y="92795"/>
                  </a:lnTo>
                  <a:lnTo>
                    <a:pt x="102924" y="88603"/>
                  </a:lnTo>
                  <a:lnTo>
                    <a:pt x="103197" y="88509"/>
                  </a:lnTo>
                  <a:lnTo>
                    <a:pt x="103698" y="88370"/>
                  </a:lnTo>
                  <a:lnTo>
                    <a:pt x="104564" y="88043"/>
                  </a:lnTo>
                  <a:lnTo>
                    <a:pt x="104928" y="87950"/>
                  </a:lnTo>
                  <a:lnTo>
                    <a:pt x="105931" y="87624"/>
                  </a:lnTo>
                  <a:lnTo>
                    <a:pt x="106341" y="87484"/>
                  </a:lnTo>
                  <a:lnTo>
                    <a:pt x="106933" y="87252"/>
                  </a:lnTo>
                  <a:lnTo>
                    <a:pt x="107206" y="87158"/>
                  </a:lnTo>
                  <a:lnTo>
                    <a:pt x="107161" y="86879"/>
                  </a:lnTo>
                  <a:lnTo>
                    <a:pt x="107161" y="86646"/>
                  </a:lnTo>
                  <a:lnTo>
                    <a:pt x="107161" y="86227"/>
                  </a:lnTo>
                  <a:lnTo>
                    <a:pt x="107161" y="85994"/>
                  </a:lnTo>
                  <a:lnTo>
                    <a:pt x="107115" y="85714"/>
                  </a:lnTo>
                  <a:lnTo>
                    <a:pt x="107070" y="85481"/>
                  </a:lnTo>
                  <a:lnTo>
                    <a:pt x="107024" y="85062"/>
                  </a:lnTo>
                  <a:lnTo>
                    <a:pt x="107024" y="84689"/>
                  </a:lnTo>
                  <a:lnTo>
                    <a:pt x="106979" y="84410"/>
                  </a:lnTo>
                  <a:lnTo>
                    <a:pt x="106933" y="84084"/>
                  </a:lnTo>
                  <a:lnTo>
                    <a:pt x="106887" y="83758"/>
                  </a:lnTo>
                  <a:lnTo>
                    <a:pt x="106796" y="83432"/>
                  </a:lnTo>
                  <a:lnTo>
                    <a:pt x="106796" y="83152"/>
                  </a:lnTo>
                  <a:lnTo>
                    <a:pt x="106796" y="82919"/>
                  </a:lnTo>
                  <a:lnTo>
                    <a:pt x="106842" y="82593"/>
                  </a:lnTo>
                  <a:lnTo>
                    <a:pt x="106751" y="82174"/>
                  </a:lnTo>
                  <a:lnTo>
                    <a:pt x="106660" y="81801"/>
                  </a:lnTo>
                  <a:lnTo>
                    <a:pt x="106568" y="81429"/>
                  </a:lnTo>
                  <a:lnTo>
                    <a:pt x="106523" y="81242"/>
                  </a:lnTo>
                  <a:lnTo>
                    <a:pt x="106386" y="81009"/>
                  </a:lnTo>
                  <a:lnTo>
                    <a:pt x="106204" y="80823"/>
                  </a:lnTo>
                  <a:lnTo>
                    <a:pt x="106158" y="80590"/>
                  </a:lnTo>
                  <a:lnTo>
                    <a:pt x="106158" y="80311"/>
                  </a:lnTo>
                  <a:lnTo>
                    <a:pt x="106204" y="80031"/>
                  </a:lnTo>
                  <a:lnTo>
                    <a:pt x="106204" y="79798"/>
                  </a:lnTo>
                  <a:lnTo>
                    <a:pt x="106158" y="79472"/>
                  </a:lnTo>
                  <a:lnTo>
                    <a:pt x="106067" y="79146"/>
                  </a:lnTo>
                  <a:lnTo>
                    <a:pt x="105976" y="78866"/>
                  </a:lnTo>
                  <a:lnTo>
                    <a:pt x="105976" y="78540"/>
                  </a:lnTo>
                  <a:lnTo>
                    <a:pt x="105931" y="78074"/>
                  </a:lnTo>
                  <a:lnTo>
                    <a:pt x="105794" y="77795"/>
                  </a:lnTo>
                  <a:lnTo>
                    <a:pt x="105612" y="77515"/>
                  </a:lnTo>
                  <a:lnTo>
                    <a:pt x="105521" y="77189"/>
                  </a:lnTo>
                  <a:lnTo>
                    <a:pt x="105521" y="76724"/>
                  </a:lnTo>
                  <a:lnTo>
                    <a:pt x="105521" y="76258"/>
                  </a:lnTo>
                  <a:lnTo>
                    <a:pt x="105429" y="75932"/>
                  </a:lnTo>
                  <a:lnTo>
                    <a:pt x="105384" y="75559"/>
                  </a:lnTo>
                  <a:lnTo>
                    <a:pt x="105293" y="75326"/>
                  </a:lnTo>
                  <a:lnTo>
                    <a:pt x="105156" y="75047"/>
                  </a:lnTo>
                  <a:lnTo>
                    <a:pt x="105019" y="74767"/>
                  </a:lnTo>
                  <a:lnTo>
                    <a:pt x="104974" y="74441"/>
                  </a:lnTo>
                  <a:lnTo>
                    <a:pt x="105019" y="74115"/>
                  </a:lnTo>
                  <a:lnTo>
                    <a:pt x="105019" y="73696"/>
                  </a:lnTo>
                  <a:lnTo>
                    <a:pt x="105019" y="73416"/>
                  </a:lnTo>
                  <a:lnTo>
                    <a:pt x="104928" y="73137"/>
                  </a:lnTo>
                  <a:lnTo>
                    <a:pt x="104792" y="72764"/>
                  </a:lnTo>
                  <a:lnTo>
                    <a:pt x="104655" y="72438"/>
                  </a:lnTo>
                  <a:lnTo>
                    <a:pt x="104609" y="72019"/>
                  </a:lnTo>
                  <a:lnTo>
                    <a:pt x="104609" y="71692"/>
                  </a:lnTo>
                  <a:lnTo>
                    <a:pt x="104609" y="71133"/>
                  </a:lnTo>
                  <a:lnTo>
                    <a:pt x="104518" y="70854"/>
                  </a:lnTo>
                  <a:lnTo>
                    <a:pt x="104427" y="70574"/>
                  </a:lnTo>
                  <a:lnTo>
                    <a:pt x="104336" y="70248"/>
                  </a:lnTo>
                  <a:lnTo>
                    <a:pt x="104336" y="69922"/>
                  </a:lnTo>
                  <a:lnTo>
                    <a:pt x="104336" y="69503"/>
                  </a:lnTo>
                  <a:lnTo>
                    <a:pt x="104290" y="69270"/>
                  </a:lnTo>
                  <a:lnTo>
                    <a:pt x="104108" y="68897"/>
                  </a:lnTo>
                  <a:lnTo>
                    <a:pt x="103971" y="68525"/>
                  </a:lnTo>
                  <a:lnTo>
                    <a:pt x="103926" y="68152"/>
                  </a:lnTo>
                  <a:lnTo>
                    <a:pt x="103835" y="67779"/>
                  </a:lnTo>
                  <a:lnTo>
                    <a:pt x="103789" y="67360"/>
                  </a:lnTo>
                  <a:lnTo>
                    <a:pt x="103789" y="66894"/>
                  </a:lnTo>
                  <a:lnTo>
                    <a:pt x="103653" y="66335"/>
                  </a:lnTo>
                  <a:lnTo>
                    <a:pt x="103607" y="65963"/>
                  </a:lnTo>
                  <a:lnTo>
                    <a:pt x="103561" y="65497"/>
                  </a:lnTo>
                  <a:lnTo>
                    <a:pt x="103516" y="65171"/>
                  </a:lnTo>
                  <a:lnTo>
                    <a:pt x="103516" y="64938"/>
                  </a:lnTo>
                  <a:lnTo>
                    <a:pt x="103470" y="64612"/>
                  </a:lnTo>
                  <a:lnTo>
                    <a:pt x="103379" y="64239"/>
                  </a:lnTo>
                  <a:lnTo>
                    <a:pt x="103334" y="63960"/>
                  </a:lnTo>
                  <a:lnTo>
                    <a:pt x="103242" y="63680"/>
                  </a:lnTo>
                  <a:lnTo>
                    <a:pt x="103060" y="63307"/>
                  </a:lnTo>
                  <a:lnTo>
                    <a:pt x="102969" y="62888"/>
                  </a:lnTo>
                  <a:lnTo>
                    <a:pt x="102924" y="62562"/>
                  </a:lnTo>
                  <a:lnTo>
                    <a:pt x="102924" y="62143"/>
                  </a:lnTo>
                  <a:lnTo>
                    <a:pt x="102924" y="61537"/>
                  </a:lnTo>
                  <a:lnTo>
                    <a:pt x="102878" y="61164"/>
                  </a:lnTo>
                  <a:lnTo>
                    <a:pt x="102787" y="60838"/>
                  </a:lnTo>
                  <a:lnTo>
                    <a:pt x="102741" y="60326"/>
                  </a:lnTo>
                  <a:lnTo>
                    <a:pt x="102650" y="59860"/>
                  </a:lnTo>
                  <a:lnTo>
                    <a:pt x="102422" y="58509"/>
                  </a:lnTo>
                  <a:lnTo>
                    <a:pt x="102377" y="58136"/>
                  </a:lnTo>
                  <a:lnTo>
                    <a:pt x="102331" y="57671"/>
                  </a:lnTo>
                  <a:lnTo>
                    <a:pt x="102331" y="57158"/>
                  </a:lnTo>
                  <a:lnTo>
                    <a:pt x="102286" y="56506"/>
                  </a:lnTo>
                  <a:lnTo>
                    <a:pt x="102195" y="56180"/>
                  </a:lnTo>
                  <a:lnTo>
                    <a:pt x="102149" y="55994"/>
                  </a:lnTo>
                  <a:lnTo>
                    <a:pt x="102103" y="55668"/>
                  </a:lnTo>
                  <a:lnTo>
                    <a:pt x="102058" y="55388"/>
                  </a:lnTo>
                  <a:lnTo>
                    <a:pt x="101921" y="55202"/>
                  </a:lnTo>
                  <a:lnTo>
                    <a:pt x="101739" y="54876"/>
                  </a:lnTo>
                  <a:lnTo>
                    <a:pt x="101739" y="54550"/>
                  </a:lnTo>
                  <a:lnTo>
                    <a:pt x="101785" y="54223"/>
                  </a:lnTo>
                  <a:lnTo>
                    <a:pt x="101785" y="53897"/>
                  </a:lnTo>
                  <a:lnTo>
                    <a:pt x="101648" y="53385"/>
                  </a:lnTo>
                  <a:lnTo>
                    <a:pt x="101511" y="53059"/>
                  </a:lnTo>
                  <a:lnTo>
                    <a:pt x="101420" y="52686"/>
                  </a:lnTo>
                  <a:lnTo>
                    <a:pt x="101329" y="52360"/>
                  </a:lnTo>
                  <a:lnTo>
                    <a:pt x="101329" y="51894"/>
                  </a:lnTo>
                  <a:lnTo>
                    <a:pt x="101283" y="51382"/>
                  </a:lnTo>
                  <a:lnTo>
                    <a:pt x="101192" y="51056"/>
                  </a:lnTo>
                  <a:lnTo>
                    <a:pt x="101101" y="50683"/>
                  </a:lnTo>
                  <a:lnTo>
                    <a:pt x="100964" y="50357"/>
                  </a:lnTo>
                  <a:lnTo>
                    <a:pt x="100828" y="49984"/>
                  </a:lnTo>
                  <a:lnTo>
                    <a:pt x="100737" y="49518"/>
                  </a:lnTo>
                  <a:lnTo>
                    <a:pt x="100737" y="49099"/>
                  </a:lnTo>
                  <a:lnTo>
                    <a:pt x="100737" y="48400"/>
                  </a:lnTo>
                  <a:lnTo>
                    <a:pt x="100737" y="48028"/>
                  </a:lnTo>
                  <a:lnTo>
                    <a:pt x="100645" y="47469"/>
                  </a:lnTo>
                  <a:lnTo>
                    <a:pt x="100600" y="47189"/>
                  </a:lnTo>
                  <a:lnTo>
                    <a:pt x="100509" y="46770"/>
                  </a:lnTo>
                  <a:lnTo>
                    <a:pt x="100372" y="46304"/>
                  </a:lnTo>
                  <a:lnTo>
                    <a:pt x="100281" y="45885"/>
                  </a:lnTo>
                  <a:lnTo>
                    <a:pt x="100190" y="45233"/>
                  </a:lnTo>
                  <a:lnTo>
                    <a:pt x="100144" y="44813"/>
                  </a:lnTo>
                  <a:lnTo>
                    <a:pt x="100053" y="44441"/>
                  </a:lnTo>
                  <a:lnTo>
                    <a:pt x="99825" y="43975"/>
                  </a:lnTo>
                  <a:lnTo>
                    <a:pt x="99598" y="43695"/>
                  </a:lnTo>
                  <a:lnTo>
                    <a:pt x="99552" y="43556"/>
                  </a:lnTo>
                  <a:lnTo>
                    <a:pt x="99552" y="43323"/>
                  </a:lnTo>
                  <a:lnTo>
                    <a:pt x="99552" y="43136"/>
                  </a:lnTo>
                  <a:lnTo>
                    <a:pt x="99506" y="42950"/>
                  </a:lnTo>
                  <a:lnTo>
                    <a:pt x="99506" y="42624"/>
                  </a:lnTo>
                  <a:lnTo>
                    <a:pt x="99506" y="42391"/>
                  </a:lnTo>
                  <a:lnTo>
                    <a:pt x="99415" y="42158"/>
                  </a:lnTo>
                  <a:lnTo>
                    <a:pt x="99324" y="41925"/>
                  </a:lnTo>
                  <a:lnTo>
                    <a:pt x="99187" y="41785"/>
                  </a:lnTo>
                  <a:lnTo>
                    <a:pt x="99005" y="41506"/>
                  </a:lnTo>
                  <a:lnTo>
                    <a:pt x="98914" y="41226"/>
                  </a:lnTo>
                  <a:lnTo>
                    <a:pt x="98823" y="40900"/>
                  </a:lnTo>
                  <a:lnTo>
                    <a:pt x="98732" y="40341"/>
                  </a:lnTo>
                  <a:lnTo>
                    <a:pt x="98595" y="39876"/>
                  </a:lnTo>
                  <a:lnTo>
                    <a:pt x="98550" y="39456"/>
                  </a:lnTo>
                  <a:lnTo>
                    <a:pt x="98504" y="38990"/>
                  </a:lnTo>
                  <a:lnTo>
                    <a:pt x="98048" y="36987"/>
                  </a:lnTo>
                  <a:lnTo>
                    <a:pt x="97411" y="35031"/>
                  </a:lnTo>
                  <a:lnTo>
                    <a:pt x="97137" y="34006"/>
                  </a:lnTo>
                  <a:lnTo>
                    <a:pt x="97092" y="33866"/>
                  </a:lnTo>
                  <a:lnTo>
                    <a:pt x="96545" y="32143"/>
                  </a:lnTo>
                  <a:lnTo>
                    <a:pt x="96499" y="31816"/>
                  </a:lnTo>
                  <a:lnTo>
                    <a:pt x="96454" y="31490"/>
                  </a:lnTo>
                  <a:lnTo>
                    <a:pt x="95679" y="29534"/>
                  </a:lnTo>
                  <a:lnTo>
                    <a:pt x="95588" y="29301"/>
                  </a:lnTo>
                  <a:lnTo>
                    <a:pt x="95543" y="29161"/>
                  </a:lnTo>
                  <a:lnTo>
                    <a:pt x="95497" y="29021"/>
                  </a:lnTo>
                  <a:lnTo>
                    <a:pt x="95087" y="27997"/>
                  </a:lnTo>
                  <a:lnTo>
                    <a:pt x="93720" y="23990"/>
                  </a:lnTo>
                  <a:lnTo>
                    <a:pt x="93538" y="22127"/>
                  </a:lnTo>
                  <a:lnTo>
                    <a:pt x="92535" y="19658"/>
                  </a:lnTo>
                  <a:lnTo>
                    <a:pt x="91670" y="16677"/>
                  </a:lnTo>
                  <a:lnTo>
                    <a:pt x="91305" y="15792"/>
                  </a:lnTo>
                  <a:lnTo>
                    <a:pt x="91032" y="15419"/>
                  </a:lnTo>
                  <a:lnTo>
                    <a:pt x="90759" y="15046"/>
                  </a:lnTo>
                  <a:lnTo>
                    <a:pt x="90667" y="14860"/>
                  </a:lnTo>
                  <a:lnTo>
                    <a:pt x="90531" y="14673"/>
                  </a:lnTo>
                  <a:lnTo>
                    <a:pt x="90440" y="14347"/>
                  </a:lnTo>
                  <a:lnTo>
                    <a:pt x="90303" y="13975"/>
                  </a:lnTo>
                  <a:lnTo>
                    <a:pt x="90166" y="13602"/>
                  </a:lnTo>
                  <a:lnTo>
                    <a:pt x="90121" y="13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85621" y="3669704"/>
              <a:ext cx="80052" cy="55761"/>
            </a:xfrm>
            <a:custGeom>
              <a:avLst/>
              <a:pathLst>
                <a:path w="80052" h="55761">
                  <a:moveTo>
                    <a:pt x="73673" y="0"/>
                  </a:moveTo>
                  <a:lnTo>
                    <a:pt x="73718" y="326"/>
                  </a:lnTo>
                  <a:lnTo>
                    <a:pt x="73764" y="605"/>
                  </a:lnTo>
                  <a:lnTo>
                    <a:pt x="73901" y="1583"/>
                  </a:lnTo>
                  <a:lnTo>
                    <a:pt x="73946" y="1863"/>
                  </a:lnTo>
                  <a:lnTo>
                    <a:pt x="73946" y="2049"/>
                  </a:lnTo>
                  <a:lnTo>
                    <a:pt x="74037" y="2655"/>
                  </a:lnTo>
                  <a:lnTo>
                    <a:pt x="74083" y="3167"/>
                  </a:lnTo>
                  <a:lnTo>
                    <a:pt x="74311" y="5077"/>
                  </a:lnTo>
                  <a:lnTo>
                    <a:pt x="74766" y="9363"/>
                  </a:lnTo>
                  <a:lnTo>
                    <a:pt x="74812" y="9642"/>
                  </a:lnTo>
                  <a:lnTo>
                    <a:pt x="74857" y="9922"/>
                  </a:lnTo>
                  <a:lnTo>
                    <a:pt x="74994" y="11413"/>
                  </a:lnTo>
                  <a:lnTo>
                    <a:pt x="75222" y="12996"/>
                  </a:lnTo>
                  <a:lnTo>
                    <a:pt x="72716" y="13462"/>
                  </a:lnTo>
                  <a:lnTo>
                    <a:pt x="72762" y="13788"/>
                  </a:lnTo>
                  <a:lnTo>
                    <a:pt x="72853" y="14441"/>
                  </a:lnTo>
                  <a:lnTo>
                    <a:pt x="72853" y="14673"/>
                  </a:lnTo>
                  <a:lnTo>
                    <a:pt x="72898" y="14953"/>
                  </a:lnTo>
                  <a:lnTo>
                    <a:pt x="73035" y="17096"/>
                  </a:lnTo>
                  <a:lnTo>
                    <a:pt x="73081" y="17608"/>
                  </a:lnTo>
                  <a:lnTo>
                    <a:pt x="73445" y="22733"/>
                  </a:lnTo>
                  <a:lnTo>
                    <a:pt x="73582" y="24549"/>
                  </a:lnTo>
                  <a:lnTo>
                    <a:pt x="73810" y="27531"/>
                  </a:lnTo>
                  <a:lnTo>
                    <a:pt x="73855" y="27764"/>
                  </a:lnTo>
                  <a:lnTo>
                    <a:pt x="74857" y="39037"/>
                  </a:lnTo>
                  <a:lnTo>
                    <a:pt x="74903" y="39270"/>
                  </a:lnTo>
                  <a:lnTo>
                    <a:pt x="74903" y="39689"/>
                  </a:lnTo>
                  <a:lnTo>
                    <a:pt x="75085" y="40528"/>
                  </a:lnTo>
                  <a:lnTo>
                    <a:pt x="75404" y="40481"/>
                  </a:lnTo>
                  <a:lnTo>
                    <a:pt x="79140" y="40295"/>
                  </a:lnTo>
                  <a:lnTo>
                    <a:pt x="79641" y="45140"/>
                  </a:lnTo>
                  <a:lnTo>
                    <a:pt x="79687" y="45512"/>
                  </a:lnTo>
                  <a:lnTo>
                    <a:pt x="80006" y="48913"/>
                  </a:lnTo>
                  <a:lnTo>
                    <a:pt x="80052" y="49612"/>
                  </a:lnTo>
                  <a:lnTo>
                    <a:pt x="3234" y="55761"/>
                  </a:lnTo>
                  <a:lnTo>
                    <a:pt x="227" y="17003"/>
                  </a:lnTo>
                  <a:lnTo>
                    <a:pt x="0" y="14441"/>
                  </a:lnTo>
                  <a:lnTo>
                    <a:pt x="25696" y="9456"/>
                  </a:lnTo>
                  <a:lnTo>
                    <a:pt x="25833" y="9549"/>
                  </a:lnTo>
                  <a:lnTo>
                    <a:pt x="26608" y="9782"/>
                  </a:lnTo>
                  <a:lnTo>
                    <a:pt x="26927" y="9736"/>
                  </a:lnTo>
                  <a:lnTo>
                    <a:pt x="32029" y="8711"/>
                  </a:lnTo>
                  <a:lnTo>
                    <a:pt x="34900" y="8152"/>
                  </a:lnTo>
                  <a:lnTo>
                    <a:pt x="35355" y="8059"/>
                  </a:lnTo>
                  <a:lnTo>
                    <a:pt x="42873" y="6568"/>
                  </a:lnTo>
                  <a:lnTo>
                    <a:pt x="53079" y="4565"/>
                  </a:lnTo>
                  <a:lnTo>
                    <a:pt x="54446" y="4285"/>
                  </a:lnTo>
                  <a:lnTo>
                    <a:pt x="57954" y="3586"/>
                  </a:lnTo>
                  <a:lnTo>
                    <a:pt x="58410" y="3493"/>
                  </a:lnTo>
                  <a:lnTo>
                    <a:pt x="64014" y="2422"/>
                  </a:lnTo>
                  <a:lnTo>
                    <a:pt x="69208" y="978"/>
                  </a:lnTo>
                  <a:lnTo>
                    <a:pt x="70529" y="6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831576" y="3795015"/>
              <a:ext cx="131992" cy="78773"/>
            </a:xfrm>
            <a:custGeom>
              <a:avLst/>
              <a:pathLst>
                <a:path w="131992" h="78773">
                  <a:moveTo>
                    <a:pt x="60004" y="61071"/>
                  </a:moveTo>
                  <a:lnTo>
                    <a:pt x="59640" y="61025"/>
                  </a:lnTo>
                  <a:lnTo>
                    <a:pt x="59184" y="60745"/>
                  </a:lnTo>
                  <a:lnTo>
                    <a:pt x="58820" y="60512"/>
                  </a:lnTo>
                  <a:lnTo>
                    <a:pt x="58546" y="60419"/>
                  </a:lnTo>
                  <a:lnTo>
                    <a:pt x="58045" y="60186"/>
                  </a:lnTo>
                  <a:lnTo>
                    <a:pt x="57726" y="59907"/>
                  </a:lnTo>
                  <a:lnTo>
                    <a:pt x="57590" y="59814"/>
                  </a:lnTo>
                  <a:lnTo>
                    <a:pt x="57498" y="59674"/>
                  </a:lnTo>
                  <a:lnTo>
                    <a:pt x="57271" y="59581"/>
                  </a:lnTo>
                  <a:lnTo>
                    <a:pt x="57043" y="59487"/>
                  </a:lnTo>
                  <a:lnTo>
                    <a:pt x="56815" y="59394"/>
                  </a:lnTo>
                  <a:lnTo>
                    <a:pt x="56496" y="59208"/>
                  </a:lnTo>
                  <a:lnTo>
                    <a:pt x="56177" y="59022"/>
                  </a:lnTo>
                  <a:lnTo>
                    <a:pt x="55904" y="58882"/>
                  </a:lnTo>
                  <a:lnTo>
                    <a:pt x="55722" y="58789"/>
                  </a:lnTo>
                  <a:lnTo>
                    <a:pt x="55448" y="58695"/>
                  </a:lnTo>
                  <a:lnTo>
                    <a:pt x="54947" y="58509"/>
                  </a:lnTo>
                  <a:lnTo>
                    <a:pt x="54537" y="58276"/>
                  </a:lnTo>
                  <a:lnTo>
                    <a:pt x="54127" y="58136"/>
                  </a:lnTo>
                  <a:lnTo>
                    <a:pt x="53671" y="57904"/>
                  </a:lnTo>
                  <a:lnTo>
                    <a:pt x="53261" y="57717"/>
                  </a:lnTo>
                  <a:lnTo>
                    <a:pt x="52851" y="57531"/>
                  </a:lnTo>
                  <a:lnTo>
                    <a:pt x="52578" y="57391"/>
                  </a:lnTo>
                  <a:lnTo>
                    <a:pt x="52213" y="57251"/>
                  </a:lnTo>
                  <a:lnTo>
                    <a:pt x="51894" y="57112"/>
                  </a:lnTo>
                  <a:lnTo>
                    <a:pt x="51621" y="57018"/>
                  </a:lnTo>
                  <a:lnTo>
                    <a:pt x="51348" y="56832"/>
                  </a:lnTo>
                  <a:lnTo>
                    <a:pt x="51165" y="56739"/>
                  </a:lnTo>
                  <a:lnTo>
                    <a:pt x="50938" y="56646"/>
                  </a:lnTo>
                  <a:lnTo>
                    <a:pt x="50755" y="56599"/>
                  </a:lnTo>
                  <a:lnTo>
                    <a:pt x="50528" y="56506"/>
                  </a:lnTo>
                  <a:lnTo>
                    <a:pt x="50300" y="56413"/>
                  </a:lnTo>
                  <a:lnTo>
                    <a:pt x="50117" y="56320"/>
                  </a:lnTo>
                  <a:lnTo>
                    <a:pt x="49935" y="56227"/>
                  </a:lnTo>
                  <a:lnTo>
                    <a:pt x="49753" y="56133"/>
                  </a:lnTo>
                  <a:lnTo>
                    <a:pt x="49525" y="55994"/>
                  </a:lnTo>
                  <a:lnTo>
                    <a:pt x="49206" y="55994"/>
                  </a:lnTo>
                  <a:lnTo>
                    <a:pt x="48887" y="55900"/>
                  </a:lnTo>
                  <a:lnTo>
                    <a:pt x="48705" y="55807"/>
                  </a:lnTo>
                  <a:lnTo>
                    <a:pt x="48523" y="55621"/>
                  </a:lnTo>
                  <a:lnTo>
                    <a:pt x="48249" y="55435"/>
                  </a:lnTo>
                  <a:lnTo>
                    <a:pt x="48067" y="55341"/>
                  </a:lnTo>
                  <a:lnTo>
                    <a:pt x="47839" y="55295"/>
                  </a:lnTo>
                  <a:lnTo>
                    <a:pt x="47612" y="55295"/>
                  </a:lnTo>
                  <a:lnTo>
                    <a:pt x="47247" y="55155"/>
                  </a:lnTo>
                  <a:lnTo>
                    <a:pt x="47110" y="55015"/>
                  </a:lnTo>
                  <a:lnTo>
                    <a:pt x="46928" y="54876"/>
                  </a:lnTo>
                  <a:lnTo>
                    <a:pt x="46700" y="54829"/>
                  </a:lnTo>
                  <a:lnTo>
                    <a:pt x="46290" y="54689"/>
                  </a:lnTo>
                  <a:lnTo>
                    <a:pt x="46017" y="54550"/>
                  </a:lnTo>
                  <a:lnTo>
                    <a:pt x="45652" y="54363"/>
                  </a:lnTo>
                  <a:lnTo>
                    <a:pt x="45425" y="54223"/>
                  </a:lnTo>
                  <a:lnTo>
                    <a:pt x="45151" y="54130"/>
                  </a:lnTo>
                  <a:lnTo>
                    <a:pt x="44878" y="54037"/>
                  </a:lnTo>
                  <a:lnTo>
                    <a:pt x="44696" y="53944"/>
                  </a:lnTo>
                  <a:lnTo>
                    <a:pt x="44468" y="53758"/>
                  </a:lnTo>
                  <a:lnTo>
                    <a:pt x="44194" y="53664"/>
                  </a:lnTo>
                  <a:lnTo>
                    <a:pt x="44012" y="53618"/>
                  </a:lnTo>
                  <a:lnTo>
                    <a:pt x="43830" y="53525"/>
                  </a:lnTo>
                  <a:lnTo>
                    <a:pt x="43648" y="53525"/>
                  </a:lnTo>
                  <a:lnTo>
                    <a:pt x="43374" y="53385"/>
                  </a:lnTo>
                  <a:lnTo>
                    <a:pt x="43101" y="53199"/>
                  </a:lnTo>
                  <a:lnTo>
                    <a:pt x="43010" y="53059"/>
                  </a:lnTo>
                  <a:lnTo>
                    <a:pt x="42691" y="52966"/>
                  </a:lnTo>
                  <a:lnTo>
                    <a:pt x="42418" y="52919"/>
                  </a:lnTo>
                  <a:lnTo>
                    <a:pt x="42281" y="52919"/>
                  </a:lnTo>
                  <a:lnTo>
                    <a:pt x="42144" y="52872"/>
                  </a:lnTo>
                  <a:lnTo>
                    <a:pt x="41916" y="52779"/>
                  </a:lnTo>
                  <a:lnTo>
                    <a:pt x="41689" y="52640"/>
                  </a:lnTo>
                  <a:lnTo>
                    <a:pt x="41461" y="52407"/>
                  </a:lnTo>
                  <a:lnTo>
                    <a:pt x="41278" y="52313"/>
                  </a:lnTo>
                  <a:lnTo>
                    <a:pt x="41142" y="52313"/>
                  </a:lnTo>
                  <a:lnTo>
                    <a:pt x="40732" y="52220"/>
                  </a:lnTo>
                  <a:lnTo>
                    <a:pt x="40549" y="52127"/>
                  </a:lnTo>
                  <a:lnTo>
                    <a:pt x="40413" y="51941"/>
                  </a:lnTo>
                  <a:lnTo>
                    <a:pt x="40139" y="51848"/>
                  </a:lnTo>
                  <a:lnTo>
                    <a:pt x="40003" y="51801"/>
                  </a:lnTo>
                  <a:lnTo>
                    <a:pt x="39775" y="51801"/>
                  </a:lnTo>
                  <a:lnTo>
                    <a:pt x="39410" y="51754"/>
                  </a:lnTo>
                  <a:lnTo>
                    <a:pt x="39228" y="51661"/>
                  </a:lnTo>
                  <a:lnTo>
                    <a:pt x="39046" y="51568"/>
                  </a:lnTo>
                  <a:lnTo>
                    <a:pt x="38909" y="51428"/>
                  </a:lnTo>
                  <a:lnTo>
                    <a:pt x="38681" y="51195"/>
                  </a:lnTo>
                  <a:lnTo>
                    <a:pt x="38408" y="51195"/>
                  </a:lnTo>
                  <a:lnTo>
                    <a:pt x="38135" y="51149"/>
                  </a:lnTo>
                  <a:lnTo>
                    <a:pt x="37998" y="51102"/>
                  </a:lnTo>
                  <a:lnTo>
                    <a:pt x="37816" y="50916"/>
                  </a:lnTo>
                  <a:lnTo>
                    <a:pt x="37497" y="50683"/>
                  </a:lnTo>
                  <a:lnTo>
                    <a:pt x="37315" y="50590"/>
                  </a:lnTo>
                  <a:lnTo>
                    <a:pt x="37041" y="50543"/>
                  </a:lnTo>
                  <a:lnTo>
                    <a:pt x="36722" y="50404"/>
                  </a:lnTo>
                  <a:lnTo>
                    <a:pt x="36494" y="50404"/>
                  </a:lnTo>
                  <a:lnTo>
                    <a:pt x="36312" y="50404"/>
                  </a:lnTo>
                  <a:lnTo>
                    <a:pt x="36084" y="50264"/>
                  </a:lnTo>
                  <a:lnTo>
                    <a:pt x="35948" y="50217"/>
                  </a:lnTo>
                  <a:lnTo>
                    <a:pt x="35720" y="50077"/>
                  </a:lnTo>
                  <a:lnTo>
                    <a:pt x="35492" y="49938"/>
                  </a:lnTo>
                  <a:lnTo>
                    <a:pt x="35310" y="49845"/>
                  </a:lnTo>
                  <a:lnTo>
                    <a:pt x="35128" y="49798"/>
                  </a:lnTo>
                  <a:lnTo>
                    <a:pt x="34991" y="49705"/>
                  </a:lnTo>
                  <a:lnTo>
                    <a:pt x="34854" y="49658"/>
                  </a:lnTo>
                  <a:lnTo>
                    <a:pt x="34672" y="49612"/>
                  </a:lnTo>
                  <a:lnTo>
                    <a:pt x="34490" y="49565"/>
                  </a:lnTo>
                  <a:lnTo>
                    <a:pt x="34262" y="49379"/>
                  </a:lnTo>
                  <a:lnTo>
                    <a:pt x="34125" y="49239"/>
                  </a:lnTo>
                  <a:lnTo>
                    <a:pt x="33989" y="49006"/>
                  </a:lnTo>
                  <a:lnTo>
                    <a:pt x="33852" y="49006"/>
                  </a:lnTo>
                  <a:lnTo>
                    <a:pt x="33715" y="49006"/>
                  </a:lnTo>
                  <a:lnTo>
                    <a:pt x="33533" y="49006"/>
                  </a:lnTo>
                  <a:lnTo>
                    <a:pt x="33396" y="48959"/>
                  </a:lnTo>
                  <a:lnTo>
                    <a:pt x="33260" y="48913"/>
                  </a:lnTo>
                  <a:lnTo>
                    <a:pt x="32804" y="48447"/>
                  </a:lnTo>
                  <a:lnTo>
                    <a:pt x="32531" y="48400"/>
                  </a:lnTo>
                  <a:lnTo>
                    <a:pt x="32257" y="48307"/>
                  </a:lnTo>
                  <a:lnTo>
                    <a:pt x="32075" y="48261"/>
                  </a:lnTo>
                  <a:lnTo>
                    <a:pt x="31802" y="48121"/>
                  </a:lnTo>
                  <a:lnTo>
                    <a:pt x="31574" y="47935"/>
                  </a:lnTo>
                  <a:lnTo>
                    <a:pt x="31209" y="47515"/>
                  </a:lnTo>
                  <a:lnTo>
                    <a:pt x="30936" y="47515"/>
                  </a:lnTo>
                  <a:lnTo>
                    <a:pt x="30799" y="47515"/>
                  </a:lnTo>
                  <a:lnTo>
                    <a:pt x="30663" y="47469"/>
                  </a:lnTo>
                  <a:lnTo>
                    <a:pt x="30480" y="47422"/>
                  </a:lnTo>
                  <a:lnTo>
                    <a:pt x="30344" y="47282"/>
                  </a:lnTo>
                  <a:lnTo>
                    <a:pt x="29797" y="46910"/>
                  </a:lnTo>
                  <a:lnTo>
                    <a:pt x="29524" y="46863"/>
                  </a:lnTo>
                  <a:lnTo>
                    <a:pt x="29341" y="46863"/>
                  </a:lnTo>
                  <a:lnTo>
                    <a:pt x="29159" y="46817"/>
                  </a:lnTo>
                  <a:lnTo>
                    <a:pt x="28977" y="46723"/>
                  </a:lnTo>
                  <a:lnTo>
                    <a:pt x="28795" y="46584"/>
                  </a:lnTo>
                  <a:lnTo>
                    <a:pt x="28703" y="46444"/>
                  </a:lnTo>
                  <a:lnTo>
                    <a:pt x="28567" y="46351"/>
                  </a:lnTo>
                  <a:lnTo>
                    <a:pt x="28430" y="46258"/>
                  </a:lnTo>
                  <a:lnTo>
                    <a:pt x="28248" y="46211"/>
                  </a:lnTo>
                  <a:lnTo>
                    <a:pt x="28020" y="46211"/>
                  </a:lnTo>
                  <a:lnTo>
                    <a:pt x="27838" y="46211"/>
                  </a:lnTo>
                  <a:lnTo>
                    <a:pt x="27473" y="45838"/>
                  </a:lnTo>
                  <a:lnTo>
                    <a:pt x="27200" y="45605"/>
                  </a:lnTo>
                  <a:lnTo>
                    <a:pt x="27018" y="45512"/>
                  </a:lnTo>
                  <a:lnTo>
                    <a:pt x="26835" y="45512"/>
                  </a:lnTo>
                  <a:lnTo>
                    <a:pt x="26516" y="45466"/>
                  </a:lnTo>
                  <a:lnTo>
                    <a:pt x="26380" y="45466"/>
                  </a:lnTo>
                  <a:lnTo>
                    <a:pt x="26243" y="45372"/>
                  </a:lnTo>
                  <a:lnTo>
                    <a:pt x="26061" y="45093"/>
                  </a:lnTo>
                  <a:lnTo>
                    <a:pt x="25833" y="45093"/>
                  </a:lnTo>
                  <a:lnTo>
                    <a:pt x="25560" y="45093"/>
                  </a:lnTo>
                  <a:lnTo>
                    <a:pt x="25377" y="45046"/>
                  </a:lnTo>
                  <a:lnTo>
                    <a:pt x="25241" y="45046"/>
                  </a:lnTo>
                  <a:lnTo>
                    <a:pt x="25013" y="44860"/>
                  </a:lnTo>
                  <a:lnTo>
                    <a:pt x="24967" y="44674"/>
                  </a:lnTo>
                  <a:lnTo>
                    <a:pt x="24740" y="44627"/>
                  </a:lnTo>
                  <a:lnTo>
                    <a:pt x="24284" y="44627"/>
                  </a:lnTo>
                  <a:lnTo>
                    <a:pt x="24102" y="44581"/>
                  </a:lnTo>
                  <a:lnTo>
                    <a:pt x="24011" y="44441"/>
                  </a:lnTo>
                  <a:lnTo>
                    <a:pt x="23919" y="44301"/>
                  </a:lnTo>
                  <a:lnTo>
                    <a:pt x="23737" y="44208"/>
                  </a:lnTo>
                  <a:lnTo>
                    <a:pt x="23555" y="44208"/>
                  </a:lnTo>
                  <a:lnTo>
                    <a:pt x="23327" y="44208"/>
                  </a:lnTo>
                  <a:lnTo>
                    <a:pt x="23099" y="44115"/>
                  </a:lnTo>
                  <a:lnTo>
                    <a:pt x="22826" y="43882"/>
                  </a:lnTo>
                  <a:lnTo>
                    <a:pt x="22644" y="43789"/>
                  </a:lnTo>
                  <a:lnTo>
                    <a:pt x="22416" y="43789"/>
                  </a:lnTo>
                  <a:lnTo>
                    <a:pt x="22188" y="43742"/>
                  </a:lnTo>
                  <a:lnTo>
                    <a:pt x="21869" y="43602"/>
                  </a:lnTo>
                  <a:lnTo>
                    <a:pt x="21596" y="43369"/>
                  </a:lnTo>
                  <a:lnTo>
                    <a:pt x="21414" y="43323"/>
                  </a:lnTo>
                  <a:lnTo>
                    <a:pt x="21140" y="43276"/>
                  </a:lnTo>
                  <a:lnTo>
                    <a:pt x="20958" y="43136"/>
                  </a:lnTo>
                  <a:lnTo>
                    <a:pt x="20912" y="42997"/>
                  </a:lnTo>
                  <a:lnTo>
                    <a:pt x="20639" y="42857"/>
                  </a:lnTo>
                  <a:lnTo>
                    <a:pt x="20320" y="42810"/>
                  </a:lnTo>
                  <a:lnTo>
                    <a:pt x="20047" y="42717"/>
                  </a:lnTo>
                  <a:lnTo>
                    <a:pt x="19910" y="42671"/>
                  </a:lnTo>
                  <a:lnTo>
                    <a:pt x="19773" y="42531"/>
                  </a:lnTo>
                  <a:lnTo>
                    <a:pt x="19637" y="42438"/>
                  </a:lnTo>
                  <a:lnTo>
                    <a:pt x="19363" y="42298"/>
                  </a:lnTo>
                  <a:lnTo>
                    <a:pt x="19227" y="42251"/>
                  </a:lnTo>
                  <a:lnTo>
                    <a:pt x="18999" y="42205"/>
                  </a:lnTo>
                  <a:lnTo>
                    <a:pt x="18862" y="42158"/>
                  </a:lnTo>
                  <a:lnTo>
                    <a:pt x="18680" y="41972"/>
                  </a:lnTo>
                  <a:lnTo>
                    <a:pt x="18498" y="41832"/>
                  </a:lnTo>
                  <a:lnTo>
                    <a:pt x="18361" y="41785"/>
                  </a:lnTo>
                  <a:lnTo>
                    <a:pt x="18179" y="41739"/>
                  </a:lnTo>
                  <a:lnTo>
                    <a:pt x="17996" y="41739"/>
                  </a:lnTo>
                  <a:lnTo>
                    <a:pt x="17814" y="41646"/>
                  </a:lnTo>
                  <a:lnTo>
                    <a:pt x="17677" y="41506"/>
                  </a:lnTo>
                  <a:lnTo>
                    <a:pt x="17359" y="41506"/>
                  </a:lnTo>
                  <a:lnTo>
                    <a:pt x="17040" y="41459"/>
                  </a:lnTo>
                  <a:lnTo>
                    <a:pt x="16766" y="41366"/>
                  </a:lnTo>
                  <a:lnTo>
                    <a:pt x="16538" y="41226"/>
                  </a:lnTo>
                  <a:lnTo>
                    <a:pt x="16356" y="41087"/>
                  </a:lnTo>
                  <a:lnTo>
                    <a:pt x="16128" y="41040"/>
                  </a:lnTo>
                  <a:lnTo>
                    <a:pt x="15946" y="41040"/>
                  </a:lnTo>
                  <a:lnTo>
                    <a:pt x="15673" y="40994"/>
                  </a:lnTo>
                  <a:lnTo>
                    <a:pt x="15491" y="40854"/>
                  </a:lnTo>
                  <a:lnTo>
                    <a:pt x="15354" y="40667"/>
                  </a:lnTo>
                  <a:lnTo>
                    <a:pt x="15172" y="40481"/>
                  </a:lnTo>
                  <a:lnTo>
                    <a:pt x="14898" y="40481"/>
                  </a:lnTo>
                  <a:lnTo>
                    <a:pt x="14579" y="40435"/>
                  </a:lnTo>
                  <a:lnTo>
                    <a:pt x="14397" y="40435"/>
                  </a:lnTo>
                  <a:lnTo>
                    <a:pt x="14124" y="40248"/>
                  </a:lnTo>
                  <a:lnTo>
                    <a:pt x="13987" y="40108"/>
                  </a:lnTo>
                  <a:lnTo>
                    <a:pt x="13850" y="39922"/>
                  </a:lnTo>
                  <a:lnTo>
                    <a:pt x="13577" y="39876"/>
                  </a:lnTo>
                  <a:lnTo>
                    <a:pt x="13349" y="39829"/>
                  </a:lnTo>
                  <a:lnTo>
                    <a:pt x="13167" y="39782"/>
                  </a:lnTo>
                  <a:lnTo>
                    <a:pt x="12985" y="39689"/>
                  </a:lnTo>
                  <a:lnTo>
                    <a:pt x="12848" y="39596"/>
                  </a:lnTo>
                  <a:lnTo>
                    <a:pt x="12711" y="39503"/>
                  </a:lnTo>
                  <a:lnTo>
                    <a:pt x="12483" y="39410"/>
                  </a:lnTo>
                  <a:lnTo>
                    <a:pt x="12164" y="39410"/>
                  </a:lnTo>
                  <a:lnTo>
                    <a:pt x="11891" y="39363"/>
                  </a:lnTo>
                  <a:lnTo>
                    <a:pt x="11618" y="39270"/>
                  </a:lnTo>
                  <a:lnTo>
                    <a:pt x="11208" y="39084"/>
                  </a:lnTo>
                  <a:lnTo>
                    <a:pt x="11025" y="38944"/>
                  </a:lnTo>
                  <a:lnTo>
                    <a:pt x="10843" y="38804"/>
                  </a:lnTo>
                  <a:lnTo>
                    <a:pt x="10707" y="38757"/>
                  </a:lnTo>
                  <a:lnTo>
                    <a:pt x="10433" y="38711"/>
                  </a:lnTo>
                  <a:lnTo>
                    <a:pt x="10251" y="38664"/>
                  </a:lnTo>
                  <a:lnTo>
                    <a:pt x="9795" y="38525"/>
                  </a:lnTo>
                  <a:lnTo>
                    <a:pt x="9613" y="38431"/>
                  </a:lnTo>
                  <a:lnTo>
                    <a:pt x="9340" y="38292"/>
                  </a:lnTo>
                  <a:lnTo>
                    <a:pt x="9066" y="38198"/>
                  </a:lnTo>
                  <a:lnTo>
                    <a:pt x="8930" y="38198"/>
                  </a:lnTo>
                  <a:lnTo>
                    <a:pt x="8702" y="38152"/>
                  </a:lnTo>
                  <a:lnTo>
                    <a:pt x="8428" y="38059"/>
                  </a:lnTo>
                  <a:lnTo>
                    <a:pt x="8155" y="37919"/>
                  </a:lnTo>
                  <a:lnTo>
                    <a:pt x="7973" y="37779"/>
                  </a:lnTo>
                  <a:lnTo>
                    <a:pt x="7836" y="37686"/>
                  </a:lnTo>
                  <a:lnTo>
                    <a:pt x="7517" y="37639"/>
                  </a:lnTo>
                  <a:lnTo>
                    <a:pt x="7381" y="37639"/>
                  </a:lnTo>
                  <a:lnTo>
                    <a:pt x="7153" y="37639"/>
                  </a:lnTo>
                  <a:lnTo>
                    <a:pt x="6743" y="37407"/>
                  </a:lnTo>
                  <a:lnTo>
                    <a:pt x="6560" y="37313"/>
                  </a:lnTo>
                  <a:lnTo>
                    <a:pt x="6287" y="37174"/>
                  </a:lnTo>
                  <a:lnTo>
                    <a:pt x="5831" y="37127"/>
                  </a:lnTo>
                  <a:lnTo>
                    <a:pt x="5467" y="36894"/>
                  </a:lnTo>
                  <a:lnTo>
                    <a:pt x="5148" y="36801"/>
                  </a:lnTo>
                  <a:lnTo>
                    <a:pt x="4875" y="36661"/>
                  </a:lnTo>
                  <a:lnTo>
                    <a:pt x="4601" y="36661"/>
                  </a:lnTo>
                  <a:lnTo>
                    <a:pt x="4373" y="36568"/>
                  </a:lnTo>
                  <a:lnTo>
                    <a:pt x="4100" y="36335"/>
                  </a:lnTo>
                  <a:lnTo>
                    <a:pt x="3644" y="36242"/>
                  </a:lnTo>
                  <a:lnTo>
                    <a:pt x="3326" y="36195"/>
                  </a:lnTo>
                  <a:lnTo>
                    <a:pt x="3098" y="36149"/>
                  </a:lnTo>
                  <a:lnTo>
                    <a:pt x="2870" y="36056"/>
                  </a:lnTo>
                  <a:lnTo>
                    <a:pt x="2642" y="35869"/>
                  </a:lnTo>
                  <a:lnTo>
                    <a:pt x="2505" y="35776"/>
                  </a:lnTo>
                  <a:lnTo>
                    <a:pt x="2095" y="35730"/>
                  </a:lnTo>
                  <a:lnTo>
                    <a:pt x="1913" y="35683"/>
                  </a:lnTo>
                  <a:lnTo>
                    <a:pt x="1549" y="35450"/>
                  </a:lnTo>
                  <a:lnTo>
                    <a:pt x="1366" y="34146"/>
                  </a:lnTo>
                  <a:lnTo>
                    <a:pt x="1321" y="33633"/>
                  </a:lnTo>
                  <a:lnTo>
                    <a:pt x="956" y="30885"/>
                  </a:lnTo>
                  <a:lnTo>
                    <a:pt x="865" y="30279"/>
                  </a:lnTo>
                  <a:lnTo>
                    <a:pt x="774" y="29347"/>
                  </a:lnTo>
                  <a:lnTo>
                    <a:pt x="546" y="27531"/>
                  </a:lnTo>
                  <a:lnTo>
                    <a:pt x="0" y="23338"/>
                  </a:lnTo>
                  <a:lnTo>
                    <a:pt x="91" y="21894"/>
                  </a:lnTo>
                  <a:lnTo>
                    <a:pt x="59640" y="10667"/>
                  </a:lnTo>
                  <a:lnTo>
                    <a:pt x="66565" y="9223"/>
                  </a:lnTo>
                  <a:lnTo>
                    <a:pt x="83651" y="5916"/>
                  </a:lnTo>
                  <a:lnTo>
                    <a:pt x="91032" y="4518"/>
                  </a:lnTo>
                  <a:lnTo>
                    <a:pt x="103516" y="2142"/>
                  </a:lnTo>
                  <a:lnTo>
                    <a:pt x="107662" y="1583"/>
                  </a:lnTo>
                  <a:lnTo>
                    <a:pt x="113403" y="559"/>
                  </a:lnTo>
                  <a:lnTo>
                    <a:pt x="114997" y="372"/>
                  </a:lnTo>
                  <a:lnTo>
                    <a:pt x="116638" y="279"/>
                  </a:lnTo>
                  <a:lnTo>
                    <a:pt x="117777" y="279"/>
                  </a:lnTo>
                  <a:lnTo>
                    <a:pt x="120055" y="372"/>
                  </a:lnTo>
                  <a:lnTo>
                    <a:pt x="122287" y="465"/>
                  </a:lnTo>
                  <a:lnTo>
                    <a:pt x="122971" y="512"/>
                  </a:lnTo>
                  <a:lnTo>
                    <a:pt x="123654" y="465"/>
                  </a:lnTo>
                  <a:lnTo>
                    <a:pt x="124338" y="465"/>
                  </a:lnTo>
                  <a:lnTo>
                    <a:pt x="125021" y="372"/>
                  </a:lnTo>
                  <a:lnTo>
                    <a:pt x="125659" y="279"/>
                  </a:lnTo>
                  <a:lnTo>
                    <a:pt x="129213" y="0"/>
                  </a:lnTo>
                  <a:lnTo>
                    <a:pt x="129258" y="326"/>
                  </a:lnTo>
                  <a:lnTo>
                    <a:pt x="129076" y="605"/>
                  </a:lnTo>
                  <a:lnTo>
                    <a:pt x="129258" y="1490"/>
                  </a:lnTo>
                  <a:lnTo>
                    <a:pt x="129349" y="1909"/>
                  </a:lnTo>
                  <a:lnTo>
                    <a:pt x="129759" y="4006"/>
                  </a:lnTo>
                  <a:lnTo>
                    <a:pt x="130534" y="7826"/>
                  </a:lnTo>
                  <a:lnTo>
                    <a:pt x="130580" y="8105"/>
                  </a:lnTo>
                  <a:lnTo>
                    <a:pt x="131354" y="12018"/>
                  </a:lnTo>
                  <a:lnTo>
                    <a:pt x="131400" y="12577"/>
                  </a:lnTo>
                  <a:lnTo>
                    <a:pt x="131946" y="17562"/>
                  </a:lnTo>
                  <a:lnTo>
                    <a:pt x="131992" y="18167"/>
                  </a:lnTo>
                  <a:lnTo>
                    <a:pt x="131946" y="21754"/>
                  </a:lnTo>
                  <a:lnTo>
                    <a:pt x="131855" y="22453"/>
                  </a:lnTo>
                  <a:lnTo>
                    <a:pt x="131810" y="22733"/>
                  </a:lnTo>
                  <a:lnTo>
                    <a:pt x="131491" y="25062"/>
                  </a:lnTo>
                  <a:lnTo>
                    <a:pt x="131263" y="25807"/>
                  </a:lnTo>
                  <a:lnTo>
                    <a:pt x="130990" y="26692"/>
                  </a:lnTo>
                  <a:lnTo>
                    <a:pt x="130898" y="27158"/>
                  </a:lnTo>
                  <a:lnTo>
                    <a:pt x="130762" y="27670"/>
                  </a:lnTo>
                  <a:lnTo>
                    <a:pt x="130625" y="28416"/>
                  </a:lnTo>
                  <a:lnTo>
                    <a:pt x="129258" y="34472"/>
                  </a:lnTo>
                  <a:lnTo>
                    <a:pt x="128393" y="38478"/>
                  </a:lnTo>
                  <a:lnTo>
                    <a:pt x="127071" y="40528"/>
                  </a:lnTo>
                  <a:lnTo>
                    <a:pt x="126297" y="42298"/>
                  </a:lnTo>
                  <a:lnTo>
                    <a:pt x="126160" y="42624"/>
                  </a:lnTo>
                  <a:lnTo>
                    <a:pt x="125978" y="43043"/>
                  </a:lnTo>
                  <a:lnTo>
                    <a:pt x="125704" y="43742"/>
                  </a:lnTo>
                  <a:lnTo>
                    <a:pt x="122834" y="50730"/>
                  </a:lnTo>
                  <a:lnTo>
                    <a:pt x="122652" y="51242"/>
                  </a:lnTo>
                  <a:lnTo>
                    <a:pt x="119462" y="49891"/>
                  </a:lnTo>
                  <a:lnTo>
                    <a:pt x="118232" y="49379"/>
                  </a:lnTo>
                  <a:lnTo>
                    <a:pt x="116045" y="48447"/>
                  </a:lnTo>
                  <a:lnTo>
                    <a:pt x="115499" y="48214"/>
                  </a:lnTo>
                  <a:lnTo>
                    <a:pt x="114952" y="49239"/>
                  </a:lnTo>
                  <a:lnTo>
                    <a:pt x="114451" y="50124"/>
                  </a:lnTo>
                  <a:lnTo>
                    <a:pt x="114314" y="50310"/>
                  </a:lnTo>
                  <a:lnTo>
                    <a:pt x="113175" y="52360"/>
                  </a:lnTo>
                  <a:lnTo>
                    <a:pt x="112628" y="53292"/>
                  </a:lnTo>
                  <a:lnTo>
                    <a:pt x="112173" y="54130"/>
                  </a:lnTo>
                  <a:lnTo>
                    <a:pt x="110715" y="56739"/>
                  </a:lnTo>
                  <a:lnTo>
                    <a:pt x="110623" y="56925"/>
                  </a:lnTo>
                  <a:lnTo>
                    <a:pt x="108072" y="61444"/>
                  </a:lnTo>
                  <a:lnTo>
                    <a:pt x="107297" y="61025"/>
                  </a:lnTo>
                  <a:lnTo>
                    <a:pt x="106751" y="61956"/>
                  </a:lnTo>
                  <a:lnTo>
                    <a:pt x="106067" y="63121"/>
                  </a:lnTo>
                  <a:lnTo>
                    <a:pt x="105293" y="64472"/>
                  </a:lnTo>
                  <a:lnTo>
                    <a:pt x="105111" y="64798"/>
                  </a:lnTo>
                  <a:lnTo>
                    <a:pt x="104290" y="66196"/>
                  </a:lnTo>
                  <a:lnTo>
                    <a:pt x="103379" y="65823"/>
                  </a:lnTo>
                  <a:lnTo>
                    <a:pt x="102240" y="65310"/>
                  </a:lnTo>
                  <a:lnTo>
                    <a:pt x="101602" y="66941"/>
                  </a:lnTo>
                  <a:lnTo>
                    <a:pt x="101511" y="67174"/>
                  </a:lnTo>
                  <a:lnTo>
                    <a:pt x="99962" y="71133"/>
                  </a:lnTo>
                  <a:lnTo>
                    <a:pt x="99324" y="72438"/>
                  </a:lnTo>
                  <a:lnTo>
                    <a:pt x="99096" y="72997"/>
                  </a:lnTo>
                  <a:lnTo>
                    <a:pt x="98777" y="73556"/>
                  </a:lnTo>
                  <a:lnTo>
                    <a:pt x="98641" y="73835"/>
                  </a:lnTo>
                  <a:lnTo>
                    <a:pt x="98367" y="74394"/>
                  </a:lnTo>
                  <a:lnTo>
                    <a:pt x="97866" y="75466"/>
                  </a:lnTo>
                  <a:lnTo>
                    <a:pt x="97365" y="76537"/>
                  </a:lnTo>
                  <a:lnTo>
                    <a:pt x="96909" y="77515"/>
                  </a:lnTo>
                  <a:lnTo>
                    <a:pt x="96317" y="78773"/>
                  </a:lnTo>
                  <a:lnTo>
                    <a:pt x="95953" y="78680"/>
                  </a:lnTo>
                  <a:lnTo>
                    <a:pt x="95634" y="78540"/>
                  </a:lnTo>
                  <a:lnTo>
                    <a:pt x="95315" y="78354"/>
                  </a:lnTo>
                  <a:lnTo>
                    <a:pt x="94814" y="78168"/>
                  </a:lnTo>
                  <a:lnTo>
                    <a:pt x="94677" y="78074"/>
                  </a:lnTo>
                  <a:lnTo>
                    <a:pt x="93766" y="77609"/>
                  </a:lnTo>
                  <a:lnTo>
                    <a:pt x="93629" y="77609"/>
                  </a:lnTo>
                  <a:lnTo>
                    <a:pt x="93356" y="77515"/>
                  </a:lnTo>
                  <a:lnTo>
                    <a:pt x="93128" y="77422"/>
                  </a:lnTo>
                  <a:lnTo>
                    <a:pt x="92946" y="77329"/>
                  </a:lnTo>
                  <a:lnTo>
                    <a:pt x="92535" y="76956"/>
                  </a:lnTo>
                  <a:lnTo>
                    <a:pt x="91260" y="76397"/>
                  </a:lnTo>
                  <a:lnTo>
                    <a:pt x="91032" y="76304"/>
                  </a:lnTo>
                  <a:lnTo>
                    <a:pt x="90257" y="75978"/>
                  </a:lnTo>
                  <a:lnTo>
                    <a:pt x="90121" y="75838"/>
                  </a:lnTo>
                  <a:lnTo>
                    <a:pt x="89893" y="75745"/>
                  </a:lnTo>
                  <a:lnTo>
                    <a:pt x="89574" y="75652"/>
                  </a:lnTo>
                  <a:lnTo>
                    <a:pt x="89255" y="75512"/>
                  </a:lnTo>
                  <a:lnTo>
                    <a:pt x="88982" y="75373"/>
                  </a:lnTo>
                  <a:lnTo>
                    <a:pt x="88617" y="75093"/>
                  </a:lnTo>
                  <a:lnTo>
                    <a:pt x="88480" y="75047"/>
                  </a:lnTo>
                  <a:lnTo>
                    <a:pt x="88298" y="74953"/>
                  </a:lnTo>
                  <a:lnTo>
                    <a:pt x="88025" y="74860"/>
                  </a:lnTo>
                  <a:lnTo>
                    <a:pt x="87797" y="74720"/>
                  </a:lnTo>
                  <a:lnTo>
                    <a:pt x="87660" y="74674"/>
                  </a:lnTo>
                  <a:lnTo>
                    <a:pt x="87478" y="74581"/>
                  </a:lnTo>
                  <a:lnTo>
                    <a:pt x="87296" y="74488"/>
                  </a:lnTo>
                  <a:lnTo>
                    <a:pt x="87068" y="74441"/>
                  </a:lnTo>
                  <a:lnTo>
                    <a:pt x="86795" y="74348"/>
                  </a:lnTo>
                  <a:lnTo>
                    <a:pt x="86476" y="74022"/>
                  </a:lnTo>
                  <a:lnTo>
                    <a:pt x="86294" y="73929"/>
                  </a:lnTo>
                  <a:lnTo>
                    <a:pt x="85975" y="73789"/>
                  </a:lnTo>
                  <a:lnTo>
                    <a:pt x="85747" y="73649"/>
                  </a:lnTo>
                  <a:lnTo>
                    <a:pt x="85565" y="73556"/>
                  </a:lnTo>
                  <a:lnTo>
                    <a:pt x="85200" y="73463"/>
                  </a:lnTo>
                  <a:lnTo>
                    <a:pt x="84972" y="73369"/>
                  </a:lnTo>
                  <a:lnTo>
                    <a:pt x="84790" y="73323"/>
                  </a:lnTo>
                  <a:lnTo>
                    <a:pt x="84653" y="73230"/>
                  </a:lnTo>
                  <a:lnTo>
                    <a:pt x="84334" y="72950"/>
                  </a:lnTo>
                  <a:lnTo>
                    <a:pt x="83970" y="72764"/>
                  </a:lnTo>
                  <a:lnTo>
                    <a:pt x="83788" y="72624"/>
                  </a:lnTo>
                  <a:lnTo>
                    <a:pt x="83560" y="72531"/>
                  </a:lnTo>
                  <a:lnTo>
                    <a:pt x="83423" y="72438"/>
                  </a:lnTo>
                  <a:lnTo>
                    <a:pt x="83241" y="72345"/>
                  </a:lnTo>
                  <a:lnTo>
                    <a:pt x="82967" y="72251"/>
                  </a:lnTo>
                  <a:lnTo>
                    <a:pt x="82694" y="72112"/>
                  </a:lnTo>
                  <a:lnTo>
                    <a:pt x="82557" y="72065"/>
                  </a:lnTo>
                  <a:lnTo>
                    <a:pt x="82375" y="72019"/>
                  </a:lnTo>
                  <a:lnTo>
                    <a:pt x="82147" y="71925"/>
                  </a:lnTo>
                  <a:lnTo>
                    <a:pt x="81965" y="71832"/>
                  </a:lnTo>
                  <a:lnTo>
                    <a:pt x="81692" y="71692"/>
                  </a:lnTo>
                  <a:lnTo>
                    <a:pt x="81145" y="71320"/>
                  </a:lnTo>
                  <a:lnTo>
                    <a:pt x="80872" y="71227"/>
                  </a:lnTo>
                  <a:lnTo>
                    <a:pt x="80735" y="71180"/>
                  </a:lnTo>
                  <a:lnTo>
                    <a:pt x="80598" y="71133"/>
                  </a:lnTo>
                  <a:lnTo>
                    <a:pt x="80462" y="71040"/>
                  </a:lnTo>
                  <a:lnTo>
                    <a:pt x="80325" y="70947"/>
                  </a:lnTo>
                  <a:lnTo>
                    <a:pt x="79687" y="70574"/>
                  </a:lnTo>
                  <a:lnTo>
                    <a:pt x="79049" y="70155"/>
                  </a:lnTo>
                  <a:lnTo>
                    <a:pt x="78548" y="69783"/>
                  </a:lnTo>
                  <a:lnTo>
                    <a:pt x="78138" y="69503"/>
                  </a:lnTo>
                  <a:lnTo>
                    <a:pt x="77910" y="69410"/>
                  </a:lnTo>
                  <a:lnTo>
                    <a:pt x="77728" y="69363"/>
                  </a:lnTo>
                  <a:lnTo>
                    <a:pt x="77318" y="69224"/>
                  </a:lnTo>
                  <a:lnTo>
                    <a:pt x="77090" y="69130"/>
                  </a:lnTo>
                  <a:lnTo>
                    <a:pt x="76908" y="69037"/>
                  </a:lnTo>
                  <a:lnTo>
                    <a:pt x="76589" y="68804"/>
                  </a:lnTo>
                  <a:lnTo>
                    <a:pt x="76361" y="68665"/>
                  </a:lnTo>
                  <a:lnTo>
                    <a:pt x="76133" y="68571"/>
                  </a:lnTo>
                  <a:lnTo>
                    <a:pt x="75997" y="68525"/>
                  </a:lnTo>
                  <a:lnTo>
                    <a:pt x="75769" y="68432"/>
                  </a:lnTo>
                  <a:lnTo>
                    <a:pt x="75450" y="68245"/>
                  </a:lnTo>
                  <a:lnTo>
                    <a:pt x="75313" y="68059"/>
                  </a:lnTo>
                  <a:lnTo>
                    <a:pt x="74994" y="67873"/>
                  </a:lnTo>
                  <a:lnTo>
                    <a:pt x="74857" y="67779"/>
                  </a:lnTo>
                  <a:lnTo>
                    <a:pt x="74174" y="67686"/>
                  </a:lnTo>
                  <a:lnTo>
                    <a:pt x="73992" y="67640"/>
                  </a:lnTo>
                  <a:lnTo>
                    <a:pt x="73536" y="67500"/>
                  </a:lnTo>
                  <a:lnTo>
                    <a:pt x="73172" y="67407"/>
                  </a:lnTo>
                  <a:lnTo>
                    <a:pt x="72807" y="67174"/>
                  </a:lnTo>
                  <a:lnTo>
                    <a:pt x="72625" y="67034"/>
                  </a:lnTo>
                  <a:lnTo>
                    <a:pt x="72260" y="66894"/>
                  </a:lnTo>
                  <a:lnTo>
                    <a:pt x="71942" y="66661"/>
                  </a:lnTo>
                  <a:lnTo>
                    <a:pt x="71759" y="66475"/>
                  </a:lnTo>
                  <a:lnTo>
                    <a:pt x="71577" y="66335"/>
                  </a:lnTo>
                  <a:lnTo>
                    <a:pt x="71121" y="66242"/>
                  </a:lnTo>
                  <a:lnTo>
                    <a:pt x="70711" y="66056"/>
                  </a:lnTo>
                  <a:lnTo>
                    <a:pt x="70301" y="65823"/>
                  </a:lnTo>
                  <a:lnTo>
                    <a:pt x="69982" y="65637"/>
                  </a:lnTo>
                  <a:lnTo>
                    <a:pt x="69527" y="65404"/>
                  </a:lnTo>
                  <a:lnTo>
                    <a:pt x="69208" y="65357"/>
                  </a:lnTo>
                  <a:lnTo>
                    <a:pt x="68934" y="65264"/>
                  </a:lnTo>
                  <a:lnTo>
                    <a:pt x="68570" y="65031"/>
                  </a:lnTo>
                  <a:lnTo>
                    <a:pt x="68160" y="64751"/>
                  </a:lnTo>
                  <a:lnTo>
                    <a:pt x="67887" y="64612"/>
                  </a:lnTo>
                  <a:lnTo>
                    <a:pt x="67158" y="64286"/>
                  </a:lnTo>
                  <a:lnTo>
                    <a:pt x="67021" y="64239"/>
                  </a:lnTo>
                  <a:lnTo>
                    <a:pt x="66246" y="63820"/>
                  </a:lnTo>
                  <a:lnTo>
                    <a:pt x="65973" y="63680"/>
                  </a:lnTo>
                  <a:lnTo>
                    <a:pt x="65745" y="63633"/>
                  </a:lnTo>
                  <a:lnTo>
                    <a:pt x="65608" y="63587"/>
                  </a:lnTo>
                  <a:lnTo>
                    <a:pt x="65472" y="63540"/>
                  </a:lnTo>
                  <a:lnTo>
                    <a:pt x="65244" y="63447"/>
                  </a:lnTo>
                  <a:lnTo>
                    <a:pt x="64834" y="63261"/>
                  </a:lnTo>
                  <a:lnTo>
                    <a:pt x="64652" y="63168"/>
                  </a:lnTo>
                  <a:lnTo>
                    <a:pt x="64515" y="63074"/>
                  </a:lnTo>
                  <a:lnTo>
                    <a:pt x="64333" y="63028"/>
                  </a:lnTo>
                  <a:lnTo>
                    <a:pt x="64150" y="62935"/>
                  </a:lnTo>
                  <a:lnTo>
                    <a:pt x="63968" y="62795"/>
                  </a:lnTo>
                  <a:lnTo>
                    <a:pt x="63740" y="62748"/>
                  </a:lnTo>
                  <a:lnTo>
                    <a:pt x="63604" y="62655"/>
                  </a:lnTo>
                  <a:lnTo>
                    <a:pt x="63467" y="62609"/>
                  </a:lnTo>
                  <a:lnTo>
                    <a:pt x="63330" y="62562"/>
                  </a:lnTo>
                  <a:lnTo>
                    <a:pt x="63103" y="62515"/>
                  </a:lnTo>
                  <a:lnTo>
                    <a:pt x="62966" y="62422"/>
                  </a:lnTo>
                  <a:lnTo>
                    <a:pt x="62784" y="62329"/>
                  </a:lnTo>
                  <a:lnTo>
                    <a:pt x="62556" y="62236"/>
                  </a:lnTo>
                  <a:lnTo>
                    <a:pt x="62328" y="62096"/>
                  </a:lnTo>
                  <a:lnTo>
                    <a:pt x="62055" y="61956"/>
                  </a:lnTo>
                  <a:lnTo>
                    <a:pt x="61645" y="61817"/>
                  </a:lnTo>
                  <a:lnTo>
                    <a:pt x="61189" y="61584"/>
                  </a:lnTo>
                  <a:lnTo>
                    <a:pt x="60779" y="61444"/>
                  </a:lnTo>
                  <a:lnTo>
                    <a:pt x="60323" y="61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657940" y="3813369"/>
              <a:ext cx="65426" cy="38385"/>
            </a:xfrm>
            <a:custGeom>
              <a:avLst/>
              <a:pathLst>
                <a:path w="65426" h="38385">
                  <a:moveTo>
                    <a:pt x="9978" y="33633"/>
                  </a:moveTo>
                  <a:lnTo>
                    <a:pt x="9340" y="34006"/>
                  </a:lnTo>
                  <a:lnTo>
                    <a:pt x="8930" y="34239"/>
                  </a:lnTo>
                  <a:lnTo>
                    <a:pt x="7608" y="34472"/>
                  </a:lnTo>
                  <a:lnTo>
                    <a:pt x="6743" y="34472"/>
                  </a:lnTo>
                  <a:lnTo>
                    <a:pt x="6606" y="34472"/>
                  </a:lnTo>
                  <a:lnTo>
                    <a:pt x="5877" y="34052"/>
                  </a:lnTo>
                  <a:lnTo>
                    <a:pt x="5831" y="33913"/>
                  </a:lnTo>
                  <a:lnTo>
                    <a:pt x="5786" y="33773"/>
                  </a:lnTo>
                  <a:lnTo>
                    <a:pt x="5786" y="33540"/>
                  </a:lnTo>
                  <a:lnTo>
                    <a:pt x="5786" y="33354"/>
                  </a:lnTo>
                  <a:lnTo>
                    <a:pt x="5831" y="32981"/>
                  </a:lnTo>
                  <a:lnTo>
                    <a:pt x="5786" y="32748"/>
                  </a:lnTo>
                  <a:lnTo>
                    <a:pt x="5740" y="32515"/>
                  </a:lnTo>
                  <a:lnTo>
                    <a:pt x="5649" y="32282"/>
                  </a:lnTo>
                  <a:lnTo>
                    <a:pt x="5558" y="32096"/>
                  </a:lnTo>
                  <a:lnTo>
                    <a:pt x="5421" y="31910"/>
                  </a:lnTo>
                  <a:lnTo>
                    <a:pt x="5239" y="31723"/>
                  </a:lnTo>
                  <a:lnTo>
                    <a:pt x="4692" y="31164"/>
                  </a:lnTo>
                  <a:lnTo>
                    <a:pt x="4510" y="30978"/>
                  </a:lnTo>
                  <a:lnTo>
                    <a:pt x="4328" y="30885"/>
                  </a:lnTo>
                  <a:lnTo>
                    <a:pt x="4146" y="30792"/>
                  </a:lnTo>
                  <a:lnTo>
                    <a:pt x="4009" y="30652"/>
                  </a:lnTo>
                  <a:lnTo>
                    <a:pt x="3872" y="30466"/>
                  </a:lnTo>
                  <a:lnTo>
                    <a:pt x="3781" y="30326"/>
                  </a:lnTo>
                  <a:lnTo>
                    <a:pt x="3690" y="30139"/>
                  </a:lnTo>
                  <a:lnTo>
                    <a:pt x="3644" y="29907"/>
                  </a:lnTo>
                  <a:lnTo>
                    <a:pt x="3644" y="29720"/>
                  </a:lnTo>
                  <a:lnTo>
                    <a:pt x="3644" y="29487"/>
                  </a:lnTo>
                  <a:lnTo>
                    <a:pt x="3508" y="29347"/>
                  </a:lnTo>
                  <a:lnTo>
                    <a:pt x="3234" y="29208"/>
                  </a:lnTo>
                  <a:lnTo>
                    <a:pt x="2915" y="29115"/>
                  </a:lnTo>
                  <a:lnTo>
                    <a:pt x="2597" y="29021"/>
                  </a:lnTo>
                  <a:lnTo>
                    <a:pt x="2232" y="28928"/>
                  </a:lnTo>
                  <a:lnTo>
                    <a:pt x="1868" y="28835"/>
                  </a:lnTo>
                  <a:lnTo>
                    <a:pt x="1640" y="28788"/>
                  </a:lnTo>
                  <a:lnTo>
                    <a:pt x="1366" y="28649"/>
                  </a:lnTo>
                  <a:lnTo>
                    <a:pt x="1139" y="28649"/>
                  </a:lnTo>
                  <a:lnTo>
                    <a:pt x="911" y="28602"/>
                  </a:lnTo>
                  <a:lnTo>
                    <a:pt x="501" y="28462"/>
                  </a:lnTo>
                  <a:lnTo>
                    <a:pt x="318" y="28323"/>
                  </a:lnTo>
                  <a:lnTo>
                    <a:pt x="136" y="28183"/>
                  </a:lnTo>
                  <a:lnTo>
                    <a:pt x="0" y="27950"/>
                  </a:lnTo>
                  <a:lnTo>
                    <a:pt x="0" y="27624"/>
                  </a:lnTo>
                  <a:lnTo>
                    <a:pt x="182" y="27344"/>
                  </a:lnTo>
                  <a:lnTo>
                    <a:pt x="410" y="27065"/>
                  </a:lnTo>
                  <a:lnTo>
                    <a:pt x="592" y="26925"/>
                  </a:lnTo>
                  <a:lnTo>
                    <a:pt x="1002" y="26552"/>
                  </a:lnTo>
                  <a:lnTo>
                    <a:pt x="1412" y="26180"/>
                  </a:lnTo>
                  <a:lnTo>
                    <a:pt x="1594" y="26040"/>
                  </a:lnTo>
                  <a:lnTo>
                    <a:pt x="1776" y="25900"/>
                  </a:lnTo>
                  <a:lnTo>
                    <a:pt x="1959" y="25761"/>
                  </a:lnTo>
                  <a:lnTo>
                    <a:pt x="2095" y="25621"/>
                  </a:lnTo>
                  <a:lnTo>
                    <a:pt x="2232" y="25481"/>
                  </a:lnTo>
                  <a:lnTo>
                    <a:pt x="2505" y="25202"/>
                  </a:lnTo>
                  <a:lnTo>
                    <a:pt x="2688" y="25015"/>
                  </a:lnTo>
                  <a:lnTo>
                    <a:pt x="2824" y="24969"/>
                  </a:lnTo>
                  <a:lnTo>
                    <a:pt x="3007" y="24736"/>
                  </a:lnTo>
                  <a:lnTo>
                    <a:pt x="3189" y="24596"/>
                  </a:lnTo>
                  <a:lnTo>
                    <a:pt x="3553" y="24363"/>
                  </a:lnTo>
                  <a:lnTo>
                    <a:pt x="3599" y="24223"/>
                  </a:lnTo>
                  <a:lnTo>
                    <a:pt x="3690" y="24083"/>
                  </a:lnTo>
                  <a:lnTo>
                    <a:pt x="3963" y="23944"/>
                  </a:lnTo>
                  <a:lnTo>
                    <a:pt x="4100" y="23851"/>
                  </a:lnTo>
                  <a:lnTo>
                    <a:pt x="4237" y="23757"/>
                  </a:lnTo>
                  <a:lnTo>
                    <a:pt x="4328" y="23618"/>
                  </a:lnTo>
                  <a:lnTo>
                    <a:pt x="4419" y="23431"/>
                  </a:lnTo>
                  <a:lnTo>
                    <a:pt x="4556" y="23338"/>
                  </a:lnTo>
                  <a:lnTo>
                    <a:pt x="4692" y="23292"/>
                  </a:lnTo>
                  <a:lnTo>
                    <a:pt x="4875" y="23152"/>
                  </a:lnTo>
                  <a:lnTo>
                    <a:pt x="5011" y="23012"/>
                  </a:lnTo>
                  <a:lnTo>
                    <a:pt x="5057" y="22872"/>
                  </a:lnTo>
                  <a:lnTo>
                    <a:pt x="5194" y="22733"/>
                  </a:lnTo>
                  <a:lnTo>
                    <a:pt x="5330" y="22686"/>
                  </a:lnTo>
                  <a:lnTo>
                    <a:pt x="5512" y="22639"/>
                  </a:lnTo>
                  <a:lnTo>
                    <a:pt x="5786" y="22313"/>
                  </a:lnTo>
                  <a:lnTo>
                    <a:pt x="6014" y="22220"/>
                  </a:lnTo>
                  <a:lnTo>
                    <a:pt x="6150" y="22127"/>
                  </a:lnTo>
                  <a:lnTo>
                    <a:pt x="6378" y="22034"/>
                  </a:lnTo>
                  <a:lnTo>
                    <a:pt x="6515" y="21894"/>
                  </a:lnTo>
                  <a:lnTo>
                    <a:pt x="6697" y="21801"/>
                  </a:lnTo>
                  <a:lnTo>
                    <a:pt x="6788" y="21661"/>
                  </a:lnTo>
                  <a:lnTo>
                    <a:pt x="6879" y="21521"/>
                  </a:lnTo>
                  <a:lnTo>
                    <a:pt x="7153" y="21382"/>
                  </a:lnTo>
                  <a:lnTo>
                    <a:pt x="7335" y="21288"/>
                  </a:lnTo>
                  <a:lnTo>
                    <a:pt x="7381" y="21149"/>
                  </a:lnTo>
                  <a:lnTo>
                    <a:pt x="7517" y="21009"/>
                  </a:lnTo>
                  <a:lnTo>
                    <a:pt x="7791" y="20916"/>
                  </a:lnTo>
                  <a:lnTo>
                    <a:pt x="8018" y="20823"/>
                  </a:lnTo>
                  <a:lnTo>
                    <a:pt x="8383" y="20590"/>
                  </a:lnTo>
                  <a:lnTo>
                    <a:pt x="8520" y="20403"/>
                  </a:lnTo>
                  <a:lnTo>
                    <a:pt x="8656" y="20170"/>
                  </a:lnTo>
                  <a:lnTo>
                    <a:pt x="8930" y="19891"/>
                  </a:lnTo>
                  <a:lnTo>
                    <a:pt x="9112" y="19658"/>
                  </a:lnTo>
                  <a:lnTo>
                    <a:pt x="9522" y="19332"/>
                  </a:lnTo>
                  <a:lnTo>
                    <a:pt x="9886" y="19052"/>
                  </a:lnTo>
                  <a:lnTo>
                    <a:pt x="10114" y="18913"/>
                  </a:lnTo>
                  <a:lnTo>
                    <a:pt x="10296" y="18819"/>
                  </a:lnTo>
                  <a:lnTo>
                    <a:pt x="10479" y="18726"/>
                  </a:lnTo>
                  <a:lnTo>
                    <a:pt x="10615" y="18633"/>
                  </a:lnTo>
                  <a:lnTo>
                    <a:pt x="10615" y="18493"/>
                  </a:lnTo>
                  <a:lnTo>
                    <a:pt x="10798" y="17981"/>
                  </a:lnTo>
                  <a:lnTo>
                    <a:pt x="10843" y="17748"/>
                  </a:lnTo>
                  <a:lnTo>
                    <a:pt x="10934" y="16164"/>
                  </a:lnTo>
                  <a:lnTo>
                    <a:pt x="11436" y="13136"/>
                  </a:lnTo>
                  <a:lnTo>
                    <a:pt x="11800" y="10434"/>
                  </a:lnTo>
                  <a:lnTo>
                    <a:pt x="12073" y="9223"/>
                  </a:lnTo>
                  <a:lnTo>
                    <a:pt x="12210" y="8618"/>
                  </a:lnTo>
                  <a:lnTo>
                    <a:pt x="13304" y="6661"/>
                  </a:lnTo>
                  <a:lnTo>
                    <a:pt x="15035" y="5077"/>
                  </a:lnTo>
                  <a:lnTo>
                    <a:pt x="16675" y="4099"/>
                  </a:lnTo>
                  <a:lnTo>
                    <a:pt x="18179" y="2701"/>
                  </a:lnTo>
                  <a:lnTo>
                    <a:pt x="18725" y="2142"/>
                  </a:lnTo>
                  <a:lnTo>
                    <a:pt x="18953" y="1909"/>
                  </a:lnTo>
                  <a:lnTo>
                    <a:pt x="19409" y="1956"/>
                  </a:lnTo>
                  <a:lnTo>
                    <a:pt x="19546" y="2003"/>
                  </a:lnTo>
                  <a:lnTo>
                    <a:pt x="19500" y="2282"/>
                  </a:lnTo>
                  <a:lnTo>
                    <a:pt x="19409" y="2608"/>
                  </a:lnTo>
                  <a:lnTo>
                    <a:pt x="18999" y="3121"/>
                  </a:lnTo>
                  <a:lnTo>
                    <a:pt x="18680" y="3493"/>
                  </a:lnTo>
                  <a:lnTo>
                    <a:pt x="18361" y="3913"/>
                  </a:lnTo>
                  <a:lnTo>
                    <a:pt x="17996" y="4285"/>
                  </a:lnTo>
                  <a:lnTo>
                    <a:pt x="17632" y="4658"/>
                  </a:lnTo>
                  <a:lnTo>
                    <a:pt x="16857" y="5217"/>
                  </a:lnTo>
                  <a:lnTo>
                    <a:pt x="15855" y="5590"/>
                  </a:lnTo>
                  <a:lnTo>
                    <a:pt x="15126" y="6288"/>
                  </a:lnTo>
                  <a:lnTo>
                    <a:pt x="14260" y="6941"/>
                  </a:lnTo>
                  <a:lnTo>
                    <a:pt x="13850" y="7360"/>
                  </a:lnTo>
                  <a:lnTo>
                    <a:pt x="13531" y="7965"/>
                  </a:lnTo>
                  <a:lnTo>
                    <a:pt x="13395" y="8059"/>
                  </a:lnTo>
                  <a:lnTo>
                    <a:pt x="12985" y="8571"/>
                  </a:lnTo>
                  <a:lnTo>
                    <a:pt x="12802" y="9083"/>
                  </a:lnTo>
                  <a:lnTo>
                    <a:pt x="12529" y="10062"/>
                  </a:lnTo>
                  <a:lnTo>
                    <a:pt x="12438" y="10807"/>
                  </a:lnTo>
                  <a:lnTo>
                    <a:pt x="12073" y="12764"/>
                  </a:lnTo>
                  <a:lnTo>
                    <a:pt x="11891" y="14254"/>
                  </a:lnTo>
                  <a:lnTo>
                    <a:pt x="11846" y="14627"/>
                  </a:lnTo>
                  <a:lnTo>
                    <a:pt x="11709" y="15233"/>
                  </a:lnTo>
                  <a:lnTo>
                    <a:pt x="11663" y="15465"/>
                  </a:lnTo>
                  <a:lnTo>
                    <a:pt x="12392" y="15652"/>
                  </a:lnTo>
                  <a:lnTo>
                    <a:pt x="12392" y="16071"/>
                  </a:lnTo>
                  <a:lnTo>
                    <a:pt x="12529" y="16071"/>
                  </a:lnTo>
                  <a:lnTo>
                    <a:pt x="12483" y="16863"/>
                  </a:lnTo>
                  <a:lnTo>
                    <a:pt x="12347" y="16863"/>
                  </a:lnTo>
                  <a:lnTo>
                    <a:pt x="12073" y="17142"/>
                  </a:lnTo>
                  <a:lnTo>
                    <a:pt x="12073" y="17701"/>
                  </a:lnTo>
                  <a:lnTo>
                    <a:pt x="12483" y="17748"/>
                  </a:lnTo>
                  <a:lnTo>
                    <a:pt x="12438" y="19891"/>
                  </a:lnTo>
                  <a:lnTo>
                    <a:pt x="12028" y="20170"/>
                  </a:lnTo>
                  <a:lnTo>
                    <a:pt x="13167" y="20264"/>
                  </a:lnTo>
                  <a:lnTo>
                    <a:pt x="21732" y="16630"/>
                  </a:lnTo>
                  <a:lnTo>
                    <a:pt x="22143" y="16444"/>
                  </a:lnTo>
                  <a:lnTo>
                    <a:pt x="22097" y="16304"/>
                  </a:lnTo>
                  <a:lnTo>
                    <a:pt x="21687" y="14860"/>
                  </a:lnTo>
                  <a:lnTo>
                    <a:pt x="21505" y="14208"/>
                  </a:lnTo>
                  <a:lnTo>
                    <a:pt x="21277" y="13276"/>
                  </a:lnTo>
                  <a:lnTo>
                    <a:pt x="20685" y="12018"/>
                  </a:lnTo>
                  <a:lnTo>
                    <a:pt x="20593" y="11692"/>
                  </a:lnTo>
                  <a:lnTo>
                    <a:pt x="19500" y="7127"/>
                  </a:lnTo>
                  <a:lnTo>
                    <a:pt x="19728" y="6801"/>
                  </a:lnTo>
                  <a:lnTo>
                    <a:pt x="20092" y="6801"/>
                  </a:lnTo>
                  <a:lnTo>
                    <a:pt x="20183" y="7127"/>
                  </a:lnTo>
                  <a:lnTo>
                    <a:pt x="20457" y="8245"/>
                  </a:lnTo>
                  <a:lnTo>
                    <a:pt x="20867" y="9829"/>
                  </a:lnTo>
                  <a:lnTo>
                    <a:pt x="21140" y="10993"/>
                  </a:lnTo>
                  <a:lnTo>
                    <a:pt x="21414" y="12251"/>
                  </a:lnTo>
                  <a:lnTo>
                    <a:pt x="21459" y="12437"/>
                  </a:lnTo>
                  <a:lnTo>
                    <a:pt x="21778" y="13742"/>
                  </a:lnTo>
                  <a:lnTo>
                    <a:pt x="22507" y="14208"/>
                  </a:lnTo>
                  <a:lnTo>
                    <a:pt x="23282" y="14254"/>
                  </a:lnTo>
                  <a:lnTo>
                    <a:pt x="23692" y="14301"/>
                  </a:lnTo>
                  <a:lnTo>
                    <a:pt x="25195" y="14068"/>
                  </a:lnTo>
                  <a:lnTo>
                    <a:pt x="26562" y="13788"/>
                  </a:lnTo>
                  <a:lnTo>
                    <a:pt x="27519" y="13462"/>
                  </a:lnTo>
                  <a:lnTo>
                    <a:pt x="28066" y="13229"/>
                  </a:lnTo>
                  <a:lnTo>
                    <a:pt x="32941" y="10993"/>
                  </a:lnTo>
                  <a:lnTo>
                    <a:pt x="37588" y="9130"/>
                  </a:lnTo>
                  <a:lnTo>
                    <a:pt x="37269" y="8478"/>
                  </a:lnTo>
                  <a:lnTo>
                    <a:pt x="37360" y="8245"/>
                  </a:lnTo>
                  <a:lnTo>
                    <a:pt x="36586" y="6941"/>
                  </a:lnTo>
                  <a:lnTo>
                    <a:pt x="37497" y="6428"/>
                  </a:lnTo>
                  <a:lnTo>
                    <a:pt x="37952" y="7173"/>
                  </a:lnTo>
                  <a:lnTo>
                    <a:pt x="37770" y="7313"/>
                  </a:lnTo>
                  <a:lnTo>
                    <a:pt x="38727" y="8850"/>
                  </a:lnTo>
                  <a:lnTo>
                    <a:pt x="38909" y="8757"/>
                  </a:lnTo>
                  <a:lnTo>
                    <a:pt x="40549" y="8245"/>
                  </a:lnTo>
                  <a:lnTo>
                    <a:pt x="43329" y="6801"/>
                  </a:lnTo>
                  <a:lnTo>
                    <a:pt x="44286" y="6288"/>
                  </a:lnTo>
                  <a:lnTo>
                    <a:pt x="42919" y="3167"/>
                  </a:lnTo>
                  <a:lnTo>
                    <a:pt x="44012" y="2701"/>
                  </a:lnTo>
                  <a:lnTo>
                    <a:pt x="44513" y="4006"/>
                  </a:lnTo>
                  <a:lnTo>
                    <a:pt x="44012" y="4239"/>
                  </a:lnTo>
                  <a:lnTo>
                    <a:pt x="44787" y="6149"/>
                  </a:lnTo>
                  <a:lnTo>
                    <a:pt x="45015" y="6009"/>
                  </a:lnTo>
                  <a:lnTo>
                    <a:pt x="45470" y="5823"/>
                  </a:lnTo>
                  <a:lnTo>
                    <a:pt x="47110" y="5124"/>
                  </a:lnTo>
                  <a:lnTo>
                    <a:pt x="48341" y="4611"/>
                  </a:lnTo>
                  <a:lnTo>
                    <a:pt x="48477" y="4565"/>
                  </a:lnTo>
                  <a:lnTo>
                    <a:pt x="49161" y="4192"/>
                  </a:lnTo>
                  <a:lnTo>
                    <a:pt x="48022" y="2515"/>
                  </a:lnTo>
                  <a:lnTo>
                    <a:pt x="47885" y="2468"/>
                  </a:lnTo>
                  <a:lnTo>
                    <a:pt x="47748" y="2329"/>
                  </a:lnTo>
                  <a:lnTo>
                    <a:pt x="47612" y="2049"/>
                  </a:lnTo>
                  <a:lnTo>
                    <a:pt x="47839" y="1816"/>
                  </a:lnTo>
                  <a:lnTo>
                    <a:pt x="48022" y="1863"/>
                  </a:lnTo>
                  <a:lnTo>
                    <a:pt x="48204" y="2189"/>
                  </a:lnTo>
                  <a:lnTo>
                    <a:pt x="48204" y="2375"/>
                  </a:lnTo>
                  <a:lnTo>
                    <a:pt x="49434" y="4052"/>
                  </a:lnTo>
                  <a:lnTo>
                    <a:pt x="50254" y="3680"/>
                  </a:lnTo>
                  <a:lnTo>
                    <a:pt x="51393" y="2841"/>
                  </a:lnTo>
                  <a:lnTo>
                    <a:pt x="52259" y="2189"/>
                  </a:lnTo>
                  <a:lnTo>
                    <a:pt x="53079" y="1583"/>
                  </a:lnTo>
                  <a:lnTo>
                    <a:pt x="53580" y="1071"/>
                  </a:lnTo>
                  <a:lnTo>
                    <a:pt x="53854" y="791"/>
                  </a:lnTo>
                  <a:lnTo>
                    <a:pt x="54537" y="232"/>
                  </a:lnTo>
                  <a:lnTo>
                    <a:pt x="54810" y="0"/>
                  </a:lnTo>
                  <a:lnTo>
                    <a:pt x="56040" y="1490"/>
                  </a:lnTo>
                  <a:lnTo>
                    <a:pt x="59093" y="6009"/>
                  </a:lnTo>
                  <a:lnTo>
                    <a:pt x="60141" y="7127"/>
                  </a:lnTo>
                  <a:lnTo>
                    <a:pt x="60414" y="7453"/>
                  </a:lnTo>
                  <a:lnTo>
                    <a:pt x="63376" y="11180"/>
                  </a:lnTo>
                  <a:lnTo>
                    <a:pt x="62784" y="12437"/>
                  </a:lnTo>
                  <a:lnTo>
                    <a:pt x="62237" y="13602"/>
                  </a:lnTo>
                  <a:lnTo>
                    <a:pt x="61736" y="14767"/>
                  </a:lnTo>
                  <a:lnTo>
                    <a:pt x="61235" y="15978"/>
                  </a:lnTo>
                  <a:lnTo>
                    <a:pt x="60733" y="17142"/>
                  </a:lnTo>
                  <a:lnTo>
                    <a:pt x="60597" y="17841"/>
                  </a:lnTo>
                  <a:lnTo>
                    <a:pt x="60460" y="18540"/>
                  </a:lnTo>
                  <a:lnTo>
                    <a:pt x="60369" y="19285"/>
                  </a:lnTo>
                  <a:lnTo>
                    <a:pt x="60278" y="19984"/>
                  </a:lnTo>
                  <a:lnTo>
                    <a:pt x="60278" y="20357"/>
                  </a:lnTo>
                  <a:lnTo>
                    <a:pt x="60323" y="20776"/>
                  </a:lnTo>
                  <a:lnTo>
                    <a:pt x="60414" y="21149"/>
                  </a:lnTo>
                  <a:lnTo>
                    <a:pt x="60506" y="21521"/>
                  </a:lnTo>
                  <a:lnTo>
                    <a:pt x="60642" y="21894"/>
                  </a:lnTo>
                  <a:lnTo>
                    <a:pt x="60779" y="22267"/>
                  </a:lnTo>
                  <a:lnTo>
                    <a:pt x="60916" y="22500"/>
                  </a:lnTo>
                  <a:lnTo>
                    <a:pt x="61098" y="22686"/>
                  </a:lnTo>
                  <a:lnTo>
                    <a:pt x="61326" y="22872"/>
                  </a:lnTo>
                  <a:lnTo>
                    <a:pt x="61553" y="23012"/>
                  </a:lnTo>
                  <a:lnTo>
                    <a:pt x="61781" y="23152"/>
                  </a:lnTo>
                  <a:lnTo>
                    <a:pt x="62055" y="23245"/>
                  </a:lnTo>
                  <a:lnTo>
                    <a:pt x="62328" y="23338"/>
                  </a:lnTo>
                  <a:lnTo>
                    <a:pt x="62556" y="23338"/>
                  </a:lnTo>
                  <a:lnTo>
                    <a:pt x="62829" y="23385"/>
                  </a:lnTo>
                  <a:lnTo>
                    <a:pt x="63103" y="23431"/>
                  </a:lnTo>
                  <a:lnTo>
                    <a:pt x="63376" y="23431"/>
                  </a:lnTo>
                  <a:lnTo>
                    <a:pt x="63604" y="23431"/>
                  </a:lnTo>
                  <a:lnTo>
                    <a:pt x="63877" y="23385"/>
                  </a:lnTo>
                  <a:lnTo>
                    <a:pt x="64105" y="23338"/>
                  </a:lnTo>
                  <a:lnTo>
                    <a:pt x="64378" y="23292"/>
                  </a:lnTo>
                  <a:lnTo>
                    <a:pt x="64879" y="23105"/>
                  </a:lnTo>
                  <a:lnTo>
                    <a:pt x="65426" y="23385"/>
                  </a:lnTo>
                  <a:lnTo>
                    <a:pt x="65290" y="23618"/>
                  </a:lnTo>
                  <a:lnTo>
                    <a:pt x="65107" y="23851"/>
                  </a:lnTo>
                  <a:lnTo>
                    <a:pt x="64925" y="24037"/>
                  </a:lnTo>
                  <a:lnTo>
                    <a:pt x="64697" y="24223"/>
                  </a:lnTo>
                  <a:lnTo>
                    <a:pt x="64469" y="24410"/>
                  </a:lnTo>
                  <a:lnTo>
                    <a:pt x="64242" y="24596"/>
                  </a:lnTo>
                  <a:lnTo>
                    <a:pt x="63968" y="24736"/>
                  </a:lnTo>
                  <a:lnTo>
                    <a:pt x="63695" y="24875"/>
                  </a:lnTo>
                  <a:lnTo>
                    <a:pt x="63421" y="24969"/>
                  </a:lnTo>
                  <a:lnTo>
                    <a:pt x="63103" y="25062"/>
                  </a:lnTo>
                  <a:lnTo>
                    <a:pt x="62829" y="25062"/>
                  </a:lnTo>
                  <a:lnTo>
                    <a:pt x="62191" y="25295"/>
                  </a:lnTo>
                  <a:lnTo>
                    <a:pt x="61553" y="25574"/>
                  </a:lnTo>
                  <a:lnTo>
                    <a:pt x="60961" y="25854"/>
                  </a:lnTo>
                  <a:lnTo>
                    <a:pt x="60369" y="26133"/>
                  </a:lnTo>
                  <a:lnTo>
                    <a:pt x="59777" y="26459"/>
                  </a:lnTo>
                  <a:lnTo>
                    <a:pt x="59503" y="26692"/>
                  </a:lnTo>
                  <a:lnTo>
                    <a:pt x="59230" y="26925"/>
                  </a:lnTo>
                  <a:lnTo>
                    <a:pt x="59002" y="27158"/>
                  </a:lnTo>
                  <a:lnTo>
                    <a:pt x="58774" y="27391"/>
                  </a:lnTo>
                  <a:lnTo>
                    <a:pt x="58546" y="27670"/>
                  </a:lnTo>
                  <a:lnTo>
                    <a:pt x="58364" y="27997"/>
                  </a:lnTo>
                  <a:lnTo>
                    <a:pt x="58182" y="28276"/>
                  </a:lnTo>
                  <a:lnTo>
                    <a:pt x="58045" y="28602"/>
                  </a:lnTo>
                  <a:lnTo>
                    <a:pt x="57407" y="29627"/>
                  </a:lnTo>
                  <a:lnTo>
                    <a:pt x="56314" y="31490"/>
                  </a:lnTo>
                  <a:lnTo>
                    <a:pt x="54993" y="32562"/>
                  </a:lnTo>
                  <a:lnTo>
                    <a:pt x="51894" y="33726"/>
                  </a:lnTo>
                  <a:lnTo>
                    <a:pt x="48386" y="34612"/>
                  </a:lnTo>
                  <a:lnTo>
                    <a:pt x="43420" y="36056"/>
                  </a:lnTo>
                  <a:lnTo>
                    <a:pt x="40413" y="36941"/>
                  </a:lnTo>
                  <a:lnTo>
                    <a:pt x="38363" y="37639"/>
                  </a:lnTo>
                  <a:lnTo>
                    <a:pt x="37998" y="37826"/>
                  </a:lnTo>
                  <a:lnTo>
                    <a:pt x="37634" y="38012"/>
                  </a:lnTo>
                  <a:lnTo>
                    <a:pt x="37223" y="38152"/>
                  </a:lnTo>
                  <a:lnTo>
                    <a:pt x="36859" y="38245"/>
                  </a:lnTo>
                  <a:lnTo>
                    <a:pt x="36449" y="38338"/>
                  </a:lnTo>
                  <a:lnTo>
                    <a:pt x="36130" y="38385"/>
                  </a:lnTo>
                  <a:lnTo>
                    <a:pt x="35811" y="38385"/>
                  </a:lnTo>
                  <a:lnTo>
                    <a:pt x="35538" y="38338"/>
                  </a:lnTo>
                  <a:lnTo>
                    <a:pt x="35219" y="38292"/>
                  </a:lnTo>
                  <a:lnTo>
                    <a:pt x="34900" y="38245"/>
                  </a:lnTo>
                  <a:lnTo>
                    <a:pt x="34490" y="38152"/>
                  </a:lnTo>
                  <a:lnTo>
                    <a:pt x="34034" y="38012"/>
                  </a:lnTo>
                  <a:lnTo>
                    <a:pt x="33624" y="37826"/>
                  </a:lnTo>
                  <a:lnTo>
                    <a:pt x="33214" y="37639"/>
                  </a:lnTo>
                  <a:lnTo>
                    <a:pt x="32850" y="37453"/>
                  </a:lnTo>
                  <a:lnTo>
                    <a:pt x="32485" y="37174"/>
                  </a:lnTo>
                  <a:lnTo>
                    <a:pt x="31847" y="36708"/>
                  </a:lnTo>
                  <a:lnTo>
                    <a:pt x="31209" y="36242"/>
                  </a:lnTo>
                  <a:lnTo>
                    <a:pt x="30526" y="35776"/>
                  </a:lnTo>
                  <a:lnTo>
                    <a:pt x="29842" y="35357"/>
                  </a:lnTo>
                  <a:lnTo>
                    <a:pt x="29478" y="35124"/>
                  </a:lnTo>
                  <a:lnTo>
                    <a:pt x="29113" y="34938"/>
                  </a:lnTo>
                  <a:lnTo>
                    <a:pt x="28703" y="34751"/>
                  </a:lnTo>
                  <a:lnTo>
                    <a:pt x="28293" y="34612"/>
                  </a:lnTo>
                  <a:lnTo>
                    <a:pt x="27883" y="34518"/>
                  </a:lnTo>
                  <a:lnTo>
                    <a:pt x="27473" y="34425"/>
                  </a:lnTo>
                  <a:lnTo>
                    <a:pt x="27109" y="34332"/>
                  </a:lnTo>
                  <a:lnTo>
                    <a:pt x="26790" y="34332"/>
                  </a:lnTo>
                  <a:lnTo>
                    <a:pt x="26425" y="34285"/>
                  </a:lnTo>
                  <a:lnTo>
                    <a:pt x="26061" y="34332"/>
                  </a:lnTo>
                  <a:lnTo>
                    <a:pt x="25696" y="34332"/>
                  </a:lnTo>
                  <a:lnTo>
                    <a:pt x="25423" y="34472"/>
                  </a:lnTo>
                  <a:lnTo>
                    <a:pt x="25195" y="34565"/>
                  </a:lnTo>
                  <a:lnTo>
                    <a:pt x="24922" y="34705"/>
                  </a:lnTo>
                  <a:lnTo>
                    <a:pt x="24694" y="34891"/>
                  </a:lnTo>
                  <a:lnTo>
                    <a:pt x="24512" y="35077"/>
                  </a:lnTo>
                  <a:lnTo>
                    <a:pt x="24284" y="35264"/>
                  </a:lnTo>
                  <a:lnTo>
                    <a:pt x="24147" y="35403"/>
                  </a:lnTo>
                  <a:lnTo>
                    <a:pt x="23555" y="36195"/>
                  </a:lnTo>
                  <a:lnTo>
                    <a:pt x="23236" y="36289"/>
                  </a:lnTo>
                  <a:lnTo>
                    <a:pt x="22553" y="35776"/>
                  </a:lnTo>
                  <a:lnTo>
                    <a:pt x="22507" y="35636"/>
                  </a:lnTo>
                  <a:lnTo>
                    <a:pt x="22553" y="35497"/>
                  </a:lnTo>
                  <a:lnTo>
                    <a:pt x="22689" y="35217"/>
                  </a:lnTo>
                  <a:lnTo>
                    <a:pt x="22780" y="35077"/>
                  </a:lnTo>
                  <a:lnTo>
                    <a:pt x="23008" y="34891"/>
                  </a:lnTo>
                  <a:lnTo>
                    <a:pt x="23099" y="34705"/>
                  </a:lnTo>
                  <a:lnTo>
                    <a:pt x="23145" y="34565"/>
                  </a:lnTo>
                  <a:lnTo>
                    <a:pt x="23145" y="34379"/>
                  </a:lnTo>
                  <a:lnTo>
                    <a:pt x="23054" y="34146"/>
                  </a:lnTo>
                  <a:lnTo>
                    <a:pt x="22963" y="33959"/>
                  </a:lnTo>
                  <a:lnTo>
                    <a:pt x="22826" y="33773"/>
                  </a:lnTo>
                  <a:lnTo>
                    <a:pt x="22644" y="33633"/>
                  </a:lnTo>
                  <a:lnTo>
                    <a:pt x="22507" y="33493"/>
                  </a:lnTo>
                  <a:lnTo>
                    <a:pt x="22279" y="33354"/>
                  </a:lnTo>
                  <a:lnTo>
                    <a:pt x="21960" y="33167"/>
                  </a:lnTo>
                  <a:lnTo>
                    <a:pt x="21641" y="33028"/>
                  </a:lnTo>
                  <a:lnTo>
                    <a:pt x="21277" y="32888"/>
                  </a:lnTo>
                  <a:lnTo>
                    <a:pt x="20912" y="32795"/>
                  </a:lnTo>
                  <a:lnTo>
                    <a:pt x="20548" y="32702"/>
                  </a:lnTo>
                  <a:lnTo>
                    <a:pt x="20183" y="32655"/>
                  </a:lnTo>
                  <a:lnTo>
                    <a:pt x="19773" y="32608"/>
                  </a:lnTo>
                  <a:lnTo>
                    <a:pt x="17632" y="32748"/>
                  </a:lnTo>
                  <a:lnTo>
                    <a:pt x="12620" y="33167"/>
                  </a:lnTo>
                  <a:lnTo>
                    <a:pt x="11982" y="33261"/>
                  </a:lnTo>
                  <a:lnTo>
                    <a:pt x="11344" y="33307"/>
                  </a:lnTo>
                  <a:lnTo>
                    <a:pt x="10296" y="334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1843331" y="2763223"/>
              <a:ext cx="89802" cy="110218"/>
            </a:xfrm>
            <a:custGeom>
              <a:avLst/>
              <a:pathLst>
                <a:path w="89802" h="110218">
                  <a:moveTo>
                    <a:pt x="72443" y="2562"/>
                  </a:moveTo>
                  <a:lnTo>
                    <a:pt x="73126" y="1863"/>
                  </a:lnTo>
                  <a:lnTo>
                    <a:pt x="77728" y="5823"/>
                  </a:lnTo>
                  <a:lnTo>
                    <a:pt x="77728" y="8291"/>
                  </a:lnTo>
                  <a:lnTo>
                    <a:pt x="77819" y="12903"/>
                  </a:lnTo>
                  <a:lnTo>
                    <a:pt x="77136" y="15139"/>
                  </a:lnTo>
                  <a:lnTo>
                    <a:pt x="76908" y="16816"/>
                  </a:lnTo>
                  <a:lnTo>
                    <a:pt x="76953" y="17562"/>
                  </a:lnTo>
                  <a:lnTo>
                    <a:pt x="77272" y="17655"/>
                  </a:lnTo>
                  <a:lnTo>
                    <a:pt x="77181" y="20031"/>
                  </a:lnTo>
                  <a:lnTo>
                    <a:pt x="77318" y="20543"/>
                  </a:lnTo>
                  <a:lnTo>
                    <a:pt x="78229" y="23198"/>
                  </a:lnTo>
                  <a:lnTo>
                    <a:pt x="78821" y="24969"/>
                  </a:lnTo>
                  <a:lnTo>
                    <a:pt x="78821" y="25248"/>
                  </a:lnTo>
                  <a:lnTo>
                    <a:pt x="79414" y="27251"/>
                  </a:lnTo>
                  <a:lnTo>
                    <a:pt x="76315" y="29347"/>
                  </a:lnTo>
                  <a:lnTo>
                    <a:pt x="75359" y="29720"/>
                  </a:lnTo>
                  <a:lnTo>
                    <a:pt x="74220" y="30093"/>
                  </a:lnTo>
                  <a:lnTo>
                    <a:pt x="72260" y="27251"/>
                  </a:lnTo>
                  <a:lnTo>
                    <a:pt x="70620" y="28276"/>
                  </a:lnTo>
                  <a:lnTo>
                    <a:pt x="68661" y="25528"/>
                  </a:lnTo>
                  <a:lnTo>
                    <a:pt x="67112" y="26552"/>
                  </a:lnTo>
                  <a:lnTo>
                    <a:pt x="67249" y="26785"/>
                  </a:lnTo>
                  <a:lnTo>
                    <a:pt x="65654" y="28183"/>
                  </a:lnTo>
                  <a:lnTo>
                    <a:pt x="67203" y="30605"/>
                  </a:lnTo>
                  <a:lnTo>
                    <a:pt x="64606" y="32096"/>
                  </a:lnTo>
                  <a:lnTo>
                    <a:pt x="67066" y="35636"/>
                  </a:lnTo>
                  <a:lnTo>
                    <a:pt x="68251" y="36801"/>
                  </a:lnTo>
                  <a:lnTo>
                    <a:pt x="68980" y="37500"/>
                  </a:lnTo>
                  <a:lnTo>
                    <a:pt x="70028" y="38012"/>
                  </a:lnTo>
                  <a:lnTo>
                    <a:pt x="70939" y="38431"/>
                  </a:lnTo>
                  <a:lnTo>
                    <a:pt x="72443" y="41273"/>
                  </a:lnTo>
                  <a:lnTo>
                    <a:pt x="73035" y="42018"/>
                  </a:lnTo>
                  <a:lnTo>
                    <a:pt x="74994" y="44394"/>
                  </a:lnTo>
                  <a:lnTo>
                    <a:pt x="77637" y="40854"/>
                  </a:lnTo>
                  <a:lnTo>
                    <a:pt x="79277" y="41180"/>
                  </a:lnTo>
                  <a:lnTo>
                    <a:pt x="81054" y="39829"/>
                  </a:lnTo>
                  <a:lnTo>
                    <a:pt x="81373" y="39969"/>
                  </a:lnTo>
                  <a:lnTo>
                    <a:pt x="82284" y="40341"/>
                  </a:lnTo>
                  <a:lnTo>
                    <a:pt x="82922" y="40388"/>
                  </a:lnTo>
                  <a:lnTo>
                    <a:pt x="83241" y="40481"/>
                  </a:lnTo>
                  <a:lnTo>
                    <a:pt x="83560" y="40528"/>
                  </a:lnTo>
                  <a:lnTo>
                    <a:pt x="84836" y="41087"/>
                  </a:lnTo>
                  <a:lnTo>
                    <a:pt x="85701" y="41599"/>
                  </a:lnTo>
                  <a:lnTo>
                    <a:pt x="85838" y="41692"/>
                  </a:lnTo>
                  <a:lnTo>
                    <a:pt x="86567" y="42251"/>
                  </a:lnTo>
                  <a:lnTo>
                    <a:pt x="87159" y="42810"/>
                  </a:lnTo>
                  <a:lnTo>
                    <a:pt x="87387" y="43230"/>
                  </a:lnTo>
                  <a:lnTo>
                    <a:pt x="87433" y="43649"/>
                  </a:lnTo>
                  <a:lnTo>
                    <a:pt x="87660" y="44068"/>
                  </a:lnTo>
                  <a:lnTo>
                    <a:pt x="87979" y="44767"/>
                  </a:lnTo>
                  <a:lnTo>
                    <a:pt x="88207" y="45419"/>
                  </a:lnTo>
                  <a:lnTo>
                    <a:pt x="88253" y="45605"/>
                  </a:lnTo>
                  <a:lnTo>
                    <a:pt x="88389" y="45978"/>
                  </a:lnTo>
                  <a:lnTo>
                    <a:pt x="88389" y="46444"/>
                  </a:lnTo>
                  <a:lnTo>
                    <a:pt x="88344" y="47003"/>
                  </a:lnTo>
                  <a:lnTo>
                    <a:pt x="88389" y="47515"/>
                  </a:lnTo>
                  <a:lnTo>
                    <a:pt x="88253" y="48074"/>
                  </a:lnTo>
                  <a:lnTo>
                    <a:pt x="88207" y="48354"/>
                  </a:lnTo>
                  <a:lnTo>
                    <a:pt x="87979" y="48913"/>
                  </a:lnTo>
                  <a:lnTo>
                    <a:pt x="87706" y="49565"/>
                  </a:lnTo>
                  <a:lnTo>
                    <a:pt x="87524" y="50031"/>
                  </a:lnTo>
                  <a:lnTo>
                    <a:pt x="87478" y="50217"/>
                  </a:lnTo>
                  <a:lnTo>
                    <a:pt x="87387" y="50450"/>
                  </a:lnTo>
                  <a:lnTo>
                    <a:pt x="87433" y="50776"/>
                  </a:lnTo>
                  <a:lnTo>
                    <a:pt x="87524" y="50916"/>
                  </a:lnTo>
                  <a:lnTo>
                    <a:pt x="87706" y="51382"/>
                  </a:lnTo>
                  <a:lnTo>
                    <a:pt x="88025" y="52360"/>
                  </a:lnTo>
                  <a:lnTo>
                    <a:pt x="87979" y="52872"/>
                  </a:lnTo>
                  <a:lnTo>
                    <a:pt x="87934" y="53012"/>
                  </a:lnTo>
                  <a:lnTo>
                    <a:pt x="88025" y="53478"/>
                  </a:lnTo>
                  <a:lnTo>
                    <a:pt x="88070" y="53664"/>
                  </a:lnTo>
                  <a:lnTo>
                    <a:pt x="88207" y="54177"/>
                  </a:lnTo>
                  <a:lnTo>
                    <a:pt x="88253" y="54456"/>
                  </a:lnTo>
                  <a:lnTo>
                    <a:pt x="88480" y="55015"/>
                  </a:lnTo>
                  <a:lnTo>
                    <a:pt x="88663" y="55341"/>
                  </a:lnTo>
                  <a:lnTo>
                    <a:pt x="88799" y="55528"/>
                  </a:lnTo>
                  <a:lnTo>
                    <a:pt x="89073" y="55714"/>
                  </a:lnTo>
                  <a:lnTo>
                    <a:pt x="89209" y="55854"/>
                  </a:lnTo>
                  <a:lnTo>
                    <a:pt x="89574" y="56413"/>
                  </a:lnTo>
                  <a:lnTo>
                    <a:pt x="89756" y="56692"/>
                  </a:lnTo>
                  <a:lnTo>
                    <a:pt x="89802" y="56925"/>
                  </a:lnTo>
                  <a:lnTo>
                    <a:pt x="89711" y="57345"/>
                  </a:lnTo>
                  <a:lnTo>
                    <a:pt x="89392" y="57577"/>
                  </a:lnTo>
                  <a:lnTo>
                    <a:pt x="88207" y="57904"/>
                  </a:lnTo>
                  <a:lnTo>
                    <a:pt x="87615" y="58136"/>
                  </a:lnTo>
                  <a:lnTo>
                    <a:pt x="87250" y="58276"/>
                  </a:lnTo>
                  <a:lnTo>
                    <a:pt x="86430" y="58742"/>
                  </a:lnTo>
                  <a:lnTo>
                    <a:pt x="85519" y="59441"/>
                  </a:lnTo>
                  <a:lnTo>
                    <a:pt x="85473" y="59767"/>
                  </a:lnTo>
                  <a:lnTo>
                    <a:pt x="85428" y="59907"/>
                  </a:lnTo>
                  <a:lnTo>
                    <a:pt x="85291" y="60605"/>
                  </a:lnTo>
                  <a:lnTo>
                    <a:pt x="84836" y="62189"/>
                  </a:lnTo>
                  <a:lnTo>
                    <a:pt x="84334" y="63028"/>
                  </a:lnTo>
                  <a:lnTo>
                    <a:pt x="82102" y="64006"/>
                  </a:lnTo>
                  <a:lnTo>
                    <a:pt x="81920" y="65310"/>
                  </a:lnTo>
                  <a:lnTo>
                    <a:pt x="82147" y="66196"/>
                  </a:lnTo>
                  <a:lnTo>
                    <a:pt x="81236" y="67081"/>
                  </a:lnTo>
                  <a:lnTo>
                    <a:pt x="80735" y="67826"/>
                  </a:lnTo>
                  <a:lnTo>
                    <a:pt x="80462" y="69084"/>
                  </a:lnTo>
                  <a:lnTo>
                    <a:pt x="80097" y="69783"/>
                  </a:lnTo>
                  <a:lnTo>
                    <a:pt x="78958" y="69969"/>
                  </a:lnTo>
                  <a:lnTo>
                    <a:pt x="78047" y="70295"/>
                  </a:lnTo>
                  <a:lnTo>
                    <a:pt x="77637" y="70761"/>
                  </a:lnTo>
                  <a:lnTo>
                    <a:pt x="76817" y="71227"/>
                  </a:lnTo>
                  <a:lnTo>
                    <a:pt x="75951" y="71366"/>
                  </a:lnTo>
                  <a:lnTo>
                    <a:pt x="75541" y="71972"/>
                  </a:lnTo>
                  <a:lnTo>
                    <a:pt x="74857" y="72810"/>
                  </a:lnTo>
                  <a:lnTo>
                    <a:pt x="73992" y="73602"/>
                  </a:lnTo>
                  <a:lnTo>
                    <a:pt x="72944" y="74394"/>
                  </a:lnTo>
                  <a:lnTo>
                    <a:pt x="72762" y="74674"/>
                  </a:lnTo>
                  <a:lnTo>
                    <a:pt x="72260" y="75466"/>
                  </a:lnTo>
                  <a:lnTo>
                    <a:pt x="71805" y="77609"/>
                  </a:lnTo>
                  <a:lnTo>
                    <a:pt x="71987" y="78727"/>
                  </a:lnTo>
                  <a:lnTo>
                    <a:pt x="70666" y="79239"/>
                  </a:lnTo>
                  <a:lnTo>
                    <a:pt x="69891" y="79379"/>
                  </a:lnTo>
                  <a:lnTo>
                    <a:pt x="69299" y="79612"/>
                  </a:lnTo>
                  <a:lnTo>
                    <a:pt x="67249" y="81149"/>
                  </a:lnTo>
                  <a:lnTo>
                    <a:pt x="66337" y="81801"/>
                  </a:lnTo>
                  <a:lnTo>
                    <a:pt x="63832" y="84084"/>
                  </a:lnTo>
                  <a:lnTo>
                    <a:pt x="63239" y="84922"/>
                  </a:lnTo>
                  <a:lnTo>
                    <a:pt x="62465" y="86646"/>
                  </a:lnTo>
                  <a:lnTo>
                    <a:pt x="62055" y="88090"/>
                  </a:lnTo>
                  <a:lnTo>
                    <a:pt x="61645" y="88975"/>
                  </a:lnTo>
                  <a:lnTo>
                    <a:pt x="61007" y="90140"/>
                  </a:lnTo>
                  <a:lnTo>
                    <a:pt x="60004" y="91211"/>
                  </a:lnTo>
                  <a:lnTo>
                    <a:pt x="58410" y="92329"/>
                  </a:lnTo>
                  <a:lnTo>
                    <a:pt x="56815" y="92422"/>
                  </a:lnTo>
                  <a:lnTo>
                    <a:pt x="55858" y="92376"/>
                  </a:lnTo>
                  <a:lnTo>
                    <a:pt x="55585" y="92422"/>
                  </a:lnTo>
                  <a:lnTo>
                    <a:pt x="55175" y="92748"/>
                  </a:lnTo>
                  <a:lnTo>
                    <a:pt x="54856" y="93261"/>
                  </a:lnTo>
                  <a:lnTo>
                    <a:pt x="54172" y="94099"/>
                  </a:lnTo>
                  <a:lnTo>
                    <a:pt x="53398" y="95357"/>
                  </a:lnTo>
                  <a:lnTo>
                    <a:pt x="52304" y="96429"/>
                  </a:lnTo>
                  <a:lnTo>
                    <a:pt x="51256" y="96801"/>
                  </a:lnTo>
                  <a:lnTo>
                    <a:pt x="51074" y="96894"/>
                  </a:lnTo>
                  <a:lnTo>
                    <a:pt x="50391" y="97127"/>
                  </a:lnTo>
                  <a:lnTo>
                    <a:pt x="49525" y="97547"/>
                  </a:lnTo>
                  <a:lnTo>
                    <a:pt x="48568" y="97919"/>
                  </a:lnTo>
                  <a:lnTo>
                    <a:pt x="48022" y="98152"/>
                  </a:lnTo>
                  <a:lnTo>
                    <a:pt x="47657" y="98711"/>
                  </a:lnTo>
                  <a:lnTo>
                    <a:pt x="47338" y="99736"/>
                  </a:lnTo>
                  <a:lnTo>
                    <a:pt x="47429" y="100761"/>
                  </a:lnTo>
                  <a:lnTo>
                    <a:pt x="47201" y="101506"/>
                  </a:lnTo>
                  <a:lnTo>
                    <a:pt x="46564" y="102019"/>
                  </a:lnTo>
                  <a:lnTo>
                    <a:pt x="45835" y="102438"/>
                  </a:lnTo>
                  <a:lnTo>
                    <a:pt x="45516" y="102485"/>
                  </a:lnTo>
                  <a:lnTo>
                    <a:pt x="45379" y="102485"/>
                  </a:lnTo>
                  <a:lnTo>
                    <a:pt x="44969" y="102997"/>
                  </a:lnTo>
                  <a:lnTo>
                    <a:pt x="44559" y="103509"/>
                  </a:lnTo>
                  <a:lnTo>
                    <a:pt x="44103" y="104162"/>
                  </a:lnTo>
                  <a:lnTo>
                    <a:pt x="43648" y="104814"/>
                  </a:lnTo>
                  <a:lnTo>
                    <a:pt x="43192" y="106025"/>
                  </a:lnTo>
                  <a:lnTo>
                    <a:pt x="42828" y="107190"/>
                  </a:lnTo>
                  <a:lnTo>
                    <a:pt x="42828" y="108121"/>
                  </a:lnTo>
                  <a:lnTo>
                    <a:pt x="42736" y="108913"/>
                  </a:lnTo>
                  <a:lnTo>
                    <a:pt x="40139" y="109332"/>
                  </a:lnTo>
                  <a:lnTo>
                    <a:pt x="38363" y="109332"/>
                  </a:lnTo>
                  <a:lnTo>
                    <a:pt x="37451" y="109752"/>
                  </a:lnTo>
                  <a:lnTo>
                    <a:pt x="35993" y="109985"/>
                  </a:lnTo>
                  <a:lnTo>
                    <a:pt x="34900" y="110218"/>
                  </a:lnTo>
                  <a:lnTo>
                    <a:pt x="33943" y="109985"/>
                  </a:lnTo>
                  <a:lnTo>
                    <a:pt x="35037" y="107003"/>
                  </a:lnTo>
                  <a:lnTo>
                    <a:pt x="34171" y="106258"/>
                  </a:lnTo>
                  <a:lnTo>
                    <a:pt x="33624" y="105792"/>
                  </a:lnTo>
                  <a:lnTo>
                    <a:pt x="32850" y="98898"/>
                  </a:lnTo>
                  <a:lnTo>
                    <a:pt x="30207" y="98898"/>
                  </a:lnTo>
                  <a:lnTo>
                    <a:pt x="29934" y="87857"/>
                  </a:lnTo>
                  <a:lnTo>
                    <a:pt x="32075" y="87811"/>
                  </a:lnTo>
                  <a:lnTo>
                    <a:pt x="31893" y="81289"/>
                  </a:lnTo>
                  <a:lnTo>
                    <a:pt x="25332" y="84270"/>
                  </a:lnTo>
                  <a:lnTo>
                    <a:pt x="19135" y="87112"/>
                  </a:lnTo>
                  <a:lnTo>
                    <a:pt x="10524" y="91165"/>
                  </a:lnTo>
                  <a:lnTo>
                    <a:pt x="9476" y="91630"/>
                  </a:lnTo>
                  <a:lnTo>
                    <a:pt x="9567" y="92469"/>
                  </a:lnTo>
                  <a:lnTo>
                    <a:pt x="8337" y="92842"/>
                  </a:lnTo>
                  <a:lnTo>
                    <a:pt x="6788" y="93214"/>
                  </a:lnTo>
                  <a:lnTo>
                    <a:pt x="5512" y="93261"/>
                  </a:lnTo>
                  <a:lnTo>
                    <a:pt x="5011" y="92516"/>
                  </a:lnTo>
                  <a:lnTo>
                    <a:pt x="4054" y="91211"/>
                  </a:lnTo>
                  <a:lnTo>
                    <a:pt x="3371" y="90326"/>
                  </a:lnTo>
                  <a:lnTo>
                    <a:pt x="2004" y="88509"/>
                  </a:lnTo>
                  <a:lnTo>
                    <a:pt x="1321" y="87578"/>
                  </a:lnTo>
                  <a:lnTo>
                    <a:pt x="728" y="86040"/>
                  </a:lnTo>
                  <a:lnTo>
                    <a:pt x="227" y="84363"/>
                  </a:lnTo>
                  <a:lnTo>
                    <a:pt x="91" y="82919"/>
                  </a:lnTo>
                  <a:lnTo>
                    <a:pt x="0" y="81988"/>
                  </a:lnTo>
                  <a:lnTo>
                    <a:pt x="1002" y="72624"/>
                  </a:lnTo>
                  <a:lnTo>
                    <a:pt x="2915" y="54782"/>
                  </a:lnTo>
                  <a:lnTo>
                    <a:pt x="4328" y="51056"/>
                  </a:lnTo>
                  <a:lnTo>
                    <a:pt x="6788" y="47422"/>
                  </a:lnTo>
                  <a:lnTo>
                    <a:pt x="10615" y="43509"/>
                  </a:lnTo>
                  <a:lnTo>
                    <a:pt x="14351" y="39643"/>
                  </a:lnTo>
                  <a:lnTo>
                    <a:pt x="17677" y="37500"/>
                  </a:lnTo>
                  <a:lnTo>
                    <a:pt x="21186" y="36568"/>
                  </a:lnTo>
                  <a:lnTo>
                    <a:pt x="23783" y="36428"/>
                  </a:lnTo>
                  <a:lnTo>
                    <a:pt x="29432" y="37080"/>
                  </a:lnTo>
                  <a:lnTo>
                    <a:pt x="32531" y="37080"/>
                  </a:lnTo>
                  <a:lnTo>
                    <a:pt x="35765" y="36102"/>
                  </a:lnTo>
                  <a:lnTo>
                    <a:pt x="42281" y="33633"/>
                  </a:lnTo>
                  <a:lnTo>
                    <a:pt x="44832" y="32562"/>
                  </a:lnTo>
                  <a:lnTo>
                    <a:pt x="47566" y="30326"/>
                  </a:lnTo>
                  <a:lnTo>
                    <a:pt x="49252" y="27997"/>
                  </a:lnTo>
                  <a:lnTo>
                    <a:pt x="51074" y="23571"/>
                  </a:lnTo>
                  <a:lnTo>
                    <a:pt x="52350" y="19891"/>
                  </a:lnTo>
                  <a:lnTo>
                    <a:pt x="52897" y="18587"/>
                  </a:lnTo>
                  <a:lnTo>
                    <a:pt x="54901" y="16071"/>
                  </a:lnTo>
                  <a:lnTo>
                    <a:pt x="57909" y="12437"/>
                  </a:lnTo>
                  <a:lnTo>
                    <a:pt x="60278" y="9922"/>
                  </a:lnTo>
                  <a:lnTo>
                    <a:pt x="61371" y="8757"/>
                  </a:lnTo>
                  <a:lnTo>
                    <a:pt x="61508" y="8618"/>
                  </a:lnTo>
                  <a:lnTo>
                    <a:pt x="62282" y="7779"/>
                  </a:lnTo>
                  <a:lnTo>
                    <a:pt x="65472" y="4518"/>
                  </a:lnTo>
                  <a:lnTo>
                    <a:pt x="66747" y="3167"/>
                  </a:lnTo>
                  <a:lnTo>
                    <a:pt x="68980" y="838"/>
                  </a:lnTo>
                  <a:lnTo>
                    <a:pt x="69663" y="139"/>
                  </a:lnTo>
                  <a:lnTo>
                    <a:pt x="69800" y="0"/>
                  </a:lnTo>
                  <a:lnTo>
                    <a:pt x="70119" y="326"/>
                  </a:lnTo>
                  <a:lnTo>
                    <a:pt x="70347" y="559"/>
                  </a:lnTo>
                  <a:lnTo>
                    <a:pt x="70848" y="1024"/>
                  </a:lnTo>
                  <a:lnTo>
                    <a:pt x="71258" y="1444"/>
                  </a:lnTo>
                  <a:lnTo>
                    <a:pt x="71987" y="2142"/>
                  </a:lnTo>
                  <a:lnTo>
                    <a:pt x="72260" y="23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581078" y="2651887"/>
              <a:ext cx="449694" cy="615981"/>
            </a:xfrm>
            <a:custGeom>
              <a:avLst/>
              <a:pathLst>
                <a:path w="449694" h="615981">
                  <a:moveTo>
                    <a:pt x="216782" y="514801"/>
                  </a:moveTo>
                  <a:lnTo>
                    <a:pt x="216646" y="513869"/>
                  </a:lnTo>
                  <a:lnTo>
                    <a:pt x="216509" y="513077"/>
                  </a:lnTo>
                  <a:lnTo>
                    <a:pt x="216327" y="512378"/>
                  </a:lnTo>
                  <a:lnTo>
                    <a:pt x="216145" y="511680"/>
                  </a:lnTo>
                  <a:lnTo>
                    <a:pt x="215962" y="510841"/>
                  </a:lnTo>
                  <a:lnTo>
                    <a:pt x="215735" y="509909"/>
                  </a:lnTo>
                  <a:lnTo>
                    <a:pt x="215643" y="509257"/>
                  </a:lnTo>
                  <a:lnTo>
                    <a:pt x="215324" y="507440"/>
                  </a:lnTo>
                  <a:lnTo>
                    <a:pt x="215097" y="506043"/>
                  </a:lnTo>
                  <a:lnTo>
                    <a:pt x="214869" y="505204"/>
                  </a:lnTo>
                  <a:lnTo>
                    <a:pt x="214641" y="504552"/>
                  </a:lnTo>
                  <a:lnTo>
                    <a:pt x="214413" y="503993"/>
                  </a:lnTo>
                  <a:lnTo>
                    <a:pt x="214185" y="503294"/>
                  </a:lnTo>
                  <a:lnTo>
                    <a:pt x="214049" y="502782"/>
                  </a:lnTo>
                  <a:lnTo>
                    <a:pt x="213958" y="502083"/>
                  </a:lnTo>
                  <a:lnTo>
                    <a:pt x="213866" y="501617"/>
                  </a:lnTo>
                  <a:lnTo>
                    <a:pt x="213821" y="500965"/>
                  </a:lnTo>
                  <a:lnTo>
                    <a:pt x="213548" y="499707"/>
                  </a:lnTo>
                  <a:lnTo>
                    <a:pt x="213229" y="498822"/>
                  </a:lnTo>
                  <a:lnTo>
                    <a:pt x="213001" y="497937"/>
                  </a:lnTo>
                  <a:lnTo>
                    <a:pt x="212591" y="496540"/>
                  </a:lnTo>
                  <a:lnTo>
                    <a:pt x="212272" y="495375"/>
                  </a:lnTo>
                  <a:lnTo>
                    <a:pt x="211907" y="494164"/>
                  </a:lnTo>
                  <a:lnTo>
                    <a:pt x="211588" y="493372"/>
                  </a:lnTo>
                  <a:lnTo>
                    <a:pt x="211224" y="492860"/>
                  </a:lnTo>
                  <a:lnTo>
                    <a:pt x="210905" y="492487"/>
                  </a:lnTo>
                  <a:lnTo>
                    <a:pt x="210540" y="492114"/>
                  </a:lnTo>
                  <a:lnTo>
                    <a:pt x="210313" y="491974"/>
                  </a:lnTo>
                  <a:lnTo>
                    <a:pt x="209675" y="492114"/>
                  </a:lnTo>
                  <a:lnTo>
                    <a:pt x="208672" y="492394"/>
                  </a:lnTo>
                  <a:lnTo>
                    <a:pt x="208171" y="492533"/>
                  </a:lnTo>
                  <a:lnTo>
                    <a:pt x="207989" y="492580"/>
                  </a:lnTo>
                  <a:lnTo>
                    <a:pt x="207579" y="492487"/>
                  </a:lnTo>
                  <a:lnTo>
                    <a:pt x="207670" y="492301"/>
                  </a:lnTo>
                  <a:lnTo>
                    <a:pt x="207898" y="492207"/>
                  </a:lnTo>
                  <a:lnTo>
                    <a:pt x="208126" y="492114"/>
                  </a:lnTo>
                  <a:lnTo>
                    <a:pt x="208809" y="491835"/>
                  </a:lnTo>
                  <a:lnTo>
                    <a:pt x="210039" y="491462"/>
                  </a:lnTo>
                  <a:lnTo>
                    <a:pt x="210586" y="491322"/>
                  </a:lnTo>
                  <a:lnTo>
                    <a:pt x="210632" y="490856"/>
                  </a:lnTo>
                  <a:lnTo>
                    <a:pt x="210632" y="490484"/>
                  </a:lnTo>
                  <a:lnTo>
                    <a:pt x="210632" y="490158"/>
                  </a:lnTo>
                  <a:lnTo>
                    <a:pt x="210632" y="489738"/>
                  </a:lnTo>
                  <a:lnTo>
                    <a:pt x="210586" y="489319"/>
                  </a:lnTo>
                  <a:lnTo>
                    <a:pt x="210495" y="488900"/>
                  </a:lnTo>
                  <a:lnTo>
                    <a:pt x="210358" y="488667"/>
                  </a:lnTo>
                  <a:lnTo>
                    <a:pt x="210085" y="488294"/>
                  </a:lnTo>
                  <a:lnTo>
                    <a:pt x="209994" y="488061"/>
                  </a:lnTo>
                  <a:lnTo>
                    <a:pt x="209903" y="487875"/>
                  </a:lnTo>
                  <a:lnTo>
                    <a:pt x="209903" y="487549"/>
                  </a:lnTo>
                  <a:lnTo>
                    <a:pt x="209857" y="487269"/>
                  </a:lnTo>
                  <a:lnTo>
                    <a:pt x="209857" y="487037"/>
                  </a:lnTo>
                  <a:lnTo>
                    <a:pt x="209857" y="486804"/>
                  </a:lnTo>
                  <a:lnTo>
                    <a:pt x="209766" y="486524"/>
                  </a:lnTo>
                  <a:lnTo>
                    <a:pt x="209720" y="486198"/>
                  </a:lnTo>
                  <a:lnTo>
                    <a:pt x="209356" y="485546"/>
                  </a:lnTo>
                  <a:lnTo>
                    <a:pt x="209082" y="485406"/>
                  </a:lnTo>
                  <a:lnTo>
                    <a:pt x="208718" y="485406"/>
                  </a:lnTo>
                  <a:lnTo>
                    <a:pt x="208308" y="485406"/>
                  </a:lnTo>
                  <a:lnTo>
                    <a:pt x="207807" y="485220"/>
                  </a:lnTo>
                  <a:lnTo>
                    <a:pt x="207852" y="484987"/>
                  </a:lnTo>
                  <a:lnTo>
                    <a:pt x="208536" y="484894"/>
                  </a:lnTo>
                  <a:lnTo>
                    <a:pt x="208718" y="484847"/>
                  </a:lnTo>
                  <a:lnTo>
                    <a:pt x="208809" y="484288"/>
                  </a:lnTo>
                  <a:lnTo>
                    <a:pt x="208672" y="483682"/>
                  </a:lnTo>
                  <a:lnTo>
                    <a:pt x="206804" y="483822"/>
                  </a:lnTo>
                  <a:lnTo>
                    <a:pt x="206075" y="483822"/>
                  </a:lnTo>
                  <a:lnTo>
                    <a:pt x="203980" y="484195"/>
                  </a:lnTo>
                  <a:lnTo>
                    <a:pt x="203342" y="484009"/>
                  </a:lnTo>
                  <a:lnTo>
                    <a:pt x="203296" y="483450"/>
                  </a:lnTo>
                  <a:lnTo>
                    <a:pt x="203661" y="483263"/>
                  </a:lnTo>
                  <a:lnTo>
                    <a:pt x="204253" y="483217"/>
                  </a:lnTo>
                  <a:lnTo>
                    <a:pt x="206987" y="483030"/>
                  </a:lnTo>
                  <a:lnTo>
                    <a:pt x="207625" y="482797"/>
                  </a:lnTo>
                  <a:lnTo>
                    <a:pt x="207852" y="481959"/>
                  </a:lnTo>
                  <a:lnTo>
                    <a:pt x="207989" y="481027"/>
                  </a:lnTo>
                  <a:lnTo>
                    <a:pt x="207943" y="479536"/>
                  </a:lnTo>
                  <a:lnTo>
                    <a:pt x="207898" y="478139"/>
                  </a:lnTo>
                  <a:lnTo>
                    <a:pt x="207488" y="477347"/>
                  </a:lnTo>
                  <a:lnTo>
                    <a:pt x="207260" y="476928"/>
                  </a:lnTo>
                  <a:lnTo>
                    <a:pt x="207214" y="476648"/>
                  </a:lnTo>
                  <a:lnTo>
                    <a:pt x="207123" y="476089"/>
                  </a:lnTo>
                  <a:lnTo>
                    <a:pt x="207032" y="475763"/>
                  </a:lnTo>
                  <a:lnTo>
                    <a:pt x="206896" y="474925"/>
                  </a:lnTo>
                  <a:lnTo>
                    <a:pt x="206804" y="474552"/>
                  </a:lnTo>
                  <a:lnTo>
                    <a:pt x="206713" y="473993"/>
                  </a:lnTo>
                  <a:lnTo>
                    <a:pt x="206668" y="473807"/>
                  </a:lnTo>
                  <a:lnTo>
                    <a:pt x="206622" y="473667"/>
                  </a:lnTo>
                  <a:lnTo>
                    <a:pt x="206485" y="473061"/>
                  </a:lnTo>
                  <a:lnTo>
                    <a:pt x="206258" y="472269"/>
                  </a:lnTo>
                  <a:lnTo>
                    <a:pt x="206075" y="471524"/>
                  </a:lnTo>
                  <a:lnTo>
                    <a:pt x="205984" y="471291"/>
                  </a:lnTo>
                  <a:lnTo>
                    <a:pt x="205848" y="470592"/>
                  </a:lnTo>
                  <a:lnTo>
                    <a:pt x="205665" y="469987"/>
                  </a:lnTo>
                  <a:lnTo>
                    <a:pt x="205483" y="469335"/>
                  </a:lnTo>
                  <a:lnTo>
                    <a:pt x="205346" y="468776"/>
                  </a:lnTo>
                  <a:lnTo>
                    <a:pt x="205255" y="468543"/>
                  </a:lnTo>
                  <a:lnTo>
                    <a:pt x="205119" y="468077"/>
                  </a:lnTo>
                  <a:lnTo>
                    <a:pt x="204845" y="467331"/>
                  </a:lnTo>
                  <a:lnTo>
                    <a:pt x="204572" y="466586"/>
                  </a:lnTo>
                  <a:lnTo>
                    <a:pt x="204253" y="465608"/>
                  </a:lnTo>
                  <a:lnTo>
                    <a:pt x="203797" y="464257"/>
                  </a:lnTo>
                  <a:lnTo>
                    <a:pt x="203615" y="463791"/>
                  </a:lnTo>
                  <a:lnTo>
                    <a:pt x="203433" y="463325"/>
                  </a:lnTo>
                  <a:lnTo>
                    <a:pt x="203296" y="462859"/>
                  </a:lnTo>
                  <a:lnTo>
                    <a:pt x="202795" y="461276"/>
                  </a:lnTo>
                  <a:lnTo>
                    <a:pt x="202157" y="459226"/>
                  </a:lnTo>
                  <a:lnTo>
                    <a:pt x="201975" y="458713"/>
                  </a:lnTo>
                  <a:lnTo>
                    <a:pt x="201747" y="457921"/>
                  </a:lnTo>
                  <a:lnTo>
                    <a:pt x="201610" y="457502"/>
                  </a:lnTo>
                  <a:lnTo>
                    <a:pt x="200654" y="454474"/>
                  </a:lnTo>
                  <a:lnTo>
                    <a:pt x="199104" y="450235"/>
                  </a:lnTo>
                  <a:lnTo>
                    <a:pt x="199013" y="449816"/>
                  </a:lnTo>
                  <a:lnTo>
                    <a:pt x="198740" y="449397"/>
                  </a:lnTo>
                  <a:lnTo>
                    <a:pt x="198694" y="449210"/>
                  </a:lnTo>
                  <a:lnTo>
                    <a:pt x="198558" y="448931"/>
                  </a:lnTo>
                  <a:lnTo>
                    <a:pt x="198284" y="448744"/>
                  </a:lnTo>
                  <a:lnTo>
                    <a:pt x="198102" y="448558"/>
                  </a:lnTo>
                  <a:lnTo>
                    <a:pt x="197965" y="448325"/>
                  </a:lnTo>
                  <a:lnTo>
                    <a:pt x="197829" y="447952"/>
                  </a:lnTo>
                  <a:lnTo>
                    <a:pt x="197692" y="447720"/>
                  </a:lnTo>
                  <a:lnTo>
                    <a:pt x="197510" y="447533"/>
                  </a:lnTo>
                  <a:lnTo>
                    <a:pt x="197236" y="447254"/>
                  </a:lnTo>
                  <a:lnTo>
                    <a:pt x="196963" y="446974"/>
                  </a:lnTo>
                  <a:lnTo>
                    <a:pt x="196735" y="446602"/>
                  </a:lnTo>
                  <a:lnTo>
                    <a:pt x="196507" y="446136"/>
                  </a:lnTo>
                  <a:lnTo>
                    <a:pt x="196462" y="445763"/>
                  </a:lnTo>
                  <a:lnTo>
                    <a:pt x="196507" y="445437"/>
                  </a:lnTo>
                  <a:lnTo>
                    <a:pt x="196599" y="444971"/>
                  </a:lnTo>
                  <a:lnTo>
                    <a:pt x="196735" y="444645"/>
                  </a:lnTo>
                  <a:lnTo>
                    <a:pt x="196963" y="444365"/>
                  </a:lnTo>
                  <a:lnTo>
                    <a:pt x="197100" y="444226"/>
                  </a:lnTo>
                  <a:lnTo>
                    <a:pt x="197100" y="443993"/>
                  </a:lnTo>
                  <a:lnTo>
                    <a:pt x="197100" y="443806"/>
                  </a:lnTo>
                  <a:lnTo>
                    <a:pt x="196781" y="443480"/>
                  </a:lnTo>
                  <a:lnTo>
                    <a:pt x="196416" y="443387"/>
                  </a:lnTo>
                  <a:lnTo>
                    <a:pt x="195687" y="441990"/>
                  </a:lnTo>
                  <a:lnTo>
                    <a:pt x="195687" y="441710"/>
                  </a:lnTo>
                  <a:lnTo>
                    <a:pt x="195642" y="441198"/>
                  </a:lnTo>
                  <a:lnTo>
                    <a:pt x="195551" y="440918"/>
                  </a:lnTo>
                  <a:lnTo>
                    <a:pt x="195368" y="440639"/>
                  </a:lnTo>
                  <a:lnTo>
                    <a:pt x="195368" y="440080"/>
                  </a:lnTo>
                  <a:lnTo>
                    <a:pt x="195368" y="439660"/>
                  </a:lnTo>
                  <a:lnTo>
                    <a:pt x="195323" y="439241"/>
                  </a:lnTo>
                  <a:lnTo>
                    <a:pt x="195186" y="438915"/>
                  </a:lnTo>
                  <a:lnTo>
                    <a:pt x="194822" y="438496"/>
                  </a:lnTo>
                  <a:lnTo>
                    <a:pt x="194366" y="437890"/>
                  </a:lnTo>
                  <a:lnTo>
                    <a:pt x="194412" y="437564"/>
                  </a:lnTo>
                  <a:lnTo>
                    <a:pt x="194412" y="437331"/>
                  </a:lnTo>
                  <a:lnTo>
                    <a:pt x="194548" y="436959"/>
                  </a:lnTo>
                  <a:lnTo>
                    <a:pt x="194594" y="436726"/>
                  </a:lnTo>
                  <a:lnTo>
                    <a:pt x="194731" y="436400"/>
                  </a:lnTo>
                  <a:lnTo>
                    <a:pt x="195141" y="436213"/>
                  </a:lnTo>
                  <a:lnTo>
                    <a:pt x="195505" y="436120"/>
                  </a:lnTo>
                  <a:lnTo>
                    <a:pt x="195915" y="435747"/>
                  </a:lnTo>
                  <a:lnTo>
                    <a:pt x="195915" y="435235"/>
                  </a:lnTo>
                  <a:lnTo>
                    <a:pt x="195824" y="434862"/>
                  </a:lnTo>
                  <a:lnTo>
                    <a:pt x="195824" y="434723"/>
                  </a:lnTo>
                  <a:lnTo>
                    <a:pt x="195551" y="433884"/>
                  </a:lnTo>
                  <a:lnTo>
                    <a:pt x="193683" y="430297"/>
                  </a:lnTo>
                  <a:lnTo>
                    <a:pt x="193364" y="429924"/>
                  </a:lnTo>
                  <a:lnTo>
                    <a:pt x="193181" y="429924"/>
                  </a:lnTo>
                  <a:lnTo>
                    <a:pt x="192771" y="430157"/>
                  </a:lnTo>
                  <a:lnTo>
                    <a:pt x="192361" y="430111"/>
                  </a:lnTo>
                  <a:lnTo>
                    <a:pt x="191951" y="429878"/>
                  </a:lnTo>
                  <a:lnTo>
                    <a:pt x="191496" y="429645"/>
                  </a:lnTo>
                  <a:lnTo>
                    <a:pt x="191405" y="429086"/>
                  </a:lnTo>
                  <a:lnTo>
                    <a:pt x="191313" y="428853"/>
                  </a:lnTo>
                  <a:lnTo>
                    <a:pt x="191040" y="428573"/>
                  </a:lnTo>
                  <a:lnTo>
                    <a:pt x="190812" y="428387"/>
                  </a:lnTo>
                  <a:lnTo>
                    <a:pt x="190174" y="428154"/>
                  </a:lnTo>
                  <a:lnTo>
                    <a:pt x="189855" y="428061"/>
                  </a:lnTo>
                  <a:lnTo>
                    <a:pt x="189354" y="428014"/>
                  </a:lnTo>
                  <a:lnTo>
                    <a:pt x="188716" y="428014"/>
                  </a:lnTo>
                  <a:lnTo>
                    <a:pt x="188352" y="427921"/>
                  </a:lnTo>
                  <a:lnTo>
                    <a:pt x="187942" y="427968"/>
                  </a:lnTo>
                  <a:lnTo>
                    <a:pt x="187532" y="427968"/>
                  </a:lnTo>
                  <a:lnTo>
                    <a:pt x="187258" y="427782"/>
                  </a:lnTo>
                  <a:lnTo>
                    <a:pt x="187304" y="427316"/>
                  </a:lnTo>
                  <a:lnTo>
                    <a:pt x="187623" y="426850"/>
                  </a:lnTo>
                  <a:lnTo>
                    <a:pt x="188124" y="426337"/>
                  </a:lnTo>
                  <a:lnTo>
                    <a:pt x="188397" y="426058"/>
                  </a:lnTo>
                  <a:lnTo>
                    <a:pt x="188397" y="425732"/>
                  </a:lnTo>
                  <a:lnTo>
                    <a:pt x="188397" y="425359"/>
                  </a:lnTo>
                  <a:lnTo>
                    <a:pt x="188671" y="425033"/>
                  </a:lnTo>
                  <a:lnTo>
                    <a:pt x="188944" y="424986"/>
                  </a:lnTo>
                  <a:lnTo>
                    <a:pt x="189309" y="424940"/>
                  </a:lnTo>
                  <a:lnTo>
                    <a:pt x="189400" y="424754"/>
                  </a:lnTo>
                  <a:lnTo>
                    <a:pt x="189400" y="424474"/>
                  </a:lnTo>
                  <a:lnTo>
                    <a:pt x="189400" y="424148"/>
                  </a:lnTo>
                  <a:lnTo>
                    <a:pt x="189309" y="423868"/>
                  </a:lnTo>
                  <a:lnTo>
                    <a:pt x="189172" y="423636"/>
                  </a:lnTo>
                  <a:lnTo>
                    <a:pt x="188853" y="423403"/>
                  </a:lnTo>
                  <a:lnTo>
                    <a:pt x="188534" y="423216"/>
                  </a:lnTo>
                  <a:lnTo>
                    <a:pt x="188261" y="422983"/>
                  </a:lnTo>
                  <a:lnTo>
                    <a:pt x="188170" y="422797"/>
                  </a:lnTo>
                  <a:lnTo>
                    <a:pt x="188261" y="422657"/>
                  </a:lnTo>
                  <a:lnTo>
                    <a:pt x="188443" y="422424"/>
                  </a:lnTo>
                  <a:lnTo>
                    <a:pt x="188671" y="422191"/>
                  </a:lnTo>
                  <a:lnTo>
                    <a:pt x="188853" y="422052"/>
                  </a:lnTo>
                  <a:lnTo>
                    <a:pt x="188807" y="421865"/>
                  </a:lnTo>
                  <a:lnTo>
                    <a:pt x="188625" y="421819"/>
                  </a:lnTo>
                  <a:lnTo>
                    <a:pt x="188489" y="421586"/>
                  </a:lnTo>
                  <a:lnTo>
                    <a:pt x="188580" y="421446"/>
                  </a:lnTo>
                  <a:lnTo>
                    <a:pt x="188807" y="421213"/>
                  </a:lnTo>
                  <a:lnTo>
                    <a:pt x="188944" y="421027"/>
                  </a:lnTo>
                  <a:lnTo>
                    <a:pt x="189126" y="420840"/>
                  </a:lnTo>
                  <a:lnTo>
                    <a:pt x="189309" y="420840"/>
                  </a:lnTo>
                  <a:lnTo>
                    <a:pt x="189582" y="420747"/>
                  </a:lnTo>
                  <a:lnTo>
                    <a:pt x="189901" y="420701"/>
                  </a:lnTo>
                  <a:lnTo>
                    <a:pt x="190038" y="420654"/>
                  </a:lnTo>
                  <a:lnTo>
                    <a:pt x="190265" y="420608"/>
                  </a:lnTo>
                  <a:lnTo>
                    <a:pt x="190448" y="420561"/>
                  </a:lnTo>
                  <a:lnTo>
                    <a:pt x="190676" y="420421"/>
                  </a:lnTo>
                  <a:lnTo>
                    <a:pt x="190630" y="420235"/>
                  </a:lnTo>
                  <a:lnTo>
                    <a:pt x="190448" y="420095"/>
                  </a:lnTo>
                  <a:lnTo>
                    <a:pt x="190311" y="420095"/>
                  </a:lnTo>
                  <a:lnTo>
                    <a:pt x="190174" y="420049"/>
                  </a:lnTo>
                  <a:lnTo>
                    <a:pt x="189901" y="419955"/>
                  </a:lnTo>
                  <a:lnTo>
                    <a:pt x="189673" y="419816"/>
                  </a:lnTo>
                  <a:lnTo>
                    <a:pt x="189445" y="419676"/>
                  </a:lnTo>
                  <a:lnTo>
                    <a:pt x="189309" y="419583"/>
                  </a:lnTo>
                  <a:lnTo>
                    <a:pt x="189172" y="419490"/>
                  </a:lnTo>
                  <a:lnTo>
                    <a:pt x="189081" y="419210"/>
                  </a:lnTo>
                  <a:lnTo>
                    <a:pt x="188990" y="418837"/>
                  </a:lnTo>
                  <a:lnTo>
                    <a:pt x="188944" y="418604"/>
                  </a:lnTo>
                  <a:lnTo>
                    <a:pt x="188625" y="418325"/>
                  </a:lnTo>
                  <a:lnTo>
                    <a:pt x="188397" y="418092"/>
                  </a:lnTo>
                  <a:lnTo>
                    <a:pt x="188079" y="417952"/>
                  </a:lnTo>
                  <a:lnTo>
                    <a:pt x="187851" y="417906"/>
                  </a:lnTo>
                  <a:lnTo>
                    <a:pt x="187213" y="418185"/>
                  </a:lnTo>
                  <a:lnTo>
                    <a:pt x="186621" y="418185"/>
                  </a:lnTo>
                  <a:lnTo>
                    <a:pt x="186256" y="418045"/>
                  </a:lnTo>
                  <a:lnTo>
                    <a:pt x="185983" y="417766"/>
                  </a:lnTo>
                  <a:lnTo>
                    <a:pt x="185800" y="417673"/>
                  </a:lnTo>
                  <a:lnTo>
                    <a:pt x="185436" y="417207"/>
                  </a:lnTo>
                  <a:lnTo>
                    <a:pt x="185527" y="416881"/>
                  </a:lnTo>
                  <a:lnTo>
                    <a:pt x="185755" y="416648"/>
                  </a:lnTo>
                  <a:lnTo>
                    <a:pt x="185983" y="416462"/>
                  </a:lnTo>
                  <a:lnTo>
                    <a:pt x="186210" y="416275"/>
                  </a:lnTo>
                  <a:lnTo>
                    <a:pt x="186347" y="415996"/>
                  </a:lnTo>
                  <a:lnTo>
                    <a:pt x="186621" y="415576"/>
                  </a:lnTo>
                  <a:lnTo>
                    <a:pt x="187213" y="415437"/>
                  </a:lnTo>
                  <a:lnTo>
                    <a:pt x="187760" y="415949"/>
                  </a:lnTo>
                  <a:lnTo>
                    <a:pt x="187942" y="416182"/>
                  </a:lnTo>
                  <a:lnTo>
                    <a:pt x="188352" y="416601"/>
                  </a:lnTo>
                  <a:lnTo>
                    <a:pt x="188534" y="416368"/>
                  </a:lnTo>
                  <a:lnTo>
                    <a:pt x="188716" y="416089"/>
                  </a:lnTo>
                  <a:lnTo>
                    <a:pt x="188853" y="415903"/>
                  </a:lnTo>
                  <a:lnTo>
                    <a:pt x="189172" y="415576"/>
                  </a:lnTo>
                  <a:lnTo>
                    <a:pt x="189445" y="415297"/>
                  </a:lnTo>
                  <a:lnTo>
                    <a:pt x="189582" y="415017"/>
                  </a:lnTo>
                  <a:lnTo>
                    <a:pt x="189719" y="414598"/>
                  </a:lnTo>
                  <a:lnTo>
                    <a:pt x="189719" y="414179"/>
                  </a:lnTo>
                  <a:lnTo>
                    <a:pt x="189628" y="413667"/>
                  </a:lnTo>
                  <a:lnTo>
                    <a:pt x="189628" y="413527"/>
                  </a:lnTo>
                  <a:lnTo>
                    <a:pt x="189218" y="410266"/>
                  </a:lnTo>
                  <a:lnTo>
                    <a:pt x="187668" y="405794"/>
                  </a:lnTo>
                  <a:lnTo>
                    <a:pt x="185436" y="398107"/>
                  </a:lnTo>
                  <a:lnTo>
                    <a:pt x="182292" y="389955"/>
                  </a:lnTo>
                  <a:lnTo>
                    <a:pt x="178055" y="380126"/>
                  </a:lnTo>
                  <a:lnTo>
                    <a:pt x="173909" y="371927"/>
                  </a:lnTo>
                  <a:lnTo>
                    <a:pt x="168988" y="361539"/>
                  </a:lnTo>
                  <a:lnTo>
                    <a:pt x="167849" y="358651"/>
                  </a:lnTo>
                  <a:lnTo>
                    <a:pt x="167075" y="356648"/>
                  </a:lnTo>
                  <a:lnTo>
                    <a:pt x="166573" y="355343"/>
                  </a:lnTo>
                  <a:lnTo>
                    <a:pt x="166391" y="355017"/>
                  </a:lnTo>
                  <a:lnTo>
                    <a:pt x="166209" y="354505"/>
                  </a:lnTo>
                  <a:lnTo>
                    <a:pt x="165981" y="353946"/>
                  </a:lnTo>
                  <a:lnTo>
                    <a:pt x="165708" y="353247"/>
                  </a:lnTo>
                  <a:lnTo>
                    <a:pt x="165571" y="352921"/>
                  </a:lnTo>
                  <a:lnTo>
                    <a:pt x="165115" y="351710"/>
                  </a:lnTo>
                  <a:lnTo>
                    <a:pt x="164979" y="351337"/>
                  </a:lnTo>
                  <a:lnTo>
                    <a:pt x="163338" y="348262"/>
                  </a:lnTo>
                  <a:lnTo>
                    <a:pt x="162427" y="346306"/>
                  </a:lnTo>
                  <a:lnTo>
                    <a:pt x="161243" y="343045"/>
                  </a:lnTo>
                  <a:lnTo>
                    <a:pt x="160149" y="339691"/>
                  </a:lnTo>
                  <a:lnTo>
                    <a:pt x="159921" y="339085"/>
                  </a:lnTo>
                  <a:lnTo>
                    <a:pt x="159557" y="337874"/>
                  </a:lnTo>
                  <a:lnTo>
                    <a:pt x="158418" y="334846"/>
                  </a:lnTo>
                  <a:lnTo>
                    <a:pt x="155502" y="324737"/>
                  </a:lnTo>
                  <a:lnTo>
                    <a:pt x="154044" y="319939"/>
                  </a:lnTo>
                  <a:lnTo>
                    <a:pt x="150262" y="306803"/>
                  </a:lnTo>
                  <a:lnTo>
                    <a:pt x="148440" y="298883"/>
                  </a:lnTo>
                  <a:lnTo>
                    <a:pt x="148349" y="298464"/>
                  </a:lnTo>
                  <a:lnTo>
                    <a:pt x="147939" y="296787"/>
                  </a:lnTo>
                  <a:lnTo>
                    <a:pt x="144248" y="285514"/>
                  </a:lnTo>
                  <a:lnTo>
                    <a:pt x="142426" y="279737"/>
                  </a:lnTo>
                  <a:lnTo>
                    <a:pt x="142243" y="279132"/>
                  </a:lnTo>
                  <a:lnTo>
                    <a:pt x="141742" y="277874"/>
                  </a:lnTo>
                  <a:lnTo>
                    <a:pt x="141469" y="277175"/>
                  </a:lnTo>
                  <a:lnTo>
                    <a:pt x="141059" y="276243"/>
                  </a:lnTo>
                  <a:lnTo>
                    <a:pt x="139829" y="273215"/>
                  </a:lnTo>
                  <a:lnTo>
                    <a:pt x="137323" y="266135"/>
                  </a:lnTo>
                  <a:lnTo>
                    <a:pt x="136229" y="263107"/>
                  </a:lnTo>
                  <a:lnTo>
                    <a:pt x="135682" y="261523"/>
                  </a:lnTo>
                  <a:lnTo>
                    <a:pt x="134999" y="259846"/>
                  </a:lnTo>
                  <a:lnTo>
                    <a:pt x="134316" y="258122"/>
                  </a:lnTo>
                  <a:lnTo>
                    <a:pt x="133495" y="256072"/>
                  </a:lnTo>
                  <a:lnTo>
                    <a:pt x="132903" y="254628"/>
                  </a:lnTo>
                  <a:lnTo>
                    <a:pt x="132129" y="252672"/>
                  </a:lnTo>
                  <a:lnTo>
                    <a:pt x="131764" y="251787"/>
                  </a:lnTo>
                  <a:lnTo>
                    <a:pt x="131263" y="250436"/>
                  </a:lnTo>
                  <a:lnTo>
                    <a:pt x="130944" y="249784"/>
                  </a:lnTo>
                  <a:lnTo>
                    <a:pt x="130762" y="249364"/>
                  </a:lnTo>
                  <a:lnTo>
                    <a:pt x="130306" y="248293"/>
                  </a:lnTo>
                  <a:lnTo>
                    <a:pt x="129304" y="246010"/>
                  </a:lnTo>
                  <a:lnTo>
                    <a:pt x="128803" y="244939"/>
                  </a:lnTo>
                  <a:lnTo>
                    <a:pt x="128347" y="243914"/>
                  </a:lnTo>
                  <a:lnTo>
                    <a:pt x="128256" y="243728"/>
                  </a:lnTo>
                  <a:lnTo>
                    <a:pt x="128165" y="243495"/>
                  </a:lnTo>
                  <a:lnTo>
                    <a:pt x="128074" y="243308"/>
                  </a:lnTo>
                  <a:lnTo>
                    <a:pt x="127026" y="240886"/>
                  </a:lnTo>
                  <a:lnTo>
                    <a:pt x="126752" y="240327"/>
                  </a:lnTo>
                  <a:lnTo>
                    <a:pt x="126342" y="239535"/>
                  </a:lnTo>
                  <a:lnTo>
                    <a:pt x="125978" y="238836"/>
                  </a:lnTo>
                  <a:lnTo>
                    <a:pt x="125522" y="237998"/>
                  </a:lnTo>
                  <a:lnTo>
                    <a:pt x="125067" y="237113"/>
                  </a:lnTo>
                  <a:lnTo>
                    <a:pt x="124019" y="235156"/>
                  </a:lnTo>
                  <a:lnTo>
                    <a:pt x="122287" y="231988"/>
                  </a:lnTo>
                  <a:lnTo>
                    <a:pt x="117276" y="222113"/>
                  </a:lnTo>
                  <a:lnTo>
                    <a:pt x="116865" y="221321"/>
                  </a:lnTo>
                  <a:lnTo>
                    <a:pt x="115362" y="218386"/>
                  </a:lnTo>
                  <a:lnTo>
                    <a:pt x="109530" y="207858"/>
                  </a:lnTo>
                  <a:lnTo>
                    <a:pt x="105794" y="201103"/>
                  </a:lnTo>
                  <a:lnTo>
                    <a:pt x="102878" y="195606"/>
                  </a:lnTo>
                  <a:lnTo>
                    <a:pt x="101693" y="194116"/>
                  </a:lnTo>
                  <a:lnTo>
                    <a:pt x="101420" y="193789"/>
                  </a:lnTo>
                  <a:lnTo>
                    <a:pt x="99780" y="191647"/>
                  </a:lnTo>
                  <a:lnTo>
                    <a:pt x="97411" y="186755"/>
                  </a:lnTo>
                  <a:lnTo>
                    <a:pt x="94859" y="183401"/>
                  </a:lnTo>
                  <a:lnTo>
                    <a:pt x="93037" y="180792"/>
                  </a:lnTo>
                  <a:lnTo>
                    <a:pt x="92809" y="180327"/>
                  </a:lnTo>
                  <a:lnTo>
                    <a:pt x="92399" y="179628"/>
                  </a:lnTo>
                  <a:lnTo>
                    <a:pt x="92353" y="179442"/>
                  </a:lnTo>
                  <a:lnTo>
                    <a:pt x="91806" y="178324"/>
                  </a:lnTo>
                  <a:lnTo>
                    <a:pt x="91169" y="177019"/>
                  </a:lnTo>
                  <a:lnTo>
                    <a:pt x="89574" y="174271"/>
                  </a:lnTo>
                  <a:lnTo>
                    <a:pt x="87843" y="171429"/>
                  </a:lnTo>
                  <a:lnTo>
                    <a:pt x="84790" y="167982"/>
                  </a:lnTo>
                  <a:lnTo>
                    <a:pt x="81920" y="164069"/>
                  </a:lnTo>
                  <a:lnTo>
                    <a:pt x="80188" y="161320"/>
                  </a:lnTo>
                  <a:lnTo>
                    <a:pt x="79641" y="160342"/>
                  </a:lnTo>
                  <a:lnTo>
                    <a:pt x="79414" y="159923"/>
                  </a:lnTo>
                  <a:lnTo>
                    <a:pt x="78867" y="158898"/>
                  </a:lnTo>
                  <a:lnTo>
                    <a:pt x="78047" y="157035"/>
                  </a:lnTo>
                  <a:lnTo>
                    <a:pt x="76771" y="155264"/>
                  </a:lnTo>
                  <a:lnTo>
                    <a:pt x="75313" y="153401"/>
                  </a:lnTo>
                  <a:lnTo>
                    <a:pt x="74857" y="152702"/>
                  </a:lnTo>
                  <a:lnTo>
                    <a:pt x="74630" y="152563"/>
                  </a:lnTo>
                  <a:lnTo>
                    <a:pt x="74265" y="152097"/>
                  </a:lnTo>
                  <a:lnTo>
                    <a:pt x="73901" y="151631"/>
                  </a:lnTo>
                  <a:lnTo>
                    <a:pt x="73491" y="151025"/>
                  </a:lnTo>
                  <a:lnTo>
                    <a:pt x="73081" y="150000"/>
                  </a:lnTo>
                  <a:lnTo>
                    <a:pt x="72853" y="149581"/>
                  </a:lnTo>
                  <a:lnTo>
                    <a:pt x="72625" y="149162"/>
                  </a:lnTo>
                  <a:lnTo>
                    <a:pt x="71942" y="148044"/>
                  </a:lnTo>
                  <a:lnTo>
                    <a:pt x="71486" y="147299"/>
                  </a:lnTo>
                  <a:lnTo>
                    <a:pt x="70711" y="146087"/>
                  </a:lnTo>
                  <a:lnTo>
                    <a:pt x="70119" y="145109"/>
                  </a:lnTo>
                  <a:lnTo>
                    <a:pt x="69436" y="144084"/>
                  </a:lnTo>
                  <a:lnTo>
                    <a:pt x="68980" y="143385"/>
                  </a:lnTo>
                  <a:lnTo>
                    <a:pt x="68570" y="142780"/>
                  </a:lnTo>
                  <a:lnTo>
                    <a:pt x="68160" y="142407"/>
                  </a:lnTo>
                  <a:lnTo>
                    <a:pt x="67795" y="142034"/>
                  </a:lnTo>
                  <a:lnTo>
                    <a:pt x="67476" y="141755"/>
                  </a:lnTo>
                  <a:lnTo>
                    <a:pt x="67158" y="141475"/>
                  </a:lnTo>
                  <a:lnTo>
                    <a:pt x="66747" y="140963"/>
                  </a:lnTo>
                  <a:lnTo>
                    <a:pt x="66292" y="140404"/>
                  </a:lnTo>
                  <a:lnTo>
                    <a:pt x="65973" y="139985"/>
                  </a:lnTo>
                  <a:lnTo>
                    <a:pt x="65290" y="138774"/>
                  </a:lnTo>
                  <a:lnTo>
                    <a:pt x="65198" y="138587"/>
                  </a:lnTo>
                  <a:lnTo>
                    <a:pt x="65062" y="138075"/>
                  </a:lnTo>
                  <a:lnTo>
                    <a:pt x="64925" y="137749"/>
                  </a:lnTo>
                  <a:lnTo>
                    <a:pt x="64652" y="137423"/>
                  </a:lnTo>
                  <a:lnTo>
                    <a:pt x="64287" y="136957"/>
                  </a:lnTo>
                  <a:lnTo>
                    <a:pt x="63877" y="136398"/>
                  </a:lnTo>
                  <a:lnTo>
                    <a:pt x="63057" y="135466"/>
                  </a:lnTo>
                  <a:lnTo>
                    <a:pt x="62009" y="134395"/>
                  </a:lnTo>
                  <a:lnTo>
                    <a:pt x="61371" y="133649"/>
                  </a:lnTo>
                  <a:lnTo>
                    <a:pt x="60824" y="133044"/>
                  </a:lnTo>
                  <a:lnTo>
                    <a:pt x="60323" y="132485"/>
                  </a:lnTo>
                  <a:lnTo>
                    <a:pt x="58729" y="130342"/>
                  </a:lnTo>
                  <a:lnTo>
                    <a:pt x="58364" y="129876"/>
                  </a:lnTo>
                  <a:lnTo>
                    <a:pt x="58045" y="129410"/>
                  </a:lnTo>
                  <a:lnTo>
                    <a:pt x="56997" y="128339"/>
                  </a:lnTo>
                  <a:lnTo>
                    <a:pt x="56542" y="127920"/>
                  </a:lnTo>
                  <a:lnTo>
                    <a:pt x="56132" y="127640"/>
                  </a:lnTo>
                  <a:lnTo>
                    <a:pt x="55722" y="127547"/>
                  </a:lnTo>
                  <a:lnTo>
                    <a:pt x="55311" y="127640"/>
                  </a:lnTo>
                  <a:lnTo>
                    <a:pt x="55129" y="127733"/>
                  </a:lnTo>
                  <a:lnTo>
                    <a:pt x="54947" y="127780"/>
                  </a:lnTo>
                  <a:lnTo>
                    <a:pt x="54583" y="127780"/>
                  </a:lnTo>
                  <a:lnTo>
                    <a:pt x="54309" y="127687"/>
                  </a:lnTo>
                  <a:lnTo>
                    <a:pt x="54218" y="127500"/>
                  </a:lnTo>
                  <a:lnTo>
                    <a:pt x="53945" y="127454"/>
                  </a:lnTo>
                  <a:lnTo>
                    <a:pt x="53671" y="127547"/>
                  </a:lnTo>
                  <a:lnTo>
                    <a:pt x="53443" y="127640"/>
                  </a:lnTo>
                  <a:lnTo>
                    <a:pt x="53125" y="127640"/>
                  </a:lnTo>
                  <a:lnTo>
                    <a:pt x="52851" y="127593"/>
                  </a:lnTo>
                  <a:lnTo>
                    <a:pt x="52623" y="127547"/>
                  </a:lnTo>
                  <a:lnTo>
                    <a:pt x="52350" y="127267"/>
                  </a:lnTo>
                  <a:lnTo>
                    <a:pt x="52259" y="127081"/>
                  </a:lnTo>
                  <a:lnTo>
                    <a:pt x="52259" y="126895"/>
                  </a:lnTo>
                  <a:lnTo>
                    <a:pt x="52441" y="126755"/>
                  </a:lnTo>
                  <a:lnTo>
                    <a:pt x="52714" y="126662"/>
                  </a:lnTo>
                  <a:lnTo>
                    <a:pt x="53261" y="126615"/>
                  </a:lnTo>
                  <a:lnTo>
                    <a:pt x="53717" y="126569"/>
                  </a:lnTo>
                  <a:lnTo>
                    <a:pt x="53990" y="126522"/>
                  </a:lnTo>
                  <a:lnTo>
                    <a:pt x="54264" y="126382"/>
                  </a:lnTo>
                  <a:lnTo>
                    <a:pt x="54264" y="126242"/>
                  </a:lnTo>
                  <a:lnTo>
                    <a:pt x="54172" y="126010"/>
                  </a:lnTo>
                  <a:lnTo>
                    <a:pt x="54036" y="125730"/>
                  </a:lnTo>
                  <a:lnTo>
                    <a:pt x="53899" y="125311"/>
                  </a:lnTo>
                  <a:lnTo>
                    <a:pt x="53762" y="125078"/>
                  </a:lnTo>
                  <a:lnTo>
                    <a:pt x="53626" y="124938"/>
                  </a:lnTo>
                  <a:lnTo>
                    <a:pt x="53307" y="124752"/>
                  </a:lnTo>
                  <a:lnTo>
                    <a:pt x="52942" y="124612"/>
                  </a:lnTo>
                  <a:lnTo>
                    <a:pt x="52714" y="124565"/>
                  </a:lnTo>
                  <a:lnTo>
                    <a:pt x="52441" y="124565"/>
                  </a:lnTo>
                  <a:lnTo>
                    <a:pt x="51803" y="124426"/>
                  </a:lnTo>
                  <a:lnTo>
                    <a:pt x="51302" y="124006"/>
                  </a:lnTo>
                  <a:lnTo>
                    <a:pt x="51120" y="123727"/>
                  </a:lnTo>
                  <a:lnTo>
                    <a:pt x="50983" y="123587"/>
                  </a:lnTo>
                  <a:lnTo>
                    <a:pt x="50801" y="123261"/>
                  </a:lnTo>
                  <a:lnTo>
                    <a:pt x="50710" y="123075"/>
                  </a:lnTo>
                  <a:lnTo>
                    <a:pt x="50528" y="122935"/>
                  </a:lnTo>
                  <a:lnTo>
                    <a:pt x="50345" y="122982"/>
                  </a:lnTo>
                  <a:lnTo>
                    <a:pt x="50072" y="123075"/>
                  </a:lnTo>
                  <a:lnTo>
                    <a:pt x="49844" y="123215"/>
                  </a:lnTo>
                  <a:lnTo>
                    <a:pt x="49616" y="123354"/>
                  </a:lnTo>
                  <a:lnTo>
                    <a:pt x="49388" y="123447"/>
                  </a:lnTo>
                  <a:lnTo>
                    <a:pt x="49161" y="123494"/>
                  </a:lnTo>
                  <a:lnTo>
                    <a:pt x="48614" y="123494"/>
                  </a:lnTo>
                  <a:lnTo>
                    <a:pt x="48249" y="123308"/>
                  </a:lnTo>
                  <a:lnTo>
                    <a:pt x="48022" y="123354"/>
                  </a:lnTo>
                  <a:lnTo>
                    <a:pt x="48022" y="123541"/>
                  </a:lnTo>
                  <a:lnTo>
                    <a:pt x="48022" y="123727"/>
                  </a:lnTo>
                  <a:lnTo>
                    <a:pt x="48067" y="124053"/>
                  </a:lnTo>
                  <a:lnTo>
                    <a:pt x="48067" y="124379"/>
                  </a:lnTo>
                  <a:lnTo>
                    <a:pt x="47794" y="124659"/>
                  </a:lnTo>
                  <a:lnTo>
                    <a:pt x="47338" y="124892"/>
                  </a:lnTo>
                  <a:lnTo>
                    <a:pt x="46974" y="125171"/>
                  </a:lnTo>
                  <a:lnTo>
                    <a:pt x="46564" y="125171"/>
                  </a:lnTo>
                  <a:lnTo>
                    <a:pt x="46290" y="125078"/>
                  </a:lnTo>
                  <a:lnTo>
                    <a:pt x="46017" y="124892"/>
                  </a:lnTo>
                  <a:lnTo>
                    <a:pt x="45698" y="124659"/>
                  </a:lnTo>
                  <a:lnTo>
                    <a:pt x="45470" y="124519"/>
                  </a:lnTo>
                  <a:lnTo>
                    <a:pt x="45106" y="124472"/>
                  </a:lnTo>
                  <a:lnTo>
                    <a:pt x="44468" y="124426"/>
                  </a:lnTo>
                  <a:lnTo>
                    <a:pt x="43921" y="124472"/>
                  </a:lnTo>
                  <a:lnTo>
                    <a:pt x="43784" y="124659"/>
                  </a:lnTo>
                  <a:lnTo>
                    <a:pt x="43739" y="124938"/>
                  </a:lnTo>
                  <a:lnTo>
                    <a:pt x="43602" y="125078"/>
                  </a:lnTo>
                  <a:lnTo>
                    <a:pt x="43283" y="125218"/>
                  </a:lnTo>
                  <a:lnTo>
                    <a:pt x="42964" y="125264"/>
                  </a:lnTo>
                  <a:lnTo>
                    <a:pt x="42600" y="125311"/>
                  </a:lnTo>
                  <a:lnTo>
                    <a:pt x="42281" y="125451"/>
                  </a:lnTo>
                  <a:lnTo>
                    <a:pt x="42053" y="125637"/>
                  </a:lnTo>
                  <a:lnTo>
                    <a:pt x="41916" y="125870"/>
                  </a:lnTo>
                  <a:lnTo>
                    <a:pt x="41825" y="126056"/>
                  </a:lnTo>
                  <a:lnTo>
                    <a:pt x="41643" y="126196"/>
                  </a:lnTo>
                  <a:lnTo>
                    <a:pt x="41370" y="126336"/>
                  </a:lnTo>
                  <a:lnTo>
                    <a:pt x="41096" y="126429"/>
                  </a:lnTo>
                  <a:lnTo>
                    <a:pt x="40823" y="126336"/>
                  </a:lnTo>
                  <a:lnTo>
                    <a:pt x="40641" y="126196"/>
                  </a:lnTo>
                  <a:lnTo>
                    <a:pt x="40413" y="126103"/>
                  </a:lnTo>
                  <a:lnTo>
                    <a:pt x="40139" y="126149"/>
                  </a:lnTo>
                  <a:lnTo>
                    <a:pt x="40003" y="126336"/>
                  </a:lnTo>
                  <a:lnTo>
                    <a:pt x="39912" y="126569"/>
                  </a:lnTo>
                  <a:lnTo>
                    <a:pt x="39775" y="126801"/>
                  </a:lnTo>
                  <a:lnTo>
                    <a:pt x="39547" y="126848"/>
                  </a:lnTo>
                  <a:lnTo>
                    <a:pt x="39183" y="126848"/>
                  </a:lnTo>
                  <a:lnTo>
                    <a:pt x="38818" y="126755"/>
                  </a:lnTo>
                  <a:lnTo>
                    <a:pt x="38636" y="126755"/>
                  </a:lnTo>
                  <a:lnTo>
                    <a:pt x="38180" y="126475"/>
                  </a:lnTo>
                  <a:lnTo>
                    <a:pt x="37998" y="126289"/>
                  </a:lnTo>
                  <a:lnTo>
                    <a:pt x="37998" y="125870"/>
                  </a:lnTo>
                  <a:lnTo>
                    <a:pt x="37952" y="125497"/>
                  </a:lnTo>
                  <a:lnTo>
                    <a:pt x="37952" y="125311"/>
                  </a:lnTo>
                  <a:lnTo>
                    <a:pt x="37770" y="125031"/>
                  </a:lnTo>
                  <a:lnTo>
                    <a:pt x="37542" y="124985"/>
                  </a:lnTo>
                  <a:lnTo>
                    <a:pt x="37315" y="124985"/>
                  </a:lnTo>
                  <a:lnTo>
                    <a:pt x="37087" y="125311"/>
                  </a:lnTo>
                  <a:lnTo>
                    <a:pt x="36813" y="125683"/>
                  </a:lnTo>
                  <a:lnTo>
                    <a:pt x="36677" y="125963"/>
                  </a:lnTo>
                  <a:lnTo>
                    <a:pt x="36722" y="126103"/>
                  </a:lnTo>
                  <a:lnTo>
                    <a:pt x="36859" y="126242"/>
                  </a:lnTo>
                  <a:lnTo>
                    <a:pt x="37132" y="126429"/>
                  </a:lnTo>
                  <a:lnTo>
                    <a:pt x="37269" y="126615"/>
                  </a:lnTo>
                  <a:lnTo>
                    <a:pt x="37315" y="126755"/>
                  </a:lnTo>
                  <a:lnTo>
                    <a:pt x="37315" y="126941"/>
                  </a:lnTo>
                  <a:lnTo>
                    <a:pt x="37132" y="127034"/>
                  </a:lnTo>
                  <a:lnTo>
                    <a:pt x="36677" y="126848"/>
                  </a:lnTo>
                  <a:lnTo>
                    <a:pt x="36130" y="126429"/>
                  </a:lnTo>
                  <a:lnTo>
                    <a:pt x="35857" y="126242"/>
                  </a:lnTo>
                  <a:lnTo>
                    <a:pt x="35674" y="126289"/>
                  </a:lnTo>
                  <a:lnTo>
                    <a:pt x="35492" y="126429"/>
                  </a:lnTo>
                  <a:lnTo>
                    <a:pt x="35310" y="126801"/>
                  </a:lnTo>
                  <a:lnTo>
                    <a:pt x="35264" y="127267"/>
                  </a:lnTo>
                  <a:lnTo>
                    <a:pt x="35173" y="127640"/>
                  </a:lnTo>
                  <a:lnTo>
                    <a:pt x="35128" y="127826"/>
                  </a:lnTo>
                  <a:lnTo>
                    <a:pt x="34991" y="128106"/>
                  </a:lnTo>
                  <a:lnTo>
                    <a:pt x="34672" y="128246"/>
                  </a:lnTo>
                  <a:lnTo>
                    <a:pt x="34353" y="128152"/>
                  </a:lnTo>
                  <a:lnTo>
                    <a:pt x="34080" y="128059"/>
                  </a:lnTo>
                  <a:lnTo>
                    <a:pt x="33670" y="127966"/>
                  </a:lnTo>
                  <a:lnTo>
                    <a:pt x="33442" y="127966"/>
                  </a:lnTo>
                  <a:lnTo>
                    <a:pt x="33077" y="128013"/>
                  </a:lnTo>
                  <a:lnTo>
                    <a:pt x="32303" y="128152"/>
                  </a:lnTo>
                  <a:lnTo>
                    <a:pt x="31756" y="128479"/>
                  </a:lnTo>
                  <a:lnTo>
                    <a:pt x="31255" y="128758"/>
                  </a:lnTo>
                  <a:lnTo>
                    <a:pt x="30936" y="128851"/>
                  </a:lnTo>
                  <a:lnTo>
                    <a:pt x="30435" y="128805"/>
                  </a:lnTo>
                  <a:lnTo>
                    <a:pt x="30253" y="128525"/>
                  </a:lnTo>
                  <a:lnTo>
                    <a:pt x="30116" y="128013"/>
                  </a:lnTo>
                  <a:lnTo>
                    <a:pt x="30070" y="127407"/>
                  </a:lnTo>
                  <a:lnTo>
                    <a:pt x="30025" y="127034"/>
                  </a:lnTo>
                  <a:lnTo>
                    <a:pt x="29888" y="126755"/>
                  </a:lnTo>
                  <a:lnTo>
                    <a:pt x="29387" y="126429"/>
                  </a:lnTo>
                  <a:lnTo>
                    <a:pt x="28795" y="126056"/>
                  </a:lnTo>
                  <a:lnTo>
                    <a:pt x="28293" y="125777"/>
                  </a:lnTo>
                  <a:lnTo>
                    <a:pt x="27838" y="125404"/>
                  </a:lnTo>
                  <a:lnTo>
                    <a:pt x="27519" y="125031"/>
                  </a:lnTo>
                  <a:lnTo>
                    <a:pt x="27428" y="124659"/>
                  </a:lnTo>
                  <a:lnTo>
                    <a:pt x="27337" y="124100"/>
                  </a:lnTo>
                  <a:lnTo>
                    <a:pt x="27245" y="123867"/>
                  </a:lnTo>
                  <a:lnTo>
                    <a:pt x="26881" y="123447"/>
                  </a:lnTo>
                  <a:lnTo>
                    <a:pt x="26380" y="123075"/>
                  </a:lnTo>
                  <a:lnTo>
                    <a:pt x="25970" y="122795"/>
                  </a:lnTo>
                  <a:lnTo>
                    <a:pt x="25651" y="122749"/>
                  </a:lnTo>
                  <a:lnTo>
                    <a:pt x="25514" y="122702"/>
                  </a:lnTo>
                  <a:lnTo>
                    <a:pt x="25241" y="122749"/>
                  </a:lnTo>
                  <a:lnTo>
                    <a:pt x="25195" y="122888"/>
                  </a:lnTo>
                  <a:lnTo>
                    <a:pt x="25286" y="123075"/>
                  </a:lnTo>
                  <a:lnTo>
                    <a:pt x="25332" y="123215"/>
                  </a:lnTo>
                  <a:lnTo>
                    <a:pt x="25332" y="123587"/>
                  </a:lnTo>
                  <a:lnTo>
                    <a:pt x="25104" y="123820"/>
                  </a:lnTo>
                  <a:lnTo>
                    <a:pt x="24740" y="124006"/>
                  </a:lnTo>
                  <a:lnTo>
                    <a:pt x="24193" y="123960"/>
                  </a:lnTo>
                  <a:lnTo>
                    <a:pt x="23965" y="124006"/>
                  </a:lnTo>
                  <a:lnTo>
                    <a:pt x="23646" y="124006"/>
                  </a:lnTo>
                  <a:lnTo>
                    <a:pt x="23327" y="124193"/>
                  </a:lnTo>
                  <a:lnTo>
                    <a:pt x="23008" y="124426"/>
                  </a:lnTo>
                  <a:lnTo>
                    <a:pt x="22826" y="124565"/>
                  </a:lnTo>
                  <a:lnTo>
                    <a:pt x="22279" y="124752"/>
                  </a:lnTo>
                  <a:lnTo>
                    <a:pt x="21505" y="124752"/>
                  </a:lnTo>
                  <a:lnTo>
                    <a:pt x="20502" y="124612"/>
                  </a:lnTo>
                  <a:lnTo>
                    <a:pt x="19682" y="124426"/>
                  </a:lnTo>
                  <a:lnTo>
                    <a:pt x="19044" y="124286"/>
                  </a:lnTo>
                  <a:lnTo>
                    <a:pt x="18817" y="124100"/>
                  </a:lnTo>
                  <a:lnTo>
                    <a:pt x="18589" y="123774"/>
                  </a:lnTo>
                  <a:lnTo>
                    <a:pt x="18270" y="123354"/>
                  </a:lnTo>
                  <a:lnTo>
                    <a:pt x="17860" y="122888"/>
                  </a:lnTo>
                  <a:lnTo>
                    <a:pt x="17769" y="122516"/>
                  </a:lnTo>
                  <a:lnTo>
                    <a:pt x="17586" y="122190"/>
                  </a:lnTo>
                  <a:lnTo>
                    <a:pt x="17222" y="121910"/>
                  </a:lnTo>
                  <a:lnTo>
                    <a:pt x="17040" y="121677"/>
                  </a:lnTo>
                  <a:lnTo>
                    <a:pt x="17040" y="121444"/>
                  </a:lnTo>
                  <a:lnTo>
                    <a:pt x="16948" y="121258"/>
                  </a:lnTo>
                  <a:lnTo>
                    <a:pt x="16721" y="120932"/>
                  </a:lnTo>
                  <a:lnTo>
                    <a:pt x="16584" y="120513"/>
                  </a:lnTo>
                  <a:lnTo>
                    <a:pt x="16447" y="119674"/>
                  </a:lnTo>
                  <a:lnTo>
                    <a:pt x="16311" y="119301"/>
                  </a:lnTo>
                  <a:lnTo>
                    <a:pt x="16083" y="119255"/>
                  </a:lnTo>
                  <a:lnTo>
                    <a:pt x="15946" y="119115"/>
                  </a:lnTo>
                  <a:lnTo>
                    <a:pt x="15901" y="118929"/>
                  </a:lnTo>
                  <a:lnTo>
                    <a:pt x="16083" y="118836"/>
                  </a:lnTo>
                  <a:lnTo>
                    <a:pt x="16402" y="118696"/>
                  </a:lnTo>
                  <a:lnTo>
                    <a:pt x="16675" y="118463"/>
                  </a:lnTo>
                  <a:lnTo>
                    <a:pt x="16538" y="118416"/>
                  </a:lnTo>
                  <a:lnTo>
                    <a:pt x="16402" y="118370"/>
                  </a:lnTo>
                  <a:lnTo>
                    <a:pt x="16219" y="118230"/>
                  </a:lnTo>
                  <a:lnTo>
                    <a:pt x="16128" y="118044"/>
                  </a:lnTo>
                  <a:lnTo>
                    <a:pt x="15946" y="117904"/>
                  </a:lnTo>
                  <a:lnTo>
                    <a:pt x="15582" y="117671"/>
                  </a:lnTo>
                  <a:lnTo>
                    <a:pt x="15445" y="117485"/>
                  </a:lnTo>
                  <a:lnTo>
                    <a:pt x="15445" y="117298"/>
                  </a:lnTo>
                  <a:lnTo>
                    <a:pt x="15582" y="117159"/>
                  </a:lnTo>
                  <a:lnTo>
                    <a:pt x="15809" y="117112"/>
                  </a:lnTo>
                  <a:lnTo>
                    <a:pt x="16174" y="117112"/>
                  </a:lnTo>
                  <a:lnTo>
                    <a:pt x="16584" y="117205"/>
                  </a:lnTo>
                  <a:lnTo>
                    <a:pt x="17131" y="117345"/>
                  </a:lnTo>
                  <a:lnTo>
                    <a:pt x="17359" y="117438"/>
                  </a:lnTo>
                  <a:lnTo>
                    <a:pt x="17632" y="117578"/>
                  </a:lnTo>
                  <a:lnTo>
                    <a:pt x="17860" y="117671"/>
                  </a:lnTo>
                  <a:lnTo>
                    <a:pt x="17996" y="117671"/>
                  </a:lnTo>
                  <a:lnTo>
                    <a:pt x="18224" y="117671"/>
                  </a:lnTo>
                  <a:lnTo>
                    <a:pt x="18498" y="117718"/>
                  </a:lnTo>
                  <a:lnTo>
                    <a:pt x="18725" y="117718"/>
                  </a:lnTo>
                  <a:lnTo>
                    <a:pt x="18953" y="118044"/>
                  </a:lnTo>
                  <a:lnTo>
                    <a:pt x="19181" y="118044"/>
                  </a:lnTo>
                  <a:lnTo>
                    <a:pt x="19318" y="118090"/>
                  </a:lnTo>
                  <a:lnTo>
                    <a:pt x="19682" y="118230"/>
                  </a:lnTo>
                  <a:lnTo>
                    <a:pt x="19910" y="118323"/>
                  </a:lnTo>
                  <a:lnTo>
                    <a:pt x="20138" y="118323"/>
                  </a:lnTo>
                  <a:lnTo>
                    <a:pt x="20274" y="118323"/>
                  </a:lnTo>
                  <a:lnTo>
                    <a:pt x="20548" y="118370"/>
                  </a:lnTo>
                  <a:lnTo>
                    <a:pt x="20912" y="118323"/>
                  </a:lnTo>
                  <a:lnTo>
                    <a:pt x="21049" y="118230"/>
                  </a:lnTo>
                  <a:lnTo>
                    <a:pt x="21140" y="118090"/>
                  </a:lnTo>
                  <a:lnTo>
                    <a:pt x="21186" y="117811"/>
                  </a:lnTo>
                  <a:lnTo>
                    <a:pt x="21186" y="117671"/>
                  </a:lnTo>
                  <a:lnTo>
                    <a:pt x="21277" y="117391"/>
                  </a:lnTo>
                  <a:lnTo>
                    <a:pt x="21414" y="117159"/>
                  </a:lnTo>
                  <a:lnTo>
                    <a:pt x="21641" y="116972"/>
                  </a:lnTo>
                  <a:lnTo>
                    <a:pt x="21960" y="116879"/>
                  </a:lnTo>
                  <a:lnTo>
                    <a:pt x="22234" y="116926"/>
                  </a:lnTo>
                  <a:lnTo>
                    <a:pt x="22370" y="116926"/>
                  </a:lnTo>
                  <a:lnTo>
                    <a:pt x="22507" y="116832"/>
                  </a:lnTo>
                  <a:lnTo>
                    <a:pt x="22553" y="116693"/>
                  </a:lnTo>
                  <a:lnTo>
                    <a:pt x="22553" y="116553"/>
                  </a:lnTo>
                  <a:lnTo>
                    <a:pt x="22507" y="116180"/>
                  </a:lnTo>
                  <a:lnTo>
                    <a:pt x="22507" y="115761"/>
                  </a:lnTo>
                  <a:lnTo>
                    <a:pt x="22461" y="115435"/>
                  </a:lnTo>
                  <a:lnTo>
                    <a:pt x="22416" y="115155"/>
                  </a:lnTo>
                  <a:lnTo>
                    <a:pt x="22234" y="114969"/>
                  </a:lnTo>
                  <a:lnTo>
                    <a:pt x="22097" y="114690"/>
                  </a:lnTo>
                  <a:lnTo>
                    <a:pt x="22006" y="114364"/>
                  </a:lnTo>
                  <a:lnTo>
                    <a:pt x="21960" y="114037"/>
                  </a:lnTo>
                  <a:lnTo>
                    <a:pt x="21960" y="113805"/>
                  </a:lnTo>
                  <a:lnTo>
                    <a:pt x="22097" y="113618"/>
                  </a:lnTo>
                  <a:lnTo>
                    <a:pt x="22507" y="113339"/>
                  </a:lnTo>
                  <a:lnTo>
                    <a:pt x="22780" y="113246"/>
                  </a:lnTo>
                  <a:lnTo>
                    <a:pt x="22963" y="113199"/>
                  </a:lnTo>
                  <a:lnTo>
                    <a:pt x="23145" y="113292"/>
                  </a:lnTo>
                  <a:lnTo>
                    <a:pt x="23327" y="113246"/>
                  </a:lnTo>
                  <a:lnTo>
                    <a:pt x="23464" y="113199"/>
                  </a:lnTo>
                  <a:lnTo>
                    <a:pt x="23600" y="113059"/>
                  </a:lnTo>
                  <a:lnTo>
                    <a:pt x="23783" y="112966"/>
                  </a:lnTo>
                  <a:lnTo>
                    <a:pt x="23965" y="112966"/>
                  </a:lnTo>
                  <a:lnTo>
                    <a:pt x="24238" y="112966"/>
                  </a:lnTo>
                  <a:lnTo>
                    <a:pt x="24421" y="112780"/>
                  </a:lnTo>
                  <a:lnTo>
                    <a:pt x="24284" y="112733"/>
                  </a:lnTo>
                  <a:lnTo>
                    <a:pt x="24147" y="112640"/>
                  </a:lnTo>
                  <a:lnTo>
                    <a:pt x="24147" y="112454"/>
                  </a:lnTo>
                  <a:lnTo>
                    <a:pt x="24284" y="112314"/>
                  </a:lnTo>
                  <a:lnTo>
                    <a:pt x="24466" y="112174"/>
                  </a:lnTo>
                  <a:lnTo>
                    <a:pt x="24603" y="112127"/>
                  </a:lnTo>
                  <a:lnTo>
                    <a:pt x="25286" y="111848"/>
                  </a:lnTo>
                  <a:lnTo>
                    <a:pt x="25696" y="111662"/>
                  </a:lnTo>
                  <a:lnTo>
                    <a:pt x="25970" y="111708"/>
                  </a:lnTo>
                  <a:lnTo>
                    <a:pt x="26471" y="111941"/>
                  </a:lnTo>
                  <a:lnTo>
                    <a:pt x="26744" y="111988"/>
                  </a:lnTo>
                  <a:lnTo>
                    <a:pt x="26927" y="112034"/>
                  </a:lnTo>
                  <a:lnTo>
                    <a:pt x="27291" y="111988"/>
                  </a:lnTo>
                  <a:lnTo>
                    <a:pt x="27792" y="111801"/>
                  </a:lnTo>
                  <a:lnTo>
                    <a:pt x="27929" y="111522"/>
                  </a:lnTo>
                  <a:lnTo>
                    <a:pt x="27929" y="111103"/>
                  </a:lnTo>
                  <a:lnTo>
                    <a:pt x="27655" y="110730"/>
                  </a:lnTo>
                  <a:lnTo>
                    <a:pt x="27382" y="110590"/>
                  </a:lnTo>
                  <a:lnTo>
                    <a:pt x="27109" y="110357"/>
                  </a:lnTo>
                  <a:lnTo>
                    <a:pt x="26972" y="109798"/>
                  </a:lnTo>
                  <a:lnTo>
                    <a:pt x="26790" y="109193"/>
                  </a:lnTo>
                  <a:lnTo>
                    <a:pt x="26608" y="108168"/>
                  </a:lnTo>
                  <a:lnTo>
                    <a:pt x="26471" y="107329"/>
                  </a:lnTo>
                  <a:lnTo>
                    <a:pt x="26471" y="106817"/>
                  </a:lnTo>
                  <a:lnTo>
                    <a:pt x="26744" y="106491"/>
                  </a:lnTo>
                  <a:lnTo>
                    <a:pt x="26835" y="106258"/>
                  </a:lnTo>
                  <a:lnTo>
                    <a:pt x="26927" y="105978"/>
                  </a:lnTo>
                  <a:lnTo>
                    <a:pt x="26881" y="105513"/>
                  </a:lnTo>
                  <a:lnTo>
                    <a:pt x="26699" y="105093"/>
                  </a:lnTo>
                  <a:lnTo>
                    <a:pt x="26516" y="104581"/>
                  </a:lnTo>
                  <a:lnTo>
                    <a:pt x="26425" y="104395"/>
                  </a:lnTo>
                  <a:lnTo>
                    <a:pt x="26289" y="103603"/>
                  </a:lnTo>
                  <a:lnTo>
                    <a:pt x="25970" y="103230"/>
                  </a:lnTo>
                  <a:lnTo>
                    <a:pt x="25651" y="103090"/>
                  </a:lnTo>
                  <a:lnTo>
                    <a:pt x="25469" y="103044"/>
                  </a:lnTo>
                  <a:lnTo>
                    <a:pt x="25332" y="102857"/>
                  </a:lnTo>
                  <a:lnTo>
                    <a:pt x="25104" y="102857"/>
                  </a:lnTo>
                  <a:lnTo>
                    <a:pt x="25013" y="103044"/>
                  </a:lnTo>
                  <a:lnTo>
                    <a:pt x="25104" y="103183"/>
                  </a:lnTo>
                  <a:lnTo>
                    <a:pt x="25241" y="103509"/>
                  </a:lnTo>
                  <a:lnTo>
                    <a:pt x="25150" y="103696"/>
                  </a:lnTo>
                  <a:lnTo>
                    <a:pt x="24785" y="103742"/>
                  </a:lnTo>
                  <a:lnTo>
                    <a:pt x="24512" y="103649"/>
                  </a:lnTo>
                  <a:lnTo>
                    <a:pt x="24238" y="103742"/>
                  </a:lnTo>
                  <a:lnTo>
                    <a:pt x="23737" y="103882"/>
                  </a:lnTo>
                  <a:lnTo>
                    <a:pt x="23509" y="104022"/>
                  </a:lnTo>
                  <a:lnTo>
                    <a:pt x="23418" y="104255"/>
                  </a:lnTo>
                  <a:lnTo>
                    <a:pt x="23190" y="104348"/>
                  </a:lnTo>
                  <a:lnTo>
                    <a:pt x="22735" y="104488"/>
                  </a:lnTo>
                  <a:lnTo>
                    <a:pt x="22325" y="104627"/>
                  </a:lnTo>
                  <a:lnTo>
                    <a:pt x="21778" y="104627"/>
                  </a:lnTo>
                  <a:lnTo>
                    <a:pt x="21459" y="104534"/>
                  </a:lnTo>
                  <a:lnTo>
                    <a:pt x="21277" y="104441"/>
                  </a:lnTo>
                  <a:lnTo>
                    <a:pt x="21231" y="104208"/>
                  </a:lnTo>
                  <a:lnTo>
                    <a:pt x="21095" y="104162"/>
                  </a:lnTo>
                  <a:lnTo>
                    <a:pt x="20821" y="104208"/>
                  </a:lnTo>
                  <a:lnTo>
                    <a:pt x="20411" y="104301"/>
                  </a:lnTo>
                  <a:lnTo>
                    <a:pt x="20092" y="104488"/>
                  </a:lnTo>
                  <a:lnTo>
                    <a:pt x="19728" y="104534"/>
                  </a:lnTo>
                  <a:lnTo>
                    <a:pt x="19591" y="104441"/>
                  </a:lnTo>
                  <a:lnTo>
                    <a:pt x="19546" y="104115"/>
                  </a:lnTo>
                  <a:lnTo>
                    <a:pt x="19591" y="103836"/>
                  </a:lnTo>
                  <a:lnTo>
                    <a:pt x="19500" y="103556"/>
                  </a:lnTo>
                  <a:lnTo>
                    <a:pt x="19318" y="103603"/>
                  </a:lnTo>
                  <a:lnTo>
                    <a:pt x="19044" y="104068"/>
                  </a:lnTo>
                  <a:lnTo>
                    <a:pt x="18680" y="104348"/>
                  </a:lnTo>
                  <a:lnTo>
                    <a:pt x="17996" y="104534"/>
                  </a:lnTo>
                  <a:lnTo>
                    <a:pt x="17040" y="104627"/>
                  </a:lnTo>
                  <a:lnTo>
                    <a:pt x="16766" y="104627"/>
                  </a:lnTo>
                  <a:lnTo>
                    <a:pt x="16402" y="104534"/>
                  </a:lnTo>
                  <a:lnTo>
                    <a:pt x="16265" y="104395"/>
                  </a:lnTo>
                  <a:lnTo>
                    <a:pt x="16037" y="104301"/>
                  </a:lnTo>
                  <a:lnTo>
                    <a:pt x="15491" y="104068"/>
                  </a:lnTo>
                  <a:lnTo>
                    <a:pt x="14898" y="103789"/>
                  </a:lnTo>
                  <a:lnTo>
                    <a:pt x="14670" y="103789"/>
                  </a:lnTo>
                  <a:lnTo>
                    <a:pt x="14488" y="103975"/>
                  </a:lnTo>
                  <a:lnTo>
                    <a:pt x="14306" y="104162"/>
                  </a:lnTo>
                  <a:lnTo>
                    <a:pt x="13805" y="104674"/>
                  </a:lnTo>
                  <a:lnTo>
                    <a:pt x="13258" y="104907"/>
                  </a:lnTo>
                  <a:lnTo>
                    <a:pt x="12347" y="104907"/>
                  </a:lnTo>
                  <a:lnTo>
                    <a:pt x="11117" y="104627"/>
                  </a:lnTo>
                  <a:lnTo>
                    <a:pt x="10296" y="104581"/>
                  </a:lnTo>
                  <a:lnTo>
                    <a:pt x="9795" y="104534"/>
                  </a:lnTo>
                  <a:lnTo>
                    <a:pt x="8975" y="104395"/>
                  </a:lnTo>
                  <a:lnTo>
                    <a:pt x="8884" y="104068"/>
                  </a:lnTo>
                  <a:lnTo>
                    <a:pt x="8930" y="103742"/>
                  </a:lnTo>
                  <a:lnTo>
                    <a:pt x="8930" y="103509"/>
                  </a:lnTo>
                  <a:lnTo>
                    <a:pt x="8747" y="103416"/>
                  </a:lnTo>
                  <a:lnTo>
                    <a:pt x="8383" y="103370"/>
                  </a:lnTo>
                  <a:lnTo>
                    <a:pt x="8201" y="103416"/>
                  </a:lnTo>
                  <a:lnTo>
                    <a:pt x="8109" y="103649"/>
                  </a:lnTo>
                  <a:lnTo>
                    <a:pt x="8064" y="103929"/>
                  </a:lnTo>
                  <a:lnTo>
                    <a:pt x="7927" y="104115"/>
                  </a:lnTo>
                  <a:lnTo>
                    <a:pt x="7608" y="104255"/>
                  </a:lnTo>
                  <a:lnTo>
                    <a:pt x="7289" y="104162"/>
                  </a:lnTo>
                  <a:lnTo>
                    <a:pt x="7016" y="103836"/>
                  </a:lnTo>
                  <a:lnTo>
                    <a:pt x="6925" y="103370"/>
                  </a:lnTo>
                  <a:lnTo>
                    <a:pt x="6925" y="102624"/>
                  </a:lnTo>
                  <a:lnTo>
                    <a:pt x="6879" y="102112"/>
                  </a:lnTo>
                  <a:lnTo>
                    <a:pt x="6970" y="101739"/>
                  </a:lnTo>
                  <a:lnTo>
                    <a:pt x="7198" y="101553"/>
                  </a:lnTo>
                  <a:lnTo>
                    <a:pt x="7654" y="101460"/>
                  </a:lnTo>
                  <a:lnTo>
                    <a:pt x="7882" y="101460"/>
                  </a:lnTo>
                  <a:lnTo>
                    <a:pt x="8155" y="101367"/>
                  </a:lnTo>
                  <a:lnTo>
                    <a:pt x="8292" y="101273"/>
                  </a:lnTo>
                  <a:lnTo>
                    <a:pt x="8292" y="101087"/>
                  </a:lnTo>
                  <a:lnTo>
                    <a:pt x="8201" y="100901"/>
                  </a:lnTo>
                  <a:lnTo>
                    <a:pt x="8292" y="100668"/>
                  </a:lnTo>
                  <a:lnTo>
                    <a:pt x="8474" y="100481"/>
                  </a:lnTo>
                  <a:lnTo>
                    <a:pt x="8428" y="100342"/>
                  </a:lnTo>
                  <a:lnTo>
                    <a:pt x="8292" y="100202"/>
                  </a:lnTo>
                  <a:lnTo>
                    <a:pt x="7973" y="100062"/>
                  </a:lnTo>
                  <a:lnTo>
                    <a:pt x="7836" y="99922"/>
                  </a:lnTo>
                  <a:lnTo>
                    <a:pt x="7745" y="99690"/>
                  </a:lnTo>
                  <a:lnTo>
                    <a:pt x="7608" y="99457"/>
                  </a:lnTo>
                  <a:lnTo>
                    <a:pt x="7244" y="99317"/>
                  </a:lnTo>
                  <a:lnTo>
                    <a:pt x="7016" y="99317"/>
                  </a:lnTo>
                  <a:lnTo>
                    <a:pt x="6743" y="99084"/>
                  </a:lnTo>
                  <a:lnTo>
                    <a:pt x="6333" y="98944"/>
                  </a:lnTo>
                  <a:lnTo>
                    <a:pt x="5877" y="98991"/>
                  </a:lnTo>
                  <a:lnTo>
                    <a:pt x="5558" y="99084"/>
                  </a:lnTo>
                  <a:lnTo>
                    <a:pt x="5239" y="98991"/>
                  </a:lnTo>
                  <a:lnTo>
                    <a:pt x="5102" y="98758"/>
                  </a:lnTo>
                  <a:lnTo>
                    <a:pt x="4966" y="98432"/>
                  </a:lnTo>
                  <a:lnTo>
                    <a:pt x="4875" y="98152"/>
                  </a:lnTo>
                  <a:lnTo>
                    <a:pt x="4875" y="97919"/>
                  </a:lnTo>
                  <a:lnTo>
                    <a:pt x="5057" y="97733"/>
                  </a:lnTo>
                  <a:lnTo>
                    <a:pt x="5330" y="97593"/>
                  </a:lnTo>
                  <a:lnTo>
                    <a:pt x="5604" y="97593"/>
                  </a:lnTo>
                  <a:lnTo>
                    <a:pt x="5877" y="97593"/>
                  </a:lnTo>
                  <a:lnTo>
                    <a:pt x="6150" y="97593"/>
                  </a:lnTo>
                  <a:lnTo>
                    <a:pt x="6333" y="97500"/>
                  </a:lnTo>
                  <a:lnTo>
                    <a:pt x="6560" y="97360"/>
                  </a:lnTo>
                  <a:lnTo>
                    <a:pt x="6788" y="97174"/>
                  </a:lnTo>
                  <a:lnTo>
                    <a:pt x="6879" y="96894"/>
                  </a:lnTo>
                  <a:lnTo>
                    <a:pt x="6788" y="96568"/>
                  </a:lnTo>
                  <a:lnTo>
                    <a:pt x="6652" y="96009"/>
                  </a:lnTo>
                  <a:lnTo>
                    <a:pt x="6743" y="95544"/>
                  </a:lnTo>
                  <a:lnTo>
                    <a:pt x="7016" y="95357"/>
                  </a:lnTo>
                  <a:lnTo>
                    <a:pt x="7289" y="95311"/>
                  </a:lnTo>
                  <a:lnTo>
                    <a:pt x="7472" y="95264"/>
                  </a:lnTo>
                  <a:lnTo>
                    <a:pt x="7836" y="94985"/>
                  </a:lnTo>
                  <a:lnTo>
                    <a:pt x="8337" y="94658"/>
                  </a:lnTo>
                  <a:lnTo>
                    <a:pt x="9112" y="94146"/>
                  </a:lnTo>
                  <a:lnTo>
                    <a:pt x="9385" y="93913"/>
                  </a:lnTo>
                  <a:lnTo>
                    <a:pt x="9431" y="93680"/>
                  </a:lnTo>
                  <a:lnTo>
                    <a:pt x="9294" y="93494"/>
                  </a:lnTo>
                  <a:lnTo>
                    <a:pt x="8975" y="93354"/>
                  </a:lnTo>
                  <a:lnTo>
                    <a:pt x="8702" y="93261"/>
                  </a:lnTo>
                  <a:lnTo>
                    <a:pt x="8474" y="93121"/>
                  </a:lnTo>
                  <a:lnTo>
                    <a:pt x="8474" y="92981"/>
                  </a:lnTo>
                  <a:lnTo>
                    <a:pt x="8702" y="92795"/>
                  </a:lnTo>
                  <a:lnTo>
                    <a:pt x="9203" y="92609"/>
                  </a:lnTo>
                  <a:lnTo>
                    <a:pt x="9476" y="92469"/>
                  </a:lnTo>
                  <a:lnTo>
                    <a:pt x="9704" y="92283"/>
                  </a:lnTo>
                  <a:lnTo>
                    <a:pt x="10023" y="92189"/>
                  </a:lnTo>
                  <a:lnTo>
                    <a:pt x="10160" y="92050"/>
                  </a:lnTo>
                  <a:lnTo>
                    <a:pt x="10205" y="91770"/>
                  </a:lnTo>
                  <a:lnTo>
                    <a:pt x="10342" y="91444"/>
                  </a:lnTo>
                  <a:lnTo>
                    <a:pt x="10798" y="91025"/>
                  </a:lnTo>
                  <a:lnTo>
                    <a:pt x="11299" y="90792"/>
                  </a:lnTo>
                  <a:lnTo>
                    <a:pt x="12028" y="90606"/>
                  </a:lnTo>
                  <a:lnTo>
                    <a:pt x="12666" y="90699"/>
                  </a:lnTo>
                  <a:lnTo>
                    <a:pt x="12985" y="90978"/>
                  </a:lnTo>
                  <a:lnTo>
                    <a:pt x="13304" y="91304"/>
                  </a:lnTo>
                  <a:lnTo>
                    <a:pt x="13440" y="91584"/>
                  </a:lnTo>
                  <a:lnTo>
                    <a:pt x="13668" y="91724"/>
                  </a:lnTo>
                  <a:lnTo>
                    <a:pt x="13896" y="91584"/>
                  </a:lnTo>
                  <a:lnTo>
                    <a:pt x="14260" y="91351"/>
                  </a:lnTo>
                  <a:lnTo>
                    <a:pt x="14716" y="90839"/>
                  </a:lnTo>
                  <a:lnTo>
                    <a:pt x="14807" y="90699"/>
                  </a:lnTo>
                  <a:lnTo>
                    <a:pt x="14989" y="90326"/>
                  </a:lnTo>
                  <a:lnTo>
                    <a:pt x="15172" y="89721"/>
                  </a:lnTo>
                  <a:lnTo>
                    <a:pt x="15217" y="89208"/>
                  </a:lnTo>
                  <a:lnTo>
                    <a:pt x="15263" y="88649"/>
                  </a:lnTo>
                  <a:lnTo>
                    <a:pt x="15399" y="87997"/>
                  </a:lnTo>
                  <a:lnTo>
                    <a:pt x="15399" y="87811"/>
                  </a:lnTo>
                  <a:lnTo>
                    <a:pt x="15491" y="87065"/>
                  </a:lnTo>
                  <a:lnTo>
                    <a:pt x="15399" y="85947"/>
                  </a:lnTo>
                  <a:lnTo>
                    <a:pt x="15126" y="85109"/>
                  </a:lnTo>
                  <a:lnTo>
                    <a:pt x="15172" y="84596"/>
                  </a:lnTo>
                  <a:lnTo>
                    <a:pt x="15172" y="83898"/>
                  </a:lnTo>
                  <a:lnTo>
                    <a:pt x="14989" y="83292"/>
                  </a:lnTo>
                  <a:lnTo>
                    <a:pt x="14625" y="82547"/>
                  </a:lnTo>
                  <a:lnTo>
                    <a:pt x="13987" y="81149"/>
                  </a:lnTo>
                  <a:lnTo>
                    <a:pt x="13076" y="80078"/>
                  </a:lnTo>
                  <a:lnTo>
                    <a:pt x="12119" y="78960"/>
                  </a:lnTo>
                  <a:lnTo>
                    <a:pt x="11663" y="78168"/>
                  </a:lnTo>
                  <a:lnTo>
                    <a:pt x="11481" y="77422"/>
                  </a:lnTo>
                  <a:lnTo>
                    <a:pt x="11162" y="76724"/>
                  </a:lnTo>
                  <a:lnTo>
                    <a:pt x="10752" y="76165"/>
                  </a:lnTo>
                  <a:lnTo>
                    <a:pt x="10342" y="75652"/>
                  </a:lnTo>
                  <a:lnTo>
                    <a:pt x="9978" y="75279"/>
                  </a:lnTo>
                  <a:lnTo>
                    <a:pt x="9795" y="74907"/>
                  </a:lnTo>
                  <a:lnTo>
                    <a:pt x="9750" y="74441"/>
                  </a:lnTo>
                  <a:lnTo>
                    <a:pt x="9841" y="74022"/>
                  </a:lnTo>
                  <a:lnTo>
                    <a:pt x="9978" y="73602"/>
                  </a:lnTo>
                  <a:lnTo>
                    <a:pt x="9841" y="72997"/>
                  </a:lnTo>
                  <a:lnTo>
                    <a:pt x="9567" y="72531"/>
                  </a:lnTo>
                  <a:lnTo>
                    <a:pt x="9294" y="72065"/>
                  </a:lnTo>
                  <a:lnTo>
                    <a:pt x="9112" y="71832"/>
                  </a:lnTo>
                  <a:lnTo>
                    <a:pt x="8838" y="71087"/>
                  </a:lnTo>
                  <a:lnTo>
                    <a:pt x="8793" y="70668"/>
                  </a:lnTo>
                  <a:lnTo>
                    <a:pt x="8565" y="69829"/>
                  </a:lnTo>
                  <a:lnTo>
                    <a:pt x="8428" y="69270"/>
                  </a:lnTo>
                  <a:lnTo>
                    <a:pt x="8428" y="68618"/>
                  </a:lnTo>
                  <a:lnTo>
                    <a:pt x="8428" y="68338"/>
                  </a:lnTo>
                  <a:lnTo>
                    <a:pt x="8383" y="67966"/>
                  </a:lnTo>
                  <a:lnTo>
                    <a:pt x="8428" y="67640"/>
                  </a:lnTo>
                  <a:lnTo>
                    <a:pt x="8428" y="67360"/>
                  </a:lnTo>
                  <a:lnTo>
                    <a:pt x="8337" y="66894"/>
                  </a:lnTo>
                  <a:lnTo>
                    <a:pt x="8292" y="66568"/>
                  </a:lnTo>
                  <a:lnTo>
                    <a:pt x="8201" y="66149"/>
                  </a:lnTo>
                  <a:lnTo>
                    <a:pt x="8155" y="65869"/>
                  </a:lnTo>
                  <a:lnTo>
                    <a:pt x="8155" y="65543"/>
                  </a:lnTo>
                  <a:lnTo>
                    <a:pt x="8064" y="65404"/>
                  </a:lnTo>
                  <a:lnTo>
                    <a:pt x="7836" y="65264"/>
                  </a:lnTo>
                  <a:lnTo>
                    <a:pt x="7472" y="65078"/>
                  </a:lnTo>
                  <a:lnTo>
                    <a:pt x="7198" y="64938"/>
                  </a:lnTo>
                  <a:lnTo>
                    <a:pt x="7062" y="64705"/>
                  </a:lnTo>
                  <a:lnTo>
                    <a:pt x="6879" y="64612"/>
                  </a:lnTo>
                  <a:lnTo>
                    <a:pt x="6560" y="64565"/>
                  </a:lnTo>
                  <a:lnTo>
                    <a:pt x="6287" y="64565"/>
                  </a:lnTo>
                  <a:lnTo>
                    <a:pt x="6105" y="64519"/>
                  </a:lnTo>
                  <a:lnTo>
                    <a:pt x="5877" y="64286"/>
                  </a:lnTo>
                  <a:lnTo>
                    <a:pt x="5740" y="64286"/>
                  </a:lnTo>
                  <a:lnTo>
                    <a:pt x="5558" y="64379"/>
                  </a:lnTo>
                  <a:lnTo>
                    <a:pt x="5376" y="64379"/>
                  </a:lnTo>
                  <a:lnTo>
                    <a:pt x="5239" y="64332"/>
                  </a:lnTo>
                  <a:lnTo>
                    <a:pt x="5011" y="64192"/>
                  </a:lnTo>
                  <a:lnTo>
                    <a:pt x="4738" y="64053"/>
                  </a:lnTo>
                  <a:lnTo>
                    <a:pt x="4556" y="63913"/>
                  </a:lnTo>
                  <a:lnTo>
                    <a:pt x="4373" y="63680"/>
                  </a:lnTo>
                  <a:lnTo>
                    <a:pt x="4282" y="63447"/>
                  </a:lnTo>
                  <a:lnTo>
                    <a:pt x="4237" y="63168"/>
                  </a:lnTo>
                  <a:lnTo>
                    <a:pt x="4237" y="62935"/>
                  </a:lnTo>
                  <a:lnTo>
                    <a:pt x="4237" y="62702"/>
                  </a:lnTo>
                  <a:lnTo>
                    <a:pt x="4191" y="62469"/>
                  </a:lnTo>
                  <a:lnTo>
                    <a:pt x="3827" y="62236"/>
                  </a:lnTo>
                  <a:lnTo>
                    <a:pt x="3599" y="62003"/>
                  </a:lnTo>
                  <a:lnTo>
                    <a:pt x="3508" y="61537"/>
                  </a:lnTo>
                  <a:lnTo>
                    <a:pt x="3371" y="61211"/>
                  </a:lnTo>
                  <a:lnTo>
                    <a:pt x="3371" y="60885"/>
                  </a:lnTo>
                  <a:lnTo>
                    <a:pt x="3508" y="60652"/>
                  </a:lnTo>
                  <a:lnTo>
                    <a:pt x="3644" y="60466"/>
                  </a:lnTo>
                  <a:lnTo>
                    <a:pt x="3918" y="60373"/>
                  </a:lnTo>
                  <a:lnTo>
                    <a:pt x="4191" y="60466"/>
                  </a:lnTo>
                  <a:lnTo>
                    <a:pt x="4237" y="60326"/>
                  </a:lnTo>
                  <a:lnTo>
                    <a:pt x="4237" y="60093"/>
                  </a:lnTo>
                  <a:lnTo>
                    <a:pt x="4237" y="59907"/>
                  </a:lnTo>
                  <a:lnTo>
                    <a:pt x="4282" y="59627"/>
                  </a:lnTo>
                  <a:lnTo>
                    <a:pt x="4465" y="59255"/>
                  </a:lnTo>
                  <a:lnTo>
                    <a:pt x="4647" y="58975"/>
                  </a:lnTo>
                  <a:lnTo>
                    <a:pt x="4920" y="58882"/>
                  </a:lnTo>
                  <a:lnTo>
                    <a:pt x="5057" y="58835"/>
                  </a:lnTo>
                  <a:lnTo>
                    <a:pt x="5330" y="58789"/>
                  </a:lnTo>
                  <a:lnTo>
                    <a:pt x="5604" y="58695"/>
                  </a:lnTo>
                  <a:lnTo>
                    <a:pt x="5831" y="58602"/>
                  </a:lnTo>
                  <a:lnTo>
                    <a:pt x="6059" y="58416"/>
                  </a:lnTo>
                  <a:lnTo>
                    <a:pt x="6150" y="58276"/>
                  </a:lnTo>
                  <a:lnTo>
                    <a:pt x="6196" y="58136"/>
                  </a:lnTo>
                  <a:lnTo>
                    <a:pt x="6196" y="57857"/>
                  </a:lnTo>
                  <a:lnTo>
                    <a:pt x="6241" y="57717"/>
                  </a:lnTo>
                  <a:lnTo>
                    <a:pt x="6378" y="57484"/>
                  </a:lnTo>
                  <a:lnTo>
                    <a:pt x="6515" y="57298"/>
                  </a:lnTo>
                  <a:lnTo>
                    <a:pt x="6743" y="57018"/>
                  </a:lnTo>
                  <a:lnTo>
                    <a:pt x="6879" y="56832"/>
                  </a:lnTo>
                  <a:lnTo>
                    <a:pt x="6970" y="56646"/>
                  </a:lnTo>
                  <a:lnTo>
                    <a:pt x="7153" y="56553"/>
                  </a:lnTo>
                  <a:lnTo>
                    <a:pt x="7289" y="56506"/>
                  </a:lnTo>
                  <a:lnTo>
                    <a:pt x="7517" y="56459"/>
                  </a:lnTo>
                  <a:lnTo>
                    <a:pt x="7699" y="56366"/>
                  </a:lnTo>
                  <a:lnTo>
                    <a:pt x="7973" y="56133"/>
                  </a:lnTo>
                  <a:lnTo>
                    <a:pt x="8155" y="55900"/>
                  </a:lnTo>
                  <a:lnTo>
                    <a:pt x="8292" y="55668"/>
                  </a:lnTo>
                  <a:lnTo>
                    <a:pt x="8383" y="55481"/>
                  </a:lnTo>
                  <a:lnTo>
                    <a:pt x="8428" y="55295"/>
                  </a:lnTo>
                  <a:lnTo>
                    <a:pt x="8565" y="55155"/>
                  </a:lnTo>
                  <a:lnTo>
                    <a:pt x="8656" y="55015"/>
                  </a:lnTo>
                  <a:lnTo>
                    <a:pt x="8565" y="54782"/>
                  </a:lnTo>
                  <a:lnTo>
                    <a:pt x="8428" y="54782"/>
                  </a:lnTo>
                  <a:lnTo>
                    <a:pt x="8246" y="54550"/>
                  </a:lnTo>
                  <a:lnTo>
                    <a:pt x="8383" y="54177"/>
                  </a:lnTo>
                  <a:lnTo>
                    <a:pt x="8155" y="54084"/>
                  </a:lnTo>
                  <a:lnTo>
                    <a:pt x="7973" y="54037"/>
                  </a:lnTo>
                  <a:lnTo>
                    <a:pt x="7745" y="54037"/>
                  </a:lnTo>
                  <a:lnTo>
                    <a:pt x="7472" y="54037"/>
                  </a:lnTo>
                  <a:lnTo>
                    <a:pt x="7244" y="53851"/>
                  </a:lnTo>
                  <a:lnTo>
                    <a:pt x="7381" y="53758"/>
                  </a:lnTo>
                  <a:lnTo>
                    <a:pt x="7608" y="53618"/>
                  </a:lnTo>
                  <a:lnTo>
                    <a:pt x="7745" y="53525"/>
                  </a:lnTo>
                  <a:lnTo>
                    <a:pt x="8018" y="53338"/>
                  </a:lnTo>
                  <a:lnTo>
                    <a:pt x="8383" y="53059"/>
                  </a:lnTo>
                  <a:lnTo>
                    <a:pt x="8611" y="52872"/>
                  </a:lnTo>
                  <a:lnTo>
                    <a:pt x="8838" y="52733"/>
                  </a:lnTo>
                  <a:lnTo>
                    <a:pt x="9066" y="52640"/>
                  </a:lnTo>
                  <a:lnTo>
                    <a:pt x="9340" y="52546"/>
                  </a:lnTo>
                  <a:lnTo>
                    <a:pt x="9431" y="52360"/>
                  </a:lnTo>
                  <a:lnTo>
                    <a:pt x="9385" y="52174"/>
                  </a:lnTo>
                  <a:lnTo>
                    <a:pt x="9294" y="52034"/>
                  </a:lnTo>
                  <a:lnTo>
                    <a:pt x="9066" y="51848"/>
                  </a:lnTo>
                  <a:lnTo>
                    <a:pt x="8884" y="51615"/>
                  </a:lnTo>
                  <a:lnTo>
                    <a:pt x="8793" y="51382"/>
                  </a:lnTo>
                  <a:lnTo>
                    <a:pt x="8565" y="51102"/>
                  </a:lnTo>
                  <a:lnTo>
                    <a:pt x="8428" y="50916"/>
                  </a:lnTo>
                  <a:lnTo>
                    <a:pt x="8201" y="50497"/>
                  </a:lnTo>
                  <a:lnTo>
                    <a:pt x="7973" y="49984"/>
                  </a:lnTo>
                  <a:lnTo>
                    <a:pt x="7791" y="49705"/>
                  </a:lnTo>
                  <a:lnTo>
                    <a:pt x="7472" y="49239"/>
                  </a:lnTo>
                  <a:lnTo>
                    <a:pt x="7335" y="49053"/>
                  </a:lnTo>
                  <a:lnTo>
                    <a:pt x="7198" y="48820"/>
                  </a:lnTo>
                  <a:lnTo>
                    <a:pt x="7153" y="48494"/>
                  </a:lnTo>
                  <a:lnTo>
                    <a:pt x="7016" y="48121"/>
                  </a:lnTo>
                  <a:lnTo>
                    <a:pt x="6925" y="47841"/>
                  </a:lnTo>
                  <a:lnTo>
                    <a:pt x="6743" y="47608"/>
                  </a:lnTo>
                  <a:lnTo>
                    <a:pt x="6606" y="47422"/>
                  </a:lnTo>
                  <a:lnTo>
                    <a:pt x="6424" y="47376"/>
                  </a:lnTo>
                  <a:lnTo>
                    <a:pt x="6150" y="47515"/>
                  </a:lnTo>
                  <a:lnTo>
                    <a:pt x="6105" y="47702"/>
                  </a:lnTo>
                  <a:lnTo>
                    <a:pt x="6105" y="47888"/>
                  </a:lnTo>
                  <a:lnTo>
                    <a:pt x="6105" y="48167"/>
                  </a:lnTo>
                  <a:lnTo>
                    <a:pt x="6105" y="48447"/>
                  </a:lnTo>
                  <a:lnTo>
                    <a:pt x="6059" y="48680"/>
                  </a:lnTo>
                  <a:lnTo>
                    <a:pt x="5877" y="48820"/>
                  </a:lnTo>
                  <a:lnTo>
                    <a:pt x="5695" y="49006"/>
                  </a:lnTo>
                  <a:lnTo>
                    <a:pt x="5512" y="49053"/>
                  </a:lnTo>
                  <a:lnTo>
                    <a:pt x="5330" y="49053"/>
                  </a:lnTo>
                  <a:lnTo>
                    <a:pt x="5148" y="49146"/>
                  </a:lnTo>
                  <a:lnTo>
                    <a:pt x="4875" y="49146"/>
                  </a:lnTo>
                  <a:lnTo>
                    <a:pt x="4465" y="49146"/>
                  </a:lnTo>
                  <a:lnTo>
                    <a:pt x="3963" y="49192"/>
                  </a:lnTo>
                  <a:lnTo>
                    <a:pt x="3690" y="49239"/>
                  </a:lnTo>
                  <a:lnTo>
                    <a:pt x="3280" y="49192"/>
                  </a:lnTo>
                  <a:lnTo>
                    <a:pt x="3007" y="49053"/>
                  </a:lnTo>
                  <a:lnTo>
                    <a:pt x="2870" y="48959"/>
                  </a:lnTo>
                  <a:lnTo>
                    <a:pt x="2505" y="49099"/>
                  </a:lnTo>
                  <a:lnTo>
                    <a:pt x="2186" y="49192"/>
                  </a:lnTo>
                  <a:lnTo>
                    <a:pt x="1959" y="49192"/>
                  </a:lnTo>
                  <a:lnTo>
                    <a:pt x="1594" y="49146"/>
                  </a:lnTo>
                  <a:lnTo>
                    <a:pt x="1230" y="49239"/>
                  </a:lnTo>
                  <a:lnTo>
                    <a:pt x="1002" y="49332"/>
                  </a:lnTo>
                  <a:lnTo>
                    <a:pt x="820" y="49425"/>
                  </a:lnTo>
                  <a:lnTo>
                    <a:pt x="546" y="49518"/>
                  </a:lnTo>
                  <a:lnTo>
                    <a:pt x="410" y="49658"/>
                  </a:lnTo>
                  <a:lnTo>
                    <a:pt x="318" y="49938"/>
                  </a:lnTo>
                  <a:lnTo>
                    <a:pt x="136" y="50124"/>
                  </a:lnTo>
                  <a:lnTo>
                    <a:pt x="0" y="49938"/>
                  </a:lnTo>
                  <a:lnTo>
                    <a:pt x="0" y="49472"/>
                  </a:lnTo>
                  <a:lnTo>
                    <a:pt x="0" y="49099"/>
                  </a:lnTo>
                  <a:lnTo>
                    <a:pt x="91" y="48633"/>
                  </a:lnTo>
                  <a:lnTo>
                    <a:pt x="318" y="48074"/>
                  </a:lnTo>
                  <a:lnTo>
                    <a:pt x="728" y="47562"/>
                  </a:lnTo>
                  <a:lnTo>
                    <a:pt x="1321" y="46817"/>
                  </a:lnTo>
                  <a:lnTo>
                    <a:pt x="1822" y="45978"/>
                  </a:lnTo>
                  <a:lnTo>
                    <a:pt x="2186" y="45186"/>
                  </a:lnTo>
                  <a:lnTo>
                    <a:pt x="2642" y="44534"/>
                  </a:lnTo>
                  <a:lnTo>
                    <a:pt x="3052" y="43928"/>
                  </a:lnTo>
                  <a:lnTo>
                    <a:pt x="3872" y="42484"/>
                  </a:lnTo>
                  <a:lnTo>
                    <a:pt x="4692" y="41273"/>
                  </a:lnTo>
                  <a:lnTo>
                    <a:pt x="5148" y="40621"/>
                  </a:lnTo>
                  <a:lnTo>
                    <a:pt x="5330" y="40435"/>
                  </a:lnTo>
                  <a:lnTo>
                    <a:pt x="5604" y="40062"/>
                  </a:lnTo>
                  <a:lnTo>
                    <a:pt x="6241" y="39270"/>
                  </a:lnTo>
                  <a:lnTo>
                    <a:pt x="6606" y="38944"/>
                  </a:lnTo>
                  <a:lnTo>
                    <a:pt x="6970" y="38525"/>
                  </a:lnTo>
                  <a:lnTo>
                    <a:pt x="7107" y="38385"/>
                  </a:lnTo>
                  <a:lnTo>
                    <a:pt x="7745" y="37966"/>
                  </a:lnTo>
                  <a:lnTo>
                    <a:pt x="8292" y="37593"/>
                  </a:lnTo>
                  <a:lnTo>
                    <a:pt x="8838" y="37313"/>
                  </a:lnTo>
                  <a:lnTo>
                    <a:pt x="9340" y="37127"/>
                  </a:lnTo>
                  <a:lnTo>
                    <a:pt x="9932" y="36894"/>
                  </a:lnTo>
                  <a:lnTo>
                    <a:pt x="10069" y="36848"/>
                  </a:lnTo>
                  <a:lnTo>
                    <a:pt x="10615" y="36661"/>
                  </a:lnTo>
                  <a:lnTo>
                    <a:pt x="11253" y="36521"/>
                  </a:lnTo>
                  <a:lnTo>
                    <a:pt x="11846" y="36428"/>
                  </a:lnTo>
                  <a:lnTo>
                    <a:pt x="12483" y="36382"/>
                  </a:lnTo>
                  <a:lnTo>
                    <a:pt x="13076" y="36428"/>
                  </a:lnTo>
                  <a:lnTo>
                    <a:pt x="13622" y="36475"/>
                  </a:lnTo>
                  <a:lnTo>
                    <a:pt x="13896" y="36568"/>
                  </a:lnTo>
                  <a:lnTo>
                    <a:pt x="14124" y="36801"/>
                  </a:lnTo>
                  <a:lnTo>
                    <a:pt x="14443" y="37034"/>
                  </a:lnTo>
                  <a:lnTo>
                    <a:pt x="15035" y="37500"/>
                  </a:lnTo>
                  <a:lnTo>
                    <a:pt x="15399" y="37919"/>
                  </a:lnTo>
                  <a:lnTo>
                    <a:pt x="15673" y="38385"/>
                  </a:lnTo>
                  <a:lnTo>
                    <a:pt x="16037" y="38804"/>
                  </a:lnTo>
                  <a:lnTo>
                    <a:pt x="16128" y="39130"/>
                  </a:lnTo>
                  <a:lnTo>
                    <a:pt x="16128" y="39736"/>
                  </a:lnTo>
                  <a:lnTo>
                    <a:pt x="16174" y="40481"/>
                  </a:lnTo>
                  <a:lnTo>
                    <a:pt x="16265" y="40900"/>
                  </a:lnTo>
                  <a:lnTo>
                    <a:pt x="16447" y="41133"/>
                  </a:lnTo>
                  <a:lnTo>
                    <a:pt x="16675" y="41320"/>
                  </a:lnTo>
                  <a:lnTo>
                    <a:pt x="16857" y="41459"/>
                  </a:lnTo>
                  <a:lnTo>
                    <a:pt x="17313" y="41599"/>
                  </a:lnTo>
                  <a:lnTo>
                    <a:pt x="18179" y="41785"/>
                  </a:lnTo>
                  <a:lnTo>
                    <a:pt x="18361" y="41832"/>
                  </a:lnTo>
                  <a:lnTo>
                    <a:pt x="18862" y="41972"/>
                  </a:lnTo>
                  <a:lnTo>
                    <a:pt x="19363" y="42205"/>
                  </a:lnTo>
                  <a:lnTo>
                    <a:pt x="19682" y="42484"/>
                  </a:lnTo>
                  <a:lnTo>
                    <a:pt x="19956" y="42857"/>
                  </a:lnTo>
                  <a:lnTo>
                    <a:pt x="20183" y="43462"/>
                  </a:lnTo>
                  <a:lnTo>
                    <a:pt x="20274" y="43789"/>
                  </a:lnTo>
                  <a:lnTo>
                    <a:pt x="20548" y="44068"/>
                  </a:lnTo>
                  <a:lnTo>
                    <a:pt x="20639" y="44348"/>
                  </a:lnTo>
                  <a:lnTo>
                    <a:pt x="20821" y="44860"/>
                  </a:lnTo>
                  <a:lnTo>
                    <a:pt x="20958" y="45885"/>
                  </a:lnTo>
                  <a:lnTo>
                    <a:pt x="21140" y="46490"/>
                  </a:lnTo>
                  <a:lnTo>
                    <a:pt x="21505" y="46863"/>
                  </a:lnTo>
                  <a:lnTo>
                    <a:pt x="21960" y="47143"/>
                  </a:lnTo>
                  <a:lnTo>
                    <a:pt x="23099" y="47469"/>
                  </a:lnTo>
                  <a:lnTo>
                    <a:pt x="23737" y="47608"/>
                  </a:lnTo>
                  <a:lnTo>
                    <a:pt x="24147" y="47748"/>
                  </a:lnTo>
                  <a:lnTo>
                    <a:pt x="24694" y="47888"/>
                  </a:lnTo>
                  <a:lnTo>
                    <a:pt x="25195" y="47981"/>
                  </a:lnTo>
                  <a:lnTo>
                    <a:pt x="25833" y="47702"/>
                  </a:lnTo>
                  <a:lnTo>
                    <a:pt x="26198" y="47422"/>
                  </a:lnTo>
                  <a:lnTo>
                    <a:pt x="26471" y="47189"/>
                  </a:lnTo>
                  <a:lnTo>
                    <a:pt x="27564" y="46677"/>
                  </a:lnTo>
                  <a:lnTo>
                    <a:pt x="28248" y="46258"/>
                  </a:lnTo>
                  <a:lnTo>
                    <a:pt x="28703" y="45978"/>
                  </a:lnTo>
                  <a:lnTo>
                    <a:pt x="29660" y="45559"/>
                  </a:lnTo>
                  <a:lnTo>
                    <a:pt x="30526" y="45233"/>
                  </a:lnTo>
                  <a:lnTo>
                    <a:pt x="31392" y="45140"/>
                  </a:lnTo>
                  <a:lnTo>
                    <a:pt x="32166" y="45233"/>
                  </a:lnTo>
                  <a:lnTo>
                    <a:pt x="32667" y="45372"/>
                  </a:lnTo>
                  <a:lnTo>
                    <a:pt x="32941" y="45512"/>
                  </a:lnTo>
                  <a:lnTo>
                    <a:pt x="33260" y="45699"/>
                  </a:lnTo>
                  <a:lnTo>
                    <a:pt x="33624" y="46025"/>
                  </a:lnTo>
                  <a:lnTo>
                    <a:pt x="33852" y="46490"/>
                  </a:lnTo>
                  <a:lnTo>
                    <a:pt x="34399" y="46677"/>
                  </a:lnTo>
                  <a:lnTo>
                    <a:pt x="34854" y="46537"/>
                  </a:lnTo>
                  <a:lnTo>
                    <a:pt x="35765" y="45978"/>
                  </a:lnTo>
                  <a:lnTo>
                    <a:pt x="36449" y="45745"/>
                  </a:lnTo>
                  <a:lnTo>
                    <a:pt x="36950" y="45745"/>
                  </a:lnTo>
                  <a:lnTo>
                    <a:pt x="37315" y="45745"/>
                  </a:lnTo>
                  <a:lnTo>
                    <a:pt x="38408" y="46071"/>
                  </a:lnTo>
                  <a:lnTo>
                    <a:pt x="38590" y="46164"/>
                  </a:lnTo>
                  <a:lnTo>
                    <a:pt x="40276" y="47096"/>
                  </a:lnTo>
                  <a:lnTo>
                    <a:pt x="41370" y="47562"/>
                  </a:lnTo>
                  <a:lnTo>
                    <a:pt x="41597" y="47655"/>
                  </a:lnTo>
                  <a:lnTo>
                    <a:pt x="42418" y="47841"/>
                  </a:lnTo>
                  <a:lnTo>
                    <a:pt x="43010" y="47888"/>
                  </a:lnTo>
                  <a:lnTo>
                    <a:pt x="43147" y="47888"/>
                  </a:lnTo>
                  <a:lnTo>
                    <a:pt x="43648" y="47935"/>
                  </a:lnTo>
                  <a:lnTo>
                    <a:pt x="44103" y="47981"/>
                  </a:lnTo>
                  <a:lnTo>
                    <a:pt x="44787" y="48028"/>
                  </a:lnTo>
                  <a:lnTo>
                    <a:pt x="45379" y="48214"/>
                  </a:lnTo>
                  <a:lnTo>
                    <a:pt x="45971" y="48587"/>
                  </a:lnTo>
                  <a:lnTo>
                    <a:pt x="46518" y="48913"/>
                  </a:lnTo>
                  <a:lnTo>
                    <a:pt x="47201" y="49239"/>
                  </a:lnTo>
                  <a:lnTo>
                    <a:pt x="47338" y="49286"/>
                  </a:lnTo>
                  <a:lnTo>
                    <a:pt x="48386" y="49891"/>
                  </a:lnTo>
                  <a:lnTo>
                    <a:pt x="49161" y="50264"/>
                  </a:lnTo>
                  <a:lnTo>
                    <a:pt x="49707" y="50404"/>
                  </a:lnTo>
                  <a:lnTo>
                    <a:pt x="50209" y="50171"/>
                  </a:lnTo>
                  <a:lnTo>
                    <a:pt x="50391" y="49984"/>
                  </a:lnTo>
                  <a:lnTo>
                    <a:pt x="50436" y="49751"/>
                  </a:lnTo>
                  <a:lnTo>
                    <a:pt x="50391" y="49565"/>
                  </a:lnTo>
                  <a:lnTo>
                    <a:pt x="50209" y="48074"/>
                  </a:lnTo>
                  <a:lnTo>
                    <a:pt x="50436" y="47189"/>
                  </a:lnTo>
                  <a:lnTo>
                    <a:pt x="50755" y="46490"/>
                  </a:lnTo>
                  <a:lnTo>
                    <a:pt x="50938" y="46025"/>
                  </a:lnTo>
                  <a:lnTo>
                    <a:pt x="51074" y="45466"/>
                  </a:lnTo>
                  <a:lnTo>
                    <a:pt x="51211" y="45000"/>
                  </a:lnTo>
                  <a:lnTo>
                    <a:pt x="51120" y="44674"/>
                  </a:lnTo>
                  <a:lnTo>
                    <a:pt x="50983" y="44208"/>
                  </a:lnTo>
                  <a:lnTo>
                    <a:pt x="50619" y="43323"/>
                  </a:lnTo>
                  <a:lnTo>
                    <a:pt x="50163" y="42531"/>
                  </a:lnTo>
                  <a:lnTo>
                    <a:pt x="50026" y="42251"/>
                  </a:lnTo>
                  <a:lnTo>
                    <a:pt x="49844" y="41739"/>
                  </a:lnTo>
                  <a:lnTo>
                    <a:pt x="49844" y="41366"/>
                  </a:lnTo>
                  <a:lnTo>
                    <a:pt x="49890" y="40807"/>
                  </a:lnTo>
                  <a:lnTo>
                    <a:pt x="49981" y="40435"/>
                  </a:lnTo>
                  <a:lnTo>
                    <a:pt x="50117" y="40155"/>
                  </a:lnTo>
                  <a:lnTo>
                    <a:pt x="50345" y="39876"/>
                  </a:lnTo>
                  <a:lnTo>
                    <a:pt x="50573" y="39736"/>
                  </a:lnTo>
                  <a:lnTo>
                    <a:pt x="50801" y="39689"/>
                  </a:lnTo>
                  <a:lnTo>
                    <a:pt x="51165" y="39643"/>
                  </a:lnTo>
                  <a:lnTo>
                    <a:pt x="51894" y="39503"/>
                  </a:lnTo>
                  <a:lnTo>
                    <a:pt x="52669" y="39410"/>
                  </a:lnTo>
                  <a:lnTo>
                    <a:pt x="52942" y="39317"/>
                  </a:lnTo>
                  <a:lnTo>
                    <a:pt x="53808" y="39130"/>
                  </a:lnTo>
                  <a:lnTo>
                    <a:pt x="55585" y="38152"/>
                  </a:lnTo>
                  <a:lnTo>
                    <a:pt x="56769" y="37313"/>
                  </a:lnTo>
                  <a:lnTo>
                    <a:pt x="57635" y="36941"/>
                  </a:lnTo>
                  <a:lnTo>
                    <a:pt x="57772" y="36848"/>
                  </a:lnTo>
                  <a:lnTo>
                    <a:pt x="58000" y="36754"/>
                  </a:lnTo>
                  <a:lnTo>
                    <a:pt x="58182" y="36708"/>
                  </a:lnTo>
                  <a:lnTo>
                    <a:pt x="58455" y="36568"/>
                  </a:lnTo>
                  <a:lnTo>
                    <a:pt x="59366" y="36475"/>
                  </a:lnTo>
                  <a:lnTo>
                    <a:pt x="60187" y="36056"/>
                  </a:lnTo>
                  <a:lnTo>
                    <a:pt x="60597" y="35916"/>
                  </a:lnTo>
                  <a:lnTo>
                    <a:pt x="61098" y="35730"/>
                  </a:lnTo>
                  <a:lnTo>
                    <a:pt x="62009" y="35730"/>
                  </a:lnTo>
                  <a:lnTo>
                    <a:pt x="63011" y="36289"/>
                  </a:lnTo>
                  <a:lnTo>
                    <a:pt x="63740" y="36149"/>
                  </a:lnTo>
                  <a:lnTo>
                    <a:pt x="64333" y="36056"/>
                  </a:lnTo>
                  <a:lnTo>
                    <a:pt x="65882" y="36195"/>
                  </a:lnTo>
                  <a:lnTo>
                    <a:pt x="67385" y="36848"/>
                  </a:lnTo>
                  <a:lnTo>
                    <a:pt x="67522" y="36894"/>
                  </a:lnTo>
                  <a:lnTo>
                    <a:pt x="69117" y="37546"/>
                  </a:lnTo>
                  <a:lnTo>
                    <a:pt x="70484" y="38478"/>
                  </a:lnTo>
                  <a:lnTo>
                    <a:pt x="70894" y="38804"/>
                  </a:lnTo>
                  <a:lnTo>
                    <a:pt x="72443" y="39969"/>
                  </a:lnTo>
                  <a:lnTo>
                    <a:pt x="72944" y="40155"/>
                  </a:lnTo>
                  <a:lnTo>
                    <a:pt x="73582" y="40295"/>
                  </a:lnTo>
                  <a:lnTo>
                    <a:pt x="74311" y="40295"/>
                  </a:lnTo>
                  <a:lnTo>
                    <a:pt x="75404" y="40388"/>
                  </a:lnTo>
                  <a:lnTo>
                    <a:pt x="76088" y="40667"/>
                  </a:lnTo>
                  <a:lnTo>
                    <a:pt x="76361" y="40714"/>
                  </a:lnTo>
                  <a:lnTo>
                    <a:pt x="76771" y="40761"/>
                  </a:lnTo>
                  <a:lnTo>
                    <a:pt x="77181" y="40761"/>
                  </a:lnTo>
                  <a:lnTo>
                    <a:pt x="77591" y="40761"/>
                  </a:lnTo>
                  <a:lnTo>
                    <a:pt x="77910" y="40807"/>
                  </a:lnTo>
                  <a:lnTo>
                    <a:pt x="78275" y="40947"/>
                  </a:lnTo>
                  <a:lnTo>
                    <a:pt x="79231" y="41133"/>
                  </a:lnTo>
                  <a:lnTo>
                    <a:pt x="79824" y="41273"/>
                  </a:lnTo>
                  <a:lnTo>
                    <a:pt x="80462" y="41553"/>
                  </a:lnTo>
                  <a:lnTo>
                    <a:pt x="81236" y="41879"/>
                  </a:lnTo>
                  <a:lnTo>
                    <a:pt x="81373" y="41879"/>
                  </a:lnTo>
                  <a:lnTo>
                    <a:pt x="81692" y="41879"/>
                  </a:lnTo>
                  <a:lnTo>
                    <a:pt x="82375" y="41553"/>
                  </a:lnTo>
                  <a:lnTo>
                    <a:pt x="82603" y="41366"/>
                  </a:lnTo>
                  <a:lnTo>
                    <a:pt x="82876" y="41180"/>
                  </a:lnTo>
                  <a:lnTo>
                    <a:pt x="83059" y="41133"/>
                  </a:lnTo>
                  <a:lnTo>
                    <a:pt x="83696" y="40807"/>
                  </a:lnTo>
                  <a:lnTo>
                    <a:pt x="84243" y="40528"/>
                  </a:lnTo>
                  <a:lnTo>
                    <a:pt x="84972" y="39829"/>
                  </a:lnTo>
                  <a:lnTo>
                    <a:pt x="86385" y="38012"/>
                  </a:lnTo>
                  <a:lnTo>
                    <a:pt x="87797" y="37034"/>
                  </a:lnTo>
                  <a:lnTo>
                    <a:pt x="89620" y="36568"/>
                  </a:lnTo>
                  <a:lnTo>
                    <a:pt x="90257" y="36568"/>
                  </a:lnTo>
                  <a:lnTo>
                    <a:pt x="90713" y="36568"/>
                  </a:lnTo>
                  <a:lnTo>
                    <a:pt x="91715" y="36568"/>
                  </a:lnTo>
                  <a:lnTo>
                    <a:pt x="93401" y="36661"/>
                  </a:lnTo>
                  <a:lnTo>
                    <a:pt x="94358" y="37127"/>
                  </a:lnTo>
                  <a:lnTo>
                    <a:pt x="95451" y="37593"/>
                  </a:lnTo>
                  <a:lnTo>
                    <a:pt x="96317" y="38059"/>
                  </a:lnTo>
                  <a:lnTo>
                    <a:pt x="96454" y="38338"/>
                  </a:lnTo>
                  <a:lnTo>
                    <a:pt x="96454" y="38618"/>
                  </a:lnTo>
                  <a:lnTo>
                    <a:pt x="96545" y="38944"/>
                  </a:lnTo>
                  <a:lnTo>
                    <a:pt x="96909" y="39549"/>
                  </a:lnTo>
                  <a:lnTo>
                    <a:pt x="97456" y="39969"/>
                  </a:lnTo>
                  <a:lnTo>
                    <a:pt x="98595" y="40435"/>
                  </a:lnTo>
                  <a:lnTo>
                    <a:pt x="99871" y="40667"/>
                  </a:lnTo>
                  <a:lnTo>
                    <a:pt x="100782" y="40714"/>
                  </a:lnTo>
                  <a:lnTo>
                    <a:pt x="101648" y="40761"/>
                  </a:lnTo>
                  <a:lnTo>
                    <a:pt x="101967" y="40761"/>
                  </a:lnTo>
                  <a:lnTo>
                    <a:pt x="102240" y="40854"/>
                  </a:lnTo>
                  <a:lnTo>
                    <a:pt x="102650" y="41087"/>
                  </a:lnTo>
                  <a:lnTo>
                    <a:pt x="103242" y="41459"/>
                  </a:lnTo>
                  <a:lnTo>
                    <a:pt x="103835" y="42298"/>
                  </a:lnTo>
                  <a:lnTo>
                    <a:pt x="104518" y="42903"/>
                  </a:lnTo>
                  <a:lnTo>
                    <a:pt x="105384" y="43043"/>
                  </a:lnTo>
                  <a:lnTo>
                    <a:pt x="106660" y="42810"/>
                  </a:lnTo>
                  <a:lnTo>
                    <a:pt x="107662" y="42577"/>
                  </a:lnTo>
                  <a:lnTo>
                    <a:pt x="108755" y="42484"/>
                  </a:lnTo>
                  <a:lnTo>
                    <a:pt x="110122" y="42298"/>
                  </a:lnTo>
                  <a:lnTo>
                    <a:pt x="110487" y="42018"/>
                  </a:lnTo>
                  <a:lnTo>
                    <a:pt x="110942" y="41366"/>
                  </a:lnTo>
                  <a:lnTo>
                    <a:pt x="111170" y="40900"/>
                  </a:lnTo>
                  <a:lnTo>
                    <a:pt x="111398" y="40621"/>
                  </a:lnTo>
                  <a:lnTo>
                    <a:pt x="111763" y="40528"/>
                  </a:lnTo>
                  <a:lnTo>
                    <a:pt x="112492" y="40528"/>
                  </a:lnTo>
                  <a:lnTo>
                    <a:pt x="112902" y="40481"/>
                  </a:lnTo>
                  <a:lnTo>
                    <a:pt x="113266" y="40388"/>
                  </a:lnTo>
                  <a:lnTo>
                    <a:pt x="113403" y="40295"/>
                  </a:lnTo>
                  <a:lnTo>
                    <a:pt x="113676" y="40108"/>
                  </a:lnTo>
                  <a:lnTo>
                    <a:pt x="113949" y="39689"/>
                  </a:lnTo>
                  <a:lnTo>
                    <a:pt x="114223" y="39037"/>
                  </a:lnTo>
                  <a:lnTo>
                    <a:pt x="114405" y="38338"/>
                  </a:lnTo>
                  <a:lnTo>
                    <a:pt x="114451" y="37872"/>
                  </a:lnTo>
                  <a:lnTo>
                    <a:pt x="114405" y="35543"/>
                  </a:lnTo>
                  <a:lnTo>
                    <a:pt x="114360" y="34984"/>
                  </a:lnTo>
                  <a:lnTo>
                    <a:pt x="114268" y="34518"/>
                  </a:lnTo>
                  <a:lnTo>
                    <a:pt x="121695" y="32655"/>
                  </a:lnTo>
                  <a:lnTo>
                    <a:pt x="121923" y="32702"/>
                  </a:lnTo>
                  <a:lnTo>
                    <a:pt x="122105" y="32748"/>
                  </a:lnTo>
                  <a:lnTo>
                    <a:pt x="127846" y="34099"/>
                  </a:lnTo>
                  <a:lnTo>
                    <a:pt x="134133" y="35543"/>
                  </a:lnTo>
                  <a:lnTo>
                    <a:pt x="139100" y="36708"/>
                  </a:lnTo>
                  <a:lnTo>
                    <a:pt x="141287" y="37220"/>
                  </a:lnTo>
                  <a:lnTo>
                    <a:pt x="142107" y="37407"/>
                  </a:lnTo>
                  <a:lnTo>
                    <a:pt x="143474" y="31444"/>
                  </a:lnTo>
                  <a:lnTo>
                    <a:pt x="143838" y="29860"/>
                  </a:lnTo>
                  <a:lnTo>
                    <a:pt x="144339" y="29068"/>
                  </a:lnTo>
                  <a:lnTo>
                    <a:pt x="144521" y="28649"/>
                  </a:lnTo>
                  <a:lnTo>
                    <a:pt x="144795" y="27903"/>
                  </a:lnTo>
                  <a:lnTo>
                    <a:pt x="144932" y="27531"/>
                  </a:lnTo>
                  <a:lnTo>
                    <a:pt x="145114" y="26925"/>
                  </a:lnTo>
                  <a:lnTo>
                    <a:pt x="145159" y="26599"/>
                  </a:lnTo>
                  <a:lnTo>
                    <a:pt x="145159" y="26087"/>
                  </a:lnTo>
                  <a:lnTo>
                    <a:pt x="145114" y="25621"/>
                  </a:lnTo>
                  <a:lnTo>
                    <a:pt x="145159" y="25248"/>
                  </a:lnTo>
                  <a:lnTo>
                    <a:pt x="145250" y="24969"/>
                  </a:lnTo>
                  <a:lnTo>
                    <a:pt x="145433" y="24643"/>
                  </a:lnTo>
                  <a:lnTo>
                    <a:pt x="145478" y="24316"/>
                  </a:lnTo>
                  <a:lnTo>
                    <a:pt x="145478" y="24130"/>
                  </a:lnTo>
                  <a:lnTo>
                    <a:pt x="145478" y="23711"/>
                  </a:lnTo>
                  <a:lnTo>
                    <a:pt x="145478" y="23431"/>
                  </a:lnTo>
                  <a:lnTo>
                    <a:pt x="145752" y="22779"/>
                  </a:lnTo>
                  <a:lnTo>
                    <a:pt x="146025" y="22406"/>
                  </a:lnTo>
                  <a:lnTo>
                    <a:pt x="146572" y="21941"/>
                  </a:lnTo>
                  <a:lnTo>
                    <a:pt x="147847" y="21475"/>
                  </a:lnTo>
                  <a:lnTo>
                    <a:pt x="149351" y="20962"/>
                  </a:lnTo>
                  <a:lnTo>
                    <a:pt x="150991" y="20683"/>
                  </a:lnTo>
                  <a:lnTo>
                    <a:pt x="151902" y="20683"/>
                  </a:lnTo>
                  <a:lnTo>
                    <a:pt x="152176" y="20636"/>
                  </a:lnTo>
                  <a:lnTo>
                    <a:pt x="153224" y="20916"/>
                  </a:lnTo>
                  <a:lnTo>
                    <a:pt x="154408" y="20869"/>
                  </a:lnTo>
                  <a:lnTo>
                    <a:pt x="155274" y="20497"/>
                  </a:lnTo>
                  <a:lnTo>
                    <a:pt x="155547" y="20077"/>
                  </a:lnTo>
                  <a:lnTo>
                    <a:pt x="155547" y="19611"/>
                  </a:lnTo>
                  <a:lnTo>
                    <a:pt x="155730" y="19239"/>
                  </a:lnTo>
                  <a:lnTo>
                    <a:pt x="155730" y="19006"/>
                  </a:lnTo>
                  <a:lnTo>
                    <a:pt x="155775" y="18680"/>
                  </a:lnTo>
                  <a:lnTo>
                    <a:pt x="155775" y="18167"/>
                  </a:lnTo>
                  <a:lnTo>
                    <a:pt x="155866" y="17748"/>
                  </a:lnTo>
                  <a:lnTo>
                    <a:pt x="156185" y="17375"/>
                  </a:lnTo>
                  <a:lnTo>
                    <a:pt x="156550" y="16956"/>
                  </a:lnTo>
                  <a:lnTo>
                    <a:pt x="156823" y="16677"/>
                  </a:lnTo>
                  <a:lnTo>
                    <a:pt x="156960" y="16490"/>
                  </a:lnTo>
                  <a:lnTo>
                    <a:pt x="157096" y="16351"/>
                  </a:lnTo>
                  <a:lnTo>
                    <a:pt x="157461" y="16071"/>
                  </a:lnTo>
                  <a:lnTo>
                    <a:pt x="158099" y="15605"/>
                  </a:lnTo>
                  <a:lnTo>
                    <a:pt x="158873" y="15139"/>
                  </a:lnTo>
                  <a:lnTo>
                    <a:pt x="159739" y="14534"/>
                  </a:lnTo>
                  <a:lnTo>
                    <a:pt x="160331" y="14114"/>
                  </a:lnTo>
                  <a:lnTo>
                    <a:pt x="160969" y="13788"/>
                  </a:lnTo>
                  <a:lnTo>
                    <a:pt x="161516" y="13742"/>
                  </a:lnTo>
                  <a:lnTo>
                    <a:pt x="161789" y="13742"/>
                  </a:lnTo>
                  <a:lnTo>
                    <a:pt x="162154" y="13835"/>
                  </a:lnTo>
                  <a:lnTo>
                    <a:pt x="162564" y="14161"/>
                  </a:lnTo>
                  <a:lnTo>
                    <a:pt x="163065" y="14580"/>
                  </a:lnTo>
                  <a:lnTo>
                    <a:pt x="163657" y="14953"/>
                  </a:lnTo>
                  <a:lnTo>
                    <a:pt x="163794" y="15000"/>
                  </a:lnTo>
                  <a:lnTo>
                    <a:pt x="164523" y="15186"/>
                  </a:lnTo>
                  <a:lnTo>
                    <a:pt x="165161" y="15186"/>
                  </a:lnTo>
                  <a:lnTo>
                    <a:pt x="166118" y="14953"/>
                  </a:lnTo>
                  <a:lnTo>
                    <a:pt x="166847" y="15139"/>
                  </a:lnTo>
                  <a:lnTo>
                    <a:pt x="168031" y="15652"/>
                  </a:lnTo>
                  <a:lnTo>
                    <a:pt x="168350" y="15698"/>
                  </a:lnTo>
                  <a:lnTo>
                    <a:pt x="168624" y="15792"/>
                  </a:lnTo>
                  <a:lnTo>
                    <a:pt x="169170" y="16024"/>
                  </a:lnTo>
                  <a:lnTo>
                    <a:pt x="169672" y="16164"/>
                  </a:lnTo>
                  <a:lnTo>
                    <a:pt x="170355" y="16397"/>
                  </a:lnTo>
                  <a:lnTo>
                    <a:pt x="170537" y="16490"/>
                  </a:lnTo>
                  <a:lnTo>
                    <a:pt x="170947" y="16723"/>
                  </a:lnTo>
                  <a:lnTo>
                    <a:pt x="171312" y="17096"/>
                  </a:lnTo>
                  <a:lnTo>
                    <a:pt x="171676" y="17469"/>
                  </a:lnTo>
                  <a:lnTo>
                    <a:pt x="171813" y="17748"/>
                  </a:lnTo>
                  <a:lnTo>
                    <a:pt x="171995" y="17981"/>
                  </a:lnTo>
                  <a:lnTo>
                    <a:pt x="172177" y="18260"/>
                  </a:lnTo>
                  <a:lnTo>
                    <a:pt x="172815" y="18633"/>
                  </a:lnTo>
                  <a:lnTo>
                    <a:pt x="173362" y="18680"/>
                  </a:lnTo>
                  <a:lnTo>
                    <a:pt x="173909" y="18400"/>
                  </a:lnTo>
                  <a:lnTo>
                    <a:pt x="174182" y="18214"/>
                  </a:lnTo>
                  <a:lnTo>
                    <a:pt x="174319" y="18167"/>
                  </a:lnTo>
                  <a:lnTo>
                    <a:pt x="175230" y="17748"/>
                  </a:lnTo>
                  <a:lnTo>
                    <a:pt x="175777" y="17608"/>
                  </a:lnTo>
                  <a:lnTo>
                    <a:pt x="176005" y="17562"/>
                  </a:lnTo>
                  <a:lnTo>
                    <a:pt x="176825" y="17282"/>
                  </a:lnTo>
                  <a:lnTo>
                    <a:pt x="177599" y="16816"/>
                  </a:lnTo>
                  <a:lnTo>
                    <a:pt x="177873" y="16397"/>
                  </a:lnTo>
                  <a:lnTo>
                    <a:pt x="178100" y="15931"/>
                  </a:lnTo>
                  <a:lnTo>
                    <a:pt x="178465" y="15465"/>
                  </a:lnTo>
                  <a:lnTo>
                    <a:pt x="179012" y="15093"/>
                  </a:lnTo>
                  <a:lnTo>
                    <a:pt x="179513" y="14813"/>
                  </a:lnTo>
                  <a:lnTo>
                    <a:pt x="180105" y="13882"/>
                  </a:lnTo>
                  <a:lnTo>
                    <a:pt x="180196" y="13416"/>
                  </a:lnTo>
                  <a:lnTo>
                    <a:pt x="180151" y="13183"/>
                  </a:lnTo>
                  <a:lnTo>
                    <a:pt x="180105" y="12670"/>
                  </a:lnTo>
                  <a:lnTo>
                    <a:pt x="179923" y="11878"/>
                  </a:lnTo>
                  <a:lnTo>
                    <a:pt x="179695" y="11226"/>
                  </a:lnTo>
                  <a:lnTo>
                    <a:pt x="179604" y="10760"/>
                  </a:lnTo>
                  <a:lnTo>
                    <a:pt x="179558" y="10621"/>
                  </a:lnTo>
                  <a:lnTo>
                    <a:pt x="179695" y="10201"/>
                  </a:lnTo>
                  <a:lnTo>
                    <a:pt x="180242" y="9456"/>
                  </a:lnTo>
                  <a:lnTo>
                    <a:pt x="180880" y="8571"/>
                  </a:lnTo>
                  <a:lnTo>
                    <a:pt x="181108" y="8245"/>
                  </a:lnTo>
                  <a:lnTo>
                    <a:pt x="181654" y="7313"/>
                  </a:lnTo>
                  <a:lnTo>
                    <a:pt x="181837" y="7034"/>
                  </a:lnTo>
                  <a:lnTo>
                    <a:pt x="182338" y="6475"/>
                  </a:lnTo>
                  <a:lnTo>
                    <a:pt x="182657" y="6288"/>
                  </a:lnTo>
                  <a:lnTo>
                    <a:pt x="183203" y="6055"/>
                  </a:lnTo>
                  <a:lnTo>
                    <a:pt x="183568" y="5962"/>
                  </a:lnTo>
                  <a:lnTo>
                    <a:pt x="183796" y="5962"/>
                  </a:lnTo>
                  <a:lnTo>
                    <a:pt x="184206" y="6102"/>
                  </a:lnTo>
                  <a:lnTo>
                    <a:pt x="184707" y="6428"/>
                  </a:lnTo>
                  <a:lnTo>
                    <a:pt x="184935" y="6754"/>
                  </a:lnTo>
                  <a:lnTo>
                    <a:pt x="185390" y="7313"/>
                  </a:lnTo>
                  <a:lnTo>
                    <a:pt x="185573" y="7406"/>
                  </a:lnTo>
                  <a:lnTo>
                    <a:pt x="186028" y="7500"/>
                  </a:lnTo>
                  <a:lnTo>
                    <a:pt x="186165" y="7546"/>
                  </a:lnTo>
                  <a:lnTo>
                    <a:pt x="186621" y="7406"/>
                  </a:lnTo>
                  <a:lnTo>
                    <a:pt x="187213" y="7220"/>
                  </a:lnTo>
                  <a:lnTo>
                    <a:pt x="187760" y="7080"/>
                  </a:lnTo>
                  <a:lnTo>
                    <a:pt x="188397" y="7034"/>
                  </a:lnTo>
                  <a:lnTo>
                    <a:pt x="188990" y="6987"/>
                  </a:lnTo>
                  <a:lnTo>
                    <a:pt x="189445" y="6847"/>
                  </a:lnTo>
                  <a:lnTo>
                    <a:pt x="190129" y="6801"/>
                  </a:lnTo>
                  <a:lnTo>
                    <a:pt x="190858" y="6801"/>
                  </a:lnTo>
                  <a:lnTo>
                    <a:pt x="191906" y="6941"/>
                  </a:lnTo>
                  <a:lnTo>
                    <a:pt x="192680" y="7267"/>
                  </a:lnTo>
                  <a:lnTo>
                    <a:pt x="193090" y="7546"/>
                  </a:lnTo>
                  <a:lnTo>
                    <a:pt x="194047" y="8524"/>
                  </a:lnTo>
                  <a:lnTo>
                    <a:pt x="194776" y="8944"/>
                  </a:lnTo>
                  <a:lnTo>
                    <a:pt x="195870" y="9409"/>
                  </a:lnTo>
                  <a:lnTo>
                    <a:pt x="196644" y="9736"/>
                  </a:lnTo>
                  <a:lnTo>
                    <a:pt x="196963" y="10295"/>
                  </a:lnTo>
                  <a:lnTo>
                    <a:pt x="197145" y="11133"/>
                  </a:lnTo>
                  <a:lnTo>
                    <a:pt x="197555" y="12158"/>
                  </a:lnTo>
                  <a:lnTo>
                    <a:pt x="198831" y="13695"/>
                  </a:lnTo>
                  <a:lnTo>
                    <a:pt x="199287" y="14068"/>
                  </a:lnTo>
                  <a:lnTo>
                    <a:pt x="200107" y="14627"/>
                  </a:lnTo>
                  <a:lnTo>
                    <a:pt x="209720" y="13229"/>
                  </a:lnTo>
                  <a:lnTo>
                    <a:pt x="211543" y="10900"/>
                  </a:lnTo>
                  <a:lnTo>
                    <a:pt x="216463" y="9969"/>
                  </a:lnTo>
                  <a:lnTo>
                    <a:pt x="216828" y="9409"/>
                  </a:lnTo>
                  <a:lnTo>
                    <a:pt x="217284" y="8524"/>
                  </a:lnTo>
                  <a:lnTo>
                    <a:pt x="217511" y="7639"/>
                  </a:lnTo>
                  <a:lnTo>
                    <a:pt x="217694" y="6708"/>
                  </a:lnTo>
                  <a:lnTo>
                    <a:pt x="217921" y="5729"/>
                  </a:lnTo>
                  <a:lnTo>
                    <a:pt x="218286" y="4984"/>
                  </a:lnTo>
                  <a:lnTo>
                    <a:pt x="218559" y="4565"/>
                  </a:lnTo>
                  <a:lnTo>
                    <a:pt x="218924" y="4239"/>
                  </a:lnTo>
                  <a:lnTo>
                    <a:pt x="219334" y="3819"/>
                  </a:lnTo>
                  <a:lnTo>
                    <a:pt x="220108" y="3074"/>
                  </a:lnTo>
                  <a:lnTo>
                    <a:pt x="221020" y="1863"/>
                  </a:lnTo>
                  <a:lnTo>
                    <a:pt x="225621" y="1397"/>
                  </a:lnTo>
                  <a:lnTo>
                    <a:pt x="226031" y="1350"/>
                  </a:lnTo>
                  <a:lnTo>
                    <a:pt x="227444" y="1257"/>
                  </a:lnTo>
                  <a:lnTo>
                    <a:pt x="240338" y="0"/>
                  </a:lnTo>
                  <a:lnTo>
                    <a:pt x="240566" y="1816"/>
                  </a:lnTo>
                  <a:lnTo>
                    <a:pt x="241112" y="1770"/>
                  </a:lnTo>
                  <a:lnTo>
                    <a:pt x="242024" y="2096"/>
                  </a:lnTo>
                  <a:lnTo>
                    <a:pt x="244074" y="1956"/>
                  </a:lnTo>
                  <a:lnTo>
                    <a:pt x="244666" y="2422"/>
                  </a:lnTo>
                  <a:lnTo>
                    <a:pt x="244894" y="2422"/>
                  </a:lnTo>
                  <a:lnTo>
                    <a:pt x="245395" y="2375"/>
                  </a:lnTo>
                  <a:lnTo>
                    <a:pt x="245577" y="2375"/>
                  </a:lnTo>
                  <a:lnTo>
                    <a:pt x="245942" y="2934"/>
                  </a:lnTo>
                  <a:lnTo>
                    <a:pt x="246215" y="3447"/>
                  </a:lnTo>
                  <a:lnTo>
                    <a:pt x="246352" y="3354"/>
                  </a:lnTo>
                  <a:lnTo>
                    <a:pt x="248630" y="1723"/>
                  </a:lnTo>
                  <a:lnTo>
                    <a:pt x="249587" y="3027"/>
                  </a:lnTo>
                  <a:lnTo>
                    <a:pt x="250772" y="4704"/>
                  </a:lnTo>
                  <a:lnTo>
                    <a:pt x="252002" y="6708"/>
                  </a:lnTo>
                  <a:lnTo>
                    <a:pt x="252503" y="5776"/>
                  </a:lnTo>
                  <a:lnTo>
                    <a:pt x="252822" y="5217"/>
                  </a:lnTo>
                  <a:lnTo>
                    <a:pt x="253596" y="4751"/>
                  </a:lnTo>
                  <a:lnTo>
                    <a:pt x="254462" y="2562"/>
                  </a:lnTo>
                  <a:lnTo>
                    <a:pt x="254963" y="2329"/>
                  </a:lnTo>
                  <a:lnTo>
                    <a:pt x="255419" y="2049"/>
                  </a:lnTo>
                  <a:lnTo>
                    <a:pt x="255373" y="931"/>
                  </a:lnTo>
                  <a:lnTo>
                    <a:pt x="256057" y="512"/>
                  </a:lnTo>
                  <a:lnTo>
                    <a:pt x="256467" y="232"/>
                  </a:lnTo>
                  <a:lnTo>
                    <a:pt x="256558" y="419"/>
                  </a:lnTo>
                  <a:lnTo>
                    <a:pt x="256740" y="652"/>
                  </a:lnTo>
                  <a:lnTo>
                    <a:pt x="256922" y="885"/>
                  </a:lnTo>
                  <a:lnTo>
                    <a:pt x="257788" y="745"/>
                  </a:lnTo>
                  <a:lnTo>
                    <a:pt x="259975" y="1257"/>
                  </a:lnTo>
                  <a:lnTo>
                    <a:pt x="260066" y="1444"/>
                  </a:lnTo>
                  <a:lnTo>
                    <a:pt x="260339" y="2096"/>
                  </a:lnTo>
                  <a:lnTo>
                    <a:pt x="260522" y="2515"/>
                  </a:lnTo>
                  <a:lnTo>
                    <a:pt x="261433" y="2701"/>
                  </a:lnTo>
                  <a:lnTo>
                    <a:pt x="263347" y="3074"/>
                  </a:lnTo>
                  <a:lnTo>
                    <a:pt x="264303" y="3260"/>
                  </a:lnTo>
                  <a:lnTo>
                    <a:pt x="267265" y="4192"/>
                  </a:lnTo>
                  <a:lnTo>
                    <a:pt x="269725" y="4937"/>
                  </a:lnTo>
                  <a:lnTo>
                    <a:pt x="270090" y="5683"/>
                  </a:lnTo>
                  <a:lnTo>
                    <a:pt x="270819" y="7173"/>
                  </a:lnTo>
                  <a:lnTo>
                    <a:pt x="273188" y="6568"/>
                  </a:lnTo>
                  <a:lnTo>
                    <a:pt x="276514" y="4332"/>
                  </a:lnTo>
                  <a:lnTo>
                    <a:pt x="278473" y="3074"/>
                  </a:lnTo>
                  <a:lnTo>
                    <a:pt x="280797" y="8850"/>
                  </a:lnTo>
                  <a:lnTo>
                    <a:pt x="280979" y="9316"/>
                  </a:lnTo>
                  <a:lnTo>
                    <a:pt x="282483" y="12996"/>
                  </a:lnTo>
                  <a:lnTo>
                    <a:pt x="283667" y="15978"/>
                  </a:lnTo>
                  <a:lnTo>
                    <a:pt x="283804" y="16304"/>
                  </a:lnTo>
                  <a:lnTo>
                    <a:pt x="283895" y="16490"/>
                  </a:lnTo>
                  <a:lnTo>
                    <a:pt x="283986" y="16770"/>
                  </a:lnTo>
                  <a:lnTo>
                    <a:pt x="284396" y="17748"/>
                  </a:lnTo>
                  <a:lnTo>
                    <a:pt x="284533" y="18028"/>
                  </a:lnTo>
                  <a:lnTo>
                    <a:pt x="284761" y="18540"/>
                  </a:lnTo>
                  <a:lnTo>
                    <a:pt x="284988" y="18959"/>
                  </a:lnTo>
                  <a:lnTo>
                    <a:pt x="285125" y="19239"/>
                  </a:lnTo>
                  <a:lnTo>
                    <a:pt x="285216" y="19378"/>
                  </a:lnTo>
                  <a:lnTo>
                    <a:pt x="285763" y="20310"/>
                  </a:lnTo>
                  <a:lnTo>
                    <a:pt x="285991" y="20590"/>
                  </a:lnTo>
                  <a:lnTo>
                    <a:pt x="286720" y="21661"/>
                  </a:lnTo>
                  <a:lnTo>
                    <a:pt x="286948" y="21894"/>
                  </a:lnTo>
                  <a:lnTo>
                    <a:pt x="288542" y="23711"/>
                  </a:lnTo>
                  <a:lnTo>
                    <a:pt x="290182" y="25667"/>
                  </a:lnTo>
                  <a:lnTo>
                    <a:pt x="292962" y="28928"/>
                  </a:lnTo>
                  <a:lnTo>
                    <a:pt x="293281" y="29301"/>
                  </a:lnTo>
                  <a:lnTo>
                    <a:pt x="293645" y="29720"/>
                  </a:lnTo>
                  <a:lnTo>
                    <a:pt x="294693" y="30885"/>
                  </a:lnTo>
                  <a:lnTo>
                    <a:pt x="295695" y="32096"/>
                  </a:lnTo>
                  <a:lnTo>
                    <a:pt x="300160" y="37220"/>
                  </a:lnTo>
                  <a:lnTo>
                    <a:pt x="302712" y="40155"/>
                  </a:lnTo>
                  <a:lnTo>
                    <a:pt x="304079" y="41739"/>
                  </a:lnTo>
                  <a:lnTo>
                    <a:pt x="308544" y="46863"/>
                  </a:lnTo>
                  <a:lnTo>
                    <a:pt x="310685" y="49379"/>
                  </a:lnTo>
                  <a:lnTo>
                    <a:pt x="310913" y="49612"/>
                  </a:lnTo>
                  <a:lnTo>
                    <a:pt x="311551" y="50310"/>
                  </a:lnTo>
                  <a:lnTo>
                    <a:pt x="312325" y="51056"/>
                  </a:lnTo>
                  <a:lnTo>
                    <a:pt x="314011" y="52593"/>
                  </a:lnTo>
                  <a:lnTo>
                    <a:pt x="316608" y="54736"/>
                  </a:lnTo>
                  <a:lnTo>
                    <a:pt x="323443" y="60373"/>
                  </a:lnTo>
                  <a:lnTo>
                    <a:pt x="325994" y="62422"/>
                  </a:lnTo>
                  <a:lnTo>
                    <a:pt x="325128" y="63494"/>
                  </a:lnTo>
                  <a:lnTo>
                    <a:pt x="322805" y="66335"/>
                  </a:lnTo>
                  <a:lnTo>
                    <a:pt x="322714" y="66475"/>
                  </a:lnTo>
                  <a:lnTo>
                    <a:pt x="321392" y="68105"/>
                  </a:lnTo>
                  <a:lnTo>
                    <a:pt x="324445" y="71925"/>
                  </a:lnTo>
                  <a:lnTo>
                    <a:pt x="326085" y="74022"/>
                  </a:lnTo>
                  <a:lnTo>
                    <a:pt x="326450" y="74488"/>
                  </a:lnTo>
                  <a:lnTo>
                    <a:pt x="333421" y="79146"/>
                  </a:lnTo>
                  <a:lnTo>
                    <a:pt x="332919" y="80078"/>
                  </a:lnTo>
                  <a:lnTo>
                    <a:pt x="332099" y="82826"/>
                  </a:lnTo>
                  <a:lnTo>
                    <a:pt x="331507" y="85435"/>
                  </a:lnTo>
                  <a:lnTo>
                    <a:pt x="331461" y="85668"/>
                  </a:lnTo>
                  <a:lnTo>
                    <a:pt x="331279" y="86273"/>
                  </a:lnTo>
                  <a:lnTo>
                    <a:pt x="331006" y="87531"/>
                  </a:lnTo>
                  <a:lnTo>
                    <a:pt x="330095" y="90978"/>
                  </a:lnTo>
                  <a:lnTo>
                    <a:pt x="329912" y="91677"/>
                  </a:lnTo>
                  <a:lnTo>
                    <a:pt x="329821" y="92189"/>
                  </a:lnTo>
                  <a:lnTo>
                    <a:pt x="329457" y="93680"/>
                  </a:lnTo>
                  <a:lnTo>
                    <a:pt x="328363" y="97826"/>
                  </a:lnTo>
                  <a:lnTo>
                    <a:pt x="328363" y="98059"/>
                  </a:lnTo>
                  <a:lnTo>
                    <a:pt x="328272" y="98991"/>
                  </a:lnTo>
                  <a:lnTo>
                    <a:pt x="328363" y="100342"/>
                  </a:lnTo>
                  <a:lnTo>
                    <a:pt x="328454" y="101180"/>
                  </a:lnTo>
                  <a:lnTo>
                    <a:pt x="328500" y="101506"/>
                  </a:lnTo>
                  <a:lnTo>
                    <a:pt x="329092" y="102205"/>
                  </a:lnTo>
                  <a:lnTo>
                    <a:pt x="330231" y="103509"/>
                  </a:lnTo>
                  <a:lnTo>
                    <a:pt x="334651" y="108541"/>
                  </a:lnTo>
                  <a:lnTo>
                    <a:pt x="333421" y="109845"/>
                  </a:lnTo>
                  <a:lnTo>
                    <a:pt x="332008" y="111336"/>
                  </a:lnTo>
                  <a:lnTo>
                    <a:pt x="331917" y="111475"/>
                  </a:lnTo>
                  <a:lnTo>
                    <a:pt x="331142" y="112267"/>
                  </a:lnTo>
                  <a:lnTo>
                    <a:pt x="329001" y="114503"/>
                  </a:lnTo>
                  <a:lnTo>
                    <a:pt x="327725" y="115854"/>
                  </a:lnTo>
                  <a:lnTo>
                    <a:pt x="324536" y="119115"/>
                  </a:lnTo>
                  <a:lnTo>
                    <a:pt x="323761" y="119954"/>
                  </a:lnTo>
                  <a:lnTo>
                    <a:pt x="323625" y="120093"/>
                  </a:lnTo>
                  <a:lnTo>
                    <a:pt x="322531" y="121258"/>
                  </a:lnTo>
                  <a:lnTo>
                    <a:pt x="320162" y="123774"/>
                  </a:lnTo>
                  <a:lnTo>
                    <a:pt x="317155" y="127407"/>
                  </a:lnTo>
                  <a:lnTo>
                    <a:pt x="315150" y="129923"/>
                  </a:lnTo>
                  <a:lnTo>
                    <a:pt x="314604" y="131227"/>
                  </a:lnTo>
                  <a:lnTo>
                    <a:pt x="313328" y="134907"/>
                  </a:lnTo>
                  <a:lnTo>
                    <a:pt x="311505" y="139333"/>
                  </a:lnTo>
                  <a:lnTo>
                    <a:pt x="309820" y="141662"/>
                  </a:lnTo>
                  <a:lnTo>
                    <a:pt x="307086" y="143898"/>
                  </a:lnTo>
                  <a:lnTo>
                    <a:pt x="304534" y="144969"/>
                  </a:lnTo>
                  <a:lnTo>
                    <a:pt x="298019" y="147438"/>
                  </a:lnTo>
                  <a:lnTo>
                    <a:pt x="294784" y="148417"/>
                  </a:lnTo>
                  <a:lnTo>
                    <a:pt x="291686" y="148417"/>
                  </a:lnTo>
                  <a:lnTo>
                    <a:pt x="286036" y="147764"/>
                  </a:lnTo>
                  <a:lnTo>
                    <a:pt x="283439" y="147904"/>
                  </a:lnTo>
                  <a:lnTo>
                    <a:pt x="279931" y="148836"/>
                  </a:lnTo>
                  <a:lnTo>
                    <a:pt x="276605" y="150979"/>
                  </a:lnTo>
                  <a:lnTo>
                    <a:pt x="272869" y="154845"/>
                  </a:lnTo>
                  <a:lnTo>
                    <a:pt x="269042" y="158758"/>
                  </a:lnTo>
                  <a:lnTo>
                    <a:pt x="266581" y="162392"/>
                  </a:lnTo>
                  <a:lnTo>
                    <a:pt x="265169" y="166118"/>
                  </a:lnTo>
                  <a:lnTo>
                    <a:pt x="263255" y="183960"/>
                  </a:lnTo>
                  <a:lnTo>
                    <a:pt x="262253" y="193324"/>
                  </a:lnTo>
                  <a:lnTo>
                    <a:pt x="262344" y="194255"/>
                  </a:lnTo>
                  <a:lnTo>
                    <a:pt x="262481" y="195699"/>
                  </a:lnTo>
                  <a:lnTo>
                    <a:pt x="262982" y="197376"/>
                  </a:lnTo>
                  <a:lnTo>
                    <a:pt x="263574" y="198914"/>
                  </a:lnTo>
                  <a:lnTo>
                    <a:pt x="264258" y="199845"/>
                  </a:lnTo>
                  <a:lnTo>
                    <a:pt x="265625" y="201662"/>
                  </a:lnTo>
                  <a:lnTo>
                    <a:pt x="266308" y="202547"/>
                  </a:lnTo>
                  <a:lnTo>
                    <a:pt x="267265" y="203852"/>
                  </a:lnTo>
                  <a:lnTo>
                    <a:pt x="267766" y="204597"/>
                  </a:lnTo>
                  <a:lnTo>
                    <a:pt x="269042" y="204550"/>
                  </a:lnTo>
                  <a:lnTo>
                    <a:pt x="270591" y="204178"/>
                  </a:lnTo>
                  <a:lnTo>
                    <a:pt x="271821" y="203805"/>
                  </a:lnTo>
                  <a:lnTo>
                    <a:pt x="271730" y="202967"/>
                  </a:lnTo>
                  <a:lnTo>
                    <a:pt x="272778" y="202501"/>
                  </a:lnTo>
                  <a:lnTo>
                    <a:pt x="281389" y="198448"/>
                  </a:lnTo>
                  <a:lnTo>
                    <a:pt x="287585" y="195606"/>
                  </a:lnTo>
                  <a:lnTo>
                    <a:pt x="294146" y="192625"/>
                  </a:lnTo>
                  <a:lnTo>
                    <a:pt x="294329" y="199147"/>
                  </a:lnTo>
                  <a:lnTo>
                    <a:pt x="292187" y="199193"/>
                  </a:lnTo>
                  <a:lnTo>
                    <a:pt x="292461" y="210234"/>
                  </a:lnTo>
                  <a:lnTo>
                    <a:pt x="295103" y="210234"/>
                  </a:lnTo>
                  <a:lnTo>
                    <a:pt x="295878" y="217128"/>
                  </a:lnTo>
                  <a:lnTo>
                    <a:pt x="296424" y="217594"/>
                  </a:lnTo>
                  <a:lnTo>
                    <a:pt x="297290" y="218339"/>
                  </a:lnTo>
                  <a:lnTo>
                    <a:pt x="296197" y="221321"/>
                  </a:lnTo>
                  <a:lnTo>
                    <a:pt x="297153" y="221554"/>
                  </a:lnTo>
                  <a:lnTo>
                    <a:pt x="298247" y="221321"/>
                  </a:lnTo>
                  <a:lnTo>
                    <a:pt x="299705" y="221088"/>
                  </a:lnTo>
                  <a:lnTo>
                    <a:pt x="300616" y="220669"/>
                  </a:lnTo>
                  <a:lnTo>
                    <a:pt x="302393" y="220669"/>
                  </a:lnTo>
                  <a:lnTo>
                    <a:pt x="304990" y="220249"/>
                  </a:lnTo>
                  <a:lnTo>
                    <a:pt x="305081" y="219457"/>
                  </a:lnTo>
                  <a:lnTo>
                    <a:pt x="305081" y="218526"/>
                  </a:lnTo>
                  <a:lnTo>
                    <a:pt x="305446" y="217361"/>
                  </a:lnTo>
                  <a:lnTo>
                    <a:pt x="305901" y="216150"/>
                  </a:lnTo>
                  <a:lnTo>
                    <a:pt x="306357" y="215498"/>
                  </a:lnTo>
                  <a:lnTo>
                    <a:pt x="306812" y="214845"/>
                  </a:lnTo>
                  <a:lnTo>
                    <a:pt x="307223" y="214333"/>
                  </a:lnTo>
                  <a:lnTo>
                    <a:pt x="307633" y="213821"/>
                  </a:lnTo>
                  <a:lnTo>
                    <a:pt x="307769" y="213821"/>
                  </a:lnTo>
                  <a:lnTo>
                    <a:pt x="308088" y="213774"/>
                  </a:lnTo>
                  <a:lnTo>
                    <a:pt x="308817" y="213355"/>
                  </a:lnTo>
                  <a:lnTo>
                    <a:pt x="309455" y="212842"/>
                  </a:lnTo>
                  <a:lnTo>
                    <a:pt x="309683" y="212097"/>
                  </a:lnTo>
                  <a:lnTo>
                    <a:pt x="309592" y="211072"/>
                  </a:lnTo>
                  <a:lnTo>
                    <a:pt x="309911" y="210047"/>
                  </a:lnTo>
                  <a:lnTo>
                    <a:pt x="310275" y="209488"/>
                  </a:lnTo>
                  <a:lnTo>
                    <a:pt x="310822" y="209255"/>
                  </a:lnTo>
                  <a:lnTo>
                    <a:pt x="311779" y="208883"/>
                  </a:lnTo>
                  <a:lnTo>
                    <a:pt x="312644" y="208463"/>
                  </a:lnTo>
                  <a:lnTo>
                    <a:pt x="313328" y="208231"/>
                  </a:lnTo>
                  <a:lnTo>
                    <a:pt x="313510" y="208137"/>
                  </a:lnTo>
                  <a:lnTo>
                    <a:pt x="314558" y="207765"/>
                  </a:lnTo>
                  <a:lnTo>
                    <a:pt x="315651" y="206693"/>
                  </a:lnTo>
                  <a:lnTo>
                    <a:pt x="316426" y="205435"/>
                  </a:lnTo>
                  <a:lnTo>
                    <a:pt x="317109" y="204597"/>
                  </a:lnTo>
                  <a:lnTo>
                    <a:pt x="317428" y="204085"/>
                  </a:lnTo>
                  <a:lnTo>
                    <a:pt x="317838" y="203758"/>
                  </a:lnTo>
                  <a:lnTo>
                    <a:pt x="318112" y="203712"/>
                  </a:lnTo>
                  <a:lnTo>
                    <a:pt x="319069" y="203758"/>
                  </a:lnTo>
                  <a:lnTo>
                    <a:pt x="320663" y="203665"/>
                  </a:lnTo>
                  <a:lnTo>
                    <a:pt x="322258" y="202547"/>
                  </a:lnTo>
                  <a:lnTo>
                    <a:pt x="323260" y="201476"/>
                  </a:lnTo>
                  <a:lnTo>
                    <a:pt x="323898" y="200311"/>
                  </a:lnTo>
                  <a:lnTo>
                    <a:pt x="324308" y="199426"/>
                  </a:lnTo>
                  <a:lnTo>
                    <a:pt x="324718" y="197982"/>
                  </a:lnTo>
                  <a:lnTo>
                    <a:pt x="325493" y="196258"/>
                  </a:lnTo>
                  <a:lnTo>
                    <a:pt x="326085" y="195420"/>
                  </a:lnTo>
                  <a:lnTo>
                    <a:pt x="328591" y="193137"/>
                  </a:lnTo>
                  <a:lnTo>
                    <a:pt x="329502" y="192485"/>
                  </a:lnTo>
                  <a:lnTo>
                    <a:pt x="331553" y="190948"/>
                  </a:lnTo>
                  <a:lnTo>
                    <a:pt x="332145" y="190715"/>
                  </a:lnTo>
                  <a:lnTo>
                    <a:pt x="332919" y="190575"/>
                  </a:lnTo>
                  <a:lnTo>
                    <a:pt x="334241" y="190063"/>
                  </a:lnTo>
                  <a:lnTo>
                    <a:pt x="334058" y="188945"/>
                  </a:lnTo>
                  <a:lnTo>
                    <a:pt x="334514" y="186802"/>
                  </a:lnTo>
                  <a:lnTo>
                    <a:pt x="335015" y="186010"/>
                  </a:lnTo>
                  <a:lnTo>
                    <a:pt x="335197" y="185730"/>
                  </a:lnTo>
                  <a:lnTo>
                    <a:pt x="336245" y="184938"/>
                  </a:lnTo>
                  <a:lnTo>
                    <a:pt x="337111" y="184147"/>
                  </a:lnTo>
                  <a:lnTo>
                    <a:pt x="337794" y="183308"/>
                  </a:lnTo>
                  <a:lnTo>
                    <a:pt x="338205" y="182702"/>
                  </a:lnTo>
                  <a:lnTo>
                    <a:pt x="339070" y="182563"/>
                  </a:lnTo>
                  <a:lnTo>
                    <a:pt x="339890" y="182097"/>
                  </a:lnTo>
                  <a:lnTo>
                    <a:pt x="340300" y="181631"/>
                  </a:lnTo>
                  <a:lnTo>
                    <a:pt x="341212" y="181305"/>
                  </a:lnTo>
                  <a:lnTo>
                    <a:pt x="342351" y="181119"/>
                  </a:lnTo>
                  <a:lnTo>
                    <a:pt x="342715" y="180420"/>
                  </a:lnTo>
                  <a:lnTo>
                    <a:pt x="342989" y="179162"/>
                  </a:lnTo>
                  <a:lnTo>
                    <a:pt x="343490" y="178417"/>
                  </a:lnTo>
                  <a:lnTo>
                    <a:pt x="344401" y="177532"/>
                  </a:lnTo>
                  <a:lnTo>
                    <a:pt x="344173" y="176647"/>
                  </a:lnTo>
                  <a:lnTo>
                    <a:pt x="344355" y="175342"/>
                  </a:lnTo>
                  <a:lnTo>
                    <a:pt x="346588" y="174364"/>
                  </a:lnTo>
                  <a:lnTo>
                    <a:pt x="347089" y="173525"/>
                  </a:lnTo>
                  <a:lnTo>
                    <a:pt x="347545" y="171942"/>
                  </a:lnTo>
                  <a:lnTo>
                    <a:pt x="347681" y="171243"/>
                  </a:lnTo>
                  <a:lnTo>
                    <a:pt x="347727" y="171103"/>
                  </a:lnTo>
                  <a:lnTo>
                    <a:pt x="347773" y="170730"/>
                  </a:lnTo>
                  <a:lnTo>
                    <a:pt x="348684" y="170078"/>
                  </a:lnTo>
                  <a:lnTo>
                    <a:pt x="349504" y="169612"/>
                  </a:lnTo>
                  <a:lnTo>
                    <a:pt x="349868" y="169473"/>
                  </a:lnTo>
                  <a:lnTo>
                    <a:pt x="350461" y="169240"/>
                  </a:lnTo>
                  <a:lnTo>
                    <a:pt x="351645" y="168914"/>
                  </a:lnTo>
                  <a:lnTo>
                    <a:pt x="351964" y="168681"/>
                  </a:lnTo>
                  <a:lnTo>
                    <a:pt x="352010" y="168168"/>
                  </a:lnTo>
                  <a:lnTo>
                    <a:pt x="352010" y="168028"/>
                  </a:lnTo>
                  <a:lnTo>
                    <a:pt x="351828" y="167749"/>
                  </a:lnTo>
                  <a:lnTo>
                    <a:pt x="351463" y="167190"/>
                  </a:lnTo>
                  <a:lnTo>
                    <a:pt x="352010" y="166678"/>
                  </a:lnTo>
                  <a:lnTo>
                    <a:pt x="352374" y="166491"/>
                  </a:lnTo>
                  <a:lnTo>
                    <a:pt x="352739" y="166305"/>
                  </a:lnTo>
                  <a:lnTo>
                    <a:pt x="353058" y="166165"/>
                  </a:lnTo>
                  <a:lnTo>
                    <a:pt x="353787" y="165979"/>
                  </a:lnTo>
                  <a:lnTo>
                    <a:pt x="354242" y="165886"/>
                  </a:lnTo>
                  <a:lnTo>
                    <a:pt x="354743" y="165886"/>
                  </a:lnTo>
                  <a:lnTo>
                    <a:pt x="355427" y="165979"/>
                  </a:lnTo>
                  <a:lnTo>
                    <a:pt x="355928" y="166118"/>
                  </a:lnTo>
                  <a:lnTo>
                    <a:pt x="356748" y="166258"/>
                  </a:lnTo>
                  <a:lnTo>
                    <a:pt x="357295" y="166445"/>
                  </a:lnTo>
                  <a:lnTo>
                    <a:pt x="357751" y="166678"/>
                  </a:lnTo>
                  <a:lnTo>
                    <a:pt x="358161" y="167004"/>
                  </a:lnTo>
                  <a:lnTo>
                    <a:pt x="358662" y="167749"/>
                  </a:lnTo>
                  <a:lnTo>
                    <a:pt x="358981" y="168168"/>
                  </a:lnTo>
                  <a:lnTo>
                    <a:pt x="359482" y="168820"/>
                  </a:lnTo>
                  <a:lnTo>
                    <a:pt x="359892" y="169100"/>
                  </a:lnTo>
                  <a:lnTo>
                    <a:pt x="360803" y="169473"/>
                  </a:lnTo>
                  <a:lnTo>
                    <a:pt x="361259" y="169892"/>
                  </a:lnTo>
                  <a:lnTo>
                    <a:pt x="361623" y="170311"/>
                  </a:lnTo>
                  <a:lnTo>
                    <a:pt x="362216" y="170777"/>
                  </a:lnTo>
                  <a:lnTo>
                    <a:pt x="362808" y="171103"/>
                  </a:lnTo>
                  <a:lnTo>
                    <a:pt x="363264" y="171476"/>
                  </a:lnTo>
                  <a:lnTo>
                    <a:pt x="363446" y="171755"/>
                  </a:lnTo>
                  <a:lnTo>
                    <a:pt x="363491" y="172501"/>
                  </a:lnTo>
                  <a:lnTo>
                    <a:pt x="363628" y="172827"/>
                  </a:lnTo>
                  <a:lnTo>
                    <a:pt x="363810" y="172966"/>
                  </a:lnTo>
                  <a:lnTo>
                    <a:pt x="364175" y="173106"/>
                  </a:lnTo>
                  <a:lnTo>
                    <a:pt x="364676" y="173339"/>
                  </a:lnTo>
                  <a:lnTo>
                    <a:pt x="365314" y="173572"/>
                  </a:lnTo>
                  <a:lnTo>
                    <a:pt x="365542" y="173665"/>
                  </a:lnTo>
                  <a:lnTo>
                    <a:pt x="365952" y="173991"/>
                  </a:lnTo>
                  <a:lnTo>
                    <a:pt x="366316" y="174410"/>
                  </a:lnTo>
                  <a:lnTo>
                    <a:pt x="366407" y="174550"/>
                  </a:lnTo>
                  <a:lnTo>
                    <a:pt x="366863" y="175063"/>
                  </a:lnTo>
                  <a:lnTo>
                    <a:pt x="367227" y="175575"/>
                  </a:lnTo>
                  <a:lnTo>
                    <a:pt x="367364" y="175948"/>
                  </a:lnTo>
                  <a:lnTo>
                    <a:pt x="367501" y="176274"/>
                  </a:lnTo>
                  <a:lnTo>
                    <a:pt x="367774" y="176553"/>
                  </a:lnTo>
                  <a:lnTo>
                    <a:pt x="368002" y="176693"/>
                  </a:lnTo>
                  <a:lnTo>
                    <a:pt x="368777" y="176973"/>
                  </a:lnTo>
                  <a:lnTo>
                    <a:pt x="369004" y="177112"/>
                  </a:lnTo>
                  <a:lnTo>
                    <a:pt x="369369" y="177345"/>
                  </a:lnTo>
                  <a:lnTo>
                    <a:pt x="369597" y="177578"/>
                  </a:lnTo>
                  <a:lnTo>
                    <a:pt x="369916" y="177671"/>
                  </a:lnTo>
                  <a:lnTo>
                    <a:pt x="370280" y="177811"/>
                  </a:lnTo>
                  <a:lnTo>
                    <a:pt x="370508" y="177811"/>
                  </a:lnTo>
                  <a:lnTo>
                    <a:pt x="370963" y="177951"/>
                  </a:lnTo>
                  <a:lnTo>
                    <a:pt x="371055" y="178184"/>
                  </a:lnTo>
                  <a:lnTo>
                    <a:pt x="370963" y="178696"/>
                  </a:lnTo>
                  <a:lnTo>
                    <a:pt x="370872" y="179302"/>
                  </a:lnTo>
                  <a:lnTo>
                    <a:pt x="370736" y="179814"/>
                  </a:lnTo>
                  <a:lnTo>
                    <a:pt x="370827" y="180373"/>
                  </a:lnTo>
                  <a:lnTo>
                    <a:pt x="370918" y="180886"/>
                  </a:lnTo>
                  <a:lnTo>
                    <a:pt x="371055" y="181352"/>
                  </a:lnTo>
                  <a:lnTo>
                    <a:pt x="371100" y="181771"/>
                  </a:lnTo>
                  <a:lnTo>
                    <a:pt x="371191" y="182190"/>
                  </a:lnTo>
                  <a:lnTo>
                    <a:pt x="371191" y="182656"/>
                  </a:lnTo>
                  <a:lnTo>
                    <a:pt x="371055" y="182982"/>
                  </a:lnTo>
                  <a:lnTo>
                    <a:pt x="370963" y="183261"/>
                  </a:lnTo>
                  <a:lnTo>
                    <a:pt x="370963" y="183727"/>
                  </a:lnTo>
                  <a:lnTo>
                    <a:pt x="371055" y="184100"/>
                  </a:lnTo>
                  <a:lnTo>
                    <a:pt x="371055" y="184659"/>
                  </a:lnTo>
                  <a:lnTo>
                    <a:pt x="371100" y="185265"/>
                  </a:lnTo>
                  <a:lnTo>
                    <a:pt x="371055" y="185684"/>
                  </a:lnTo>
                  <a:lnTo>
                    <a:pt x="370963" y="185824"/>
                  </a:lnTo>
                  <a:lnTo>
                    <a:pt x="370599" y="186476"/>
                  </a:lnTo>
                  <a:lnTo>
                    <a:pt x="370189" y="187454"/>
                  </a:lnTo>
                  <a:lnTo>
                    <a:pt x="370189" y="187827"/>
                  </a:lnTo>
                  <a:lnTo>
                    <a:pt x="370143" y="188665"/>
                  </a:lnTo>
                  <a:lnTo>
                    <a:pt x="370326" y="189038"/>
                  </a:lnTo>
                  <a:lnTo>
                    <a:pt x="370690" y="189550"/>
                  </a:lnTo>
                  <a:lnTo>
                    <a:pt x="371009" y="189970"/>
                  </a:lnTo>
                  <a:lnTo>
                    <a:pt x="371465" y="190808"/>
                  </a:lnTo>
                  <a:lnTo>
                    <a:pt x="371692" y="191181"/>
                  </a:lnTo>
                  <a:lnTo>
                    <a:pt x="371784" y="191414"/>
                  </a:lnTo>
                  <a:lnTo>
                    <a:pt x="371966" y="191693"/>
                  </a:lnTo>
                  <a:lnTo>
                    <a:pt x="372330" y="191926"/>
                  </a:lnTo>
                  <a:lnTo>
                    <a:pt x="372923" y="192299"/>
                  </a:lnTo>
                  <a:lnTo>
                    <a:pt x="373287" y="192578"/>
                  </a:lnTo>
                  <a:lnTo>
                    <a:pt x="373788" y="193044"/>
                  </a:lnTo>
                  <a:lnTo>
                    <a:pt x="373879" y="193510"/>
                  </a:lnTo>
                  <a:lnTo>
                    <a:pt x="373879" y="193650"/>
                  </a:lnTo>
                  <a:lnTo>
                    <a:pt x="373925" y="194488"/>
                  </a:lnTo>
                  <a:lnTo>
                    <a:pt x="373788" y="195047"/>
                  </a:lnTo>
                  <a:lnTo>
                    <a:pt x="373743" y="195280"/>
                  </a:lnTo>
                  <a:lnTo>
                    <a:pt x="373697" y="195466"/>
                  </a:lnTo>
                  <a:lnTo>
                    <a:pt x="373652" y="195886"/>
                  </a:lnTo>
                  <a:lnTo>
                    <a:pt x="373788" y="196631"/>
                  </a:lnTo>
                  <a:lnTo>
                    <a:pt x="373925" y="197237"/>
                  </a:lnTo>
                  <a:lnTo>
                    <a:pt x="374016" y="197423"/>
                  </a:lnTo>
                  <a:lnTo>
                    <a:pt x="374335" y="198029"/>
                  </a:lnTo>
                  <a:lnTo>
                    <a:pt x="374882" y="198634"/>
                  </a:lnTo>
                  <a:lnTo>
                    <a:pt x="375292" y="199007"/>
                  </a:lnTo>
                  <a:lnTo>
                    <a:pt x="375611" y="199286"/>
                  </a:lnTo>
                  <a:lnTo>
                    <a:pt x="375975" y="200125"/>
                  </a:lnTo>
                  <a:lnTo>
                    <a:pt x="376021" y="201103"/>
                  </a:lnTo>
                  <a:lnTo>
                    <a:pt x="375793" y="201755"/>
                  </a:lnTo>
                  <a:lnTo>
                    <a:pt x="375656" y="202128"/>
                  </a:lnTo>
                  <a:lnTo>
                    <a:pt x="375292" y="202827"/>
                  </a:lnTo>
                  <a:lnTo>
                    <a:pt x="375201" y="203060"/>
                  </a:lnTo>
                  <a:lnTo>
                    <a:pt x="375018" y="203852"/>
                  </a:lnTo>
                  <a:lnTo>
                    <a:pt x="375018" y="204597"/>
                  </a:lnTo>
                  <a:lnTo>
                    <a:pt x="374927" y="205622"/>
                  </a:lnTo>
                  <a:lnTo>
                    <a:pt x="374882" y="205762"/>
                  </a:lnTo>
                  <a:lnTo>
                    <a:pt x="374563" y="206600"/>
                  </a:lnTo>
                  <a:lnTo>
                    <a:pt x="374107" y="207904"/>
                  </a:lnTo>
                  <a:lnTo>
                    <a:pt x="373788" y="209395"/>
                  </a:lnTo>
                  <a:lnTo>
                    <a:pt x="373515" y="211259"/>
                  </a:lnTo>
                  <a:lnTo>
                    <a:pt x="373014" y="212936"/>
                  </a:lnTo>
                  <a:lnTo>
                    <a:pt x="372923" y="213355"/>
                  </a:lnTo>
                  <a:lnTo>
                    <a:pt x="371556" y="214706"/>
                  </a:lnTo>
                  <a:lnTo>
                    <a:pt x="371100" y="215265"/>
                  </a:lnTo>
                  <a:lnTo>
                    <a:pt x="370371" y="216103"/>
                  </a:lnTo>
                  <a:lnTo>
                    <a:pt x="369551" y="217780"/>
                  </a:lnTo>
                  <a:lnTo>
                    <a:pt x="369187" y="218898"/>
                  </a:lnTo>
                  <a:lnTo>
                    <a:pt x="369187" y="219411"/>
                  </a:lnTo>
                  <a:lnTo>
                    <a:pt x="368959" y="220995"/>
                  </a:lnTo>
                  <a:lnTo>
                    <a:pt x="368503" y="222439"/>
                  </a:lnTo>
                  <a:lnTo>
                    <a:pt x="368412" y="223603"/>
                  </a:lnTo>
                  <a:lnTo>
                    <a:pt x="368093" y="224535"/>
                  </a:lnTo>
                  <a:lnTo>
                    <a:pt x="368002" y="225467"/>
                  </a:lnTo>
                  <a:lnTo>
                    <a:pt x="368002" y="226072"/>
                  </a:lnTo>
                  <a:lnTo>
                    <a:pt x="368002" y="226259"/>
                  </a:lnTo>
                  <a:lnTo>
                    <a:pt x="368093" y="226911"/>
                  </a:lnTo>
                  <a:lnTo>
                    <a:pt x="368366" y="227283"/>
                  </a:lnTo>
                  <a:lnTo>
                    <a:pt x="368640" y="227703"/>
                  </a:lnTo>
                  <a:lnTo>
                    <a:pt x="369642" y="228821"/>
                  </a:lnTo>
                  <a:lnTo>
                    <a:pt x="370690" y="230078"/>
                  </a:lnTo>
                  <a:lnTo>
                    <a:pt x="371419" y="231290"/>
                  </a:lnTo>
                  <a:lnTo>
                    <a:pt x="372421" y="232315"/>
                  </a:lnTo>
                  <a:lnTo>
                    <a:pt x="372695" y="232734"/>
                  </a:lnTo>
                  <a:lnTo>
                    <a:pt x="372968" y="233060"/>
                  </a:lnTo>
                  <a:lnTo>
                    <a:pt x="373242" y="233479"/>
                  </a:lnTo>
                  <a:lnTo>
                    <a:pt x="374973" y="234644"/>
                  </a:lnTo>
                  <a:lnTo>
                    <a:pt x="375337" y="234877"/>
                  </a:lnTo>
                  <a:lnTo>
                    <a:pt x="376112" y="235389"/>
                  </a:lnTo>
                  <a:lnTo>
                    <a:pt x="376385" y="235575"/>
                  </a:lnTo>
                  <a:lnTo>
                    <a:pt x="376659" y="235762"/>
                  </a:lnTo>
                  <a:lnTo>
                    <a:pt x="377934" y="236787"/>
                  </a:lnTo>
                  <a:lnTo>
                    <a:pt x="378982" y="237811"/>
                  </a:lnTo>
                  <a:lnTo>
                    <a:pt x="380213" y="239535"/>
                  </a:lnTo>
                  <a:lnTo>
                    <a:pt x="380714" y="240280"/>
                  </a:lnTo>
                  <a:lnTo>
                    <a:pt x="381306" y="240839"/>
                  </a:lnTo>
                  <a:lnTo>
                    <a:pt x="381716" y="241166"/>
                  </a:lnTo>
                  <a:lnTo>
                    <a:pt x="381898" y="241305"/>
                  </a:lnTo>
                  <a:lnTo>
                    <a:pt x="382627" y="241678"/>
                  </a:lnTo>
                  <a:lnTo>
                    <a:pt x="382992" y="241818"/>
                  </a:lnTo>
                  <a:lnTo>
                    <a:pt x="383356" y="241911"/>
                  </a:lnTo>
                  <a:lnTo>
                    <a:pt x="383766" y="242004"/>
                  </a:lnTo>
                  <a:lnTo>
                    <a:pt x="384040" y="242004"/>
                  </a:lnTo>
                  <a:lnTo>
                    <a:pt x="384313" y="241957"/>
                  </a:lnTo>
                  <a:lnTo>
                    <a:pt x="384678" y="241818"/>
                  </a:lnTo>
                  <a:lnTo>
                    <a:pt x="384905" y="241771"/>
                  </a:lnTo>
                  <a:lnTo>
                    <a:pt x="385270" y="241585"/>
                  </a:lnTo>
                  <a:lnTo>
                    <a:pt x="385680" y="241398"/>
                  </a:lnTo>
                  <a:lnTo>
                    <a:pt x="386090" y="241259"/>
                  </a:lnTo>
                  <a:lnTo>
                    <a:pt x="386500" y="241166"/>
                  </a:lnTo>
                  <a:lnTo>
                    <a:pt x="386728" y="241119"/>
                  </a:lnTo>
                  <a:lnTo>
                    <a:pt x="387001" y="241072"/>
                  </a:lnTo>
                  <a:lnTo>
                    <a:pt x="387275" y="241026"/>
                  </a:lnTo>
                  <a:lnTo>
                    <a:pt x="387502" y="241072"/>
                  </a:lnTo>
                  <a:lnTo>
                    <a:pt x="387958" y="241212"/>
                  </a:lnTo>
                  <a:lnTo>
                    <a:pt x="388186" y="241398"/>
                  </a:lnTo>
                  <a:lnTo>
                    <a:pt x="388459" y="241585"/>
                  </a:lnTo>
                  <a:lnTo>
                    <a:pt x="389006" y="241678"/>
                  </a:lnTo>
                  <a:lnTo>
                    <a:pt x="389325" y="241725"/>
                  </a:lnTo>
                  <a:lnTo>
                    <a:pt x="390054" y="241818"/>
                  </a:lnTo>
                  <a:lnTo>
                    <a:pt x="390236" y="241864"/>
                  </a:lnTo>
                  <a:lnTo>
                    <a:pt x="391011" y="242004"/>
                  </a:lnTo>
                  <a:lnTo>
                    <a:pt x="391876" y="242330"/>
                  </a:lnTo>
                  <a:lnTo>
                    <a:pt x="393380" y="242563"/>
                  </a:lnTo>
                  <a:lnTo>
                    <a:pt x="394428" y="242703"/>
                  </a:lnTo>
                  <a:lnTo>
                    <a:pt x="394838" y="242703"/>
                  </a:lnTo>
                  <a:lnTo>
                    <a:pt x="395385" y="242703"/>
                  </a:lnTo>
                  <a:lnTo>
                    <a:pt x="396751" y="242563"/>
                  </a:lnTo>
                  <a:lnTo>
                    <a:pt x="397389" y="242470"/>
                  </a:lnTo>
                  <a:lnTo>
                    <a:pt x="397617" y="242330"/>
                  </a:lnTo>
                  <a:lnTo>
                    <a:pt x="398027" y="242144"/>
                  </a:lnTo>
                  <a:lnTo>
                    <a:pt x="398711" y="241678"/>
                  </a:lnTo>
                  <a:lnTo>
                    <a:pt x="399850" y="241212"/>
                  </a:lnTo>
                  <a:lnTo>
                    <a:pt x="400579" y="240933"/>
                  </a:lnTo>
                  <a:lnTo>
                    <a:pt x="401080" y="240839"/>
                  </a:lnTo>
                  <a:lnTo>
                    <a:pt x="401809" y="240886"/>
                  </a:lnTo>
                  <a:lnTo>
                    <a:pt x="402629" y="241119"/>
                  </a:lnTo>
                  <a:lnTo>
                    <a:pt x="404041" y="241119"/>
                  </a:lnTo>
                  <a:lnTo>
                    <a:pt x="404816" y="241259"/>
                  </a:lnTo>
                  <a:lnTo>
                    <a:pt x="405545" y="241538"/>
                  </a:lnTo>
                  <a:lnTo>
                    <a:pt x="405773" y="241864"/>
                  </a:lnTo>
                  <a:lnTo>
                    <a:pt x="406000" y="242144"/>
                  </a:lnTo>
                  <a:lnTo>
                    <a:pt x="406456" y="242656"/>
                  </a:lnTo>
                  <a:lnTo>
                    <a:pt x="407003" y="242982"/>
                  </a:lnTo>
                  <a:lnTo>
                    <a:pt x="407504" y="243355"/>
                  </a:lnTo>
                  <a:lnTo>
                    <a:pt x="408233" y="243774"/>
                  </a:lnTo>
                  <a:lnTo>
                    <a:pt x="409281" y="244333"/>
                  </a:lnTo>
                  <a:lnTo>
                    <a:pt x="409645" y="244566"/>
                  </a:lnTo>
                  <a:lnTo>
                    <a:pt x="410192" y="244799"/>
                  </a:lnTo>
                  <a:lnTo>
                    <a:pt x="410693" y="245032"/>
                  </a:lnTo>
                  <a:lnTo>
                    <a:pt x="411058" y="245312"/>
                  </a:lnTo>
                  <a:lnTo>
                    <a:pt x="412015" y="245871"/>
                  </a:lnTo>
                  <a:lnTo>
                    <a:pt x="412652" y="246103"/>
                  </a:lnTo>
                  <a:lnTo>
                    <a:pt x="413336" y="246243"/>
                  </a:lnTo>
                  <a:lnTo>
                    <a:pt x="413564" y="246290"/>
                  </a:lnTo>
                  <a:lnTo>
                    <a:pt x="414110" y="246430"/>
                  </a:lnTo>
                  <a:lnTo>
                    <a:pt x="415979" y="246662"/>
                  </a:lnTo>
                  <a:lnTo>
                    <a:pt x="415979" y="247734"/>
                  </a:lnTo>
                  <a:lnTo>
                    <a:pt x="415660" y="248293"/>
                  </a:lnTo>
                  <a:lnTo>
                    <a:pt x="415614" y="248852"/>
                  </a:lnTo>
                  <a:lnTo>
                    <a:pt x="415660" y="249690"/>
                  </a:lnTo>
                  <a:lnTo>
                    <a:pt x="415796" y="250296"/>
                  </a:lnTo>
                  <a:lnTo>
                    <a:pt x="416297" y="250902"/>
                  </a:lnTo>
                  <a:lnTo>
                    <a:pt x="416890" y="251740"/>
                  </a:lnTo>
                  <a:lnTo>
                    <a:pt x="417300" y="252253"/>
                  </a:lnTo>
                  <a:lnTo>
                    <a:pt x="417710" y="252765"/>
                  </a:lnTo>
                  <a:lnTo>
                    <a:pt x="418712" y="253883"/>
                  </a:lnTo>
                  <a:lnTo>
                    <a:pt x="418986" y="254395"/>
                  </a:lnTo>
                  <a:lnTo>
                    <a:pt x="419077" y="254535"/>
                  </a:lnTo>
                  <a:lnTo>
                    <a:pt x="419441" y="255513"/>
                  </a:lnTo>
                  <a:lnTo>
                    <a:pt x="419851" y="256678"/>
                  </a:lnTo>
                  <a:lnTo>
                    <a:pt x="420170" y="257517"/>
                  </a:lnTo>
                  <a:lnTo>
                    <a:pt x="420535" y="258308"/>
                  </a:lnTo>
                  <a:lnTo>
                    <a:pt x="420945" y="259194"/>
                  </a:lnTo>
                  <a:lnTo>
                    <a:pt x="421173" y="259566"/>
                  </a:lnTo>
                  <a:lnTo>
                    <a:pt x="421264" y="259753"/>
                  </a:lnTo>
                  <a:lnTo>
                    <a:pt x="421400" y="260172"/>
                  </a:lnTo>
                  <a:lnTo>
                    <a:pt x="421446" y="261150"/>
                  </a:lnTo>
                  <a:lnTo>
                    <a:pt x="421400" y="261756"/>
                  </a:lnTo>
                  <a:lnTo>
                    <a:pt x="421400" y="261895"/>
                  </a:lnTo>
                  <a:lnTo>
                    <a:pt x="421355" y="262035"/>
                  </a:lnTo>
                  <a:lnTo>
                    <a:pt x="421309" y="262874"/>
                  </a:lnTo>
                  <a:lnTo>
                    <a:pt x="421400" y="264504"/>
                  </a:lnTo>
                  <a:lnTo>
                    <a:pt x="421628" y="264970"/>
                  </a:lnTo>
                  <a:lnTo>
                    <a:pt x="422266" y="265389"/>
                  </a:lnTo>
                  <a:lnTo>
                    <a:pt x="422995" y="265809"/>
                  </a:lnTo>
                  <a:lnTo>
                    <a:pt x="423952" y="265902"/>
                  </a:lnTo>
                  <a:lnTo>
                    <a:pt x="424681" y="265855"/>
                  </a:lnTo>
                  <a:lnTo>
                    <a:pt x="425228" y="265902"/>
                  </a:lnTo>
                  <a:lnTo>
                    <a:pt x="425546" y="266088"/>
                  </a:lnTo>
                  <a:lnTo>
                    <a:pt x="425546" y="267020"/>
                  </a:lnTo>
                  <a:lnTo>
                    <a:pt x="425410" y="267812"/>
                  </a:lnTo>
                  <a:lnTo>
                    <a:pt x="425410" y="268604"/>
                  </a:lnTo>
                  <a:lnTo>
                    <a:pt x="425638" y="269349"/>
                  </a:lnTo>
                  <a:lnTo>
                    <a:pt x="425683" y="269628"/>
                  </a:lnTo>
                  <a:lnTo>
                    <a:pt x="425820" y="270281"/>
                  </a:lnTo>
                  <a:lnTo>
                    <a:pt x="425865" y="270560"/>
                  </a:lnTo>
                  <a:lnTo>
                    <a:pt x="426048" y="271399"/>
                  </a:lnTo>
                  <a:lnTo>
                    <a:pt x="426275" y="271725"/>
                  </a:lnTo>
                  <a:lnTo>
                    <a:pt x="426458" y="272144"/>
                  </a:lnTo>
                  <a:lnTo>
                    <a:pt x="426594" y="272750"/>
                  </a:lnTo>
                  <a:lnTo>
                    <a:pt x="426868" y="273402"/>
                  </a:lnTo>
                  <a:lnTo>
                    <a:pt x="426959" y="273961"/>
                  </a:lnTo>
                  <a:lnTo>
                    <a:pt x="427096" y="274473"/>
                  </a:lnTo>
                  <a:lnTo>
                    <a:pt x="427050" y="275591"/>
                  </a:lnTo>
                  <a:lnTo>
                    <a:pt x="426868" y="276616"/>
                  </a:lnTo>
                  <a:lnTo>
                    <a:pt x="426731" y="277501"/>
                  </a:lnTo>
                  <a:lnTo>
                    <a:pt x="426640" y="277967"/>
                  </a:lnTo>
                  <a:lnTo>
                    <a:pt x="426503" y="278992"/>
                  </a:lnTo>
                  <a:lnTo>
                    <a:pt x="426549" y="279551"/>
                  </a:lnTo>
                  <a:lnTo>
                    <a:pt x="426686" y="280156"/>
                  </a:lnTo>
                  <a:lnTo>
                    <a:pt x="427004" y="281088"/>
                  </a:lnTo>
                  <a:lnTo>
                    <a:pt x="427141" y="281787"/>
                  </a:lnTo>
                  <a:lnTo>
                    <a:pt x="427050" y="282532"/>
                  </a:lnTo>
                  <a:lnTo>
                    <a:pt x="427050" y="283883"/>
                  </a:lnTo>
                  <a:lnTo>
                    <a:pt x="427278" y="284582"/>
                  </a:lnTo>
                  <a:lnTo>
                    <a:pt x="427323" y="285001"/>
                  </a:lnTo>
                  <a:lnTo>
                    <a:pt x="427415" y="285141"/>
                  </a:lnTo>
                  <a:lnTo>
                    <a:pt x="427506" y="285607"/>
                  </a:lnTo>
                  <a:lnTo>
                    <a:pt x="427688" y="285793"/>
                  </a:lnTo>
                  <a:lnTo>
                    <a:pt x="427961" y="286026"/>
                  </a:lnTo>
                  <a:lnTo>
                    <a:pt x="428918" y="286911"/>
                  </a:lnTo>
                  <a:lnTo>
                    <a:pt x="429419" y="287424"/>
                  </a:lnTo>
                  <a:lnTo>
                    <a:pt x="430012" y="287983"/>
                  </a:lnTo>
                  <a:lnTo>
                    <a:pt x="430467" y="288448"/>
                  </a:lnTo>
                  <a:lnTo>
                    <a:pt x="430695" y="288774"/>
                  </a:lnTo>
                  <a:lnTo>
                    <a:pt x="430741" y="289194"/>
                  </a:lnTo>
                  <a:lnTo>
                    <a:pt x="430695" y="289380"/>
                  </a:lnTo>
                  <a:lnTo>
                    <a:pt x="430695" y="289846"/>
                  </a:lnTo>
                  <a:lnTo>
                    <a:pt x="430832" y="290591"/>
                  </a:lnTo>
                  <a:lnTo>
                    <a:pt x="431196" y="291150"/>
                  </a:lnTo>
                  <a:lnTo>
                    <a:pt x="431515" y="291709"/>
                  </a:lnTo>
                  <a:lnTo>
                    <a:pt x="431652" y="292222"/>
                  </a:lnTo>
                  <a:lnTo>
                    <a:pt x="431834" y="292501"/>
                  </a:lnTo>
                  <a:lnTo>
                    <a:pt x="432062" y="292827"/>
                  </a:lnTo>
                  <a:lnTo>
                    <a:pt x="432153" y="293107"/>
                  </a:lnTo>
                  <a:lnTo>
                    <a:pt x="432290" y="293806"/>
                  </a:lnTo>
                  <a:lnTo>
                    <a:pt x="432335" y="293992"/>
                  </a:lnTo>
                  <a:lnTo>
                    <a:pt x="432426" y="295669"/>
                  </a:lnTo>
                  <a:lnTo>
                    <a:pt x="432472" y="296042"/>
                  </a:lnTo>
                  <a:lnTo>
                    <a:pt x="432745" y="297858"/>
                  </a:lnTo>
                  <a:lnTo>
                    <a:pt x="433019" y="298790"/>
                  </a:lnTo>
                  <a:lnTo>
                    <a:pt x="433429" y="299722"/>
                  </a:lnTo>
                  <a:lnTo>
                    <a:pt x="433975" y="300840"/>
                  </a:lnTo>
                  <a:lnTo>
                    <a:pt x="434112" y="301026"/>
                  </a:lnTo>
                  <a:lnTo>
                    <a:pt x="434158" y="301212"/>
                  </a:lnTo>
                  <a:lnTo>
                    <a:pt x="434568" y="301865"/>
                  </a:lnTo>
                  <a:lnTo>
                    <a:pt x="434659" y="302098"/>
                  </a:lnTo>
                  <a:lnTo>
                    <a:pt x="435023" y="302936"/>
                  </a:lnTo>
                  <a:lnTo>
                    <a:pt x="435251" y="304008"/>
                  </a:lnTo>
                  <a:lnTo>
                    <a:pt x="435297" y="304939"/>
                  </a:lnTo>
                  <a:lnTo>
                    <a:pt x="435297" y="305219"/>
                  </a:lnTo>
                  <a:lnTo>
                    <a:pt x="435114" y="305685"/>
                  </a:lnTo>
                  <a:lnTo>
                    <a:pt x="434613" y="306523"/>
                  </a:lnTo>
                  <a:lnTo>
                    <a:pt x="434203" y="307455"/>
                  </a:lnTo>
                  <a:lnTo>
                    <a:pt x="433884" y="308480"/>
                  </a:lnTo>
                  <a:lnTo>
                    <a:pt x="433839" y="308712"/>
                  </a:lnTo>
                  <a:lnTo>
                    <a:pt x="433793" y="309085"/>
                  </a:lnTo>
                  <a:lnTo>
                    <a:pt x="433839" y="309411"/>
                  </a:lnTo>
                  <a:lnTo>
                    <a:pt x="433975" y="310017"/>
                  </a:lnTo>
                  <a:lnTo>
                    <a:pt x="434158" y="310390"/>
                  </a:lnTo>
                  <a:lnTo>
                    <a:pt x="434294" y="310902"/>
                  </a:lnTo>
                  <a:lnTo>
                    <a:pt x="434613" y="311601"/>
                  </a:lnTo>
                  <a:lnTo>
                    <a:pt x="435023" y="312299"/>
                  </a:lnTo>
                  <a:lnTo>
                    <a:pt x="435570" y="313557"/>
                  </a:lnTo>
                  <a:lnTo>
                    <a:pt x="435707" y="313883"/>
                  </a:lnTo>
                  <a:lnTo>
                    <a:pt x="435980" y="314396"/>
                  </a:lnTo>
                  <a:lnTo>
                    <a:pt x="436026" y="314768"/>
                  </a:lnTo>
                  <a:lnTo>
                    <a:pt x="435889" y="315421"/>
                  </a:lnTo>
                  <a:lnTo>
                    <a:pt x="435843" y="315747"/>
                  </a:lnTo>
                  <a:lnTo>
                    <a:pt x="435843" y="316772"/>
                  </a:lnTo>
                  <a:lnTo>
                    <a:pt x="435980" y="317796"/>
                  </a:lnTo>
                  <a:lnTo>
                    <a:pt x="436071" y="318216"/>
                  </a:lnTo>
                  <a:lnTo>
                    <a:pt x="436071" y="318588"/>
                  </a:lnTo>
                  <a:lnTo>
                    <a:pt x="436071" y="319380"/>
                  </a:lnTo>
                  <a:lnTo>
                    <a:pt x="436117" y="319986"/>
                  </a:lnTo>
                  <a:lnTo>
                    <a:pt x="436345" y="321150"/>
                  </a:lnTo>
                  <a:lnTo>
                    <a:pt x="436345" y="321290"/>
                  </a:lnTo>
                  <a:lnTo>
                    <a:pt x="436253" y="322222"/>
                  </a:lnTo>
                  <a:lnTo>
                    <a:pt x="435707" y="323433"/>
                  </a:lnTo>
                  <a:lnTo>
                    <a:pt x="435616" y="324039"/>
                  </a:lnTo>
                  <a:lnTo>
                    <a:pt x="435707" y="324784"/>
                  </a:lnTo>
                  <a:lnTo>
                    <a:pt x="435707" y="325949"/>
                  </a:lnTo>
                  <a:lnTo>
                    <a:pt x="435752" y="326834"/>
                  </a:lnTo>
                  <a:lnTo>
                    <a:pt x="435889" y="327719"/>
                  </a:lnTo>
                  <a:lnTo>
                    <a:pt x="436026" y="328464"/>
                  </a:lnTo>
                  <a:lnTo>
                    <a:pt x="436026" y="329396"/>
                  </a:lnTo>
                  <a:lnTo>
                    <a:pt x="435980" y="329955"/>
                  </a:lnTo>
                  <a:lnTo>
                    <a:pt x="435843" y="330281"/>
                  </a:lnTo>
                  <a:lnTo>
                    <a:pt x="435342" y="331026"/>
                  </a:lnTo>
                  <a:lnTo>
                    <a:pt x="435114" y="331352"/>
                  </a:lnTo>
                  <a:lnTo>
                    <a:pt x="434385" y="332517"/>
                  </a:lnTo>
                  <a:lnTo>
                    <a:pt x="433839" y="333868"/>
                  </a:lnTo>
                  <a:lnTo>
                    <a:pt x="433155" y="335545"/>
                  </a:lnTo>
                  <a:lnTo>
                    <a:pt x="432426" y="336803"/>
                  </a:lnTo>
                  <a:lnTo>
                    <a:pt x="432244" y="337222"/>
                  </a:lnTo>
                  <a:lnTo>
                    <a:pt x="431606" y="338759"/>
                  </a:lnTo>
                  <a:lnTo>
                    <a:pt x="431470" y="339272"/>
                  </a:lnTo>
                  <a:lnTo>
                    <a:pt x="431424" y="340436"/>
                  </a:lnTo>
                  <a:lnTo>
                    <a:pt x="431333" y="341368"/>
                  </a:lnTo>
                  <a:lnTo>
                    <a:pt x="431287" y="341787"/>
                  </a:lnTo>
                  <a:lnTo>
                    <a:pt x="431333" y="342020"/>
                  </a:lnTo>
                  <a:lnTo>
                    <a:pt x="431424" y="342952"/>
                  </a:lnTo>
                  <a:lnTo>
                    <a:pt x="431834" y="343884"/>
                  </a:lnTo>
                  <a:lnTo>
                    <a:pt x="432563" y="345048"/>
                  </a:lnTo>
                  <a:lnTo>
                    <a:pt x="433656" y="346352"/>
                  </a:lnTo>
                  <a:lnTo>
                    <a:pt x="433884" y="346585"/>
                  </a:lnTo>
                  <a:lnTo>
                    <a:pt x="434522" y="347703"/>
                  </a:lnTo>
                  <a:lnTo>
                    <a:pt x="434796" y="348169"/>
                  </a:lnTo>
                  <a:lnTo>
                    <a:pt x="435342" y="348868"/>
                  </a:lnTo>
                  <a:lnTo>
                    <a:pt x="435661" y="349241"/>
                  </a:lnTo>
                  <a:lnTo>
                    <a:pt x="436299" y="349753"/>
                  </a:lnTo>
                  <a:lnTo>
                    <a:pt x="436846" y="350452"/>
                  </a:lnTo>
                  <a:lnTo>
                    <a:pt x="437210" y="351057"/>
                  </a:lnTo>
                  <a:lnTo>
                    <a:pt x="437438" y="351523"/>
                  </a:lnTo>
                  <a:lnTo>
                    <a:pt x="437757" y="352082"/>
                  </a:lnTo>
                  <a:lnTo>
                    <a:pt x="438122" y="352641"/>
                  </a:lnTo>
                  <a:lnTo>
                    <a:pt x="438623" y="353247"/>
                  </a:lnTo>
                  <a:lnTo>
                    <a:pt x="439124" y="353620"/>
                  </a:lnTo>
                  <a:lnTo>
                    <a:pt x="439625" y="353899"/>
                  </a:lnTo>
                  <a:lnTo>
                    <a:pt x="440035" y="354179"/>
                  </a:lnTo>
                  <a:lnTo>
                    <a:pt x="440126" y="354318"/>
                  </a:lnTo>
                  <a:lnTo>
                    <a:pt x="440308" y="354551"/>
                  </a:lnTo>
                  <a:lnTo>
                    <a:pt x="440992" y="355110"/>
                  </a:lnTo>
                  <a:lnTo>
                    <a:pt x="441174" y="355250"/>
                  </a:lnTo>
                  <a:lnTo>
                    <a:pt x="441448" y="355669"/>
                  </a:lnTo>
                  <a:lnTo>
                    <a:pt x="441949" y="356228"/>
                  </a:lnTo>
                  <a:lnTo>
                    <a:pt x="442268" y="356694"/>
                  </a:lnTo>
                  <a:lnTo>
                    <a:pt x="442495" y="357300"/>
                  </a:lnTo>
                  <a:lnTo>
                    <a:pt x="442587" y="357626"/>
                  </a:lnTo>
                  <a:lnTo>
                    <a:pt x="442632" y="358092"/>
                  </a:lnTo>
                  <a:lnTo>
                    <a:pt x="442678" y="358464"/>
                  </a:lnTo>
                  <a:lnTo>
                    <a:pt x="442040" y="358837"/>
                  </a:lnTo>
                  <a:lnTo>
                    <a:pt x="441402" y="359163"/>
                  </a:lnTo>
                  <a:lnTo>
                    <a:pt x="441083" y="359443"/>
                  </a:lnTo>
                  <a:lnTo>
                    <a:pt x="440764" y="359722"/>
                  </a:lnTo>
                  <a:lnTo>
                    <a:pt x="440491" y="360095"/>
                  </a:lnTo>
                  <a:lnTo>
                    <a:pt x="440035" y="360887"/>
                  </a:lnTo>
                  <a:lnTo>
                    <a:pt x="439853" y="361818"/>
                  </a:lnTo>
                  <a:lnTo>
                    <a:pt x="439898" y="362750"/>
                  </a:lnTo>
                  <a:lnTo>
                    <a:pt x="439898" y="363030"/>
                  </a:lnTo>
                  <a:lnTo>
                    <a:pt x="439990" y="363309"/>
                  </a:lnTo>
                  <a:lnTo>
                    <a:pt x="440263" y="363589"/>
                  </a:lnTo>
                  <a:lnTo>
                    <a:pt x="440855" y="363822"/>
                  </a:lnTo>
                  <a:lnTo>
                    <a:pt x="441766" y="364008"/>
                  </a:lnTo>
                  <a:lnTo>
                    <a:pt x="442268" y="364194"/>
                  </a:lnTo>
                  <a:lnTo>
                    <a:pt x="442632" y="364474"/>
                  </a:lnTo>
                  <a:lnTo>
                    <a:pt x="443088" y="364707"/>
                  </a:lnTo>
                  <a:lnTo>
                    <a:pt x="443589" y="365079"/>
                  </a:lnTo>
                  <a:lnTo>
                    <a:pt x="444227" y="365731"/>
                  </a:lnTo>
                  <a:lnTo>
                    <a:pt x="444409" y="366011"/>
                  </a:lnTo>
                  <a:lnTo>
                    <a:pt x="444774" y="366523"/>
                  </a:lnTo>
                  <a:lnTo>
                    <a:pt x="445184" y="367269"/>
                  </a:lnTo>
                  <a:lnTo>
                    <a:pt x="445366" y="367641"/>
                  </a:lnTo>
                  <a:lnTo>
                    <a:pt x="445411" y="368061"/>
                  </a:lnTo>
                  <a:lnTo>
                    <a:pt x="445320" y="368387"/>
                  </a:lnTo>
                  <a:lnTo>
                    <a:pt x="445275" y="368527"/>
                  </a:lnTo>
                  <a:lnTo>
                    <a:pt x="445092" y="369179"/>
                  </a:lnTo>
                  <a:lnTo>
                    <a:pt x="444956" y="369738"/>
                  </a:lnTo>
                  <a:lnTo>
                    <a:pt x="445138" y="370250"/>
                  </a:lnTo>
                  <a:lnTo>
                    <a:pt x="445821" y="371042"/>
                  </a:lnTo>
                  <a:lnTo>
                    <a:pt x="446505" y="371694"/>
                  </a:lnTo>
                  <a:lnTo>
                    <a:pt x="447097" y="372346"/>
                  </a:lnTo>
                  <a:lnTo>
                    <a:pt x="447416" y="372766"/>
                  </a:lnTo>
                  <a:lnTo>
                    <a:pt x="447644" y="373371"/>
                  </a:lnTo>
                  <a:lnTo>
                    <a:pt x="447735" y="373697"/>
                  </a:lnTo>
                  <a:lnTo>
                    <a:pt x="448236" y="374489"/>
                  </a:lnTo>
                  <a:lnTo>
                    <a:pt x="449102" y="375561"/>
                  </a:lnTo>
                  <a:lnTo>
                    <a:pt x="449193" y="376027"/>
                  </a:lnTo>
                  <a:lnTo>
                    <a:pt x="449330" y="376772"/>
                  </a:lnTo>
                  <a:lnTo>
                    <a:pt x="449558" y="377704"/>
                  </a:lnTo>
                  <a:lnTo>
                    <a:pt x="449694" y="378542"/>
                  </a:lnTo>
                  <a:lnTo>
                    <a:pt x="449649" y="378775"/>
                  </a:lnTo>
                  <a:lnTo>
                    <a:pt x="449056" y="379381"/>
                  </a:lnTo>
                  <a:lnTo>
                    <a:pt x="448965" y="379520"/>
                  </a:lnTo>
                  <a:lnTo>
                    <a:pt x="448282" y="380638"/>
                  </a:lnTo>
                  <a:lnTo>
                    <a:pt x="447735" y="381663"/>
                  </a:lnTo>
                  <a:lnTo>
                    <a:pt x="447598" y="381803"/>
                  </a:lnTo>
                  <a:lnTo>
                    <a:pt x="447143" y="382362"/>
                  </a:lnTo>
                  <a:lnTo>
                    <a:pt x="446915" y="382688"/>
                  </a:lnTo>
                  <a:lnTo>
                    <a:pt x="446687" y="382968"/>
                  </a:lnTo>
                  <a:lnTo>
                    <a:pt x="446459" y="383760"/>
                  </a:lnTo>
                  <a:lnTo>
                    <a:pt x="446459" y="383899"/>
                  </a:lnTo>
                  <a:lnTo>
                    <a:pt x="446414" y="384691"/>
                  </a:lnTo>
                  <a:lnTo>
                    <a:pt x="446368" y="385669"/>
                  </a:lnTo>
                  <a:lnTo>
                    <a:pt x="445730" y="388232"/>
                  </a:lnTo>
                  <a:lnTo>
                    <a:pt x="445548" y="388791"/>
                  </a:lnTo>
                  <a:lnTo>
                    <a:pt x="445320" y="389489"/>
                  </a:lnTo>
                  <a:lnTo>
                    <a:pt x="445229" y="389862"/>
                  </a:lnTo>
                  <a:lnTo>
                    <a:pt x="444682" y="391166"/>
                  </a:lnTo>
                  <a:lnTo>
                    <a:pt x="443771" y="392564"/>
                  </a:lnTo>
                  <a:lnTo>
                    <a:pt x="443634" y="392797"/>
                  </a:lnTo>
                  <a:lnTo>
                    <a:pt x="443042" y="393542"/>
                  </a:lnTo>
                  <a:lnTo>
                    <a:pt x="442723" y="393961"/>
                  </a:lnTo>
                  <a:lnTo>
                    <a:pt x="442359" y="394427"/>
                  </a:lnTo>
                  <a:lnTo>
                    <a:pt x="441220" y="395778"/>
                  </a:lnTo>
                  <a:lnTo>
                    <a:pt x="440810" y="396291"/>
                  </a:lnTo>
                  <a:lnTo>
                    <a:pt x="439807" y="397502"/>
                  </a:lnTo>
                  <a:lnTo>
                    <a:pt x="439625" y="397735"/>
                  </a:lnTo>
                  <a:lnTo>
                    <a:pt x="439534" y="397875"/>
                  </a:lnTo>
                  <a:lnTo>
                    <a:pt x="438623" y="399132"/>
                  </a:lnTo>
                  <a:lnTo>
                    <a:pt x="438167" y="399738"/>
                  </a:lnTo>
                  <a:lnTo>
                    <a:pt x="437666" y="400204"/>
                  </a:lnTo>
                  <a:lnTo>
                    <a:pt x="437210" y="400623"/>
                  </a:lnTo>
                  <a:lnTo>
                    <a:pt x="436800" y="401135"/>
                  </a:lnTo>
                  <a:lnTo>
                    <a:pt x="436709" y="401741"/>
                  </a:lnTo>
                  <a:lnTo>
                    <a:pt x="436664" y="403418"/>
                  </a:lnTo>
                  <a:lnTo>
                    <a:pt x="436618" y="403977"/>
                  </a:lnTo>
                  <a:lnTo>
                    <a:pt x="436436" y="404955"/>
                  </a:lnTo>
                  <a:lnTo>
                    <a:pt x="436436" y="405142"/>
                  </a:lnTo>
                  <a:lnTo>
                    <a:pt x="436117" y="406632"/>
                  </a:lnTo>
                  <a:lnTo>
                    <a:pt x="435889" y="407704"/>
                  </a:lnTo>
                  <a:lnTo>
                    <a:pt x="435752" y="408216"/>
                  </a:lnTo>
                  <a:lnTo>
                    <a:pt x="435525" y="409055"/>
                  </a:lnTo>
                  <a:lnTo>
                    <a:pt x="435479" y="410266"/>
                  </a:lnTo>
                  <a:lnTo>
                    <a:pt x="435570" y="411477"/>
                  </a:lnTo>
                  <a:lnTo>
                    <a:pt x="435069" y="413014"/>
                  </a:lnTo>
                  <a:lnTo>
                    <a:pt x="434340" y="414738"/>
                  </a:lnTo>
                  <a:lnTo>
                    <a:pt x="434067" y="415809"/>
                  </a:lnTo>
                  <a:lnTo>
                    <a:pt x="433930" y="416415"/>
                  </a:lnTo>
                  <a:lnTo>
                    <a:pt x="433793" y="417813"/>
                  </a:lnTo>
                  <a:lnTo>
                    <a:pt x="433656" y="418139"/>
                  </a:lnTo>
                  <a:lnTo>
                    <a:pt x="433338" y="418465"/>
                  </a:lnTo>
                  <a:lnTo>
                    <a:pt x="433064" y="418651"/>
                  </a:lnTo>
                  <a:lnTo>
                    <a:pt x="432927" y="418744"/>
                  </a:lnTo>
                  <a:lnTo>
                    <a:pt x="432745" y="419024"/>
                  </a:lnTo>
                  <a:lnTo>
                    <a:pt x="432472" y="419490"/>
                  </a:lnTo>
                  <a:lnTo>
                    <a:pt x="432107" y="420840"/>
                  </a:lnTo>
                  <a:lnTo>
                    <a:pt x="431834" y="421306"/>
                  </a:lnTo>
                  <a:lnTo>
                    <a:pt x="431333" y="422005"/>
                  </a:lnTo>
                  <a:lnTo>
                    <a:pt x="431196" y="422378"/>
                  </a:lnTo>
                  <a:lnTo>
                    <a:pt x="431059" y="422704"/>
                  </a:lnTo>
                  <a:lnTo>
                    <a:pt x="430968" y="423077"/>
                  </a:lnTo>
                  <a:lnTo>
                    <a:pt x="430923" y="423449"/>
                  </a:lnTo>
                  <a:lnTo>
                    <a:pt x="430877" y="424427"/>
                  </a:lnTo>
                  <a:lnTo>
                    <a:pt x="430877" y="425033"/>
                  </a:lnTo>
                  <a:lnTo>
                    <a:pt x="430968" y="426058"/>
                  </a:lnTo>
                  <a:lnTo>
                    <a:pt x="431196" y="426617"/>
                  </a:lnTo>
                  <a:lnTo>
                    <a:pt x="431515" y="427223"/>
                  </a:lnTo>
                  <a:lnTo>
                    <a:pt x="431606" y="427362"/>
                  </a:lnTo>
                  <a:lnTo>
                    <a:pt x="432016" y="428201"/>
                  </a:lnTo>
                  <a:lnTo>
                    <a:pt x="432290" y="428806"/>
                  </a:lnTo>
                  <a:lnTo>
                    <a:pt x="432107" y="428993"/>
                  </a:lnTo>
                  <a:lnTo>
                    <a:pt x="431788" y="429132"/>
                  </a:lnTo>
                  <a:lnTo>
                    <a:pt x="431242" y="429319"/>
                  </a:lnTo>
                  <a:lnTo>
                    <a:pt x="430604" y="429505"/>
                  </a:lnTo>
                  <a:lnTo>
                    <a:pt x="429647" y="430157"/>
                  </a:lnTo>
                  <a:lnTo>
                    <a:pt x="429055" y="431042"/>
                  </a:lnTo>
                  <a:lnTo>
                    <a:pt x="428690" y="431788"/>
                  </a:lnTo>
                  <a:lnTo>
                    <a:pt x="428554" y="432114"/>
                  </a:lnTo>
                  <a:lnTo>
                    <a:pt x="428143" y="432813"/>
                  </a:lnTo>
                  <a:lnTo>
                    <a:pt x="427642" y="433884"/>
                  </a:lnTo>
                  <a:lnTo>
                    <a:pt x="426868" y="434769"/>
                  </a:lnTo>
                  <a:lnTo>
                    <a:pt x="426275" y="435514"/>
                  </a:lnTo>
                  <a:lnTo>
                    <a:pt x="425911" y="436027"/>
                  </a:lnTo>
                  <a:lnTo>
                    <a:pt x="425683" y="436865"/>
                  </a:lnTo>
                  <a:lnTo>
                    <a:pt x="425638" y="437192"/>
                  </a:lnTo>
                  <a:lnTo>
                    <a:pt x="425228" y="438170"/>
                  </a:lnTo>
                  <a:lnTo>
                    <a:pt x="424635" y="439334"/>
                  </a:lnTo>
                  <a:lnTo>
                    <a:pt x="424407" y="440266"/>
                  </a:lnTo>
                  <a:lnTo>
                    <a:pt x="424316" y="440499"/>
                  </a:lnTo>
                  <a:lnTo>
                    <a:pt x="424043" y="441105"/>
                  </a:lnTo>
                  <a:lnTo>
                    <a:pt x="423770" y="441757"/>
                  </a:lnTo>
                  <a:lnTo>
                    <a:pt x="423496" y="442456"/>
                  </a:lnTo>
                  <a:lnTo>
                    <a:pt x="423360" y="443574"/>
                  </a:lnTo>
                  <a:lnTo>
                    <a:pt x="423268" y="443993"/>
                  </a:lnTo>
                  <a:lnTo>
                    <a:pt x="423223" y="444226"/>
                  </a:lnTo>
                  <a:lnTo>
                    <a:pt x="423177" y="444552"/>
                  </a:lnTo>
                  <a:lnTo>
                    <a:pt x="423041" y="445157"/>
                  </a:lnTo>
                  <a:lnTo>
                    <a:pt x="422813" y="446182"/>
                  </a:lnTo>
                  <a:lnTo>
                    <a:pt x="422676" y="446834"/>
                  </a:lnTo>
                  <a:lnTo>
                    <a:pt x="422676" y="447021"/>
                  </a:lnTo>
                  <a:lnTo>
                    <a:pt x="422494" y="448744"/>
                  </a:lnTo>
                  <a:lnTo>
                    <a:pt x="422266" y="449816"/>
                  </a:lnTo>
                  <a:lnTo>
                    <a:pt x="422175" y="450188"/>
                  </a:lnTo>
                  <a:lnTo>
                    <a:pt x="422038" y="450654"/>
                  </a:lnTo>
                  <a:lnTo>
                    <a:pt x="421628" y="451679"/>
                  </a:lnTo>
                  <a:lnTo>
                    <a:pt x="421218" y="452518"/>
                  </a:lnTo>
                  <a:lnTo>
                    <a:pt x="420990" y="452984"/>
                  </a:lnTo>
                  <a:lnTo>
                    <a:pt x="420626" y="453589"/>
                  </a:lnTo>
                  <a:lnTo>
                    <a:pt x="420033" y="454661"/>
                  </a:lnTo>
                  <a:lnTo>
                    <a:pt x="419305" y="455406"/>
                  </a:lnTo>
                  <a:lnTo>
                    <a:pt x="419122" y="455639"/>
                  </a:lnTo>
                  <a:lnTo>
                    <a:pt x="418576" y="456151"/>
                  </a:lnTo>
                  <a:lnTo>
                    <a:pt x="417847" y="456664"/>
                  </a:lnTo>
                  <a:lnTo>
                    <a:pt x="417026" y="456897"/>
                  </a:lnTo>
                  <a:lnTo>
                    <a:pt x="416799" y="456990"/>
                  </a:lnTo>
                  <a:lnTo>
                    <a:pt x="415751" y="457316"/>
                  </a:lnTo>
                  <a:lnTo>
                    <a:pt x="415432" y="457409"/>
                  </a:lnTo>
                  <a:lnTo>
                    <a:pt x="414885" y="457595"/>
                  </a:lnTo>
                  <a:lnTo>
                    <a:pt x="414475" y="457782"/>
                  </a:lnTo>
                  <a:lnTo>
                    <a:pt x="413473" y="458201"/>
                  </a:lnTo>
                  <a:lnTo>
                    <a:pt x="411832" y="458574"/>
                  </a:lnTo>
                  <a:lnTo>
                    <a:pt x="411605" y="458713"/>
                  </a:lnTo>
                  <a:lnTo>
                    <a:pt x="411605" y="458900"/>
                  </a:lnTo>
                  <a:lnTo>
                    <a:pt x="411696" y="459133"/>
                  </a:lnTo>
                  <a:lnTo>
                    <a:pt x="411969" y="459319"/>
                  </a:lnTo>
                  <a:lnTo>
                    <a:pt x="412106" y="459459"/>
                  </a:lnTo>
                  <a:lnTo>
                    <a:pt x="412334" y="459645"/>
                  </a:lnTo>
                  <a:lnTo>
                    <a:pt x="412516" y="459971"/>
                  </a:lnTo>
                  <a:lnTo>
                    <a:pt x="412698" y="460623"/>
                  </a:lnTo>
                  <a:lnTo>
                    <a:pt x="412926" y="461835"/>
                  </a:lnTo>
                  <a:lnTo>
                    <a:pt x="413017" y="462254"/>
                  </a:lnTo>
                  <a:lnTo>
                    <a:pt x="413108" y="462813"/>
                  </a:lnTo>
                  <a:lnTo>
                    <a:pt x="413154" y="462953"/>
                  </a:lnTo>
                  <a:lnTo>
                    <a:pt x="413381" y="463791"/>
                  </a:lnTo>
                  <a:lnTo>
                    <a:pt x="413746" y="465095"/>
                  </a:lnTo>
                  <a:lnTo>
                    <a:pt x="413837" y="465934"/>
                  </a:lnTo>
                  <a:lnTo>
                    <a:pt x="414019" y="466400"/>
                  </a:lnTo>
                  <a:lnTo>
                    <a:pt x="414156" y="467052"/>
                  </a:lnTo>
                  <a:lnTo>
                    <a:pt x="414156" y="467238"/>
                  </a:lnTo>
                  <a:lnTo>
                    <a:pt x="414202" y="467704"/>
                  </a:lnTo>
                  <a:lnTo>
                    <a:pt x="414657" y="468403"/>
                  </a:lnTo>
                  <a:lnTo>
                    <a:pt x="414931" y="469428"/>
                  </a:lnTo>
                  <a:lnTo>
                    <a:pt x="414794" y="470126"/>
                  </a:lnTo>
                  <a:lnTo>
                    <a:pt x="414931" y="471012"/>
                  </a:lnTo>
                  <a:lnTo>
                    <a:pt x="415204" y="471617"/>
                  </a:lnTo>
                  <a:lnTo>
                    <a:pt x="415250" y="471757"/>
                  </a:lnTo>
                  <a:lnTo>
                    <a:pt x="415432" y="472409"/>
                  </a:lnTo>
                  <a:lnTo>
                    <a:pt x="415432" y="473248"/>
                  </a:lnTo>
                  <a:lnTo>
                    <a:pt x="415432" y="473853"/>
                  </a:lnTo>
                  <a:lnTo>
                    <a:pt x="415477" y="474505"/>
                  </a:lnTo>
                  <a:lnTo>
                    <a:pt x="415614" y="475251"/>
                  </a:lnTo>
                  <a:lnTo>
                    <a:pt x="415614" y="475810"/>
                  </a:lnTo>
                  <a:lnTo>
                    <a:pt x="415432" y="476322"/>
                  </a:lnTo>
                  <a:lnTo>
                    <a:pt x="415158" y="476741"/>
                  </a:lnTo>
                  <a:lnTo>
                    <a:pt x="414566" y="477487"/>
                  </a:lnTo>
                  <a:lnTo>
                    <a:pt x="413792" y="478372"/>
                  </a:lnTo>
                  <a:lnTo>
                    <a:pt x="413655" y="478605"/>
                  </a:lnTo>
                  <a:lnTo>
                    <a:pt x="413473" y="478977"/>
                  </a:lnTo>
                  <a:lnTo>
                    <a:pt x="413427" y="480002"/>
                  </a:lnTo>
                  <a:lnTo>
                    <a:pt x="413518" y="481120"/>
                  </a:lnTo>
                  <a:lnTo>
                    <a:pt x="413518" y="482238"/>
                  </a:lnTo>
                  <a:lnTo>
                    <a:pt x="413473" y="483077"/>
                  </a:lnTo>
                  <a:lnTo>
                    <a:pt x="413245" y="484614"/>
                  </a:lnTo>
                  <a:lnTo>
                    <a:pt x="413199" y="484847"/>
                  </a:lnTo>
                  <a:lnTo>
                    <a:pt x="413108" y="485546"/>
                  </a:lnTo>
                  <a:lnTo>
                    <a:pt x="412880" y="486105"/>
                  </a:lnTo>
                  <a:lnTo>
                    <a:pt x="412425" y="487223"/>
                  </a:lnTo>
                  <a:lnTo>
                    <a:pt x="412379" y="487502"/>
                  </a:lnTo>
                  <a:lnTo>
                    <a:pt x="412425" y="488620"/>
                  </a:lnTo>
                  <a:lnTo>
                    <a:pt x="412561" y="489040"/>
                  </a:lnTo>
                  <a:lnTo>
                    <a:pt x="412971" y="490344"/>
                  </a:lnTo>
                  <a:lnTo>
                    <a:pt x="413154" y="491369"/>
                  </a:lnTo>
                  <a:lnTo>
                    <a:pt x="413154" y="492487"/>
                  </a:lnTo>
                  <a:lnTo>
                    <a:pt x="413017" y="493186"/>
                  </a:lnTo>
                  <a:lnTo>
                    <a:pt x="412880" y="493931"/>
                  </a:lnTo>
                  <a:lnTo>
                    <a:pt x="413017" y="494537"/>
                  </a:lnTo>
                  <a:lnTo>
                    <a:pt x="413245" y="495189"/>
                  </a:lnTo>
                  <a:lnTo>
                    <a:pt x="413336" y="495422"/>
                  </a:lnTo>
                  <a:lnTo>
                    <a:pt x="413336" y="495701"/>
                  </a:lnTo>
                  <a:lnTo>
                    <a:pt x="413199" y="496074"/>
                  </a:lnTo>
                  <a:lnTo>
                    <a:pt x="412880" y="496912"/>
                  </a:lnTo>
                  <a:lnTo>
                    <a:pt x="412698" y="497378"/>
                  </a:lnTo>
                  <a:lnTo>
                    <a:pt x="412470" y="497751"/>
                  </a:lnTo>
                  <a:lnTo>
                    <a:pt x="412151" y="498124"/>
                  </a:lnTo>
                  <a:lnTo>
                    <a:pt x="411513" y="498263"/>
                  </a:lnTo>
                  <a:lnTo>
                    <a:pt x="410329" y="498356"/>
                  </a:lnTo>
                  <a:lnTo>
                    <a:pt x="409737" y="498356"/>
                  </a:lnTo>
                  <a:lnTo>
                    <a:pt x="409326" y="498403"/>
                  </a:lnTo>
                  <a:lnTo>
                    <a:pt x="408825" y="498496"/>
                  </a:lnTo>
                  <a:lnTo>
                    <a:pt x="408142" y="498776"/>
                  </a:lnTo>
                  <a:lnTo>
                    <a:pt x="407504" y="499055"/>
                  </a:lnTo>
                  <a:lnTo>
                    <a:pt x="407048" y="499288"/>
                  </a:lnTo>
                  <a:lnTo>
                    <a:pt x="406866" y="499428"/>
                  </a:lnTo>
                  <a:lnTo>
                    <a:pt x="406729" y="499568"/>
                  </a:lnTo>
                  <a:lnTo>
                    <a:pt x="406319" y="499894"/>
                  </a:lnTo>
                  <a:lnTo>
                    <a:pt x="405909" y="500313"/>
                  </a:lnTo>
                  <a:lnTo>
                    <a:pt x="405408" y="500732"/>
                  </a:lnTo>
                  <a:lnTo>
                    <a:pt x="404953" y="501012"/>
                  </a:lnTo>
                  <a:lnTo>
                    <a:pt x="404588" y="501198"/>
                  </a:lnTo>
                  <a:lnTo>
                    <a:pt x="404451" y="501245"/>
                  </a:lnTo>
                  <a:lnTo>
                    <a:pt x="403996" y="501431"/>
                  </a:lnTo>
                  <a:lnTo>
                    <a:pt x="403859" y="501711"/>
                  </a:lnTo>
                  <a:lnTo>
                    <a:pt x="403814" y="502176"/>
                  </a:lnTo>
                  <a:lnTo>
                    <a:pt x="403768" y="502456"/>
                  </a:lnTo>
                  <a:lnTo>
                    <a:pt x="403631" y="502782"/>
                  </a:lnTo>
                  <a:lnTo>
                    <a:pt x="403267" y="503108"/>
                  </a:lnTo>
                  <a:lnTo>
                    <a:pt x="402720" y="503341"/>
                  </a:lnTo>
                  <a:lnTo>
                    <a:pt x="402401" y="503481"/>
                  </a:lnTo>
                  <a:lnTo>
                    <a:pt x="401718" y="503947"/>
                  </a:lnTo>
                  <a:lnTo>
                    <a:pt x="401353" y="504273"/>
                  </a:lnTo>
                  <a:lnTo>
                    <a:pt x="400989" y="504506"/>
                  </a:lnTo>
                  <a:lnTo>
                    <a:pt x="400533" y="504692"/>
                  </a:lnTo>
                  <a:lnTo>
                    <a:pt x="400077" y="504645"/>
                  </a:lnTo>
                  <a:lnTo>
                    <a:pt x="399212" y="504738"/>
                  </a:lnTo>
                  <a:lnTo>
                    <a:pt x="398392" y="504925"/>
                  </a:lnTo>
                  <a:lnTo>
                    <a:pt x="397663" y="505158"/>
                  </a:lnTo>
                  <a:lnTo>
                    <a:pt x="396934" y="505391"/>
                  </a:lnTo>
                  <a:lnTo>
                    <a:pt x="396478" y="505624"/>
                  </a:lnTo>
                  <a:lnTo>
                    <a:pt x="396068" y="505996"/>
                  </a:lnTo>
                  <a:lnTo>
                    <a:pt x="395749" y="506462"/>
                  </a:lnTo>
                  <a:lnTo>
                    <a:pt x="395612" y="506742"/>
                  </a:lnTo>
                  <a:lnTo>
                    <a:pt x="395476" y="507161"/>
                  </a:lnTo>
                  <a:lnTo>
                    <a:pt x="395339" y="507673"/>
                  </a:lnTo>
                  <a:lnTo>
                    <a:pt x="395111" y="507999"/>
                  </a:lnTo>
                  <a:lnTo>
                    <a:pt x="394975" y="508465"/>
                  </a:lnTo>
                  <a:lnTo>
                    <a:pt x="394792" y="508884"/>
                  </a:lnTo>
                  <a:lnTo>
                    <a:pt x="394519" y="509350"/>
                  </a:lnTo>
                  <a:lnTo>
                    <a:pt x="394200" y="509676"/>
                  </a:lnTo>
                  <a:lnTo>
                    <a:pt x="394063" y="509909"/>
                  </a:lnTo>
                  <a:lnTo>
                    <a:pt x="393699" y="510096"/>
                  </a:lnTo>
                  <a:lnTo>
                    <a:pt x="393198" y="510329"/>
                  </a:lnTo>
                  <a:lnTo>
                    <a:pt x="392879" y="510655"/>
                  </a:lnTo>
                  <a:lnTo>
                    <a:pt x="392514" y="510841"/>
                  </a:lnTo>
                  <a:lnTo>
                    <a:pt x="392286" y="510981"/>
                  </a:lnTo>
                  <a:lnTo>
                    <a:pt x="391649" y="511167"/>
                  </a:lnTo>
                  <a:lnTo>
                    <a:pt x="391375" y="511214"/>
                  </a:lnTo>
                  <a:lnTo>
                    <a:pt x="391102" y="511307"/>
                  </a:lnTo>
                  <a:lnTo>
                    <a:pt x="390555" y="511586"/>
                  </a:lnTo>
                  <a:lnTo>
                    <a:pt x="390008" y="511866"/>
                  </a:lnTo>
                  <a:lnTo>
                    <a:pt x="389553" y="512192"/>
                  </a:lnTo>
                  <a:lnTo>
                    <a:pt x="389370" y="512425"/>
                  </a:lnTo>
                  <a:lnTo>
                    <a:pt x="389325" y="512937"/>
                  </a:lnTo>
                  <a:lnTo>
                    <a:pt x="389370" y="513403"/>
                  </a:lnTo>
                  <a:lnTo>
                    <a:pt x="389370" y="513776"/>
                  </a:lnTo>
                  <a:lnTo>
                    <a:pt x="389370" y="514335"/>
                  </a:lnTo>
                  <a:lnTo>
                    <a:pt x="389279" y="514708"/>
                  </a:lnTo>
                  <a:lnTo>
                    <a:pt x="389234" y="514894"/>
                  </a:lnTo>
                  <a:lnTo>
                    <a:pt x="389051" y="515220"/>
                  </a:lnTo>
                  <a:lnTo>
                    <a:pt x="389051" y="515639"/>
                  </a:lnTo>
                  <a:lnTo>
                    <a:pt x="389051" y="515919"/>
                  </a:lnTo>
                  <a:lnTo>
                    <a:pt x="389143" y="516338"/>
                  </a:lnTo>
                  <a:lnTo>
                    <a:pt x="389143" y="516478"/>
                  </a:lnTo>
                  <a:lnTo>
                    <a:pt x="389234" y="516711"/>
                  </a:lnTo>
                  <a:lnTo>
                    <a:pt x="389325" y="517130"/>
                  </a:lnTo>
                  <a:lnTo>
                    <a:pt x="389325" y="517316"/>
                  </a:lnTo>
                  <a:lnTo>
                    <a:pt x="389234" y="517503"/>
                  </a:lnTo>
                  <a:lnTo>
                    <a:pt x="388687" y="518015"/>
                  </a:lnTo>
                  <a:lnTo>
                    <a:pt x="388550" y="518294"/>
                  </a:lnTo>
                  <a:lnTo>
                    <a:pt x="388459" y="518807"/>
                  </a:lnTo>
                  <a:lnTo>
                    <a:pt x="388505" y="519133"/>
                  </a:lnTo>
                  <a:lnTo>
                    <a:pt x="388505" y="519319"/>
                  </a:lnTo>
                  <a:lnTo>
                    <a:pt x="388505" y="519552"/>
                  </a:lnTo>
                  <a:lnTo>
                    <a:pt x="388550" y="520158"/>
                  </a:lnTo>
                  <a:lnTo>
                    <a:pt x="388687" y="521043"/>
                  </a:lnTo>
                  <a:lnTo>
                    <a:pt x="388687" y="521555"/>
                  </a:lnTo>
                  <a:lnTo>
                    <a:pt x="388641" y="521928"/>
                  </a:lnTo>
                  <a:lnTo>
                    <a:pt x="388687" y="522627"/>
                  </a:lnTo>
                  <a:lnTo>
                    <a:pt x="388915" y="523745"/>
                  </a:lnTo>
                  <a:lnTo>
                    <a:pt x="388960" y="524211"/>
                  </a:lnTo>
                  <a:lnTo>
                    <a:pt x="389051" y="525655"/>
                  </a:lnTo>
                  <a:lnTo>
                    <a:pt x="389051" y="526027"/>
                  </a:lnTo>
                  <a:lnTo>
                    <a:pt x="389097" y="526260"/>
                  </a:lnTo>
                  <a:lnTo>
                    <a:pt x="389234" y="526633"/>
                  </a:lnTo>
                  <a:lnTo>
                    <a:pt x="389325" y="527844"/>
                  </a:lnTo>
                  <a:lnTo>
                    <a:pt x="389370" y="528217"/>
                  </a:lnTo>
                  <a:lnTo>
                    <a:pt x="389416" y="528636"/>
                  </a:lnTo>
                  <a:lnTo>
                    <a:pt x="389325" y="529382"/>
                  </a:lnTo>
                  <a:lnTo>
                    <a:pt x="389051" y="529987"/>
                  </a:lnTo>
                  <a:lnTo>
                    <a:pt x="388550" y="530639"/>
                  </a:lnTo>
                  <a:lnTo>
                    <a:pt x="388004" y="531059"/>
                  </a:lnTo>
                  <a:lnTo>
                    <a:pt x="387548" y="531664"/>
                  </a:lnTo>
                  <a:lnTo>
                    <a:pt x="387229" y="531897"/>
                  </a:lnTo>
                  <a:lnTo>
                    <a:pt x="386454" y="532736"/>
                  </a:lnTo>
                  <a:lnTo>
                    <a:pt x="386044" y="533434"/>
                  </a:lnTo>
                  <a:lnTo>
                    <a:pt x="385862" y="533714"/>
                  </a:lnTo>
                  <a:lnTo>
                    <a:pt x="385634" y="534180"/>
                  </a:lnTo>
                  <a:lnTo>
                    <a:pt x="385407" y="534506"/>
                  </a:lnTo>
                  <a:lnTo>
                    <a:pt x="385407" y="534646"/>
                  </a:lnTo>
                  <a:lnTo>
                    <a:pt x="385315" y="535205"/>
                  </a:lnTo>
                  <a:lnTo>
                    <a:pt x="385452" y="536323"/>
                  </a:lnTo>
                  <a:lnTo>
                    <a:pt x="385498" y="536742"/>
                  </a:lnTo>
                  <a:lnTo>
                    <a:pt x="385498" y="537441"/>
                  </a:lnTo>
                  <a:lnTo>
                    <a:pt x="385725" y="538093"/>
                  </a:lnTo>
                  <a:lnTo>
                    <a:pt x="385817" y="538372"/>
                  </a:lnTo>
                  <a:lnTo>
                    <a:pt x="386181" y="539351"/>
                  </a:lnTo>
                  <a:lnTo>
                    <a:pt x="386454" y="539863"/>
                  </a:lnTo>
                  <a:lnTo>
                    <a:pt x="386637" y="540236"/>
                  </a:lnTo>
                  <a:lnTo>
                    <a:pt x="386728" y="540841"/>
                  </a:lnTo>
                  <a:lnTo>
                    <a:pt x="386728" y="541167"/>
                  </a:lnTo>
                  <a:lnTo>
                    <a:pt x="386682" y="541400"/>
                  </a:lnTo>
                  <a:lnTo>
                    <a:pt x="386637" y="541680"/>
                  </a:lnTo>
                  <a:lnTo>
                    <a:pt x="386500" y="541819"/>
                  </a:lnTo>
                  <a:lnTo>
                    <a:pt x="386272" y="542052"/>
                  </a:lnTo>
                  <a:lnTo>
                    <a:pt x="386044" y="542285"/>
                  </a:lnTo>
                  <a:lnTo>
                    <a:pt x="385725" y="542705"/>
                  </a:lnTo>
                  <a:lnTo>
                    <a:pt x="385543" y="542937"/>
                  </a:lnTo>
                  <a:lnTo>
                    <a:pt x="385407" y="543077"/>
                  </a:lnTo>
                  <a:lnTo>
                    <a:pt x="385179" y="543403"/>
                  </a:lnTo>
                  <a:lnTo>
                    <a:pt x="384860" y="543869"/>
                  </a:lnTo>
                  <a:lnTo>
                    <a:pt x="384495" y="544801"/>
                  </a:lnTo>
                  <a:lnTo>
                    <a:pt x="384404" y="545220"/>
                  </a:lnTo>
                  <a:lnTo>
                    <a:pt x="384222" y="545546"/>
                  </a:lnTo>
                  <a:lnTo>
                    <a:pt x="383994" y="545779"/>
                  </a:lnTo>
                  <a:lnTo>
                    <a:pt x="383857" y="545965"/>
                  </a:lnTo>
                  <a:lnTo>
                    <a:pt x="383402" y="546431"/>
                  </a:lnTo>
                  <a:lnTo>
                    <a:pt x="382992" y="547083"/>
                  </a:lnTo>
                  <a:lnTo>
                    <a:pt x="382901" y="547270"/>
                  </a:lnTo>
                  <a:lnTo>
                    <a:pt x="382673" y="547736"/>
                  </a:lnTo>
                  <a:lnTo>
                    <a:pt x="382035" y="548434"/>
                  </a:lnTo>
                  <a:lnTo>
                    <a:pt x="382035" y="548807"/>
                  </a:lnTo>
                  <a:lnTo>
                    <a:pt x="382126" y="549040"/>
                  </a:lnTo>
                  <a:lnTo>
                    <a:pt x="382582" y="549273"/>
                  </a:lnTo>
                  <a:lnTo>
                    <a:pt x="382764" y="549320"/>
                  </a:lnTo>
                  <a:lnTo>
                    <a:pt x="383402" y="549459"/>
                  </a:lnTo>
                  <a:lnTo>
                    <a:pt x="384222" y="549832"/>
                  </a:lnTo>
                  <a:lnTo>
                    <a:pt x="384495" y="550065"/>
                  </a:lnTo>
                  <a:lnTo>
                    <a:pt x="384814" y="550298"/>
                  </a:lnTo>
                  <a:lnTo>
                    <a:pt x="385042" y="550577"/>
                  </a:lnTo>
                  <a:lnTo>
                    <a:pt x="385179" y="550670"/>
                  </a:lnTo>
                  <a:lnTo>
                    <a:pt x="385452" y="551090"/>
                  </a:lnTo>
                  <a:lnTo>
                    <a:pt x="385862" y="551462"/>
                  </a:lnTo>
                  <a:lnTo>
                    <a:pt x="386227" y="551742"/>
                  </a:lnTo>
                  <a:lnTo>
                    <a:pt x="386637" y="552021"/>
                  </a:lnTo>
                  <a:lnTo>
                    <a:pt x="387229" y="552394"/>
                  </a:lnTo>
                  <a:lnTo>
                    <a:pt x="387776" y="552813"/>
                  </a:lnTo>
                  <a:lnTo>
                    <a:pt x="388140" y="553139"/>
                  </a:lnTo>
                  <a:lnTo>
                    <a:pt x="388368" y="553372"/>
                  </a:lnTo>
                  <a:lnTo>
                    <a:pt x="388505" y="553698"/>
                  </a:lnTo>
                  <a:lnTo>
                    <a:pt x="388505" y="553978"/>
                  </a:lnTo>
                  <a:lnTo>
                    <a:pt x="388505" y="554164"/>
                  </a:lnTo>
                  <a:lnTo>
                    <a:pt x="388459" y="554444"/>
                  </a:lnTo>
                  <a:lnTo>
                    <a:pt x="388459" y="554816"/>
                  </a:lnTo>
                  <a:lnTo>
                    <a:pt x="388550" y="555282"/>
                  </a:lnTo>
                  <a:lnTo>
                    <a:pt x="388915" y="555655"/>
                  </a:lnTo>
                  <a:lnTo>
                    <a:pt x="389188" y="556028"/>
                  </a:lnTo>
                  <a:lnTo>
                    <a:pt x="389416" y="556354"/>
                  </a:lnTo>
                  <a:lnTo>
                    <a:pt x="389553" y="556587"/>
                  </a:lnTo>
                  <a:lnTo>
                    <a:pt x="389689" y="556820"/>
                  </a:lnTo>
                  <a:lnTo>
                    <a:pt x="390008" y="557472"/>
                  </a:lnTo>
                  <a:lnTo>
                    <a:pt x="390327" y="558077"/>
                  </a:lnTo>
                  <a:lnTo>
                    <a:pt x="390692" y="558916"/>
                  </a:lnTo>
                  <a:lnTo>
                    <a:pt x="390874" y="559382"/>
                  </a:lnTo>
                  <a:lnTo>
                    <a:pt x="391193" y="559708"/>
                  </a:lnTo>
                  <a:lnTo>
                    <a:pt x="391375" y="559894"/>
                  </a:lnTo>
                  <a:lnTo>
                    <a:pt x="391831" y="559987"/>
                  </a:lnTo>
                  <a:lnTo>
                    <a:pt x="392332" y="560174"/>
                  </a:lnTo>
                  <a:lnTo>
                    <a:pt x="392696" y="560360"/>
                  </a:lnTo>
                  <a:lnTo>
                    <a:pt x="392970" y="560500"/>
                  </a:lnTo>
                  <a:lnTo>
                    <a:pt x="394337" y="561198"/>
                  </a:lnTo>
                  <a:lnTo>
                    <a:pt x="394792" y="561431"/>
                  </a:lnTo>
                  <a:lnTo>
                    <a:pt x="395202" y="561618"/>
                  </a:lnTo>
                  <a:lnTo>
                    <a:pt x="395749" y="561804"/>
                  </a:lnTo>
                  <a:lnTo>
                    <a:pt x="396615" y="562037"/>
                  </a:lnTo>
                  <a:lnTo>
                    <a:pt x="397298" y="562270"/>
                  </a:lnTo>
                  <a:lnTo>
                    <a:pt x="397845" y="562456"/>
                  </a:lnTo>
                  <a:lnTo>
                    <a:pt x="398209" y="562596"/>
                  </a:lnTo>
                  <a:lnTo>
                    <a:pt x="399075" y="562782"/>
                  </a:lnTo>
                  <a:lnTo>
                    <a:pt x="399895" y="562875"/>
                  </a:lnTo>
                  <a:lnTo>
                    <a:pt x="400351" y="562922"/>
                  </a:lnTo>
                  <a:lnTo>
                    <a:pt x="400989" y="563015"/>
                  </a:lnTo>
                  <a:lnTo>
                    <a:pt x="401535" y="563108"/>
                  </a:lnTo>
                  <a:lnTo>
                    <a:pt x="402128" y="563341"/>
                  </a:lnTo>
                  <a:lnTo>
                    <a:pt x="402674" y="563994"/>
                  </a:lnTo>
                  <a:lnTo>
                    <a:pt x="402811" y="564180"/>
                  </a:lnTo>
                  <a:lnTo>
                    <a:pt x="403085" y="564553"/>
                  </a:lnTo>
                  <a:lnTo>
                    <a:pt x="403267" y="564972"/>
                  </a:lnTo>
                  <a:lnTo>
                    <a:pt x="403540" y="565577"/>
                  </a:lnTo>
                  <a:lnTo>
                    <a:pt x="403540" y="565857"/>
                  </a:lnTo>
                  <a:lnTo>
                    <a:pt x="403540" y="566276"/>
                  </a:lnTo>
                  <a:lnTo>
                    <a:pt x="403722" y="566789"/>
                  </a:lnTo>
                  <a:lnTo>
                    <a:pt x="403950" y="567394"/>
                  </a:lnTo>
                  <a:lnTo>
                    <a:pt x="404132" y="568186"/>
                  </a:lnTo>
                  <a:lnTo>
                    <a:pt x="404360" y="568931"/>
                  </a:lnTo>
                  <a:lnTo>
                    <a:pt x="404770" y="569537"/>
                  </a:lnTo>
                  <a:lnTo>
                    <a:pt x="405271" y="570049"/>
                  </a:lnTo>
                  <a:lnTo>
                    <a:pt x="405682" y="570562"/>
                  </a:lnTo>
                  <a:lnTo>
                    <a:pt x="406183" y="571028"/>
                  </a:lnTo>
                  <a:lnTo>
                    <a:pt x="406957" y="571354"/>
                  </a:lnTo>
                  <a:lnTo>
                    <a:pt x="407732" y="571726"/>
                  </a:lnTo>
                  <a:lnTo>
                    <a:pt x="408142" y="572006"/>
                  </a:lnTo>
                  <a:lnTo>
                    <a:pt x="408780" y="572472"/>
                  </a:lnTo>
                  <a:lnTo>
                    <a:pt x="409053" y="573031"/>
                  </a:lnTo>
                  <a:lnTo>
                    <a:pt x="409190" y="573217"/>
                  </a:lnTo>
                  <a:lnTo>
                    <a:pt x="409372" y="573590"/>
                  </a:lnTo>
                  <a:lnTo>
                    <a:pt x="409554" y="574335"/>
                  </a:lnTo>
                  <a:lnTo>
                    <a:pt x="409600" y="574894"/>
                  </a:lnTo>
                  <a:lnTo>
                    <a:pt x="409554" y="575453"/>
                  </a:lnTo>
                  <a:lnTo>
                    <a:pt x="409554" y="575640"/>
                  </a:lnTo>
                  <a:lnTo>
                    <a:pt x="409463" y="576199"/>
                  </a:lnTo>
                  <a:lnTo>
                    <a:pt x="409509" y="576758"/>
                  </a:lnTo>
                  <a:lnTo>
                    <a:pt x="409645" y="577363"/>
                  </a:lnTo>
                  <a:lnTo>
                    <a:pt x="409737" y="577736"/>
                  </a:lnTo>
                  <a:lnTo>
                    <a:pt x="409782" y="578015"/>
                  </a:lnTo>
                  <a:lnTo>
                    <a:pt x="409828" y="578574"/>
                  </a:lnTo>
                  <a:lnTo>
                    <a:pt x="409737" y="578854"/>
                  </a:lnTo>
                  <a:lnTo>
                    <a:pt x="409691" y="579040"/>
                  </a:lnTo>
                  <a:lnTo>
                    <a:pt x="409691" y="579646"/>
                  </a:lnTo>
                  <a:lnTo>
                    <a:pt x="409737" y="580205"/>
                  </a:lnTo>
                  <a:lnTo>
                    <a:pt x="409873" y="580950"/>
                  </a:lnTo>
                  <a:lnTo>
                    <a:pt x="409964" y="582115"/>
                  </a:lnTo>
                  <a:lnTo>
                    <a:pt x="410010" y="584025"/>
                  </a:lnTo>
                  <a:lnTo>
                    <a:pt x="410055" y="584211"/>
                  </a:lnTo>
                  <a:lnTo>
                    <a:pt x="410283" y="585143"/>
                  </a:lnTo>
                  <a:lnTo>
                    <a:pt x="410557" y="586354"/>
                  </a:lnTo>
                  <a:lnTo>
                    <a:pt x="410602" y="586680"/>
                  </a:lnTo>
                  <a:lnTo>
                    <a:pt x="410921" y="587472"/>
                  </a:lnTo>
                  <a:lnTo>
                    <a:pt x="411377" y="587984"/>
                  </a:lnTo>
                  <a:lnTo>
                    <a:pt x="411878" y="588310"/>
                  </a:lnTo>
                  <a:lnTo>
                    <a:pt x="412242" y="588543"/>
                  </a:lnTo>
                  <a:lnTo>
                    <a:pt x="412607" y="588776"/>
                  </a:lnTo>
                  <a:lnTo>
                    <a:pt x="413336" y="589289"/>
                  </a:lnTo>
                  <a:lnTo>
                    <a:pt x="413518" y="589475"/>
                  </a:lnTo>
                  <a:lnTo>
                    <a:pt x="413928" y="589848"/>
                  </a:lnTo>
                  <a:lnTo>
                    <a:pt x="414247" y="590174"/>
                  </a:lnTo>
                  <a:lnTo>
                    <a:pt x="414839" y="590733"/>
                  </a:lnTo>
                  <a:lnTo>
                    <a:pt x="415568" y="591245"/>
                  </a:lnTo>
                  <a:lnTo>
                    <a:pt x="416252" y="591571"/>
                  </a:lnTo>
                  <a:lnTo>
                    <a:pt x="417072" y="591804"/>
                  </a:lnTo>
                  <a:lnTo>
                    <a:pt x="418302" y="591804"/>
                  </a:lnTo>
                  <a:lnTo>
                    <a:pt x="418621" y="591897"/>
                  </a:lnTo>
                  <a:lnTo>
                    <a:pt x="419031" y="591991"/>
                  </a:lnTo>
                  <a:lnTo>
                    <a:pt x="419350" y="592130"/>
                  </a:lnTo>
                  <a:lnTo>
                    <a:pt x="419806" y="592270"/>
                  </a:lnTo>
                  <a:lnTo>
                    <a:pt x="420170" y="592503"/>
                  </a:lnTo>
                  <a:lnTo>
                    <a:pt x="420580" y="592782"/>
                  </a:lnTo>
                  <a:lnTo>
                    <a:pt x="421127" y="593109"/>
                  </a:lnTo>
                  <a:lnTo>
                    <a:pt x="422038" y="593435"/>
                  </a:lnTo>
                  <a:lnTo>
                    <a:pt x="421902" y="594040"/>
                  </a:lnTo>
                  <a:lnTo>
                    <a:pt x="421856" y="594413"/>
                  </a:lnTo>
                  <a:lnTo>
                    <a:pt x="421810" y="595019"/>
                  </a:lnTo>
                  <a:lnTo>
                    <a:pt x="421628" y="595391"/>
                  </a:lnTo>
                  <a:lnTo>
                    <a:pt x="421446" y="595717"/>
                  </a:lnTo>
                  <a:lnTo>
                    <a:pt x="421400" y="596276"/>
                  </a:lnTo>
                  <a:lnTo>
                    <a:pt x="421400" y="596649"/>
                  </a:lnTo>
                  <a:lnTo>
                    <a:pt x="421355" y="597208"/>
                  </a:lnTo>
                  <a:lnTo>
                    <a:pt x="421309" y="597767"/>
                  </a:lnTo>
                  <a:lnTo>
                    <a:pt x="421218" y="598140"/>
                  </a:lnTo>
                  <a:lnTo>
                    <a:pt x="421127" y="598373"/>
                  </a:lnTo>
                  <a:lnTo>
                    <a:pt x="420762" y="598745"/>
                  </a:lnTo>
                  <a:lnTo>
                    <a:pt x="420307" y="599118"/>
                  </a:lnTo>
                  <a:lnTo>
                    <a:pt x="420170" y="599211"/>
                  </a:lnTo>
                  <a:lnTo>
                    <a:pt x="419806" y="599584"/>
                  </a:lnTo>
                  <a:lnTo>
                    <a:pt x="419578" y="599863"/>
                  </a:lnTo>
                  <a:lnTo>
                    <a:pt x="419350" y="600795"/>
                  </a:lnTo>
                  <a:lnTo>
                    <a:pt x="419168" y="601633"/>
                  </a:lnTo>
                  <a:lnTo>
                    <a:pt x="419077" y="601913"/>
                  </a:lnTo>
                  <a:lnTo>
                    <a:pt x="418940" y="602379"/>
                  </a:lnTo>
                  <a:lnTo>
                    <a:pt x="418667" y="603124"/>
                  </a:lnTo>
                  <a:lnTo>
                    <a:pt x="418484" y="603776"/>
                  </a:lnTo>
                  <a:lnTo>
                    <a:pt x="418484" y="604382"/>
                  </a:lnTo>
                  <a:lnTo>
                    <a:pt x="418484" y="604988"/>
                  </a:lnTo>
                  <a:lnTo>
                    <a:pt x="418439" y="605640"/>
                  </a:lnTo>
                  <a:lnTo>
                    <a:pt x="418348" y="606478"/>
                  </a:lnTo>
                  <a:lnTo>
                    <a:pt x="418257" y="607363"/>
                  </a:lnTo>
                  <a:lnTo>
                    <a:pt x="418074" y="608109"/>
                  </a:lnTo>
                  <a:lnTo>
                    <a:pt x="417983" y="608342"/>
                  </a:lnTo>
                  <a:lnTo>
                    <a:pt x="417801" y="608761"/>
                  </a:lnTo>
                  <a:lnTo>
                    <a:pt x="417482" y="609227"/>
                  </a:lnTo>
                  <a:lnTo>
                    <a:pt x="417300" y="609693"/>
                  </a:lnTo>
                  <a:lnTo>
                    <a:pt x="417391" y="609925"/>
                  </a:lnTo>
                  <a:lnTo>
                    <a:pt x="417664" y="610112"/>
                  </a:lnTo>
                  <a:lnTo>
                    <a:pt x="418120" y="610298"/>
                  </a:lnTo>
                  <a:lnTo>
                    <a:pt x="418667" y="610484"/>
                  </a:lnTo>
                  <a:lnTo>
                    <a:pt x="419350" y="610950"/>
                  </a:lnTo>
                  <a:lnTo>
                    <a:pt x="419942" y="611323"/>
                  </a:lnTo>
                  <a:lnTo>
                    <a:pt x="420444" y="611742"/>
                  </a:lnTo>
                  <a:lnTo>
                    <a:pt x="420945" y="612115"/>
                  </a:lnTo>
                  <a:lnTo>
                    <a:pt x="421264" y="612301"/>
                  </a:lnTo>
                  <a:lnTo>
                    <a:pt x="421491" y="612394"/>
                  </a:lnTo>
                  <a:lnTo>
                    <a:pt x="421628" y="612441"/>
                  </a:lnTo>
                  <a:lnTo>
                    <a:pt x="421856" y="612534"/>
                  </a:lnTo>
                  <a:lnTo>
                    <a:pt x="421993" y="612721"/>
                  </a:lnTo>
                  <a:lnTo>
                    <a:pt x="421993" y="613000"/>
                  </a:lnTo>
                  <a:lnTo>
                    <a:pt x="421902" y="613233"/>
                  </a:lnTo>
                  <a:lnTo>
                    <a:pt x="421902" y="613373"/>
                  </a:lnTo>
                  <a:lnTo>
                    <a:pt x="421993" y="613512"/>
                  </a:lnTo>
                  <a:lnTo>
                    <a:pt x="422129" y="613699"/>
                  </a:lnTo>
                  <a:lnTo>
                    <a:pt x="422357" y="613932"/>
                  </a:lnTo>
                  <a:lnTo>
                    <a:pt x="422539" y="614258"/>
                  </a:lnTo>
                  <a:lnTo>
                    <a:pt x="422175" y="614258"/>
                  </a:lnTo>
                  <a:lnTo>
                    <a:pt x="421947" y="614351"/>
                  </a:lnTo>
                  <a:lnTo>
                    <a:pt x="421765" y="614398"/>
                  </a:lnTo>
                  <a:lnTo>
                    <a:pt x="421537" y="614537"/>
                  </a:lnTo>
                  <a:lnTo>
                    <a:pt x="421081" y="614630"/>
                  </a:lnTo>
                  <a:lnTo>
                    <a:pt x="420717" y="614724"/>
                  </a:lnTo>
                  <a:lnTo>
                    <a:pt x="420216" y="614817"/>
                  </a:lnTo>
                  <a:lnTo>
                    <a:pt x="419760" y="614910"/>
                  </a:lnTo>
                  <a:lnTo>
                    <a:pt x="418940" y="615096"/>
                  </a:lnTo>
                  <a:lnTo>
                    <a:pt x="418758" y="615143"/>
                  </a:lnTo>
                  <a:lnTo>
                    <a:pt x="418029" y="615283"/>
                  </a:lnTo>
                  <a:lnTo>
                    <a:pt x="417482" y="615469"/>
                  </a:lnTo>
                  <a:lnTo>
                    <a:pt x="416343" y="615655"/>
                  </a:lnTo>
                  <a:lnTo>
                    <a:pt x="415386" y="615842"/>
                  </a:lnTo>
                  <a:lnTo>
                    <a:pt x="415022" y="615888"/>
                  </a:lnTo>
                  <a:lnTo>
                    <a:pt x="414612" y="615888"/>
                  </a:lnTo>
                  <a:lnTo>
                    <a:pt x="414338" y="615981"/>
                  </a:lnTo>
                  <a:lnTo>
                    <a:pt x="413928" y="615981"/>
                  </a:lnTo>
                  <a:lnTo>
                    <a:pt x="413427" y="615888"/>
                  </a:lnTo>
                  <a:lnTo>
                    <a:pt x="413017" y="615888"/>
                  </a:lnTo>
                  <a:lnTo>
                    <a:pt x="412470" y="615795"/>
                  </a:lnTo>
                  <a:lnTo>
                    <a:pt x="411741" y="615702"/>
                  </a:lnTo>
                  <a:lnTo>
                    <a:pt x="411012" y="615562"/>
                  </a:lnTo>
                  <a:lnTo>
                    <a:pt x="410739" y="615562"/>
                  </a:lnTo>
                  <a:lnTo>
                    <a:pt x="409509" y="615376"/>
                  </a:lnTo>
                  <a:lnTo>
                    <a:pt x="408962" y="615329"/>
                  </a:lnTo>
                  <a:lnTo>
                    <a:pt x="408279" y="615189"/>
                  </a:lnTo>
                  <a:lnTo>
                    <a:pt x="407686" y="615189"/>
                  </a:lnTo>
                  <a:lnTo>
                    <a:pt x="407140" y="615143"/>
                  </a:lnTo>
                  <a:lnTo>
                    <a:pt x="406411" y="615050"/>
                  </a:lnTo>
                  <a:lnTo>
                    <a:pt x="405818" y="614910"/>
                  </a:lnTo>
                  <a:lnTo>
                    <a:pt x="404998" y="614770"/>
                  </a:lnTo>
                  <a:lnTo>
                    <a:pt x="403859" y="614724"/>
                  </a:lnTo>
                  <a:lnTo>
                    <a:pt x="403631" y="614724"/>
                  </a:lnTo>
                  <a:lnTo>
                    <a:pt x="402583" y="614630"/>
                  </a:lnTo>
                  <a:lnTo>
                    <a:pt x="401809" y="614537"/>
                  </a:lnTo>
                  <a:lnTo>
                    <a:pt x="401308" y="614491"/>
                  </a:lnTo>
                  <a:lnTo>
                    <a:pt x="400715" y="614211"/>
                  </a:lnTo>
                  <a:lnTo>
                    <a:pt x="400487" y="614071"/>
                  </a:lnTo>
                  <a:lnTo>
                    <a:pt x="400351" y="614071"/>
                  </a:lnTo>
                  <a:lnTo>
                    <a:pt x="399941" y="614025"/>
                  </a:lnTo>
                  <a:lnTo>
                    <a:pt x="398756" y="613885"/>
                  </a:lnTo>
                  <a:lnTo>
                    <a:pt x="398619" y="613885"/>
                  </a:lnTo>
                  <a:lnTo>
                    <a:pt x="396615" y="613885"/>
                  </a:lnTo>
                  <a:lnTo>
                    <a:pt x="396250" y="613792"/>
                  </a:lnTo>
                  <a:lnTo>
                    <a:pt x="395795" y="613699"/>
                  </a:lnTo>
                  <a:lnTo>
                    <a:pt x="395430" y="613559"/>
                  </a:lnTo>
                  <a:lnTo>
                    <a:pt x="395111" y="613466"/>
                  </a:lnTo>
                  <a:lnTo>
                    <a:pt x="394610" y="613419"/>
                  </a:lnTo>
                  <a:lnTo>
                    <a:pt x="394200" y="613419"/>
                  </a:lnTo>
                  <a:lnTo>
                    <a:pt x="394018" y="613512"/>
                  </a:lnTo>
                  <a:lnTo>
                    <a:pt x="393881" y="613559"/>
                  </a:lnTo>
                  <a:lnTo>
                    <a:pt x="393608" y="613745"/>
                  </a:lnTo>
                  <a:lnTo>
                    <a:pt x="393061" y="613699"/>
                  </a:lnTo>
                  <a:lnTo>
                    <a:pt x="392879" y="613606"/>
                  </a:lnTo>
                  <a:lnTo>
                    <a:pt x="392469" y="613466"/>
                  </a:lnTo>
                  <a:lnTo>
                    <a:pt x="392150" y="613466"/>
                  </a:lnTo>
                  <a:lnTo>
                    <a:pt x="391694" y="613559"/>
                  </a:lnTo>
                  <a:lnTo>
                    <a:pt x="391375" y="613373"/>
                  </a:lnTo>
                  <a:lnTo>
                    <a:pt x="391102" y="613373"/>
                  </a:lnTo>
                  <a:lnTo>
                    <a:pt x="390920" y="613373"/>
                  </a:lnTo>
                  <a:lnTo>
                    <a:pt x="390737" y="613373"/>
                  </a:lnTo>
                  <a:lnTo>
                    <a:pt x="390373" y="613419"/>
                  </a:lnTo>
                  <a:lnTo>
                    <a:pt x="389917" y="613373"/>
                  </a:lnTo>
                  <a:lnTo>
                    <a:pt x="389598" y="613280"/>
                  </a:lnTo>
                  <a:lnTo>
                    <a:pt x="389370" y="613140"/>
                  </a:lnTo>
                  <a:lnTo>
                    <a:pt x="388960" y="613047"/>
                  </a:lnTo>
                  <a:lnTo>
                    <a:pt x="388368" y="612907"/>
                  </a:lnTo>
                  <a:lnTo>
                    <a:pt x="387912" y="613000"/>
                  </a:lnTo>
                  <a:lnTo>
                    <a:pt x="387639" y="613093"/>
                  </a:lnTo>
                  <a:lnTo>
                    <a:pt x="387320" y="613186"/>
                  </a:lnTo>
                  <a:lnTo>
                    <a:pt x="386956" y="612907"/>
                  </a:lnTo>
                  <a:lnTo>
                    <a:pt x="386819" y="612721"/>
                  </a:lnTo>
                  <a:lnTo>
                    <a:pt x="386637" y="612441"/>
                  </a:lnTo>
                  <a:lnTo>
                    <a:pt x="386363" y="612255"/>
                  </a:lnTo>
                  <a:lnTo>
                    <a:pt x="386136" y="612255"/>
                  </a:lnTo>
                  <a:lnTo>
                    <a:pt x="385862" y="612208"/>
                  </a:lnTo>
                  <a:lnTo>
                    <a:pt x="385498" y="612115"/>
                  </a:lnTo>
                  <a:lnTo>
                    <a:pt x="385179" y="612068"/>
                  </a:lnTo>
                  <a:lnTo>
                    <a:pt x="385042" y="612022"/>
                  </a:lnTo>
                  <a:lnTo>
                    <a:pt x="384085" y="611929"/>
                  </a:lnTo>
                  <a:lnTo>
                    <a:pt x="383037" y="611742"/>
                  </a:lnTo>
                  <a:lnTo>
                    <a:pt x="381989" y="611556"/>
                  </a:lnTo>
                  <a:lnTo>
                    <a:pt x="380987" y="611323"/>
                  </a:lnTo>
                  <a:lnTo>
                    <a:pt x="379757" y="611043"/>
                  </a:lnTo>
                  <a:lnTo>
                    <a:pt x="378572" y="610764"/>
                  </a:lnTo>
                  <a:lnTo>
                    <a:pt x="377615" y="610531"/>
                  </a:lnTo>
                  <a:lnTo>
                    <a:pt x="376886" y="610391"/>
                  </a:lnTo>
                  <a:lnTo>
                    <a:pt x="376066" y="610252"/>
                  </a:lnTo>
                  <a:lnTo>
                    <a:pt x="375246" y="610019"/>
                  </a:lnTo>
                  <a:lnTo>
                    <a:pt x="374381" y="609786"/>
                  </a:lnTo>
                  <a:lnTo>
                    <a:pt x="373469" y="609460"/>
                  </a:lnTo>
                  <a:lnTo>
                    <a:pt x="371738" y="608714"/>
                  </a:lnTo>
                  <a:lnTo>
                    <a:pt x="370143" y="608155"/>
                  </a:lnTo>
                  <a:lnTo>
                    <a:pt x="368275" y="607829"/>
                  </a:lnTo>
                  <a:lnTo>
                    <a:pt x="366954" y="607596"/>
                  </a:lnTo>
                  <a:lnTo>
                    <a:pt x="364904" y="607410"/>
                  </a:lnTo>
                  <a:lnTo>
                    <a:pt x="364129" y="607270"/>
                  </a:lnTo>
                  <a:lnTo>
                    <a:pt x="363446" y="607130"/>
                  </a:lnTo>
                  <a:lnTo>
                    <a:pt x="362717" y="606944"/>
                  </a:lnTo>
                  <a:lnTo>
                    <a:pt x="362307" y="606478"/>
                  </a:lnTo>
                  <a:lnTo>
                    <a:pt x="361623" y="606292"/>
                  </a:lnTo>
                  <a:lnTo>
                    <a:pt x="361122" y="606245"/>
                  </a:lnTo>
                  <a:lnTo>
                    <a:pt x="360940" y="606199"/>
                  </a:lnTo>
                  <a:lnTo>
                    <a:pt x="358753" y="605500"/>
                  </a:lnTo>
                  <a:lnTo>
                    <a:pt x="357705" y="605034"/>
                  </a:lnTo>
                  <a:lnTo>
                    <a:pt x="356794" y="604801"/>
                  </a:lnTo>
                  <a:lnTo>
                    <a:pt x="354607" y="604382"/>
                  </a:lnTo>
                  <a:lnTo>
                    <a:pt x="353149" y="603823"/>
                  </a:lnTo>
                  <a:lnTo>
                    <a:pt x="352055" y="603497"/>
                  </a:lnTo>
                  <a:lnTo>
                    <a:pt x="351509" y="603357"/>
                  </a:lnTo>
                  <a:lnTo>
                    <a:pt x="351099" y="603078"/>
                  </a:lnTo>
                  <a:lnTo>
                    <a:pt x="350688" y="602332"/>
                  </a:lnTo>
                  <a:lnTo>
                    <a:pt x="350506" y="602053"/>
                  </a:lnTo>
                  <a:lnTo>
                    <a:pt x="349868" y="600935"/>
                  </a:lnTo>
                  <a:lnTo>
                    <a:pt x="349276" y="600562"/>
                  </a:lnTo>
                  <a:lnTo>
                    <a:pt x="348684" y="600376"/>
                  </a:lnTo>
                  <a:lnTo>
                    <a:pt x="347818" y="600096"/>
                  </a:lnTo>
                  <a:lnTo>
                    <a:pt x="346041" y="599910"/>
                  </a:lnTo>
                  <a:lnTo>
                    <a:pt x="345130" y="600050"/>
                  </a:lnTo>
                  <a:lnTo>
                    <a:pt x="344993" y="600143"/>
                  </a:lnTo>
                  <a:lnTo>
                    <a:pt x="344264" y="600515"/>
                  </a:lnTo>
                  <a:lnTo>
                    <a:pt x="343262" y="600842"/>
                  </a:lnTo>
                  <a:lnTo>
                    <a:pt x="342806" y="601074"/>
                  </a:lnTo>
                  <a:lnTo>
                    <a:pt x="342260" y="601121"/>
                  </a:lnTo>
                  <a:lnTo>
                    <a:pt x="341576" y="600842"/>
                  </a:lnTo>
                  <a:lnTo>
                    <a:pt x="340938" y="600469"/>
                  </a:lnTo>
                  <a:lnTo>
                    <a:pt x="340392" y="599910"/>
                  </a:lnTo>
                  <a:lnTo>
                    <a:pt x="339981" y="599258"/>
                  </a:lnTo>
                  <a:lnTo>
                    <a:pt x="339389" y="598326"/>
                  </a:lnTo>
                  <a:lnTo>
                    <a:pt x="339116" y="597907"/>
                  </a:lnTo>
                  <a:lnTo>
                    <a:pt x="338432" y="597441"/>
                  </a:lnTo>
                  <a:lnTo>
                    <a:pt x="337384" y="597161"/>
                  </a:lnTo>
                  <a:lnTo>
                    <a:pt x="336245" y="597301"/>
                  </a:lnTo>
                  <a:lnTo>
                    <a:pt x="335015" y="597720"/>
                  </a:lnTo>
                  <a:lnTo>
                    <a:pt x="333876" y="598140"/>
                  </a:lnTo>
                  <a:lnTo>
                    <a:pt x="331507" y="598419"/>
                  </a:lnTo>
                  <a:lnTo>
                    <a:pt x="329821" y="598419"/>
                  </a:lnTo>
                  <a:lnTo>
                    <a:pt x="329320" y="598233"/>
                  </a:lnTo>
                  <a:lnTo>
                    <a:pt x="328227" y="597814"/>
                  </a:lnTo>
                  <a:lnTo>
                    <a:pt x="327498" y="597301"/>
                  </a:lnTo>
                  <a:lnTo>
                    <a:pt x="326723" y="596463"/>
                  </a:lnTo>
                  <a:lnTo>
                    <a:pt x="325903" y="595950"/>
                  </a:lnTo>
                  <a:lnTo>
                    <a:pt x="325630" y="595904"/>
                  </a:lnTo>
                  <a:lnTo>
                    <a:pt x="324354" y="595717"/>
                  </a:lnTo>
                  <a:lnTo>
                    <a:pt x="323625" y="595298"/>
                  </a:lnTo>
                  <a:lnTo>
                    <a:pt x="323124" y="594599"/>
                  </a:lnTo>
                  <a:lnTo>
                    <a:pt x="322896" y="594320"/>
                  </a:lnTo>
                  <a:lnTo>
                    <a:pt x="322486" y="594133"/>
                  </a:lnTo>
                  <a:lnTo>
                    <a:pt x="321529" y="593994"/>
                  </a:lnTo>
                  <a:lnTo>
                    <a:pt x="320253" y="593854"/>
                  </a:lnTo>
                  <a:lnTo>
                    <a:pt x="319023" y="593854"/>
                  </a:lnTo>
                  <a:lnTo>
                    <a:pt x="317838" y="593761"/>
                  </a:lnTo>
                  <a:lnTo>
                    <a:pt x="316973" y="593668"/>
                  </a:lnTo>
                  <a:lnTo>
                    <a:pt x="316380" y="593574"/>
                  </a:lnTo>
                  <a:lnTo>
                    <a:pt x="316198" y="593528"/>
                  </a:lnTo>
                  <a:lnTo>
                    <a:pt x="316062" y="593481"/>
                  </a:lnTo>
                  <a:lnTo>
                    <a:pt x="315651" y="593342"/>
                  </a:lnTo>
                  <a:lnTo>
                    <a:pt x="315287" y="593062"/>
                  </a:lnTo>
                  <a:lnTo>
                    <a:pt x="314421" y="592410"/>
                  </a:lnTo>
                  <a:lnTo>
                    <a:pt x="313146" y="591432"/>
                  </a:lnTo>
                  <a:lnTo>
                    <a:pt x="313009" y="591525"/>
                  </a:lnTo>
                  <a:lnTo>
                    <a:pt x="312781" y="591664"/>
                  </a:lnTo>
                  <a:lnTo>
                    <a:pt x="312371" y="591944"/>
                  </a:lnTo>
                  <a:lnTo>
                    <a:pt x="312143" y="592084"/>
                  </a:lnTo>
                  <a:lnTo>
                    <a:pt x="311733" y="592084"/>
                  </a:lnTo>
                  <a:lnTo>
                    <a:pt x="311460" y="592037"/>
                  </a:lnTo>
                  <a:lnTo>
                    <a:pt x="311050" y="591944"/>
                  </a:lnTo>
                  <a:lnTo>
                    <a:pt x="310549" y="591804"/>
                  </a:lnTo>
                  <a:lnTo>
                    <a:pt x="309820" y="591897"/>
                  </a:lnTo>
                  <a:lnTo>
                    <a:pt x="309637" y="591944"/>
                  </a:lnTo>
                  <a:lnTo>
                    <a:pt x="308589" y="592317"/>
                  </a:lnTo>
                  <a:lnTo>
                    <a:pt x="307906" y="592689"/>
                  </a:lnTo>
                  <a:lnTo>
                    <a:pt x="307496" y="592922"/>
                  </a:lnTo>
                  <a:lnTo>
                    <a:pt x="307086" y="593062"/>
                  </a:lnTo>
                  <a:lnTo>
                    <a:pt x="306812" y="593109"/>
                  </a:lnTo>
                  <a:lnTo>
                    <a:pt x="306494" y="593062"/>
                  </a:lnTo>
                  <a:lnTo>
                    <a:pt x="306357" y="592922"/>
                  </a:lnTo>
                  <a:lnTo>
                    <a:pt x="306266" y="592782"/>
                  </a:lnTo>
                  <a:lnTo>
                    <a:pt x="306129" y="592456"/>
                  </a:lnTo>
                  <a:lnTo>
                    <a:pt x="305901" y="591897"/>
                  </a:lnTo>
                  <a:lnTo>
                    <a:pt x="305856" y="591711"/>
                  </a:lnTo>
                  <a:lnTo>
                    <a:pt x="305765" y="591199"/>
                  </a:lnTo>
                  <a:lnTo>
                    <a:pt x="305719" y="591012"/>
                  </a:lnTo>
                  <a:lnTo>
                    <a:pt x="305628" y="590546"/>
                  </a:lnTo>
                  <a:lnTo>
                    <a:pt x="305628" y="590407"/>
                  </a:lnTo>
                  <a:lnTo>
                    <a:pt x="305628" y="590127"/>
                  </a:lnTo>
                  <a:lnTo>
                    <a:pt x="305491" y="589801"/>
                  </a:lnTo>
                  <a:lnTo>
                    <a:pt x="304899" y="589522"/>
                  </a:lnTo>
                  <a:lnTo>
                    <a:pt x="304352" y="589289"/>
                  </a:lnTo>
                  <a:lnTo>
                    <a:pt x="303988" y="589102"/>
                  </a:lnTo>
                  <a:lnTo>
                    <a:pt x="303213" y="588683"/>
                  </a:lnTo>
                  <a:lnTo>
                    <a:pt x="302894" y="588497"/>
                  </a:lnTo>
                  <a:lnTo>
                    <a:pt x="302757" y="588357"/>
                  </a:lnTo>
                  <a:lnTo>
                    <a:pt x="301072" y="586400"/>
                  </a:lnTo>
                  <a:lnTo>
                    <a:pt x="300707" y="585981"/>
                  </a:lnTo>
                  <a:lnTo>
                    <a:pt x="300343" y="585515"/>
                  </a:lnTo>
                  <a:lnTo>
                    <a:pt x="299978" y="585329"/>
                  </a:lnTo>
                  <a:lnTo>
                    <a:pt x="299340" y="585282"/>
                  </a:lnTo>
                  <a:lnTo>
                    <a:pt x="299204" y="585282"/>
                  </a:lnTo>
                  <a:lnTo>
                    <a:pt x="298885" y="585282"/>
                  </a:lnTo>
                  <a:lnTo>
                    <a:pt x="298475" y="585282"/>
                  </a:lnTo>
                  <a:lnTo>
                    <a:pt x="298019" y="585236"/>
                  </a:lnTo>
                  <a:lnTo>
                    <a:pt x="297700" y="585236"/>
                  </a:lnTo>
                  <a:lnTo>
                    <a:pt x="296880" y="585189"/>
                  </a:lnTo>
                  <a:lnTo>
                    <a:pt x="296698" y="585096"/>
                  </a:lnTo>
                  <a:lnTo>
                    <a:pt x="296470" y="585003"/>
                  </a:lnTo>
                  <a:lnTo>
                    <a:pt x="296151" y="584491"/>
                  </a:lnTo>
                  <a:lnTo>
                    <a:pt x="296151" y="584258"/>
                  </a:lnTo>
                  <a:lnTo>
                    <a:pt x="296151" y="583932"/>
                  </a:lnTo>
                  <a:lnTo>
                    <a:pt x="295969" y="583466"/>
                  </a:lnTo>
                  <a:lnTo>
                    <a:pt x="295787" y="583000"/>
                  </a:lnTo>
                  <a:lnTo>
                    <a:pt x="295513" y="582534"/>
                  </a:lnTo>
                  <a:lnTo>
                    <a:pt x="295240" y="581928"/>
                  </a:lnTo>
                  <a:lnTo>
                    <a:pt x="294784" y="581323"/>
                  </a:lnTo>
                  <a:lnTo>
                    <a:pt x="294192" y="580531"/>
                  </a:lnTo>
                  <a:lnTo>
                    <a:pt x="293919" y="580018"/>
                  </a:lnTo>
                  <a:lnTo>
                    <a:pt x="293691" y="579832"/>
                  </a:lnTo>
                  <a:lnTo>
                    <a:pt x="293372" y="579646"/>
                  </a:lnTo>
                  <a:lnTo>
                    <a:pt x="293235" y="579553"/>
                  </a:lnTo>
                  <a:lnTo>
                    <a:pt x="293007" y="579459"/>
                  </a:lnTo>
                  <a:lnTo>
                    <a:pt x="292688" y="579273"/>
                  </a:lnTo>
                  <a:lnTo>
                    <a:pt x="292369" y="578900"/>
                  </a:lnTo>
                  <a:lnTo>
                    <a:pt x="292187" y="578295"/>
                  </a:lnTo>
                  <a:lnTo>
                    <a:pt x="292187" y="578108"/>
                  </a:lnTo>
                  <a:lnTo>
                    <a:pt x="292278" y="577503"/>
                  </a:lnTo>
                  <a:lnTo>
                    <a:pt x="292324" y="576944"/>
                  </a:lnTo>
                  <a:lnTo>
                    <a:pt x="292096" y="576105"/>
                  </a:lnTo>
                  <a:lnTo>
                    <a:pt x="291823" y="575546"/>
                  </a:lnTo>
                  <a:lnTo>
                    <a:pt x="291003" y="575127"/>
                  </a:lnTo>
                  <a:lnTo>
                    <a:pt x="290319" y="574708"/>
                  </a:lnTo>
                  <a:lnTo>
                    <a:pt x="290000" y="574289"/>
                  </a:lnTo>
                  <a:lnTo>
                    <a:pt x="289955" y="574102"/>
                  </a:lnTo>
                  <a:lnTo>
                    <a:pt x="289681" y="573310"/>
                  </a:lnTo>
                  <a:lnTo>
                    <a:pt x="289590" y="571633"/>
                  </a:lnTo>
                  <a:lnTo>
                    <a:pt x="289590" y="571447"/>
                  </a:lnTo>
                  <a:lnTo>
                    <a:pt x="289499" y="571028"/>
                  </a:lnTo>
                  <a:lnTo>
                    <a:pt x="289180" y="569025"/>
                  </a:lnTo>
                  <a:lnTo>
                    <a:pt x="288861" y="567487"/>
                  </a:lnTo>
                  <a:lnTo>
                    <a:pt x="288770" y="567254"/>
                  </a:lnTo>
                  <a:lnTo>
                    <a:pt x="288269" y="566090"/>
                  </a:lnTo>
                  <a:lnTo>
                    <a:pt x="288041" y="565810"/>
                  </a:lnTo>
                  <a:lnTo>
                    <a:pt x="287904" y="565764"/>
                  </a:lnTo>
                  <a:lnTo>
                    <a:pt x="287585" y="565624"/>
                  </a:lnTo>
                  <a:lnTo>
                    <a:pt x="287130" y="565577"/>
                  </a:lnTo>
                  <a:lnTo>
                    <a:pt x="286583" y="565624"/>
                  </a:lnTo>
                  <a:lnTo>
                    <a:pt x="286173" y="565671"/>
                  </a:lnTo>
                  <a:lnTo>
                    <a:pt x="285626" y="565764"/>
                  </a:lnTo>
                  <a:lnTo>
                    <a:pt x="285171" y="565950"/>
                  </a:lnTo>
                  <a:lnTo>
                    <a:pt x="284305" y="566043"/>
                  </a:lnTo>
                  <a:lnTo>
                    <a:pt x="282255" y="565997"/>
                  </a:lnTo>
                  <a:lnTo>
                    <a:pt x="279794" y="565764"/>
                  </a:lnTo>
                  <a:lnTo>
                    <a:pt x="279612" y="565764"/>
                  </a:lnTo>
                  <a:lnTo>
                    <a:pt x="279156" y="565717"/>
                  </a:lnTo>
                  <a:lnTo>
                    <a:pt x="278610" y="565484"/>
                  </a:lnTo>
                  <a:lnTo>
                    <a:pt x="278200" y="565251"/>
                  </a:lnTo>
                  <a:lnTo>
                    <a:pt x="278063" y="565158"/>
                  </a:lnTo>
                  <a:lnTo>
                    <a:pt x="277425" y="564646"/>
                  </a:lnTo>
                  <a:lnTo>
                    <a:pt x="277197" y="564413"/>
                  </a:lnTo>
                  <a:lnTo>
                    <a:pt x="275603" y="563108"/>
                  </a:lnTo>
                  <a:lnTo>
                    <a:pt x="274691" y="562270"/>
                  </a:lnTo>
                  <a:lnTo>
                    <a:pt x="274099" y="561711"/>
                  </a:lnTo>
                  <a:lnTo>
                    <a:pt x="273644" y="561198"/>
                  </a:lnTo>
                  <a:lnTo>
                    <a:pt x="272915" y="560360"/>
                  </a:lnTo>
                  <a:lnTo>
                    <a:pt x="272231" y="559335"/>
                  </a:lnTo>
                  <a:lnTo>
                    <a:pt x="271593" y="558403"/>
                  </a:lnTo>
                  <a:lnTo>
                    <a:pt x="271183" y="558031"/>
                  </a:lnTo>
                  <a:lnTo>
                    <a:pt x="270682" y="557611"/>
                  </a:lnTo>
                  <a:lnTo>
                    <a:pt x="269406" y="556773"/>
                  </a:lnTo>
                  <a:lnTo>
                    <a:pt x="267948" y="555655"/>
                  </a:lnTo>
                  <a:lnTo>
                    <a:pt x="266581" y="554910"/>
                  </a:lnTo>
                  <a:lnTo>
                    <a:pt x="265397" y="554444"/>
                  </a:lnTo>
                  <a:lnTo>
                    <a:pt x="263939" y="554257"/>
                  </a:lnTo>
                  <a:lnTo>
                    <a:pt x="262754" y="554397"/>
                  </a:lnTo>
                  <a:lnTo>
                    <a:pt x="261524" y="554816"/>
                  </a:lnTo>
                  <a:lnTo>
                    <a:pt x="260522" y="555515"/>
                  </a:lnTo>
                  <a:lnTo>
                    <a:pt x="259884" y="555888"/>
                  </a:lnTo>
                  <a:lnTo>
                    <a:pt x="257970" y="557798"/>
                  </a:lnTo>
                  <a:lnTo>
                    <a:pt x="254963" y="560220"/>
                  </a:lnTo>
                  <a:lnTo>
                    <a:pt x="253369" y="561059"/>
                  </a:lnTo>
                  <a:lnTo>
                    <a:pt x="250954" y="561804"/>
                  </a:lnTo>
                  <a:lnTo>
                    <a:pt x="249359" y="562223"/>
                  </a:lnTo>
                  <a:lnTo>
                    <a:pt x="248767" y="562363"/>
                  </a:lnTo>
                  <a:lnTo>
                    <a:pt x="245623" y="563248"/>
                  </a:lnTo>
                  <a:lnTo>
                    <a:pt x="243527" y="563900"/>
                  </a:lnTo>
                  <a:lnTo>
                    <a:pt x="239472" y="564832"/>
                  </a:lnTo>
                  <a:lnTo>
                    <a:pt x="236966" y="565018"/>
                  </a:lnTo>
                  <a:lnTo>
                    <a:pt x="234552" y="565251"/>
                  </a:lnTo>
                  <a:lnTo>
                    <a:pt x="232911" y="565391"/>
                  </a:lnTo>
                  <a:lnTo>
                    <a:pt x="231590" y="565391"/>
                  </a:lnTo>
                  <a:lnTo>
                    <a:pt x="229995" y="565344"/>
                  </a:lnTo>
                  <a:lnTo>
                    <a:pt x="228492" y="565438"/>
                  </a:lnTo>
                  <a:lnTo>
                    <a:pt x="227581" y="565438"/>
                  </a:lnTo>
                  <a:lnTo>
                    <a:pt x="226715" y="565577"/>
                  </a:lnTo>
                  <a:lnTo>
                    <a:pt x="225986" y="565717"/>
                  </a:lnTo>
                  <a:lnTo>
                    <a:pt x="225257" y="565671"/>
                  </a:lnTo>
                  <a:lnTo>
                    <a:pt x="224847" y="565671"/>
                  </a:lnTo>
                  <a:lnTo>
                    <a:pt x="223207" y="565764"/>
                  </a:lnTo>
                  <a:lnTo>
                    <a:pt x="223024" y="565810"/>
                  </a:lnTo>
                  <a:lnTo>
                    <a:pt x="221020" y="565857"/>
                  </a:lnTo>
                  <a:lnTo>
                    <a:pt x="220929" y="565298"/>
                  </a:lnTo>
                  <a:lnTo>
                    <a:pt x="220610" y="564506"/>
                  </a:lnTo>
                  <a:lnTo>
                    <a:pt x="220382" y="564040"/>
                  </a:lnTo>
                  <a:lnTo>
                    <a:pt x="220291" y="563574"/>
                  </a:lnTo>
                  <a:lnTo>
                    <a:pt x="220291" y="563062"/>
                  </a:lnTo>
                  <a:lnTo>
                    <a:pt x="220200" y="562549"/>
                  </a:lnTo>
                  <a:lnTo>
                    <a:pt x="219926" y="562177"/>
                  </a:lnTo>
                  <a:lnTo>
                    <a:pt x="219881" y="561711"/>
                  </a:lnTo>
                  <a:lnTo>
                    <a:pt x="219881" y="561338"/>
                  </a:lnTo>
                  <a:lnTo>
                    <a:pt x="219881" y="561105"/>
                  </a:lnTo>
                  <a:lnTo>
                    <a:pt x="219881" y="560639"/>
                  </a:lnTo>
                  <a:lnTo>
                    <a:pt x="219698" y="560220"/>
                  </a:lnTo>
                  <a:lnTo>
                    <a:pt x="219562" y="559801"/>
                  </a:lnTo>
                  <a:lnTo>
                    <a:pt x="219471" y="559242"/>
                  </a:lnTo>
                  <a:lnTo>
                    <a:pt x="219471" y="558916"/>
                  </a:lnTo>
                  <a:lnTo>
                    <a:pt x="219471" y="557984"/>
                  </a:lnTo>
                  <a:lnTo>
                    <a:pt x="219243" y="557425"/>
                  </a:lnTo>
                  <a:lnTo>
                    <a:pt x="218969" y="556167"/>
                  </a:lnTo>
                  <a:lnTo>
                    <a:pt x="218969" y="555282"/>
                  </a:lnTo>
                  <a:lnTo>
                    <a:pt x="218833" y="554211"/>
                  </a:lnTo>
                  <a:lnTo>
                    <a:pt x="218742" y="553605"/>
                  </a:lnTo>
                  <a:lnTo>
                    <a:pt x="218742" y="552580"/>
                  </a:lnTo>
                  <a:lnTo>
                    <a:pt x="218696" y="551975"/>
                  </a:lnTo>
                  <a:lnTo>
                    <a:pt x="218742" y="551090"/>
                  </a:lnTo>
                  <a:lnTo>
                    <a:pt x="218742" y="550531"/>
                  </a:lnTo>
                  <a:lnTo>
                    <a:pt x="218696" y="549785"/>
                  </a:lnTo>
                  <a:lnTo>
                    <a:pt x="218696" y="549320"/>
                  </a:lnTo>
                  <a:lnTo>
                    <a:pt x="218696" y="548481"/>
                  </a:lnTo>
                  <a:lnTo>
                    <a:pt x="218605" y="547782"/>
                  </a:lnTo>
                  <a:lnTo>
                    <a:pt x="218514" y="547223"/>
                  </a:lnTo>
                  <a:lnTo>
                    <a:pt x="218468" y="546478"/>
                  </a:lnTo>
                  <a:lnTo>
                    <a:pt x="218377" y="545919"/>
                  </a:lnTo>
                  <a:lnTo>
                    <a:pt x="218377" y="545639"/>
                  </a:lnTo>
                  <a:lnTo>
                    <a:pt x="218377" y="545500"/>
                  </a:lnTo>
                  <a:lnTo>
                    <a:pt x="218468" y="544987"/>
                  </a:lnTo>
                  <a:lnTo>
                    <a:pt x="218514" y="544754"/>
                  </a:lnTo>
                  <a:lnTo>
                    <a:pt x="218468" y="544382"/>
                  </a:lnTo>
                  <a:lnTo>
                    <a:pt x="218468" y="544195"/>
                  </a:lnTo>
                  <a:lnTo>
                    <a:pt x="218423" y="544009"/>
                  </a:lnTo>
                  <a:lnTo>
                    <a:pt x="218377" y="543636"/>
                  </a:lnTo>
                  <a:lnTo>
                    <a:pt x="218514" y="543217"/>
                  </a:lnTo>
                  <a:lnTo>
                    <a:pt x="218650" y="542705"/>
                  </a:lnTo>
                  <a:lnTo>
                    <a:pt x="218696" y="542239"/>
                  </a:lnTo>
                  <a:lnTo>
                    <a:pt x="218924" y="541773"/>
                  </a:lnTo>
                  <a:lnTo>
                    <a:pt x="219106" y="541447"/>
                  </a:lnTo>
                  <a:lnTo>
                    <a:pt x="219334" y="541074"/>
                  </a:lnTo>
                  <a:lnTo>
                    <a:pt x="219379" y="540701"/>
                  </a:lnTo>
                  <a:lnTo>
                    <a:pt x="219471" y="540329"/>
                  </a:lnTo>
                  <a:lnTo>
                    <a:pt x="219471" y="540049"/>
                  </a:lnTo>
                  <a:lnTo>
                    <a:pt x="219425" y="539630"/>
                  </a:lnTo>
                  <a:lnTo>
                    <a:pt x="219425" y="539211"/>
                  </a:lnTo>
                  <a:lnTo>
                    <a:pt x="219471" y="538605"/>
                  </a:lnTo>
                  <a:lnTo>
                    <a:pt x="219471" y="538186"/>
                  </a:lnTo>
                  <a:lnTo>
                    <a:pt x="219288" y="536416"/>
                  </a:lnTo>
                  <a:lnTo>
                    <a:pt x="219243" y="536090"/>
                  </a:lnTo>
                  <a:lnTo>
                    <a:pt x="219197" y="535531"/>
                  </a:lnTo>
                  <a:lnTo>
                    <a:pt x="219197" y="534739"/>
                  </a:lnTo>
                  <a:lnTo>
                    <a:pt x="219015" y="530779"/>
                  </a:lnTo>
                  <a:lnTo>
                    <a:pt x="219015" y="530360"/>
                  </a:lnTo>
                  <a:lnTo>
                    <a:pt x="218969" y="529288"/>
                  </a:lnTo>
                  <a:lnTo>
                    <a:pt x="218878" y="527984"/>
                  </a:lnTo>
                  <a:lnTo>
                    <a:pt x="218787" y="526819"/>
                  </a:lnTo>
                  <a:lnTo>
                    <a:pt x="218742" y="526167"/>
                  </a:lnTo>
                  <a:lnTo>
                    <a:pt x="218332" y="523279"/>
                  </a:lnTo>
                  <a:lnTo>
                    <a:pt x="217967" y="521090"/>
                  </a:lnTo>
                  <a:lnTo>
                    <a:pt x="217694" y="519552"/>
                  </a:lnTo>
                  <a:lnTo>
                    <a:pt x="217511" y="518853"/>
                  </a:lnTo>
                  <a:lnTo>
                    <a:pt x="217466" y="518434"/>
                  </a:lnTo>
                  <a:lnTo>
                    <a:pt x="217466" y="518294"/>
                  </a:lnTo>
                  <a:lnTo>
                    <a:pt x="217466" y="517968"/>
                  </a:lnTo>
                  <a:lnTo>
                    <a:pt x="217420" y="517735"/>
                  </a:lnTo>
                  <a:lnTo>
                    <a:pt x="217284" y="516757"/>
                  </a:lnTo>
                  <a:lnTo>
                    <a:pt x="217101" y="516245"/>
                  </a:lnTo>
                  <a:lnTo>
                    <a:pt x="217010" y="515965"/>
                  </a:lnTo>
                  <a:lnTo>
                    <a:pt x="216965" y="515779"/>
                  </a:lnTo>
                  <a:lnTo>
                    <a:pt x="216919" y="515593"/>
                  </a:lnTo>
                  <a:lnTo>
                    <a:pt x="216874" y="51522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531643" y="1508760"/>
              <a:ext cx="884490" cy="1157755"/>
            </a:xfrm>
            <a:custGeom>
              <a:avLst/>
              <a:pathLst>
                <a:path w="884490" h="1157755">
                  <a:moveTo>
                    <a:pt x="603784" y="559"/>
                  </a:moveTo>
                  <a:lnTo>
                    <a:pt x="606882" y="1909"/>
                  </a:lnTo>
                  <a:lnTo>
                    <a:pt x="608887" y="2608"/>
                  </a:lnTo>
                  <a:lnTo>
                    <a:pt x="609935" y="4378"/>
                  </a:lnTo>
                  <a:lnTo>
                    <a:pt x="609798" y="5962"/>
                  </a:lnTo>
                  <a:lnTo>
                    <a:pt x="608841" y="8664"/>
                  </a:lnTo>
                  <a:lnTo>
                    <a:pt x="608249" y="14208"/>
                  </a:lnTo>
                  <a:lnTo>
                    <a:pt x="609981" y="19006"/>
                  </a:lnTo>
                  <a:lnTo>
                    <a:pt x="612350" y="21335"/>
                  </a:lnTo>
                  <a:lnTo>
                    <a:pt x="614856" y="22733"/>
                  </a:lnTo>
                  <a:lnTo>
                    <a:pt x="619002" y="23664"/>
                  </a:lnTo>
                  <a:lnTo>
                    <a:pt x="623512" y="24503"/>
                  </a:lnTo>
                  <a:lnTo>
                    <a:pt x="626201" y="23990"/>
                  </a:lnTo>
                  <a:lnTo>
                    <a:pt x="629572" y="23711"/>
                  </a:lnTo>
                  <a:lnTo>
                    <a:pt x="634083" y="22965"/>
                  </a:lnTo>
                  <a:lnTo>
                    <a:pt x="637500" y="22034"/>
                  </a:lnTo>
                  <a:lnTo>
                    <a:pt x="640780" y="20729"/>
                  </a:lnTo>
                  <a:lnTo>
                    <a:pt x="645564" y="18726"/>
                  </a:lnTo>
                  <a:lnTo>
                    <a:pt x="649756" y="16490"/>
                  </a:lnTo>
                  <a:lnTo>
                    <a:pt x="652991" y="15745"/>
                  </a:lnTo>
                  <a:lnTo>
                    <a:pt x="657501" y="15931"/>
                  </a:lnTo>
                  <a:lnTo>
                    <a:pt x="662149" y="16583"/>
                  </a:lnTo>
                  <a:lnTo>
                    <a:pt x="666158" y="16490"/>
                  </a:lnTo>
                  <a:lnTo>
                    <a:pt x="669666" y="17189"/>
                  </a:lnTo>
                  <a:lnTo>
                    <a:pt x="672810" y="19565"/>
                  </a:lnTo>
                  <a:lnTo>
                    <a:pt x="675316" y="22639"/>
                  </a:lnTo>
                  <a:lnTo>
                    <a:pt x="677594" y="25714"/>
                  </a:lnTo>
                  <a:lnTo>
                    <a:pt x="679326" y="27344"/>
                  </a:lnTo>
                  <a:lnTo>
                    <a:pt x="681102" y="28882"/>
                  </a:lnTo>
                  <a:lnTo>
                    <a:pt x="684110" y="30093"/>
                  </a:lnTo>
                  <a:lnTo>
                    <a:pt x="687436" y="30279"/>
                  </a:lnTo>
                  <a:lnTo>
                    <a:pt x="690807" y="30139"/>
                  </a:lnTo>
                  <a:lnTo>
                    <a:pt x="693860" y="29487"/>
                  </a:lnTo>
                  <a:lnTo>
                    <a:pt x="695318" y="29627"/>
                  </a:lnTo>
                  <a:lnTo>
                    <a:pt x="696821" y="30559"/>
                  </a:lnTo>
                  <a:lnTo>
                    <a:pt x="698507" y="34239"/>
                  </a:lnTo>
                  <a:lnTo>
                    <a:pt x="703018" y="39876"/>
                  </a:lnTo>
                  <a:lnTo>
                    <a:pt x="709533" y="46490"/>
                  </a:lnTo>
                  <a:lnTo>
                    <a:pt x="710945" y="49099"/>
                  </a:lnTo>
                  <a:lnTo>
                    <a:pt x="713588" y="51708"/>
                  </a:lnTo>
                  <a:lnTo>
                    <a:pt x="715319" y="53059"/>
                  </a:lnTo>
                  <a:lnTo>
                    <a:pt x="718463" y="55574"/>
                  </a:lnTo>
                  <a:lnTo>
                    <a:pt x="721470" y="58276"/>
                  </a:lnTo>
                  <a:lnTo>
                    <a:pt x="724477" y="60419"/>
                  </a:lnTo>
                  <a:lnTo>
                    <a:pt x="727575" y="65450"/>
                  </a:lnTo>
                  <a:lnTo>
                    <a:pt x="729899" y="69317"/>
                  </a:lnTo>
                  <a:lnTo>
                    <a:pt x="732542" y="71320"/>
                  </a:lnTo>
                  <a:lnTo>
                    <a:pt x="735367" y="75047"/>
                  </a:lnTo>
                  <a:lnTo>
                    <a:pt x="737690" y="77283"/>
                  </a:lnTo>
                  <a:lnTo>
                    <a:pt x="739194" y="77935"/>
                  </a:lnTo>
                  <a:lnTo>
                    <a:pt x="742019" y="78214"/>
                  </a:lnTo>
                  <a:lnTo>
                    <a:pt x="745345" y="78820"/>
                  </a:lnTo>
                  <a:lnTo>
                    <a:pt x="747668" y="79332"/>
                  </a:lnTo>
                  <a:lnTo>
                    <a:pt x="749673" y="81056"/>
                  </a:lnTo>
                  <a:lnTo>
                    <a:pt x="753272" y="83991"/>
                  </a:lnTo>
                  <a:lnTo>
                    <a:pt x="763341" y="90047"/>
                  </a:lnTo>
                  <a:lnTo>
                    <a:pt x="772636" y="92748"/>
                  </a:lnTo>
                  <a:lnTo>
                    <a:pt x="776418" y="93540"/>
                  </a:lnTo>
                  <a:lnTo>
                    <a:pt x="783890" y="98385"/>
                  </a:lnTo>
                  <a:lnTo>
                    <a:pt x="791818" y="102485"/>
                  </a:lnTo>
                  <a:lnTo>
                    <a:pt x="796602" y="106351"/>
                  </a:lnTo>
                  <a:lnTo>
                    <a:pt x="801249" y="110544"/>
                  </a:lnTo>
                  <a:lnTo>
                    <a:pt x="805213" y="113106"/>
                  </a:lnTo>
                  <a:lnTo>
                    <a:pt x="806944" y="119954"/>
                  </a:lnTo>
                  <a:lnTo>
                    <a:pt x="806534" y="125730"/>
                  </a:lnTo>
                  <a:lnTo>
                    <a:pt x="807491" y="129736"/>
                  </a:lnTo>
                  <a:lnTo>
                    <a:pt x="812594" y="132578"/>
                  </a:lnTo>
                  <a:lnTo>
                    <a:pt x="817378" y="134628"/>
                  </a:lnTo>
                  <a:lnTo>
                    <a:pt x="820294" y="137842"/>
                  </a:lnTo>
                  <a:lnTo>
                    <a:pt x="823255" y="142873"/>
                  </a:lnTo>
                  <a:lnTo>
                    <a:pt x="832140" y="148510"/>
                  </a:lnTo>
                  <a:lnTo>
                    <a:pt x="843211" y="153774"/>
                  </a:lnTo>
                  <a:lnTo>
                    <a:pt x="849134" y="157221"/>
                  </a:lnTo>
                  <a:lnTo>
                    <a:pt x="856652" y="160901"/>
                  </a:lnTo>
                  <a:lnTo>
                    <a:pt x="862940" y="163137"/>
                  </a:lnTo>
                  <a:lnTo>
                    <a:pt x="869592" y="166212"/>
                  </a:lnTo>
                  <a:lnTo>
                    <a:pt x="872234" y="168401"/>
                  </a:lnTo>
                  <a:lnTo>
                    <a:pt x="874239" y="171289"/>
                  </a:lnTo>
                  <a:lnTo>
                    <a:pt x="876061" y="174830"/>
                  </a:lnTo>
                  <a:lnTo>
                    <a:pt x="878658" y="181584"/>
                  </a:lnTo>
                  <a:lnTo>
                    <a:pt x="880617" y="188153"/>
                  </a:lnTo>
                  <a:lnTo>
                    <a:pt x="881301" y="191041"/>
                  </a:lnTo>
                  <a:lnTo>
                    <a:pt x="883351" y="193650"/>
                  </a:lnTo>
                  <a:lnTo>
                    <a:pt x="884126" y="194907"/>
                  </a:lnTo>
                  <a:lnTo>
                    <a:pt x="884490" y="195466"/>
                  </a:lnTo>
                  <a:lnTo>
                    <a:pt x="884217" y="197050"/>
                  </a:lnTo>
                  <a:lnTo>
                    <a:pt x="884080" y="198494"/>
                  </a:lnTo>
                  <a:lnTo>
                    <a:pt x="882850" y="200963"/>
                  </a:lnTo>
                  <a:lnTo>
                    <a:pt x="882030" y="202827"/>
                  </a:lnTo>
                  <a:lnTo>
                    <a:pt x="879251" y="204457"/>
                  </a:lnTo>
                  <a:lnTo>
                    <a:pt x="876836" y="205389"/>
                  </a:lnTo>
                  <a:lnTo>
                    <a:pt x="873920" y="205342"/>
                  </a:lnTo>
                  <a:lnTo>
                    <a:pt x="870913" y="205715"/>
                  </a:lnTo>
                  <a:lnTo>
                    <a:pt x="867997" y="205995"/>
                  </a:lnTo>
                  <a:lnTo>
                    <a:pt x="864944" y="205948"/>
                  </a:lnTo>
                  <a:lnTo>
                    <a:pt x="861709" y="206926"/>
                  </a:lnTo>
                  <a:lnTo>
                    <a:pt x="859705" y="209116"/>
                  </a:lnTo>
                  <a:lnTo>
                    <a:pt x="857016" y="212283"/>
                  </a:lnTo>
                  <a:lnTo>
                    <a:pt x="855285" y="215265"/>
                  </a:lnTo>
                  <a:lnTo>
                    <a:pt x="854192" y="217175"/>
                  </a:lnTo>
                  <a:lnTo>
                    <a:pt x="851276" y="219923"/>
                  </a:lnTo>
                  <a:lnTo>
                    <a:pt x="848724" y="221880"/>
                  </a:lnTo>
                  <a:lnTo>
                    <a:pt x="845672" y="224628"/>
                  </a:lnTo>
                  <a:lnTo>
                    <a:pt x="841844" y="229054"/>
                  </a:lnTo>
                  <a:lnTo>
                    <a:pt x="839657" y="231709"/>
                  </a:lnTo>
                  <a:lnTo>
                    <a:pt x="838473" y="234737"/>
                  </a:lnTo>
                  <a:lnTo>
                    <a:pt x="838245" y="237439"/>
                  </a:lnTo>
                  <a:lnTo>
                    <a:pt x="837835" y="242936"/>
                  </a:lnTo>
                  <a:lnTo>
                    <a:pt x="837653" y="246476"/>
                  </a:lnTo>
                  <a:lnTo>
                    <a:pt x="838382" y="250249"/>
                  </a:lnTo>
                  <a:lnTo>
                    <a:pt x="839202" y="253464"/>
                  </a:lnTo>
                  <a:lnTo>
                    <a:pt x="839475" y="254768"/>
                  </a:lnTo>
                  <a:lnTo>
                    <a:pt x="839976" y="257330"/>
                  </a:lnTo>
                  <a:lnTo>
                    <a:pt x="839885" y="259520"/>
                  </a:lnTo>
                  <a:lnTo>
                    <a:pt x="838610" y="262128"/>
                  </a:lnTo>
                  <a:lnTo>
                    <a:pt x="837015" y="265296"/>
                  </a:lnTo>
                  <a:lnTo>
                    <a:pt x="836104" y="267020"/>
                  </a:lnTo>
                  <a:lnTo>
                    <a:pt x="834873" y="269442"/>
                  </a:lnTo>
                  <a:lnTo>
                    <a:pt x="834782" y="271492"/>
                  </a:lnTo>
                  <a:lnTo>
                    <a:pt x="835010" y="274054"/>
                  </a:lnTo>
                  <a:lnTo>
                    <a:pt x="834919" y="276616"/>
                  </a:lnTo>
                  <a:lnTo>
                    <a:pt x="834144" y="279318"/>
                  </a:lnTo>
                  <a:lnTo>
                    <a:pt x="832504" y="283650"/>
                  </a:lnTo>
                  <a:lnTo>
                    <a:pt x="829588" y="285001"/>
                  </a:lnTo>
                  <a:lnTo>
                    <a:pt x="827265" y="286632"/>
                  </a:lnTo>
                  <a:lnTo>
                    <a:pt x="824576" y="287750"/>
                  </a:lnTo>
                  <a:lnTo>
                    <a:pt x="822116" y="289473"/>
                  </a:lnTo>
                  <a:lnTo>
                    <a:pt x="819975" y="290964"/>
                  </a:lnTo>
                  <a:lnTo>
                    <a:pt x="817697" y="291896"/>
                  </a:lnTo>
                  <a:lnTo>
                    <a:pt x="816102" y="292175"/>
                  </a:lnTo>
                  <a:lnTo>
                    <a:pt x="814553" y="292501"/>
                  </a:lnTo>
                  <a:lnTo>
                    <a:pt x="812047" y="294365"/>
                  </a:lnTo>
                  <a:lnTo>
                    <a:pt x="810680" y="295622"/>
                  </a:lnTo>
                  <a:lnTo>
                    <a:pt x="809678" y="297299"/>
                  </a:lnTo>
                  <a:lnTo>
                    <a:pt x="808402" y="299489"/>
                  </a:lnTo>
                  <a:lnTo>
                    <a:pt x="807172" y="302098"/>
                  </a:lnTo>
                  <a:lnTo>
                    <a:pt x="805532" y="304380"/>
                  </a:lnTo>
                  <a:lnTo>
                    <a:pt x="805395" y="306663"/>
                  </a:lnTo>
                  <a:lnTo>
                    <a:pt x="802433" y="310483"/>
                  </a:lnTo>
                  <a:lnTo>
                    <a:pt x="801067" y="311554"/>
                  </a:lnTo>
                  <a:lnTo>
                    <a:pt x="799199" y="312532"/>
                  </a:lnTo>
                  <a:lnTo>
                    <a:pt x="797285" y="313324"/>
                  </a:lnTo>
                  <a:lnTo>
                    <a:pt x="795918" y="314209"/>
                  </a:lnTo>
                  <a:lnTo>
                    <a:pt x="794688" y="315374"/>
                  </a:lnTo>
                  <a:lnTo>
                    <a:pt x="792911" y="317424"/>
                  </a:lnTo>
                  <a:lnTo>
                    <a:pt x="791499" y="318914"/>
                  </a:lnTo>
                  <a:lnTo>
                    <a:pt x="789813" y="319939"/>
                  </a:lnTo>
                  <a:lnTo>
                    <a:pt x="787444" y="322129"/>
                  </a:lnTo>
                  <a:lnTo>
                    <a:pt x="785484" y="324178"/>
                  </a:lnTo>
                  <a:lnTo>
                    <a:pt x="783525" y="325762"/>
                  </a:lnTo>
                  <a:lnTo>
                    <a:pt x="781840" y="326787"/>
                  </a:lnTo>
                  <a:lnTo>
                    <a:pt x="780382" y="327672"/>
                  </a:lnTo>
                  <a:lnTo>
                    <a:pt x="777785" y="329536"/>
                  </a:lnTo>
                  <a:lnTo>
                    <a:pt x="775279" y="331725"/>
                  </a:lnTo>
                  <a:lnTo>
                    <a:pt x="773547" y="332843"/>
                  </a:lnTo>
                  <a:lnTo>
                    <a:pt x="772272" y="333868"/>
                  </a:lnTo>
                  <a:lnTo>
                    <a:pt x="770996" y="336011"/>
                  </a:lnTo>
                  <a:lnTo>
                    <a:pt x="770540" y="338107"/>
                  </a:lnTo>
                  <a:lnTo>
                    <a:pt x="770312" y="340623"/>
                  </a:lnTo>
                  <a:lnTo>
                    <a:pt x="769902" y="343092"/>
                  </a:lnTo>
                  <a:lnTo>
                    <a:pt x="768946" y="345048"/>
                  </a:lnTo>
                  <a:lnTo>
                    <a:pt x="767488" y="347331"/>
                  </a:lnTo>
                  <a:lnTo>
                    <a:pt x="765027" y="349707"/>
                  </a:lnTo>
                  <a:lnTo>
                    <a:pt x="763478" y="350825"/>
                  </a:lnTo>
                  <a:lnTo>
                    <a:pt x="761883" y="352408"/>
                  </a:lnTo>
                  <a:lnTo>
                    <a:pt x="760517" y="354458"/>
                  </a:lnTo>
                  <a:lnTo>
                    <a:pt x="759241" y="355716"/>
                  </a:lnTo>
                  <a:lnTo>
                    <a:pt x="757191" y="357766"/>
                  </a:lnTo>
                  <a:lnTo>
                    <a:pt x="755596" y="359163"/>
                  </a:lnTo>
                  <a:lnTo>
                    <a:pt x="753682" y="360747"/>
                  </a:lnTo>
                  <a:lnTo>
                    <a:pt x="751905" y="362704"/>
                  </a:lnTo>
                  <a:lnTo>
                    <a:pt x="749308" y="365033"/>
                  </a:lnTo>
                  <a:lnTo>
                    <a:pt x="747440" y="367688"/>
                  </a:lnTo>
                  <a:lnTo>
                    <a:pt x="746894" y="369505"/>
                  </a:lnTo>
                  <a:lnTo>
                    <a:pt x="746119" y="371974"/>
                  </a:lnTo>
                  <a:lnTo>
                    <a:pt x="745572" y="374582"/>
                  </a:lnTo>
                  <a:lnTo>
                    <a:pt x="745481" y="377983"/>
                  </a:lnTo>
                  <a:lnTo>
                    <a:pt x="746392" y="380079"/>
                  </a:lnTo>
                  <a:lnTo>
                    <a:pt x="749627" y="382595"/>
                  </a:lnTo>
                  <a:lnTo>
                    <a:pt x="755095" y="386182"/>
                  </a:lnTo>
                  <a:lnTo>
                    <a:pt x="758147" y="389350"/>
                  </a:lnTo>
                  <a:lnTo>
                    <a:pt x="759970" y="393076"/>
                  </a:lnTo>
                  <a:lnTo>
                    <a:pt x="763387" y="396197"/>
                  </a:lnTo>
                  <a:lnTo>
                    <a:pt x="765756" y="399086"/>
                  </a:lnTo>
                  <a:lnTo>
                    <a:pt x="767670" y="403465"/>
                  </a:lnTo>
                  <a:lnTo>
                    <a:pt x="768171" y="405607"/>
                  </a:lnTo>
                  <a:lnTo>
                    <a:pt x="768900" y="408403"/>
                  </a:lnTo>
                  <a:lnTo>
                    <a:pt x="768718" y="410871"/>
                  </a:lnTo>
                  <a:lnTo>
                    <a:pt x="768308" y="413573"/>
                  </a:lnTo>
                  <a:lnTo>
                    <a:pt x="767761" y="416462"/>
                  </a:lnTo>
                  <a:lnTo>
                    <a:pt x="768034" y="417766"/>
                  </a:lnTo>
                  <a:lnTo>
                    <a:pt x="768080" y="420049"/>
                  </a:lnTo>
                  <a:lnTo>
                    <a:pt x="767169" y="422471"/>
                  </a:lnTo>
                  <a:lnTo>
                    <a:pt x="766759" y="425639"/>
                  </a:lnTo>
                  <a:lnTo>
                    <a:pt x="766850" y="428247"/>
                  </a:lnTo>
                  <a:lnTo>
                    <a:pt x="768262" y="432440"/>
                  </a:lnTo>
                  <a:lnTo>
                    <a:pt x="770176" y="436213"/>
                  </a:lnTo>
                  <a:lnTo>
                    <a:pt x="770540" y="438682"/>
                  </a:lnTo>
                  <a:lnTo>
                    <a:pt x="771679" y="441431"/>
                  </a:lnTo>
                  <a:lnTo>
                    <a:pt x="773821" y="444831"/>
                  </a:lnTo>
                  <a:lnTo>
                    <a:pt x="776235" y="450282"/>
                  </a:lnTo>
                  <a:lnTo>
                    <a:pt x="776964" y="452797"/>
                  </a:lnTo>
                  <a:lnTo>
                    <a:pt x="777147" y="455266"/>
                  </a:lnTo>
                  <a:lnTo>
                    <a:pt x="779607" y="460670"/>
                  </a:lnTo>
                  <a:lnTo>
                    <a:pt x="781111" y="463838"/>
                  </a:lnTo>
                  <a:lnTo>
                    <a:pt x="783434" y="466912"/>
                  </a:lnTo>
                  <a:lnTo>
                    <a:pt x="784847" y="469241"/>
                  </a:lnTo>
                  <a:lnTo>
                    <a:pt x="786806" y="472502"/>
                  </a:lnTo>
                  <a:lnTo>
                    <a:pt x="787353" y="474831"/>
                  </a:lnTo>
                  <a:lnTo>
                    <a:pt x="788492" y="477859"/>
                  </a:lnTo>
                  <a:lnTo>
                    <a:pt x="789904" y="480841"/>
                  </a:lnTo>
                  <a:lnTo>
                    <a:pt x="791134" y="483030"/>
                  </a:lnTo>
                  <a:lnTo>
                    <a:pt x="791954" y="484335"/>
                  </a:lnTo>
                  <a:lnTo>
                    <a:pt x="793230" y="484800"/>
                  </a:lnTo>
                  <a:lnTo>
                    <a:pt x="793868" y="486384"/>
                  </a:lnTo>
                  <a:lnTo>
                    <a:pt x="793503" y="487689"/>
                  </a:lnTo>
                  <a:lnTo>
                    <a:pt x="792638" y="489599"/>
                  </a:lnTo>
                  <a:lnTo>
                    <a:pt x="791544" y="490950"/>
                  </a:lnTo>
                  <a:lnTo>
                    <a:pt x="790223" y="492021"/>
                  </a:lnTo>
                  <a:lnTo>
                    <a:pt x="789722" y="494490"/>
                  </a:lnTo>
                  <a:lnTo>
                    <a:pt x="789813" y="496447"/>
                  </a:lnTo>
                  <a:lnTo>
                    <a:pt x="790314" y="498543"/>
                  </a:lnTo>
                  <a:lnTo>
                    <a:pt x="790542" y="500499"/>
                  </a:lnTo>
                  <a:lnTo>
                    <a:pt x="791499" y="502829"/>
                  </a:lnTo>
                  <a:lnTo>
                    <a:pt x="792547" y="504552"/>
                  </a:lnTo>
                  <a:lnTo>
                    <a:pt x="792911" y="506043"/>
                  </a:lnTo>
                  <a:lnTo>
                    <a:pt x="793002" y="508139"/>
                  </a:lnTo>
                  <a:lnTo>
                    <a:pt x="793002" y="509583"/>
                  </a:lnTo>
                  <a:lnTo>
                    <a:pt x="792410" y="511540"/>
                  </a:lnTo>
                  <a:lnTo>
                    <a:pt x="792137" y="512891"/>
                  </a:lnTo>
                  <a:lnTo>
                    <a:pt x="791635" y="514475"/>
                  </a:lnTo>
                  <a:lnTo>
                    <a:pt x="791043" y="515593"/>
                  </a:lnTo>
                  <a:lnTo>
                    <a:pt x="790906" y="516944"/>
                  </a:lnTo>
                  <a:lnTo>
                    <a:pt x="789676" y="520204"/>
                  </a:lnTo>
                  <a:lnTo>
                    <a:pt x="789539" y="521555"/>
                  </a:lnTo>
                  <a:lnTo>
                    <a:pt x="789494" y="523419"/>
                  </a:lnTo>
                  <a:lnTo>
                    <a:pt x="789631" y="524770"/>
                  </a:lnTo>
                  <a:lnTo>
                    <a:pt x="789950" y="527565"/>
                  </a:lnTo>
                  <a:lnTo>
                    <a:pt x="789950" y="528543"/>
                  </a:lnTo>
                  <a:lnTo>
                    <a:pt x="789950" y="530034"/>
                  </a:lnTo>
                  <a:lnTo>
                    <a:pt x="789448" y="533434"/>
                  </a:lnTo>
                  <a:lnTo>
                    <a:pt x="789448" y="534413"/>
                  </a:lnTo>
                  <a:lnTo>
                    <a:pt x="789539" y="537487"/>
                  </a:lnTo>
                  <a:lnTo>
                    <a:pt x="789539" y="538698"/>
                  </a:lnTo>
                  <a:lnTo>
                    <a:pt x="789858" y="540329"/>
                  </a:lnTo>
                  <a:lnTo>
                    <a:pt x="790496" y="541307"/>
                  </a:lnTo>
                  <a:lnTo>
                    <a:pt x="791681" y="542751"/>
                  </a:lnTo>
                  <a:lnTo>
                    <a:pt x="792638" y="544987"/>
                  </a:lnTo>
                  <a:lnTo>
                    <a:pt x="793594" y="546804"/>
                  </a:lnTo>
                  <a:lnTo>
                    <a:pt x="793594" y="549040"/>
                  </a:lnTo>
                  <a:lnTo>
                    <a:pt x="793458" y="551835"/>
                  </a:lnTo>
                  <a:lnTo>
                    <a:pt x="793549" y="555282"/>
                  </a:lnTo>
                  <a:lnTo>
                    <a:pt x="793412" y="557844"/>
                  </a:lnTo>
                  <a:lnTo>
                    <a:pt x="792638" y="561012"/>
                  </a:lnTo>
                  <a:lnTo>
                    <a:pt x="791772" y="563574"/>
                  </a:lnTo>
                  <a:lnTo>
                    <a:pt x="790542" y="568000"/>
                  </a:lnTo>
                  <a:lnTo>
                    <a:pt x="790132" y="570515"/>
                  </a:lnTo>
                  <a:lnTo>
                    <a:pt x="789038" y="573916"/>
                  </a:lnTo>
                  <a:lnTo>
                    <a:pt x="788628" y="576618"/>
                  </a:lnTo>
                  <a:lnTo>
                    <a:pt x="787671" y="579040"/>
                  </a:lnTo>
                  <a:lnTo>
                    <a:pt x="787034" y="581369"/>
                  </a:lnTo>
                  <a:lnTo>
                    <a:pt x="787034" y="583233"/>
                  </a:lnTo>
                  <a:lnTo>
                    <a:pt x="786988" y="584910"/>
                  </a:lnTo>
                  <a:lnTo>
                    <a:pt x="786988" y="587239"/>
                  </a:lnTo>
                  <a:lnTo>
                    <a:pt x="787216" y="589475"/>
                  </a:lnTo>
                  <a:lnTo>
                    <a:pt x="787216" y="591292"/>
                  </a:lnTo>
                  <a:lnTo>
                    <a:pt x="786350" y="594087"/>
                  </a:lnTo>
                  <a:lnTo>
                    <a:pt x="784983" y="596556"/>
                  </a:lnTo>
                  <a:lnTo>
                    <a:pt x="784619" y="598000"/>
                  </a:lnTo>
                  <a:lnTo>
                    <a:pt x="783480" y="600329"/>
                  </a:lnTo>
                  <a:lnTo>
                    <a:pt x="782158" y="601913"/>
                  </a:lnTo>
                  <a:lnTo>
                    <a:pt x="780701" y="603078"/>
                  </a:lnTo>
                  <a:lnTo>
                    <a:pt x="779470" y="603776"/>
                  </a:lnTo>
                  <a:lnTo>
                    <a:pt x="777511" y="605500"/>
                  </a:lnTo>
                  <a:lnTo>
                    <a:pt x="776873" y="606711"/>
                  </a:lnTo>
                  <a:lnTo>
                    <a:pt x="776873" y="608062"/>
                  </a:lnTo>
                  <a:lnTo>
                    <a:pt x="776600" y="610019"/>
                  </a:lnTo>
                  <a:lnTo>
                    <a:pt x="776008" y="611370"/>
                  </a:lnTo>
                  <a:lnTo>
                    <a:pt x="775279" y="613047"/>
                  </a:lnTo>
                  <a:lnTo>
                    <a:pt x="774276" y="614304"/>
                  </a:lnTo>
                  <a:lnTo>
                    <a:pt x="773046" y="615981"/>
                  </a:lnTo>
                  <a:lnTo>
                    <a:pt x="771816" y="617193"/>
                  </a:lnTo>
                  <a:lnTo>
                    <a:pt x="769766" y="618916"/>
                  </a:lnTo>
                  <a:lnTo>
                    <a:pt x="768991" y="620267"/>
                  </a:lnTo>
                  <a:lnTo>
                    <a:pt x="767169" y="622084"/>
                  </a:lnTo>
                  <a:lnTo>
                    <a:pt x="765711" y="623901"/>
                  </a:lnTo>
                  <a:lnTo>
                    <a:pt x="764116" y="626603"/>
                  </a:lnTo>
                  <a:lnTo>
                    <a:pt x="763114" y="628652"/>
                  </a:lnTo>
                  <a:lnTo>
                    <a:pt x="761519" y="630469"/>
                  </a:lnTo>
                  <a:lnTo>
                    <a:pt x="760426" y="632053"/>
                  </a:lnTo>
                  <a:lnTo>
                    <a:pt x="758330" y="634615"/>
                  </a:lnTo>
                  <a:lnTo>
                    <a:pt x="757236" y="636199"/>
                  </a:lnTo>
                  <a:lnTo>
                    <a:pt x="755505" y="637783"/>
                  </a:lnTo>
                  <a:lnTo>
                    <a:pt x="754047" y="638994"/>
                  </a:lnTo>
                  <a:lnTo>
                    <a:pt x="752452" y="640112"/>
                  </a:lnTo>
                  <a:lnTo>
                    <a:pt x="750493" y="640578"/>
                  </a:lnTo>
                  <a:lnTo>
                    <a:pt x="746620" y="643233"/>
                  </a:lnTo>
                  <a:lnTo>
                    <a:pt x="744069" y="643839"/>
                  </a:lnTo>
                  <a:lnTo>
                    <a:pt x="741381" y="644677"/>
                  </a:lnTo>
                  <a:lnTo>
                    <a:pt x="739057" y="645609"/>
                  </a:lnTo>
                  <a:lnTo>
                    <a:pt x="736961" y="646354"/>
                  </a:lnTo>
                  <a:lnTo>
                    <a:pt x="735139" y="647193"/>
                  </a:lnTo>
                  <a:lnTo>
                    <a:pt x="732359" y="647798"/>
                  </a:lnTo>
                  <a:lnTo>
                    <a:pt x="729307" y="647565"/>
                  </a:lnTo>
                  <a:lnTo>
                    <a:pt x="728077" y="647705"/>
                  </a:lnTo>
                  <a:lnTo>
                    <a:pt x="724568" y="647892"/>
                  </a:lnTo>
                  <a:lnTo>
                    <a:pt x="720194" y="649242"/>
                  </a:lnTo>
                  <a:lnTo>
                    <a:pt x="717643" y="650454"/>
                  </a:lnTo>
                  <a:lnTo>
                    <a:pt x="714590" y="652224"/>
                  </a:lnTo>
                  <a:lnTo>
                    <a:pt x="713224" y="653342"/>
                  </a:lnTo>
                  <a:lnTo>
                    <a:pt x="710171" y="653854"/>
                  </a:lnTo>
                  <a:lnTo>
                    <a:pt x="707164" y="655671"/>
                  </a:lnTo>
                  <a:lnTo>
                    <a:pt x="704248" y="660562"/>
                  </a:lnTo>
                  <a:lnTo>
                    <a:pt x="703792" y="663078"/>
                  </a:lnTo>
                  <a:lnTo>
                    <a:pt x="704886" y="666152"/>
                  </a:lnTo>
                  <a:lnTo>
                    <a:pt x="707711" y="668389"/>
                  </a:lnTo>
                  <a:lnTo>
                    <a:pt x="709715" y="671789"/>
                  </a:lnTo>
                  <a:lnTo>
                    <a:pt x="710034" y="673885"/>
                  </a:lnTo>
                  <a:lnTo>
                    <a:pt x="710535" y="675982"/>
                  </a:lnTo>
                  <a:lnTo>
                    <a:pt x="711811" y="679429"/>
                  </a:lnTo>
                  <a:lnTo>
                    <a:pt x="713861" y="681618"/>
                  </a:lnTo>
                  <a:lnTo>
                    <a:pt x="716185" y="683249"/>
                  </a:lnTo>
                  <a:lnTo>
                    <a:pt x="717506" y="684367"/>
                  </a:lnTo>
                  <a:lnTo>
                    <a:pt x="720058" y="686556"/>
                  </a:lnTo>
                  <a:lnTo>
                    <a:pt x="721744" y="688653"/>
                  </a:lnTo>
                  <a:lnTo>
                    <a:pt x="722928" y="691448"/>
                  </a:lnTo>
                  <a:lnTo>
                    <a:pt x="723520" y="692892"/>
                  </a:lnTo>
                  <a:lnTo>
                    <a:pt x="724341" y="694895"/>
                  </a:lnTo>
                  <a:lnTo>
                    <a:pt x="725571" y="698202"/>
                  </a:lnTo>
                  <a:lnTo>
                    <a:pt x="726254" y="700019"/>
                  </a:lnTo>
                  <a:lnTo>
                    <a:pt x="726983" y="701743"/>
                  </a:lnTo>
                  <a:lnTo>
                    <a:pt x="728077" y="703094"/>
                  </a:lnTo>
                  <a:lnTo>
                    <a:pt x="729535" y="704351"/>
                  </a:lnTo>
                  <a:lnTo>
                    <a:pt x="730583" y="706308"/>
                  </a:lnTo>
                  <a:lnTo>
                    <a:pt x="731084" y="708265"/>
                  </a:lnTo>
                  <a:lnTo>
                    <a:pt x="733225" y="711945"/>
                  </a:lnTo>
                  <a:lnTo>
                    <a:pt x="733817" y="713435"/>
                  </a:lnTo>
                  <a:lnTo>
                    <a:pt x="734774" y="715019"/>
                  </a:lnTo>
                  <a:lnTo>
                    <a:pt x="735503" y="716650"/>
                  </a:lnTo>
                  <a:lnTo>
                    <a:pt x="735868" y="718466"/>
                  </a:lnTo>
                  <a:lnTo>
                    <a:pt x="736825" y="720563"/>
                  </a:lnTo>
                  <a:lnTo>
                    <a:pt x="737872" y="723125"/>
                  </a:lnTo>
                  <a:lnTo>
                    <a:pt x="738966" y="725734"/>
                  </a:lnTo>
                  <a:lnTo>
                    <a:pt x="739695" y="727923"/>
                  </a:lnTo>
                  <a:lnTo>
                    <a:pt x="740515" y="730159"/>
                  </a:lnTo>
                  <a:lnTo>
                    <a:pt x="740606" y="732721"/>
                  </a:lnTo>
                  <a:lnTo>
                    <a:pt x="741107" y="734678"/>
                  </a:lnTo>
                  <a:lnTo>
                    <a:pt x="740925" y="737613"/>
                  </a:lnTo>
                  <a:lnTo>
                    <a:pt x="741153" y="739522"/>
                  </a:lnTo>
                  <a:lnTo>
                    <a:pt x="741791" y="740268"/>
                  </a:lnTo>
                  <a:lnTo>
                    <a:pt x="742246" y="741991"/>
                  </a:lnTo>
                  <a:lnTo>
                    <a:pt x="742975" y="743063"/>
                  </a:lnTo>
                  <a:lnTo>
                    <a:pt x="744524" y="745672"/>
                  </a:lnTo>
                  <a:lnTo>
                    <a:pt x="746347" y="748373"/>
                  </a:lnTo>
                  <a:lnTo>
                    <a:pt x="747532" y="751075"/>
                  </a:lnTo>
                  <a:lnTo>
                    <a:pt x="749445" y="754616"/>
                  </a:lnTo>
                  <a:lnTo>
                    <a:pt x="751723" y="758436"/>
                  </a:lnTo>
                  <a:lnTo>
                    <a:pt x="753318" y="760765"/>
                  </a:lnTo>
                  <a:lnTo>
                    <a:pt x="754366" y="762628"/>
                  </a:lnTo>
                  <a:lnTo>
                    <a:pt x="755824" y="764585"/>
                  </a:lnTo>
                  <a:lnTo>
                    <a:pt x="757282" y="766681"/>
                  </a:lnTo>
                  <a:lnTo>
                    <a:pt x="757737" y="768311"/>
                  </a:lnTo>
                  <a:lnTo>
                    <a:pt x="758557" y="770268"/>
                  </a:lnTo>
                  <a:lnTo>
                    <a:pt x="758785" y="772225"/>
                  </a:lnTo>
                  <a:lnTo>
                    <a:pt x="759150" y="774041"/>
                  </a:lnTo>
                  <a:lnTo>
                    <a:pt x="759150" y="775905"/>
                  </a:lnTo>
                  <a:lnTo>
                    <a:pt x="759150" y="777256"/>
                  </a:lnTo>
                  <a:lnTo>
                    <a:pt x="758649" y="780284"/>
                  </a:lnTo>
                  <a:lnTo>
                    <a:pt x="757692" y="783079"/>
                  </a:lnTo>
                  <a:lnTo>
                    <a:pt x="757965" y="784290"/>
                  </a:lnTo>
                  <a:lnTo>
                    <a:pt x="753728" y="791464"/>
                  </a:lnTo>
                  <a:lnTo>
                    <a:pt x="746347" y="803995"/>
                  </a:lnTo>
                  <a:lnTo>
                    <a:pt x="745800" y="804973"/>
                  </a:lnTo>
                  <a:lnTo>
                    <a:pt x="737554" y="819787"/>
                  </a:lnTo>
                  <a:lnTo>
                    <a:pt x="731630" y="830874"/>
                  </a:lnTo>
                  <a:lnTo>
                    <a:pt x="726391" y="838747"/>
                  </a:lnTo>
                  <a:lnTo>
                    <a:pt x="719329" y="842380"/>
                  </a:lnTo>
                  <a:lnTo>
                    <a:pt x="712631" y="845362"/>
                  </a:lnTo>
                  <a:lnTo>
                    <a:pt x="707847" y="851231"/>
                  </a:lnTo>
                  <a:lnTo>
                    <a:pt x="705432" y="859756"/>
                  </a:lnTo>
                  <a:lnTo>
                    <a:pt x="700648" y="866185"/>
                  </a:lnTo>
                  <a:lnTo>
                    <a:pt x="696366" y="869772"/>
                  </a:lnTo>
                  <a:lnTo>
                    <a:pt x="679462" y="879275"/>
                  </a:lnTo>
                  <a:lnTo>
                    <a:pt x="673904" y="884492"/>
                  </a:lnTo>
                  <a:lnTo>
                    <a:pt x="669484" y="890455"/>
                  </a:lnTo>
                  <a:lnTo>
                    <a:pt x="666249" y="893995"/>
                  </a:lnTo>
                  <a:lnTo>
                    <a:pt x="664017" y="897582"/>
                  </a:lnTo>
                  <a:lnTo>
                    <a:pt x="661556" y="905362"/>
                  </a:lnTo>
                  <a:lnTo>
                    <a:pt x="659643" y="909787"/>
                  </a:lnTo>
                  <a:lnTo>
                    <a:pt x="657365" y="916263"/>
                  </a:lnTo>
                  <a:lnTo>
                    <a:pt x="656408" y="921527"/>
                  </a:lnTo>
                  <a:lnTo>
                    <a:pt x="657319" y="929399"/>
                  </a:lnTo>
                  <a:lnTo>
                    <a:pt x="659780" y="935875"/>
                  </a:lnTo>
                  <a:lnTo>
                    <a:pt x="660417" y="941651"/>
                  </a:lnTo>
                  <a:lnTo>
                    <a:pt x="660509" y="947521"/>
                  </a:lnTo>
                  <a:lnTo>
                    <a:pt x="659506" y="958561"/>
                  </a:lnTo>
                  <a:lnTo>
                    <a:pt x="659096" y="963219"/>
                  </a:lnTo>
                  <a:lnTo>
                    <a:pt x="657137" y="969834"/>
                  </a:lnTo>
                  <a:lnTo>
                    <a:pt x="652900" y="978220"/>
                  </a:lnTo>
                  <a:lnTo>
                    <a:pt x="650120" y="984695"/>
                  </a:lnTo>
                  <a:lnTo>
                    <a:pt x="646065" y="994058"/>
                  </a:lnTo>
                  <a:lnTo>
                    <a:pt x="641281" y="997179"/>
                  </a:lnTo>
                  <a:lnTo>
                    <a:pt x="636543" y="998903"/>
                  </a:lnTo>
                  <a:lnTo>
                    <a:pt x="631805" y="1001512"/>
                  </a:lnTo>
                  <a:lnTo>
                    <a:pt x="627659" y="1004586"/>
                  </a:lnTo>
                  <a:lnTo>
                    <a:pt x="623922" y="1005518"/>
                  </a:lnTo>
                  <a:lnTo>
                    <a:pt x="619640" y="1006776"/>
                  </a:lnTo>
                  <a:lnTo>
                    <a:pt x="613808" y="1007614"/>
                  </a:lnTo>
                  <a:lnTo>
                    <a:pt x="612942" y="1007940"/>
                  </a:lnTo>
                  <a:lnTo>
                    <a:pt x="612942" y="1007661"/>
                  </a:lnTo>
                  <a:lnTo>
                    <a:pt x="610801" y="1008732"/>
                  </a:lnTo>
                  <a:lnTo>
                    <a:pt x="605743" y="1011294"/>
                  </a:lnTo>
                  <a:lnTo>
                    <a:pt x="605288" y="1011434"/>
                  </a:lnTo>
                  <a:lnTo>
                    <a:pt x="596585" y="1014602"/>
                  </a:lnTo>
                  <a:lnTo>
                    <a:pt x="594900" y="1014648"/>
                  </a:lnTo>
                  <a:lnTo>
                    <a:pt x="592029" y="1014742"/>
                  </a:lnTo>
                  <a:lnTo>
                    <a:pt x="585605" y="1017490"/>
                  </a:lnTo>
                  <a:lnTo>
                    <a:pt x="580411" y="1020471"/>
                  </a:lnTo>
                  <a:lnTo>
                    <a:pt x="578178" y="1021263"/>
                  </a:lnTo>
                  <a:lnTo>
                    <a:pt x="574351" y="1022614"/>
                  </a:lnTo>
                  <a:lnTo>
                    <a:pt x="571344" y="1025922"/>
                  </a:lnTo>
                  <a:lnTo>
                    <a:pt x="571025" y="1031325"/>
                  </a:lnTo>
                  <a:lnTo>
                    <a:pt x="569658" y="1037428"/>
                  </a:lnTo>
                  <a:lnTo>
                    <a:pt x="564738" y="1043298"/>
                  </a:lnTo>
                  <a:lnTo>
                    <a:pt x="556582" y="1047350"/>
                  </a:lnTo>
                  <a:lnTo>
                    <a:pt x="548791" y="1051729"/>
                  </a:lnTo>
                  <a:lnTo>
                    <a:pt x="540225" y="1056947"/>
                  </a:lnTo>
                  <a:lnTo>
                    <a:pt x="531068" y="1064167"/>
                  </a:lnTo>
                  <a:lnTo>
                    <a:pt x="517900" y="1068220"/>
                  </a:lnTo>
                  <a:lnTo>
                    <a:pt x="485688" y="1076745"/>
                  </a:lnTo>
                  <a:lnTo>
                    <a:pt x="477897" y="1076885"/>
                  </a:lnTo>
                  <a:lnTo>
                    <a:pt x="469240" y="1080891"/>
                  </a:lnTo>
                  <a:lnTo>
                    <a:pt x="463955" y="1084152"/>
                  </a:lnTo>
                  <a:lnTo>
                    <a:pt x="454615" y="1094680"/>
                  </a:lnTo>
                  <a:lnTo>
                    <a:pt x="445639" y="1106000"/>
                  </a:lnTo>
                  <a:lnTo>
                    <a:pt x="443953" y="1107304"/>
                  </a:lnTo>
                  <a:lnTo>
                    <a:pt x="435114" y="1114292"/>
                  </a:lnTo>
                  <a:lnTo>
                    <a:pt x="428872" y="1116388"/>
                  </a:lnTo>
                  <a:lnTo>
                    <a:pt x="424772" y="1117692"/>
                  </a:lnTo>
                  <a:lnTo>
                    <a:pt x="418940" y="1118671"/>
                  </a:lnTo>
                  <a:lnTo>
                    <a:pt x="416844" y="1118997"/>
                  </a:lnTo>
                  <a:lnTo>
                    <a:pt x="414065" y="1122118"/>
                  </a:lnTo>
                  <a:lnTo>
                    <a:pt x="409554" y="1133391"/>
                  </a:lnTo>
                  <a:lnTo>
                    <a:pt x="404406" y="1144898"/>
                  </a:lnTo>
                  <a:lnTo>
                    <a:pt x="397936" y="1150907"/>
                  </a:lnTo>
                  <a:lnTo>
                    <a:pt x="388778" y="1154867"/>
                  </a:lnTo>
                  <a:lnTo>
                    <a:pt x="379256" y="1156031"/>
                  </a:lnTo>
                  <a:lnTo>
                    <a:pt x="377889" y="1156171"/>
                  </a:lnTo>
                  <a:lnTo>
                    <a:pt x="365177" y="1154587"/>
                  </a:lnTo>
                  <a:lnTo>
                    <a:pt x="360029" y="1153329"/>
                  </a:lnTo>
                  <a:lnTo>
                    <a:pt x="359710" y="1153236"/>
                  </a:lnTo>
                  <a:lnTo>
                    <a:pt x="359254" y="1153562"/>
                  </a:lnTo>
                  <a:lnTo>
                    <a:pt x="358297" y="1153422"/>
                  </a:lnTo>
                  <a:lnTo>
                    <a:pt x="357477" y="1153096"/>
                  </a:lnTo>
                  <a:lnTo>
                    <a:pt x="355245" y="1152584"/>
                  </a:lnTo>
                  <a:lnTo>
                    <a:pt x="353832" y="1151792"/>
                  </a:lnTo>
                  <a:lnTo>
                    <a:pt x="348410" y="1150953"/>
                  </a:lnTo>
                  <a:lnTo>
                    <a:pt x="345631" y="1153003"/>
                  </a:lnTo>
                  <a:lnTo>
                    <a:pt x="344082" y="1152631"/>
                  </a:lnTo>
                  <a:lnTo>
                    <a:pt x="341895" y="1152863"/>
                  </a:lnTo>
                  <a:lnTo>
                    <a:pt x="339435" y="1150534"/>
                  </a:lnTo>
                  <a:lnTo>
                    <a:pt x="337931" y="1148811"/>
                  </a:lnTo>
                  <a:lnTo>
                    <a:pt x="336200" y="1149789"/>
                  </a:lnTo>
                  <a:lnTo>
                    <a:pt x="334879" y="1150534"/>
                  </a:lnTo>
                  <a:lnTo>
                    <a:pt x="333375" y="1151373"/>
                  </a:lnTo>
                  <a:lnTo>
                    <a:pt x="330231" y="1151978"/>
                  </a:lnTo>
                  <a:lnTo>
                    <a:pt x="327908" y="1146202"/>
                  </a:lnTo>
                  <a:lnTo>
                    <a:pt x="325948" y="1147460"/>
                  </a:lnTo>
                  <a:lnTo>
                    <a:pt x="322622" y="1149696"/>
                  </a:lnTo>
                  <a:lnTo>
                    <a:pt x="320253" y="1150301"/>
                  </a:lnTo>
                  <a:lnTo>
                    <a:pt x="319160" y="1148065"/>
                  </a:lnTo>
                  <a:lnTo>
                    <a:pt x="313692" y="1146388"/>
                  </a:lnTo>
                  <a:lnTo>
                    <a:pt x="309956" y="1145643"/>
                  </a:lnTo>
                  <a:lnTo>
                    <a:pt x="309364" y="1144339"/>
                  </a:lnTo>
                  <a:lnTo>
                    <a:pt x="307223" y="1143873"/>
                  </a:lnTo>
                  <a:lnTo>
                    <a:pt x="306357" y="1144012"/>
                  </a:lnTo>
                  <a:lnTo>
                    <a:pt x="305901" y="1143360"/>
                  </a:lnTo>
                  <a:lnTo>
                    <a:pt x="304808" y="1144059"/>
                  </a:lnTo>
                  <a:lnTo>
                    <a:pt x="304853" y="1145177"/>
                  </a:lnTo>
                  <a:lnTo>
                    <a:pt x="303897" y="1145689"/>
                  </a:lnTo>
                  <a:lnTo>
                    <a:pt x="303031" y="1147879"/>
                  </a:lnTo>
                  <a:lnTo>
                    <a:pt x="302256" y="1148345"/>
                  </a:lnTo>
                  <a:lnTo>
                    <a:pt x="301436" y="1149835"/>
                  </a:lnTo>
                  <a:lnTo>
                    <a:pt x="300206" y="1147832"/>
                  </a:lnTo>
                  <a:lnTo>
                    <a:pt x="299021" y="1146155"/>
                  </a:lnTo>
                  <a:lnTo>
                    <a:pt x="298065" y="1144851"/>
                  </a:lnTo>
                  <a:lnTo>
                    <a:pt x="295650" y="1146575"/>
                  </a:lnTo>
                  <a:lnTo>
                    <a:pt x="295012" y="1145503"/>
                  </a:lnTo>
                  <a:lnTo>
                    <a:pt x="294101" y="1145550"/>
                  </a:lnTo>
                  <a:lnTo>
                    <a:pt x="293508" y="1145084"/>
                  </a:lnTo>
                  <a:lnTo>
                    <a:pt x="291458" y="1145224"/>
                  </a:lnTo>
                  <a:lnTo>
                    <a:pt x="290547" y="1144898"/>
                  </a:lnTo>
                  <a:lnTo>
                    <a:pt x="290000" y="1144944"/>
                  </a:lnTo>
                  <a:lnTo>
                    <a:pt x="289772" y="1143127"/>
                  </a:lnTo>
                  <a:lnTo>
                    <a:pt x="275466" y="1144478"/>
                  </a:lnTo>
                  <a:lnTo>
                    <a:pt x="274783" y="1144571"/>
                  </a:lnTo>
                  <a:lnTo>
                    <a:pt x="270454" y="1144991"/>
                  </a:lnTo>
                  <a:lnTo>
                    <a:pt x="270272" y="1145363"/>
                  </a:lnTo>
                  <a:lnTo>
                    <a:pt x="270044" y="1145689"/>
                  </a:lnTo>
                  <a:lnTo>
                    <a:pt x="269725" y="1146016"/>
                  </a:lnTo>
                  <a:lnTo>
                    <a:pt x="268358" y="1147367"/>
                  </a:lnTo>
                  <a:lnTo>
                    <a:pt x="267766" y="1147879"/>
                  </a:lnTo>
                  <a:lnTo>
                    <a:pt x="267356" y="1148857"/>
                  </a:lnTo>
                  <a:lnTo>
                    <a:pt x="267037" y="1150255"/>
                  </a:lnTo>
                  <a:lnTo>
                    <a:pt x="266946" y="1150767"/>
                  </a:lnTo>
                  <a:lnTo>
                    <a:pt x="266855" y="1151652"/>
                  </a:lnTo>
                  <a:lnTo>
                    <a:pt x="266263" y="1152724"/>
                  </a:lnTo>
                  <a:lnTo>
                    <a:pt x="265898" y="1153096"/>
                  </a:lnTo>
                  <a:lnTo>
                    <a:pt x="260977" y="1154028"/>
                  </a:lnTo>
                  <a:lnTo>
                    <a:pt x="259155" y="1156357"/>
                  </a:lnTo>
                  <a:lnTo>
                    <a:pt x="249541" y="1157755"/>
                  </a:lnTo>
                  <a:lnTo>
                    <a:pt x="248721" y="1157196"/>
                  </a:lnTo>
                  <a:lnTo>
                    <a:pt x="247947" y="1156497"/>
                  </a:lnTo>
                  <a:lnTo>
                    <a:pt x="247035" y="1155239"/>
                  </a:lnTo>
                  <a:lnTo>
                    <a:pt x="246717" y="1154075"/>
                  </a:lnTo>
                  <a:lnTo>
                    <a:pt x="246443" y="1153609"/>
                  </a:lnTo>
                  <a:lnTo>
                    <a:pt x="245851" y="1153050"/>
                  </a:lnTo>
                  <a:lnTo>
                    <a:pt x="245304" y="1152537"/>
                  </a:lnTo>
                  <a:lnTo>
                    <a:pt x="244165" y="1151932"/>
                  </a:lnTo>
                  <a:lnTo>
                    <a:pt x="243755" y="1151699"/>
                  </a:lnTo>
                  <a:lnTo>
                    <a:pt x="243345" y="1151373"/>
                  </a:lnTo>
                  <a:lnTo>
                    <a:pt x="242798" y="1150674"/>
                  </a:lnTo>
                  <a:lnTo>
                    <a:pt x="242024" y="1150301"/>
                  </a:lnTo>
                  <a:lnTo>
                    <a:pt x="241112" y="1149929"/>
                  </a:lnTo>
                  <a:lnTo>
                    <a:pt x="239700" y="1150068"/>
                  </a:lnTo>
                  <a:lnTo>
                    <a:pt x="238196" y="1150255"/>
                  </a:lnTo>
                  <a:lnTo>
                    <a:pt x="237194" y="1150208"/>
                  </a:lnTo>
                  <a:lnTo>
                    <a:pt x="236602" y="1150348"/>
                  </a:lnTo>
                  <a:lnTo>
                    <a:pt x="236283" y="1150441"/>
                  </a:lnTo>
                  <a:lnTo>
                    <a:pt x="235599" y="1150581"/>
                  </a:lnTo>
                  <a:lnTo>
                    <a:pt x="235326" y="1150581"/>
                  </a:lnTo>
                  <a:lnTo>
                    <a:pt x="235554" y="1149929"/>
                  </a:lnTo>
                  <a:lnTo>
                    <a:pt x="235691" y="1149649"/>
                  </a:lnTo>
                  <a:lnTo>
                    <a:pt x="236009" y="1148857"/>
                  </a:lnTo>
                  <a:lnTo>
                    <a:pt x="236237" y="1148205"/>
                  </a:lnTo>
                  <a:lnTo>
                    <a:pt x="237559" y="1144898"/>
                  </a:lnTo>
                  <a:lnTo>
                    <a:pt x="237832" y="1144245"/>
                  </a:lnTo>
                  <a:lnTo>
                    <a:pt x="270409" y="1062909"/>
                  </a:lnTo>
                  <a:lnTo>
                    <a:pt x="271821" y="1060627"/>
                  </a:lnTo>
                  <a:lnTo>
                    <a:pt x="268131" y="1056854"/>
                  </a:lnTo>
                  <a:lnTo>
                    <a:pt x="253141" y="1041760"/>
                  </a:lnTo>
                  <a:lnTo>
                    <a:pt x="212682" y="1000953"/>
                  </a:lnTo>
                  <a:lnTo>
                    <a:pt x="204253" y="992288"/>
                  </a:lnTo>
                  <a:lnTo>
                    <a:pt x="191040" y="979105"/>
                  </a:lnTo>
                  <a:lnTo>
                    <a:pt x="186848" y="974726"/>
                  </a:lnTo>
                  <a:lnTo>
                    <a:pt x="184707" y="972070"/>
                  </a:lnTo>
                  <a:lnTo>
                    <a:pt x="57544" y="1009477"/>
                  </a:lnTo>
                  <a:lnTo>
                    <a:pt x="57362" y="1009291"/>
                  </a:lnTo>
                  <a:lnTo>
                    <a:pt x="56724" y="1008080"/>
                  </a:lnTo>
                  <a:lnTo>
                    <a:pt x="55813" y="1006822"/>
                  </a:lnTo>
                  <a:lnTo>
                    <a:pt x="54765" y="1006450"/>
                  </a:lnTo>
                  <a:lnTo>
                    <a:pt x="54537" y="1006356"/>
                  </a:lnTo>
                  <a:lnTo>
                    <a:pt x="53489" y="1005611"/>
                  </a:lnTo>
                  <a:lnTo>
                    <a:pt x="53170" y="1004493"/>
                  </a:lnTo>
                  <a:lnTo>
                    <a:pt x="51985" y="1003049"/>
                  </a:lnTo>
                  <a:lnTo>
                    <a:pt x="50573" y="1002024"/>
                  </a:lnTo>
                  <a:lnTo>
                    <a:pt x="49616" y="1001279"/>
                  </a:lnTo>
                  <a:lnTo>
                    <a:pt x="48204" y="1000766"/>
                  </a:lnTo>
                  <a:lnTo>
                    <a:pt x="46837" y="999415"/>
                  </a:lnTo>
                  <a:lnTo>
                    <a:pt x="44331" y="996108"/>
                  </a:lnTo>
                  <a:lnTo>
                    <a:pt x="43784" y="994897"/>
                  </a:lnTo>
                  <a:lnTo>
                    <a:pt x="42281" y="993453"/>
                  </a:lnTo>
                  <a:lnTo>
                    <a:pt x="40914" y="993592"/>
                  </a:lnTo>
                  <a:lnTo>
                    <a:pt x="40504" y="994012"/>
                  </a:lnTo>
                  <a:lnTo>
                    <a:pt x="40322" y="994198"/>
                  </a:lnTo>
                  <a:lnTo>
                    <a:pt x="39866" y="994244"/>
                  </a:lnTo>
                  <a:lnTo>
                    <a:pt x="39547" y="994338"/>
                  </a:lnTo>
                  <a:lnTo>
                    <a:pt x="38864" y="993965"/>
                  </a:lnTo>
                  <a:lnTo>
                    <a:pt x="38499" y="993732"/>
                  </a:lnTo>
                  <a:lnTo>
                    <a:pt x="38089" y="993033"/>
                  </a:lnTo>
                  <a:lnTo>
                    <a:pt x="37861" y="992055"/>
                  </a:lnTo>
                  <a:lnTo>
                    <a:pt x="37451" y="991356"/>
                  </a:lnTo>
                  <a:lnTo>
                    <a:pt x="37132" y="990890"/>
                  </a:lnTo>
                  <a:lnTo>
                    <a:pt x="36722" y="990378"/>
                  </a:lnTo>
                  <a:lnTo>
                    <a:pt x="35538" y="989307"/>
                  </a:lnTo>
                  <a:lnTo>
                    <a:pt x="35401" y="989213"/>
                  </a:lnTo>
                  <a:lnTo>
                    <a:pt x="33670" y="988002"/>
                  </a:lnTo>
                  <a:lnTo>
                    <a:pt x="32804" y="987257"/>
                  </a:lnTo>
                  <a:lnTo>
                    <a:pt x="31802" y="986372"/>
                  </a:lnTo>
                  <a:lnTo>
                    <a:pt x="31619" y="986232"/>
                  </a:lnTo>
                  <a:lnTo>
                    <a:pt x="30344" y="985859"/>
                  </a:lnTo>
                  <a:lnTo>
                    <a:pt x="28977" y="985533"/>
                  </a:lnTo>
                  <a:lnTo>
                    <a:pt x="27883" y="985533"/>
                  </a:lnTo>
                  <a:lnTo>
                    <a:pt x="26198" y="985673"/>
                  </a:lnTo>
                  <a:lnTo>
                    <a:pt x="25286" y="985813"/>
                  </a:lnTo>
                  <a:lnTo>
                    <a:pt x="24466" y="985859"/>
                  </a:lnTo>
                  <a:lnTo>
                    <a:pt x="23464" y="986325"/>
                  </a:lnTo>
                  <a:lnTo>
                    <a:pt x="23099" y="986698"/>
                  </a:lnTo>
                  <a:lnTo>
                    <a:pt x="22507" y="986651"/>
                  </a:lnTo>
                  <a:lnTo>
                    <a:pt x="22143" y="986465"/>
                  </a:lnTo>
                  <a:lnTo>
                    <a:pt x="21824" y="985953"/>
                  </a:lnTo>
                  <a:lnTo>
                    <a:pt x="21505" y="985673"/>
                  </a:lnTo>
                  <a:lnTo>
                    <a:pt x="20958" y="985813"/>
                  </a:lnTo>
                  <a:lnTo>
                    <a:pt x="20502" y="986092"/>
                  </a:lnTo>
                  <a:lnTo>
                    <a:pt x="19773" y="986092"/>
                  </a:lnTo>
                  <a:lnTo>
                    <a:pt x="19591" y="986092"/>
                  </a:lnTo>
                  <a:lnTo>
                    <a:pt x="19090" y="986139"/>
                  </a:lnTo>
                  <a:lnTo>
                    <a:pt x="18817" y="986279"/>
                  </a:lnTo>
                  <a:lnTo>
                    <a:pt x="18315" y="986232"/>
                  </a:lnTo>
                  <a:lnTo>
                    <a:pt x="18042" y="986046"/>
                  </a:lnTo>
                  <a:lnTo>
                    <a:pt x="17951" y="985580"/>
                  </a:lnTo>
                  <a:lnTo>
                    <a:pt x="17677" y="985487"/>
                  </a:lnTo>
                  <a:lnTo>
                    <a:pt x="17495" y="985161"/>
                  </a:lnTo>
                  <a:lnTo>
                    <a:pt x="17450" y="984648"/>
                  </a:lnTo>
                  <a:lnTo>
                    <a:pt x="17267" y="984369"/>
                  </a:lnTo>
                  <a:lnTo>
                    <a:pt x="16675" y="984322"/>
                  </a:lnTo>
                  <a:lnTo>
                    <a:pt x="15855" y="984369"/>
                  </a:lnTo>
                  <a:lnTo>
                    <a:pt x="15172" y="984089"/>
                  </a:lnTo>
                  <a:lnTo>
                    <a:pt x="14807" y="984136"/>
                  </a:lnTo>
                  <a:lnTo>
                    <a:pt x="14534" y="984369"/>
                  </a:lnTo>
                  <a:lnTo>
                    <a:pt x="14260" y="984834"/>
                  </a:lnTo>
                  <a:lnTo>
                    <a:pt x="14169" y="985300"/>
                  </a:lnTo>
                  <a:lnTo>
                    <a:pt x="13668" y="985626"/>
                  </a:lnTo>
                  <a:lnTo>
                    <a:pt x="13212" y="985580"/>
                  </a:lnTo>
                  <a:lnTo>
                    <a:pt x="12575" y="985813"/>
                  </a:lnTo>
                  <a:lnTo>
                    <a:pt x="12301" y="986325"/>
                  </a:lnTo>
                  <a:lnTo>
                    <a:pt x="11253" y="986791"/>
                  </a:lnTo>
                  <a:lnTo>
                    <a:pt x="10843" y="986791"/>
                  </a:lnTo>
                  <a:lnTo>
                    <a:pt x="10388" y="986838"/>
                  </a:lnTo>
                  <a:lnTo>
                    <a:pt x="9750" y="987164"/>
                  </a:lnTo>
                  <a:lnTo>
                    <a:pt x="8383" y="986977"/>
                  </a:lnTo>
                  <a:lnTo>
                    <a:pt x="8064" y="986884"/>
                  </a:lnTo>
                  <a:lnTo>
                    <a:pt x="7699" y="986791"/>
                  </a:lnTo>
                  <a:lnTo>
                    <a:pt x="6788" y="986651"/>
                  </a:lnTo>
                  <a:lnTo>
                    <a:pt x="6059" y="985673"/>
                  </a:lnTo>
                  <a:lnTo>
                    <a:pt x="5057" y="984648"/>
                  </a:lnTo>
                  <a:lnTo>
                    <a:pt x="4829" y="984229"/>
                  </a:lnTo>
                  <a:lnTo>
                    <a:pt x="4328" y="984136"/>
                  </a:lnTo>
                  <a:lnTo>
                    <a:pt x="3872" y="983949"/>
                  </a:lnTo>
                  <a:lnTo>
                    <a:pt x="3553" y="983856"/>
                  </a:lnTo>
                  <a:lnTo>
                    <a:pt x="3326" y="983670"/>
                  </a:lnTo>
                  <a:lnTo>
                    <a:pt x="3007" y="983157"/>
                  </a:lnTo>
                  <a:lnTo>
                    <a:pt x="2551" y="982039"/>
                  </a:lnTo>
                  <a:lnTo>
                    <a:pt x="2323" y="981341"/>
                  </a:lnTo>
                  <a:lnTo>
                    <a:pt x="2278" y="981061"/>
                  </a:lnTo>
                  <a:lnTo>
                    <a:pt x="2232" y="980502"/>
                  </a:lnTo>
                  <a:lnTo>
                    <a:pt x="2232" y="979990"/>
                  </a:lnTo>
                  <a:lnTo>
                    <a:pt x="2369" y="979384"/>
                  </a:lnTo>
                  <a:lnTo>
                    <a:pt x="2551" y="978965"/>
                  </a:lnTo>
                  <a:lnTo>
                    <a:pt x="3234" y="977893"/>
                  </a:lnTo>
                  <a:lnTo>
                    <a:pt x="3827" y="977195"/>
                  </a:lnTo>
                  <a:lnTo>
                    <a:pt x="4282" y="976915"/>
                  </a:lnTo>
                  <a:lnTo>
                    <a:pt x="4783" y="976729"/>
                  </a:lnTo>
                  <a:lnTo>
                    <a:pt x="5057" y="976636"/>
                  </a:lnTo>
                  <a:lnTo>
                    <a:pt x="5604" y="976729"/>
                  </a:lnTo>
                  <a:lnTo>
                    <a:pt x="6014" y="976962"/>
                  </a:lnTo>
                  <a:lnTo>
                    <a:pt x="6469" y="977008"/>
                  </a:lnTo>
                  <a:lnTo>
                    <a:pt x="6606" y="976729"/>
                  </a:lnTo>
                  <a:lnTo>
                    <a:pt x="6697" y="976543"/>
                  </a:lnTo>
                  <a:lnTo>
                    <a:pt x="7198" y="976589"/>
                  </a:lnTo>
                  <a:lnTo>
                    <a:pt x="7289" y="976775"/>
                  </a:lnTo>
                  <a:lnTo>
                    <a:pt x="7517" y="976822"/>
                  </a:lnTo>
                  <a:lnTo>
                    <a:pt x="7836" y="976822"/>
                  </a:lnTo>
                  <a:lnTo>
                    <a:pt x="8155" y="976589"/>
                  </a:lnTo>
                  <a:lnTo>
                    <a:pt x="8383" y="976869"/>
                  </a:lnTo>
                  <a:lnTo>
                    <a:pt x="8747" y="977241"/>
                  </a:lnTo>
                  <a:lnTo>
                    <a:pt x="9021" y="977195"/>
                  </a:lnTo>
                  <a:lnTo>
                    <a:pt x="9294" y="977008"/>
                  </a:lnTo>
                  <a:lnTo>
                    <a:pt x="9659" y="976915"/>
                  </a:lnTo>
                  <a:lnTo>
                    <a:pt x="10296" y="976775"/>
                  </a:lnTo>
                  <a:lnTo>
                    <a:pt x="10980" y="976589"/>
                  </a:lnTo>
                  <a:lnTo>
                    <a:pt x="11071" y="976216"/>
                  </a:lnTo>
                  <a:lnTo>
                    <a:pt x="11663" y="975797"/>
                  </a:lnTo>
                  <a:lnTo>
                    <a:pt x="11800" y="975751"/>
                  </a:lnTo>
                  <a:lnTo>
                    <a:pt x="12529" y="975564"/>
                  </a:lnTo>
                  <a:lnTo>
                    <a:pt x="12893" y="975285"/>
                  </a:lnTo>
                  <a:lnTo>
                    <a:pt x="12711" y="974959"/>
                  </a:lnTo>
                  <a:lnTo>
                    <a:pt x="11527" y="974353"/>
                  </a:lnTo>
                  <a:lnTo>
                    <a:pt x="11208" y="974074"/>
                  </a:lnTo>
                  <a:lnTo>
                    <a:pt x="10160" y="973375"/>
                  </a:lnTo>
                  <a:lnTo>
                    <a:pt x="9841" y="972909"/>
                  </a:lnTo>
                  <a:lnTo>
                    <a:pt x="10023" y="972583"/>
                  </a:lnTo>
                  <a:lnTo>
                    <a:pt x="10479" y="972350"/>
                  </a:lnTo>
                  <a:lnTo>
                    <a:pt x="10934" y="972210"/>
                  </a:lnTo>
                  <a:lnTo>
                    <a:pt x="11390" y="972070"/>
                  </a:lnTo>
                  <a:lnTo>
                    <a:pt x="12028" y="972070"/>
                  </a:lnTo>
                  <a:lnTo>
                    <a:pt x="12392" y="972070"/>
                  </a:lnTo>
                  <a:lnTo>
                    <a:pt x="12620" y="971931"/>
                  </a:lnTo>
                  <a:lnTo>
                    <a:pt x="12620" y="971605"/>
                  </a:lnTo>
                  <a:lnTo>
                    <a:pt x="12529" y="971185"/>
                  </a:lnTo>
                  <a:lnTo>
                    <a:pt x="12347" y="970766"/>
                  </a:lnTo>
                  <a:lnTo>
                    <a:pt x="12347" y="970300"/>
                  </a:lnTo>
                  <a:lnTo>
                    <a:pt x="12438" y="969741"/>
                  </a:lnTo>
                  <a:lnTo>
                    <a:pt x="12848" y="969369"/>
                  </a:lnTo>
                  <a:lnTo>
                    <a:pt x="13349" y="969601"/>
                  </a:lnTo>
                  <a:lnTo>
                    <a:pt x="13577" y="970021"/>
                  </a:lnTo>
                  <a:lnTo>
                    <a:pt x="14534" y="970626"/>
                  </a:lnTo>
                  <a:lnTo>
                    <a:pt x="14716" y="970720"/>
                  </a:lnTo>
                  <a:lnTo>
                    <a:pt x="15308" y="970673"/>
                  </a:lnTo>
                  <a:lnTo>
                    <a:pt x="15627" y="970440"/>
                  </a:lnTo>
                  <a:lnTo>
                    <a:pt x="16037" y="969881"/>
                  </a:lnTo>
                  <a:lnTo>
                    <a:pt x="16493" y="969275"/>
                  </a:lnTo>
                  <a:lnTo>
                    <a:pt x="16493" y="968810"/>
                  </a:lnTo>
                  <a:lnTo>
                    <a:pt x="16584" y="968157"/>
                  </a:lnTo>
                  <a:lnTo>
                    <a:pt x="16219" y="966620"/>
                  </a:lnTo>
                  <a:lnTo>
                    <a:pt x="15901" y="965362"/>
                  </a:lnTo>
                  <a:lnTo>
                    <a:pt x="15764" y="965223"/>
                  </a:lnTo>
                  <a:lnTo>
                    <a:pt x="15217" y="964664"/>
                  </a:lnTo>
                  <a:lnTo>
                    <a:pt x="14944" y="964011"/>
                  </a:lnTo>
                  <a:lnTo>
                    <a:pt x="14534" y="963499"/>
                  </a:lnTo>
                  <a:lnTo>
                    <a:pt x="14169" y="962241"/>
                  </a:lnTo>
                  <a:lnTo>
                    <a:pt x="14260" y="961636"/>
                  </a:lnTo>
                  <a:lnTo>
                    <a:pt x="14124" y="961123"/>
                  </a:lnTo>
                  <a:lnTo>
                    <a:pt x="13850" y="960657"/>
                  </a:lnTo>
                  <a:lnTo>
                    <a:pt x="13759" y="959865"/>
                  </a:lnTo>
                  <a:lnTo>
                    <a:pt x="14260" y="957210"/>
                  </a:lnTo>
                  <a:lnTo>
                    <a:pt x="14716" y="955813"/>
                  </a:lnTo>
                  <a:lnTo>
                    <a:pt x="14716" y="955626"/>
                  </a:lnTo>
                  <a:lnTo>
                    <a:pt x="14579" y="955626"/>
                  </a:lnTo>
                  <a:lnTo>
                    <a:pt x="14443" y="955952"/>
                  </a:lnTo>
                  <a:lnTo>
                    <a:pt x="14169" y="956092"/>
                  </a:lnTo>
                  <a:lnTo>
                    <a:pt x="13987" y="956046"/>
                  </a:lnTo>
                  <a:lnTo>
                    <a:pt x="14078" y="955719"/>
                  </a:lnTo>
                  <a:lnTo>
                    <a:pt x="14260" y="955673"/>
                  </a:lnTo>
                  <a:lnTo>
                    <a:pt x="14306" y="955486"/>
                  </a:lnTo>
                  <a:lnTo>
                    <a:pt x="14169" y="955393"/>
                  </a:lnTo>
                  <a:lnTo>
                    <a:pt x="14078" y="955254"/>
                  </a:lnTo>
                  <a:lnTo>
                    <a:pt x="14169" y="955021"/>
                  </a:lnTo>
                  <a:lnTo>
                    <a:pt x="14443" y="954648"/>
                  </a:lnTo>
                  <a:lnTo>
                    <a:pt x="14579" y="953716"/>
                  </a:lnTo>
                  <a:lnTo>
                    <a:pt x="14534" y="953064"/>
                  </a:lnTo>
                  <a:lnTo>
                    <a:pt x="14488" y="952645"/>
                  </a:lnTo>
                  <a:lnTo>
                    <a:pt x="14443" y="952459"/>
                  </a:lnTo>
                  <a:lnTo>
                    <a:pt x="14124" y="951154"/>
                  </a:lnTo>
                  <a:lnTo>
                    <a:pt x="13850" y="949896"/>
                  </a:lnTo>
                  <a:lnTo>
                    <a:pt x="13395" y="948266"/>
                  </a:lnTo>
                  <a:lnTo>
                    <a:pt x="13121" y="947614"/>
                  </a:lnTo>
                  <a:lnTo>
                    <a:pt x="12802" y="946868"/>
                  </a:lnTo>
                  <a:lnTo>
                    <a:pt x="12893" y="946356"/>
                  </a:lnTo>
                  <a:lnTo>
                    <a:pt x="12529" y="946030"/>
                  </a:lnTo>
                  <a:lnTo>
                    <a:pt x="11937" y="945983"/>
                  </a:lnTo>
                  <a:lnTo>
                    <a:pt x="11390" y="946030"/>
                  </a:lnTo>
                  <a:lnTo>
                    <a:pt x="11162" y="946030"/>
                  </a:lnTo>
                  <a:lnTo>
                    <a:pt x="10843" y="945983"/>
                  </a:lnTo>
                  <a:lnTo>
                    <a:pt x="10479" y="945657"/>
                  </a:lnTo>
                  <a:lnTo>
                    <a:pt x="10524" y="945424"/>
                  </a:lnTo>
                  <a:lnTo>
                    <a:pt x="10843" y="945378"/>
                  </a:lnTo>
                  <a:lnTo>
                    <a:pt x="10980" y="945285"/>
                  </a:lnTo>
                  <a:lnTo>
                    <a:pt x="10889" y="945145"/>
                  </a:lnTo>
                  <a:lnTo>
                    <a:pt x="10251" y="944912"/>
                  </a:lnTo>
                  <a:lnTo>
                    <a:pt x="10069" y="944865"/>
                  </a:lnTo>
                  <a:lnTo>
                    <a:pt x="9750" y="944726"/>
                  </a:lnTo>
                  <a:lnTo>
                    <a:pt x="9112" y="944446"/>
                  </a:lnTo>
                  <a:lnTo>
                    <a:pt x="8565" y="944167"/>
                  </a:lnTo>
                  <a:lnTo>
                    <a:pt x="7836" y="943794"/>
                  </a:lnTo>
                  <a:lnTo>
                    <a:pt x="7517" y="943608"/>
                  </a:lnTo>
                  <a:lnTo>
                    <a:pt x="6469" y="943235"/>
                  </a:lnTo>
                  <a:lnTo>
                    <a:pt x="6105" y="942955"/>
                  </a:lnTo>
                  <a:lnTo>
                    <a:pt x="5421" y="942816"/>
                  </a:lnTo>
                  <a:lnTo>
                    <a:pt x="5194" y="942490"/>
                  </a:lnTo>
                  <a:lnTo>
                    <a:pt x="4920" y="942070"/>
                  </a:lnTo>
                  <a:lnTo>
                    <a:pt x="4647" y="941744"/>
                  </a:lnTo>
                  <a:lnTo>
                    <a:pt x="4237" y="941278"/>
                  </a:lnTo>
                  <a:lnTo>
                    <a:pt x="3872" y="941185"/>
                  </a:lnTo>
                  <a:lnTo>
                    <a:pt x="3827" y="940812"/>
                  </a:lnTo>
                  <a:lnTo>
                    <a:pt x="3827" y="940626"/>
                  </a:lnTo>
                  <a:lnTo>
                    <a:pt x="4009" y="940486"/>
                  </a:lnTo>
                  <a:lnTo>
                    <a:pt x="4009" y="940160"/>
                  </a:lnTo>
                  <a:lnTo>
                    <a:pt x="3690" y="939881"/>
                  </a:lnTo>
                  <a:lnTo>
                    <a:pt x="3508" y="939601"/>
                  </a:lnTo>
                  <a:lnTo>
                    <a:pt x="3371" y="939322"/>
                  </a:lnTo>
                  <a:lnTo>
                    <a:pt x="3280" y="938856"/>
                  </a:lnTo>
                  <a:lnTo>
                    <a:pt x="3508" y="938670"/>
                  </a:lnTo>
                  <a:lnTo>
                    <a:pt x="3553" y="938530"/>
                  </a:lnTo>
                  <a:lnTo>
                    <a:pt x="3553" y="938344"/>
                  </a:lnTo>
                  <a:lnTo>
                    <a:pt x="3462" y="938157"/>
                  </a:lnTo>
                  <a:lnTo>
                    <a:pt x="3371" y="937785"/>
                  </a:lnTo>
                  <a:lnTo>
                    <a:pt x="3508" y="937505"/>
                  </a:lnTo>
                  <a:lnTo>
                    <a:pt x="3417" y="937365"/>
                  </a:lnTo>
                  <a:lnTo>
                    <a:pt x="3143" y="936946"/>
                  </a:lnTo>
                  <a:lnTo>
                    <a:pt x="2961" y="936713"/>
                  </a:lnTo>
                  <a:lnTo>
                    <a:pt x="3052" y="936108"/>
                  </a:lnTo>
                  <a:lnTo>
                    <a:pt x="3098" y="935455"/>
                  </a:lnTo>
                  <a:lnTo>
                    <a:pt x="3098" y="934943"/>
                  </a:lnTo>
                  <a:lnTo>
                    <a:pt x="2961" y="934663"/>
                  </a:lnTo>
                  <a:lnTo>
                    <a:pt x="2779" y="934524"/>
                  </a:lnTo>
                  <a:lnTo>
                    <a:pt x="2505" y="934663"/>
                  </a:lnTo>
                  <a:lnTo>
                    <a:pt x="2095" y="934757"/>
                  </a:lnTo>
                  <a:lnTo>
                    <a:pt x="1093" y="934384"/>
                  </a:lnTo>
                  <a:lnTo>
                    <a:pt x="364" y="933499"/>
                  </a:lnTo>
                  <a:lnTo>
                    <a:pt x="45" y="932986"/>
                  </a:lnTo>
                  <a:lnTo>
                    <a:pt x="0" y="932800"/>
                  </a:lnTo>
                  <a:lnTo>
                    <a:pt x="45" y="932194"/>
                  </a:lnTo>
                  <a:lnTo>
                    <a:pt x="136" y="931915"/>
                  </a:lnTo>
                  <a:lnTo>
                    <a:pt x="318" y="931775"/>
                  </a:lnTo>
                  <a:lnTo>
                    <a:pt x="455" y="931496"/>
                  </a:lnTo>
                  <a:lnTo>
                    <a:pt x="546" y="931356"/>
                  </a:lnTo>
                  <a:lnTo>
                    <a:pt x="865" y="931263"/>
                  </a:lnTo>
                  <a:lnTo>
                    <a:pt x="1184" y="931076"/>
                  </a:lnTo>
                  <a:lnTo>
                    <a:pt x="1230" y="930937"/>
                  </a:lnTo>
                  <a:lnTo>
                    <a:pt x="1275" y="930704"/>
                  </a:lnTo>
                  <a:lnTo>
                    <a:pt x="1321" y="930424"/>
                  </a:lnTo>
                  <a:lnTo>
                    <a:pt x="1549" y="930284"/>
                  </a:lnTo>
                  <a:lnTo>
                    <a:pt x="1868" y="930145"/>
                  </a:lnTo>
                  <a:lnTo>
                    <a:pt x="2004" y="930145"/>
                  </a:lnTo>
                  <a:lnTo>
                    <a:pt x="2551" y="930284"/>
                  </a:lnTo>
                  <a:lnTo>
                    <a:pt x="2870" y="930657"/>
                  </a:lnTo>
                  <a:lnTo>
                    <a:pt x="3007" y="930611"/>
                  </a:lnTo>
                  <a:lnTo>
                    <a:pt x="3007" y="930424"/>
                  </a:lnTo>
                  <a:lnTo>
                    <a:pt x="2961" y="930145"/>
                  </a:lnTo>
                  <a:lnTo>
                    <a:pt x="3052" y="930005"/>
                  </a:lnTo>
                  <a:lnTo>
                    <a:pt x="3189" y="930005"/>
                  </a:lnTo>
                  <a:lnTo>
                    <a:pt x="3371" y="930145"/>
                  </a:lnTo>
                  <a:lnTo>
                    <a:pt x="3508" y="930052"/>
                  </a:lnTo>
                  <a:lnTo>
                    <a:pt x="3462" y="929865"/>
                  </a:lnTo>
                  <a:lnTo>
                    <a:pt x="3417" y="929679"/>
                  </a:lnTo>
                  <a:lnTo>
                    <a:pt x="3280" y="929399"/>
                  </a:lnTo>
                  <a:lnTo>
                    <a:pt x="3280" y="929166"/>
                  </a:lnTo>
                  <a:lnTo>
                    <a:pt x="3462" y="928980"/>
                  </a:lnTo>
                  <a:lnTo>
                    <a:pt x="3781" y="928934"/>
                  </a:lnTo>
                  <a:lnTo>
                    <a:pt x="4009" y="928934"/>
                  </a:lnTo>
                  <a:lnTo>
                    <a:pt x="4191" y="929027"/>
                  </a:lnTo>
                  <a:lnTo>
                    <a:pt x="4282" y="929166"/>
                  </a:lnTo>
                  <a:lnTo>
                    <a:pt x="4510" y="929166"/>
                  </a:lnTo>
                  <a:lnTo>
                    <a:pt x="4738" y="929306"/>
                  </a:lnTo>
                  <a:lnTo>
                    <a:pt x="4783" y="929493"/>
                  </a:lnTo>
                  <a:lnTo>
                    <a:pt x="4966" y="929632"/>
                  </a:lnTo>
                  <a:lnTo>
                    <a:pt x="5194" y="929539"/>
                  </a:lnTo>
                  <a:lnTo>
                    <a:pt x="5467" y="929539"/>
                  </a:lnTo>
                  <a:lnTo>
                    <a:pt x="5649" y="929446"/>
                  </a:lnTo>
                  <a:lnTo>
                    <a:pt x="5740" y="929260"/>
                  </a:lnTo>
                  <a:lnTo>
                    <a:pt x="5740" y="929027"/>
                  </a:lnTo>
                  <a:lnTo>
                    <a:pt x="5786" y="928840"/>
                  </a:lnTo>
                  <a:lnTo>
                    <a:pt x="5877" y="928701"/>
                  </a:lnTo>
                  <a:lnTo>
                    <a:pt x="6150" y="928607"/>
                  </a:lnTo>
                  <a:lnTo>
                    <a:pt x="6287" y="928607"/>
                  </a:lnTo>
                  <a:lnTo>
                    <a:pt x="6606" y="928514"/>
                  </a:lnTo>
                  <a:lnTo>
                    <a:pt x="6652" y="928328"/>
                  </a:lnTo>
                  <a:lnTo>
                    <a:pt x="6925" y="927629"/>
                  </a:lnTo>
                  <a:lnTo>
                    <a:pt x="6970" y="927303"/>
                  </a:lnTo>
                  <a:lnTo>
                    <a:pt x="7062" y="927024"/>
                  </a:lnTo>
                  <a:lnTo>
                    <a:pt x="7153" y="926837"/>
                  </a:lnTo>
                  <a:lnTo>
                    <a:pt x="7289" y="926744"/>
                  </a:lnTo>
                  <a:lnTo>
                    <a:pt x="7472" y="926651"/>
                  </a:lnTo>
                  <a:lnTo>
                    <a:pt x="7791" y="926604"/>
                  </a:lnTo>
                  <a:lnTo>
                    <a:pt x="7973" y="926604"/>
                  </a:lnTo>
                  <a:lnTo>
                    <a:pt x="8246" y="926698"/>
                  </a:lnTo>
                  <a:lnTo>
                    <a:pt x="8702" y="926837"/>
                  </a:lnTo>
                  <a:lnTo>
                    <a:pt x="8930" y="926791"/>
                  </a:lnTo>
                  <a:lnTo>
                    <a:pt x="9021" y="926465"/>
                  </a:lnTo>
                  <a:lnTo>
                    <a:pt x="8975" y="926092"/>
                  </a:lnTo>
                  <a:lnTo>
                    <a:pt x="8975" y="925906"/>
                  </a:lnTo>
                  <a:lnTo>
                    <a:pt x="8702" y="925020"/>
                  </a:lnTo>
                  <a:lnTo>
                    <a:pt x="8565" y="924368"/>
                  </a:lnTo>
                  <a:lnTo>
                    <a:pt x="8292" y="923297"/>
                  </a:lnTo>
                  <a:lnTo>
                    <a:pt x="8109" y="922598"/>
                  </a:lnTo>
                  <a:lnTo>
                    <a:pt x="7745" y="922179"/>
                  </a:lnTo>
                  <a:lnTo>
                    <a:pt x="7381" y="921713"/>
                  </a:lnTo>
                  <a:lnTo>
                    <a:pt x="7198" y="921620"/>
                  </a:lnTo>
                  <a:lnTo>
                    <a:pt x="7016" y="921620"/>
                  </a:lnTo>
                  <a:lnTo>
                    <a:pt x="6743" y="921713"/>
                  </a:lnTo>
                  <a:lnTo>
                    <a:pt x="6606" y="921899"/>
                  </a:lnTo>
                  <a:lnTo>
                    <a:pt x="6560" y="922039"/>
                  </a:lnTo>
                  <a:lnTo>
                    <a:pt x="6333" y="922086"/>
                  </a:lnTo>
                  <a:lnTo>
                    <a:pt x="6150" y="921853"/>
                  </a:lnTo>
                  <a:lnTo>
                    <a:pt x="6014" y="921806"/>
                  </a:lnTo>
                  <a:lnTo>
                    <a:pt x="5786" y="921853"/>
                  </a:lnTo>
                  <a:lnTo>
                    <a:pt x="5512" y="921899"/>
                  </a:lnTo>
                  <a:lnTo>
                    <a:pt x="5421" y="921713"/>
                  </a:lnTo>
                  <a:lnTo>
                    <a:pt x="5148" y="921899"/>
                  </a:lnTo>
                  <a:lnTo>
                    <a:pt x="4465" y="922039"/>
                  </a:lnTo>
                  <a:lnTo>
                    <a:pt x="4328" y="922086"/>
                  </a:lnTo>
                  <a:lnTo>
                    <a:pt x="4191" y="922086"/>
                  </a:lnTo>
                  <a:lnTo>
                    <a:pt x="3963" y="921993"/>
                  </a:lnTo>
                  <a:lnTo>
                    <a:pt x="3781" y="921899"/>
                  </a:lnTo>
                  <a:lnTo>
                    <a:pt x="3599" y="921573"/>
                  </a:lnTo>
                  <a:lnTo>
                    <a:pt x="3280" y="921340"/>
                  </a:lnTo>
                  <a:lnTo>
                    <a:pt x="3143" y="921107"/>
                  </a:lnTo>
                  <a:lnTo>
                    <a:pt x="3007" y="921107"/>
                  </a:lnTo>
                  <a:lnTo>
                    <a:pt x="2779" y="920735"/>
                  </a:lnTo>
                  <a:lnTo>
                    <a:pt x="2688" y="920315"/>
                  </a:lnTo>
                  <a:lnTo>
                    <a:pt x="2779" y="919943"/>
                  </a:lnTo>
                  <a:lnTo>
                    <a:pt x="3052" y="919570"/>
                  </a:lnTo>
                  <a:lnTo>
                    <a:pt x="2961" y="919291"/>
                  </a:lnTo>
                  <a:lnTo>
                    <a:pt x="2688" y="919011"/>
                  </a:lnTo>
                  <a:lnTo>
                    <a:pt x="2642" y="918825"/>
                  </a:lnTo>
                  <a:lnTo>
                    <a:pt x="2278" y="918825"/>
                  </a:lnTo>
                  <a:lnTo>
                    <a:pt x="1776" y="918778"/>
                  </a:lnTo>
                  <a:lnTo>
                    <a:pt x="1685" y="918499"/>
                  </a:lnTo>
                  <a:lnTo>
                    <a:pt x="1594" y="917893"/>
                  </a:lnTo>
                  <a:lnTo>
                    <a:pt x="1594" y="917241"/>
                  </a:lnTo>
                  <a:lnTo>
                    <a:pt x="1913" y="916961"/>
                  </a:lnTo>
                  <a:lnTo>
                    <a:pt x="2095" y="916868"/>
                  </a:lnTo>
                  <a:lnTo>
                    <a:pt x="2232" y="916868"/>
                  </a:lnTo>
                  <a:lnTo>
                    <a:pt x="2369" y="916915"/>
                  </a:lnTo>
                  <a:lnTo>
                    <a:pt x="2551" y="916868"/>
                  </a:lnTo>
                  <a:lnTo>
                    <a:pt x="2597" y="916729"/>
                  </a:lnTo>
                  <a:lnTo>
                    <a:pt x="2551" y="916449"/>
                  </a:lnTo>
                  <a:lnTo>
                    <a:pt x="2460" y="916309"/>
                  </a:lnTo>
                  <a:lnTo>
                    <a:pt x="2369" y="916123"/>
                  </a:lnTo>
                  <a:lnTo>
                    <a:pt x="2369" y="915937"/>
                  </a:lnTo>
                  <a:lnTo>
                    <a:pt x="2505" y="915750"/>
                  </a:lnTo>
                  <a:lnTo>
                    <a:pt x="2688" y="915657"/>
                  </a:lnTo>
                  <a:lnTo>
                    <a:pt x="3052" y="915517"/>
                  </a:lnTo>
                  <a:lnTo>
                    <a:pt x="3280" y="915424"/>
                  </a:lnTo>
                  <a:lnTo>
                    <a:pt x="3462" y="915378"/>
                  </a:lnTo>
                  <a:lnTo>
                    <a:pt x="3599" y="915424"/>
                  </a:lnTo>
                  <a:lnTo>
                    <a:pt x="3644" y="915564"/>
                  </a:lnTo>
                  <a:lnTo>
                    <a:pt x="3781" y="915610"/>
                  </a:lnTo>
                  <a:lnTo>
                    <a:pt x="3963" y="915890"/>
                  </a:lnTo>
                  <a:lnTo>
                    <a:pt x="4054" y="916123"/>
                  </a:lnTo>
                  <a:lnTo>
                    <a:pt x="4237" y="916309"/>
                  </a:lnTo>
                  <a:lnTo>
                    <a:pt x="4465" y="916216"/>
                  </a:lnTo>
                  <a:lnTo>
                    <a:pt x="4556" y="915890"/>
                  </a:lnTo>
                  <a:lnTo>
                    <a:pt x="4510" y="915378"/>
                  </a:lnTo>
                  <a:lnTo>
                    <a:pt x="4373" y="914958"/>
                  </a:lnTo>
                  <a:lnTo>
                    <a:pt x="4191" y="914679"/>
                  </a:lnTo>
                  <a:lnTo>
                    <a:pt x="3963" y="914399"/>
                  </a:lnTo>
                  <a:lnTo>
                    <a:pt x="3644" y="914027"/>
                  </a:lnTo>
                  <a:lnTo>
                    <a:pt x="3508" y="913840"/>
                  </a:lnTo>
                  <a:lnTo>
                    <a:pt x="3326" y="913701"/>
                  </a:lnTo>
                  <a:lnTo>
                    <a:pt x="3189" y="913514"/>
                  </a:lnTo>
                  <a:lnTo>
                    <a:pt x="3007" y="913374"/>
                  </a:lnTo>
                  <a:lnTo>
                    <a:pt x="2824" y="913142"/>
                  </a:lnTo>
                  <a:lnTo>
                    <a:pt x="2551" y="912629"/>
                  </a:lnTo>
                  <a:lnTo>
                    <a:pt x="2460" y="912024"/>
                  </a:lnTo>
                  <a:lnTo>
                    <a:pt x="2551" y="911791"/>
                  </a:lnTo>
                  <a:lnTo>
                    <a:pt x="3052" y="911604"/>
                  </a:lnTo>
                  <a:lnTo>
                    <a:pt x="3462" y="911744"/>
                  </a:lnTo>
                  <a:lnTo>
                    <a:pt x="3736" y="911930"/>
                  </a:lnTo>
                  <a:lnTo>
                    <a:pt x="3872" y="912117"/>
                  </a:lnTo>
                  <a:lnTo>
                    <a:pt x="4100" y="912303"/>
                  </a:lnTo>
                  <a:lnTo>
                    <a:pt x="4328" y="912443"/>
                  </a:lnTo>
                  <a:lnTo>
                    <a:pt x="4556" y="912629"/>
                  </a:lnTo>
                  <a:lnTo>
                    <a:pt x="5011" y="913002"/>
                  </a:lnTo>
                  <a:lnTo>
                    <a:pt x="5285" y="913002"/>
                  </a:lnTo>
                  <a:lnTo>
                    <a:pt x="5604" y="913235"/>
                  </a:lnTo>
                  <a:lnTo>
                    <a:pt x="5786" y="913468"/>
                  </a:lnTo>
                  <a:lnTo>
                    <a:pt x="5968" y="913607"/>
                  </a:lnTo>
                  <a:lnTo>
                    <a:pt x="6378" y="913561"/>
                  </a:lnTo>
                  <a:lnTo>
                    <a:pt x="6515" y="913235"/>
                  </a:lnTo>
                  <a:lnTo>
                    <a:pt x="6515" y="912815"/>
                  </a:lnTo>
                  <a:lnTo>
                    <a:pt x="6606" y="912676"/>
                  </a:lnTo>
                  <a:lnTo>
                    <a:pt x="6743" y="912722"/>
                  </a:lnTo>
                  <a:lnTo>
                    <a:pt x="6879" y="912955"/>
                  </a:lnTo>
                  <a:lnTo>
                    <a:pt x="7107" y="912815"/>
                  </a:lnTo>
                  <a:lnTo>
                    <a:pt x="7198" y="912489"/>
                  </a:lnTo>
                  <a:lnTo>
                    <a:pt x="7381" y="912396"/>
                  </a:lnTo>
                  <a:lnTo>
                    <a:pt x="7654" y="912443"/>
                  </a:lnTo>
                  <a:lnTo>
                    <a:pt x="7745" y="912676"/>
                  </a:lnTo>
                  <a:lnTo>
                    <a:pt x="7927" y="912815"/>
                  </a:lnTo>
                  <a:lnTo>
                    <a:pt x="8246" y="912815"/>
                  </a:lnTo>
                  <a:lnTo>
                    <a:pt x="8474" y="912769"/>
                  </a:lnTo>
                  <a:lnTo>
                    <a:pt x="8702" y="912629"/>
                  </a:lnTo>
                  <a:lnTo>
                    <a:pt x="8975" y="912536"/>
                  </a:lnTo>
                  <a:lnTo>
                    <a:pt x="9249" y="912536"/>
                  </a:lnTo>
                  <a:lnTo>
                    <a:pt x="9613" y="912629"/>
                  </a:lnTo>
                  <a:lnTo>
                    <a:pt x="9613" y="912769"/>
                  </a:lnTo>
                  <a:lnTo>
                    <a:pt x="9567" y="913095"/>
                  </a:lnTo>
                  <a:lnTo>
                    <a:pt x="9795" y="913188"/>
                  </a:lnTo>
                  <a:lnTo>
                    <a:pt x="10023" y="913235"/>
                  </a:lnTo>
                  <a:lnTo>
                    <a:pt x="10251" y="913328"/>
                  </a:lnTo>
                  <a:lnTo>
                    <a:pt x="10388" y="913514"/>
                  </a:lnTo>
                  <a:lnTo>
                    <a:pt x="10433" y="913794"/>
                  </a:lnTo>
                  <a:lnTo>
                    <a:pt x="10524" y="914027"/>
                  </a:lnTo>
                  <a:lnTo>
                    <a:pt x="10798" y="914166"/>
                  </a:lnTo>
                  <a:lnTo>
                    <a:pt x="11071" y="914213"/>
                  </a:lnTo>
                  <a:lnTo>
                    <a:pt x="11253" y="914213"/>
                  </a:lnTo>
                  <a:lnTo>
                    <a:pt x="11436" y="914213"/>
                  </a:lnTo>
                  <a:lnTo>
                    <a:pt x="11618" y="914120"/>
                  </a:lnTo>
                  <a:lnTo>
                    <a:pt x="11754" y="914073"/>
                  </a:lnTo>
                  <a:lnTo>
                    <a:pt x="11982" y="914027"/>
                  </a:lnTo>
                  <a:lnTo>
                    <a:pt x="12210" y="913933"/>
                  </a:lnTo>
                  <a:lnTo>
                    <a:pt x="12392" y="913794"/>
                  </a:lnTo>
                  <a:lnTo>
                    <a:pt x="12483" y="913654"/>
                  </a:lnTo>
                  <a:lnTo>
                    <a:pt x="12529" y="913281"/>
                  </a:lnTo>
                  <a:lnTo>
                    <a:pt x="12438" y="913095"/>
                  </a:lnTo>
                  <a:lnTo>
                    <a:pt x="12392" y="912909"/>
                  </a:lnTo>
                  <a:lnTo>
                    <a:pt x="12438" y="912769"/>
                  </a:lnTo>
                  <a:lnTo>
                    <a:pt x="12711" y="912629"/>
                  </a:lnTo>
                  <a:lnTo>
                    <a:pt x="12939" y="912536"/>
                  </a:lnTo>
                  <a:lnTo>
                    <a:pt x="12985" y="912396"/>
                  </a:lnTo>
                  <a:lnTo>
                    <a:pt x="13030" y="912210"/>
                  </a:lnTo>
                  <a:lnTo>
                    <a:pt x="13167" y="912070"/>
                  </a:lnTo>
                  <a:lnTo>
                    <a:pt x="13349" y="912070"/>
                  </a:lnTo>
                  <a:lnTo>
                    <a:pt x="13486" y="912256"/>
                  </a:lnTo>
                  <a:lnTo>
                    <a:pt x="13622" y="912489"/>
                  </a:lnTo>
                  <a:lnTo>
                    <a:pt x="13805" y="912629"/>
                  </a:lnTo>
                  <a:lnTo>
                    <a:pt x="14078" y="912722"/>
                  </a:lnTo>
                  <a:lnTo>
                    <a:pt x="14397" y="912769"/>
                  </a:lnTo>
                  <a:lnTo>
                    <a:pt x="14716" y="912909"/>
                  </a:lnTo>
                  <a:lnTo>
                    <a:pt x="14989" y="913002"/>
                  </a:lnTo>
                  <a:lnTo>
                    <a:pt x="15354" y="913002"/>
                  </a:lnTo>
                  <a:lnTo>
                    <a:pt x="15536" y="912909"/>
                  </a:lnTo>
                  <a:lnTo>
                    <a:pt x="15627" y="912722"/>
                  </a:lnTo>
                  <a:lnTo>
                    <a:pt x="15764" y="912536"/>
                  </a:lnTo>
                  <a:lnTo>
                    <a:pt x="16174" y="912629"/>
                  </a:lnTo>
                  <a:lnTo>
                    <a:pt x="16311" y="912722"/>
                  </a:lnTo>
                  <a:lnTo>
                    <a:pt x="16538" y="912676"/>
                  </a:lnTo>
                  <a:lnTo>
                    <a:pt x="16812" y="912489"/>
                  </a:lnTo>
                  <a:lnTo>
                    <a:pt x="17040" y="912350"/>
                  </a:lnTo>
                  <a:lnTo>
                    <a:pt x="17222" y="912256"/>
                  </a:lnTo>
                  <a:lnTo>
                    <a:pt x="17541" y="912163"/>
                  </a:lnTo>
                  <a:lnTo>
                    <a:pt x="17769" y="912070"/>
                  </a:lnTo>
                  <a:lnTo>
                    <a:pt x="17677" y="911837"/>
                  </a:lnTo>
                  <a:lnTo>
                    <a:pt x="17632" y="911697"/>
                  </a:lnTo>
                  <a:lnTo>
                    <a:pt x="17723" y="911511"/>
                  </a:lnTo>
                  <a:lnTo>
                    <a:pt x="17814" y="911325"/>
                  </a:lnTo>
                  <a:lnTo>
                    <a:pt x="17951" y="911138"/>
                  </a:lnTo>
                  <a:lnTo>
                    <a:pt x="18088" y="910905"/>
                  </a:lnTo>
                  <a:lnTo>
                    <a:pt x="18179" y="910626"/>
                  </a:lnTo>
                  <a:lnTo>
                    <a:pt x="18361" y="910393"/>
                  </a:lnTo>
                  <a:lnTo>
                    <a:pt x="18589" y="910253"/>
                  </a:lnTo>
                  <a:lnTo>
                    <a:pt x="18862" y="910346"/>
                  </a:lnTo>
                  <a:lnTo>
                    <a:pt x="19044" y="910346"/>
                  </a:lnTo>
                  <a:lnTo>
                    <a:pt x="19227" y="910253"/>
                  </a:lnTo>
                  <a:lnTo>
                    <a:pt x="19363" y="910020"/>
                  </a:lnTo>
                  <a:lnTo>
                    <a:pt x="19318" y="909834"/>
                  </a:lnTo>
                  <a:lnTo>
                    <a:pt x="19272" y="909648"/>
                  </a:lnTo>
                  <a:lnTo>
                    <a:pt x="19181" y="909461"/>
                  </a:lnTo>
                  <a:lnTo>
                    <a:pt x="19227" y="909182"/>
                  </a:lnTo>
                  <a:lnTo>
                    <a:pt x="19318" y="908856"/>
                  </a:lnTo>
                  <a:lnTo>
                    <a:pt x="19409" y="908623"/>
                  </a:lnTo>
                  <a:lnTo>
                    <a:pt x="19591" y="908530"/>
                  </a:lnTo>
                  <a:lnTo>
                    <a:pt x="19819" y="908343"/>
                  </a:lnTo>
                  <a:lnTo>
                    <a:pt x="19819" y="908064"/>
                  </a:lnTo>
                  <a:lnTo>
                    <a:pt x="19637" y="907971"/>
                  </a:lnTo>
                  <a:lnTo>
                    <a:pt x="19546" y="907784"/>
                  </a:lnTo>
                  <a:lnTo>
                    <a:pt x="19637" y="907551"/>
                  </a:lnTo>
                  <a:lnTo>
                    <a:pt x="19910" y="907365"/>
                  </a:lnTo>
                  <a:lnTo>
                    <a:pt x="20183" y="907225"/>
                  </a:lnTo>
                  <a:lnTo>
                    <a:pt x="20366" y="907272"/>
                  </a:lnTo>
                  <a:lnTo>
                    <a:pt x="20593" y="907272"/>
                  </a:lnTo>
                  <a:lnTo>
                    <a:pt x="20730" y="907086"/>
                  </a:lnTo>
                  <a:lnTo>
                    <a:pt x="20730" y="906853"/>
                  </a:lnTo>
                  <a:lnTo>
                    <a:pt x="20639" y="906620"/>
                  </a:lnTo>
                  <a:lnTo>
                    <a:pt x="20730" y="906433"/>
                  </a:lnTo>
                  <a:lnTo>
                    <a:pt x="20958" y="906387"/>
                  </a:lnTo>
                  <a:lnTo>
                    <a:pt x="21277" y="906387"/>
                  </a:lnTo>
                  <a:lnTo>
                    <a:pt x="21277" y="906527"/>
                  </a:lnTo>
                  <a:lnTo>
                    <a:pt x="21414" y="906666"/>
                  </a:lnTo>
                  <a:lnTo>
                    <a:pt x="21641" y="906666"/>
                  </a:lnTo>
                  <a:lnTo>
                    <a:pt x="21687" y="906480"/>
                  </a:lnTo>
                  <a:lnTo>
                    <a:pt x="21550" y="906247"/>
                  </a:lnTo>
                  <a:lnTo>
                    <a:pt x="21778" y="906200"/>
                  </a:lnTo>
                  <a:lnTo>
                    <a:pt x="22188" y="906294"/>
                  </a:lnTo>
                  <a:lnTo>
                    <a:pt x="22553" y="906620"/>
                  </a:lnTo>
                  <a:lnTo>
                    <a:pt x="22872" y="907225"/>
                  </a:lnTo>
                  <a:lnTo>
                    <a:pt x="23418" y="907505"/>
                  </a:lnTo>
                  <a:lnTo>
                    <a:pt x="23828" y="907691"/>
                  </a:lnTo>
                  <a:lnTo>
                    <a:pt x="24102" y="907878"/>
                  </a:lnTo>
                  <a:lnTo>
                    <a:pt x="24557" y="907878"/>
                  </a:lnTo>
                  <a:lnTo>
                    <a:pt x="25058" y="907878"/>
                  </a:lnTo>
                  <a:lnTo>
                    <a:pt x="25377" y="907971"/>
                  </a:lnTo>
                  <a:lnTo>
                    <a:pt x="25787" y="908250"/>
                  </a:lnTo>
                  <a:lnTo>
                    <a:pt x="26015" y="908763"/>
                  </a:lnTo>
                  <a:lnTo>
                    <a:pt x="26198" y="908996"/>
                  </a:lnTo>
                  <a:lnTo>
                    <a:pt x="26516" y="909182"/>
                  </a:lnTo>
                  <a:lnTo>
                    <a:pt x="26744" y="909275"/>
                  </a:lnTo>
                  <a:lnTo>
                    <a:pt x="27154" y="909834"/>
                  </a:lnTo>
                  <a:lnTo>
                    <a:pt x="27564" y="910393"/>
                  </a:lnTo>
                  <a:lnTo>
                    <a:pt x="28886" y="910626"/>
                  </a:lnTo>
                  <a:lnTo>
                    <a:pt x="29068" y="910207"/>
                  </a:lnTo>
                  <a:lnTo>
                    <a:pt x="29387" y="910114"/>
                  </a:lnTo>
                  <a:lnTo>
                    <a:pt x="29979" y="910579"/>
                  </a:lnTo>
                  <a:lnTo>
                    <a:pt x="31164" y="910719"/>
                  </a:lnTo>
                  <a:lnTo>
                    <a:pt x="32303" y="910812"/>
                  </a:lnTo>
                  <a:lnTo>
                    <a:pt x="32439" y="910533"/>
                  </a:lnTo>
                  <a:lnTo>
                    <a:pt x="32986" y="910440"/>
                  </a:lnTo>
                  <a:lnTo>
                    <a:pt x="33260" y="910812"/>
                  </a:lnTo>
                  <a:lnTo>
                    <a:pt x="33533" y="911045"/>
                  </a:lnTo>
                  <a:lnTo>
                    <a:pt x="33943" y="910673"/>
                  </a:lnTo>
                  <a:lnTo>
                    <a:pt x="34444" y="910812"/>
                  </a:lnTo>
                  <a:lnTo>
                    <a:pt x="34854" y="911185"/>
                  </a:lnTo>
                  <a:lnTo>
                    <a:pt x="35401" y="911325"/>
                  </a:lnTo>
                  <a:lnTo>
                    <a:pt x="35811" y="911511"/>
                  </a:lnTo>
                  <a:lnTo>
                    <a:pt x="36039" y="911651"/>
                  </a:lnTo>
                  <a:lnTo>
                    <a:pt x="36221" y="912210"/>
                  </a:lnTo>
                  <a:lnTo>
                    <a:pt x="35811" y="913281"/>
                  </a:lnTo>
                  <a:lnTo>
                    <a:pt x="35355" y="914073"/>
                  </a:lnTo>
                  <a:lnTo>
                    <a:pt x="35264" y="914306"/>
                  </a:lnTo>
                  <a:lnTo>
                    <a:pt x="35355" y="914772"/>
                  </a:lnTo>
                  <a:lnTo>
                    <a:pt x="35264" y="915284"/>
                  </a:lnTo>
                  <a:lnTo>
                    <a:pt x="34991" y="915843"/>
                  </a:lnTo>
                  <a:lnTo>
                    <a:pt x="34854" y="916309"/>
                  </a:lnTo>
                  <a:lnTo>
                    <a:pt x="34900" y="916635"/>
                  </a:lnTo>
                  <a:lnTo>
                    <a:pt x="34991" y="917008"/>
                  </a:lnTo>
                  <a:lnTo>
                    <a:pt x="35173" y="917334"/>
                  </a:lnTo>
                  <a:lnTo>
                    <a:pt x="35355" y="917567"/>
                  </a:lnTo>
                  <a:lnTo>
                    <a:pt x="35538" y="917474"/>
                  </a:lnTo>
                  <a:lnTo>
                    <a:pt x="35720" y="917381"/>
                  </a:lnTo>
                  <a:lnTo>
                    <a:pt x="35902" y="917334"/>
                  </a:lnTo>
                  <a:lnTo>
                    <a:pt x="36039" y="917381"/>
                  </a:lnTo>
                  <a:lnTo>
                    <a:pt x="35993" y="917567"/>
                  </a:lnTo>
                  <a:lnTo>
                    <a:pt x="35765" y="917660"/>
                  </a:lnTo>
                  <a:lnTo>
                    <a:pt x="35447" y="917800"/>
                  </a:lnTo>
                  <a:lnTo>
                    <a:pt x="35538" y="918126"/>
                  </a:lnTo>
                  <a:lnTo>
                    <a:pt x="35720" y="918312"/>
                  </a:lnTo>
                  <a:lnTo>
                    <a:pt x="36494" y="919384"/>
                  </a:lnTo>
                  <a:lnTo>
                    <a:pt x="36586" y="919617"/>
                  </a:lnTo>
                  <a:lnTo>
                    <a:pt x="36631" y="919756"/>
                  </a:lnTo>
                  <a:lnTo>
                    <a:pt x="36677" y="919896"/>
                  </a:lnTo>
                  <a:lnTo>
                    <a:pt x="36586" y="920129"/>
                  </a:lnTo>
                  <a:lnTo>
                    <a:pt x="36449" y="920502"/>
                  </a:lnTo>
                  <a:lnTo>
                    <a:pt x="36084" y="921201"/>
                  </a:lnTo>
                  <a:lnTo>
                    <a:pt x="36084" y="921853"/>
                  </a:lnTo>
                  <a:lnTo>
                    <a:pt x="36176" y="922179"/>
                  </a:lnTo>
                  <a:lnTo>
                    <a:pt x="36403" y="922645"/>
                  </a:lnTo>
                  <a:lnTo>
                    <a:pt x="36813" y="923343"/>
                  </a:lnTo>
                  <a:lnTo>
                    <a:pt x="37816" y="924415"/>
                  </a:lnTo>
                  <a:lnTo>
                    <a:pt x="38363" y="924788"/>
                  </a:lnTo>
                  <a:lnTo>
                    <a:pt x="38773" y="924741"/>
                  </a:lnTo>
                  <a:lnTo>
                    <a:pt x="39228" y="924508"/>
                  </a:lnTo>
                  <a:lnTo>
                    <a:pt x="39866" y="924275"/>
                  </a:lnTo>
                  <a:lnTo>
                    <a:pt x="40322" y="924275"/>
                  </a:lnTo>
                  <a:lnTo>
                    <a:pt x="40641" y="924275"/>
                  </a:lnTo>
                  <a:lnTo>
                    <a:pt x="41051" y="924182"/>
                  </a:lnTo>
                  <a:lnTo>
                    <a:pt x="41461" y="924089"/>
                  </a:lnTo>
                  <a:lnTo>
                    <a:pt x="41780" y="924042"/>
                  </a:lnTo>
                  <a:lnTo>
                    <a:pt x="42190" y="924135"/>
                  </a:lnTo>
                  <a:lnTo>
                    <a:pt x="42600" y="924182"/>
                  </a:lnTo>
                  <a:lnTo>
                    <a:pt x="44103" y="923763"/>
                  </a:lnTo>
                  <a:lnTo>
                    <a:pt x="44513" y="923670"/>
                  </a:lnTo>
                  <a:lnTo>
                    <a:pt x="44878" y="923623"/>
                  </a:lnTo>
                  <a:lnTo>
                    <a:pt x="45197" y="923530"/>
                  </a:lnTo>
                  <a:lnTo>
                    <a:pt x="45379" y="923343"/>
                  </a:lnTo>
                  <a:lnTo>
                    <a:pt x="45561" y="923111"/>
                  </a:lnTo>
                  <a:lnTo>
                    <a:pt x="45698" y="923017"/>
                  </a:lnTo>
                  <a:lnTo>
                    <a:pt x="45880" y="922971"/>
                  </a:lnTo>
                  <a:lnTo>
                    <a:pt x="46154" y="923111"/>
                  </a:lnTo>
                  <a:lnTo>
                    <a:pt x="46381" y="923390"/>
                  </a:lnTo>
                  <a:lnTo>
                    <a:pt x="46564" y="924089"/>
                  </a:lnTo>
                  <a:lnTo>
                    <a:pt x="46473" y="924555"/>
                  </a:lnTo>
                  <a:lnTo>
                    <a:pt x="45835" y="925393"/>
                  </a:lnTo>
                  <a:lnTo>
                    <a:pt x="45516" y="926138"/>
                  </a:lnTo>
                  <a:lnTo>
                    <a:pt x="45652" y="927024"/>
                  </a:lnTo>
                  <a:lnTo>
                    <a:pt x="46062" y="927722"/>
                  </a:lnTo>
                  <a:lnTo>
                    <a:pt x="46381" y="928048"/>
                  </a:lnTo>
                  <a:lnTo>
                    <a:pt x="47156" y="928887"/>
                  </a:lnTo>
                  <a:lnTo>
                    <a:pt x="47293" y="929213"/>
                  </a:lnTo>
                  <a:lnTo>
                    <a:pt x="47338" y="929819"/>
                  </a:lnTo>
                  <a:lnTo>
                    <a:pt x="47566" y="930331"/>
                  </a:lnTo>
                  <a:lnTo>
                    <a:pt x="47930" y="930843"/>
                  </a:lnTo>
                  <a:lnTo>
                    <a:pt x="48113" y="931123"/>
                  </a:lnTo>
                  <a:lnTo>
                    <a:pt x="48295" y="931403"/>
                  </a:lnTo>
                  <a:lnTo>
                    <a:pt x="48386" y="931589"/>
                  </a:lnTo>
                  <a:lnTo>
                    <a:pt x="48568" y="932055"/>
                  </a:lnTo>
                  <a:lnTo>
                    <a:pt x="48568" y="932334"/>
                  </a:lnTo>
                  <a:lnTo>
                    <a:pt x="48705" y="932753"/>
                  </a:lnTo>
                  <a:lnTo>
                    <a:pt x="48796" y="933033"/>
                  </a:lnTo>
                  <a:lnTo>
                    <a:pt x="48887" y="933592"/>
                  </a:lnTo>
                  <a:lnTo>
                    <a:pt x="49024" y="934104"/>
                  </a:lnTo>
                  <a:lnTo>
                    <a:pt x="49480" y="934477"/>
                  </a:lnTo>
                  <a:lnTo>
                    <a:pt x="49890" y="934524"/>
                  </a:lnTo>
                  <a:lnTo>
                    <a:pt x="50391" y="934524"/>
                  </a:lnTo>
                  <a:lnTo>
                    <a:pt x="50755" y="934384"/>
                  </a:lnTo>
                  <a:lnTo>
                    <a:pt x="51165" y="933871"/>
                  </a:lnTo>
                  <a:lnTo>
                    <a:pt x="51530" y="933499"/>
                  </a:lnTo>
                  <a:lnTo>
                    <a:pt x="51985" y="933173"/>
                  </a:lnTo>
                  <a:lnTo>
                    <a:pt x="52441" y="933033"/>
                  </a:lnTo>
                  <a:lnTo>
                    <a:pt x="52851" y="933266"/>
                  </a:lnTo>
                  <a:lnTo>
                    <a:pt x="53033" y="933499"/>
                  </a:lnTo>
                  <a:lnTo>
                    <a:pt x="53261" y="934011"/>
                  </a:lnTo>
                  <a:lnTo>
                    <a:pt x="53489" y="934943"/>
                  </a:lnTo>
                  <a:lnTo>
                    <a:pt x="53489" y="935316"/>
                  </a:lnTo>
                  <a:lnTo>
                    <a:pt x="53535" y="935595"/>
                  </a:lnTo>
                  <a:lnTo>
                    <a:pt x="53443" y="936527"/>
                  </a:lnTo>
                  <a:lnTo>
                    <a:pt x="53443" y="936853"/>
                  </a:lnTo>
                  <a:lnTo>
                    <a:pt x="53443" y="936993"/>
                  </a:lnTo>
                  <a:lnTo>
                    <a:pt x="53352" y="937458"/>
                  </a:lnTo>
                  <a:lnTo>
                    <a:pt x="53352" y="937691"/>
                  </a:lnTo>
                  <a:lnTo>
                    <a:pt x="53352" y="938017"/>
                  </a:lnTo>
                  <a:lnTo>
                    <a:pt x="54172" y="938996"/>
                  </a:lnTo>
                  <a:lnTo>
                    <a:pt x="55084" y="939462"/>
                  </a:lnTo>
                  <a:lnTo>
                    <a:pt x="56359" y="939741"/>
                  </a:lnTo>
                  <a:lnTo>
                    <a:pt x="57681" y="939508"/>
                  </a:lnTo>
                  <a:lnTo>
                    <a:pt x="59458" y="939601"/>
                  </a:lnTo>
                  <a:lnTo>
                    <a:pt x="62191" y="939974"/>
                  </a:lnTo>
                  <a:lnTo>
                    <a:pt x="63923" y="940440"/>
                  </a:lnTo>
                  <a:lnTo>
                    <a:pt x="65381" y="940580"/>
                  </a:lnTo>
                  <a:lnTo>
                    <a:pt x="65290" y="940067"/>
                  </a:lnTo>
                  <a:lnTo>
                    <a:pt x="65198" y="939508"/>
                  </a:lnTo>
                  <a:lnTo>
                    <a:pt x="64971" y="938017"/>
                  </a:lnTo>
                  <a:lnTo>
                    <a:pt x="64925" y="937691"/>
                  </a:lnTo>
                  <a:lnTo>
                    <a:pt x="65198" y="937598"/>
                  </a:lnTo>
                  <a:lnTo>
                    <a:pt x="65107" y="937039"/>
                  </a:lnTo>
                  <a:lnTo>
                    <a:pt x="65107" y="936899"/>
                  </a:lnTo>
                  <a:lnTo>
                    <a:pt x="65107" y="936760"/>
                  </a:lnTo>
                  <a:lnTo>
                    <a:pt x="68023" y="936247"/>
                  </a:lnTo>
                  <a:lnTo>
                    <a:pt x="68023" y="936760"/>
                  </a:lnTo>
                  <a:lnTo>
                    <a:pt x="65472" y="936946"/>
                  </a:lnTo>
                  <a:lnTo>
                    <a:pt x="65836" y="940253"/>
                  </a:lnTo>
                  <a:lnTo>
                    <a:pt x="66930" y="940207"/>
                  </a:lnTo>
                  <a:lnTo>
                    <a:pt x="67203" y="940160"/>
                  </a:lnTo>
                  <a:lnTo>
                    <a:pt x="67476" y="940160"/>
                  </a:lnTo>
                  <a:lnTo>
                    <a:pt x="67932" y="940207"/>
                  </a:lnTo>
                  <a:lnTo>
                    <a:pt x="68433" y="940207"/>
                  </a:lnTo>
                  <a:lnTo>
                    <a:pt x="68934" y="940207"/>
                  </a:lnTo>
                  <a:lnTo>
                    <a:pt x="69208" y="940207"/>
                  </a:lnTo>
                  <a:lnTo>
                    <a:pt x="69345" y="940207"/>
                  </a:lnTo>
                  <a:lnTo>
                    <a:pt x="69572" y="940253"/>
                  </a:lnTo>
                  <a:lnTo>
                    <a:pt x="69755" y="940067"/>
                  </a:lnTo>
                  <a:lnTo>
                    <a:pt x="69846" y="940253"/>
                  </a:lnTo>
                  <a:lnTo>
                    <a:pt x="70620" y="939788"/>
                  </a:lnTo>
                  <a:lnTo>
                    <a:pt x="70256" y="939275"/>
                  </a:lnTo>
                  <a:lnTo>
                    <a:pt x="70438" y="939182"/>
                  </a:lnTo>
                  <a:lnTo>
                    <a:pt x="70666" y="939462"/>
                  </a:lnTo>
                  <a:lnTo>
                    <a:pt x="70939" y="939368"/>
                  </a:lnTo>
                  <a:lnTo>
                    <a:pt x="71395" y="939275"/>
                  </a:lnTo>
                  <a:lnTo>
                    <a:pt x="71440" y="939135"/>
                  </a:lnTo>
                  <a:lnTo>
                    <a:pt x="71714" y="938809"/>
                  </a:lnTo>
                  <a:lnTo>
                    <a:pt x="71213" y="937924"/>
                  </a:lnTo>
                  <a:lnTo>
                    <a:pt x="71349" y="937785"/>
                  </a:lnTo>
                  <a:lnTo>
                    <a:pt x="71987" y="938809"/>
                  </a:lnTo>
                  <a:lnTo>
                    <a:pt x="72078" y="938530"/>
                  </a:lnTo>
                  <a:lnTo>
                    <a:pt x="72169" y="938344"/>
                  </a:lnTo>
                  <a:lnTo>
                    <a:pt x="71850" y="937924"/>
                  </a:lnTo>
                  <a:lnTo>
                    <a:pt x="71486" y="937319"/>
                  </a:lnTo>
                  <a:lnTo>
                    <a:pt x="71668" y="937179"/>
                  </a:lnTo>
                  <a:lnTo>
                    <a:pt x="71942" y="937691"/>
                  </a:lnTo>
                  <a:lnTo>
                    <a:pt x="72078" y="937505"/>
                  </a:lnTo>
                  <a:lnTo>
                    <a:pt x="71850" y="937086"/>
                  </a:lnTo>
                  <a:lnTo>
                    <a:pt x="72033" y="936993"/>
                  </a:lnTo>
                  <a:lnTo>
                    <a:pt x="72397" y="937645"/>
                  </a:lnTo>
                  <a:lnTo>
                    <a:pt x="72169" y="937831"/>
                  </a:lnTo>
                  <a:lnTo>
                    <a:pt x="72488" y="938390"/>
                  </a:lnTo>
                  <a:lnTo>
                    <a:pt x="72534" y="938204"/>
                  </a:lnTo>
                  <a:lnTo>
                    <a:pt x="72898" y="938250"/>
                  </a:lnTo>
                  <a:lnTo>
                    <a:pt x="73035" y="938204"/>
                  </a:lnTo>
                  <a:lnTo>
                    <a:pt x="73126" y="938064"/>
                  </a:lnTo>
                  <a:lnTo>
                    <a:pt x="73491" y="937924"/>
                  </a:lnTo>
                  <a:lnTo>
                    <a:pt x="73673" y="937552"/>
                  </a:lnTo>
                  <a:lnTo>
                    <a:pt x="73308" y="937039"/>
                  </a:lnTo>
                  <a:lnTo>
                    <a:pt x="73217" y="936899"/>
                  </a:lnTo>
                  <a:lnTo>
                    <a:pt x="73445" y="936667"/>
                  </a:lnTo>
                  <a:lnTo>
                    <a:pt x="73627" y="936853"/>
                  </a:lnTo>
                  <a:lnTo>
                    <a:pt x="73491" y="936946"/>
                  </a:lnTo>
                  <a:lnTo>
                    <a:pt x="73536" y="937086"/>
                  </a:lnTo>
                  <a:lnTo>
                    <a:pt x="73855" y="937598"/>
                  </a:lnTo>
                  <a:lnTo>
                    <a:pt x="74083" y="937412"/>
                  </a:lnTo>
                  <a:lnTo>
                    <a:pt x="74311" y="937179"/>
                  </a:lnTo>
                  <a:lnTo>
                    <a:pt x="74037" y="936853"/>
                  </a:lnTo>
                  <a:lnTo>
                    <a:pt x="74083" y="936713"/>
                  </a:lnTo>
                  <a:lnTo>
                    <a:pt x="74220" y="936760"/>
                  </a:lnTo>
                  <a:lnTo>
                    <a:pt x="74265" y="936946"/>
                  </a:lnTo>
                  <a:lnTo>
                    <a:pt x="74447" y="937039"/>
                  </a:lnTo>
                  <a:lnTo>
                    <a:pt x="74493" y="936853"/>
                  </a:lnTo>
                  <a:lnTo>
                    <a:pt x="74630" y="936760"/>
                  </a:lnTo>
                  <a:lnTo>
                    <a:pt x="74766" y="936667"/>
                  </a:lnTo>
                  <a:lnTo>
                    <a:pt x="74903" y="936527"/>
                  </a:lnTo>
                  <a:lnTo>
                    <a:pt x="74994" y="936294"/>
                  </a:lnTo>
                  <a:lnTo>
                    <a:pt x="75040" y="935968"/>
                  </a:lnTo>
                  <a:lnTo>
                    <a:pt x="75085" y="935688"/>
                  </a:lnTo>
                  <a:lnTo>
                    <a:pt x="75313" y="935455"/>
                  </a:lnTo>
                  <a:lnTo>
                    <a:pt x="75450" y="935455"/>
                  </a:lnTo>
                  <a:lnTo>
                    <a:pt x="75678" y="935502"/>
                  </a:lnTo>
                  <a:lnTo>
                    <a:pt x="76088" y="935502"/>
                  </a:lnTo>
                  <a:lnTo>
                    <a:pt x="76589" y="935502"/>
                  </a:lnTo>
                  <a:lnTo>
                    <a:pt x="76817" y="935548"/>
                  </a:lnTo>
                  <a:lnTo>
                    <a:pt x="77136" y="935688"/>
                  </a:lnTo>
                  <a:lnTo>
                    <a:pt x="77136" y="935875"/>
                  </a:lnTo>
                  <a:lnTo>
                    <a:pt x="76862" y="935921"/>
                  </a:lnTo>
                  <a:lnTo>
                    <a:pt x="76498" y="935968"/>
                  </a:lnTo>
                  <a:lnTo>
                    <a:pt x="75905" y="935921"/>
                  </a:lnTo>
                  <a:lnTo>
                    <a:pt x="75905" y="936061"/>
                  </a:lnTo>
                  <a:lnTo>
                    <a:pt x="75678" y="936061"/>
                  </a:lnTo>
                  <a:lnTo>
                    <a:pt x="75359" y="935875"/>
                  </a:lnTo>
                  <a:lnTo>
                    <a:pt x="75450" y="936014"/>
                  </a:lnTo>
                  <a:lnTo>
                    <a:pt x="75359" y="936760"/>
                  </a:lnTo>
                  <a:lnTo>
                    <a:pt x="75176" y="936899"/>
                  </a:lnTo>
                  <a:lnTo>
                    <a:pt x="75222" y="937179"/>
                  </a:lnTo>
                  <a:lnTo>
                    <a:pt x="75359" y="937179"/>
                  </a:lnTo>
                  <a:lnTo>
                    <a:pt x="75495" y="937226"/>
                  </a:lnTo>
                  <a:lnTo>
                    <a:pt x="75632" y="937319"/>
                  </a:lnTo>
                  <a:lnTo>
                    <a:pt x="75814" y="937458"/>
                  </a:lnTo>
                  <a:lnTo>
                    <a:pt x="75951" y="937552"/>
                  </a:lnTo>
                  <a:lnTo>
                    <a:pt x="76133" y="937598"/>
                  </a:lnTo>
                  <a:lnTo>
                    <a:pt x="76361" y="937505"/>
                  </a:lnTo>
                  <a:lnTo>
                    <a:pt x="76407" y="937132"/>
                  </a:lnTo>
                  <a:lnTo>
                    <a:pt x="76543" y="937132"/>
                  </a:lnTo>
                  <a:lnTo>
                    <a:pt x="76543" y="937412"/>
                  </a:lnTo>
                  <a:lnTo>
                    <a:pt x="76862" y="937319"/>
                  </a:lnTo>
                  <a:lnTo>
                    <a:pt x="77044" y="937272"/>
                  </a:lnTo>
                  <a:lnTo>
                    <a:pt x="77363" y="937272"/>
                  </a:lnTo>
                  <a:lnTo>
                    <a:pt x="77546" y="937272"/>
                  </a:lnTo>
                  <a:lnTo>
                    <a:pt x="77500" y="937738"/>
                  </a:lnTo>
                  <a:lnTo>
                    <a:pt x="78092" y="937738"/>
                  </a:lnTo>
                  <a:lnTo>
                    <a:pt x="78092" y="937971"/>
                  </a:lnTo>
                  <a:lnTo>
                    <a:pt x="77363" y="937924"/>
                  </a:lnTo>
                  <a:lnTo>
                    <a:pt x="77455" y="938670"/>
                  </a:lnTo>
                  <a:lnTo>
                    <a:pt x="77637" y="938716"/>
                  </a:lnTo>
                  <a:lnTo>
                    <a:pt x="77637" y="938856"/>
                  </a:lnTo>
                  <a:lnTo>
                    <a:pt x="77455" y="938856"/>
                  </a:lnTo>
                  <a:lnTo>
                    <a:pt x="77318" y="938903"/>
                  </a:lnTo>
                  <a:lnTo>
                    <a:pt x="77318" y="939508"/>
                  </a:lnTo>
                  <a:lnTo>
                    <a:pt x="78092" y="939462"/>
                  </a:lnTo>
                  <a:lnTo>
                    <a:pt x="78275" y="939462"/>
                  </a:lnTo>
                  <a:lnTo>
                    <a:pt x="78457" y="939462"/>
                  </a:lnTo>
                  <a:lnTo>
                    <a:pt x="78457" y="939788"/>
                  </a:lnTo>
                  <a:lnTo>
                    <a:pt x="77500" y="939881"/>
                  </a:lnTo>
                  <a:lnTo>
                    <a:pt x="77272" y="939974"/>
                  </a:lnTo>
                  <a:lnTo>
                    <a:pt x="77227" y="940114"/>
                  </a:lnTo>
                  <a:lnTo>
                    <a:pt x="77682" y="940207"/>
                  </a:lnTo>
                  <a:lnTo>
                    <a:pt x="77728" y="940440"/>
                  </a:lnTo>
                  <a:lnTo>
                    <a:pt x="77136" y="940253"/>
                  </a:lnTo>
                  <a:lnTo>
                    <a:pt x="77136" y="940626"/>
                  </a:lnTo>
                  <a:lnTo>
                    <a:pt x="77773" y="940859"/>
                  </a:lnTo>
                  <a:lnTo>
                    <a:pt x="77728" y="941092"/>
                  </a:lnTo>
                  <a:lnTo>
                    <a:pt x="77044" y="940812"/>
                  </a:lnTo>
                  <a:lnTo>
                    <a:pt x="76908" y="940952"/>
                  </a:lnTo>
                  <a:lnTo>
                    <a:pt x="77546" y="941325"/>
                  </a:lnTo>
                  <a:lnTo>
                    <a:pt x="77500" y="941558"/>
                  </a:lnTo>
                  <a:lnTo>
                    <a:pt x="76862" y="941185"/>
                  </a:lnTo>
                  <a:lnTo>
                    <a:pt x="76680" y="941698"/>
                  </a:lnTo>
                  <a:lnTo>
                    <a:pt x="77318" y="941837"/>
                  </a:lnTo>
                  <a:lnTo>
                    <a:pt x="77409" y="941977"/>
                  </a:lnTo>
                  <a:lnTo>
                    <a:pt x="77272" y="942163"/>
                  </a:lnTo>
                  <a:lnTo>
                    <a:pt x="76999" y="942257"/>
                  </a:lnTo>
                  <a:lnTo>
                    <a:pt x="76953" y="942583"/>
                  </a:lnTo>
                  <a:lnTo>
                    <a:pt x="77136" y="942583"/>
                  </a:lnTo>
                  <a:lnTo>
                    <a:pt x="77044" y="943049"/>
                  </a:lnTo>
                  <a:lnTo>
                    <a:pt x="77363" y="943142"/>
                  </a:lnTo>
                  <a:lnTo>
                    <a:pt x="77773" y="942490"/>
                  </a:lnTo>
                  <a:lnTo>
                    <a:pt x="77910" y="942303"/>
                  </a:lnTo>
                  <a:lnTo>
                    <a:pt x="78594" y="941604"/>
                  </a:lnTo>
                  <a:lnTo>
                    <a:pt x="78776" y="941931"/>
                  </a:lnTo>
                  <a:lnTo>
                    <a:pt x="77728" y="943142"/>
                  </a:lnTo>
                  <a:lnTo>
                    <a:pt x="77500" y="943375"/>
                  </a:lnTo>
                  <a:lnTo>
                    <a:pt x="77682" y="943514"/>
                  </a:lnTo>
                  <a:lnTo>
                    <a:pt x="77865" y="943701"/>
                  </a:lnTo>
                  <a:lnTo>
                    <a:pt x="77819" y="943934"/>
                  </a:lnTo>
                  <a:lnTo>
                    <a:pt x="78001" y="944120"/>
                  </a:lnTo>
                  <a:lnTo>
                    <a:pt x="78366" y="944306"/>
                  </a:lnTo>
                  <a:lnTo>
                    <a:pt x="78821" y="944399"/>
                  </a:lnTo>
                  <a:lnTo>
                    <a:pt x="78912" y="944120"/>
                  </a:lnTo>
                  <a:lnTo>
                    <a:pt x="78730" y="944120"/>
                  </a:lnTo>
                  <a:lnTo>
                    <a:pt x="78821" y="943980"/>
                  </a:lnTo>
                  <a:lnTo>
                    <a:pt x="78730" y="943654"/>
                  </a:lnTo>
                  <a:lnTo>
                    <a:pt x="78730" y="943421"/>
                  </a:lnTo>
                  <a:lnTo>
                    <a:pt x="78730" y="943188"/>
                  </a:lnTo>
                  <a:lnTo>
                    <a:pt x="78912" y="943002"/>
                  </a:lnTo>
                  <a:lnTo>
                    <a:pt x="79140" y="943188"/>
                  </a:lnTo>
                  <a:lnTo>
                    <a:pt x="78958" y="943794"/>
                  </a:lnTo>
                  <a:lnTo>
                    <a:pt x="79004" y="943934"/>
                  </a:lnTo>
                  <a:lnTo>
                    <a:pt x="79140" y="944213"/>
                  </a:lnTo>
                  <a:lnTo>
                    <a:pt x="79277" y="944073"/>
                  </a:lnTo>
                  <a:lnTo>
                    <a:pt x="79459" y="943747"/>
                  </a:lnTo>
                  <a:lnTo>
                    <a:pt x="79778" y="943840"/>
                  </a:lnTo>
                  <a:lnTo>
                    <a:pt x="79960" y="943794"/>
                  </a:lnTo>
                  <a:lnTo>
                    <a:pt x="80416" y="943049"/>
                  </a:lnTo>
                  <a:lnTo>
                    <a:pt x="80553" y="943095"/>
                  </a:lnTo>
                  <a:lnTo>
                    <a:pt x="80462" y="943514"/>
                  </a:lnTo>
                  <a:lnTo>
                    <a:pt x="80963" y="943934"/>
                  </a:lnTo>
                  <a:lnTo>
                    <a:pt x="80689" y="944260"/>
                  </a:lnTo>
                  <a:lnTo>
                    <a:pt x="80325" y="944213"/>
                  </a:lnTo>
                  <a:lnTo>
                    <a:pt x="80279" y="944493"/>
                  </a:lnTo>
                  <a:lnTo>
                    <a:pt x="80097" y="944819"/>
                  </a:lnTo>
                  <a:lnTo>
                    <a:pt x="79869" y="945191"/>
                  </a:lnTo>
                  <a:lnTo>
                    <a:pt x="79869" y="946542"/>
                  </a:lnTo>
                  <a:lnTo>
                    <a:pt x="80234" y="946962"/>
                  </a:lnTo>
                  <a:lnTo>
                    <a:pt x="80598" y="947101"/>
                  </a:lnTo>
                  <a:lnTo>
                    <a:pt x="81054" y="947288"/>
                  </a:lnTo>
                  <a:lnTo>
                    <a:pt x="81874" y="947427"/>
                  </a:lnTo>
                  <a:lnTo>
                    <a:pt x="82147" y="947474"/>
                  </a:lnTo>
                  <a:lnTo>
                    <a:pt x="82740" y="947521"/>
                  </a:lnTo>
                  <a:lnTo>
                    <a:pt x="83104" y="947521"/>
                  </a:lnTo>
                  <a:lnTo>
                    <a:pt x="83378" y="947521"/>
                  </a:lnTo>
                  <a:lnTo>
                    <a:pt x="83788" y="947521"/>
                  </a:lnTo>
                  <a:lnTo>
                    <a:pt x="83970" y="947521"/>
                  </a:lnTo>
                  <a:lnTo>
                    <a:pt x="84152" y="947148"/>
                  </a:lnTo>
                  <a:lnTo>
                    <a:pt x="84289" y="946822"/>
                  </a:lnTo>
                  <a:lnTo>
                    <a:pt x="84289" y="946449"/>
                  </a:lnTo>
                  <a:lnTo>
                    <a:pt x="84380" y="946170"/>
                  </a:lnTo>
                  <a:lnTo>
                    <a:pt x="84015" y="946077"/>
                  </a:lnTo>
                  <a:lnTo>
                    <a:pt x="83560" y="945890"/>
                  </a:lnTo>
                  <a:lnTo>
                    <a:pt x="83241" y="945750"/>
                  </a:lnTo>
                  <a:lnTo>
                    <a:pt x="83286" y="945378"/>
                  </a:lnTo>
                  <a:lnTo>
                    <a:pt x="83788" y="944912"/>
                  </a:lnTo>
                  <a:lnTo>
                    <a:pt x="83651" y="944539"/>
                  </a:lnTo>
                  <a:lnTo>
                    <a:pt x="83514" y="944260"/>
                  </a:lnTo>
                  <a:lnTo>
                    <a:pt x="83378" y="944260"/>
                  </a:lnTo>
                  <a:lnTo>
                    <a:pt x="83514" y="943840"/>
                  </a:lnTo>
                  <a:lnTo>
                    <a:pt x="83514" y="943561"/>
                  </a:lnTo>
                  <a:lnTo>
                    <a:pt x="83696" y="943468"/>
                  </a:lnTo>
                  <a:lnTo>
                    <a:pt x="84517" y="943514"/>
                  </a:lnTo>
                  <a:lnTo>
                    <a:pt x="84608" y="943701"/>
                  </a:lnTo>
                  <a:lnTo>
                    <a:pt x="84608" y="945517"/>
                  </a:lnTo>
                  <a:lnTo>
                    <a:pt x="84653" y="945704"/>
                  </a:lnTo>
                  <a:lnTo>
                    <a:pt x="84881" y="945797"/>
                  </a:lnTo>
                  <a:lnTo>
                    <a:pt x="85109" y="945750"/>
                  </a:lnTo>
                  <a:lnTo>
                    <a:pt x="85246" y="945564"/>
                  </a:lnTo>
                  <a:lnTo>
                    <a:pt x="85109" y="945285"/>
                  </a:lnTo>
                  <a:lnTo>
                    <a:pt x="85154" y="945098"/>
                  </a:lnTo>
                  <a:lnTo>
                    <a:pt x="85291" y="944446"/>
                  </a:lnTo>
                  <a:lnTo>
                    <a:pt x="85291" y="943980"/>
                  </a:lnTo>
                  <a:lnTo>
                    <a:pt x="85291" y="943561"/>
                  </a:lnTo>
                  <a:lnTo>
                    <a:pt x="85428" y="943375"/>
                  </a:lnTo>
                  <a:lnTo>
                    <a:pt x="85519" y="943235"/>
                  </a:lnTo>
                  <a:lnTo>
                    <a:pt x="85883" y="943281"/>
                  </a:lnTo>
                  <a:lnTo>
                    <a:pt x="86066" y="943514"/>
                  </a:lnTo>
                  <a:lnTo>
                    <a:pt x="86111" y="943840"/>
                  </a:lnTo>
                  <a:lnTo>
                    <a:pt x="86202" y="944306"/>
                  </a:lnTo>
                  <a:lnTo>
                    <a:pt x="86202" y="944493"/>
                  </a:lnTo>
                  <a:lnTo>
                    <a:pt x="86111" y="944958"/>
                  </a:lnTo>
                  <a:lnTo>
                    <a:pt x="85929" y="945471"/>
                  </a:lnTo>
                  <a:lnTo>
                    <a:pt x="85792" y="945611"/>
                  </a:lnTo>
                  <a:lnTo>
                    <a:pt x="85656" y="945704"/>
                  </a:lnTo>
                  <a:lnTo>
                    <a:pt x="85656" y="945890"/>
                  </a:lnTo>
                  <a:lnTo>
                    <a:pt x="85792" y="946030"/>
                  </a:lnTo>
                  <a:lnTo>
                    <a:pt x="85975" y="946123"/>
                  </a:lnTo>
                  <a:lnTo>
                    <a:pt x="86202" y="945238"/>
                  </a:lnTo>
                  <a:lnTo>
                    <a:pt x="86430" y="945238"/>
                  </a:lnTo>
                  <a:lnTo>
                    <a:pt x="86202" y="946403"/>
                  </a:lnTo>
                  <a:lnTo>
                    <a:pt x="86248" y="946729"/>
                  </a:lnTo>
                  <a:lnTo>
                    <a:pt x="86840" y="947614"/>
                  </a:lnTo>
                  <a:lnTo>
                    <a:pt x="87022" y="947660"/>
                  </a:lnTo>
                  <a:lnTo>
                    <a:pt x="87387" y="947660"/>
                  </a:lnTo>
                  <a:lnTo>
                    <a:pt x="87843" y="947660"/>
                  </a:lnTo>
                  <a:lnTo>
                    <a:pt x="88526" y="947427"/>
                  </a:lnTo>
                  <a:lnTo>
                    <a:pt x="89164" y="947195"/>
                  </a:lnTo>
                  <a:lnTo>
                    <a:pt x="90440" y="946589"/>
                  </a:lnTo>
                  <a:lnTo>
                    <a:pt x="91077" y="946030"/>
                  </a:lnTo>
                  <a:lnTo>
                    <a:pt x="91989" y="945564"/>
                  </a:lnTo>
                  <a:lnTo>
                    <a:pt x="92490" y="945238"/>
                  </a:lnTo>
                  <a:lnTo>
                    <a:pt x="92900" y="945052"/>
                  </a:lnTo>
                  <a:lnTo>
                    <a:pt x="93219" y="944912"/>
                  </a:lnTo>
                  <a:lnTo>
                    <a:pt x="92535" y="943514"/>
                  </a:lnTo>
                  <a:lnTo>
                    <a:pt x="92262" y="943142"/>
                  </a:lnTo>
                  <a:lnTo>
                    <a:pt x="91624" y="942862"/>
                  </a:lnTo>
                  <a:lnTo>
                    <a:pt x="91396" y="942350"/>
                  </a:lnTo>
                  <a:lnTo>
                    <a:pt x="91670" y="941511"/>
                  </a:lnTo>
                  <a:lnTo>
                    <a:pt x="91806" y="941278"/>
                  </a:lnTo>
                  <a:lnTo>
                    <a:pt x="92171" y="941418"/>
                  </a:lnTo>
                  <a:lnTo>
                    <a:pt x="92490" y="941418"/>
                  </a:lnTo>
                  <a:lnTo>
                    <a:pt x="92763" y="941465"/>
                  </a:lnTo>
                  <a:lnTo>
                    <a:pt x="92809" y="941604"/>
                  </a:lnTo>
                  <a:lnTo>
                    <a:pt x="92991" y="942024"/>
                  </a:lnTo>
                  <a:lnTo>
                    <a:pt x="93310" y="942909"/>
                  </a:lnTo>
                  <a:lnTo>
                    <a:pt x="92672" y="943142"/>
                  </a:lnTo>
                  <a:lnTo>
                    <a:pt x="93583" y="944726"/>
                  </a:lnTo>
                  <a:lnTo>
                    <a:pt x="94085" y="944353"/>
                  </a:lnTo>
                  <a:lnTo>
                    <a:pt x="94267" y="944213"/>
                  </a:lnTo>
                  <a:lnTo>
                    <a:pt x="94859" y="943840"/>
                  </a:lnTo>
                  <a:lnTo>
                    <a:pt x="94996" y="943654"/>
                  </a:lnTo>
                  <a:lnTo>
                    <a:pt x="95315" y="943421"/>
                  </a:lnTo>
                  <a:lnTo>
                    <a:pt x="95679" y="943049"/>
                  </a:lnTo>
                  <a:lnTo>
                    <a:pt x="96499" y="942443"/>
                  </a:lnTo>
                  <a:lnTo>
                    <a:pt x="97912" y="941325"/>
                  </a:lnTo>
                  <a:lnTo>
                    <a:pt x="98504" y="940626"/>
                  </a:lnTo>
                  <a:lnTo>
                    <a:pt x="99233" y="939788"/>
                  </a:lnTo>
                  <a:lnTo>
                    <a:pt x="100190" y="939042"/>
                  </a:lnTo>
                  <a:lnTo>
                    <a:pt x="100691" y="938483"/>
                  </a:lnTo>
                  <a:lnTo>
                    <a:pt x="101374" y="937831"/>
                  </a:lnTo>
                  <a:lnTo>
                    <a:pt x="101693" y="937319"/>
                  </a:lnTo>
                  <a:lnTo>
                    <a:pt x="101693" y="936760"/>
                  </a:lnTo>
                  <a:lnTo>
                    <a:pt x="101739" y="936527"/>
                  </a:lnTo>
                  <a:lnTo>
                    <a:pt x="101466" y="936014"/>
                  </a:lnTo>
                  <a:lnTo>
                    <a:pt x="101329" y="935735"/>
                  </a:lnTo>
                  <a:lnTo>
                    <a:pt x="101101" y="935595"/>
                  </a:lnTo>
                  <a:lnTo>
                    <a:pt x="100964" y="935362"/>
                  </a:lnTo>
                  <a:lnTo>
                    <a:pt x="100828" y="935176"/>
                  </a:lnTo>
                  <a:lnTo>
                    <a:pt x="100645" y="935036"/>
                  </a:lnTo>
                  <a:lnTo>
                    <a:pt x="100418" y="934896"/>
                  </a:lnTo>
                  <a:lnTo>
                    <a:pt x="100099" y="934757"/>
                  </a:lnTo>
                  <a:lnTo>
                    <a:pt x="99962" y="934663"/>
                  </a:lnTo>
                  <a:lnTo>
                    <a:pt x="99734" y="934198"/>
                  </a:lnTo>
                  <a:lnTo>
                    <a:pt x="99598" y="934058"/>
                  </a:lnTo>
                  <a:lnTo>
                    <a:pt x="99461" y="933825"/>
                  </a:lnTo>
                  <a:lnTo>
                    <a:pt x="99415" y="933685"/>
                  </a:lnTo>
                  <a:lnTo>
                    <a:pt x="98686" y="933732"/>
                  </a:lnTo>
                  <a:lnTo>
                    <a:pt x="98322" y="932847"/>
                  </a:lnTo>
                  <a:lnTo>
                    <a:pt x="98869" y="932008"/>
                  </a:lnTo>
                  <a:lnTo>
                    <a:pt x="101056" y="931123"/>
                  </a:lnTo>
                  <a:lnTo>
                    <a:pt x="102696" y="932753"/>
                  </a:lnTo>
                  <a:lnTo>
                    <a:pt x="103197" y="932940"/>
                  </a:lnTo>
                  <a:lnTo>
                    <a:pt x="103744" y="933080"/>
                  </a:lnTo>
                  <a:lnTo>
                    <a:pt x="104290" y="933452"/>
                  </a:lnTo>
                  <a:lnTo>
                    <a:pt x="104518" y="933592"/>
                  </a:lnTo>
                  <a:lnTo>
                    <a:pt x="104792" y="933732"/>
                  </a:lnTo>
                  <a:lnTo>
                    <a:pt x="104974" y="933732"/>
                  </a:lnTo>
                  <a:lnTo>
                    <a:pt x="105247" y="933406"/>
                  </a:lnTo>
                  <a:lnTo>
                    <a:pt x="105612" y="932986"/>
                  </a:lnTo>
                  <a:lnTo>
                    <a:pt x="105840" y="932707"/>
                  </a:lnTo>
                  <a:lnTo>
                    <a:pt x="106477" y="931962"/>
                  </a:lnTo>
                  <a:lnTo>
                    <a:pt x="107024" y="931309"/>
                  </a:lnTo>
                  <a:lnTo>
                    <a:pt x="107343" y="930937"/>
                  </a:lnTo>
                  <a:lnTo>
                    <a:pt x="107799" y="930378"/>
                  </a:lnTo>
                  <a:lnTo>
                    <a:pt x="108163" y="929958"/>
                  </a:lnTo>
                  <a:lnTo>
                    <a:pt x="108664" y="929306"/>
                  </a:lnTo>
                  <a:lnTo>
                    <a:pt x="108254" y="928840"/>
                  </a:lnTo>
                  <a:lnTo>
                    <a:pt x="108026" y="928607"/>
                  </a:lnTo>
                  <a:lnTo>
                    <a:pt x="107616" y="928188"/>
                  </a:lnTo>
                  <a:lnTo>
                    <a:pt x="107206" y="927722"/>
                  </a:lnTo>
                  <a:lnTo>
                    <a:pt x="107024" y="927489"/>
                  </a:lnTo>
                  <a:lnTo>
                    <a:pt x="106523" y="927024"/>
                  </a:lnTo>
                  <a:lnTo>
                    <a:pt x="105429" y="926884"/>
                  </a:lnTo>
                  <a:lnTo>
                    <a:pt x="105429" y="926558"/>
                  </a:lnTo>
                  <a:lnTo>
                    <a:pt x="106614" y="926651"/>
                  </a:lnTo>
                  <a:lnTo>
                    <a:pt x="106796" y="926837"/>
                  </a:lnTo>
                  <a:lnTo>
                    <a:pt x="107571" y="927676"/>
                  </a:lnTo>
                  <a:lnTo>
                    <a:pt x="108345" y="928514"/>
                  </a:lnTo>
                  <a:lnTo>
                    <a:pt x="109166" y="927676"/>
                  </a:lnTo>
                  <a:lnTo>
                    <a:pt x="109530" y="927303"/>
                  </a:lnTo>
                  <a:lnTo>
                    <a:pt x="110760" y="925766"/>
                  </a:lnTo>
                  <a:lnTo>
                    <a:pt x="110806" y="925207"/>
                  </a:lnTo>
                  <a:lnTo>
                    <a:pt x="111125" y="924508"/>
                  </a:lnTo>
                  <a:lnTo>
                    <a:pt x="112081" y="923576"/>
                  </a:lnTo>
                  <a:lnTo>
                    <a:pt x="112583" y="923157"/>
                  </a:lnTo>
                  <a:lnTo>
                    <a:pt x="113038" y="922039"/>
                  </a:lnTo>
                  <a:lnTo>
                    <a:pt x="113175" y="921247"/>
                  </a:lnTo>
                  <a:lnTo>
                    <a:pt x="113221" y="921061"/>
                  </a:lnTo>
                  <a:lnTo>
                    <a:pt x="113357" y="920828"/>
                  </a:lnTo>
                  <a:lnTo>
                    <a:pt x="114587" y="918685"/>
                  </a:lnTo>
                  <a:lnTo>
                    <a:pt x="115909" y="915704"/>
                  </a:lnTo>
                  <a:lnTo>
                    <a:pt x="116045" y="914772"/>
                  </a:lnTo>
                  <a:lnTo>
                    <a:pt x="116364" y="914446"/>
                  </a:lnTo>
                  <a:lnTo>
                    <a:pt x="116592" y="913561"/>
                  </a:lnTo>
                  <a:lnTo>
                    <a:pt x="117367" y="911232"/>
                  </a:lnTo>
                  <a:lnTo>
                    <a:pt x="118004" y="909415"/>
                  </a:lnTo>
                  <a:lnTo>
                    <a:pt x="117959" y="908809"/>
                  </a:lnTo>
                  <a:lnTo>
                    <a:pt x="115407" y="908064"/>
                  </a:lnTo>
                  <a:lnTo>
                    <a:pt x="115453" y="907691"/>
                  </a:lnTo>
                  <a:lnTo>
                    <a:pt x="115635" y="907505"/>
                  </a:lnTo>
                  <a:lnTo>
                    <a:pt x="116957" y="907878"/>
                  </a:lnTo>
                  <a:lnTo>
                    <a:pt x="118551" y="908390"/>
                  </a:lnTo>
                  <a:lnTo>
                    <a:pt x="119007" y="908530"/>
                  </a:lnTo>
                  <a:lnTo>
                    <a:pt x="119326" y="908250"/>
                  </a:lnTo>
                  <a:lnTo>
                    <a:pt x="119371" y="907831"/>
                  </a:lnTo>
                  <a:lnTo>
                    <a:pt x="119508" y="907598"/>
                  </a:lnTo>
                  <a:lnTo>
                    <a:pt x="120100" y="907086"/>
                  </a:lnTo>
                  <a:lnTo>
                    <a:pt x="120328" y="906666"/>
                  </a:lnTo>
                  <a:lnTo>
                    <a:pt x="120510" y="906247"/>
                  </a:lnTo>
                  <a:lnTo>
                    <a:pt x="120602" y="906107"/>
                  </a:lnTo>
                  <a:lnTo>
                    <a:pt x="120738" y="905548"/>
                  </a:lnTo>
                  <a:lnTo>
                    <a:pt x="120966" y="905036"/>
                  </a:lnTo>
                  <a:lnTo>
                    <a:pt x="121376" y="904197"/>
                  </a:lnTo>
                  <a:lnTo>
                    <a:pt x="121467" y="904058"/>
                  </a:lnTo>
                  <a:lnTo>
                    <a:pt x="122059" y="902893"/>
                  </a:lnTo>
                  <a:lnTo>
                    <a:pt x="123609" y="900238"/>
                  </a:lnTo>
                  <a:lnTo>
                    <a:pt x="124201" y="898887"/>
                  </a:lnTo>
                  <a:lnTo>
                    <a:pt x="124839" y="896884"/>
                  </a:lnTo>
                  <a:lnTo>
                    <a:pt x="125158" y="896185"/>
                  </a:lnTo>
                  <a:lnTo>
                    <a:pt x="125431" y="895486"/>
                  </a:lnTo>
                  <a:lnTo>
                    <a:pt x="125477" y="894787"/>
                  </a:lnTo>
                  <a:lnTo>
                    <a:pt x="125659" y="894368"/>
                  </a:lnTo>
                  <a:lnTo>
                    <a:pt x="125750" y="894089"/>
                  </a:lnTo>
                  <a:lnTo>
                    <a:pt x="125887" y="893669"/>
                  </a:lnTo>
                  <a:lnTo>
                    <a:pt x="125841" y="892645"/>
                  </a:lnTo>
                  <a:lnTo>
                    <a:pt x="126114" y="891759"/>
                  </a:lnTo>
                  <a:lnTo>
                    <a:pt x="126206" y="890781"/>
                  </a:lnTo>
                  <a:lnTo>
                    <a:pt x="126160" y="890502"/>
                  </a:lnTo>
                  <a:lnTo>
                    <a:pt x="126433" y="890222"/>
                  </a:lnTo>
                  <a:lnTo>
                    <a:pt x="126297" y="888918"/>
                  </a:lnTo>
                  <a:lnTo>
                    <a:pt x="126206" y="886821"/>
                  </a:lnTo>
                  <a:lnTo>
                    <a:pt x="126069" y="885564"/>
                  </a:lnTo>
                  <a:lnTo>
                    <a:pt x="125704" y="883840"/>
                  </a:lnTo>
                  <a:lnTo>
                    <a:pt x="125659" y="883328"/>
                  </a:lnTo>
                  <a:lnTo>
                    <a:pt x="125568" y="882443"/>
                  </a:lnTo>
                  <a:lnTo>
                    <a:pt x="125477" y="881045"/>
                  </a:lnTo>
                  <a:lnTo>
                    <a:pt x="125340" y="880346"/>
                  </a:lnTo>
                  <a:lnTo>
                    <a:pt x="125340" y="879834"/>
                  </a:lnTo>
                  <a:lnTo>
                    <a:pt x="125203" y="879089"/>
                  </a:lnTo>
                  <a:lnTo>
                    <a:pt x="125158" y="877924"/>
                  </a:lnTo>
                  <a:lnTo>
                    <a:pt x="124839" y="876200"/>
                  </a:lnTo>
                  <a:lnTo>
                    <a:pt x="124657" y="875269"/>
                  </a:lnTo>
                  <a:lnTo>
                    <a:pt x="124565" y="874197"/>
                  </a:lnTo>
                  <a:lnTo>
                    <a:pt x="123928" y="871682"/>
                  </a:lnTo>
                  <a:lnTo>
                    <a:pt x="123791" y="870797"/>
                  </a:lnTo>
                  <a:lnTo>
                    <a:pt x="123609" y="868002"/>
                  </a:lnTo>
                  <a:lnTo>
                    <a:pt x="123563" y="865067"/>
                  </a:lnTo>
                  <a:lnTo>
                    <a:pt x="123517" y="863716"/>
                  </a:lnTo>
                  <a:lnTo>
                    <a:pt x="123472" y="862831"/>
                  </a:lnTo>
                  <a:lnTo>
                    <a:pt x="123517" y="861899"/>
                  </a:lnTo>
                  <a:lnTo>
                    <a:pt x="123563" y="861619"/>
                  </a:lnTo>
                  <a:lnTo>
                    <a:pt x="123609" y="860036"/>
                  </a:lnTo>
                  <a:lnTo>
                    <a:pt x="123745" y="858871"/>
                  </a:lnTo>
                  <a:lnTo>
                    <a:pt x="124155" y="857613"/>
                  </a:lnTo>
                  <a:lnTo>
                    <a:pt x="124520" y="856588"/>
                  </a:lnTo>
                  <a:lnTo>
                    <a:pt x="124702" y="855750"/>
                  </a:lnTo>
                  <a:lnTo>
                    <a:pt x="124565" y="855377"/>
                  </a:lnTo>
                  <a:lnTo>
                    <a:pt x="124246" y="855191"/>
                  </a:lnTo>
                  <a:lnTo>
                    <a:pt x="124064" y="855144"/>
                  </a:lnTo>
                  <a:lnTo>
                    <a:pt x="123928" y="855098"/>
                  </a:lnTo>
                  <a:lnTo>
                    <a:pt x="123973" y="854818"/>
                  </a:lnTo>
                  <a:lnTo>
                    <a:pt x="124474" y="854678"/>
                  </a:lnTo>
                  <a:lnTo>
                    <a:pt x="124611" y="854492"/>
                  </a:lnTo>
                  <a:lnTo>
                    <a:pt x="124839" y="854026"/>
                  </a:lnTo>
                  <a:lnTo>
                    <a:pt x="125203" y="853234"/>
                  </a:lnTo>
                  <a:lnTo>
                    <a:pt x="125067" y="852582"/>
                  </a:lnTo>
                  <a:lnTo>
                    <a:pt x="124657" y="852442"/>
                  </a:lnTo>
                  <a:lnTo>
                    <a:pt x="124292" y="852303"/>
                  </a:lnTo>
                  <a:lnTo>
                    <a:pt x="124201" y="852163"/>
                  </a:lnTo>
                  <a:lnTo>
                    <a:pt x="124201" y="851977"/>
                  </a:lnTo>
                  <a:lnTo>
                    <a:pt x="124702" y="851604"/>
                  </a:lnTo>
                  <a:lnTo>
                    <a:pt x="124930" y="851278"/>
                  </a:lnTo>
                  <a:lnTo>
                    <a:pt x="124611" y="850672"/>
                  </a:lnTo>
                  <a:lnTo>
                    <a:pt x="124155" y="850160"/>
                  </a:lnTo>
                  <a:lnTo>
                    <a:pt x="124201" y="849368"/>
                  </a:lnTo>
                  <a:lnTo>
                    <a:pt x="124748" y="849135"/>
                  </a:lnTo>
                  <a:lnTo>
                    <a:pt x="124930" y="848529"/>
                  </a:lnTo>
                  <a:lnTo>
                    <a:pt x="125067" y="847132"/>
                  </a:lnTo>
                  <a:lnTo>
                    <a:pt x="124884" y="846200"/>
                  </a:lnTo>
                  <a:lnTo>
                    <a:pt x="124520" y="846014"/>
                  </a:lnTo>
                  <a:lnTo>
                    <a:pt x="124201" y="846014"/>
                  </a:lnTo>
                  <a:lnTo>
                    <a:pt x="123472" y="845827"/>
                  </a:lnTo>
                  <a:lnTo>
                    <a:pt x="123517" y="845455"/>
                  </a:lnTo>
                  <a:lnTo>
                    <a:pt x="123745" y="844942"/>
                  </a:lnTo>
                  <a:lnTo>
                    <a:pt x="123928" y="843405"/>
                  </a:lnTo>
                  <a:lnTo>
                    <a:pt x="124246" y="842147"/>
                  </a:lnTo>
                  <a:lnTo>
                    <a:pt x="124839" y="840610"/>
                  </a:lnTo>
                  <a:lnTo>
                    <a:pt x="125203" y="839585"/>
                  </a:lnTo>
                  <a:lnTo>
                    <a:pt x="126069" y="838374"/>
                  </a:lnTo>
                  <a:lnTo>
                    <a:pt x="126114" y="836604"/>
                  </a:lnTo>
                  <a:lnTo>
                    <a:pt x="126114" y="836231"/>
                  </a:lnTo>
                  <a:lnTo>
                    <a:pt x="126433" y="834973"/>
                  </a:lnTo>
                  <a:lnTo>
                    <a:pt x="126525" y="834694"/>
                  </a:lnTo>
                  <a:lnTo>
                    <a:pt x="126707" y="833949"/>
                  </a:lnTo>
                  <a:lnTo>
                    <a:pt x="126661" y="833250"/>
                  </a:lnTo>
                  <a:lnTo>
                    <a:pt x="126935" y="832458"/>
                  </a:lnTo>
                  <a:lnTo>
                    <a:pt x="127162" y="831945"/>
                  </a:lnTo>
                  <a:lnTo>
                    <a:pt x="127436" y="831340"/>
                  </a:lnTo>
                  <a:lnTo>
                    <a:pt x="127618" y="830827"/>
                  </a:lnTo>
                  <a:lnTo>
                    <a:pt x="127983" y="830035"/>
                  </a:lnTo>
                  <a:lnTo>
                    <a:pt x="128347" y="829663"/>
                  </a:lnTo>
                  <a:lnTo>
                    <a:pt x="128393" y="829523"/>
                  </a:lnTo>
                  <a:lnTo>
                    <a:pt x="128484" y="829244"/>
                  </a:lnTo>
                  <a:lnTo>
                    <a:pt x="128529" y="829057"/>
                  </a:lnTo>
                  <a:lnTo>
                    <a:pt x="128575" y="828824"/>
                  </a:lnTo>
                  <a:lnTo>
                    <a:pt x="128939" y="828731"/>
                  </a:lnTo>
                  <a:lnTo>
                    <a:pt x="129213" y="828452"/>
                  </a:lnTo>
                  <a:lnTo>
                    <a:pt x="129304" y="828219"/>
                  </a:lnTo>
                  <a:lnTo>
                    <a:pt x="129304" y="827660"/>
                  </a:lnTo>
                  <a:lnTo>
                    <a:pt x="129623" y="827566"/>
                  </a:lnTo>
                  <a:lnTo>
                    <a:pt x="129942" y="827520"/>
                  </a:lnTo>
                  <a:lnTo>
                    <a:pt x="130261" y="827240"/>
                  </a:lnTo>
                  <a:lnTo>
                    <a:pt x="130352" y="827101"/>
                  </a:lnTo>
                  <a:lnTo>
                    <a:pt x="131035" y="826495"/>
                  </a:lnTo>
                  <a:lnTo>
                    <a:pt x="131536" y="826216"/>
                  </a:lnTo>
                  <a:lnTo>
                    <a:pt x="132174" y="825284"/>
                  </a:lnTo>
                  <a:lnTo>
                    <a:pt x="132721" y="823980"/>
                  </a:lnTo>
                  <a:lnTo>
                    <a:pt x="133313" y="822582"/>
                  </a:lnTo>
                  <a:lnTo>
                    <a:pt x="133495" y="821324"/>
                  </a:lnTo>
                  <a:lnTo>
                    <a:pt x="133678" y="820113"/>
                  </a:lnTo>
                  <a:lnTo>
                    <a:pt x="133541" y="819973"/>
                  </a:lnTo>
                  <a:lnTo>
                    <a:pt x="133541" y="819787"/>
                  </a:lnTo>
                  <a:lnTo>
                    <a:pt x="133678" y="819694"/>
                  </a:lnTo>
                  <a:lnTo>
                    <a:pt x="133723" y="819507"/>
                  </a:lnTo>
                  <a:lnTo>
                    <a:pt x="133723" y="819135"/>
                  </a:lnTo>
                  <a:lnTo>
                    <a:pt x="133632" y="818389"/>
                  </a:lnTo>
                  <a:lnTo>
                    <a:pt x="133495" y="817691"/>
                  </a:lnTo>
                  <a:lnTo>
                    <a:pt x="133313" y="817038"/>
                  </a:lnTo>
                  <a:lnTo>
                    <a:pt x="132812" y="816666"/>
                  </a:lnTo>
                  <a:lnTo>
                    <a:pt x="131764" y="816573"/>
                  </a:lnTo>
                  <a:lnTo>
                    <a:pt x="131172" y="816526"/>
                  </a:lnTo>
                  <a:lnTo>
                    <a:pt x="130215" y="816386"/>
                  </a:lnTo>
                  <a:lnTo>
                    <a:pt x="129987" y="816433"/>
                  </a:lnTo>
                  <a:lnTo>
                    <a:pt x="129030" y="816619"/>
                  </a:lnTo>
                  <a:lnTo>
                    <a:pt x="127755" y="816433"/>
                  </a:lnTo>
                  <a:lnTo>
                    <a:pt x="127390" y="816060"/>
                  </a:lnTo>
                  <a:lnTo>
                    <a:pt x="127527" y="815641"/>
                  </a:lnTo>
                  <a:lnTo>
                    <a:pt x="127846" y="815408"/>
                  </a:lnTo>
                  <a:lnTo>
                    <a:pt x="128393" y="815315"/>
                  </a:lnTo>
                  <a:lnTo>
                    <a:pt x="128712" y="815315"/>
                  </a:lnTo>
                  <a:lnTo>
                    <a:pt x="129122" y="815315"/>
                  </a:lnTo>
                  <a:lnTo>
                    <a:pt x="129532" y="815501"/>
                  </a:lnTo>
                  <a:lnTo>
                    <a:pt x="130580" y="815688"/>
                  </a:lnTo>
                  <a:lnTo>
                    <a:pt x="132174" y="815781"/>
                  </a:lnTo>
                  <a:lnTo>
                    <a:pt x="133131" y="815641"/>
                  </a:lnTo>
                  <a:lnTo>
                    <a:pt x="133268" y="815408"/>
                  </a:lnTo>
                  <a:lnTo>
                    <a:pt x="133906" y="814197"/>
                  </a:lnTo>
                  <a:lnTo>
                    <a:pt x="134179" y="813358"/>
                  </a:lnTo>
                  <a:lnTo>
                    <a:pt x="134316" y="812706"/>
                  </a:lnTo>
                  <a:lnTo>
                    <a:pt x="134862" y="808886"/>
                  </a:lnTo>
                  <a:lnTo>
                    <a:pt x="134726" y="804274"/>
                  </a:lnTo>
                  <a:lnTo>
                    <a:pt x="134316" y="802411"/>
                  </a:lnTo>
                  <a:lnTo>
                    <a:pt x="134042" y="801899"/>
                  </a:lnTo>
                  <a:lnTo>
                    <a:pt x="133678" y="799709"/>
                  </a:lnTo>
                  <a:lnTo>
                    <a:pt x="133404" y="797007"/>
                  </a:lnTo>
                  <a:lnTo>
                    <a:pt x="133268" y="794445"/>
                  </a:lnTo>
                  <a:lnTo>
                    <a:pt x="133131" y="791091"/>
                  </a:lnTo>
                  <a:lnTo>
                    <a:pt x="133997" y="788808"/>
                  </a:lnTo>
                  <a:lnTo>
                    <a:pt x="135181" y="782566"/>
                  </a:lnTo>
                  <a:lnTo>
                    <a:pt x="135956" y="780004"/>
                  </a:lnTo>
                  <a:lnTo>
                    <a:pt x="135865" y="779445"/>
                  </a:lnTo>
                  <a:lnTo>
                    <a:pt x="135318" y="776184"/>
                  </a:lnTo>
                  <a:lnTo>
                    <a:pt x="134771" y="772318"/>
                  </a:lnTo>
                  <a:lnTo>
                    <a:pt x="132812" y="765237"/>
                  </a:lnTo>
                  <a:lnTo>
                    <a:pt x="132402" y="764072"/>
                  </a:lnTo>
                  <a:lnTo>
                    <a:pt x="131491" y="762488"/>
                  </a:lnTo>
                  <a:lnTo>
                    <a:pt x="131400" y="762302"/>
                  </a:lnTo>
                  <a:lnTo>
                    <a:pt x="131172" y="761929"/>
                  </a:lnTo>
                  <a:lnTo>
                    <a:pt x="130625" y="760346"/>
                  </a:lnTo>
                  <a:lnTo>
                    <a:pt x="130033" y="758249"/>
                  </a:lnTo>
                  <a:lnTo>
                    <a:pt x="128484" y="754802"/>
                  </a:lnTo>
                  <a:lnTo>
                    <a:pt x="127664" y="753125"/>
                  </a:lnTo>
                  <a:lnTo>
                    <a:pt x="127026" y="751681"/>
                  </a:lnTo>
                  <a:lnTo>
                    <a:pt x="126616" y="750703"/>
                  </a:lnTo>
                  <a:lnTo>
                    <a:pt x="126342" y="749818"/>
                  </a:lnTo>
                  <a:lnTo>
                    <a:pt x="125613" y="749165"/>
                  </a:lnTo>
                  <a:lnTo>
                    <a:pt x="125294" y="748047"/>
                  </a:lnTo>
                  <a:lnTo>
                    <a:pt x="125294" y="746929"/>
                  </a:lnTo>
                  <a:lnTo>
                    <a:pt x="124155" y="744786"/>
                  </a:lnTo>
                  <a:lnTo>
                    <a:pt x="122196" y="741060"/>
                  </a:lnTo>
                  <a:lnTo>
                    <a:pt x="120510" y="737426"/>
                  </a:lnTo>
                  <a:lnTo>
                    <a:pt x="118779" y="733979"/>
                  </a:lnTo>
                  <a:lnTo>
                    <a:pt x="117777" y="732442"/>
                  </a:lnTo>
                  <a:lnTo>
                    <a:pt x="117002" y="731044"/>
                  </a:lnTo>
                  <a:lnTo>
                    <a:pt x="115544" y="728901"/>
                  </a:lnTo>
                  <a:lnTo>
                    <a:pt x="113904" y="727131"/>
                  </a:lnTo>
                  <a:lnTo>
                    <a:pt x="113949" y="726898"/>
                  </a:lnTo>
                  <a:lnTo>
                    <a:pt x="113312" y="725873"/>
                  </a:lnTo>
                  <a:lnTo>
                    <a:pt x="112218" y="724942"/>
                  </a:lnTo>
                  <a:lnTo>
                    <a:pt x="111535" y="723358"/>
                  </a:lnTo>
                  <a:lnTo>
                    <a:pt x="111444" y="723125"/>
                  </a:lnTo>
                  <a:lnTo>
                    <a:pt x="110715" y="721541"/>
                  </a:lnTo>
                  <a:lnTo>
                    <a:pt x="109849" y="720609"/>
                  </a:lnTo>
                  <a:lnTo>
                    <a:pt x="108437" y="719911"/>
                  </a:lnTo>
                  <a:lnTo>
                    <a:pt x="108345" y="719724"/>
                  </a:lnTo>
                  <a:lnTo>
                    <a:pt x="107844" y="719258"/>
                  </a:lnTo>
                  <a:lnTo>
                    <a:pt x="107525" y="718839"/>
                  </a:lnTo>
                  <a:lnTo>
                    <a:pt x="107206" y="718606"/>
                  </a:lnTo>
                  <a:lnTo>
                    <a:pt x="106933" y="718327"/>
                  </a:lnTo>
                  <a:lnTo>
                    <a:pt x="106386" y="717628"/>
                  </a:lnTo>
                  <a:lnTo>
                    <a:pt x="106113" y="717022"/>
                  </a:lnTo>
                  <a:lnTo>
                    <a:pt x="105566" y="716091"/>
                  </a:lnTo>
                  <a:lnTo>
                    <a:pt x="105019" y="715345"/>
                  </a:lnTo>
                  <a:lnTo>
                    <a:pt x="104199" y="714227"/>
                  </a:lnTo>
                  <a:lnTo>
                    <a:pt x="102969" y="713575"/>
                  </a:lnTo>
                  <a:lnTo>
                    <a:pt x="102559" y="713342"/>
                  </a:lnTo>
                  <a:lnTo>
                    <a:pt x="102422" y="713296"/>
                  </a:lnTo>
                  <a:lnTo>
                    <a:pt x="101739" y="712923"/>
                  </a:lnTo>
                  <a:lnTo>
                    <a:pt x="101466" y="712783"/>
                  </a:lnTo>
                  <a:lnTo>
                    <a:pt x="99780" y="711525"/>
                  </a:lnTo>
                  <a:lnTo>
                    <a:pt x="99187" y="710966"/>
                  </a:lnTo>
                  <a:lnTo>
                    <a:pt x="98595" y="710221"/>
                  </a:lnTo>
                  <a:lnTo>
                    <a:pt x="98231" y="709522"/>
                  </a:lnTo>
                  <a:lnTo>
                    <a:pt x="98140" y="709010"/>
                  </a:lnTo>
                  <a:lnTo>
                    <a:pt x="98140" y="708125"/>
                  </a:lnTo>
                  <a:lnTo>
                    <a:pt x="98322" y="707053"/>
                  </a:lnTo>
                  <a:lnTo>
                    <a:pt x="98094" y="706308"/>
                  </a:lnTo>
                  <a:lnTo>
                    <a:pt x="97957" y="705423"/>
                  </a:lnTo>
                  <a:lnTo>
                    <a:pt x="97730" y="704864"/>
                  </a:lnTo>
                  <a:lnTo>
                    <a:pt x="97502" y="704305"/>
                  </a:lnTo>
                  <a:lnTo>
                    <a:pt x="97137" y="703886"/>
                  </a:lnTo>
                  <a:lnTo>
                    <a:pt x="96636" y="703699"/>
                  </a:lnTo>
                  <a:lnTo>
                    <a:pt x="96226" y="703792"/>
                  </a:lnTo>
                  <a:lnTo>
                    <a:pt x="95770" y="704025"/>
                  </a:lnTo>
                  <a:lnTo>
                    <a:pt x="95224" y="703979"/>
                  </a:lnTo>
                  <a:lnTo>
                    <a:pt x="94950" y="703560"/>
                  </a:lnTo>
                  <a:lnTo>
                    <a:pt x="94586" y="703466"/>
                  </a:lnTo>
                  <a:lnTo>
                    <a:pt x="94221" y="703327"/>
                  </a:lnTo>
                  <a:lnTo>
                    <a:pt x="93948" y="703047"/>
                  </a:lnTo>
                  <a:lnTo>
                    <a:pt x="93492" y="702674"/>
                  </a:lnTo>
                  <a:lnTo>
                    <a:pt x="93082" y="702348"/>
                  </a:lnTo>
                  <a:lnTo>
                    <a:pt x="92581" y="702255"/>
                  </a:lnTo>
                  <a:lnTo>
                    <a:pt x="92217" y="702302"/>
                  </a:lnTo>
                  <a:lnTo>
                    <a:pt x="91715" y="702255"/>
                  </a:lnTo>
                  <a:lnTo>
                    <a:pt x="91396" y="702069"/>
                  </a:lnTo>
                  <a:lnTo>
                    <a:pt x="91260" y="701603"/>
                  </a:lnTo>
                  <a:lnTo>
                    <a:pt x="91943" y="701091"/>
                  </a:lnTo>
                  <a:lnTo>
                    <a:pt x="92125" y="701044"/>
                  </a:lnTo>
                  <a:lnTo>
                    <a:pt x="93492" y="700718"/>
                  </a:lnTo>
                  <a:lnTo>
                    <a:pt x="94130" y="700485"/>
                  </a:lnTo>
                  <a:lnTo>
                    <a:pt x="94176" y="699973"/>
                  </a:lnTo>
                  <a:lnTo>
                    <a:pt x="94039" y="698296"/>
                  </a:lnTo>
                  <a:lnTo>
                    <a:pt x="93948" y="697737"/>
                  </a:lnTo>
                  <a:lnTo>
                    <a:pt x="93766" y="697457"/>
                  </a:lnTo>
                  <a:lnTo>
                    <a:pt x="93538" y="697084"/>
                  </a:lnTo>
                  <a:lnTo>
                    <a:pt x="93447" y="696572"/>
                  </a:lnTo>
                  <a:lnTo>
                    <a:pt x="93356" y="696013"/>
                  </a:lnTo>
                  <a:lnTo>
                    <a:pt x="93082" y="695640"/>
                  </a:lnTo>
                  <a:lnTo>
                    <a:pt x="92763" y="695361"/>
                  </a:lnTo>
                  <a:lnTo>
                    <a:pt x="92490" y="695035"/>
                  </a:lnTo>
                  <a:lnTo>
                    <a:pt x="92080" y="693963"/>
                  </a:lnTo>
                  <a:lnTo>
                    <a:pt x="91806" y="693497"/>
                  </a:lnTo>
                  <a:lnTo>
                    <a:pt x="91533" y="693218"/>
                  </a:lnTo>
                  <a:lnTo>
                    <a:pt x="91305" y="692752"/>
                  </a:lnTo>
                  <a:lnTo>
                    <a:pt x="91305" y="692379"/>
                  </a:lnTo>
                  <a:lnTo>
                    <a:pt x="91351" y="691960"/>
                  </a:lnTo>
                  <a:lnTo>
                    <a:pt x="91214" y="691634"/>
                  </a:lnTo>
                  <a:lnTo>
                    <a:pt x="90667" y="691261"/>
                  </a:lnTo>
                  <a:lnTo>
                    <a:pt x="90121" y="690609"/>
                  </a:lnTo>
                  <a:lnTo>
                    <a:pt x="89756" y="689817"/>
                  </a:lnTo>
                  <a:lnTo>
                    <a:pt x="89483" y="689258"/>
                  </a:lnTo>
                  <a:lnTo>
                    <a:pt x="89346" y="688559"/>
                  </a:lnTo>
                  <a:lnTo>
                    <a:pt x="88936" y="688327"/>
                  </a:lnTo>
                  <a:lnTo>
                    <a:pt x="88754" y="688094"/>
                  </a:lnTo>
                  <a:lnTo>
                    <a:pt x="88389" y="687628"/>
                  </a:lnTo>
                  <a:lnTo>
                    <a:pt x="88253" y="687302"/>
                  </a:lnTo>
                  <a:lnTo>
                    <a:pt x="87979" y="687069"/>
                  </a:lnTo>
                  <a:lnTo>
                    <a:pt x="87706" y="687022"/>
                  </a:lnTo>
                  <a:lnTo>
                    <a:pt x="87159" y="686976"/>
                  </a:lnTo>
                  <a:lnTo>
                    <a:pt x="86931" y="686929"/>
                  </a:lnTo>
                  <a:lnTo>
                    <a:pt x="86521" y="686789"/>
                  </a:lnTo>
                  <a:lnTo>
                    <a:pt x="85929" y="686463"/>
                  </a:lnTo>
                  <a:lnTo>
                    <a:pt x="85610" y="686277"/>
                  </a:lnTo>
                  <a:lnTo>
                    <a:pt x="85337" y="686184"/>
                  </a:lnTo>
                  <a:lnTo>
                    <a:pt x="85018" y="686044"/>
                  </a:lnTo>
                  <a:lnTo>
                    <a:pt x="84836" y="685951"/>
                  </a:lnTo>
                  <a:lnTo>
                    <a:pt x="84608" y="685764"/>
                  </a:lnTo>
                  <a:lnTo>
                    <a:pt x="84425" y="685578"/>
                  </a:lnTo>
                  <a:lnTo>
                    <a:pt x="84289" y="685392"/>
                  </a:lnTo>
                  <a:lnTo>
                    <a:pt x="84107" y="685299"/>
                  </a:lnTo>
                  <a:lnTo>
                    <a:pt x="83924" y="684926"/>
                  </a:lnTo>
                  <a:lnTo>
                    <a:pt x="83605" y="684507"/>
                  </a:lnTo>
                  <a:lnTo>
                    <a:pt x="83514" y="684041"/>
                  </a:lnTo>
                  <a:lnTo>
                    <a:pt x="83423" y="683808"/>
                  </a:lnTo>
                  <a:lnTo>
                    <a:pt x="83469" y="683435"/>
                  </a:lnTo>
                  <a:lnTo>
                    <a:pt x="83605" y="683202"/>
                  </a:lnTo>
                  <a:lnTo>
                    <a:pt x="83605" y="682876"/>
                  </a:lnTo>
                  <a:lnTo>
                    <a:pt x="83560" y="682457"/>
                  </a:lnTo>
                  <a:lnTo>
                    <a:pt x="83560" y="682084"/>
                  </a:lnTo>
                  <a:lnTo>
                    <a:pt x="83651" y="681898"/>
                  </a:lnTo>
                  <a:lnTo>
                    <a:pt x="83696" y="681618"/>
                  </a:lnTo>
                  <a:lnTo>
                    <a:pt x="83696" y="681292"/>
                  </a:lnTo>
                  <a:lnTo>
                    <a:pt x="83742" y="680687"/>
                  </a:lnTo>
                  <a:lnTo>
                    <a:pt x="83879" y="680174"/>
                  </a:lnTo>
                  <a:lnTo>
                    <a:pt x="83924" y="679988"/>
                  </a:lnTo>
                  <a:lnTo>
                    <a:pt x="83970" y="679848"/>
                  </a:lnTo>
                  <a:lnTo>
                    <a:pt x="84015" y="679522"/>
                  </a:lnTo>
                  <a:lnTo>
                    <a:pt x="83879" y="679243"/>
                  </a:lnTo>
                  <a:lnTo>
                    <a:pt x="83788" y="678963"/>
                  </a:lnTo>
                  <a:lnTo>
                    <a:pt x="83378" y="678358"/>
                  </a:lnTo>
                  <a:lnTo>
                    <a:pt x="83195" y="678171"/>
                  </a:lnTo>
                  <a:lnTo>
                    <a:pt x="83104" y="677938"/>
                  </a:lnTo>
                  <a:lnTo>
                    <a:pt x="83013" y="677752"/>
                  </a:lnTo>
                  <a:lnTo>
                    <a:pt x="82876" y="677612"/>
                  </a:lnTo>
                  <a:lnTo>
                    <a:pt x="82603" y="677333"/>
                  </a:lnTo>
                  <a:lnTo>
                    <a:pt x="82466" y="677007"/>
                  </a:lnTo>
                  <a:lnTo>
                    <a:pt x="82466" y="676681"/>
                  </a:lnTo>
                  <a:lnTo>
                    <a:pt x="82466" y="676354"/>
                  </a:lnTo>
                  <a:lnTo>
                    <a:pt x="82421" y="676168"/>
                  </a:lnTo>
                  <a:lnTo>
                    <a:pt x="82193" y="675935"/>
                  </a:lnTo>
                  <a:lnTo>
                    <a:pt x="82011" y="675795"/>
                  </a:lnTo>
                  <a:lnTo>
                    <a:pt x="81783" y="675749"/>
                  </a:lnTo>
                  <a:lnTo>
                    <a:pt x="81646" y="675516"/>
                  </a:lnTo>
                  <a:lnTo>
                    <a:pt x="81601" y="675283"/>
                  </a:lnTo>
                  <a:lnTo>
                    <a:pt x="81601" y="675050"/>
                  </a:lnTo>
                  <a:lnTo>
                    <a:pt x="81464" y="674910"/>
                  </a:lnTo>
                  <a:lnTo>
                    <a:pt x="81145" y="674817"/>
                  </a:lnTo>
                  <a:lnTo>
                    <a:pt x="80872" y="674584"/>
                  </a:lnTo>
                  <a:lnTo>
                    <a:pt x="80781" y="674351"/>
                  </a:lnTo>
                  <a:lnTo>
                    <a:pt x="80689" y="674025"/>
                  </a:lnTo>
                  <a:lnTo>
                    <a:pt x="80735" y="673653"/>
                  </a:lnTo>
                  <a:lnTo>
                    <a:pt x="80963" y="673140"/>
                  </a:lnTo>
                  <a:lnTo>
                    <a:pt x="80917" y="672861"/>
                  </a:lnTo>
                  <a:lnTo>
                    <a:pt x="80826" y="672674"/>
                  </a:lnTo>
                  <a:lnTo>
                    <a:pt x="80553" y="672441"/>
                  </a:lnTo>
                  <a:lnTo>
                    <a:pt x="80234" y="672348"/>
                  </a:lnTo>
                  <a:lnTo>
                    <a:pt x="79915" y="672022"/>
                  </a:lnTo>
                  <a:lnTo>
                    <a:pt x="79596" y="671649"/>
                  </a:lnTo>
                  <a:lnTo>
                    <a:pt x="79368" y="671370"/>
                  </a:lnTo>
                  <a:lnTo>
                    <a:pt x="79095" y="671184"/>
                  </a:lnTo>
                  <a:lnTo>
                    <a:pt x="78912" y="671137"/>
                  </a:lnTo>
                  <a:lnTo>
                    <a:pt x="78685" y="671184"/>
                  </a:lnTo>
                  <a:lnTo>
                    <a:pt x="78457" y="671323"/>
                  </a:lnTo>
                  <a:lnTo>
                    <a:pt x="78092" y="670997"/>
                  </a:lnTo>
                  <a:lnTo>
                    <a:pt x="77956" y="670811"/>
                  </a:lnTo>
                  <a:lnTo>
                    <a:pt x="77910" y="670578"/>
                  </a:lnTo>
                  <a:lnTo>
                    <a:pt x="77728" y="670298"/>
                  </a:lnTo>
                  <a:lnTo>
                    <a:pt x="77409" y="670159"/>
                  </a:lnTo>
                  <a:lnTo>
                    <a:pt x="77227" y="669879"/>
                  </a:lnTo>
                  <a:lnTo>
                    <a:pt x="77090" y="669600"/>
                  </a:lnTo>
                  <a:lnTo>
                    <a:pt x="76908" y="669367"/>
                  </a:lnTo>
                  <a:lnTo>
                    <a:pt x="76680" y="669320"/>
                  </a:lnTo>
                  <a:lnTo>
                    <a:pt x="76452" y="669227"/>
                  </a:lnTo>
                  <a:lnTo>
                    <a:pt x="76315" y="669180"/>
                  </a:lnTo>
                  <a:lnTo>
                    <a:pt x="76042" y="669087"/>
                  </a:lnTo>
                  <a:lnTo>
                    <a:pt x="75723" y="668948"/>
                  </a:lnTo>
                  <a:lnTo>
                    <a:pt x="75450" y="668808"/>
                  </a:lnTo>
                  <a:lnTo>
                    <a:pt x="75222" y="668808"/>
                  </a:lnTo>
                  <a:lnTo>
                    <a:pt x="74903" y="668761"/>
                  </a:lnTo>
                  <a:lnTo>
                    <a:pt x="74584" y="668668"/>
                  </a:lnTo>
                  <a:lnTo>
                    <a:pt x="74265" y="668575"/>
                  </a:lnTo>
                  <a:lnTo>
                    <a:pt x="73901" y="668389"/>
                  </a:lnTo>
                  <a:lnTo>
                    <a:pt x="73582" y="668016"/>
                  </a:lnTo>
                  <a:lnTo>
                    <a:pt x="73400" y="667736"/>
                  </a:lnTo>
                  <a:lnTo>
                    <a:pt x="73172" y="667131"/>
                  </a:lnTo>
                  <a:lnTo>
                    <a:pt x="72989" y="666898"/>
                  </a:lnTo>
                  <a:lnTo>
                    <a:pt x="72716" y="666618"/>
                  </a:lnTo>
                  <a:lnTo>
                    <a:pt x="72078" y="665966"/>
                  </a:lnTo>
                  <a:lnTo>
                    <a:pt x="71896" y="665640"/>
                  </a:lnTo>
                  <a:lnTo>
                    <a:pt x="71668" y="665267"/>
                  </a:lnTo>
                  <a:lnTo>
                    <a:pt x="71440" y="664941"/>
                  </a:lnTo>
                  <a:lnTo>
                    <a:pt x="71213" y="664662"/>
                  </a:lnTo>
                  <a:lnTo>
                    <a:pt x="71167" y="664289"/>
                  </a:lnTo>
                  <a:lnTo>
                    <a:pt x="71121" y="664056"/>
                  </a:lnTo>
                  <a:lnTo>
                    <a:pt x="71167" y="663777"/>
                  </a:lnTo>
                  <a:lnTo>
                    <a:pt x="71304" y="663544"/>
                  </a:lnTo>
                  <a:lnTo>
                    <a:pt x="71486" y="663404"/>
                  </a:lnTo>
                  <a:lnTo>
                    <a:pt x="71850" y="663171"/>
                  </a:lnTo>
                  <a:lnTo>
                    <a:pt x="71942" y="662938"/>
                  </a:lnTo>
                  <a:lnTo>
                    <a:pt x="71942" y="662752"/>
                  </a:lnTo>
                  <a:lnTo>
                    <a:pt x="71805" y="662519"/>
                  </a:lnTo>
                  <a:lnTo>
                    <a:pt x="71714" y="662333"/>
                  </a:lnTo>
                  <a:lnTo>
                    <a:pt x="71577" y="661960"/>
                  </a:lnTo>
                  <a:lnTo>
                    <a:pt x="71623" y="661727"/>
                  </a:lnTo>
                  <a:lnTo>
                    <a:pt x="71577" y="661494"/>
                  </a:lnTo>
                  <a:lnTo>
                    <a:pt x="71440" y="661215"/>
                  </a:lnTo>
                  <a:lnTo>
                    <a:pt x="71258" y="661028"/>
                  </a:lnTo>
                  <a:lnTo>
                    <a:pt x="71076" y="660888"/>
                  </a:lnTo>
                  <a:lnTo>
                    <a:pt x="70894" y="660842"/>
                  </a:lnTo>
                  <a:lnTo>
                    <a:pt x="70620" y="660795"/>
                  </a:lnTo>
                  <a:lnTo>
                    <a:pt x="70392" y="660656"/>
                  </a:lnTo>
                  <a:lnTo>
                    <a:pt x="70210" y="660516"/>
                  </a:lnTo>
                  <a:lnTo>
                    <a:pt x="69937" y="660376"/>
                  </a:lnTo>
                  <a:lnTo>
                    <a:pt x="69891" y="660143"/>
                  </a:lnTo>
                  <a:lnTo>
                    <a:pt x="70028" y="659864"/>
                  </a:lnTo>
                  <a:lnTo>
                    <a:pt x="70347" y="659724"/>
                  </a:lnTo>
                  <a:lnTo>
                    <a:pt x="70392" y="659538"/>
                  </a:lnTo>
                  <a:lnTo>
                    <a:pt x="70347" y="659258"/>
                  </a:lnTo>
                  <a:lnTo>
                    <a:pt x="70256" y="659118"/>
                  </a:lnTo>
                  <a:lnTo>
                    <a:pt x="70074" y="658979"/>
                  </a:lnTo>
                  <a:lnTo>
                    <a:pt x="69937" y="658792"/>
                  </a:lnTo>
                  <a:lnTo>
                    <a:pt x="69846" y="658606"/>
                  </a:lnTo>
                  <a:lnTo>
                    <a:pt x="69846" y="658140"/>
                  </a:lnTo>
                  <a:lnTo>
                    <a:pt x="69800" y="657767"/>
                  </a:lnTo>
                  <a:lnTo>
                    <a:pt x="69663" y="657441"/>
                  </a:lnTo>
                  <a:lnTo>
                    <a:pt x="69481" y="657162"/>
                  </a:lnTo>
                  <a:lnTo>
                    <a:pt x="69162" y="656882"/>
                  </a:lnTo>
                  <a:lnTo>
                    <a:pt x="68980" y="656789"/>
                  </a:lnTo>
                  <a:lnTo>
                    <a:pt x="68616" y="656649"/>
                  </a:lnTo>
                  <a:lnTo>
                    <a:pt x="68342" y="656603"/>
                  </a:lnTo>
                  <a:lnTo>
                    <a:pt x="68114" y="656556"/>
                  </a:lnTo>
                  <a:lnTo>
                    <a:pt x="67932" y="656416"/>
                  </a:lnTo>
                  <a:lnTo>
                    <a:pt x="67887" y="656183"/>
                  </a:lnTo>
                  <a:lnTo>
                    <a:pt x="67750" y="655997"/>
                  </a:lnTo>
                  <a:lnTo>
                    <a:pt x="67704" y="655764"/>
                  </a:lnTo>
                  <a:lnTo>
                    <a:pt x="67841" y="655578"/>
                  </a:lnTo>
                  <a:lnTo>
                    <a:pt x="68069" y="655438"/>
                  </a:lnTo>
                  <a:lnTo>
                    <a:pt x="68160" y="655252"/>
                  </a:lnTo>
                  <a:lnTo>
                    <a:pt x="68297" y="654972"/>
                  </a:lnTo>
                  <a:lnTo>
                    <a:pt x="68433" y="654693"/>
                  </a:lnTo>
                  <a:lnTo>
                    <a:pt x="68251" y="654320"/>
                  </a:lnTo>
                  <a:lnTo>
                    <a:pt x="68023" y="653947"/>
                  </a:lnTo>
                  <a:lnTo>
                    <a:pt x="67795" y="653715"/>
                  </a:lnTo>
                  <a:lnTo>
                    <a:pt x="67476" y="653342"/>
                  </a:lnTo>
                  <a:lnTo>
                    <a:pt x="67249" y="652876"/>
                  </a:lnTo>
                  <a:lnTo>
                    <a:pt x="66839" y="651711"/>
                  </a:lnTo>
                  <a:lnTo>
                    <a:pt x="66702" y="651478"/>
                  </a:lnTo>
                  <a:lnTo>
                    <a:pt x="65836" y="650314"/>
                  </a:lnTo>
                  <a:lnTo>
                    <a:pt x="65381" y="649336"/>
                  </a:lnTo>
                  <a:lnTo>
                    <a:pt x="65107" y="648916"/>
                  </a:lnTo>
                  <a:lnTo>
                    <a:pt x="64971" y="648777"/>
                  </a:lnTo>
                  <a:lnTo>
                    <a:pt x="64834" y="648590"/>
                  </a:lnTo>
                  <a:lnTo>
                    <a:pt x="64287" y="648357"/>
                  </a:lnTo>
                  <a:lnTo>
                    <a:pt x="63832" y="647845"/>
                  </a:lnTo>
                  <a:lnTo>
                    <a:pt x="63740" y="647519"/>
                  </a:lnTo>
                  <a:lnTo>
                    <a:pt x="63421" y="646960"/>
                  </a:lnTo>
                  <a:lnTo>
                    <a:pt x="63194" y="646494"/>
                  </a:lnTo>
                  <a:lnTo>
                    <a:pt x="62875" y="646028"/>
                  </a:lnTo>
                  <a:lnTo>
                    <a:pt x="62510" y="645702"/>
                  </a:lnTo>
                  <a:lnTo>
                    <a:pt x="62191" y="645609"/>
                  </a:lnTo>
                  <a:lnTo>
                    <a:pt x="61964" y="645376"/>
                  </a:lnTo>
                  <a:lnTo>
                    <a:pt x="61690" y="645050"/>
                  </a:lnTo>
                  <a:lnTo>
                    <a:pt x="61371" y="644631"/>
                  </a:lnTo>
                  <a:lnTo>
                    <a:pt x="61098" y="644444"/>
                  </a:lnTo>
                  <a:lnTo>
                    <a:pt x="60916" y="644211"/>
                  </a:lnTo>
                  <a:lnTo>
                    <a:pt x="60642" y="643978"/>
                  </a:lnTo>
                  <a:lnTo>
                    <a:pt x="60095" y="643606"/>
                  </a:lnTo>
                  <a:lnTo>
                    <a:pt x="59458" y="643233"/>
                  </a:lnTo>
                  <a:lnTo>
                    <a:pt x="59321" y="643000"/>
                  </a:lnTo>
                  <a:lnTo>
                    <a:pt x="59139" y="642767"/>
                  </a:lnTo>
                  <a:lnTo>
                    <a:pt x="58820" y="642395"/>
                  </a:lnTo>
                  <a:lnTo>
                    <a:pt x="58592" y="642069"/>
                  </a:lnTo>
                  <a:lnTo>
                    <a:pt x="58410" y="641696"/>
                  </a:lnTo>
                  <a:lnTo>
                    <a:pt x="57863" y="641137"/>
                  </a:lnTo>
                  <a:lnTo>
                    <a:pt x="57453" y="640857"/>
                  </a:lnTo>
                  <a:lnTo>
                    <a:pt x="57134" y="640671"/>
                  </a:lnTo>
                  <a:lnTo>
                    <a:pt x="56724" y="640438"/>
                  </a:lnTo>
                  <a:lnTo>
                    <a:pt x="56542" y="640205"/>
                  </a:lnTo>
                  <a:lnTo>
                    <a:pt x="56314" y="640019"/>
                  </a:lnTo>
                  <a:lnTo>
                    <a:pt x="55813" y="639320"/>
                  </a:lnTo>
                  <a:lnTo>
                    <a:pt x="55585" y="639041"/>
                  </a:lnTo>
                  <a:lnTo>
                    <a:pt x="55311" y="638854"/>
                  </a:lnTo>
                  <a:lnTo>
                    <a:pt x="55084" y="638435"/>
                  </a:lnTo>
                  <a:lnTo>
                    <a:pt x="55038" y="638109"/>
                  </a:lnTo>
                  <a:lnTo>
                    <a:pt x="54947" y="637923"/>
                  </a:lnTo>
                  <a:lnTo>
                    <a:pt x="54901" y="637690"/>
                  </a:lnTo>
                  <a:lnTo>
                    <a:pt x="54674" y="637643"/>
                  </a:lnTo>
                  <a:lnTo>
                    <a:pt x="54765" y="637364"/>
                  </a:lnTo>
                  <a:lnTo>
                    <a:pt x="54810" y="637131"/>
                  </a:lnTo>
                  <a:lnTo>
                    <a:pt x="54810" y="636944"/>
                  </a:lnTo>
                  <a:lnTo>
                    <a:pt x="54856" y="636618"/>
                  </a:lnTo>
                  <a:lnTo>
                    <a:pt x="54810" y="636432"/>
                  </a:lnTo>
                  <a:lnTo>
                    <a:pt x="54719" y="636292"/>
                  </a:lnTo>
                  <a:lnTo>
                    <a:pt x="54583" y="635826"/>
                  </a:lnTo>
                  <a:lnTo>
                    <a:pt x="54583" y="635640"/>
                  </a:lnTo>
                  <a:lnTo>
                    <a:pt x="54674" y="635454"/>
                  </a:lnTo>
                  <a:lnTo>
                    <a:pt x="54674" y="635314"/>
                  </a:lnTo>
                  <a:lnTo>
                    <a:pt x="54719" y="635081"/>
                  </a:lnTo>
                  <a:lnTo>
                    <a:pt x="54719" y="634755"/>
                  </a:lnTo>
                  <a:lnTo>
                    <a:pt x="54309" y="634429"/>
                  </a:lnTo>
                  <a:lnTo>
                    <a:pt x="54036" y="634242"/>
                  </a:lnTo>
                  <a:lnTo>
                    <a:pt x="53762" y="634196"/>
                  </a:lnTo>
                  <a:lnTo>
                    <a:pt x="53443" y="634196"/>
                  </a:lnTo>
                  <a:lnTo>
                    <a:pt x="53307" y="634103"/>
                  </a:lnTo>
                  <a:lnTo>
                    <a:pt x="53125" y="633916"/>
                  </a:lnTo>
                  <a:lnTo>
                    <a:pt x="52942" y="633730"/>
                  </a:lnTo>
                  <a:lnTo>
                    <a:pt x="52942" y="633497"/>
                  </a:lnTo>
                  <a:lnTo>
                    <a:pt x="53033" y="633218"/>
                  </a:lnTo>
                  <a:lnTo>
                    <a:pt x="53079" y="632891"/>
                  </a:lnTo>
                  <a:lnTo>
                    <a:pt x="52897" y="632798"/>
                  </a:lnTo>
                  <a:lnTo>
                    <a:pt x="52623" y="632752"/>
                  </a:lnTo>
                  <a:lnTo>
                    <a:pt x="52441" y="632659"/>
                  </a:lnTo>
                  <a:lnTo>
                    <a:pt x="52304" y="632519"/>
                  </a:lnTo>
                  <a:lnTo>
                    <a:pt x="52168" y="632332"/>
                  </a:lnTo>
                  <a:lnTo>
                    <a:pt x="52031" y="632193"/>
                  </a:lnTo>
                  <a:lnTo>
                    <a:pt x="51849" y="631913"/>
                  </a:lnTo>
                  <a:lnTo>
                    <a:pt x="51575" y="631587"/>
                  </a:lnTo>
                  <a:lnTo>
                    <a:pt x="51393" y="631401"/>
                  </a:lnTo>
                  <a:lnTo>
                    <a:pt x="51120" y="631028"/>
                  </a:lnTo>
                  <a:lnTo>
                    <a:pt x="50846" y="630609"/>
                  </a:lnTo>
                  <a:lnTo>
                    <a:pt x="50619" y="630143"/>
                  </a:lnTo>
                  <a:lnTo>
                    <a:pt x="50482" y="629863"/>
                  </a:lnTo>
                  <a:lnTo>
                    <a:pt x="50436" y="629631"/>
                  </a:lnTo>
                  <a:lnTo>
                    <a:pt x="50300" y="629398"/>
                  </a:lnTo>
                  <a:lnTo>
                    <a:pt x="50163" y="629304"/>
                  </a:lnTo>
                  <a:lnTo>
                    <a:pt x="50117" y="628978"/>
                  </a:lnTo>
                  <a:lnTo>
                    <a:pt x="50072" y="628466"/>
                  </a:lnTo>
                  <a:lnTo>
                    <a:pt x="49890" y="627581"/>
                  </a:lnTo>
                  <a:lnTo>
                    <a:pt x="49662" y="627022"/>
                  </a:lnTo>
                  <a:lnTo>
                    <a:pt x="49434" y="626556"/>
                  </a:lnTo>
                  <a:lnTo>
                    <a:pt x="49297" y="626323"/>
                  </a:lnTo>
                  <a:lnTo>
                    <a:pt x="48978" y="626090"/>
                  </a:lnTo>
                  <a:lnTo>
                    <a:pt x="48751" y="625904"/>
                  </a:lnTo>
                  <a:lnTo>
                    <a:pt x="48523" y="625764"/>
                  </a:lnTo>
                  <a:lnTo>
                    <a:pt x="48341" y="625717"/>
                  </a:lnTo>
                  <a:lnTo>
                    <a:pt x="48113" y="625671"/>
                  </a:lnTo>
                  <a:lnTo>
                    <a:pt x="47885" y="625485"/>
                  </a:lnTo>
                  <a:lnTo>
                    <a:pt x="47748" y="625438"/>
                  </a:lnTo>
                  <a:lnTo>
                    <a:pt x="47612" y="625298"/>
                  </a:lnTo>
                  <a:lnTo>
                    <a:pt x="47429" y="625112"/>
                  </a:lnTo>
                  <a:lnTo>
                    <a:pt x="47201" y="624926"/>
                  </a:lnTo>
                  <a:lnTo>
                    <a:pt x="47065" y="624786"/>
                  </a:lnTo>
                  <a:lnTo>
                    <a:pt x="46746" y="624553"/>
                  </a:lnTo>
                  <a:lnTo>
                    <a:pt x="46427" y="624273"/>
                  </a:lnTo>
                  <a:lnTo>
                    <a:pt x="46154" y="623994"/>
                  </a:lnTo>
                  <a:lnTo>
                    <a:pt x="45880" y="623714"/>
                  </a:lnTo>
                  <a:lnTo>
                    <a:pt x="45561" y="623342"/>
                  </a:lnTo>
                  <a:lnTo>
                    <a:pt x="45425" y="623062"/>
                  </a:lnTo>
                  <a:lnTo>
                    <a:pt x="45242" y="622829"/>
                  </a:lnTo>
                  <a:lnTo>
                    <a:pt x="45106" y="622736"/>
                  </a:lnTo>
                  <a:lnTo>
                    <a:pt x="45106" y="622550"/>
                  </a:lnTo>
                  <a:lnTo>
                    <a:pt x="45015" y="622363"/>
                  </a:lnTo>
                  <a:lnTo>
                    <a:pt x="44832" y="622084"/>
                  </a:lnTo>
                  <a:lnTo>
                    <a:pt x="44650" y="621711"/>
                  </a:lnTo>
                  <a:lnTo>
                    <a:pt x="44240" y="620640"/>
                  </a:lnTo>
                  <a:lnTo>
                    <a:pt x="43921" y="619382"/>
                  </a:lnTo>
                  <a:lnTo>
                    <a:pt x="43602" y="617845"/>
                  </a:lnTo>
                  <a:lnTo>
                    <a:pt x="43283" y="617239"/>
                  </a:lnTo>
                  <a:lnTo>
                    <a:pt x="42873" y="616820"/>
                  </a:lnTo>
                  <a:lnTo>
                    <a:pt x="42600" y="616540"/>
                  </a:lnTo>
                  <a:lnTo>
                    <a:pt x="41415" y="615329"/>
                  </a:lnTo>
                  <a:lnTo>
                    <a:pt x="40914" y="614491"/>
                  </a:lnTo>
                  <a:lnTo>
                    <a:pt x="40367" y="613839"/>
                  </a:lnTo>
                  <a:lnTo>
                    <a:pt x="39593" y="613233"/>
                  </a:lnTo>
                  <a:lnTo>
                    <a:pt x="39000" y="612814"/>
                  </a:lnTo>
                  <a:lnTo>
                    <a:pt x="38180" y="612534"/>
                  </a:lnTo>
                  <a:lnTo>
                    <a:pt x="37178" y="612022"/>
                  </a:lnTo>
                  <a:lnTo>
                    <a:pt x="36449" y="611463"/>
                  </a:lnTo>
                  <a:lnTo>
                    <a:pt x="35765" y="610764"/>
                  </a:lnTo>
                  <a:lnTo>
                    <a:pt x="35264" y="609972"/>
                  </a:lnTo>
                  <a:lnTo>
                    <a:pt x="34672" y="608668"/>
                  </a:lnTo>
                  <a:lnTo>
                    <a:pt x="34444" y="607596"/>
                  </a:lnTo>
                  <a:lnTo>
                    <a:pt x="33897" y="606851"/>
                  </a:lnTo>
                  <a:lnTo>
                    <a:pt x="32439" y="605360"/>
                  </a:lnTo>
                  <a:lnTo>
                    <a:pt x="31437" y="604382"/>
                  </a:lnTo>
                  <a:lnTo>
                    <a:pt x="30799" y="603776"/>
                  </a:lnTo>
                  <a:lnTo>
                    <a:pt x="29250" y="602425"/>
                  </a:lnTo>
                  <a:lnTo>
                    <a:pt x="28521" y="601447"/>
                  </a:lnTo>
                  <a:lnTo>
                    <a:pt x="27792" y="601214"/>
                  </a:lnTo>
                  <a:lnTo>
                    <a:pt x="27063" y="600702"/>
                  </a:lnTo>
                  <a:lnTo>
                    <a:pt x="26699" y="600376"/>
                  </a:lnTo>
                  <a:lnTo>
                    <a:pt x="25833" y="600050"/>
                  </a:lnTo>
                  <a:lnTo>
                    <a:pt x="24967" y="599444"/>
                  </a:lnTo>
                  <a:lnTo>
                    <a:pt x="24238" y="599025"/>
                  </a:lnTo>
                  <a:lnTo>
                    <a:pt x="23418" y="598606"/>
                  </a:lnTo>
                  <a:lnTo>
                    <a:pt x="23190" y="598279"/>
                  </a:lnTo>
                  <a:lnTo>
                    <a:pt x="23054" y="597767"/>
                  </a:lnTo>
                  <a:lnTo>
                    <a:pt x="22689" y="597348"/>
                  </a:lnTo>
                  <a:lnTo>
                    <a:pt x="22461" y="597115"/>
                  </a:lnTo>
                  <a:lnTo>
                    <a:pt x="22234" y="596789"/>
                  </a:lnTo>
                  <a:lnTo>
                    <a:pt x="21915" y="596556"/>
                  </a:lnTo>
                  <a:lnTo>
                    <a:pt x="21596" y="596183"/>
                  </a:lnTo>
                  <a:lnTo>
                    <a:pt x="21231" y="595764"/>
                  </a:lnTo>
                  <a:lnTo>
                    <a:pt x="21095" y="595345"/>
                  </a:lnTo>
                  <a:lnTo>
                    <a:pt x="20912" y="595158"/>
                  </a:lnTo>
                  <a:lnTo>
                    <a:pt x="20685" y="594879"/>
                  </a:lnTo>
                  <a:lnTo>
                    <a:pt x="20639" y="594739"/>
                  </a:lnTo>
                  <a:lnTo>
                    <a:pt x="20411" y="594366"/>
                  </a:lnTo>
                  <a:lnTo>
                    <a:pt x="19864" y="593854"/>
                  </a:lnTo>
                  <a:lnTo>
                    <a:pt x="19500" y="593714"/>
                  </a:lnTo>
                  <a:lnTo>
                    <a:pt x="19272" y="593574"/>
                  </a:lnTo>
                  <a:lnTo>
                    <a:pt x="19044" y="593435"/>
                  </a:lnTo>
                  <a:lnTo>
                    <a:pt x="18953" y="593248"/>
                  </a:lnTo>
                  <a:lnTo>
                    <a:pt x="18771" y="593109"/>
                  </a:lnTo>
                  <a:lnTo>
                    <a:pt x="18498" y="593062"/>
                  </a:lnTo>
                  <a:lnTo>
                    <a:pt x="18224" y="593109"/>
                  </a:lnTo>
                  <a:lnTo>
                    <a:pt x="17723" y="593342"/>
                  </a:lnTo>
                  <a:lnTo>
                    <a:pt x="17586" y="593481"/>
                  </a:lnTo>
                  <a:lnTo>
                    <a:pt x="17359" y="593668"/>
                  </a:lnTo>
                  <a:lnTo>
                    <a:pt x="17131" y="593761"/>
                  </a:lnTo>
                  <a:lnTo>
                    <a:pt x="16994" y="593854"/>
                  </a:lnTo>
                  <a:lnTo>
                    <a:pt x="16812" y="593994"/>
                  </a:lnTo>
                  <a:lnTo>
                    <a:pt x="16630" y="594087"/>
                  </a:lnTo>
                  <a:lnTo>
                    <a:pt x="16493" y="594087"/>
                  </a:lnTo>
                  <a:lnTo>
                    <a:pt x="16219" y="594040"/>
                  </a:lnTo>
                  <a:lnTo>
                    <a:pt x="16219" y="593714"/>
                  </a:lnTo>
                  <a:lnTo>
                    <a:pt x="16402" y="593668"/>
                  </a:lnTo>
                  <a:lnTo>
                    <a:pt x="16630" y="593481"/>
                  </a:lnTo>
                  <a:lnTo>
                    <a:pt x="17404" y="593015"/>
                  </a:lnTo>
                  <a:lnTo>
                    <a:pt x="17176" y="592876"/>
                  </a:lnTo>
                  <a:lnTo>
                    <a:pt x="16857" y="592829"/>
                  </a:lnTo>
                  <a:lnTo>
                    <a:pt x="16857" y="592643"/>
                  </a:lnTo>
                  <a:lnTo>
                    <a:pt x="16948" y="592410"/>
                  </a:lnTo>
                  <a:lnTo>
                    <a:pt x="17176" y="592270"/>
                  </a:lnTo>
                  <a:lnTo>
                    <a:pt x="17404" y="592223"/>
                  </a:lnTo>
                  <a:lnTo>
                    <a:pt x="17677" y="591944"/>
                  </a:lnTo>
                  <a:lnTo>
                    <a:pt x="17814" y="591758"/>
                  </a:lnTo>
                  <a:lnTo>
                    <a:pt x="17905" y="591478"/>
                  </a:lnTo>
                  <a:lnTo>
                    <a:pt x="17996" y="591199"/>
                  </a:lnTo>
                  <a:lnTo>
                    <a:pt x="18042" y="590873"/>
                  </a:lnTo>
                  <a:lnTo>
                    <a:pt x="17996" y="590593"/>
                  </a:lnTo>
                  <a:lnTo>
                    <a:pt x="17996" y="590174"/>
                  </a:lnTo>
                  <a:lnTo>
                    <a:pt x="17860" y="589848"/>
                  </a:lnTo>
                  <a:lnTo>
                    <a:pt x="17769" y="589428"/>
                  </a:lnTo>
                  <a:lnTo>
                    <a:pt x="17723" y="589009"/>
                  </a:lnTo>
                  <a:lnTo>
                    <a:pt x="17586" y="588543"/>
                  </a:lnTo>
                  <a:lnTo>
                    <a:pt x="17359" y="588310"/>
                  </a:lnTo>
                  <a:lnTo>
                    <a:pt x="17085" y="588171"/>
                  </a:lnTo>
                  <a:lnTo>
                    <a:pt x="16857" y="588031"/>
                  </a:lnTo>
                  <a:lnTo>
                    <a:pt x="16630" y="588031"/>
                  </a:lnTo>
                  <a:lnTo>
                    <a:pt x="16447" y="587891"/>
                  </a:lnTo>
                  <a:lnTo>
                    <a:pt x="16447" y="587658"/>
                  </a:lnTo>
                  <a:lnTo>
                    <a:pt x="16675" y="587565"/>
                  </a:lnTo>
                  <a:lnTo>
                    <a:pt x="16812" y="587379"/>
                  </a:lnTo>
                  <a:lnTo>
                    <a:pt x="16994" y="587146"/>
                  </a:lnTo>
                  <a:lnTo>
                    <a:pt x="17176" y="587006"/>
                  </a:lnTo>
                  <a:lnTo>
                    <a:pt x="17541" y="586773"/>
                  </a:lnTo>
                  <a:lnTo>
                    <a:pt x="17632" y="586633"/>
                  </a:lnTo>
                  <a:lnTo>
                    <a:pt x="17541" y="586494"/>
                  </a:lnTo>
                  <a:lnTo>
                    <a:pt x="17313" y="586354"/>
                  </a:lnTo>
                  <a:lnTo>
                    <a:pt x="17085" y="586307"/>
                  </a:lnTo>
                  <a:lnTo>
                    <a:pt x="16994" y="586121"/>
                  </a:lnTo>
                  <a:lnTo>
                    <a:pt x="16630" y="585748"/>
                  </a:lnTo>
                  <a:lnTo>
                    <a:pt x="16402" y="585562"/>
                  </a:lnTo>
                  <a:lnTo>
                    <a:pt x="16265" y="585469"/>
                  </a:lnTo>
                  <a:lnTo>
                    <a:pt x="15992" y="585376"/>
                  </a:lnTo>
                  <a:lnTo>
                    <a:pt x="15764" y="585329"/>
                  </a:lnTo>
                  <a:lnTo>
                    <a:pt x="15491" y="585050"/>
                  </a:lnTo>
                  <a:lnTo>
                    <a:pt x="15354" y="584956"/>
                  </a:lnTo>
                  <a:lnTo>
                    <a:pt x="15308" y="584770"/>
                  </a:lnTo>
                  <a:lnTo>
                    <a:pt x="15445" y="584630"/>
                  </a:lnTo>
                  <a:lnTo>
                    <a:pt x="18953" y="584723"/>
                  </a:lnTo>
                  <a:lnTo>
                    <a:pt x="21459" y="584351"/>
                  </a:lnTo>
                  <a:lnTo>
                    <a:pt x="24648" y="583233"/>
                  </a:lnTo>
                  <a:lnTo>
                    <a:pt x="28749" y="580997"/>
                  </a:lnTo>
                  <a:lnTo>
                    <a:pt x="33214" y="578015"/>
                  </a:lnTo>
                  <a:lnTo>
                    <a:pt x="37497" y="574615"/>
                  </a:lnTo>
                  <a:lnTo>
                    <a:pt x="41324" y="571354"/>
                  </a:lnTo>
                  <a:lnTo>
                    <a:pt x="44468" y="567860"/>
                  </a:lnTo>
                  <a:lnTo>
                    <a:pt x="48113" y="563574"/>
                  </a:lnTo>
                  <a:lnTo>
                    <a:pt x="52122" y="558636"/>
                  </a:lnTo>
                  <a:lnTo>
                    <a:pt x="55038" y="553931"/>
                  </a:lnTo>
                  <a:lnTo>
                    <a:pt x="57225" y="549366"/>
                  </a:lnTo>
                  <a:lnTo>
                    <a:pt x="59184" y="544708"/>
                  </a:lnTo>
                  <a:lnTo>
                    <a:pt x="61052" y="539910"/>
                  </a:lnTo>
                  <a:lnTo>
                    <a:pt x="63376" y="534086"/>
                  </a:lnTo>
                  <a:lnTo>
                    <a:pt x="65290" y="531338"/>
                  </a:lnTo>
                  <a:lnTo>
                    <a:pt x="67203" y="529894"/>
                  </a:lnTo>
                  <a:lnTo>
                    <a:pt x="68843" y="528916"/>
                  </a:lnTo>
                  <a:lnTo>
                    <a:pt x="71030" y="528403"/>
                  </a:lnTo>
                  <a:lnTo>
                    <a:pt x="73308" y="528543"/>
                  </a:lnTo>
                  <a:lnTo>
                    <a:pt x="76452" y="529195"/>
                  </a:lnTo>
                  <a:lnTo>
                    <a:pt x="80598" y="530686"/>
                  </a:lnTo>
                  <a:lnTo>
                    <a:pt x="90121" y="534273"/>
                  </a:lnTo>
                  <a:lnTo>
                    <a:pt x="98185" y="537906"/>
                  </a:lnTo>
                  <a:lnTo>
                    <a:pt x="101056" y="539211"/>
                  </a:lnTo>
                  <a:lnTo>
                    <a:pt x="103379" y="540469"/>
                  </a:lnTo>
                  <a:lnTo>
                    <a:pt x="105475" y="542006"/>
                  </a:lnTo>
                  <a:lnTo>
                    <a:pt x="107662" y="543776"/>
                  </a:lnTo>
                  <a:lnTo>
                    <a:pt x="123472" y="556400"/>
                  </a:lnTo>
                  <a:lnTo>
                    <a:pt x="129851" y="561571"/>
                  </a:lnTo>
                  <a:lnTo>
                    <a:pt x="153133" y="581136"/>
                  </a:lnTo>
                  <a:lnTo>
                    <a:pt x="156094" y="583745"/>
                  </a:lnTo>
                  <a:lnTo>
                    <a:pt x="158737" y="586540"/>
                  </a:lnTo>
                  <a:lnTo>
                    <a:pt x="161744" y="589615"/>
                  </a:lnTo>
                  <a:lnTo>
                    <a:pt x="164751" y="592969"/>
                  </a:lnTo>
                  <a:lnTo>
                    <a:pt x="168487" y="596043"/>
                  </a:lnTo>
                  <a:lnTo>
                    <a:pt x="171722" y="598512"/>
                  </a:lnTo>
                  <a:lnTo>
                    <a:pt x="175002" y="600609"/>
                  </a:lnTo>
                  <a:lnTo>
                    <a:pt x="178829" y="602705"/>
                  </a:lnTo>
                  <a:lnTo>
                    <a:pt x="183067" y="604335"/>
                  </a:lnTo>
                  <a:lnTo>
                    <a:pt x="187122" y="605453"/>
                  </a:lnTo>
                  <a:lnTo>
                    <a:pt x="189673" y="606059"/>
                  </a:lnTo>
                  <a:lnTo>
                    <a:pt x="192589" y="606385"/>
                  </a:lnTo>
                  <a:lnTo>
                    <a:pt x="195596" y="606245"/>
                  </a:lnTo>
                  <a:lnTo>
                    <a:pt x="198011" y="605640"/>
                  </a:lnTo>
                  <a:lnTo>
                    <a:pt x="200016" y="604755"/>
                  </a:lnTo>
                  <a:lnTo>
                    <a:pt x="201200" y="603683"/>
                  </a:lnTo>
                  <a:lnTo>
                    <a:pt x="202066" y="602286"/>
                  </a:lnTo>
                  <a:lnTo>
                    <a:pt x="202476" y="600655"/>
                  </a:lnTo>
                  <a:lnTo>
                    <a:pt x="202567" y="598559"/>
                  </a:lnTo>
                  <a:lnTo>
                    <a:pt x="202203" y="596556"/>
                  </a:lnTo>
                  <a:lnTo>
                    <a:pt x="201383" y="593994"/>
                  </a:lnTo>
                  <a:lnTo>
                    <a:pt x="200107" y="591525"/>
                  </a:lnTo>
                  <a:lnTo>
                    <a:pt x="198193" y="588776"/>
                  </a:lnTo>
                  <a:lnTo>
                    <a:pt x="195915" y="585888"/>
                  </a:lnTo>
                  <a:lnTo>
                    <a:pt x="193227" y="583046"/>
                  </a:lnTo>
                  <a:lnTo>
                    <a:pt x="191997" y="580717"/>
                  </a:lnTo>
                  <a:lnTo>
                    <a:pt x="191313" y="577876"/>
                  </a:lnTo>
                  <a:lnTo>
                    <a:pt x="191587" y="575081"/>
                  </a:lnTo>
                  <a:lnTo>
                    <a:pt x="192999" y="572379"/>
                  </a:lnTo>
                  <a:lnTo>
                    <a:pt x="195277" y="570096"/>
                  </a:lnTo>
                  <a:lnTo>
                    <a:pt x="196234" y="567953"/>
                  </a:lnTo>
                  <a:lnTo>
                    <a:pt x="197419" y="564785"/>
                  </a:lnTo>
                  <a:lnTo>
                    <a:pt x="197829" y="562084"/>
                  </a:lnTo>
                  <a:lnTo>
                    <a:pt x="197920" y="552115"/>
                  </a:lnTo>
                  <a:lnTo>
                    <a:pt x="198603" y="543729"/>
                  </a:lnTo>
                  <a:lnTo>
                    <a:pt x="199287" y="536276"/>
                  </a:lnTo>
                  <a:lnTo>
                    <a:pt x="200562" y="529754"/>
                  </a:lnTo>
                  <a:lnTo>
                    <a:pt x="200380" y="526540"/>
                  </a:lnTo>
                  <a:lnTo>
                    <a:pt x="199378" y="522906"/>
                  </a:lnTo>
                  <a:lnTo>
                    <a:pt x="196325" y="518853"/>
                  </a:lnTo>
                  <a:lnTo>
                    <a:pt x="192316" y="514428"/>
                  </a:lnTo>
                  <a:lnTo>
                    <a:pt x="186165" y="511307"/>
                  </a:lnTo>
                  <a:lnTo>
                    <a:pt x="184297" y="509863"/>
                  </a:lnTo>
                  <a:lnTo>
                    <a:pt x="184160" y="507394"/>
                  </a:lnTo>
                  <a:lnTo>
                    <a:pt x="185527" y="505344"/>
                  </a:lnTo>
                  <a:lnTo>
                    <a:pt x="188443" y="501757"/>
                  </a:lnTo>
                  <a:lnTo>
                    <a:pt x="190174" y="498543"/>
                  </a:lnTo>
                  <a:lnTo>
                    <a:pt x="191723" y="494956"/>
                  </a:lnTo>
                  <a:lnTo>
                    <a:pt x="193090" y="491974"/>
                  </a:lnTo>
                  <a:lnTo>
                    <a:pt x="196416" y="487735"/>
                  </a:lnTo>
                  <a:lnTo>
                    <a:pt x="200107" y="482984"/>
                  </a:lnTo>
                  <a:lnTo>
                    <a:pt x="203843" y="478046"/>
                  </a:lnTo>
                  <a:lnTo>
                    <a:pt x="206987" y="474366"/>
                  </a:lnTo>
                  <a:lnTo>
                    <a:pt x="208080" y="470686"/>
                  </a:lnTo>
                  <a:lnTo>
                    <a:pt x="208399" y="465608"/>
                  </a:lnTo>
                  <a:lnTo>
                    <a:pt x="209538" y="462207"/>
                  </a:lnTo>
                  <a:lnTo>
                    <a:pt x="210358" y="459738"/>
                  </a:lnTo>
                  <a:lnTo>
                    <a:pt x="212545" y="457130"/>
                  </a:lnTo>
                  <a:lnTo>
                    <a:pt x="214459" y="455126"/>
                  </a:lnTo>
                  <a:lnTo>
                    <a:pt x="217603" y="452378"/>
                  </a:lnTo>
                  <a:lnTo>
                    <a:pt x="222250" y="449397"/>
                  </a:lnTo>
                  <a:lnTo>
                    <a:pt x="227626" y="445623"/>
                  </a:lnTo>
                  <a:lnTo>
                    <a:pt x="232547" y="441524"/>
                  </a:lnTo>
                  <a:lnTo>
                    <a:pt x="235964" y="437983"/>
                  </a:lnTo>
                  <a:lnTo>
                    <a:pt x="243208" y="435561"/>
                  </a:lnTo>
                  <a:lnTo>
                    <a:pt x="247035" y="433837"/>
                  </a:lnTo>
                  <a:lnTo>
                    <a:pt x="251500" y="431648"/>
                  </a:lnTo>
                  <a:lnTo>
                    <a:pt x="254781" y="429924"/>
                  </a:lnTo>
                  <a:lnTo>
                    <a:pt x="259838" y="427595"/>
                  </a:lnTo>
                  <a:lnTo>
                    <a:pt x="263392" y="426431"/>
                  </a:lnTo>
                  <a:lnTo>
                    <a:pt x="265169" y="425033"/>
                  </a:lnTo>
                  <a:lnTo>
                    <a:pt x="267629" y="423962"/>
                  </a:lnTo>
                  <a:lnTo>
                    <a:pt x="269543" y="421865"/>
                  </a:lnTo>
                  <a:lnTo>
                    <a:pt x="271229" y="420701"/>
                  </a:lnTo>
                  <a:lnTo>
                    <a:pt x="274828" y="416881"/>
                  </a:lnTo>
                  <a:lnTo>
                    <a:pt x="277835" y="413247"/>
                  </a:lnTo>
                  <a:lnTo>
                    <a:pt x="279475" y="412036"/>
                  </a:lnTo>
                  <a:lnTo>
                    <a:pt x="282847" y="410406"/>
                  </a:lnTo>
                  <a:lnTo>
                    <a:pt x="285398" y="408496"/>
                  </a:lnTo>
                  <a:lnTo>
                    <a:pt x="290182" y="404955"/>
                  </a:lnTo>
                  <a:lnTo>
                    <a:pt x="294921" y="400483"/>
                  </a:lnTo>
                  <a:lnTo>
                    <a:pt x="305446" y="395219"/>
                  </a:lnTo>
                  <a:lnTo>
                    <a:pt x="308999" y="394940"/>
                  </a:lnTo>
                  <a:lnTo>
                    <a:pt x="314877" y="395033"/>
                  </a:lnTo>
                  <a:lnTo>
                    <a:pt x="320117" y="396756"/>
                  </a:lnTo>
                  <a:lnTo>
                    <a:pt x="323670" y="399179"/>
                  </a:lnTo>
                  <a:lnTo>
                    <a:pt x="327862" y="404163"/>
                  </a:lnTo>
                  <a:lnTo>
                    <a:pt x="332190" y="407285"/>
                  </a:lnTo>
                  <a:lnTo>
                    <a:pt x="334696" y="406958"/>
                  </a:lnTo>
                  <a:lnTo>
                    <a:pt x="336883" y="406120"/>
                  </a:lnTo>
                  <a:lnTo>
                    <a:pt x="339161" y="404489"/>
                  </a:lnTo>
                  <a:lnTo>
                    <a:pt x="341667" y="402533"/>
                  </a:lnTo>
                  <a:lnTo>
                    <a:pt x="345176" y="400017"/>
                  </a:lnTo>
                  <a:lnTo>
                    <a:pt x="347408" y="397735"/>
                  </a:lnTo>
                  <a:lnTo>
                    <a:pt x="349231" y="395685"/>
                  </a:lnTo>
                  <a:lnTo>
                    <a:pt x="349641" y="394334"/>
                  </a:lnTo>
                  <a:lnTo>
                    <a:pt x="349595" y="392704"/>
                  </a:lnTo>
                  <a:lnTo>
                    <a:pt x="349276" y="390514"/>
                  </a:lnTo>
                  <a:lnTo>
                    <a:pt x="348000" y="386461"/>
                  </a:lnTo>
                  <a:lnTo>
                    <a:pt x="345813" y="382735"/>
                  </a:lnTo>
                  <a:lnTo>
                    <a:pt x="330869" y="366756"/>
                  </a:lnTo>
                  <a:lnTo>
                    <a:pt x="320117" y="358231"/>
                  </a:lnTo>
                  <a:lnTo>
                    <a:pt x="312417" y="354039"/>
                  </a:lnTo>
                  <a:lnTo>
                    <a:pt x="309592" y="351384"/>
                  </a:lnTo>
                  <a:lnTo>
                    <a:pt x="308043" y="348635"/>
                  </a:lnTo>
                  <a:lnTo>
                    <a:pt x="306949" y="345747"/>
                  </a:lnTo>
                  <a:lnTo>
                    <a:pt x="306676" y="342579"/>
                  </a:lnTo>
                  <a:lnTo>
                    <a:pt x="306357" y="340390"/>
                  </a:lnTo>
                  <a:lnTo>
                    <a:pt x="306220" y="338154"/>
                  </a:lnTo>
                  <a:lnTo>
                    <a:pt x="306767" y="335498"/>
                  </a:lnTo>
                  <a:lnTo>
                    <a:pt x="308043" y="332377"/>
                  </a:lnTo>
                  <a:lnTo>
                    <a:pt x="308589" y="329023"/>
                  </a:lnTo>
                  <a:lnTo>
                    <a:pt x="309318" y="324877"/>
                  </a:lnTo>
                  <a:lnTo>
                    <a:pt x="309182" y="320964"/>
                  </a:lnTo>
                  <a:lnTo>
                    <a:pt x="309045" y="317983"/>
                  </a:lnTo>
                  <a:lnTo>
                    <a:pt x="307405" y="313977"/>
                  </a:lnTo>
                  <a:lnTo>
                    <a:pt x="305582" y="311647"/>
                  </a:lnTo>
                  <a:lnTo>
                    <a:pt x="303213" y="310436"/>
                  </a:lnTo>
                  <a:lnTo>
                    <a:pt x="295194" y="310063"/>
                  </a:lnTo>
                  <a:lnTo>
                    <a:pt x="288679" y="310017"/>
                  </a:lnTo>
                  <a:lnTo>
                    <a:pt x="282483" y="306570"/>
                  </a:lnTo>
                  <a:lnTo>
                    <a:pt x="280341" y="303122"/>
                  </a:lnTo>
                  <a:lnTo>
                    <a:pt x="279248" y="297393"/>
                  </a:lnTo>
                  <a:lnTo>
                    <a:pt x="279840" y="291523"/>
                  </a:lnTo>
                  <a:lnTo>
                    <a:pt x="282665" y="287191"/>
                  </a:lnTo>
                  <a:lnTo>
                    <a:pt x="285171" y="281274"/>
                  </a:lnTo>
                  <a:lnTo>
                    <a:pt x="293007" y="264551"/>
                  </a:lnTo>
                  <a:lnTo>
                    <a:pt x="300297" y="255700"/>
                  </a:lnTo>
                  <a:lnTo>
                    <a:pt x="309455" y="250249"/>
                  </a:lnTo>
                  <a:lnTo>
                    <a:pt x="318886" y="246942"/>
                  </a:lnTo>
                  <a:lnTo>
                    <a:pt x="331735" y="252206"/>
                  </a:lnTo>
                  <a:lnTo>
                    <a:pt x="337749" y="255094"/>
                  </a:lnTo>
                  <a:lnTo>
                    <a:pt x="346770" y="260684"/>
                  </a:lnTo>
                  <a:lnTo>
                    <a:pt x="352511" y="265622"/>
                  </a:lnTo>
                  <a:lnTo>
                    <a:pt x="365177" y="268510"/>
                  </a:lnTo>
                  <a:lnTo>
                    <a:pt x="377023" y="267951"/>
                  </a:lnTo>
                  <a:lnTo>
                    <a:pt x="390920" y="264271"/>
                  </a:lnTo>
                  <a:lnTo>
                    <a:pt x="405909" y="258215"/>
                  </a:lnTo>
                  <a:lnTo>
                    <a:pt x="415067" y="251554"/>
                  </a:lnTo>
                  <a:lnTo>
                    <a:pt x="421491" y="246336"/>
                  </a:lnTo>
                  <a:lnTo>
                    <a:pt x="422676" y="244752"/>
                  </a:lnTo>
                  <a:lnTo>
                    <a:pt x="423177" y="242749"/>
                  </a:lnTo>
                  <a:lnTo>
                    <a:pt x="422995" y="239256"/>
                  </a:lnTo>
                  <a:lnTo>
                    <a:pt x="422631" y="236414"/>
                  </a:lnTo>
                  <a:lnTo>
                    <a:pt x="421719" y="233293"/>
                  </a:lnTo>
                  <a:lnTo>
                    <a:pt x="420671" y="229380"/>
                  </a:lnTo>
                  <a:lnTo>
                    <a:pt x="420170" y="225467"/>
                  </a:lnTo>
                  <a:lnTo>
                    <a:pt x="420671" y="221414"/>
                  </a:lnTo>
                  <a:lnTo>
                    <a:pt x="423132" y="219178"/>
                  </a:lnTo>
                  <a:lnTo>
                    <a:pt x="427232" y="217687"/>
                  </a:lnTo>
                  <a:lnTo>
                    <a:pt x="436800" y="215684"/>
                  </a:lnTo>
                  <a:lnTo>
                    <a:pt x="438668" y="211072"/>
                  </a:lnTo>
                  <a:lnTo>
                    <a:pt x="443361" y="204597"/>
                  </a:lnTo>
                  <a:lnTo>
                    <a:pt x="449375" y="196957"/>
                  </a:lnTo>
                  <a:lnTo>
                    <a:pt x="456528" y="190156"/>
                  </a:lnTo>
                  <a:lnTo>
                    <a:pt x="461859" y="188572"/>
                  </a:lnTo>
                  <a:lnTo>
                    <a:pt x="465185" y="188991"/>
                  </a:lnTo>
                  <a:lnTo>
                    <a:pt x="467327" y="188432"/>
                  </a:lnTo>
                  <a:lnTo>
                    <a:pt x="468921" y="187361"/>
                  </a:lnTo>
                  <a:lnTo>
                    <a:pt x="469605" y="186289"/>
                  </a:lnTo>
                  <a:lnTo>
                    <a:pt x="471108" y="183308"/>
                  </a:lnTo>
                  <a:lnTo>
                    <a:pt x="472430" y="180233"/>
                  </a:lnTo>
                  <a:lnTo>
                    <a:pt x="473660" y="177951"/>
                  </a:lnTo>
                  <a:lnTo>
                    <a:pt x="475528" y="176507"/>
                  </a:lnTo>
                  <a:lnTo>
                    <a:pt x="477943" y="174364"/>
                  </a:lnTo>
                  <a:lnTo>
                    <a:pt x="483319" y="171569"/>
                  </a:lnTo>
                  <a:lnTo>
                    <a:pt x="485096" y="169845"/>
                  </a:lnTo>
                  <a:lnTo>
                    <a:pt x="486827" y="167563"/>
                  </a:lnTo>
                  <a:lnTo>
                    <a:pt x="488285" y="166025"/>
                  </a:lnTo>
                  <a:lnTo>
                    <a:pt x="489652" y="164628"/>
                  </a:lnTo>
                  <a:lnTo>
                    <a:pt x="492067" y="163836"/>
                  </a:lnTo>
                  <a:lnTo>
                    <a:pt x="502910" y="161879"/>
                  </a:lnTo>
                  <a:lnTo>
                    <a:pt x="505234" y="161274"/>
                  </a:lnTo>
                  <a:lnTo>
                    <a:pt x="508332" y="159131"/>
                  </a:lnTo>
                  <a:lnTo>
                    <a:pt x="510474" y="157314"/>
                  </a:lnTo>
                  <a:lnTo>
                    <a:pt x="512068" y="154612"/>
                  </a:lnTo>
                  <a:lnTo>
                    <a:pt x="514848" y="151165"/>
                  </a:lnTo>
                  <a:lnTo>
                    <a:pt x="515804" y="149348"/>
                  </a:lnTo>
                  <a:lnTo>
                    <a:pt x="516214" y="146786"/>
                  </a:lnTo>
                  <a:lnTo>
                    <a:pt x="516123" y="143292"/>
                  </a:lnTo>
                  <a:lnTo>
                    <a:pt x="515759" y="137516"/>
                  </a:lnTo>
                  <a:lnTo>
                    <a:pt x="515166" y="135047"/>
                  </a:lnTo>
                  <a:lnTo>
                    <a:pt x="515668" y="132671"/>
                  </a:lnTo>
                  <a:lnTo>
                    <a:pt x="516624" y="127826"/>
                  </a:lnTo>
                  <a:lnTo>
                    <a:pt x="519267" y="118649"/>
                  </a:lnTo>
                  <a:lnTo>
                    <a:pt x="519905" y="111289"/>
                  </a:lnTo>
                  <a:lnTo>
                    <a:pt x="521363" y="106304"/>
                  </a:lnTo>
                  <a:lnTo>
                    <a:pt x="525737" y="100109"/>
                  </a:lnTo>
                  <a:lnTo>
                    <a:pt x="529564" y="95544"/>
                  </a:lnTo>
                  <a:lnTo>
                    <a:pt x="532753" y="92376"/>
                  </a:lnTo>
                  <a:lnTo>
                    <a:pt x="536945" y="87624"/>
                  </a:lnTo>
                  <a:lnTo>
                    <a:pt x="538631" y="78168"/>
                  </a:lnTo>
                  <a:lnTo>
                    <a:pt x="539041" y="75326"/>
                  </a:lnTo>
                  <a:lnTo>
                    <a:pt x="540408" y="72251"/>
                  </a:lnTo>
                  <a:lnTo>
                    <a:pt x="543233" y="69037"/>
                  </a:lnTo>
                  <a:lnTo>
                    <a:pt x="545784" y="65963"/>
                  </a:lnTo>
                  <a:lnTo>
                    <a:pt x="547151" y="62609"/>
                  </a:lnTo>
                  <a:lnTo>
                    <a:pt x="547561" y="59767"/>
                  </a:lnTo>
                  <a:lnTo>
                    <a:pt x="547060" y="54130"/>
                  </a:lnTo>
                  <a:lnTo>
                    <a:pt x="546969" y="50357"/>
                  </a:lnTo>
                  <a:lnTo>
                    <a:pt x="548335" y="46584"/>
                  </a:lnTo>
                  <a:lnTo>
                    <a:pt x="550614" y="42950"/>
                  </a:lnTo>
                  <a:lnTo>
                    <a:pt x="551570" y="39456"/>
                  </a:lnTo>
                  <a:lnTo>
                    <a:pt x="551115" y="37034"/>
                  </a:lnTo>
                  <a:lnTo>
                    <a:pt x="550021" y="34099"/>
                  </a:lnTo>
                  <a:lnTo>
                    <a:pt x="549930" y="28043"/>
                  </a:lnTo>
                  <a:lnTo>
                    <a:pt x="551115" y="22360"/>
                  </a:lnTo>
                  <a:lnTo>
                    <a:pt x="551297" y="21801"/>
                  </a:lnTo>
                  <a:lnTo>
                    <a:pt x="551844" y="20357"/>
                  </a:lnTo>
                  <a:lnTo>
                    <a:pt x="553484" y="19425"/>
                  </a:lnTo>
                  <a:lnTo>
                    <a:pt x="559088" y="18400"/>
                  </a:lnTo>
                  <a:lnTo>
                    <a:pt x="563781" y="16257"/>
                  </a:lnTo>
                  <a:lnTo>
                    <a:pt x="566879" y="14441"/>
                  </a:lnTo>
                  <a:lnTo>
                    <a:pt x="571800" y="13136"/>
                  </a:lnTo>
                  <a:lnTo>
                    <a:pt x="574488" y="13323"/>
                  </a:lnTo>
                  <a:lnTo>
                    <a:pt x="578497" y="13555"/>
                  </a:lnTo>
                  <a:lnTo>
                    <a:pt x="583099" y="12810"/>
                  </a:lnTo>
                  <a:lnTo>
                    <a:pt x="584876" y="12251"/>
                  </a:lnTo>
                  <a:lnTo>
                    <a:pt x="586835" y="10760"/>
                  </a:lnTo>
                  <a:lnTo>
                    <a:pt x="589068" y="8059"/>
                  </a:lnTo>
                  <a:lnTo>
                    <a:pt x="591756" y="4239"/>
                  </a:lnTo>
                  <a:lnTo>
                    <a:pt x="593897" y="2236"/>
                  </a:lnTo>
                  <a:lnTo>
                    <a:pt x="596449" y="885"/>
                  </a:lnTo>
                  <a:lnTo>
                    <a:pt x="5999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446113" y="3464687"/>
              <a:ext cx="980671" cy="431974"/>
            </a:xfrm>
            <a:custGeom>
              <a:avLst/>
              <a:pathLst>
                <a:path w="980671" h="431974">
                  <a:moveTo>
                    <a:pt x="734820" y="6195"/>
                  </a:moveTo>
                  <a:lnTo>
                    <a:pt x="741609" y="16863"/>
                  </a:lnTo>
                  <a:lnTo>
                    <a:pt x="742748" y="18493"/>
                  </a:lnTo>
                  <a:lnTo>
                    <a:pt x="744616" y="18587"/>
                  </a:lnTo>
                  <a:lnTo>
                    <a:pt x="749536" y="15838"/>
                  </a:lnTo>
                  <a:lnTo>
                    <a:pt x="754821" y="13369"/>
                  </a:lnTo>
                  <a:lnTo>
                    <a:pt x="754958" y="13416"/>
                  </a:lnTo>
                  <a:lnTo>
                    <a:pt x="756689" y="13835"/>
                  </a:lnTo>
                  <a:lnTo>
                    <a:pt x="757054" y="13788"/>
                  </a:lnTo>
                  <a:lnTo>
                    <a:pt x="758421" y="16304"/>
                  </a:lnTo>
                  <a:lnTo>
                    <a:pt x="760107" y="17375"/>
                  </a:lnTo>
                  <a:lnTo>
                    <a:pt x="771269" y="21149"/>
                  </a:lnTo>
                  <a:lnTo>
                    <a:pt x="776008" y="22779"/>
                  </a:lnTo>
                  <a:lnTo>
                    <a:pt x="776873" y="23059"/>
                  </a:lnTo>
                  <a:lnTo>
                    <a:pt x="783480" y="25807"/>
                  </a:lnTo>
                  <a:lnTo>
                    <a:pt x="795144" y="30139"/>
                  </a:lnTo>
                  <a:lnTo>
                    <a:pt x="799199" y="32702"/>
                  </a:lnTo>
                  <a:lnTo>
                    <a:pt x="802935" y="35776"/>
                  </a:lnTo>
                  <a:lnTo>
                    <a:pt x="805441" y="38478"/>
                  </a:lnTo>
                  <a:lnTo>
                    <a:pt x="807901" y="40015"/>
                  </a:lnTo>
                  <a:lnTo>
                    <a:pt x="812503" y="41133"/>
                  </a:lnTo>
                  <a:lnTo>
                    <a:pt x="815555" y="41320"/>
                  </a:lnTo>
                  <a:lnTo>
                    <a:pt x="825670" y="42065"/>
                  </a:lnTo>
                  <a:lnTo>
                    <a:pt x="835602" y="45466"/>
                  </a:lnTo>
                  <a:lnTo>
                    <a:pt x="841753" y="46956"/>
                  </a:lnTo>
                  <a:lnTo>
                    <a:pt x="848770" y="45931"/>
                  </a:lnTo>
                  <a:lnTo>
                    <a:pt x="855240" y="41692"/>
                  </a:lnTo>
                  <a:lnTo>
                    <a:pt x="862712" y="36428"/>
                  </a:lnTo>
                  <a:lnTo>
                    <a:pt x="872371" y="31164"/>
                  </a:lnTo>
                  <a:lnTo>
                    <a:pt x="879068" y="28742"/>
                  </a:lnTo>
                  <a:lnTo>
                    <a:pt x="886905" y="30046"/>
                  </a:lnTo>
                  <a:lnTo>
                    <a:pt x="887361" y="30139"/>
                  </a:lnTo>
                  <a:lnTo>
                    <a:pt x="893511" y="36615"/>
                  </a:lnTo>
                  <a:lnTo>
                    <a:pt x="899024" y="42391"/>
                  </a:lnTo>
                  <a:lnTo>
                    <a:pt x="908365" y="50031"/>
                  </a:lnTo>
                  <a:lnTo>
                    <a:pt x="914515" y="49891"/>
                  </a:lnTo>
                  <a:lnTo>
                    <a:pt x="921669" y="49891"/>
                  </a:lnTo>
                  <a:lnTo>
                    <a:pt x="926817" y="50171"/>
                  </a:lnTo>
                  <a:lnTo>
                    <a:pt x="930143" y="50357"/>
                  </a:lnTo>
                  <a:lnTo>
                    <a:pt x="939802" y="52081"/>
                  </a:lnTo>
                  <a:lnTo>
                    <a:pt x="945816" y="52081"/>
                  </a:lnTo>
                  <a:lnTo>
                    <a:pt x="951466" y="54317"/>
                  </a:lnTo>
                  <a:lnTo>
                    <a:pt x="957435" y="58230"/>
                  </a:lnTo>
                  <a:lnTo>
                    <a:pt x="963950" y="63494"/>
                  </a:lnTo>
                  <a:lnTo>
                    <a:pt x="969281" y="69456"/>
                  </a:lnTo>
                  <a:lnTo>
                    <a:pt x="972926" y="78960"/>
                  </a:lnTo>
                  <a:lnTo>
                    <a:pt x="974110" y="87997"/>
                  </a:lnTo>
                  <a:lnTo>
                    <a:pt x="974247" y="93261"/>
                  </a:lnTo>
                  <a:lnTo>
                    <a:pt x="975933" y="105885"/>
                  </a:lnTo>
                  <a:lnTo>
                    <a:pt x="976252" y="120839"/>
                  </a:lnTo>
                  <a:lnTo>
                    <a:pt x="978758" y="127128"/>
                  </a:lnTo>
                  <a:lnTo>
                    <a:pt x="980580" y="135140"/>
                  </a:lnTo>
                  <a:lnTo>
                    <a:pt x="980671" y="144177"/>
                  </a:lnTo>
                  <a:lnTo>
                    <a:pt x="971832" y="152143"/>
                  </a:lnTo>
                  <a:lnTo>
                    <a:pt x="963677" y="157454"/>
                  </a:lnTo>
                  <a:lnTo>
                    <a:pt x="955202" y="160016"/>
                  </a:lnTo>
                  <a:lnTo>
                    <a:pt x="946728" y="162532"/>
                  </a:lnTo>
                  <a:lnTo>
                    <a:pt x="937251" y="166118"/>
                  </a:lnTo>
                  <a:lnTo>
                    <a:pt x="927911" y="174131"/>
                  </a:lnTo>
                  <a:lnTo>
                    <a:pt x="924630" y="176740"/>
                  </a:lnTo>
                  <a:lnTo>
                    <a:pt x="916429" y="183308"/>
                  </a:lnTo>
                  <a:lnTo>
                    <a:pt x="907089" y="190482"/>
                  </a:lnTo>
                  <a:lnTo>
                    <a:pt x="894605" y="199659"/>
                  </a:lnTo>
                  <a:lnTo>
                    <a:pt x="887771" y="205249"/>
                  </a:lnTo>
                  <a:lnTo>
                    <a:pt x="878476" y="213262"/>
                  </a:lnTo>
                  <a:lnTo>
                    <a:pt x="869136" y="217873"/>
                  </a:lnTo>
                  <a:lnTo>
                    <a:pt x="857654" y="224675"/>
                  </a:lnTo>
                  <a:lnTo>
                    <a:pt x="848815" y="229846"/>
                  </a:lnTo>
                  <a:lnTo>
                    <a:pt x="842665" y="231662"/>
                  </a:lnTo>
                  <a:lnTo>
                    <a:pt x="835511" y="235575"/>
                  </a:lnTo>
                  <a:lnTo>
                    <a:pt x="830044" y="241538"/>
                  </a:lnTo>
                  <a:lnTo>
                    <a:pt x="823529" y="245265"/>
                  </a:lnTo>
                  <a:lnTo>
                    <a:pt x="814553" y="245265"/>
                  </a:lnTo>
                  <a:lnTo>
                    <a:pt x="806716" y="247128"/>
                  </a:lnTo>
                  <a:lnTo>
                    <a:pt x="798561" y="253930"/>
                  </a:lnTo>
                  <a:lnTo>
                    <a:pt x="790223" y="257190"/>
                  </a:lnTo>
                  <a:lnTo>
                    <a:pt x="782250" y="254302"/>
                  </a:lnTo>
                  <a:lnTo>
                    <a:pt x="774094" y="250902"/>
                  </a:lnTo>
                  <a:lnTo>
                    <a:pt x="764253" y="243215"/>
                  </a:lnTo>
                  <a:lnTo>
                    <a:pt x="756963" y="233526"/>
                  </a:lnTo>
                  <a:lnTo>
                    <a:pt x="749627" y="226724"/>
                  </a:lnTo>
                  <a:lnTo>
                    <a:pt x="738966" y="222811"/>
                  </a:lnTo>
                  <a:lnTo>
                    <a:pt x="719830" y="220436"/>
                  </a:lnTo>
                  <a:lnTo>
                    <a:pt x="710991" y="220063"/>
                  </a:lnTo>
                  <a:lnTo>
                    <a:pt x="702653" y="217361"/>
                  </a:lnTo>
                  <a:lnTo>
                    <a:pt x="697186" y="216849"/>
                  </a:lnTo>
                  <a:lnTo>
                    <a:pt x="681194" y="214473"/>
                  </a:lnTo>
                  <a:lnTo>
                    <a:pt x="666067" y="211398"/>
                  </a:lnTo>
                  <a:lnTo>
                    <a:pt x="578270" y="260545"/>
                  </a:lnTo>
                  <a:lnTo>
                    <a:pt x="496486" y="312393"/>
                  </a:lnTo>
                  <a:lnTo>
                    <a:pt x="483866" y="310296"/>
                  </a:lnTo>
                  <a:lnTo>
                    <a:pt x="463499" y="310250"/>
                  </a:lnTo>
                  <a:lnTo>
                    <a:pt x="458351" y="311694"/>
                  </a:lnTo>
                  <a:lnTo>
                    <a:pt x="457166" y="311461"/>
                  </a:lnTo>
                  <a:lnTo>
                    <a:pt x="455845" y="311461"/>
                  </a:lnTo>
                  <a:lnTo>
                    <a:pt x="454250" y="311694"/>
                  </a:lnTo>
                  <a:lnTo>
                    <a:pt x="452747" y="311880"/>
                  </a:lnTo>
                  <a:lnTo>
                    <a:pt x="450970" y="312393"/>
                  </a:lnTo>
                  <a:lnTo>
                    <a:pt x="448692" y="313185"/>
                  </a:lnTo>
                  <a:lnTo>
                    <a:pt x="446915" y="314023"/>
                  </a:lnTo>
                  <a:lnTo>
                    <a:pt x="445685" y="314815"/>
                  </a:lnTo>
                  <a:lnTo>
                    <a:pt x="443999" y="315467"/>
                  </a:lnTo>
                  <a:lnTo>
                    <a:pt x="443361" y="315700"/>
                  </a:lnTo>
                  <a:lnTo>
                    <a:pt x="441903" y="316865"/>
                  </a:lnTo>
                  <a:lnTo>
                    <a:pt x="440081" y="317843"/>
                  </a:lnTo>
                  <a:lnTo>
                    <a:pt x="438896" y="317983"/>
                  </a:lnTo>
                  <a:lnTo>
                    <a:pt x="437165" y="317284"/>
                  </a:lnTo>
                  <a:lnTo>
                    <a:pt x="436891" y="317191"/>
                  </a:lnTo>
                  <a:lnTo>
                    <a:pt x="435433" y="316259"/>
                  </a:lnTo>
                  <a:lnTo>
                    <a:pt x="434203" y="315840"/>
                  </a:lnTo>
                  <a:lnTo>
                    <a:pt x="433292" y="314862"/>
                  </a:lnTo>
                  <a:lnTo>
                    <a:pt x="432472" y="313511"/>
                  </a:lnTo>
                  <a:lnTo>
                    <a:pt x="430786" y="312719"/>
                  </a:lnTo>
                  <a:lnTo>
                    <a:pt x="427415" y="312486"/>
                  </a:lnTo>
                  <a:lnTo>
                    <a:pt x="425182" y="313278"/>
                  </a:lnTo>
                  <a:lnTo>
                    <a:pt x="422904" y="313650"/>
                  </a:lnTo>
                  <a:lnTo>
                    <a:pt x="421537" y="313790"/>
                  </a:lnTo>
                  <a:lnTo>
                    <a:pt x="420079" y="313930"/>
                  </a:lnTo>
                  <a:lnTo>
                    <a:pt x="417436" y="313324"/>
                  </a:lnTo>
                  <a:lnTo>
                    <a:pt x="415979" y="313185"/>
                  </a:lnTo>
                  <a:lnTo>
                    <a:pt x="414247" y="313650"/>
                  </a:lnTo>
                  <a:lnTo>
                    <a:pt x="410648" y="313231"/>
                  </a:lnTo>
                  <a:lnTo>
                    <a:pt x="407504" y="313185"/>
                  </a:lnTo>
                  <a:lnTo>
                    <a:pt x="406183" y="313417"/>
                  </a:lnTo>
                  <a:lnTo>
                    <a:pt x="403722" y="314303"/>
                  </a:lnTo>
                  <a:lnTo>
                    <a:pt x="401809" y="315001"/>
                  </a:lnTo>
                  <a:lnTo>
                    <a:pt x="399895" y="314815"/>
                  </a:lnTo>
                  <a:lnTo>
                    <a:pt x="396478" y="314722"/>
                  </a:lnTo>
                  <a:lnTo>
                    <a:pt x="395612" y="314582"/>
                  </a:lnTo>
                  <a:lnTo>
                    <a:pt x="393425" y="314349"/>
                  </a:lnTo>
                  <a:lnTo>
                    <a:pt x="391330" y="313604"/>
                  </a:lnTo>
                  <a:lnTo>
                    <a:pt x="389780" y="313697"/>
                  </a:lnTo>
                  <a:lnTo>
                    <a:pt x="388049" y="313697"/>
                  </a:lnTo>
                  <a:lnTo>
                    <a:pt x="386409" y="313650"/>
                  </a:lnTo>
                  <a:lnTo>
                    <a:pt x="384359" y="313650"/>
                  </a:lnTo>
                  <a:lnTo>
                    <a:pt x="382536" y="313930"/>
                  </a:lnTo>
                  <a:lnTo>
                    <a:pt x="379529" y="315095"/>
                  </a:lnTo>
                  <a:lnTo>
                    <a:pt x="374563" y="315840"/>
                  </a:lnTo>
                  <a:lnTo>
                    <a:pt x="373150" y="317051"/>
                  </a:lnTo>
                  <a:lnTo>
                    <a:pt x="372194" y="318355"/>
                  </a:lnTo>
                  <a:lnTo>
                    <a:pt x="370280" y="319567"/>
                  </a:lnTo>
                  <a:lnTo>
                    <a:pt x="368640" y="320591"/>
                  </a:lnTo>
                  <a:lnTo>
                    <a:pt x="367273" y="321989"/>
                  </a:lnTo>
                  <a:lnTo>
                    <a:pt x="365086" y="323573"/>
                  </a:lnTo>
                  <a:lnTo>
                    <a:pt x="363400" y="324691"/>
                  </a:lnTo>
                  <a:lnTo>
                    <a:pt x="361714" y="326834"/>
                  </a:lnTo>
                  <a:lnTo>
                    <a:pt x="361304" y="328418"/>
                  </a:lnTo>
                  <a:lnTo>
                    <a:pt x="360985" y="329815"/>
                  </a:lnTo>
                  <a:lnTo>
                    <a:pt x="360393" y="331678"/>
                  </a:lnTo>
                  <a:lnTo>
                    <a:pt x="358525" y="334334"/>
                  </a:lnTo>
                  <a:lnTo>
                    <a:pt x="357113" y="335685"/>
                  </a:lnTo>
                  <a:lnTo>
                    <a:pt x="353787" y="337688"/>
                  </a:lnTo>
                  <a:lnTo>
                    <a:pt x="352648" y="338620"/>
                  </a:lnTo>
                  <a:lnTo>
                    <a:pt x="351919" y="340809"/>
                  </a:lnTo>
                  <a:lnTo>
                    <a:pt x="351053" y="343092"/>
                  </a:lnTo>
                  <a:lnTo>
                    <a:pt x="350096" y="344070"/>
                  </a:lnTo>
                  <a:lnTo>
                    <a:pt x="349003" y="343837"/>
                  </a:lnTo>
                  <a:lnTo>
                    <a:pt x="347317" y="343697"/>
                  </a:lnTo>
                  <a:lnTo>
                    <a:pt x="342943" y="343418"/>
                  </a:lnTo>
                  <a:lnTo>
                    <a:pt x="338888" y="342579"/>
                  </a:lnTo>
                  <a:lnTo>
                    <a:pt x="336701" y="341228"/>
                  </a:lnTo>
                  <a:lnTo>
                    <a:pt x="335516" y="340250"/>
                  </a:lnTo>
                  <a:lnTo>
                    <a:pt x="332327" y="340110"/>
                  </a:lnTo>
                  <a:lnTo>
                    <a:pt x="327680" y="341461"/>
                  </a:lnTo>
                  <a:lnTo>
                    <a:pt x="325948" y="341042"/>
                  </a:lnTo>
                  <a:lnTo>
                    <a:pt x="324445" y="340669"/>
                  </a:lnTo>
                  <a:lnTo>
                    <a:pt x="321802" y="339970"/>
                  </a:lnTo>
                  <a:lnTo>
                    <a:pt x="316608" y="336570"/>
                  </a:lnTo>
                  <a:lnTo>
                    <a:pt x="315241" y="335592"/>
                  </a:lnTo>
                  <a:lnTo>
                    <a:pt x="313054" y="334008"/>
                  </a:lnTo>
                  <a:lnTo>
                    <a:pt x="306311" y="330654"/>
                  </a:lnTo>
                  <a:lnTo>
                    <a:pt x="299842" y="330234"/>
                  </a:lnTo>
                  <a:lnTo>
                    <a:pt x="294693" y="331585"/>
                  </a:lnTo>
                  <a:lnTo>
                    <a:pt x="291686" y="333495"/>
                  </a:lnTo>
                  <a:lnTo>
                    <a:pt x="290729" y="333402"/>
                  </a:lnTo>
                  <a:lnTo>
                    <a:pt x="290046" y="333262"/>
                  </a:lnTo>
                  <a:lnTo>
                    <a:pt x="288907" y="333216"/>
                  </a:lnTo>
                  <a:lnTo>
                    <a:pt x="287585" y="333635"/>
                  </a:lnTo>
                  <a:lnTo>
                    <a:pt x="286583" y="334054"/>
                  </a:lnTo>
                  <a:lnTo>
                    <a:pt x="285854" y="334194"/>
                  </a:lnTo>
                  <a:lnTo>
                    <a:pt x="285307" y="333868"/>
                  </a:lnTo>
                  <a:lnTo>
                    <a:pt x="284669" y="333915"/>
                  </a:lnTo>
                  <a:lnTo>
                    <a:pt x="283485" y="334101"/>
                  </a:lnTo>
                  <a:lnTo>
                    <a:pt x="283166" y="334101"/>
                  </a:lnTo>
                  <a:lnTo>
                    <a:pt x="282391" y="334054"/>
                  </a:lnTo>
                  <a:lnTo>
                    <a:pt x="281161" y="334427"/>
                  </a:lnTo>
                  <a:lnTo>
                    <a:pt x="267356" y="338340"/>
                  </a:lnTo>
                  <a:lnTo>
                    <a:pt x="264349" y="336989"/>
                  </a:lnTo>
                  <a:lnTo>
                    <a:pt x="264121" y="336290"/>
                  </a:lnTo>
                  <a:lnTo>
                    <a:pt x="263665" y="334660"/>
                  </a:lnTo>
                  <a:lnTo>
                    <a:pt x="260339" y="328744"/>
                  </a:lnTo>
                  <a:lnTo>
                    <a:pt x="259929" y="327952"/>
                  </a:lnTo>
                  <a:lnTo>
                    <a:pt x="258927" y="325995"/>
                  </a:lnTo>
                  <a:lnTo>
                    <a:pt x="258699" y="325576"/>
                  </a:lnTo>
                  <a:lnTo>
                    <a:pt x="258608" y="325436"/>
                  </a:lnTo>
                  <a:lnTo>
                    <a:pt x="256695" y="322129"/>
                  </a:lnTo>
                  <a:lnTo>
                    <a:pt x="254827" y="318821"/>
                  </a:lnTo>
                  <a:lnTo>
                    <a:pt x="254416" y="318169"/>
                  </a:lnTo>
                  <a:lnTo>
                    <a:pt x="251182" y="312579"/>
                  </a:lnTo>
                  <a:lnTo>
                    <a:pt x="250817" y="311973"/>
                  </a:lnTo>
                  <a:lnTo>
                    <a:pt x="250361" y="311135"/>
                  </a:lnTo>
                  <a:lnTo>
                    <a:pt x="247400" y="306057"/>
                  </a:lnTo>
                  <a:lnTo>
                    <a:pt x="246717" y="304893"/>
                  </a:lnTo>
                  <a:lnTo>
                    <a:pt x="246215" y="304054"/>
                  </a:lnTo>
                  <a:lnTo>
                    <a:pt x="246033" y="303728"/>
                  </a:lnTo>
                  <a:lnTo>
                    <a:pt x="244256" y="300653"/>
                  </a:lnTo>
                  <a:lnTo>
                    <a:pt x="244119" y="300467"/>
                  </a:lnTo>
                  <a:lnTo>
                    <a:pt x="243983" y="300514"/>
                  </a:lnTo>
                  <a:lnTo>
                    <a:pt x="235691" y="304893"/>
                  </a:lnTo>
                  <a:lnTo>
                    <a:pt x="230178" y="307781"/>
                  </a:lnTo>
                  <a:lnTo>
                    <a:pt x="226442" y="309784"/>
                  </a:lnTo>
                  <a:lnTo>
                    <a:pt x="225576" y="310203"/>
                  </a:lnTo>
                  <a:lnTo>
                    <a:pt x="219972" y="313185"/>
                  </a:lnTo>
                  <a:lnTo>
                    <a:pt x="216919" y="314768"/>
                  </a:lnTo>
                  <a:lnTo>
                    <a:pt x="216509" y="315001"/>
                  </a:lnTo>
                  <a:lnTo>
                    <a:pt x="213229" y="316445"/>
                  </a:lnTo>
                  <a:lnTo>
                    <a:pt x="211543" y="317237"/>
                  </a:lnTo>
                  <a:lnTo>
                    <a:pt x="208855" y="318449"/>
                  </a:lnTo>
                  <a:lnTo>
                    <a:pt x="206713" y="319380"/>
                  </a:lnTo>
                  <a:lnTo>
                    <a:pt x="204207" y="320498"/>
                  </a:lnTo>
                  <a:lnTo>
                    <a:pt x="201383" y="321803"/>
                  </a:lnTo>
                  <a:lnTo>
                    <a:pt x="196325" y="322362"/>
                  </a:lnTo>
                  <a:lnTo>
                    <a:pt x="188762" y="323154"/>
                  </a:lnTo>
                  <a:lnTo>
                    <a:pt x="187668" y="323293"/>
                  </a:lnTo>
                  <a:lnTo>
                    <a:pt x="180014" y="324132"/>
                  </a:lnTo>
                  <a:lnTo>
                    <a:pt x="179103" y="324458"/>
                  </a:lnTo>
                  <a:lnTo>
                    <a:pt x="177873" y="324877"/>
                  </a:lnTo>
                  <a:lnTo>
                    <a:pt x="175549" y="325716"/>
                  </a:lnTo>
                  <a:lnTo>
                    <a:pt x="169580" y="327859"/>
                  </a:lnTo>
                  <a:lnTo>
                    <a:pt x="167804" y="328651"/>
                  </a:lnTo>
                  <a:lnTo>
                    <a:pt x="156003" y="333775"/>
                  </a:lnTo>
                  <a:lnTo>
                    <a:pt x="154636" y="334380"/>
                  </a:lnTo>
                  <a:lnTo>
                    <a:pt x="154317" y="334520"/>
                  </a:lnTo>
                  <a:lnTo>
                    <a:pt x="150900" y="335871"/>
                  </a:lnTo>
                  <a:lnTo>
                    <a:pt x="148394" y="336849"/>
                  </a:lnTo>
                  <a:lnTo>
                    <a:pt x="140375" y="339970"/>
                  </a:lnTo>
                  <a:lnTo>
                    <a:pt x="137733" y="340995"/>
                  </a:lnTo>
                  <a:lnTo>
                    <a:pt x="136411" y="342020"/>
                  </a:lnTo>
                  <a:lnTo>
                    <a:pt x="130898" y="346399"/>
                  </a:lnTo>
                  <a:lnTo>
                    <a:pt x="128256" y="347843"/>
                  </a:lnTo>
                  <a:lnTo>
                    <a:pt x="126570" y="348589"/>
                  </a:lnTo>
                  <a:lnTo>
                    <a:pt x="125021" y="348356"/>
                  </a:lnTo>
                  <a:lnTo>
                    <a:pt x="123928" y="348123"/>
                  </a:lnTo>
                  <a:lnTo>
                    <a:pt x="122470" y="347657"/>
                  </a:lnTo>
                  <a:lnTo>
                    <a:pt x="121057" y="347377"/>
                  </a:lnTo>
                  <a:lnTo>
                    <a:pt x="119918" y="351803"/>
                  </a:lnTo>
                  <a:lnTo>
                    <a:pt x="119873" y="351989"/>
                  </a:lnTo>
                  <a:lnTo>
                    <a:pt x="118369" y="356508"/>
                  </a:lnTo>
                  <a:lnTo>
                    <a:pt x="117048" y="359676"/>
                  </a:lnTo>
                  <a:lnTo>
                    <a:pt x="116774" y="360328"/>
                  </a:lnTo>
                  <a:lnTo>
                    <a:pt x="116729" y="360514"/>
                  </a:lnTo>
                  <a:lnTo>
                    <a:pt x="115407" y="363635"/>
                  </a:lnTo>
                  <a:lnTo>
                    <a:pt x="112674" y="370343"/>
                  </a:lnTo>
                  <a:lnTo>
                    <a:pt x="111489" y="373138"/>
                  </a:lnTo>
                  <a:lnTo>
                    <a:pt x="110760" y="374955"/>
                  </a:lnTo>
                  <a:lnTo>
                    <a:pt x="110669" y="375141"/>
                  </a:lnTo>
                  <a:lnTo>
                    <a:pt x="109484" y="378076"/>
                  </a:lnTo>
                  <a:lnTo>
                    <a:pt x="106614" y="385110"/>
                  </a:lnTo>
                  <a:lnTo>
                    <a:pt x="106250" y="386089"/>
                  </a:lnTo>
                  <a:lnTo>
                    <a:pt x="104518" y="390281"/>
                  </a:lnTo>
                  <a:lnTo>
                    <a:pt x="103880" y="391912"/>
                  </a:lnTo>
                  <a:lnTo>
                    <a:pt x="101101" y="398573"/>
                  </a:lnTo>
                  <a:lnTo>
                    <a:pt x="100372" y="400250"/>
                  </a:lnTo>
                  <a:lnTo>
                    <a:pt x="100281" y="400576"/>
                  </a:lnTo>
                  <a:lnTo>
                    <a:pt x="99734" y="401555"/>
                  </a:lnTo>
                  <a:lnTo>
                    <a:pt x="98686" y="403278"/>
                  </a:lnTo>
                  <a:lnTo>
                    <a:pt x="97821" y="404722"/>
                  </a:lnTo>
                  <a:lnTo>
                    <a:pt x="96773" y="406446"/>
                  </a:lnTo>
                  <a:lnTo>
                    <a:pt x="95451" y="408263"/>
                  </a:lnTo>
                  <a:lnTo>
                    <a:pt x="94085" y="409940"/>
                  </a:lnTo>
                  <a:lnTo>
                    <a:pt x="92900" y="411244"/>
                  </a:lnTo>
                  <a:lnTo>
                    <a:pt x="92034" y="412222"/>
                  </a:lnTo>
                  <a:lnTo>
                    <a:pt x="91351" y="412875"/>
                  </a:lnTo>
                  <a:lnTo>
                    <a:pt x="89483" y="414691"/>
                  </a:lnTo>
                  <a:lnTo>
                    <a:pt x="87433" y="416648"/>
                  </a:lnTo>
                  <a:lnTo>
                    <a:pt x="87205" y="416834"/>
                  </a:lnTo>
                  <a:lnTo>
                    <a:pt x="86294" y="417673"/>
                  </a:lnTo>
                  <a:lnTo>
                    <a:pt x="84972" y="419024"/>
                  </a:lnTo>
                  <a:lnTo>
                    <a:pt x="84836" y="419117"/>
                  </a:lnTo>
                  <a:lnTo>
                    <a:pt x="84608" y="419350"/>
                  </a:lnTo>
                  <a:lnTo>
                    <a:pt x="83879" y="420049"/>
                  </a:lnTo>
                  <a:lnTo>
                    <a:pt x="82056" y="421772"/>
                  </a:lnTo>
                  <a:lnTo>
                    <a:pt x="80325" y="423496"/>
                  </a:lnTo>
                  <a:lnTo>
                    <a:pt x="79960" y="423868"/>
                  </a:lnTo>
                  <a:lnTo>
                    <a:pt x="78912" y="424893"/>
                  </a:lnTo>
                  <a:lnTo>
                    <a:pt x="78502" y="425313"/>
                  </a:lnTo>
                  <a:lnTo>
                    <a:pt x="77318" y="426477"/>
                  </a:lnTo>
                  <a:lnTo>
                    <a:pt x="77136" y="426664"/>
                  </a:lnTo>
                  <a:lnTo>
                    <a:pt x="76680" y="427036"/>
                  </a:lnTo>
                  <a:lnTo>
                    <a:pt x="75860" y="427875"/>
                  </a:lnTo>
                  <a:lnTo>
                    <a:pt x="74311" y="429552"/>
                  </a:lnTo>
                  <a:lnTo>
                    <a:pt x="73673" y="430297"/>
                  </a:lnTo>
                  <a:lnTo>
                    <a:pt x="73217" y="430996"/>
                  </a:lnTo>
                  <a:lnTo>
                    <a:pt x="73081" y="431275"/>
                  </a:lnTo>
                  <a:lnTo>
                    <a:pt x="72898" y="431601"/>
                  </a:lnTo>
                  <a:lnTo>
                    <a:pt x="72807" y="431834"/>
                  </a:lnTo>
                  <a:lnTo>
                    <a:pt x="69891" y="431928"/>
                  </a:lnTo>
                  <a:lnTo>
                    <a:pt x="64242" y="431974"/>
                  </a:lnTo>
                  <a:lnTo>
                    <a:pt x="63832" y="429459"/>
                  </a:lnTo>
                  <a:lnTo>
                    <a:pt x="63421" y="427502"/>
                  </a:lnTo>
                  <a:lnTo>
                    <a:pt x="63194" y="426757"/>
                  </a:lnTo>
                  <a:lnTo>
                    <a:pt x="62829" y="426104"/>
                  </a:lnTo>
                  <a:lnTo>
                    <a:pt x="62009" y="424940"/>
                  </a:lnTo>
                  <a:lnTo>
                    <a:pt x="60050" y="422378"/>
                  </a:lnTo>
                  <a:lnTo>
                    <a:pt x="58501" y="420328"/>
                  </a:lnTo>
                  <a:lnTo>
                    <a:pt x="57544" y="419117"/>
                  </a:lnTo>
                  <a:lnTo>
                    <a:pt x="57180" y="418651"/>
                  </a:lnTo>
                  <a:lnTo>
                    <a:pt x="54172" y="414785"/>
                  </a:lnTo>
                  <a:lnTo>
                    <a:pt x="53170" y="413434"/>
                  </a:lnTo>
                  <a:lnTo>
                    <a:pt x="50072" y="409381"/>
                  </a:lnTo>
                  <a:lnTo>
                    <a:pt x="49662" y="408868"/>
                  </a:lnTo>
                  <a:lnTo>
                    <a:pt x="49206" y="408216"/>
                  </a:lnTo>
                  <a:lnTo>
                    <a:pt x="37952" y="393402"/>
                  </a:lnTo>
                  <a:lnTo>
                    <a:pt x="33260" y="387393"/>
                  </a:lnTo>
                  <a:lnTo>
                    <a:pt x="33123" y="387207"/>
                  </a:lnTo>
                  <a:lnTo>
                    <a:pt x="33032" y="387020"/>
                  </a:lnTo>
                  <a:lnTo>
                    <a:pt x="32348" y="385437"/>
                  </a:lnTo>
                  <a:lnTo>
                    <a:pt x="33032" y="384738"/>
                  </a:lnTo>
                  <a:lnTo>
                    <a:pt x="32439" y="383899"/>
                  </a:lnTo>
                  <a:lnTo>
                    <a:pt x="32257" y="383247"/>
                  </a:lnTo>
                  <a:lnTo>
                    <a:pt x="32212" y="382828"/>
                  </a:lnTo>
                  <a:lnTo>
                    <a:pt x="32394" y="381663"/>
                  </a:lnTo>
                  <a:lnTo>
                    <a:pt x="32531" y="381197"/>
                  </a:lnTo>
                  <a:lnTo>
                    <a:pt x="32804" y="380592"/>
                  </a:lnTo>
                  <a:lnTo>
                    <a:pt x="33168" y="380079"/>
                  </a:lnTo>
                  <a:lnTo>
                    <a:pt x="33579" y="379707"/>
                  </a:lnTo>
                  <a:lnTo>
                    <a:pt x="34171" y="379474"/>
                  </a:lnTo>
                  <a:lnTo>
                    <a:pt x="35264" y="379148"/>
                  </a:lnTo>
                  <a:lnTo>
                    <a:pt x="37087" y="378915"/>
                  </a:lnTo>
                  <a:lnTo>
                    <a:pt x="38864" y="378728"/>
                  </a:lnTo>
                  <a:lnTo>
                    <a:pt x="39410" y="378728"/>
                  </a:lnTo>
                  <a:lnTo>
                    <a:pt x="39547" y="378728"/>
                  </a:lnTo>
                  <a:lnTo>
                    <a:pt x="41415" y="378822"/>
                  </a:lnTo>
                  <a:lnTo>
                    <a:pt x="41643" y="378822"/>
                  </a:lnTo>
                  <a:lnTo>
                    <a:pt x="44286" y="378915"/>
                  </a:lnTo>
                  <a:lnTo>
                    <a:pt x="46427" y="378961"/>
                  </a:lnTo>
                  <a:lnTo>
                    <a:pt x="46700" y="378961"/>
                  </a:lnTo>
                  <a:lnTo>
                    <a:pt x="47429" y="378682"/>
                  </a:lnTo>
                  <a:lnTo>
                    <a:pt x="47019" y="378402"/>
                  </a:lnTo>
                  <a:lnTo>
                    <a:pt x="46199" y="377797"/>
                  </a:lnTo>
                  <a:lnTo>
                    <a:pt x="46017" y="377517"/>
                  </a:lnTo>
                  <a:lnTo>
                    <a:pt x="45197" y="376586"/>
                  </a:lnTo>
                  <a:lnTo>
                    <a:pt x="44103" y="374443"/>
                  </a:lnTo>
                  <a:lnTo>
                    <a:pt x="43147" y="371834"/>
                  </a:lnTo>
                  <a:lnTo>
                    <a:pt x="42235" y="369458"/>
                  </a:lnTo>
                  <a:lnTo>
                    <a:pt x="42144" y="369272"/>
                  </a:lnTo>
                  <a:lnTo>
                    <a:pt x="41871" y="368480"/>
                  </a:lnTo>
                  <a:lnTo>
                    <a:pt x="41871" y="367688"/>
                  </a:lnTo>
                  <a:lnTo>
                    <a:pt x="41916" y="366849"/>
                  </a:lnTo>
                  <a:lnTo>
                    <a:pt x="42053" y="366290"/>
                  </a:lnTo>
                  <a:lnTo>
                    <a:pt x="42509" y="364194"/>
                  </a:lnTo>
                  <a:lnTo>
                    <a:pt x="42600" y="363822"/>
                  </a:lnTo>
                  <a:lnTo>
                    <a:pt x="43602" y="359582"/>
                  </a:lnTo>
                  <a:lnTo>
                    <a:pt x="44604" y="355390"/>
                  </a:lnTo>
                  <a:lnTo>
                    <a:pt x="45060" y="353340"/>
                  </a:lnTo>
                  <a:lnTo>
                    <a:pt x="45151" y="353014"/>
                  </a:lnTo>
                  <a:lnTo>
                    <a:pt x="46108" y="348961"/>
                  </a:lnTo>
                  <a:lnTo>
                    <a:pt x="47520" y="342952"/>
                  </a:lnTo>
                  <a:lnTo>
                    <a:pt x="49571" y="334334"/>
                  </a:lnTo>
                  <a:lnTo>
                    <a:pt x="48751" y="334427"/>
                  </a:lnTo>
                  <a:lnTo>
                    <a:pt x="48477" y="334474"/>
                  </a:lnTo>
                  <a:lnTo>
                    <a:pt x="46883" y="334706"/>
                  </a:lnTo>
                  <a:lnTo>
                    <a:pt x="44832" y="334893"/>
                  </a:lnTo>
                  <a:lnTo>
                    <a:pt x="44149" y="334893"/>
                  </a:lnTo>
                  <a:lnTo>
                    <a:pt x="39410" y="335079"/>
                  </a:lnTo>
                  <a:lnTo>
                    <a:pt x="34353" y="335312"/>
                  </a:lnTo>
                  <a:lnTo>
                    <a:pt x="32257" y="335265"/>
                  </a:lnTo>
                  <a:lnTo>
                    <a:pt x="27610" y="334753"/>
                  </a:lnTo>
                  <a:lnTo>
                    <a:pt x="18452" y="333821"/>
                  </a:lnTo>
                  <a:lnTo>
                    <a:pt x="16584" y="333635"/>
                  </a:lnTo>
                  <a:lnTo>
                    <a:pt x="7289" y="332983"/>
                  </a:lnTo>
                  <a:lnTo>
                    <a:pt x="4875" y="332936"/>
                  </a:lnTo>
                  <a:lnTo>
                    <a:pt x="4647" y="332890"/>
                  </a:lnTo>
                  <a:lnTo>
                    <a:pt x="4510" y="332890"/>
                  </a:lnTo>
                  <a:lnTo>
                    <a:pt x="4237" y="332890"/>
                  </a:lnTo>
                  <a:lnTo>
                    <a:pt x="1685" y="332610"/>
                  </a:lnTo>
                  <a:lnTo>
                    <a:pt x="0" y="332470"/>
                  </a:lnTo>
                  <a:lnTo>
                    <a:pt x="45" y="332284"/>
                  </a:lnTo>
                  <a:lnTo>
                    <a:pt x="364" y="329023"/>
                  </a:lnTo>
                  <a:lnTo>
                    <a:pt x="410" y="328744"/>
                  </a:lnTo>
                  <a:lnTo>
                    <a:pt x="592" y="326973"/>
                  </a:lnTo>
                  <a:lnTo>
                    <a:pt x="592" y="326834"/>
                  </a:lnTo>
                  <a:lnTo>
                    <a:pt x="911" y="323852"/>
                  </a:lnTo>
                  <a:lnTo>
                    <a:pt x="911" y="323666"/>
                  </a:lnTo>
                  <a:lnTo>
                    <a:pt x="1184" y="321197"/>
                  </a:lnTo>
                  <a:lnTo>
                    <a:pt x="1321" y="319567"/>
                  </a:lnTo>
                  <a:lnTo>
                    <a:pt x="1366" y="319241"/>
                  </a:lnTo>
                  <a:lnTo>
                    <a:pt x="1776" y="319334"/>
                  </a:lnTo>
                  <a:lnTo>
                    <a:pt x="1959" y="319380"/>
                  </a:lnTo>
                  <a:lnTo>
                    <a:pt x="2642" y="319473"/>
                  </a:lnTo>
                  <a:lnTo>
                    <a:pt x="3644" y="319147"/>
                  </a:lnTo>
                  <a:lnTo>
                    <a:pt x="3827" y="318914"/>
                  </a:lnTo>
                  <a:lnTo>
                    <a:pt x="3918" y="318635"/>
                  </a:lnTo>
                  <a:lnTo>
                    <a:pt x="3918" y="318355"/>
                  </a:lnTo>
                  <a:lnTo>
                    <a:pt x="3918" y="318122"/>
                  </a:lnTo>
                  <a:lnTo>
                    <a:pt x="3918" y="317936"/>
                  </a:lnTo>
                  <a:lnTo>
                    <a:pt x="3963" y="317517"/>
                  </a:lnTo>
                  <a:lnTo>
                    <a:pt x="4100" y="317098"/>
                  </a:lnTo>
                  <a:lnTo>
                    <a:pt x="4373" y="316539"/>
                  </a:lnTo>
                  <a:lnTo>
                    <a:pt x="4738" y="315747"/>
                  </a:lnTo>
                  <a:lnTo>
                    <a:pt x="4920" y="315467"/>
                  </a:lnTo>
                  <a:lnTo>
                    <a:pt x="5330" y="314675"/>
                  </a:lnTo>
                  <a:lnTo>
                    <a:pt x="5968" y="313883"/>
                  </a:lnTo>
                  <a:lnTo>
                    <a:pt x="7016" y="312812"/>
                  </a:lnTo>
                  <a:lnTo>
                    <a:pt x="7244" y="312579"/>
                  </a:lnTo>
                  <a:lnTo>
                    <a:pt x="7426" y="312393"/>
                  </a:lnTo>
                  <a:lnTo>
                    <a:pt x="8383" y="311508"/>
                  </a:lnTo>
                  <a:lnTo>
                    <a:pt x="9431" y="310855"/>
                  </a:lnTo>
                  <a:lnTo>
                    <a:pt x="10296" y="310762"/>
                  </a:lnTo>
                  <a:lnTo>
                    <a:pt x="10843" y="310669"/>
                  </a:lnTo>
                  <a:lnTo>
                    <a:pt x="12119" y="310343"/>
                  </a:lnTo>
                  <a:lnTo>
                    <a:pt x="12256" y="310296"/>
                  </a:lnTo>
                  <a:lnTo>
                    <a:pt x="13076" y="309970"/>
                  </a:lnTo>
                  <a:lnTo>
                    <a:pt x="13212" y="309784"/>
                  </a:lnTo>
                  <a:lnTo>
                    <a:pt x="13440" y="309551"/>
                  </a:lnTo>
                  <a:lnTo>
                    <a:pt x="13486" y="309411"/>
                  </a:lnTo>
                  <a:lnTo>
                    <a:pt x="13668" y="308759"/>
                  </a:lnTo>
                  <a:lnTo>
                    <a:pt x="13759" y="308247"/>
                  </a:lnTo>
                  <a:lnTo>
                    <a:pt x="13805" y="308060"/>
                  </a:lnTo>
                  <a:lnTo>
                    <a:pt x="13896" y="307827"/>
                  </a:lnTo>
                  <a:lnTo>
                    <a:pt x="13987" y="307548"/>
                  </a:lnTo>
                  <a:lnTo>
                    <a:pt x="14169" y="307129"/>
                  </a:lnTo>
                  <a:lnTo>
                    <a:pt x="14215" y="306942"/>
                  </a:lnTo>
                  <a:lnTo>
                    <a:pt x="14397" y="306663"/>
                  </a:lnTo>
                  <a:lnTo>
                    <a:pt x="14579" y="306337"/>
                  </a:lnTo>
                  <a:lnTo>
                    <a:pt x="14670" y="306057"/>
                  </a:lnTo>
                  <a:lnTo>
                    <a:pt x="14807" y="305545"/>
                  </a:lnTo>
                  <a:lnTo>
                    <a:pt x="14989" y="305079"/>
                  </a:lnTo>
                  <a:lnTo>
                    <a:pt x="15263" y="304706"/>
                  </a:lnTo>
                  <a:lnTo>
                    <a:pt x="15536" y="304473"/>
                  </a:lnTo>
                  <a:lnTo>
                    <a:pt x="16037" y="304287"/>
                  </a:lnTo>
                  <a:lnTo>
                    <a:pt x="16630" y="304147"/>
                  </a:lnTo>
                  <a:lnTo>
                    <a:pt x="17040" y="303775"/>
                  </a:lnTo>
                  <a:lnTo>
                    <a:pt x="18406" y="301492"/>
                  </a:lnTo>
                  <a:lnTo>
                    <a:pt x="18725" y="301306"/>
                  </a:lnTo>
                  <a:lnTo>
                    <a:pt x="20958" y="299722"/>
                  </a:lnTo>
                  <a:lnTo>
                    <a:pt x="25104" y="299116"/>
                  </a:lnTo>
                  <a:lnTo>
                    <a:pt x="30526" y="299955"/>
                  </a:lnTo>
                  <a:lnTo>
                    <a:pt x="35629" y="303262"/>
                  </a:lnTo>
                  <a:lnTo>
                    <a:pt x="42099" y="309504"/>
                  </a:lnTo>
                  <a:lnTo>
                    <a:pt x="46746" y="312067"/>
                  </a:lnTo>
                  <a:lnTo>
                    <a:pt x="50209" y="313417"/>
                  </a:lnTo>
                  <a:lnTo>
                    <a:pt x="54901" y="314023"/>
                  </a:lnTo>
                  <a:lnTo>
                    <a:pt x="60961" y="314023"/>
                  </a:lnTo>
                  <a:lnTo>
                    <a:pt x="66975" y="314349"/>
                  </a:lnTo>
                  <a:lnTo>
                    <a:pt x="69481" y="314908"/>
                  </a:lnTo>
                  <a:lnTo>
                    <a:pt x="70620" y="315560"/>
                  </a:lnTo>
                  <a:lnTo>
                    <a:pt x="70894" y="315840"/>
                  </a:lnTo>
                  <a:lnTo>
                    <a:pt x="71531" y="316026"/>
                  </a:lnTo>
                  <a:lnTo>
                    <a:pt x="71668" y="316259"/>
                  </a:lnTo>
                  <a:lnTo>
                    <a:pt x="71759" y="316399"/>
                  </a:lnTo>
                  <a:lnTo>
                    <a:pt x="71942" y="317517"/>
                  </a:lnTo>
                  <a:lnTo>
                    <a:pt x="71577" y="317657"/>
                  </a:lnTo>
                  <a:lnTo>
                    <a:pt x="71121" y="317843"/>
                  </a:lnTo>
                  <a:lnTo>
                    <a:pt x="71395" y="318914"/>
                  </a:lnTo>
                  <a:lnTo>
                    <a:pt x="71577" y="319520"/>
                  </a:lnTo>
                  <a:lnTo>
                    <a:pt x="71486" y="319800"/>
                  </a:lnTo>
                  <a:lnTo>
                    <a:pt x="71440" y="320172"/>
                  </a:lnTo>
                  <a:lnTo>
                    <a:pt x="71486" y="320591"/>
                  </a:lnTo>
                  <a:lnTo>
                    <a:pt x="71531" y="321104"/>
                  </a:lnTo>
                  <a:lnTo>
                    <a:pt x="71531" y="321803"/>
                  </a:lnTo>
                  <a:lnTo>
                    <a:pt x="71486" y="321942"/>
                  </a:lnTo>
                  <a:lnTo>
                    <a:pt x="71349" y="322222"/>
                  </a:lnTo>
                  <a:lnTo>
                    <a:pt x="71076" y="322595"/>
                  </a:lnTo>
                  <a:lnTo>
                    <a:pt x="71030" y="322781"/>
                  </a:lnTo>
                  <a:lnTo>
                    <a:pt x="71030" y="323154"/>
                  </a:lnTo>
                  <a:lnTo>
                    <a:pt x="70985" y="323340"/>
                  </a:lnTo>
                  <a:lnTo>
                    <a:pt x="70894" y="323666"/>
                  </a:lnTo>
                  <a:lnTo>
                    <a:pt x="70802" y="324039"/>
                  </a:lnTo>
                  <a:lnTo>
                    <a:pt x="70757" y="324505"/>
                  </a:lnTo>
                  <a:lnTo>
                    <a:pt x="70802" y="324877"/>
                  </a:lnTo>
                  <a:lnTo>
                    <a:pt x="70848" y="325110"/>
                  </a:lnTo>
                  <a:lnTo>
                    <a:pt x="70848" y="325296"/>
                  </a:lnTo>
                  <a:lnTo>
                    <a:pt x="70802" y="325529"/>
                  </a:lnTo>
                  <a:lnTo>
                    <a:pt x="70757" y="325762"/>
                  </a:lnTo>
                  <a:lnTo>
                    <a:pt x="70757" y="325902"/>
                  </a:lnTo>
                  <a:lnTo>
                    <a:pt x="70711" y="326135"/>
                  </a:lnTo>
                  <a:lnTo>
                    <a:pt x="70848" y="326182"/>
                  </a:lnTo>
                  <a:lnTo>
                    <a:pt x="70985" y="326321"/>
                  </a:lnTo>
                  <a:lnTo>
                    <a:pt x="71121" y="326414"/>
                  </a:lnTo>
                  <a:lnTo>
                    <a:pt x="71440" y="326647"/>
                  </a:lnTo>
                  <a:lnTo>
                    <a:pt x="71577" y="326880"/>
                  </a:lnTo>
                  <a:lnTo>
                    <a:pt x="72033" y="327300"/>
                  </a:lnTo>
                  <a:lnTo>
                    <a:pt x="72397" y="327626"/>
                  </a:lnTo>
                  <a:lnTo>
                    <a:pt x="72625" y="327812"/>
                  </a:lnTo>
                  <a:lnTo>
                    <a:pt x="72762" y="327998"/>
                  </a:lnTo>
                  <a:lnTo>
                    <a:pt x="73582" y="328464"/>
                  </a:lnTo>
                  <a:lnTo>
                    <a:pt x="73764" y="328744"/>
                  </a:lnTo>
                  <a:lnTo>
                    <a:pt x="73901" y="328977"/>
                  </a:lnTo>
                  <a:lnTo>
                    <a:pt x="74037" y="329116"/>
                  </a:lnTo>
                  <a:lnTo>
                    <a:pt x="74129" y="329349"/>
                  </a:lnTo>
                  <a:lnTo>
                    <a:pt x="74447" y="329210"/>
                  </a:lnTo>
                  <a:lnTo>
                    <a:pt x="74630" y="329116"/>
                  </a:lnTo>
                  <a:lnTo>
                    <a:pt x="75678" y="328464"/>
                  </a:lnTo>
                  <a:lnTo>
                    <a:pt x="76133" y="328185"/>
                  </a:lnTo>
                  <a:lnTo>
                    <a:pt x="82239" y="323852"/>
                  </a:lnTo>
                  <a:lnTo>
                    <a:pt x="89938" y="318588"/>
                  </a:lnTo>
                  <a:lnTo>
                    <a:pt x="101466" y="313464"/>
                  </a:lnTo>
                  <a:lnTo>
                    <a:pt x="112856" y="308107"/>
                  </a:lnTo>
                  <a:lnTo>
                    <a:pt x="117868" y="306011"/>
                  </a:lnTo>
                  <a:lnTo>
                    <a:pt x="121968" y="304194"/>
                  </a:lnTo>
                  <a:lnTo>
                    <a:pt x="123107" y="303635"/>
                  </a:lnTo>
                  <a:lnTo>
                    <a:pt x="124429" y="303076"/>
                  </a:lnTo>
                  <a:lnTo>
                    <a:pt x="132584" y="299442"/>
                  </a:lnTo>
                  <a:lnTo>
                    <a:pt x="133404" y="299070"/>
                  </a:lnTo>
                  <a:lnTo>
                    <a:pt x="136047" y="297858"/>
                  </a:lnTo>
                  <a:lnTo>
                    <a:pt x="136366" y="297719"/>
                  </a:lnTo>
                  <a:lnTo>
                    <a:pt x="139236" y="296461"/>
                  </a:lnTo>
                  <a:lnTo>
                    <a:pt x="151857" y="290964"/>
                  </a:lnTo>
                  <a:lnTo>
                    <a:pt x="152085" y="290871"/>
                  </a:lnTo>
                  <a:lnTo>
                    <a:pt x="161015" y="287004"/>
                  </a:lnTo>
                  <a:lnTo>
                    <a:pt x="162518" y="286352"/>
                  </a:lnTo>
                  <a:lnTo>
                    <a:pt x="164204" y="285653"/>
                  </a:lnTo>
                  <a:lnTo>
                    <a:pt x="168396" y="283790"/>
                  </a:lnTo>
                  <a:lnTo>
                    <a:pt x="168988" y="283557"/>
                  </a:lnTo>
                  <a:lnTo>
                    <a:pt x="182292" y="277734"/>
                  </a:lnTo>
                  <a:lnTo>
                    <a:pt x="186621" y="275871"/>
                  </a:lnTo>
                  <a:lnTo>
                    <a:pt x="190812" y="274007"/>
                  </a:lnTo>
                  <a:lnTo>
                    <a:pt x="191632" y="273681"/>
                  </a:lnTo>
                  <a:lnTo>
                    <a:pt x="193273" y="272982"/>
                  </a:lnTo>
                  <a:lnTo>
                    <a:pt x="208627" y="266694"/>
                  </a:lnTo>
                  <a:lnTo>
                    <a:pt x="211042" y="265669"/>
                  </a:lnTo>
                  <a:lnTo>
                    <a:pt x="225166" y="259939"/>
                  </a:lnTo>
                  <a:lnTo>
                    <a:pt x="244256" y="252113"/>
                  </a:lnTo>
                  <a:lnTo>
                    <a:pt x="250999" y="249364"/>
                  </a:lnTo>
                  <a:lnTo>
                    <a:pt x="252503" y="248759"/>
                  </a:lnTo>
                  <a:lnTo>
                    <a:pt x="257515" y="246709"/>
                  </a:lnTo>
                  <a:lnTo>
                    <a:pt x="262709" y="244566"/>
                  </a:lnTo>
                  <a:lnTo>
                    <a:pt x="264212" y="243961"/>
                  </a:lnTo>
                  <a:lnTo>
                    <a:pt x="266627" y="242982"/>
                  </a:lnTo>
                  <a:lnTo>
                    <a:pt x="273598" y="240141"/>
                  </a:lnTo>
                  <a:lnTo>
                    <a:pt x="274600" y="239721"/>
                  </a:lnTo>
                  <a:lnTo>
                    <a:pt x="267356" y="221647"/>
                  </a:lnTo>
                  <a:lnTo>
                    <a:pt x="266991" y="221880"/>
                  </a:lnTo>
                  <a:lnTo>
                    <a:pt x="266764" y="222019"/>
                  </a:lnTo>
                  <a:lnTo>
                    <a:pt x="264531" y="215824"/>
                  </a:lnTo>
                  <a:lnTo>
                    <a:pt x="262709" y="211305"/>
                  </a:lnTo>
                  <a:lnTo>
                    <a:pt x="261524" y="208277"/>
                  </a:lnTo>
                  <a:lnTo>
                    <a:pt x="259155" y="202734"/>
                  </a:lnTo>
                  <a:lnTo>
                    <a:pt x="257970" y="199892"/>
                  </a:lnTo>
                  <a:lnTo>
                    <a:pt x="256148" y="195699"/>
                  </a:lnTo>
                  <a:lnTo>
                    <a:pt x="255100" y="193510"/>
                  </a:lnTo>
                  <a:lnTo>
                    <a:pt x="254189" y="192252"/>
                  </a:lnTo>
                  <a:lnTo>
                    <a:pt x="253277" y="190389"/>
                  </a:lnTo>
                  <a:lnTo>
                    <a:pt x="251637" y="185544"/>
                  </a:lnTo>
                  <a:lnTo>
                    <a:pt x="250589" y="180932"/>
                  </a:lnTo>
                  <a:lnTo>
                    <a:pt x="250316" y="179768"/>
                  </a:lnTo>
                  <a:lnTo>
                    <a:pt x="252002" y="179302"/>
                  </a:lnTo>
                  <a:lnTo>
                    <a:pt x="253095" y="178976"/>
                  </a:lnTo>
                  <a:lnTo>
                    <a:pt x="252275" y="175808"/>
                  </a:lnTo>
                  <a:lnTo>
                    <a:pt x="251911" y="174410"/>
                  </a:lnTo>
                  <a:lnTo>
                    <a:pt x="251774" y="172780"/>
                  </a:lnTo>
                  <a:lnTo>
                    <a:pt x="251774" y="172594"/>
                  </a:lnTo>
                  <a:lnTo>
                    <a:pt x="251683" y="171988"/>
                  </a:lnTo>
                  <a:lnTo>
                    <a:pt x="251683" y="171336"/>
                  </a:lnTo>
                  <a:lnTo>
                    <a:pt x="251774" y="167423"/>
                  </a:lnTo>
                  <a:lnTo>
                    <a:pt x="248585" y="166771"/>
                  </a:lnTo>
                  <a:lnTo>
                    <a:pt x="248311" y="166724"/>
                  </a:lnTo>
                  <a:lnTo>
                    <a:pt x="247673" y="166538"/>
                  </a:lnTo>
                  <a:lnTo>
                    <a:pt x="247354" y="166118"/>
                  </a:lnTo>
                  <a:lnTo>
                    <a:pt x="246808" y="164535"/>
                  </a:lnTo>
                  <a:lnTo>
                    <a:pt x="246443" y="164395"/>
                  </a:lnTo>
                  <a:lnTo>
                    <a:pt x="240748" y="165233"/>
                  </a:lnTo>
                  <a:lnTo>
                    <a:pt x="232866" y="166398"/>
                  </a:lnTo>
                  <a:lnTo>
                    <a:pt x="228401" y="167097"/>
                  </a:lnTo>
                  <a:lnTo>
                    <a:pt x="227216" y="167330"/>
                  </a:lnTo>
                  <a:lnTo>
                    <a:pt x="226715" y="167423"/>
                  </a:lnTo>
                  <a:lnTo>
                    <a:pt x="220746" y="168355"/>
                  </a:lnTo>
                  <a:lnTo>
                    <a:pt x="220792" y="168541"/>
                  </a:lnTo>
                  <a:lnTo>
                    <a:pt x="216600" y="169286"/>
                  </a:lnTo>
                  <a:lnTo>
                    <a:pt x="216600" y="169053"/>
                  </a:lnTo>
                  <a:lnTo>
                    <a:pt x="216053" y="169146"/>
                  </a:lnTo>
                  <a:lnTo>
                    <a:pt x="194822" y="172594"/>
                  </a:lnTo>
                  <a:lnTo>
                    <a:pt x="194958" y="172314"/>
                  </a:lnTo>
                  <a:lnTo>
                    <a:pt x="195277" y="171522"/>
                  </a:lnTo>
                  <a:lnTo>
                    <a:pt x="195596" y="170870"/>
                  </a:lnTo>
                  <a:lnTo>
                    <a:pt x="195961" y="170218"/>
                  </a:lnTo>
                  <a:lnTo>
                    <a:pt x="196371" y="169473"/>
                  </a:lnTo>
                  <a:lnTo>
                    <a:pt x="196644" y="169053"/>
                  </a:lnTo>
                  <a:lnTo>
                    <a:pt x="197054" y="168168"/>
                  </a:lnTo>
                  <a:lnTo>
                    <a:pt x="198057" y="166724"/>
                  </a:lnTo>
                  <a:lnTo>
                    <a:pt x="198330" y="166398"/>
                  </a:lnTo>
                  <a:lnTo>
                    <a:pt x="199469" y="165000"/>
                  </a:lnTo>
                  <a:lnTo>
                    <a:pt x="199788" y="164768"/>
                  </a:lnTo>
                  <a:lnTo>
                    <a:pt x="200107" y="164395"/>
                  </a:lnTo>
                  <a:lnTo>
                    <a:pt x="200471" y="163976"/>
                  </a:lnTo>
                  <a:lnTo>
                    <a:pt x="200699" y="163696"/>
                  </a:lnTo>
                  <a:lnTo>
                    <a:pt x="200927" y="163277"/>
                  </a:lnTo>
                  <a:lnTo>
                    <a:pt x="201884" y="161460"/>
                  </a:lnTo>
                  <a:lnTo>
                    <a:pt x="202613" y="161087"/>
                  </a:lnTo>
                  <a:lnTo>
                    <a:pt x="203114" y="160854"/>
                  </a:lnTo>
                  <a:lnTo>
                    <a:pt x="203980" y="159736"/>
                  </a:lnTo>
                  <a:lnTo>
                    <a:pt x="204572" y="159084"/>
                  </a:lnTo>
                  <a:lnTo>
                    <a:pt x="205027" y="157221"/>
                  </a:lnTo>
                  <a:lnTo>
                    <a:pt x="205210" y="156802"/>
                  </a:lnTo>
                  <a:lnTo>
                    <a:pt x="205620" y="155870"/>
                  </a:lnTo>
                  <a:lnTo>
                    <a:pt x="206030" y="155544"/>
                  </a:lnTo>
                  <a:lnTo>
                    <a:pt x="206485" y="155218"/>
                  </a:lnTo>
                  <a:lnTo>
                    <a:pt x="206622" y="154705"/>
                  </a:lnTo>
                  <a:lnTo>
                    <a:pt x="206668" y="154379"/>
                  </a:lnTo>
                  <a:lnTo>
                    <a:pt x="206622" y="154053"/>
                  </a:lnTo>
                  <a:lnTo>
                    <a:pt x="206394" y="153634"/>
                  </a:lnTo>
                  <a:lnTo>
                    <a:pt x="206212" y="152935"/>
                  </a:lnTo>
                  <a:lnTo>
                    <a:pt x="206759" y="152469"/>
                  </a:lnTo>
                  <a:lnTo>
                    <a:pt x="207123" y="152143"/>
                  </a:lnTo>
                  <a:lnTo>
                    <a:pt x="207533" y="151817"/>
                  </a:lnTo>
                  <a:lnTo>
                    <a:pt x="207761" y="151491"/>
                  </a:lnTo>
                  <a:lnTo>
                    <a:pt x="208126" y="151351"/>
                  </a:lnTo>
                  <a:lnTo>
                    <a:pt x="208445" y="151212"/>
                  </a:lnTo>
                  <a:lnTo>
                    <a:pt x="208855" y="151072"/>
                  </a:lnTo>
                  <a:lnTo>
                    <a:pt x="209538" y="150932"/>
                  </a:lnTo>
                  <a:lnTo>
                    <a:pt x="209811" y="150979"/>
                  </a:lnTo>
                  <a:lnTo>
                    <a:pt x="210176" y="150979"/>
                  </a:lnTo>
                  <a:lnTo>
                    <a:pt x="210677" y="150979"/>
                  </a:lnTo>
                  <a:lnTo>
                    <a:pt x="210996" y="150932"/>
                  </a:lnTo>
                  <a:lnTo>
                    <a:pt x="211497" y="150746"/>
                  </a:lnTo>
                  <a:lnTo>
                    <a:pt x="211816" y="149907"/>
                  </a:lnTo>
                  <a:lnTo>
                    <a:pt x="213502" y="149628"/>
                  </a:lnTo>
                  <a:lnTo>
                    <a:pt x="214231" y="149441"/>
                  </a:lnTo>
                  <a:lnTo>
                    <a:pt x="215917" y="148976"/>
                  </a:lnTo>
                  <a:lnTo>
                    <a:pt x="217284" y="148929"/>
                  </a:lnTo>
                  <a:lnTo>
                    <a:pt x="217830" y="149208"/>
                  </a:lnTo>
                  <a:lnTo>
                    <a:pt x="218468" y="149628"/>
                  </a:lnTo>
                  <a:lnTo>
                    <a:pt x="219562" y="149814"/>
                  </a:lnTo>
                  <a:lnTo>
                    <a:pt x="220518" y="149302"/>
                  </a:lnTo>
                  <a:lnTo>
                    <a:pt x="221566" y="148836"/>
                  </a:lnTo>
                  <a:lnTo>
                    <a:pt x="222295" y="149208"/>
                  </a:lnTo>
                  <a:lnTo>
                    <a:pt x="222614" y="149535"/>
                  </a:lnTo>
                  <a:lnTo>
                    <a:pt x="223343" y="149488"/>
                  </a:lnTo>
                  <a:lnTo>
                    <a:pt x="224209" y="149441"/>
                  </a:lnTo>
                  <a:lnTo>
                    <a:pt x="225029" y="149162"/>
                  </a:lnTo>
                  <a:lnTo>
                    <a:pt x="226123" y="149022"/>
                  </a:lnTo>
                  <a:lnTo>
                    <a:pt x="227171" y="148230"/>
                  </a:lnTo>
                  <a:lnTo>
                    <a:pt x="228537" y="147858"/>
                  </a:lnTo>
                  <a:lnTo>
                    <a:pt x="229722" y="147858"/>
                  </a:lnTo>
                  <a:lnTo>
                    <a:pt x="231362" y="147997"/>
                  </a:lnTo>
                  <a:lnTo>
                    <a:pt x="232273" y="147718"/>
                  </a:lnTo>
                  <a:lnTo>
                    <a:pt x="233321" y="146879"/>
                  </a:lnTo>
                  <a:lnTo>
                    <a:pt x="233777" y="146600"/>
                  </a:lnTo>
                  <a:lnTo>
                    <a:pt x="234096" y="146460"/>
                  </a:lnTo>
                  <a:lnTo>
                    <a:pt x="234506" y="146274"/>
                  </a:lnTo>
                  <a:lnTo>
                    <a:pt x="234688" y="146180"/>
                  </a:lnTo>
                  <a:lnTo>
                    <a:pt x="235372" y="145621"/>
                  </a:lnTo>
                  <a:lnTo>
                    <a:pt x="235599" y="145435"/>
                  </a:lnTo>
                  <a:lnTo>
                    <a:pt x="235782" y="145342"/>
                  </a:lnTo>
                  <a:lnTo>
                    <a:pt x="236237" y="145109"/>
                  </a:lnTo>
                  <a:lnTo>
                    <a:pt x="236647" y="144923"/>
                  </a:lnTo>
                  <a:lnTo>
                    <a:pt x="236966" y="144923"/>
                  </a:lnTo>
                  <a:lnTo>
                    <a:pt x="237422" y="144830"/>
                  </a:lnTo>
                  <a:lnTo>
                    <a:pt x="237695" y="144736"/>
                  </a:lnTo>
                  <a:lnTo>
                    <a:pt x="237923" y="144643"/>
                  </a:lnTo>
                  <a:lnTo>
                    <a:pt x="238060" y="144597"/>
                  </a:lnTo>
                  <a:lnTo>
                    <a:pt x="238379" y="144550"/>
                  </a:lnTo>
                  <a:lnTo>
                    <a:pt x="239153" y="144364"/>
                  </a:lnTo>
                  <a:lnTo>
                    <a:pt x="239654" y="144271"/>
                  </a:lnTo>
                  <a:lnTo>
                    <a:pt x="240064" y="144224"/>
                  </a:lnTo>
                  <a:lnTo>
                    <a:pt x="240338" y="144131"/>
                  </a:lnTo>
                  <a:lnTo>
                    <a:pt x="240930" y="144084"/>
                  </a:lnTo>
                  <a:lnTo>
                    <a:pt x="241568" y="143991"/>
                  </a:lnTo>
                  <a:lnTo>
                    <a:pt x="242343" y="143991"/>
                  </a:lnTo>
                  <a:lnTo>
                    <a:pt x="243482" y="143944"/>
                  </a:lnTo>
                  <a:lnTo>
                    <a:pt x="246079" y="143199"/>
                  </a:lnTo>
                  <a:lnTo>
                    <a:pt x="246899" y="142826"/>
                  </a:lnTo>
                  <a:lnTo>
                    <a:pt x="247764" y="142547"/>
                  </a:lnTo>
                  <a:lnTo>
                    <a:pt x="248038" y="142547"/>
                  </a:lnTo>
                  <a:lnTo>
                    <a:pt x="248493" y="142500"/>
                  </a:lnTo>
                  <a:lnTo>
                    <a:pt x="249405" y="142314"/>
                  </a:lnTo>
                  <a:lnTo>
                    <a:pt x="250270" y="142267"/>
                  </a:lnTo>
                  <a:lnTo>
                    <a:pt x="250954" y="142454"/>
                  </a:lnTo>
                  <a:lnTo>
                    <a:pt x="251819" y="142594"/>
                  </a:lnTo>
                  <a:lnTo>
                    <a:pt x="252184" y="142594"/>
                  </a:lnTo>
                  <a:lnTo>
                    <a:pt x="252776" y="142547"/>
                  </a:lnTo>
                  <a:lnTo>
                    <a:pt x="253369" y="142314"/>
                  </a:lnTo>
                  <a:lnTo>
                    <a:pt x="253915" y="142081"/>
                  </a:lnTo>
                  <a:lnTo>
                    <a:pt x="254189" y="141895"/>
                  </a:lnTo>
                  <a:lnTo>
                    <a:pt x="254644" y="141662"/>
                  </a:lnTo>
                  <a:lnTo>
                    <a:pt x="255373" y="141522"/>
                  </a:lnTo>
                  <a:lnTo>
                    <a:pt x="258198" y="141382"/>
                  </a:lnTo>
                  <a:lnTo>
                    <a:pt x="258699" y="141475"/>
                  </a:lnTo>
                  <a:lnTo>
                    <a:pt x="259656" y="141848"/>
                  </a:lnTo>
                  <a:lnTo>
                    <a:pt x="260157" y="141988"/>
                  </a:lnTo>
                  <a:lnTo>
                    <a:pt x="260431" y="142034"/>
                  </a:lnTo>
                  <a:lnTo>
                    <a:pt x="260841" y="142034"/>
                  </a:lnTo>
                  <a:lnTo>
                    <a:pt x="261661" y="141895"/>
                  </a:lnTo>
                  <a:lnTo>
                    <a:pt x="262208" y="141615"/>
                  </a:lnTo>
                  <a:lnTo>
                    <a:pt x="263073" y="141243"/>
                  </a:lnTo>
                  <a:lnTo>
                    <a:pt x="263438" y="141243"/>
                  </a:lnTo>
                  <a:lnTo>
                    <a:pt x="263848" y="141429"/>
                  </a:lnTo>
                  <a:lnTo>
                    <a:pt x="264349" y="141708"/>
                  </a:lnTo>
                  <a:lnTo>
                    <a:pt x="264713" y="141941"/>
                  </a:lnTo>
                  <a:lnTo>
                    <a:pt x="265215" y="141988"/>
                  </a:lnTo>
                  <a:lnTo>
                    <a:pt x="265625" y="141988"/>
                  </a:lnTo>
                  <a:lnTo>
                    <a:pt x="266263" y="141708"/>
                  </a:lnTo>
                  <a:lnTo>
                    <a:pt x="266490" y="141569"/>
                  </a:lnTo>
                  <a:lnTo>
                    <a:pt x="267083" y="141149"/>
                  </a:lnTo>
                  <a:lnTo>
                    <a:pt x="268267" y="141010"/>
                  </a:lnTo>
                  <a:lnTo>
                    <a:pt x="269725" y="141243"/>
                  </a:lnTo>
                  <a:lnTo>
                    <a:pt x="270409" y="141103"/>
                  </a:lnTo>
                  <a:lnTo>
                    <a:pt x="271229" y="140963"/>
                  </a:lnTo>
                  <a:lnTo>
                    <a:pt x="271867" y="140963"/>
                  </a:lnTo>
                  <a:lnTo>
                    <a:pt x="272413" y="141103"/>
                  </a:lnTo>
                  <a:lnTo>
                    <a:pt x="273279" y="141243"/>
                  </a:lnTo>
                  <a:lnTo>
                    <a:pt x="273735" y="141382"/>
                  </a:lnTo>
                  <a:lnTo>
                    <a:pt x="274418" y="141475"/>
                  </a:lnTo>
                  <a:lnTo>
                    <a:pt x="275147" y="141429"/>
                  </a:lnTo>
                  <a:lnTo>
                    <a:pt x="276013" y="141429"/>
                  </a:lnTo>
                  <a:lnTo>
                    <a:pt x="276377" y="141475"/>
                  </a:lnTo>
                  <a:lnTo>
                    <a:pt x="276878" y="141522"/>
                  </a:lnTo>
                  <a:lnTo>
                    <a:pt x="277152" y="141522"/>
                  </a:lnTo>
                  <a:lnTo>
                    <a:pt x="277425" y="141475"/>
                  </a:lnTo>
                  <a:lnTo>
                    <a:pt x="277926" y="141429"/>
                  </a:lnTo>
                  <a:lnTo>
                    <a:pt x="279339" y="141475"/>
                  </a:lnTo>
                  <a:lnTo>
                    <a:pt x="279840" y="141475"/>
                  </a:lnTo>
                  <a:lnTo>
                    <a:pt x="280204" y="141522"/>
                  </a:lnTo>
                  <a:lnTo>
                    <a:pt x="280478" y="141662"/>
                  </a:lnTo>
                  <a:lnTo>
                    <a:pt x="280706" y="141802"/>
                  </a:lnTo>
                  <a:lnTo>
                    <a:pt x="280933" y="141941"/>
                  </a:lnTo>
                  <a:lnTo>
                    <a:pt x="281298" y="141988"/>
                  </a:lnTo>
                  <a:lnTo>
                    <a:pt x="282209" y="141988"/>
                  </a:lnTo>
                  <a:lnTo>
                    <a:pt x="282801" y="141988"/>
                  </a:lnTo>
                  <a:lnTo>
                    <a:pt x="283348" y="141848"/>
                  </a:lnTo>
                  <a:lnTo>
                    <a:pt x="284077" y="141429"/>
                  </a:lnTo>
                  <a:lnTo>
                    <a:pt x="284396" y="141149"/>
                  </a:lnTo>
                  <a:lnTo>
                    <a:pt x="284669" y="141056"/>
                  </a:lnTo>
                  <a:lnTo>
                    <a:pt x="285900" y="140357"/>
                  </a:lnTo>
                  <a:lnTo>
                    <a:pt x="287768" y="139985"/>
                  </a:lnTo>
                  <a:lnTo>
                    <a:pt x="288633" y="140031"/>
                  </a:lnTo>
                  <a:lnTo>
                    <a:pt x="295787" y="141243"/>
                  </a:lnTo>
                  <a:lnTo>
                    <a:pt x="302439" y="140870"/>
                  </a:lnTo>
                  <a:lnTo>
                    <a:pt x="308726" y="140823"/>
                  </a:lnTo>
                  <a:lnTo>
                    <a:pt x="312644" y="140870"/>
                  </a:lnTo>
                  <a:lnTo>
                    <a:pt x="315879" y="140823"/>
                  </a:lnTo>
                  <a:lnTo>
                    <a:pt x="322987" y="143153"/>
                  </a:lnTo>
                  <a:lnTo>
                    <a:pt x="329001" y="142920"/>
                  </a:lnTo>
                  <a:lnTo>
                    <a:pt x="333922" y="141289"/>
                  </a:lnTo>
                  <a:lnTo>
                    <a:pt x="335926" y="141149"/>
                  </a:lnTo>
                  <a:lnTo>
                    <a:pt x="341622" y="140590"/>
                  </a:lnTo>
                  <a:lnTo>
                    <a:pt x="341895" y="140637"/>
                  </a:lnTo>
                  <a:lnTo>
                    <a:pt x="344674" y="140823"/>
                  </a:lnTo>
                  <a:lnTo>
                    <a:pt x="347727" y="140963"/>
                  </a:lnTo>
                  <a:lnTo>
                    <a:pt x="350597" y="140870"/>
                  </a:lnTo>
                  <a:lnTo>
                    <a:pt x="354333" y="139985"/>
                  </a:lnTo>
                  <a:lnTo>
                    <a:pt x="355974" y="139379"/>
                  </a:lnTo>
                  <a:lnTo>
                    <a:pt x="361487" y="137190"/>
                  </a:lnTo>
                  <a:lnTo>
                    <a:pt x="364311" y="136724"/>
                  </a:lnTo>
                  <a:lnTo>
                    <a:pt x="366590" y="136677"/>
                  </a:lnTo>
                  <a:lnTo>
                    <a:pt x="372649" y="135606"/>
                  </a:lnTo>
                  <a:lnTo>
                    <a:pt x="377069" y="134255"/>
                  </a:lnTo>
                  <a:lnTo>
                    <a:pt x="381352" y="132671"/>
                  </a:lnTo>
                  <a:lnTo>
                    <a:pt x="385771" y="132019"/>
                  </a:lnTo>
                  <a:lnTo>
                    <a:pt x="387275" y="131833"/>
                  </a:lnTo>
                  <a:lnTo>
                    <a:pt x="389598" y="130715"/>
                  </a:lnTo>
                  <a:lnTo>
                    <a:pt x="392514" y="129829"/>
                  </a:lnTo>
                  <a:lnTo>
                    <a:pt x="393015" y="129503"/>
                  </a:lnTo>
                  <a:lnTo>
                    <a:pt x="393152" y="129410"/>
                  </a:lnTo>
                  <a:lnTo>
                    <a:pt x="394246" y="127873"/>
                  </a:lnTo>
                  <a:lnTo>
                    <a:pt x="397344" y="125637"/>
                  </a:lnTo>
                  <a:lnTo>
                    <a:pt x="399804" y="124565"/>
                  </a:lnTo>
                  <a:lnTo>
                    <a:pt x="402583" y="123680"/>
                  </a:lnTo>
                  <a:lnTo>
                    <a:pt x="407777" y="122749"/>
                  </a:lnTo>
                  <a:lnTo>
                    <a:pt x="410648" y="121910"/>
                  </a:lnTo>
                  <a:lnTo>
                    <a:pt x="421993" y="117718"/>
                  </a:lnTo>
                  <a:lnTo>
                    <a:pt x="428189" y="113665"/>
                  </a:lnTo>
                  <a:lnTo>
                    <a:pt x="434431" y="108960"/>
                  </a:lnTo>
                  <a:lnTo>
                    <a:pt x="437256" y="107283"/>
                  </a:lnTo>
                  <a:lnTo>
                    <a:pt x="443361" y="103975"/>
                  </a:lnTo>
                  <a:lnTo>
                    <a:pt x="448008" y="101413"/>
                  </a:lnTo>
                  <a:lnTo>
                    <a:pt x="449922" y="101087"/>
                  </a:lnTo>
                  <a:lnTo>
                    <a:pt x="452063" y="99969"/>
                  </a:lnTo>
                  <a:lnTo>
                    <a:pt x="453339" y="99736"/>
                  </a:lnTo>
                  <a:lnTo>
                    <a:pt x="453977" y="99270"/>
                  </a:lnTo>
                  <a:lnTo>
                    <a:pt x="455207" y="98711"/>
                  </a:lnTo>
                  <a:lnTo>
                    <a:pt x="455617" y="98572"/>
                  </a:lnTo>
                  <a:lnTo>
                    <a:pt x="458989" y="97034"/>
                  </a:lnTo>
                  <a:lnTo>
                    <a:pt x="459399" y="96988"/>
                  </a:lnTo>
                  <a:lnTo>
                    <a:pt x="459900" y="96941"/>
                  </a:lnTo>
                  <a:lnTo>
                    <a:pt x="461221" y="97127"/>
                  </a:lnTo>
                  <a:lnTo>
                    <a:pt x="463909" y="96708"/>
                  </a:lnTo>
                  <a:lnTo>
                    <a:pt x="466734" y="96429"/>
                  </a:lnTo>
                  <a:lnTo>
                    <a:pt x="468511" y="96242"/>
                  </a:lnTo>
                  <a:lnTo>
                    <a:pt x="470197" y="96289"/>
                  </a:lnTo>
                  <a:lnTo>
                    <a:pt x="472156" y="96568"/>
                  </a:lnTo>
                  <a:lnTo>
                    <a:pt x="476849" y="96568"/>
                  </a:lnTo>
                  <a:lnTo>
                    <a:pt x="479173" y="96056"/>
                  </a:lnTo>
                  <a:lnTo>
                    <a:pt x="481451" y="96289"/>
                  </a:lnTo>
                  <a:lnTo>
                    <a:pt x="483137" y="96149"/>
                  </a:lnTo>
                  <a:lnTo>
                    <a:pt x="485141" y="95963"/>
                  </a:lnTo>
                  <a:lnTo>
                    <a:pt x="486326" y="95963"/>
                  </a:lnTo>
                  <a:lnTo>
                    <a:pt x="495165" y="93867"/>
                  </a:lnTo>
                  <a:lnTo>
                    <a:pt x="510884" y="88509"/>
                  </a:lnTo>
                  <a:lnTo>
                    <a:pt x="523003" y="85528"/>
                  </a:lnTo>
                  <a:lnTo>
                    <a:pt x="543005" y="80543"/>
                  </a:lnTo>
                  <a:lnTo>
                    <a:pt x="549383" y="78960"/>
                  </a:lnTo>
                  <a:lnTo>
                    <a:pt x="553256" y="78214"/>
                  </a:lnTo>
                  <a:lnTo>
                    <a:pt x="559635" y="77050"/>
                  </a:lnTo>
                  <a:lnTo>
                    <a:pt x="563690" y="76677"/>
                  </a:lnTo>
                  <a:lnTo>
                    <a:pt x="583874" y="73416"/>
                  </a:lnTo>
                  <a:lnTo>
                    <a:pt x="597405" y="69224"/>
                  </a:lnTo>
                  <a:lnTo>
                    <a:pt x="611302" y="66848"/>
                  </a:lnTo>
                  <a:lnTo>
                    <a:pt x="613671" y="66755"/>
                  </a:lnTo>
                  <a:lnTo>
                    <a:pt x="621599" y="66428"/>
                  </a:lnTo>
                  <a:lnTo>
                    <a:pt x="624469" y="66149"/>
                  </a:lnTo>
                  <a:lnTo>
                    <a:pt x="626884" y="65916"/>
                  </a:lnTo>
                  <a:lnTo>
                    <a:pt x="627248" y="65869"/>
                  </a:lnTo>
                  <a:lnTo>
                    <a:pt x="629116" y="65637"/>
                  </a:lnTo>
                  <a:lnTo>
                    <a:pt x="636862" y="64798"/>
                  </a:lnTo>
                  <a:lnTo>
                    <a:pt x="642876" y="63773"/>
                  </a:lnTo>
                  <a:lnTo>
                    <a:pt x="646293" y="63168"/>
                  </a:lnTo>
                  <a:lnTo>
                    <a:pt x="650257" y="62469"/>
                  </a:lnTo>
                  <a:lnTo>
                    <a:pt x="653173" y="61956"/>
                  </a:lnTo>
                  <a:lnTo>
                    <a:pt x="656271" y="61444"/>
                  </a:lnTo>
                  <a:lnTo>
                    <a:pt x="667206" y="61258"/>
                  </a:lnTo>
                  <a:lnTo>
                    <a:pt x="672400" y="60419"/>
                  </a:lnTo>
                  <a:lnTo>
                    <a:pt x="676683" y="59674"/>
                  </a:lnTo>
                  <a:lnTo>
                    <a:pt x="682105" y="57158"/>
                  </a:lnTo>
                  <a:lnTo>
                    <a:pt x="684975" y="55854"/>
                  </a:lnTo>
                  <a:lnTo>
                    <a:pt x="685340" y="55668"/>
                  </a:lnTo>
                  <a:lnTo>
                    <a:pt x="693040" y="52966"/>
                  </a:lnTo>
                  <a:lnTo>
                    <a:pt x="700557" y="49146"/>
                  </a:lnTo>
                  <a:lnTo>
                    <a:pt x="701879" y="48447"/>
                  </a:lnTo>
                  <a:lnTo>
                    <a:pt x="703929" y="46863"/>
                  </a:lnTo>
                  <a:lnTo>
                    <a:pt x="708622" y="43183"/>
                  </a:lnTo>
                  <a:lnTo>
                    <a:pt x="710900" y="38198"/>
                  </a:lnTo>
                  <a:lnTo>
                    <a:pt x="714590" y="33680"/>
                  </a:lnTo>
                  <a:lnTo>
                    <a:pt x="717643" y="29860"/>
                  </a:lnTo>
                  <a:lnTo>
                    <a:pt x="717780" y="24875"/>
                  </a:lnTo>
                  <a:lnTo>
                    <a:pt x="718736" y="20869"/>
                  </a:lnTo>
                  <a:lnTo>
                    <a:pt x="719921" y="18587"/>
                  </a:lnTo>
                  <a:lnTo>
                    <a:pt x="719967" y="18447"/>
                  </a:lnTo>
                  <a:lnTo>
                    <a:pt x="720513" y="17329"/>
                  </a:lnTo>
                  <a:lnTo>
                    <a:pt x="721835" y="12670"/>
                  </a:lnTo>
                  <a:lnTo>
                    <a:pt x="723748" y="9083"/>
                  </a:lnTo>
                  <a:lnTo>
                    <a:pt x="723885" y="8804"/>
                  </a:lnTo>
                  <a:lnTo>
                    <a:pt x="727302" y="5264"/>
                  </a:lnTo>
                  <a:lnTo>
                    <a:pt x="728851" y="3680"/>
                  </a:lnTo>
                  <a:lnTo>
                    <a:pt x="729762" y="2701"/>
                  </a:lnTo>
                  <a:lnTo>
                    <a:pt x="730810" y="1677"/>
                  </a:lnTo>
                  <a:lnTo>
                    <a:pt x="731494" y="931"/>
                  </a:lnTo>
                  <a:lnTo>
                    <a:pt x="7324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304371" y="4108620"/>
              <a:ext cx="76270" cy="125311"/>
            </a:xfrm>
            <a:custGeom>
              <a:avLst/>
              <a:pathLst>
                <a:path w="76270" h="125311">
                  <a:moveTo>
                    <a:pt x="44331" y="372"/>
                  </a:moveTo>
                  <a:lnTo>
                    <a:pt x="45015" y="1770"/>
                  </a:lnTo>
                  <a:lnTo>
                    <a:pt x="45106" y="2003"/>
                  </a:lnTo>
                  <a:lnTo>
                    <a:pt x="45744" y="3214"/>
                  </a:lnTo>
                  <a:lnTo>
                    <a:pt x="46609" y="3214"/>
                  </a:lnTo>
                  <a:lnTo>
                    <a:pt x="47384" y="3214"/>
                  </a:lnTo>
                  <a:lnTo>
                    <a:pt x="49024" y="3167"/>
                  </a:lnTo>
                  <a:lnTo>
                    <a:pt x="51074" y="3260"/>
                  </a:lnTo>
                  <a:lnTo>
                    <a:pt x="51074" y="3586"/>
                  </a:lnTo>
                  <a:lnTo>
                    <a:pt x="51120" y="5543"/>
                  </a:lnTo>
                  <a:lnTo>
                    <a:pt x="51165" y="7034"/>
                  </a:lnTo>
                  <a:lnTo>
                    <a:pt x="51211" y="7360"/>
                  </a:lnTo>
                  <a:lnTo>
                    <a:pt x="51211" y="8012"/>
                  </a:lnTo>
                  <a:lnTo>
                    <a:pt x="51211" y="8198"/>
                  </a:lnTo>
                  <a:lnTo>
                    <a:pt x="51256" y="10341"/>
                  </a:lnTo>
                  <a:lnTo>
                    <a:pt x="51256" y="10621"/>
                  </a:lnTo>
                  <a:lnTo>
                    <a:pt x="51302" y="11552"/>
                  </a:lnTo>
                  <a:lnTo>
                    <a:pt x="51348" y="12391"/>
                  </a:lnTo>
                  <a:lnTo>
                    <a:pt x="51348" y="14254"/>
                  </a:lnTo>
                  <a:lnTo>
                    <a:pt x="51393" y="14627"/>
                  </a:lnTo>
                  <a:lnTo>
                    <a:pt x="51393" y="14953"/>
                  </a:lnTo>
                  <a:lnTo>
                    <a:pt x="51393" y="15093"/>
                  </a:lnTo>
                  <a:lnTo>
                    <a:pt x="51439" y="16164"/>
                  </a:lnTo>
                  <a:lnTo>
                    <a:pt x="51439" y="17096"/>
                  </a:lnTo>
                  <a:lnTo>
                    <a:pt x="51484" y="18028"/>
                  </a:lnTo>
                  <a:lnTo>
                    <a:pt x="51484" y="18587"/>
                  </a:lnTo>
                  <a:lnTo>
                    <a:pt x="51530" y="19378"/>
                  </a:lnTo>
                  <a:lnTo>
                    <a:pt x="51530" y="19611"/>
                  </a:lnTo>
                  <a:lnTo>
                    <a:pt x="51530" y="20683"/>
                  </a:lnTo>
                  <a:lnTo>
                    <a:pt x="51575" y="22313"/>
                  </a:lnTo>
                  <a:lnTo>
                    <a:pt x="51621" y="23804"/>
                  </a:lnTo>
                  <a:lnTo>
                    <a:pt x="51621" y="24037"/>
                  </a:lnTo>
                  <a:lnTo>
                    <a:pt x="51667" y="24177"/>
                  </a:lnTo>
                  <a:lnTo>
                    <a:pt x="52532" y="25015"/>
                  </a:lnTo>
                  <a:lnTo>
                    <a:pt x="52760" y="25202"/>
                  </a:lnTo>
                  <a:lnTo>
                    <a:pt x="53033" y="25434"/>
                  </a:lnTo>
                  <a:lnTo>
                    <a:pt x="53945" y="26226"/>
                  </a:lnTo>
                  <a:lnTo>
                    <a:pt x="54947" y="27018"/>
                  </a:lnTo>
                  <a:lnTo>
                    <a:pt x="55084" y="27205"/>
                  </a:lnTo>
                  <a:lnTo>
                    <a:pt x="55949" y="27903"/>
                  </a:lnTo>
                  <a:lnTo>
                    <a:pt x="56086" y="28043"/>
                  </a:lnTo>
                  <a:lnTo>
                    <a:pt x="57316" y="29115"/>
                  </a:lnTo>
                  <a:lnTo>
                    <a:pt x="57498" y="29254"/>
                  </a:lnTo>
                  <a:lnTo>
                    <a:pt x="57817" y="29534"/>
                  </a:lnTo>
                  <a:lnTo>
                    <a:pt x="59640" y="31164"/>
                  </a:lnTo>
                  <a:lnTo>
                    <a:pt x="59868" y="31397"/>
                  </a:lnTo>
                  <a:lnTo>
                    <a:pt x="60187" y="31630"/>
                  </a:lnTo>
                  <a:lnTo>
                    <a:pt x="60688" y="32096"/>
                  </a:lnTo>
                  <a:lnTo>
                    <a:pt x="61827" y="33121"/>
                  </a:lnTo>
                  <a:lnTo>
                    <a:pt x="62374" y="33633"/>
                  </a:lnTo>
                  <a:lnTo>
                    <a:pt x="63832" y="34891"/>
                  </a:lnTo>
                  <a:lnTo>
                    <a:pt x="64925" y="35869"/>
                  </a:lnTo>
                  <a:lnTo>
                    <a:pt x="65791" y="36661"/>
                  </a:lnTo>
                  <a:lnTo>
                    <a:pt x="66520" y="37313"/>
                  </a:lnTo>
                  <a:lnTo>
                    <a:pt x="67613" y="38198"/>
                  </a:lnTo>
                  <a:lnTo>
                    <a:pt x="70256" y="40481"/>
                  </a:lnTo>
                  <a:lnTo>
                    <a:pt x="71714" y="41925"/>
                  </a:lnTo>
                  <a:lnTo>
                    <a:pt x="72579" y="42717"/>
                  </a:lnTo>
                  <a:lnTo>
                    <a:pt x="73217" y="43276"/>
                  </a:lnTo>
                  <a:lnTo>
                    <a:pt x="76270" y="46164"/>
                  </a:lnTo>
                  <a:lnTo>
                    <a:pt x="75678" y="46910"/>
                  </a:lnTo>
                  <a:lnTo>
                    <a:pt x="75495" y="47329"/>
                  </a:lnTo>
                  <a:lnTo>
                    <a:pt x="75268" y="47748"/>
                  </a:lnTo>
                  <a:lnTo>
                    <a:pt x="75085" y="48121"/>
                  </a:lnTo>
                  <a:lnTo>
                    <a:pt x="75040" y="48261"/>
                  </a:lnTo>
                  <a:lnTo>
                    <a:pt x="73582" y="51149"/>
                  </a:lnTo>
                  <a:lnTo>
                    <a:pt x="72078" y="54084"/>
                  </a:lnTo>
                  <a:lnTo>
                    <a:pt x="71987" y="54270"/>
                  </a:lnTo>
                  <a:lnTo>
                    <a:pt x="70666" y="57018"/>
                  </a:lnTo>
                  <a:lnTo>
                    <a:pt x="69663" y="58882"/>
                  </a:lnTo>
                  <a:lnTo>
                    <a:pt x="69208" y="59394"/>
                  </a:lnTo>
                  <a:lnTo>
                    <a:pt x="68023" y="60652"/>
                  </a:lnTo>
                  <a:lnTo>
                    <a:pt x="67431" y="61258"/>
                  </a:lnTo>
                  <a:lnTo>
                    <a:pt x="68479" y="62096"/>
                  </a:lnTo>
                  <a:lnTo>
                    <a:pt x="69618" y="63121"/>
                  </a:lnTo>
                  <a:lnTo>
                    <a:pt x="69481" y="63354"/>
                  </a:lnTo>
                  <a:lnTo>
                    <a:pt x="69117" y="63820"/>
                  </a:lnTo>
                  <a:lnTo>
                    <a:pt x="67249" y="66428"/>
                  </a:lnTo>
                  <a:lnTo>
                    <a:pt x="65654" y="68804"/>
                  </a:lnTo>
                  <a:lnTo>
                    <a:pt x="64469" y="70481"/>
                  </a:lnTo>
                  <a:lnTo>
                    <a:pt x="64196" y="70807"/>
                  </a:lnTo>
                  <a:lnTo>
                    <a:pt x="63649" y="71599"/>
                  </a:lnTo>
                  <a:lnTo>
                    <a:pt x="62784" y="72764"/>
                  </a:lnTo>
                  <a:lnTo>
                    <a:pt x="62465" y="73230"/>
                  </a:lnTo>
                  <a:lnTo>
                    <a:pt x="62146" y="73696"/>
                  </a:lnTo>
                  <a:lnTo>
                    <a:pt x="61690" y="74348"/>
                  </a:lnTo>
                  <a:lnTo>
                    <a:pt x="63649" y="76817"/>
                  </a:lnTo>
                  <a:lnTo>
                    <a:pt x="63786" y="76956"/>
                  </a:lnTo>
                  <a:lnTo>
                    <a:pt x="63649" y="76956"/>
                  </a:lnTo>
                  <a:lnTo>
                    <a:pt x="61508" y="76956"/>
                  </a:lnTo>
                  <a:lnTo>
                    <a:pt x="61371" y="76956"/>
                  </a:lnTo>
                  <a:lnTo>
                    <a:pt x="61189" y="77609"/>
                  </a:lnTo>
                  <a:lnTo>
                    <a:pt x="61052" y="77842"/>
                  </a:lnTo>
                  <a:lnTo>
                    <a:pt x="60824" y="78121"/>
                  </a:lnTo>
                  <a:lnTo>
                    <a:pt x="60369" y="78494"/>
                  </a:lnTo>
                  <a:lnTo>
                    <a:pt x="60232" y="78727"/>
                  </a:lnTo>
                  <a:lnTo>
                    <a:pt x="60141" y="78913"/>
                  </a:lnTo>
                  <a:lnTo>
                    <a:pt x="60004" y="79286"/>
                  </a:lnTo>
                  <a:lnTo>
                    <a:pt x="59822" y="79658"/>
                  </a:lnTo>
                  <a:lnTo>
                    <a:pt x="59731" y="79845"/>
                  </a:lnTo>
                  <a:lnTo>
                    <a:pt x="58638" y="82360"/>
                  </a:lnTo>
                  <a:lnTo>
                    <a:pt x="58182" y="83292"/>
                  </a:lnTo>
                  <a:lnTo>
                    <a:pt x="57726" y="84317"/>
                  </a:lnTo>
                  <a:lnTo>
                    <a:pt x="56678" y="86786"/>
                  </a:lnTo>
                  <a:lnTo>
                    <a:pt x="55585" y="89208"/>
                  </a:lnTo>
                  <a:lnTo>
                    <a:pt x="54947" y="90792"/>
                  </a:lnTo>
                  <a:lnTo>
                    <a:pt x="54856" y="90978"/>
                  </a:lnTo>
                  <a:lnTo>
                    <a:pt x="52760" y="95590"/>
                  </a:lnTo>
                  <a:lnTo>
                    <a:pt x="51074" y="99317"/>
                  </a:lnTo>
                  <a:lnTo>
                    <a:pt x="49343" y="102857"/>
                  </a:lnTo>
                  <a:lnTo>
                    <a:pt x="49480" y="102904"/>
                  </a:lnTo>
                  <a:lnTo>
                    <a:pt x="50163" y="103323"/>
                  </a:lnTo>
                  <a:lnTo>
                    <a:pt x="50573" y="103603"/>
                  </a:lnTo>
                  <a:lnTo>
                    <a:pt x="51074" y="103929"/>
                  </a:lnTo>
                  <a:lnTo>
                    <a:pt x="51484" y="104208"/>
                  </a:lnTo>
                  <a:lnTo>
                    <a:pt x="52122" y="104581"/>
                  </a:lnTo>
                  <a:lnTo>
                    <a:pt x="52441" y="104814"/>
                  </a:lnTo>
                  <a:lnTo>
                    <a:pt x="52760" y="105047"/>
                  </a:lnTo>
                  <a:lnTo>
                    <a:pt x="55129" y="106817"/>
                  </a:lnTo>
                  <a:lnTo>
                    <a:pt x="56040" y="107609"/>
                  </a:lnTo>
                  <a:lnTo>
                    <a:pt x="56177" y="107702"/>
                  </a:lnTo>
                  <a:lnTo>
                    <a:pt x="56359" y="107888"/>
                  </a:lnTo>
                  <a:lnTo>
                    <a:pt x="56678" y="108121"/>
                  </a:lnTo>
                  <a:lnTo>
                    <a:pt x="57407" y="108727"/>
                  </a:lnTo>
                  <a:lnTo>
                    <a:pt x="57590" y="108867"/>
                  </a:lnTo>
                  <a:lnTo>
                    <a:pt x="58136" y="109332"/>
                  </a:lnTo>
                  <a:lnTo>
                    <a:pt x="58364" y="109519"/>
                  </a:lnTo>
                  <a:lnTo>
                    <a:pt x="58683" y="109798"/>
                  </a:lnTo>
                  <a:lnTo>
                    <a:pt x="58820" y="109938"/>
                  </a:lnTo>
                  <a:lnTo>
                    <a:pt x="59139" y="110171"/>
                  </a:lnTo>
                  <a:lnTo>
                    <a:pt x="59275" y="110311"/>
                  </a:lnTo>
                  <a:lnTo>
                    <a:pt x="60323" y="111196"/>
                  </a:lnTo>
                  <a:lnTo>
                    <a:pt x="60642" y="111522"/>
                  </a:lnTo>
                  <a:lnTo>
                    <a:pt x="60779" y="111708"/>
                  </a:lnTo>
                  <a:lnTo>
                    <a:pt x="61599" y="112454"/>
                  </a:lnTo>
                  <a:lnTo>
                    <a:pt x="61918" y="112733"/>
                  </a:lnTo>
                  <a:lnTo>
                    <a:pt x="61645" y="113059"/>
                  </a:lnTo>
                  <a:lnTo>
                    <a:pt x="61326" y="113432"/>
                  </a:lnTo>
                  <a:lnTo>
                    <a:pt x="61007" y="113991"/>
                  </a:lnTo>
                  <a:lnTo>
                    <a:pt x="60733" y="114503"/>
                  </a:lnTo>
                  <a:lnTo>
                    <a:pt x="60369" y="115575"/>
                  </a:lnTo>
                  <a:lnTo>
                    <a:pt x="59959" y="116879"/>
                  </a:lnTo>
                  <a:lnTo>
                    <a:pt x="56861" y="115109"/>
                  </a:lnTo>
                  <a:lnTo>
                    <a:pt x="56587" y="114969"/>
                  </a:lnTo>
                  <a:lnTo>
                    <a:pt x="56314" y="114783"/>
                  </a:lnTo>
                  <a:lnTo>
                    <a:pt x="56086" y="114690"/>
                  </a:lnTo>
                  <a:lnTo>
                    <a:pt x="54810" y="113944"/>
                  </a:lnTo>
                  <a:lnTo>
                    <a:pt x="54264" y="113665"/>
                  </a:lnTo>
                  <a:lnTo>
                    <a:pt x="53125" y="113059"/>
                  </a:lnTo>
                  <a:lnTo>
                    <a:pt x="52851" y="112873"/>
                  </a:lnTo>
                  <a:lnTo>
                    <a:pt x="51985" y="112407"/>
                  </a:lnTo>
                  <a:lnTo>
                    <a:pt x="50938" y="111848"/>
                  </a:lnTo>
                  <a:lnTo>
                    <a:pt x="50755" y="111708"/>
                  </a:lnTo>
                  <a:lnTo>
                    <a:pt x="50209" y="111429"/>
                  </a:lnTo>
                  <a:lnTo>
                    <a:pt x="49070" y="110777"/>
                  </a:lnTo>
                  <a:lnTo>
                    <a:pt x="47612" y="109985"/>
                  </a:lnTo>
                  <a:lnTo>
                    <a:pt x="46655" y="109472"/>
                  </a:lnTo>
                  <a:lnTo>
                    <a:pt x="45561" y="108867"/>
                  </a:lnTo>
                  <a:lnTo>
                    <a:pt x="45288" y="108727"/>
                  </a:lnTo>
                  <a:lnTo>
                    <a:pt x="44878" y="108634"/>
                  </a:lnTo>
                  <a:lnTo>
                    <a:pt x="44331" y="108960"/>
                  </a:lnTo>
                  <a:lnTo>
                    <a:pt x="43830" y="109332"/>
                  </a:lnTo>
                  <a:lnTo>
                    <a:pt x="43875" y="109798"/>
                  </a:lnTo>
                  <a:lnTo>
                    <a:pt x="44240" y="111615"/>
                  </a:lnTo>
                  <a:lnTo>
                    <a:pt x="44377" y="112407"/>
                  </a:lnTo>
                  <a:lnTo>
                    <a:pt x="44103" y="112500"/>
                  </a:lnTo>
                  <a:lnTo>
                    <a:pt x="41415" y="113758"/>
                  </a:lnTo>
                  <a:lnTo>
                    <a:pt x="40367" y="114224"/>
                  </a:lnTo>
                  <a:lnTo>
                    <a:pt x="38317" y="115202"/>
                  </a:lnTo>
                  <a:lnTo>
                    <a:pt x="36950" y="115808"/>
                  </a:lnTo>
                  <a:lnTo>
                    <a:pt x="33032" y="117624"/>
                  </a:lnTo>
                  <a:lnTo>
                    <a:pt x="28931" y="119534"/>
                  </a:lnTo>
                  <a:lnTo>
                    <a:pt x="28521" y="119674"/>
                  </a:lnTo>
                  <a:lnTo>
                    <a:pt x="27337" y="120187"/>
                  </a:lnTo>
                  <a:lnTo>
                    <a:pt x="23692" y="121724"/>
                  </a:lnTo>
                  <a:lnTo>
                    <a:pt x="21550" y="122562"/>
                  </a:lnTo>
                  <a:lnTo>
                    <a:pt x="18725" y="122749"/>
                  </a:lnTo>
                  <a:lnTo>
                    <a:pt x="18725" y="122609"/>
                  </a:lnTo>
                  <a:lnTo>
                    <a:pt x="18680" y="122190"/>
                  </a:lnTo>
                  <a:lnTo>
                    <a:pt x="15764" y="122702"/>
                  </a:lnTo>
                  <a:lnTo>
                    <a:pt x="15764" y="122888"/>
                  </a:lnTo>
                  <a:lnTo>
                    <a:pt x="15855" y="123774"/>
                  </a:lnTo>
                  <a:lnTo>
                    <a:pt x="13212" y="124752"/>
                  </a:lnTo>
                  <a:lnTo>
                    <a:pt x="11754" y="125311"/>
                  </a:lnTo>
                  <a:lnTo>
                    <a:pt x="11709" y="125171"/>
                  </a:lnTo>
                  <a:lnTo>
                    <a:pt x="11754" y="125031"/>
                  </a:lnTo>
                  <a:lnTo>
                    <a:pt x="11891" y="124938"/>
                  </a:lnTo>
                  <a:lnTo>
                    <a:pt x="11846" y="124565"/>
                  </a:lnTo>
                  <a:lnTo>
                    <a:pt x="11754" y="124426"/>
                  </a:lnTo>
                  <a:lnTo>
                    <a:pt x="11754" y="124193"/>
                  </a:lnTo>
                  <a:lnTo>
                    <a:pt x="11891" y="123913"/>
                  </a:lnTo>
                  <a:lnTo>
                    <a:pt x="11754" y="123587"/>
                  </a:lnTo>
                  <a:lnTo>
                    <a:pt x="11754" y="123447"/>
                  </a:lnTo>
                  <a:lnTo>
                    <a:pt x="11754" y="123168"/>
                  </a:lnTo>
                  <a:lnTo>
                    <a:pt x="11754" y="122935"/>
                  </a:lnTo>
                  <a:lnTo>
                    <a:pt x="11709" y="122795"/>
                  </a:lnTo>
                  <a:lnTo>
                    <a:pt x="11800" y="122562"/>
                  </a:lnTo>
                  <a:lnTo>
                    <a:pt x="11800" y="122376"/>
                  </a:lnTo>
                  <a:lnTo>
                    <a:pt x="11754" y="122143"/>
                  </a:lnTo>
                  <a:lnTo>
                    <a:pt x="11618" y="122050"/>
                  </a:lnTo>
                  <a:lnTo>
                    <a:pt x="11481" y="121817"/>
                  </a:lnTo>
                  <a:lnTo>
                    <a:pt x="11436" y="121584"/>
                  </a:lnTo>
                  <a:lnTo>
                    <a:pt x="11436" y="121211"/>
                  </a:lnTo>
                  <a:lnTo>
                    <a:pt x="11481" y="120932"/>
                  </a:lnTo>
                  <a:lnTo>
                    <a:pt x="11527" y="120559"/>
                  </a:lnTo>
                  <a:lnTo>
                    <a:pt x="11481" y="120000"/>
                  </a:lnTo>
                  <a:lnTo>
                    <a:pt x="11481" y="119581"/>
                  </a:lnTo>
                  <a:lnTo>
                    <a:pt x="11390" y="119208"/>
                  </a:lnTo>
                  <a:lnTo>
                    <a:pt x="11344" y="118882"/>
                  </a:lnTo>
                  <a:lnTo>
                    <a:pt x="11299" y="118649"/>
                  </a:lnTo>
                  <a:lnTo>
                    <a:pt x="11253" y="118323"/>
                  </a:lnTo>
                  <a:lnTo>
                    <a:pt x="11162" y="118137"/>
                  </a:lnTo>
                  <a:lnTo>
                    <a:pt x="10980" y="117951"/>
                  </a:lnTo>
                  <a:lnTo>
                    <a:pt x="10934" y="117764"/>
                  </a:lnTo>
                  <a:lnTo>
                    <a:pt x="10934" y="117624"/>
                  </a:lnTo>
                  <a:lnTo>
                    <a:pt x="10934" y="117438"/>
                  </a:lnTo>
                  <a:lnTo>
                    <a:pt x="10798" y="117252"/>
                  </a:lnTo>
                  <a:lnTo>
                    <a:pt x="8337" y="117578"/>
                  </a:lnTo>
                  <a:lnTo>
                    <a:pt x="3644" y="110870"/>
                  </a:lnTo>
                  <a:lnTo>
                    <a:pt x="2597" y="108401"/>
                  </a:lnTo>
                  <a:lnTo>
                    <a:pt x="2779" y="107982"/>
                  </a:lnTo>
                  <a:lnTo>
                    <a:pt x="3918" y="107469"/>
                  </a:lnTo>
                  <a:lnTo>
                    <a:pt x="4191" y="108401"/>
                  </a:lnTo>
                  <a:lnTo>
                    <a:pt x="3827" y="108634"/>
                  </a:lnTo>
                  <a:lnTo>
                    <a:pt x="4191" y="110031"/>
                  </a:lnTo>
                  <a:lnTo>
                    <a:pt x="8520" y="116273"/>
                  </a:lnTo>
                  <a:lnTo>
                    <a:pt x="8747" y="116786"/>
                  </a:lnTo>
                  <a:lnTo>
                    <a:pt x="14443" y="115947"/>
                  </a:lnTo>
                  <a:lnTo>
                    <a:pt x="14534" y="115621"/>
                  </a:lnTo>
                  <a:lnTo>
                    <a:pt x="15627" y="115435"/>
                  </a:lnTo>
                  <a:lnTo>
                    <a:pt x="15080" y="111009"/>
                  </a:lnTo>
                  <a:lnTo>
                    <a:pt x="15080" y="110777"/>
                  </a:lnTo>
                  <a:lnTo>
                    <a:pt x="7107" y="111755"/>
                  </a:lnTo>
                  <a:lnTo>
                    <a:pt x="7016" y="111475"/>
                  </a:lnTo>
                  <a:lnTo>
                    <a:pt x="15673" y="110497"/>
                  </a:lnTo>
                  <a:lnTo>
                    <a:pt x="15764" y="110264"/>
                  </a:lnTo>
                  <a:lnTo>
                    <a:pt x="15855" y="109985"/>
                  </a:lnTo>
                  <a:lnTo>
                    <a:pt x="16037" y="109798"/>
                  </a:lnTo>
                  <a:lnTo>
                    <a:pt x="16402" y="109472"/>
                  </a:lnTo>
                  <a:lnTo>
                    <a:pt x="16584" y="109146"/>
                  </a:lnTo>
                  <a:lnTo>
                    <a:pt x="16630" y="108820"/>
                  </a:lnTo>
                  <a:lnTo>
                    <a:pt x="16766" y="108587"/>
                  </a:lnTo>
                  <a:lnTo>
                    <a:pt x="16857" y="108354"/>
                  </a:lnTo>
                  <a:lnTo>
                    <a:pt x="16948" y="108168"/>
                  </a:lnTo>
                  <a:lnTo>
                    <a:pt x="16948" y="107935"/>
                  </a:lnTo>
                  <a:lnTo>
                    <a:pt x="16994" y="107655"/>
                  </a:lnTo>
                  <a:lnTo>
                    <a:pt x="17131" y="107283"/>
                  </a:lnTo>
                  <a:lnTo>
                    <a:pt x="17176" y="106863"/>
                  </a:lnTo>
                  <a:lnTo>
                    <a:pt x="17267" y="106537"/>
                  </a:lnTo>
                  <a:lnTo>
                    <a:pt x="17495" y="106211"/>
                  </a:lnTo>
                  <a:lnTo>
                    <a:pt x="17632" y="106025"/>
                  </a:lnTo>
                  <a:lnTo>
                    <a:pt x="17677" y="105745"/>
                  </a:lnTo>
                  <a:lnTo>
                    <a:pt x="17632" y="105373"/>
                  </a:lnTo>
                  <a:lnTo>
                    <a:pt x="17586" y="105186"/>
                  </a:lnTo>
                  <a:lnTo>
                    <a:pt x="17677" y="104954"/>
                  </a:lnTo>
                  <a:lnTo>
                    <a:pt x="17814" y="104814"/>
                  </a:lnTo>
                  <a:lnTo>
                    <a:pt x="17860" y="104581"/>
                  </a:lnTo>
                  <a:lnTo>
                    <a:pt x="17814" y="104301"/>
                  </a:lnTo>
                  <a:lnTo>
                    <a:pt x="17677" y="104162"/>
                  </a:lnTo>
                  <a:lnTo>
                    <a:pt x="17677" y="103882"/>
                  </a:lnTo>
                  <a:lnTo>
                    <a:pt x="17860" y="103649"/>
                  </a:lnTo>
                  <a:lnTo>
                    <a:pt x="17996" y="103370"/>
                  </a:lnTo>
                  <a:lnTo>
                    <a:pt x="17951" y="103137"/>
                  </a:lnTo>
                  <a:lnTo>
                    <a:pt x="17996" y="102857"/>
                  </a:lnTo>
                  <a:lnTo>
                    <a:pt x="18133" y="102671"/>
                  </a:lnTo>
                  <a:lnTo>
                    <a:pt x="18042" y="102391"/>
                  </a:lnTo>
                  <a:lnTo>
                    <a:pt x="17723" y="102112"/>
                  </a:lnTo>
                  <a:lnTo>
                    <a:pt x="17677" y="101972"/>
                  </a:lnTo>
                  <a:lnTo>
                    <a:pt x="17905" y="101693"/>
                  </a:lnTo>
                  <a:lnTo>
                    <a:pt x="17951" y="101460"/>
                  </a:lnTo>
                  <a:lnTo>
                    <a:pt x="17814" y="101320"/>
                  </a:lnTo>
                  <a:lnTo>
                    <a:pt x="17723" y="101134"/>
                  </a:lnTo>
                  <a:lnTo>
                    <a:pt x="17814" y="100994"/>
                  </a:lnTo>
                  <a:lnTo>
                    <a:pt x="17860" y="100761"/>
                  </a:lnTo>
                  <a:lnTo>
                    <a:pt x="17723" y="100621"/>
                  </a:lnTo>
                  <a:lnTo>
                    <a:pt x="17677" y="100481"/>
                  </a:lnTo>
                  <a:lnTo>
                    <a:pt x="17769" y="100249"/>
                  </a:lnTo>
                  <a:lnTo>
                    <a:pt x="17860" y="99969"/>
                  </a:lnTo>
                  <a:lnTo>
                    <a:pt x="17814" y="99783"/>
                  </a:lnTo>
                  <a:lnTo>
                    <a:pt x="17677" y="99643"/>
                  </a:lnTo>
                  <a:lnTo>
                    <a:pt x="16630" y="99876"/>
                  </a:lnTo>
                  <a:lnTo>
                    <a:pt x="16538" y="99550"/>
                  </a:lnTo>
                  <a:lnTo>
                    <a:pt x="18088" y="99224"/>
                  </a:lnTo>
                  <a:lnTo>
                    <a:pt x="18498" y="99131"/>
                  </a:lnTo>
                  <a:lnTo>
                    <a:pt x="18908" y="99037"/>
                  </a:lnTo>
                  <a:lnTo>
                    <a:pt x="19272" y="98944"/>
                  </a:lnTo>
                  <a:lnTo>
                    <a:pt x="19546" y="98804"/>
                  </a:lnTo>
                  <a:lnTo>
                    <a:pt x="19682" y="98665"/>
                  </a:lnTo>
                  <a:lnTo>
                    <a:pt x="19819" y="98525"/>
                  </a:lnTo>
                  <a:lnTo>
                    <a:pt x="19910" y="98339"/>
                  </a:lnTo>
                  <a:lnTo>
                    <a:pt x="19910" y="98012"/>
                  </a:lnTo>
                  <a:lnTo>
                    <a:pt x="19956" y="97733"/>
                  </a:lnTo>
                  <a:lnTo>
                    <a:pt x="20001" y="97314"/>
                  </a:lnTo>
                  <a:lnTo>
                    <a:pt x="20092" y="96662"/>
                  </a:lnTo>
                  <a:lnTo>
                    <a:pt x="20138" y="96335"/>
                  </a:lnTo>
                  <a:lnTo>
                    <a:pt x="20229" y="95823"/>
                  </a:lnTo>
                  <a:lnTo>
                    <a:pt x="20320" y="95311"/>
                  </a:lnTo>
                  <a:lnTo>
                    <a:pt x="20274" y="95031"/>
                  </a:lnTo>
                  <a:lnTo>
                    <a:pt x="20183" y="94845"/>
                  </a:lnTo>
                  <a:lnTo>
                    <a:pt x="20183" y="94519"/>
                  </a:lnTo>
                  <a:lnTo>
                    <a:pt x="20229" y="94332"/>
                  </a:lnTo>
                  <a:lnTo>
                    <a:pt x="20320" y="94099"/>
                  </a:lnTo>
                  <a:lnTo>
                    <a:pt x="20229" y="93727"/>
                  </a:lnTo>
                  <a:lnTo>
                    <a:pt x="20138" y="93401"/>
                  </a:lnTo>
                  <a:lnTo>
                    <a:pt x="20138" y="93214"/>
                  </a:lnTo>
                  <a:lnTo>
                    <a:pt x="20138" y="92981"/>
                  </a:lnTo>
                  <a:lnTo>
                    <a:pt x="20183" y="92562"/>
                  </a:lnTo>
                  <a:lnTo>
                    <a:pt x="20229" y="92189"/>
                  </a:lnTo>
                  <a:lnTo>
                    <a:pt x="20183" y="91863"/>
                  </a:lnTo>
                  <a:lnTo>
                    <a:pt x="20138" y="91444"/>
                  </a:lnTo>
                  <a:lnTo>
                    <a:pt x="20092" y="90978"/>
                  </a:lnTo>
                  <a:lnTo>
                    <a:pt x="20001" y="90652"/>
                  </a:lnTo>
                  <a:lnTo>
                    <a:pt x="19864" y="90373"/>
                  </a:lnTo>
                  <a:lnTo>
                    <a:pt x="19819" y="90186"/>
                  </a:lnTo>
                  <a:lnTo>
                    <a:pt x="19864" y="89953"/>
                  </a:lnTo>
                  <a:lnTo>
                    <a:pt x="20001" y="89721"/>
                  </a:lnTo>
                  <a:lnTo>
                    <a:pt x="20138" y="89115"/>
                  </a:lnTo>
                  <a:lnTo>
                    <a:pt x="20092" y="88230"/>
                  </a:lnTo>
                  <a:lnTo>
                    <a:pt x="20138" y="87531"/>
                  </a:lnTo>
                  <a:lnTo>
                    <a:pt x="20092" y="87205"/>
                  </a:lnTo>
                  <a:lnTo>
                    <a:pt x="20001" y="86599"/>
                  </a:lnTo>
                  <a:lnTo>
                    <a:pt x="19956" y="85994"/>
                  </a:lnTo>
                  <a:lnTo>
                    <a:pt x="19864" y="85248"/>
                  </a:lnTo>
                  <a:lnTo>
                    <a:pt x="19682" y="84503"/>
                  </a:lnTo>
                  <a:lnTo>
                    <a:pt x="19409" y="83665"/>
                  </a:lnTo>
                  <a:lnTo>
                    <a:pt x="19181" y="83478"/>
                  </a:lnTo>
                  <a:lnTo>
                    <a:pt x="19044" y="83339"/>
                  </a:lnTo>
                  <a:lnTo>
                    <a:pt x="19318" y="83199"/>
                  </a:lnTo>
                  <a:lnTo>
                    <a:pt x="19500" y="82966"/>
                  </a:lnTo>
                  <a:lnTo>
                    <a:pt x="19591" y="82826"/>
                  </a:lnTo>
                  <a:lnTo>
                    <a:pt x="19591" y="82453"/>
                  </a:lnTo>
                  <a:lnTo>
                    <a:pt x="19454" y="82081"/>
                  </a:lnTo>
                  <a:lnTo>
                    <a:pt x="19318" y="81568"/>
                  </a:lnTo>
                  <a:lnTo>
                    <a:pt x="19227" y="81056"/>
                  </a:lnTo>
                  <a:lnTo>
                    <a:pt x="18999" y="80543"/>
                  </a:lnTo>
                  <a:lnTo>
                    <a:pt x="18771" y="79938"/>
                  </a:lnTo>
                  <a:lnTo>
                    <a:pt x="18589" y="79425"/>
                  </a:lnTo>
                  <a:lnTo>
                    <a:pt x="18406" y="78773"/>
                  </a:lnTo>
                  <a:lnTo>
                    <a:pt x="18133" y="77888"/>
                  </a:lnTo>
                  <a:lnTo>
                    <a:pt x="17905" y="77422"/>
                  </a:lnTo>
                  <a:lnTo>
                    <a:pt x="17723" y="76910"/>
                  </a:lnTo>
                  <a:lnTo>
                    <a:pt x="17541" y="76537"/>
                  </a:lnTo>
                  <a:lnTo>
                    <a:pt x="17404" y="76211"/>
                  </a:lnTo>
                  <a:lnTo>
                    <a:pt x="17131" y="75466"/>
                  </a:lnTo>
                  <a:lnTo>
                    <a:pt x="16675" y="74814"/>
                  </a:lnTo>
                  <a:lnTo>
                    <a:pt x="16447" y="74301"/>
                  </a:lnTo>
                  <a:lnTo>
                    <a:pt x="16037" y="73649"/>
                  </a:lnTo>
                  <a:lnTo>
                    <a:pt x="15536" y="72717"/>
                  </a:lnTo>
                  <a:lnTo>
                    <a:pt x="15308" y="72158"/>
                  </a:lnTo>
                  <a:lnTo>
                    <a:pt x="15035" y="71925"/>
                  </a:lnTo>
                  <a:lnTo>
                    <a:pt x="14670" y="71553"/>
                  </a:lnTo>
                  <a:lnTo>
                    <a:pt x="14351" y="70947"/>
                  </a:lnTo>
                  <a:lnTo>
                    <a:pt x="14124" y="70621"/>
                  </a:lnTo>
                  <a:lnTo>
                    <a:pt x="13896" y="70388"/>
                  </a:lnTo>
                  <a:lnTo>
                    <a:pt x="13440" y="69969"/>
                  </a:lnTo>
                  <a:lnTo>
                    <a:pt x="10934" y="71087"/>
                  </a:lnTo>
                  <a:lnTo>
                    <a:pt x="10707" y="70528"/>
                  </a:lnTo>
                  <a:lnTo>
                    <a:pt x="15491" y="68478"/>
                  </a:lnTo>
                  <a:lnTo>
                    <a:pt x="15536" y="68245"/>
                  </a:lnTo>
                  <a:lnTo>
                    <a:pt x="15491" y="67919"/>
                  </a:lnTo>
                  <a:lnTo>
                    <a:pt x="15445" y="67546"/>
                  </a:lnTo>
                  <a:lnTo>
                    <a:pt x="15354" y="66987"/>
                  </a:lnTo>
                  <a:lnTo>
                    <a:pt x="15308" y="66661"/>
                  </a:lnTo>
                  <a:lnTo>
                    <a:pt x="15263" y="66382"/>
                  </a:lnTo>
                  <a:lnTo>
                    <a:pt x="15217" y="65963"/>
                  </a:lnTo>
                  <a:lnTo>
                    <a:pt x="15080" y="65637"/>
                  </a:lnTo>
                  <a:lnTo>
                    <a:pt x="14898" y="65357"/>
                  </a:lnTo>
                  <a:lnTo>
                    <a:pt x="14716" y="64984"/>
                  </a:lnTo>
                  <a:lnTo>
                    <a:pt x="14397" y="64565"/>
                  </a:lnTo>
                  <a:lnTo>
                    <a:pt x="14124" y="64099"/>
                  </a:lnTo>
                  <a:lnTo>
                    <a:pt x="13987" y="63773"/>
                  </a:lnTo>
                  <a:lnTo>
                    <a:pt x="13805" y="63307"/>
                  </a:lnTo>
                  <a:lnTo>
                    <a:pt x="13577" y="63028"/>
                  </a:lnTo>
                  <a:lnTo>
                    <a:pt x="13395" y="62748"/>
                  </a:lnTo>
                  <a:lnTo>
                    <a:pt x="13304" y="62515"/>
                  </a:lnTo>
                  <a:lnTo>
                    <a:pt x="13167" y="62189"/>
                  </a:lnTo>
                  <a:lnTo>
                    <a:pt x="12848" y="61677"/>
                  </a:lnTo>
                  <a:lnTo>
                    <a:pt x="12483" y="61118"/>
                  </a:lnTo>
                  <a:lnTo>
                    <a:pt x="12073" y="60559"/>
                  </a:lnTo>
                  <a:lnTo>
                    <a:pt x="11572" y="59720"/>
                  </a:lnTo>
                  <a:lnTo>
                    <a:pt x="11390" y="59301"/>
                  </a:lnTo>
                  <a:lnTo>
                    <a:pt x="11299" y="59115"/>
                  </a:lnTo>
                  <a:lnTo>
                    <a:pt x="11162" y="59022"/>
                  </a:lnTo>
                  <a:lnTo>
                    <a:pt x="11071" y="58882"/>
                  </a:lnTo>
                  <a:lnTo>
                    <a:pt x="10980" y="58695"/>
                  </a:lnTo>
                  <a:lnTo>
                    <a:pt x="10798" y="58556"/>
                  </a:lnTo>
                  <a:lnTo>
                    <a:pt x="10707" y="58369"/>
                  </a:lnTo>
                  <a:lnTo>
                    <a:pt x="10707" y="58230"/>
                  </a:lnTo>
                  <a:lnTo>
                    <a:pt x="10388" y="57997"/>
                  </a:lnTo>
                  <a:lnTo>
                    <a:pt x="10251" y="57857"/>
                  </a:lnTo>
                  <a:lnTo>
                    <a:pt x="10114" y="57671"/>
                  </a:lnTo>
                  <a:lnTo>
                    <a:pt x="9978" y="57345"/>
                  </a:lnTo>
                  <a:lnTo>
                    <a:pt x="9795" y="57158"/>
                  </a:lnTo>
                  <a:lnTo>
                    <a:pt x="9795" y="57018"/>
                  </a:lnTo>
                  <a:lnTo>
                    <a:pt x="9659" y="56879"/>
                  </a:lnTo>
                  <a:lnTo>
                    <a:pt x="9476" y="56786"/>
                  </a:lnTo>
                  <a:lnTo>
                    <a:pt x="9340" y="56646"/>
                  </a:lnTo>
                  <a:lnTo>
                    <a:pt x="9294" y="56459"/>
                  </a:lnTo>
                  <a:lnTo>
                    <a:pt x="9157" y="56273"/>
                  </a:lnTo>
                  <a:lnTo>
                    <a:pt x="8930" y="56133"/>
                  </a:lnTo>
                  <a:lnTo>
                    <a:pt x="8747" y="55900"/>
                  </a:lnTo>
                  <a:lnTo>
                    <a:pt x="8611" y="55668"/>
                  </a:lnTo>
                  <a:lnTo>
                    <a:pt x="8520" y="55481"/>
                  </a:lnTo>
                  <a:lnTo>
                    <a:pt x="8337" y="55388"/>
                  </a:lnTo>
                  <a:lnTo>
                    <a:pt x="8155" y="55155"/>
                  </a:lnTo>
                  <a:lnTo>
                    <a:pt x="8109" y="54922"/>
                  </a:lnTo>
                  <a:lnTo>
                    <a:pt x="7927" y="54736"/>
                  </a:lnTo>
                  <a:lnTo>
                    <a:pt x="7745" y="54643"/>
                  </a:lnTo>
                  <a:lnTo>
                    <a:pt x="7608" y="54456"/>
                  </a:lnTo>
                  <a:lnTo>
                    <a:pt x="7563" y="54177"/>
                  </a:lnTo>
                  <a:lnTo>
                    <a:pt x="7381" y="54037"/>
                  </a:lnTo>
                  <a:lnTo>
                    <a:pt x="7198" y="53991"/>
                  </a:lnTo>
                  <a:lnTo>
                    <a:pt x="7016" y="53851"/>
                  </a:lnTo>
                  <a:lnTo>
                    <a:pt x="6925" y="53571"/>
                  </a:lnTo>
                  <a:lnTo>
                    <a:pt x="6743" y="53431"/>
                  </a:lnTo>
                  <a:lnTo>
                    <a:pt x="6560" y="53338"/>
                  </a:lnTo>
                  <a:lnTo>
                    <a:pt x="6515" y="53105"/>
                  </a:lnTo>
                  <a:lnTo>
                    <a:pt x="6333" y="52872"/>
                  </a:lnTo>
                  <a:lnTo>
                    <a:pt x="6105" y="52640"/>
                  </a:lnTo>
                  <a:lnTo>
                    <a:pt x="6014" y="52407"/>
                  </a:lnTo>
                  <a:lnTo>
                    <a:pt x="5740" y="52220"/>
                  </a:lnTo>
                  <a:lnTo>
                    <a:pt x="5604" y="51894"/>
                  </a:lnTo>
                  <a:lnTo>
                    <a:pt x="5467" y="51661"/>
                  </a:lnTo>
                  <a:lnTo>
                    <a:pt x="5330" y="51428"/>
                  </a:lnTo>
                  <a:lnTo>
                    <a:pt x="5102" y="51242"/>
                  </a:lnTo>
                  <a:lnTo>
                    <a:pt x="4966" y="50963"/>
                  </a:lnTo>
                  <a:lnTo>
                    <a:pt x="4692" y="50543"/>
                  </a:lnTo>
                  <a:lnTo>
                    <a:pt x="4510" y="50497"/>
                  </a:lnTo>
                  <a:lnTo>
                    <a:pt x="4419" y="50357"/>
                  </a:lnTo>
                  <a:lnTo>
                    <a:pt x="4328" y="50217"/>
                  </a:lnTo>
                  <a:lnTo>
                    <a:pt x="4191" y="50124"/>
                  </a:lnTo>
                  <a:lnTo>
                    <a:pt x="4054" y="49751"/>
                  </a:lnTo>
                  <a:lnTo>
                    <a:pt x="3872" y="49612"/>
                  </a:lnTo>
                  <a:lnTo>
                    <a:pt x="3736" y="49379"/>
                  </a:lnTo>
                  <a:lnTo>
                    <a:pt x="3599" y="49146"/>
                  </a:lnTo>
                  <a:lnTo>
                    <a:pt x="3417" y="48913"/>
                  </a:lnTo>
                  <a:lnTo>
                    <a:pt x="3189" y="48820"/>
                  </a:lnTo>
                  <a:lnTo>
                    <a:pt x="3007" y="48540"/>
                  </a:lnTo>
                  <a:lnTo>
                    <a:pt x="2870" y="48307"/>
                  </a:lnTo>
                  <a:lnTo>
                    <a:pt x="2733" y="47981"/>
                  </a:lnTo>
                  <a:lnTo>
                    <a:pt x="2414" y="47748"/>
                  </a:lnTo>
                  <a:lnTo>
                    <a:pt x="2186" y="47376"/>
                  </a:lnTo>
                  <a:lnTo>
                    <a:pt x="2004" y="47003"/>
                  </a:lnTo>
                  <a:lnTo>
                    <a:pt x="1822" y="46770"/>
                  </a:lnTo>
                  <a:lnTo>
                    <a:pt x="1776" y="46444"/>
                  </a:lnTo>
                  <a:lnTo>
                    <a:pt x="1594" y="46211"/>
                  </a:lnTo>
                  <a:lnTo>
                    <a:pt x="1549" y="46071"/>
                  </a:lnTo>
                  <a:lnTo>
                    <a:pt x="1412" y="45792"/>
                  </a:lnTo>
                  <a:lnTo>
                    <a:pt x="1366" y="45559"/>
                  </a:lnTo>
                  <a:lnTo>
                    <a:pt x="1093" y="45279"/>
                  </a:lnTo>
                  <a:lnTo>
                    <a:pt x="865" y="44907"/>
                  </a:lnTo>
                  <a:lnTo>
                    <a:pt x="592" y="44581"/>
                  </a:lnTo>
                  <a:lnTo>
                    <a:pt x="318" y="44348"/>
                  </a:lnTo>
                  <a:lnTo>
                    <a:pt x="0" y="44254"/>
                  </a:lnTo>
                  <a:lnTo>
                    <a:pt x="1457" y="43602"/>
                  </a:lnTo>
                  <a:lnTo>
                    <a:pt x="3462" y="42764"/>
                  </a:lnTo>
                  <a:lnTo>
                    <a:pt x="4146" y="42391"/>
                  </a:lnTo>
                  <a:lnTo>
                    <a:pt x="4328" y="42251"/>
                  </a:lnTo>
                  <a:lnTo>
                    <a:pt x="4647" y="42018"/>
                  </a:lnTo>
                  <a:lnTo>
                    <a:pt x="5057" y="41785"/>
                  </a:lnTo>
                  <a:lnTo>
                    <a:pt x="5831" y="41320"/>
                  </a:lnTo>
                  <a:lnTo>
                    <a:pt x="6014" y="40947"/>
                  </a:lnTo>
                  <a:lnTo>
                    <a:pt x="6606" y="40062"/>
                  </a:lnTo>
                  <a:lnTo>
                    <a:pt x="7244" y="39270"/>
                  </a:lnTo>
                  <a:lnTo>
                    <a:pt x="7517" y="38944"/>
                  </a:lnTo>
                  <a:lnTo>
                    <a:pt x="7927" y="38571"/>
                  </a:lnTo>
                  <a:lnTo>
                    <a:pt x="8292" y="38198"/>
                  </a:lnTo>
                  <a:lnTo>
                    <a:pt x="8656" y="37826"/>
                  </a:lnTo>
                  <a:lnTo>
                    <a:pt x="9066" y="37500"/>
                  </a:lnTo>
                  <a:lnTo>
                    <a:pt x="9613" y="36987"/>
                  </a:lnTo>
                  <a:lnTo>
                    <a:pt x="10342" y="36102"/>
                  </a:lnTo>
                  <a:lnTo>
                    <a:pt x="10615" y="35823"/>
                  </a:lnTo>
                  <a:lnTo>
                    <a:pt x="11208" y="34751"/>
                  </a:lnTo>
                  <a:lnTo>
                    <a:pt x="12256" y="32888"/>
                  </a:lnTo>
                  <a:lnTo>
                    <a:pt x="13167" y="31304"/>
                  </a:lnTo>
                  <a:lnTo>
                    <a:pt x="14215" y="29347"/>
                  </a:lnTo>
                  <a:lnTo>
                    <a:pt x="14260" y="29208"/>
                  </a:lnTo>
                  <a:lnTo>
                    <a:pt x="14944" y="28369"/>
                  </a:lnTo>
                  <a:lnTo>
                    <a:pt x="15217" y="28043"/>
                  </a:lnTo>
                  <a:lnTo>
                    <a:pt x="15855" y="27438"/>
                  </a:lnTo>
                  <a:lnTo>
                    <a:pt x="16447" y="26832"/>
                  </a:lnTo>
                  <a:lnTo>
                    <a:pt x="16812" y="26599"/>
                  </a:lnTo>
                  <a:lnTo>
                    <a:pt x="16994" y="26506"/>
                  </a:lnTo>
                  <a:lnTo>
                    <a:pt x="17176" y="26413"/>
                  </a:lnTo>
                  <a:lnTo>
                    <a:pt x="17996" y="25993"/>
                  </a:lnTo>
                  <a:lnTo>
                    <a:pt x="18543" y="25714"/>
                  </a:lnTo>
                  <a:lnTo>
                    <a:pt x="19227" y="25481"/>
                  </a:lnTo>
                  <a:lnTo>
                    <a:pt x="19773" y="25341"/>
                  </a:lnTo>
                  <a:lnTo>
                    <a:pt x="20593" y="25155"/>
                  </a:lnTo>
                  <a:lnTo>
                    <a:pt x="21505" y="24922"/>
                  </a:lnTo>
                  <a:lnTo>
                    <a:pt x="22507" y="24643"/>
                  </a:lnTo>
                  <a:lnTo>
                    <a:pt x="24329" y="23804"/>
                  </a:lnTo>
                  <a:lnTo>
                    <a:pt x="24512" y="23711"/>
                  </a:lnTo>
                  <a:lnTo>
                    <a:pt x="25469" y="23245"/>
                  </a:lnTo>
                  <a:lnTo>
                    <a:pt x="27382" y="22080"/>
                  </a:lnTo>
                  <a:lnTo>
                    <a:pt x="28157" y="21661"/>
                  </a:lnTo>
                  <a:lnTo>
                    <a:pt x="27838" y="20729"/>
                  </a:lnTo>
                  <a:lnTo>
                    <a:pt x="27747" y="20497"/>
                  </a:lnTo>
                  <a:lnTo>
                    <a:pt x="27929" y="20450"/>
                  </a:lnTo>
                  <a:lnTo>
                    <a:pt x="29250" y="19984"/>
                  </a:lnTo>
                  <a:lnTo>
                    <a:pt x="29660" y="19798"/>
                  </a:lnTo>
                  <a:lnTo>
                    <a:pt x="29842" y="19751"/>
                  </a:lnTo>
                  <a:lnTo>
                    <a:pt x="30526" y="19472"/>
                  </a:lnTo>
                  <a:lnTo>
                    <a:pt x="30708" y="19378"/>
                  </a:lnTo>
                  <a:lnTo>
                    <a:pt x="31437" y="18913"/>
                  </a:lnTo>
                  <a:lnTo>
                    <a:pt x="32622" y="18074"/>
                  </a:lnTo>
                  <a:lnTo>
                    <a:pt x="32758" y="17888"/>
                  </a:lnTo>
                  <a:lnTo>
                    <a:pt x="33897" y="16770"/>
                  </a:lnTo>
                  <a:lnTo>
                    <a:pt x="34216" y="16490"/>
                  </a:lnTo>
                  <a:lnTo>
                    <a:pt x="34353" y="16304"/>
                  </a:lnTo>
                  <a:lnTo>
                    <a:pt x="34945" y="15419"/>
                  </a:lnTo>
                  <a:lnTo>
                    <a:pt x="35993" y="13835"/>
                  </a:lnTo>
                  <a:lnTo>
                    <a:pt x="36176" y="13555"/>
                  </a:lnTo>
                  <a:lnTo>
                    <a:pt x="36267" y="13416"/>
                  </a:lnTo>
                  <a:lnTo>
                    <a:pt x="36358" y="13229"/>
                  </a:lnTo>
                  <a:lnTo>
                    <a:pt x="36494" y="13043"/>
                  </a:lnTo>
                  <a:lnTo>
                    <a:pt x="36677" y="12670"/>
                  </a:lnTo>
                  <a:lnTo>
                    <a:pt x="36768" y="12531"/>
                  </a:lnTo>
                  <a:lnTo>
                    <a:pt x="36859" y="12391"/>
                  </a:lnTo>
                  <a:lnTo>
                    <a:pt x="37315" y="11646"/>
                  </a:lnTo>
                  <a:lnTo>
                    <a:pt x="38089" y="10295"/>
                  </a:lnTo>
                  <a:lnTo>
                    <a:pt x="38363" y="9875"/>
                  </a:lnTo>
                  <a:lnTo>
                    <a:pt x="38818" y="9037"/>
                  </a:lnTo>
                  <a:lnTo>
                    <a:pt x="39820" y="7313"/>
                  </a:lnTo>
                  <a:lnTo>
                    <a:pt x="40276" y="6521"/>
                  </a:lnTo>
                  <a:lnTo>
                    <a:pt x="41005" y="5264"/>
                  </a:lnTo>
                  <a:lnTo>
                    <a:pt x="41461" y="4565"/>
                  </a:lnTo>
                  <a:lnTo>
                    <a:pt x="43055" y="1770"/>
                  </a:lnTo>
                  <a:lnTo>
                    <a:pt x="43739" y="652"/>
                  </a:lnTo>
                  <a:lnTo>
                    <a:pt x="4410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158527" y="3729285"/>
              <a:ext cx="89255" cy="98245"/>
            </a:xfrm>
            <a:custGeom>
              <a:avLst/>
              <a:pathLst>
                <a:path w="89255" h="98245">
                  <a:moveTo>
                    <a:pt x="35857" y="326"/>
                  </a:moveTo>
                  <a:lnTo>
                    <a:pt x="35993" y="372"/>
                  </a:lnTo>
                  <a:lnTo>
                    <a:pt x="40231" y="1164"/>
                  </a:lnTo>
                  <a:lnTo>
                    <a:pt x="48933" y="2841"/>
                  </a:lnTo>
                  <a:lnTo>
                    <a:pt x="54628" y="3959"/>
                  </a:lnTo>
                  <a:lnTo>
                    <a:pt x="55357" y="4099"/>
                  </a:lnTo>
                  <a:lnTo>
                    <a:pt x="56633" y="4332"/>
                  </a:lnTo>
                  <a:lnTo>
                    <a:pt x="60141" y="5077"/>
                  </a:lnTo>
                  <a:lnTo>
                    <a:pt x="63194" y="5683"/>
                  </a:lnTo>
                  <a:lnTo>
                    <a:pt x="63786" y="5823"/>
                  </a:lnTo>
                  <a:lnTo>
                    <a:pt x="64515" y="5962"/>
                  </a:lnTo>
                  <a:lnTo>
                    <a:pt x="65563" y="6149"/>
                  </a:lnTo>
                  <a:lnTo>
                    <a:pt x="70529" y="7080"/>
                  </a:lnTo>
                  <a:lnTo>
                    <a:pt x="72306" y="7267"/>
                  </a:lnTo>
                  <a:lnTo>
                    <a:pt x="73081" y="7313"/>
                  </a:lnTo>
                  <a:lnTo>
                    <a:pt x="75040" y="7453"/>
                  </a:lnTo>
                  <a:lnTo>
                    <a:pt x="77728" y="7639"/>
                  </a:lnTo>
                  <a:lnTo>
                    <a:pt x="80507" y="7826"/>
                  </a:lnTo>
                  <a:lnTo>
                    <a:pt x="81828" y="7965"/>
                  </a:lnTo>
                  <a:lnTo>
                    <a:pt x="85883" y="8245"/>
                  </a:lnTo>
                  <a:lnTo>
                    <a:pt x="86339" y="14114"/>
                  </a:lnTo>
                  <a:lnTo>
                    <a:pt x="86476" y="15512"/>
                  </a:lnTo>
                  <a:lnTo>
                    <a:pt x="86840" y="20170"/>
                  </a:lnTo>
                  <a:lnTo>
                    <a:pt x="87250" y="25015"/>
                  </a:lnTo>
                  <a:lnTo>
                    <a:pt x="87296" y="25667"/>
                  </a:lnTo>
                  <a:lnTo>
                    <a:pt x="87660" y="29254"/>
                  </a:lnTo>
                  <a:lnTo>
                    <a:pt x="88025" y="33167"/>
                  </a:lnTo>
                  <a:lnTo>
                    <a:pt x="88389" y="37593"/>
                  </a:lnTo>
                  <a:lnTo>
                    <a:pt x="88708" y="41739"/>
                  </a:lnTo>
                  <a:lnTo>
                    <a:pt x="89255" y="49565"/>
                  </a:lnTo>
                  <a:lnTo>
                    <a:pt x="88982" y="49612"/>
                  </a:lnTo>
                  <a:lnTo>
                    <a:pt x="88708" y="49705"/>
                  </a:lnTo>
                  <a:lnTo>
                    <a:pt x="88480" y="49798"/>
                  </a:lnTo>
                  <a:lnTo>
                    <a:pt x="88207" y="49938"/>
                  </a:lnTo>
                  <a:lnTo>
                    <a:pt x="87979" y="50124"/>
                  </a:lnTo>
                  <a:lnTo>
                    <a:pt x="87797" y="50310"/>
                  </a:lnTo>
                  <a:lnTo>
                    <a:pt x="87615" y="50497"/>
                  </a:lnTo>
                  <a:lnTo>
                    <a:pt x="87478" y="50776"/>
                  </a:lnTo>
                  <a:lnTo>
                    <a:pt x="87341" y="51009"/>
                  </a:lnTo>
                  <a:lnTo>
                    <a:pt x="87250" y="51289"/>
                  </a:lnTo>
                  <a:lnTo>
                    <a:pt x="87205" y="51522"/>
                  </a:lnTo>
                  <a:lnTo>
                    <a:pt x="87159" y="51801"/>
                  </a:lnTo>
                  <a:lnTo>
                    <a:pt x="87159" y="52081"/>
                  </a:lnTo>
                  <a:lnTo>
                    <a:pt x="87205" y="52360"/>
                  </a:lnTo>
                  <a:lnTo>
                    <a:pt x="87296" y="52640"/>
                  </a:lnTo>
                  <a:lnTo>
                    <a:pt x="87387" y="52919"/>
                  </a:lnTo>
                  <a:lnTo>
                    <a:pt x="87524" y="53152"/>
                  </a:lnTo>
                  <a:lnTo>
                    <a:pt x="87660" y="53385"/>
                  </a:lnTo>
                  <a:lnTo>
                    <a:pt x="87843" y="53618"/>
                  </a:lnTo>
                  <a:lnTo>
                    <a:pt x="88025" y="53758"/>
                  </a:lnTo>
                  <a:lnTo>
                    <a:pt x="86931" y="55248"/>
                  </a:lnTo>
                  <a:lnTo>
                    <a:pt x="86385" y="55994"/>
                  </a:lnTo>
                  <a:lnTo>
                    <a:pt x="86157" y="56273"/>
                  </a:lnTo>
                  <a:lnTo>
                    <a:pt x="84471" y="58323"/>
                  </a:lnTo>
                  <a:lnTo>
                    <a:pt x="83150" y="59953"/>
                  </a:lnTo>
                  <a:lnTo>
                    <a:pt x="82421" y="60932"/>
                  </a:lnTo>
                  <a:lnTo>
                    <a:pt x="82193" y="61258"/>
                  </a:lnTo>
                  <a:lnTo>
                    <a:pt x="81828" y="61677"/>
                  </a:lnTo>
                  <a:lnTo>
                    <a:pt x="81282" y="62376"/>
                  </a:lnTo>
                  <a:lnTo>
                    <a:pt x="80006" y="63913"/>
                  </a:lnTo>
                  <a:lnTo>
                    <a:pt x="78776" y="65450"/>
                  </a:lnTo>
                  <a:lnTo>
                    <a:pt x="77318" y="67267"/>
                  </a:lnTo>
                  <a:lnTo>
                    <a:pt x="72762" y="72904"/>
                  </a:lnTo>
                  <a:lnTo>
                    <a:pt x="70848" y="75233"/>
                  </a:lnTo>
                  <a:lnTo>
                    <a:pt x="67340" y="79798"/>
                  </a:lnTo>
                  <a:lnTo>
                    <a:pt x="63513" y="84457"/>
                  </a:lnTo>
                  <a:lnTo>
                    <a:pt x="59731" y="89162"/>
                  </a:lnTo>
                  <a:lnTo>
                    <a:pt x="56132" y="93540"/>
                  </a:lnTo>
                  <a:lnTo>
                    <a:pt x="55949" y="93773"/>
                  </a:lnTo>
                  <a:lnTo>
                    <a:pt x="52304" y="98245"/>
                  </a:lnTo>
                  <a:lnTo>
                    <a:pt x="50938" y="97081"/>
                  </a:lnTo>
                  <a:lnTo>
                    <a:pt x="47475" y="94193"/>
                  </a:lnTo>
                  <a:lnTo>
                    <a:pt x="41734" y="89441"/>
                  </a:lnTo>
                  <a:lnTo>
                    <a:pt x="40641" y="88463"/>
                  </a:lnTo>
                  <a:lnTo>
                    <a:pt x="39866" y="87857"/>
                  </a:lnTo>
                  <a:lnTo>
                    <a:pt x="38818" y="86972"/>
                  </a:lnTo>
                  <a:lnTo>
                    <a:pt x="38180" y="86413"/>
                  </a:lnTo>
                  <a:lnTo>
                    <a:pt x="37770" y="86087"/>
                  </a:lnTo>
                  <a:lnTo>
                    <a:pt x="37269" y="85668"/>
                  </a:lnTo>
                  <a:lnTo>
                    <a:pt x="32804" y="81941"/>
                  </a:lnTo>
                  <a:lnTo>
                    <a:pt x="32576" y="81755"/>
                  </a:lnTo>
                  <a:lnTo>
                    <a:pt x="32348" y="81894"/>
                  </a:lnTo>
                  <a:lnTo>
                    <a:pt x="32212" y="81894"/>
                  </a:lnTo>
                  <a:lnTo>
                    <a:pt x="32075" y="81894"/>
                  </a:lnTo>
                  <a:lnTo>
                    <a:pt x="31938" y="81894"/>
                  </a:lnTo>
                  <a:lnTo>
                    <a:pt x="31802" y="81848"/>
                  </a:lnTo>
                  <a:lnTo>
                    <a:pt x="31483" y="81615"/>
                  </a:lnTo>
                  <a:lnTo>
                    <a:pt x="31346" y="81382"/>
                  </a:lnTo>
                  <a:lnTo>
                    <a:pt x="27747" y="81848"/>
                  </a:lnTo>
                  <a:lnTo>
                    <a:pt x="22279" y="82593"/>
                  </a:lnTo>
                  <a:lnTo>
                    <a:pt x="19637" y="82966"/>
                  </a:lnTo>
                  <a:lnTo>
                    <a:pt x="19227" y="83012"/>
                  </a:lnTo>
                  <a:lnTo>
                    <a:pt x="15855" y="83478"/>
                  </a:lnTo>
                  <a:lnTo>
                    <a:pt x="13987" y="83711"/>
                  </a:lnTo>
                  <a:lnTo>
                    <a:pt x="11846" y="83991"/>
                  </a:lnTo>
                  <a:lnTo>
                    <a:pt x="9431" y="84550"/>
                  </a:lnTo>
                  <a:lnTo>
                    <a:pt x="8656" y="84457"/>
                  </a:lnTo>
                  <a:lnTo>
                    <a:pt x="5421" y="84876"/>
                  </a:lnTo>
                  <a:lnTo>
                    <a:pt x="5148" y="84922"/>
                  </a:lnTo>
                  <a:lnTo>
                    <a:pt x="4373" y="85016"/>
                  </a:lnTo>
                  <a:lnTo>
                    <a:pt x="3963" y="85109"/>
                  </a:lnTo>
                  <a:lnTo>
                    <a:pt x="227" y="85854"/>
                  </a:lnTo>
                  <a:lnTo>
                    <a:pt x="0" y="85854"/>
                  </a:lnTo>
                  <a:lnTo>
                    <a:pt x="1184" y="82127"/>
                  </a:lnTo>
                  <a:lnTo>
                    <a:pt x="3736" y="74674"/>
                  </a:lnTo>
                  <a:lnTo>
                    <a:pt x="4419" y="72671"/>
                  </a:lnTo>
                  <a:lnTo>
                    <a:pt x="5877" y="68432"/>
                  </a:lnTo>
                  <a:lnTo>
                    <a:pt x="6241" y="67407"/>
                  </a:lnTo>
                  <a:lnTo>
                    <a:pt x="8747" y="60000"/>
                  </a:lnTo>
                  <a:lnTo>
                    <a:pt x="9750" y="56786"/>
                  </a:lnTo>
                  <a:lnTo>
                    <a:pt x="10114" y="55621"/>
                  </a:lnTo>
                  <a:lnTo>
                    <a:pt x="10798" y="53292"/>
                  </a:lnTo>
                  <a:lnTo>
                    <a:pt x="11800" y="49332"/>
                  </a:lnTo>
                  <a:lnTo>
                    <a:pt x="12210" y="46211"/>
                  </a:lnTo>
                  <a:lnTo>
                    <a:pt x="12347" y="45466"/>
                  </a:lnTo>
                  <a:lnTo>
                    <a:pt x="12529" y="44720"/>
                  </a:lnTo>
                  <a:lnTo>
                    <a:pt x="12802" y="43835"/>
                  </a:lnTo>
                  <a:lnTo>
                    <a:pt x="13304" y="42484"/>
                  </a:lnTo>
                  <a:lnTo>
                    <a:pt x="13896" y="40761"/>
                  </a:lnTo>
                  <a:lnTo>
                    <a:pt x="14716" y="37686"/>
                  </a:lnTo>
                  <a:lnTo>
                    <a:pt x="15217" y="35683"/>
                  </a:lnTo>
                  <a:lnTo>
                    <a:pt x="15809" y="32888"/>
                  </a:lnTo>
                  <a:lnTo>
                    <a:pt x="16037" y="31816"/>
                  </a:lnTo>
                  <a:lnTo>
                    <a:pt x="16311" y="30885"/>
                  </a:lnTo>
                  <a:lnTo>
                    <a:pt x="16721" y="30000"/>
                  </a:lnTo>
                  <a:lnTo>
                    <a:pt x="17222" y="29068"/>
                  </a:lnTo>
                  <a:lnTo>
                    <a:pt x="18224" y="27577"/>
                  </a:lnTo>
                  <a:lnTo>
                    <a:pt x="18406" y="27251"/>
                  </a:lnTo>
                  <a:lnTo>
                    <a:pt x="19272" y="26040"/>
                  </a:lnTo>
                  <a:lnTo>
                    <a:pt x="19409" y="25854"/>
                  </a:lnTo>
                  <a:lnTo>
                    <a:pt x="21960" y="22313"/>
                  </a:lnTo>
                  <a:lnTo>
                    <a:pt x="24056" y="19518"/>
                  </a:lnTo>
                  <a:lnTo>
                    <a:pt x="26562" y="16211"/>
                  </a:lnTo>
                  <a:lnTo>
                    <a:pt x="29341" y="10574"/>
                  </a:lnTo>
                  <a:lnTo>
                    <a:pt x="29615" y="9689"/>
                  </a:lnTo>
                  <a:lnTo>
                    <a:pt x="29888" y="8711"/>
                  </a:lnTo>
                  <a:lnTo>
                    <a:pt x="30025" y="8338"/>
                  </a:lnTo>
                  <a:lnTo>
                    <a:pt x="30936" y="6428"/>
                  </a:lnTo>
                  <a:lnTo>
                    <a:pt x="32348" y="3586"/>
                  </a:lnTo>
                  <a:lnTo>
                    <a:pt x="339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012001" y="2236217"/>
              <a:ext cx="1315459" cy="845455"/>
            </a:xfrm>
            <a:custGeom>
              <a:avLst/>
              <a:pathLst>
                <a:path w="1315459" h="845455">
                  <a:moveTo>
                    <a:pt x="880253" y="4658"/>
                  </a:moveTo>
                  <a:lnTo>
                    <a:pt x="884126" y="6475"/>
                  </a:lnTo>
                  <a:lnTo>
                    <a:pt x="890413" y="7919"/>
                  </a:lnTo>
                  <a:lnTo>
                    <a:pt x="893284" y="7500"/>
                  </a:lnTo>
                  <a:lnTo>
                    <a:pt x="895744" y="6335"/>
                  </a:lnTo>
                  <a:lnTo>
                    <a:pt x="898751" y="5357"/>
                  </a:lnTo>
                  <a:lnTo>
                    <a:pt x="901120" y="5310"/>
                  </a:lnTo>
                  <a:lnTo>
                    <a:pt x="905312" y="6335"/>
                  </a:lnTo>
                  <a:lnTo>
                    <a:pt x="909640" y="7779"/>
                  </a:lnTo>
                  <a:lnTo>
                    <a:pt x="912146" y="11739"/>
                  </a:lnTo>
                  <a:lnTo>
                    <a:pt x="914698" y="14347"/>
                  </a:lnTo>
                  <a:lnTo>
                    <a:pt x="917750" y="15978"/>
                  </a:lnTo>
                  <a:lnTo>
                    <a:pt x="922762" y="18726"/>
                  </a:lnTo>
                  <a:lnTo>
                    <a:pt x="926134" y="21242"/>
                  </a:lnTo>
                  <a:lnTo>
                    <a:pt x="933287" y="24270"/>
                  </a:lnTo>
                  <a:lnTo>
                    <a:pt x="936431" y="25807"/>
                  </a:lnTo>
                  <a:lnTo>
                    <a:pt x="939620" y="27764"/>
                  </a:lnTo>
                  <a:lnTo>
                    <a:pt x="942809" y="29813"/>
                  </a:lnTo>
                  <a:lnTo>
                    <a:pt x="947730" y="30698"/>
                  </a:lnTo>
                  <a:lnTo>
                    <a:pt x="952970" y="28695"/>
                  </a:lnTo>
                  <a:lnTo>
                    <a:pt x="955020" y="27018"/>
                  </a:lnTo>
                  <a:lnTo>
                    <a:pt x="958072" y="23618"/>
                  </a:lnTo>
                  <a:lnTo>
                    <a:pt x="960077" y="21149"/>
                  </a:lnTo>
                  <a:lnTo>
                    <a:pt x="962401" y="19518"/>
                  </a:lnTo>
                  <a:lnTo>
                    <a:pt x="963996" y="18913"/>
                  </a:lnTo>
                  <a:lnTo>
                    <a:pt x="965135" y="18167"/>
                  </a:lnTo>
                  <a:lnTo>
                    <a:pt x="966228" y="17375"/>
                  </a:lnTo>
                  <a:lnTo>
                    <a:pt x="968142" y="16677"/>
                  </a:lnTo>
                  <a:lnTo>
                    <a:pt x="969281" y="16630"/>
                  </a:lnTo>
                  <a:lnTo>
                    <a:pt x="969964" y="17375"/>
                  </a:lnTo>
                  <a:lnTo>
                    <a:pt x="970875" y="22639"/>
                  </a:lnTo>
                  <a:lnTo>
                    <a:pt x="972151" y="25108"/>
                  </a:lnTo>
                  <a:lnTo>
                    <a:pt x="973199" y="26692"/>
                  </a:lnTo>
                  <a:lnTo>
                    <a:pt x="974156" y="29068"/>
                  </a:lnTo>
                  <a:lnTo>
                    <a:pt x="975523" y="31444"/>
                  </a:lnTo>
                  <a:lnTo>
                    <a:pt x="975295" y="35217"/>
                  </a:lnTo>
                  <a:lnTo>
                    <a:pt x="975705" y="38664"/>
                  </a:lnTo>
                  <a:lnTo>
                    <a:pt x="977436" y="42112"/>
                  </a:lnTo>
                  <a:lnTo>
                    <a:pt x="979213" y="44907"/>
                  </a:lnTo>
                  <a:lnTo>
                    <a:pt x="981765" y="49612"/>
                  </a:lnTo>
                  <a:lnTo>
                    <a:pt x="984134" y="53711"/>
                  </a:lnTo>
                  <a:lnTo>
                    <a:pt x="985774" y="60046"/>
                  </a:lnTo>
                  <a:lnTo>
                    <a:pt x="987597" y="64146"/>
                  </a:lnTo>
                  <a:lnTo>
                    <a:pt x="990558" y="67873"/>
                  </a:lnTo>
                  <a:lnTo>
                    <a:pt x="993474" y="69084"/>
                  </a:lnTo>
                  <a:lnTo>
                    <a:pt x="995615" y="69969"/>
                  </a:lnTo>
                  <a:lnTo>
                    <a:pt x="998167" y="70248"/>
                  </a:lnTo>
                  <a:lnTo>
                    <a:pt x="1000764" y="70202"/>
                  </a:lnTo>
                  <a:lnTo>
                    <a:pt x="1003725" y="69783"/>
                  </a:lnTo>
                  <a:lnTo>
                    <a:pt x="1008828" y="69643"/>
                  </a:lnTo>
                  <a:lnTo>
                    <a:pt x="1011790" y="70155"/>
                  </a:lnTo>
                  <a:lnTo>
                    <a:pt x="1014842" y="71599"/>
                  </a:lnTo>
                  <a:lnTo>
                    <a:pt x="1018260" y="73556"/>
                  </a:lnTo>
                  <a:lnTo>
                    <a:pt x="1020355" y="75093"/>
                  </a:lnTo>
                  <a:lnTo>
                    <a:pt x="1021221" y="79053"/>
                  </a:lnTo>
                  <a:lnTo>
                    <a:pt x="1022041" y="82267"/>
                  </a:lnTo>
                  <a:lnTo>
                    <a:pt x="1023363" y="84410"/>
                  </a:lnTo>
                  <a:lnTo>
                    <a:pt x="1026370" y="86925"/>
                  </a:lnTo>
                  <a:lnTo>
                    <a:pt x="1029878" y="88323"/>
                  </a:lnTo>
                  <a:lnTo>
                    <a:pt x="1033386" y="88975"/>
                  </a:lnTo>
                  <a:lnTo>
                    <a:pt x="1037304" y="89674"/>
                  </a:lnTo>
                  <a:lnTo>
                    <a:pt x="1041086" y="90093"/>
                  </a:lnTo>
                  <a:lnTo>
                    <a:pt x="1046189" y="90606"/>
                  </a:lnTo>
                  <a:lnTo>
                    <a:pt x="1050244" y="91817"/>
                  </a:lnTo>
                  <a:lnTo>
                    <a:pt x="1053570" y="92283"/>
                  </a:lnTo>
                  <a:lnTo>
                    <a:pt x="1055711" y="92562"/>
                  </a:lnTo>
                  <a:lnTo>
                    <a:pt x="1058718" y="93168"/>
                  </a:lnTo>
                  <a:lnTo>
                    <a:pt x="1061179" y="93168"/>
                  </a:lnTo>
                  <a:lnTo>
                    <a:pt x="1065052" y="92376"/>
                  </a:lnTo>
                  <a:lnTo>
                    <a:pt x="1068879" y="90792"/>
                  </a:lnTo>
                  <a:lnTo>
                    <a:pt x="1071202" y="89488"/>
                  </a:lnTo>
                  <a:lnTo>
                    <a:pt x="1072843" y="88835"/>
                  </a:lnTo>
                  <a:lnTo>
                    <a:pt x="1075075" y="89255"/>
                  </a:lnTo>
                  <a:lnTo>
                    <a:pt x="1078128" y="89953"/>
                  </a:lnTo>
                  <a:lnTo>
                    <a:pt x="1082092" y="91351"/>
                  </a:lnTo>
                  <a:lnTo>
                    <a:pt x="1086192" y="92469"/>
                  </a:lnTo>
                  <a:lnTo>
                    <a:pt x="1092115" y="92981"/>
                  </a:lnTo>
                  <a:lnTo>
                    <a:pt x="1099633" y="91584"/>
                  </a:lnTo>
                  <a:lnTo>
                    <a:pt x="1103141" y="89907"/>
                  </a:lnTo>
                  <a:lnTo>
                    <a:pt x="1106923" y="88509"/>
                  </a:lnTo>
                  <a:lnTo>
                    <a:pt x="1111525" y="85807"/>
                  </a:lnTo>
                  <a:lnTo>
                    <a:pt x="1115853" y="83012"/>
                  </a:lnTo>
                  <a:lnTo>
                    <a:pt x="1119179" y="81522"/>
                  </a:lnTo>
                  <a:lnTo>
                    <a:pt x="1122095" y="80497"/>
                  </a:lnTo>
                  <a:lnTo>
                    <a:pt x="1126332" y="80637"/>
                  </a:lnTo>
                  <a:lnTo>
                    <a:pt x="1131298" y="82733"/>
                  </a:lnTo>
                  <a:lnTo>
                    <a:pt x="1136037" y="84130"/>
                  </a:lnTo>
                  <a:lnTo>
                    <a:pt x="1140775" y="84876"/>
                  </a:lnTo>
                  <a:lnTo>
                    <a:pt x="1145012" y="85295"/>
                  </a:lnTo>
                  <a:lnTo>
                    <a:pt x="1148931" y="86134"/>
                  </a:lnTo>
                  <a:lnTo>
                    <a:pt x="1152530" y="86087"/>
                  </a:lnTo>
                  <a:lnTo>
                    <a:pt x="1155856" y="86087"/>
                  </a:lnTo>
                  <a:lnTo>
                    <a:pt x="1157906" y="85528"/>
                  </a:lnTo>
                  <a:lnTo>
                    <a:pt x="1159866" y="84130"/>
                  </a:lnTo>
                  <a:lnTo>
                    <a:pt x="1162554" y="82500"/>
                  </a:lnTo>
                  <a:lnTo>
                    <a:pt x="1167657" y="81708"/>
                  </a:lnTo>
                  <a:lnTo>
                    <a:pt x="1171712" y="80124"/>
                  </a:lnTo>
                  <a:lnTo>
                    <a:pt x="1174263" y="76724"/>
                  </a:lnTo>
                  <a:lnTo>
                    <a:pt x="1178409" y="72484"/>
                  </a:lnTo>
                  <a:lnTo>
                    <a:pt x="1180323" y="71227"/>
                  </a:lnTo>
                  <a:lnTo>
                    <a:pt x="1182601" y="70668"/>
                  </a:lnTo>
                  <a:lnTo>
                    <a:pt x="1185562" y="71879"/>
                  </a:lnTo>
                  <a:lnTo>
                    <a:pt x="1188888" y="74534"/>
                  </a:lnTo>
                  <a:lnTo>
                    <a:pt x="1192214" y="76165"/>
                  </a:lnTo>
                  <a:lnTo>
                    <a:pt x="1196042" y="77935"/>
                  </a:lnTo>
                  <a:lnTo>
                    <a:pt x="1199413" y="79612"/>
                  </a:lnTo>
                  <a:lnTo>
                    <a:pt x="1203650" y="82034"/>
                  </a:lnTo>
                  <a:lnTo>
                    <a:pt x="1205883" y="85202"/>
                  </a:lnTo>
                  <a:lnTo>
                    <a:pt x="1208845" y="86739"/>
                  </a:lnTo>
                  <a:lnTo>
                    <a:pt x="1212353" y="87717"/>
                  </a:lnTo>
                  <a:lnTo>
                    <a:pt x="1215314" y="88276"/>
                  </a:lnTo>
                  <a:lnTo>
                    <a:pt x="1217866" y="87671"/>
                  </a:lnTo>
                  <a:lnTo>
                    <a:pt x="1219643" y="86180"/>
                  </a:lnTo>
                  <a:lnTo>
                    <a:pt x="1221966" y="85575"/>
                  </a:lnTo>
                  <a:lnTo>
                    <a:pt x="1225064" y="85575"/>
                  </a:lnTo>
                  <a:lnTo>
                    <a:pt x="1228208" y="85481"/>
                  </a:lnTo>
                  <a:lnTo>
                    <a:pt x="1231489" y="85528"/>
                  </a:lnTo>
                  <a:lnTo>
                    <a:pt x="1234724" y="86460"/>
                  </a:lnTo>
                  <a:lnTo>
                    <a:pt x="1237913" y="87764"/>
                  </a:lnTo>
                  <a:lnTo>
                    <a:pt x="1240692" y="88556"/>
                  </a:lnTo>
                  <a:lnTo>
                    <a:pt x="1245021" y="89674"/>
                  </a:lnTo>
                  <a:lnTo>
                    <a:pt x="1247116" y="89534"/>
                  </a:lnTo>
                  <a:lnTo>
                    <a:pt x="1250306" y="89115"/>
                  </a:lnTo>
                  <a:lnTo>
                    <a:pt x="1254907" y="90047"/>
                  </a:lnTo>
                  <a:lnTo>
                    <a:pt x="1259190" y="92422"/>
                  </a:lnTo>
                  <a:lnTo>
                    <a:pt x="1262835" y="95171"/>
                  </a:lnTo>
                  <a:lnTo>
                    <a:pt x="1267574" y="96475"/>
                  </a:lnTo>
                  <a:lnTo>
                    <a:pt x="1271173" y="97640"/>
                  </a:lnTo>
                  <a:lnTo>
                    <a:pt x="1275137" y="99503"/>
                  </a:lnTo>
                  <a:lnTo>
                    <a:pt x="1278417" y="100295"/>
                  </a:lnTo>
                  <a:lnTo>
                    <a:pt x="1281971" y="100947"/>
                  </a:lnTo>
                  <a:lnTo>
                    <a:pt x="1283976" y="101460"/>
                  </a:lnTo>
                  <a:lnTo>
                    <a:pt x="1285024" y="102298"/>
                  </a:lnTo>
                  <a:lnTo>
                    <a:pt x="1287393" y="105326"/>
                  </a:lnTo>
                  <a:lnTo>
                    <a:pt x="1289671" y="108447"/>
                  </a:lnTo>
                  <a:lnTo>
                    <a:pt x="1293316" y="112500"/>
                  </a:lnTo>
                  <a:lnTo>
                    <a:pt x="1295594" y="113385"/>
                  </a:lnTo>
                  <a:lnTo>
                    <a:pt x="1298966" y="113898"/>
                  </a:lnTo>
                  <a:lnTo>
                    <a:pt x="1304798" y="113851"/>
                  </a:lnTo>
                  <a:lnTo>
                    <a:pt x="1306392" y="114829"/>
                  </a:lnTo>
                  <a:lnTo>
                    <a:pt x="1308807" y="119441"/>
                  </a:lnTo>
                  <a:lnTo>
                    <a:pt x="1312771" y="123820"/>
                  </a:lnTo>
                  <a:lnTo>
                    <a:pt x="1315459" y="126336"/>
                  </a:lnTo>
                  <a:lnTo>
                    <a:pt x="1305572" y="136491"/>
                  </a:lnTo>
                  <a:lnTo>
                    <a:pt x="1282153" y="161786"/>
                  </a:lnTo>
                  <a:lnTo>
                    <a:pt x="1275729" y="167376"/>
                  </a:lnTo>
                  <a:lnTo>
                    <a:pt x="1272813" y="173945"/>
                  </a:lnTo>
                  <a:lnTo>
                    <a:pt x="1265432" y="184519"/>
                  </a:lnTo>
                  <a:lnTo>
                    <a:pt x="1259008" y="188712"/>
                  </a:lnTo>
                  <a:lnTo>
                    <a:pt x="1250032" y="197563"/>
                  </a:lnTo>
                  <a:lnTo>
                    <a:pt x="1237093" y="212609"/>
                  </a:lnTo>
                  <a:lnTo>
                    <a:pt x="1220326" y="226911"/>
                  </a:lnTo>
                  <a:lnTo>
                    <a:pt x="1208981" y="228867"/>
                  </a:lnTo>
                  <a:lnTo>
                    <a:pt x="1200552" y="229939"/>
                  </a:lnTo>
                  <a:lnTo>
                    <a:pt x="1188615" y="231429"/>
                  </a:lnTo>
                  <a:lnTo>
                    <a:pt x="1179002" y="233992"/>
                  </a:lnTo>
                  <a:lnTo>
                    <a:pt x="1170345" y="241492"/>
                  </a:lnTo>
                  <a:lnTo>
                    <a:pt x="1167657" y="243821"/>
                  </a:lnTo>
                  <a:lnTo>
                    <a:pt x="1159774" y="251880"/>
                  </a:lnTo>
                  <a:lnTo>
                    <a:pt x="1158818" y="252532"/>
                  </a:lnTo>
                  <a:lnTo>
                    <a:pt x="1148247" y="259566"/>
                  </a:lnTo>
                  <a:lnTo>
                    <a:pt x="1139408" y="266041"/>
                  </a:lnTo>
                  <a:lnTo>
                    <a:pt x="1134989" y="273728"/>
                  </a:lnTo>
                  <a:lnTo>
                    <a:pt x="1130888" y="284908"/>
                  </a:lnTo>
                  <a:lnTo>
                    <a:pt x="1130752" y="285327"/>
                  </a:lnTo>
                  <a:lnTo>
                    <a:pt x="1130569" y="285560"/>
                  </a:lnTo>
                  <a:lnTo>
                    <a:pt x="1121913" y="299442"/>
                  </a:lnTo>
                  <a:lnTo>
                    <a:pt x="1113438" y="311647"/>
                  </a:lnTo>
                  <a:lnTo>
                    <a:pt x="1109611" y="316725"/>
                  </a:lnTo>
                  <a:lnTo>
                    <a:pt x="1107880" y="319101"/>
                  </a:lnTo>
                  <a:lnTo>
                    <a:pt x="1103232" y="324039"/>
                  </a:lnTo>
                  <a:lnTo>
                    <a:pt x="1089792" y="329163"/>
                  </a:lnTo>
                  <a:lnTo>
                    <a:pt x="1079768" y="329349"/>
                  </a:lnTo>
                  <a:lnTo>
                    <a:pt x="1069015" y="327160"/>
                  </a:lnTo>
                  <a:lnTo>
                    <a:pt x="1056304" y="327393"/>
                  </a:lnTo>
                  <a:lnTo>
                    <a:pt x="1045961" y="325203"/>
                  </a:lnTo>
                  <a:lnTo>
                    <a:pt x="1034388" y="321104"/>
                  </a:lnTo>
                  <a:lnTo>
                    <a:pt x="1033386" y="320871"/>
                  </a:lnTo>
                  <a:lnTo>
                    <a:pt x="1014979" y="317144"/>
                  </a:lnTo>
                  <a:lnTo>
                    <a:pt x="1001128" y="313604"/>
                  </a:lnTo>
                  <a:lnTo>
                    <a:pt x="983633" y="307501"/>
                  </a:lnTo>
                  <a:lnTo>
                    <a:pt x="973837" y="306756"/>
                  </a:lnTo>
                  <a:lnTo>
                    <a:pt x="971923" y="306756"/>
                  </a:lnTo>
                  <a:lnTo>
                    <a:pt x="963631" y="306942"/>
                  </a:lnTo>
                  <a:lnTo>
                    <a:pt x="958072" y="310669"/>
                  </a:lnTo>
                  <a:lnTo>
                    <a:pt x="951922" y="312067"/>
                  </a:lnTo>
                  <a:lnTo>
                    <a:pt x="950600" y="311694"/>
                  </a:lnTo>
                  <a:lnTo>
                    <a:pt x="939028" y="308712"/>
                  </a:lnTo>
                  <a:lnTo>
                    <a:pt x="926726" y="306150"/>
                  </a:lnTo>
                  <a:lnTo>
                    <a:pt x="922580" y="305452"/>
                  </a:lnTo>
                  <a:lnTo>
                    <a:pt x="908866" y="303216"/>
                  </a:lnTo>
                  <a:lnTo>
                    <a:pt x="897065" y="301073"/>
                  </a:lnTo>
                  <a:lnTo>
                    <a:pt x="887315" y="300840"/>
                  </a:lnTo>
                  <a:lnTo>
                    <a:pt x="878294" y="301818"/>
                  </a:lnTo>
                  <a:lnTo>
                    <a:pt x="867906" y="304567"/>
                  </a:lnTo>
                  <a:lnTo>
                    <a:pt x="860661" y="308666"/>
                  </a:lnTo>
                  <a:lnTo>
                    <a:pt x="854830" y="311042"/>
                  </a:lnTo>
                  <a:lnTo>
                    <a:pt x="850957" y="314582"/>
                  </a:lnTo>
                  <a:lnTo>
                    <a:pt x="847494" y="322082"/>
                  </a:lnTo>
                  <a:lnTo>
                    <a:pt x="846173" y="329163"/>
                  </a:lnTo>
                  <a:lnTo>
                    <a:pt x="846720" y="340157"/>
                  </a:lnTo>
                  <a:lnTo>
                    <a:pt x="846720" y="348216"/>
                  </a:lnTo>
                  <a:lnTo>
                    <a:pt x="848086" y="356089"/>
                  </a:lnTo>
                  <a:lnTo>
                    <a:pt x="849408" y="371042"/>
                  </a:lnTo>
                  <a:lnTo>
                    <a:pt x="850957" y="383992"/>
                  </a:lnTo>
                  <a:lnTo>
                    <a:pt x="851139" y="396756"/>
                  </a:lnTo>
                  <a:lnTo>
                    <a:pt x="854237" y="411151"/>
                  </a:lnTo>
                  <a:lnTo>
                    <a:pt x="857700" y="420561"/>
                  </a:lnTo>
                  <a:lnTo>
                    <a:pt x="861755" y="429598"/>
                  </a:lnTo>
                  <a:lnTo>
                    <a:pt x="866174" y="438449"/>
                  </a:lnTo>
                  <a:lnTo>
                    <a:pt x="864124" y="442269"/>
                  </a:lnTo>
                  <a:lnTo>
                    <a:pt x="863668" y="443154"/>
                  </a:lnTo>
                  <a:lnTo>
                    <a:pt x="854419" y="451819"/>
                  </a:lnTo>
                  <a:lnTo>
                    <a:pt x="843257" y="458248"/>
                  </a:lnTo>
                  <a:lnTo>
                    <a:pt x="834053" y="462813"/>
                  </a:lnTo>
                  <a:lnTo>
                    <a:pt x="821159" y="467564"/>
                  </a:lnTo>
                  <a:lnTo>
                    <a:pt x="812138" y="475204"/>
                  </a:lnTo>
                  <a:lnTo>
                    <a:pt x="806306" y="478745"/>
                  </a:lnTo>
                  <a:lnTo>
                    <a:pt x="801158" y="479164"/>
                  </a:lnTo>
                  <a:lnTo>
                    <a:pt x="792911" y="477766"/>
                  </a:lnTo>
                  <a:lnTo>
                    <a:pt x="780792" y="478977"/>
                  </a:lnTo>
                  <a:lnTo>
                    <a:pt x="771451" y="482425"/>
                  </a:lnTo>
                  <a:lnTo>
                    <a:pt x="762704" y="486012"/>
                  </a:lnTo>
                  <a:lnTo>
                    <a:pt x="751176" y="487782"/>
                  </a:lnTo>
                  <a:lnTo>
                    <a:pt x="741927" y="489179"/>
                  </a:lnTo>
                  <a:lnTo>
                    <a:pt x="732542" y="487409"/>
                  </a:lnTo>
                  <a:lnTo>
                    <a:pt x="723885" y="486431"/>
                  </a:lnTo>
                  <a:lnTo>
                    <a:pt x="722154" y="487456"/>
                  </a:lnTo>
                  <a:lnTo>
                    <a:pt x="718691" y="489552"/>
                  </a:lnTo>
                  <a:lnTo>
                    <a:pt x="720422" y="496633"/>
                  </a:lnTo>
                  <a:lnTo>
                    <a:pt x="724660" y="504925"/>
                  </a:lnTo>
                  <a:lnTo>
                    <a:pt x="725389" y="512984"/>
                  </a:lnTo>
                  <a:lnTo>
                    <a:pt x="725389" y="523791"/>
                  </a:lnTo>
                  <a:lnTo>
                    <a:pt x="725206" y="540701"/>
                  </a:lnTo>
                  <a:lnTo>
                    <a:pt x="722336" y="549320"/>
                  </a:lnTo>
                  <a:lnTo>
                    <a:pt x="719238" y="556400"/>
                  </a:lnTo>
                  <a:lnTo>
                    <a:pt x="707756" y="577317"/>
                  </a:lnTo>
                  <a:lnTo>
                    <a:pt x="705387" y="581602"/>
                  </a:lnTo>
                  <a:lnTo>
                    <a:pt x="700375" y="588590"/>
                  </a:lnTo>
                  <a:lnTo>
                    <a:pt x="698097" y="591804"/>
                  </a:lnTo>
                  <a:lnTo>
                    <a:pt x="692356" y="598466"/>
                  </a:lnTo>
                  <a:lnTo>
                    <a:pt x="689623" y="607922"/>
                  </a:lnTo>
                  <a:lnTo>
                    <a:pt x="688438" y="616214"/>
                  </a:lnTo>
                  <a:lnTo>
                    <a:pt x="682743" y="619335"/>
                  </a:lnTo>
                  <a:lnTo>
                    <a:pt x="671489" y="620919"/>
                  </a:lnTo>
                  <a:lnTo>
                    <a:pt x="665338" y="621991"/>
                  </a:lnTo>
                  <a:lnTo>
                    <a:pt x="661055" y="625298"/>
                  </a:lnTo>
                  <a:lnTo>
                    <a:pt x="652717" y="630842"/>
                  </a:lnTo>
                  <a:lnTo>
                    <a:pt x="641099" y="637736"/>
                  </a:lnTo>
                  <a:lnTo>
                    <a:pt x="635404" y="643140"/>
                  </a:lnTo>
                  <a:lnTo>
                    <a:pt x="629071" y="650360"/>
                  </a:lnTo>
                  <a:lnTo>
                    <a:pt x="623922" y="659072"/>
                  </a:lnTo>
                  <a:lnTo>
                    <a:pt x="620505" y="660749"/>
                  </a:lnTo>
                  <a:lnTo>
                    <a:pt x="619959" y="661028"/>
                  </a:lnTo>
                  <a:lnTo>
                    <a:pt x="612031" y="663730"/>
                  </a:lnTo>
                  <a:lnTo>
                    <a:pt x="604832" y="667177"/>
                  </a:lnTo>
                  <a:lnTo>
                    <a:pt x="598089" y="672255"/>
                  </a:lnTo>
                  <a:lnTo>
                    <a:pt x="593259" y="677379"/>
                  </a:lnTo>
                  <a:lnTo>
                    <a:pt x="587792" y="684553"/>
                  </a:lnTo>
                  <a:lnTo>
                    <a:pt x="582507" y="690563"/>
                  </a:lnTo>
                  <a:lnTo>
                    <a:pt x="579409" y="694196"/>
                  </a:lnTo>
                  <a:lnTo>
                    <a:pt x="574032" y="700485"/>
                  </a:lnTo>
                  <a:lnTo>
                    <a:pt x="569021" y="709476"/>
                  </a:lnTo>
                  <a:lnTo>
                    <a:pt x="563006" y="720283"/>
                  </a:lnTo>
                  <a:lnTo>
                    <a:pt x="560045" y="724942"/>
                  </a:lnTo>
                  <a:lnTo>
                    <a:pt x="554350" y="731557"/>
                  </a:lnTo>
                  <a:lnTo>
                    <a:pt x="547561" y="740873"/>
                  </a:lnTo>
                  <a:lnTo>
                    <a:pt x="540954" y="750190"/>
                  </a:lnTo>
                  <a:lnTo>
                    <a:pt x="531888" y="757830"/>
                  </a:lnTo>
                  <a:lnTo>
                    <a:pt x="519677" y="762488"/>
                  </a:lnTo>
                  <a:lnTo>
                    <a:pt x="507649" y="766402"/>
                  </a:lnTo>
                  <a:lnTo>
                    <a:pt x="498263" y="772225"/>
                  </a:lnTo>
                  <a:lnTo>
                    <a:pt x="489743" y="777069"/>
                  </a:lnTo>
                  <a:lnTo>
                    <a:pt x="487237" y="779212"/>
                  </a:lnTo>
                  <a:lnTo>
                    <a:pt x="480357" y="785222"/>
                  </a:lnTo>
                  <a:lnTo>
                    <a:pt x="471518" y="795517"/>
                  </a:lnTo>
                  <a:lnTo>
                    <a:pt x="468648" y="799104"/>
                  </a:lnTo>
                  <a:lnTo>
                    <a:pt x="461130" y="801805"/>
                  </a:lnTo>
                  <a:lnTo>
                    <a:pt x="457850" y="801759"/>
                  </a:lnTo>
                  <a:lnTo>
                    <a:pt x="452063" y="800035"/>
                  </a:lnTo>
                  <a:lnTo>
                    <a:pt x="447279" y="797846"/>
                  </a:lnTo>
                  <a:lnTo>
                    <a:pt x="446869" y="797659"/>
                  </a:lnTo>
                  <a:lnTo>
                    <a:pt x="443270" y="796215"/>
                  </a:lnTo>
                  <a:lnTo>
                    <a:pt x="439124" y="796402"/>
                  </a:lnTo>
                  <a:lnTo>
                    <a:pt x="435707" y="796914"/>
                  </a:lnTo>
                  <a:lnTo>
                    <a:pt x="433155" y="797287"/>
                  </a:lnTo>
                  <a:lnTo>
                    <a:pt x="426822" y="797566"/>
                  </a:lnTo>
                  <a:lnTo>
                    <a:pt x="423997" y="797986"/>
                  </a:lnTo>
                  <a:lnTo>
                    <a:pt x="419259" y="801852"/>
                  </a:lnTo>
                  <a:lnTo>
                    <a:pt x="416844" y="803622"/>
                  </a:lnTo>
                  <a:lnTo>
                    <a:pt x="411924" y="808187"/>
                  </a:lnTo>
                  <a:lnTo>
                    <a:pt x="403905" y="814616"/>
                  </a:lnTo>
                  <a:lnTo>
                    <a:pt x="398346" y="816526"/>
                  </a:lnTo>
                  <a:lnTo>
                    <a:pt x="393152" y="816573"/>
                  </a:lnTo>
                  <a:lnTo>
                    <a:pt x="384313" y="816759"/>
                  </a:lnTo>
                  <a:lnTo>
                    <a:pt x="375793" y="816479"/>
                  </a:lnTo>
                  <a:lnTo>
                    <a:pt x="370326" y="816014"/>
                  </a:lnTo>
                  <a:lnTo>
                    <a:pt x="365086" y="814290"/>
                  </a:lnTo>
                  <a:lnTo>
                    <a:pt x="360484" y="813545"/>
                  </a:lnTo>
                  <a:lnTo>
                    <a:pt x="358206" y="814570"/>
                  </a:lnTo>
                  <a:lnTo>
                    <a:pt x="352238" y="817737"/>
                  </a:lnTo>
                  <a:lnTo>
                    <a:pt x="347590" y="819507"/>
                  </a:lnTo>
                  <a:lnTo>
                    <a:pt x="340437" y="820858"/>
                  </a:lnTo>
                  <a:lnTo>
                    <a:pt x="335926" y="822256"/>
                  </a:lnTo>
                  <a:lnTo>
                    <a:pt x="328682" y="826635"/>
                  </a:lnTo>
                  <a:lnTo>
                    <a:pt x="325721" y="829989"/>
                  </a:lnTo>
                  <a:lnTo>
                    <a:pt x="324172" y="831573"/>
                  </a:lnTo>
                  <a:lnTo>
                    <a:pt x="321620" y="834228"/>
                  </a:lnTo>
                  <a:lnTo>
                    <a:pt x="317747" y="836930"/>
                  </a:lnTo>
                  <a:lnTo>
                    <a:pt x="314376" y="839492"/>
                  </a:lnTo>
                  <a:lnTo>
                    <a:pt x="309364" y="841728"/>
                  </a:lnTo>
                  <a:lnTo>
                    <a:pt x="305309" y="842427"/>
                  </a:lnTo>
                  <a:lnTo>
                    <a:pt x="301208" y="842334"/>
                  </a:lnTo>
                  <a:lnTo>
                    <a:pt x="298110" y="842753"/>
                  </a:lnTo>
                  <a:lnTo>
                    <a:pt x="295878" y="843685"/>
                  </a:lnTo>
                  <a:lnTo>
                    <a:pt x="293235" y="844896"/>
                  </a:lnTo>
                  <a:lnTo>
                    <a:pt x="290638" y="845362"/>
                  </a:lnTo>
                  <a:lnTo>
                    <a:pt x="290228" y="845455"/>
                  </a:lnTo>
                  <a:lnTo>
                    <a:pt x="286219" y="845036"/>
                  </a:lnTo>
                  <a:lnTo>
                    <a:pt x="285991" y="844942"/>
                  </a:lnTo>
                  <a:lnTo>
                    <a:pt x="285216" y="843731"/>
                  </a:lnTo>
                  <a:lnTo>
                    <a:pt x="284533" y="842520"/>
                  </a:lnTo>
                  <a:lnTo>
                    <a:pt x="284168" y="841914"/>
                  </a:lnTo>
                  <a:lnTo>
                    <a:pt x="284123" y="841635"/>
                  </a:lnTo>
                  <a:lnTo>
                    <a:pt x="283667" y="840703"/>
                  </a:lnTo>
                  <a:lnTo>
                    <a:pt x="283211" y="840331"/>
                  </a:lnTo>
                  <a:lnTo>
                    <a:pt x="282437" y="840144"/>
                  </a:lnTo>
                  <a:lnTo>
                    <a:pt x="282164" y="839958"/>
                  </a:lnTo>
                  <a:lnTo>
                    <a:pt x="281252" y="840144"/>
                  </a:lnTo>
                  <a:lnTo>
                    <a:pt x="281025" y="839632"/>
                  </a:lnTo>
                  <a:lnTo>
                    <a:pt x="280614" y="839119"/>
                  </a:lnTo>
                  <a:lnTo>
                    <a:pt x="280296" y="838793"/>
                  </a:lnTo>
                  <a:lnTo>
                    <a:pt x="279977" y="838654"/>
                  </a:lnTo>
                  <a:lnTo>
                    <a:pt x="279612" y="838514"/>
                  </a:lnTo>
                  <a:lnTo>
                    <a:pt x="279658" y="838095"/>
                  </a:lnTo>
                  <a:lnTo>
                    <a:pt x="279521" y="837582"/>
                  </a:lnTo>
                  <a:lnTo>
                    <a:pt x="279521" y="836976"/>
                  </a:lnTo>
                  <a:lnTo>
                    <a:pt x="279612" y="836464"/>
                  </a:lnTo>
                  <a:lnTo>
                    <a:pt x="279840" y="835952"/>
                  </a:lnTo>
                  <a:lnTo>
                    <a:pt x="280296" y="835626"/>
                  </a:lnTo>
                  <a:lnTo>
                    <a:pt x="280933" y="835299"/>
                  </a:lnTo>
                  <a:lnTo>
                    <a:pt x="281343" y="835067"/>
                  </a:lnTo>
                  <a:lnTo>
                    <a:pt x="281343" y="834787"/>
                  </a:lnTo>
                  <a:lnTo>
                    <a:pt x="281025" y="834414"/>
                  </a:lnTo>
                  <a:lnTo>
                    <a:pt x="281070" y="834042"/>
                  </a:lnTo>
                  <a:lnTo>
                    <a:pt x="280159" y="833203"/>
                  </a:lnTo>
                  <a:lnTo>
                    <a:pt x="279339" y="833716"/>
                  </a:lnTo>
                  <a:lnTo>
                    <a:pt x="277881" y="832318"/>
                  </a:lnTo>
                  <a:lnTo>
                    <a:pt x="277380" y="832970"/>
                  </a:lnTo>
                  <a:lnTo>
                    <a:pt x="276514" y="833855"/>
                  </a:lnTo>
                  <a:lnTo>
                    <a:pt x="275010" y="835020"/>
                  </a:lnTo>
                  <a:lnTo>
                    <a:pt x="273507" y="835858"/>
                  </a:lnTo>
                  <a:lnTo>
                    <a:pt x="272277" y="833296"/>
                  </a:lnTo>
                  <a:lnTo>
                    <a:pt x="273279" y="832737"/>
                  </a:lnTo>
                  <a:lnTo>
                    <a:pt x="251090" y="798405"/>
                  </a:lnTo>
                  <a:lnTo>
                    <a:pt x="250498" y="797240"/>
                  </a:lnTo>
                  <a:lnTo>
                    <a:pt x="250361" y="796821"/>
                  </a:lnTo>
                  <a:lnTo>
                    <a:pt x="250544" y="796309"/>
                  </a:lnTo>
                  <a:lnTo>
                    <a:pt x="250225" y="796076"/>
                  </a:lnTo>
                  <a:lnTo>
                    <a:pt x="248903" y="795377"/>
                  </a:lnTo>
                  <a:lnTo>
                    <a:pt x="247947" y="794818"/>
                  </a:lnTo>
                  <a:lnTo>
                    <a:pt x="249769" y="790905"/>
                  </a:lnTo>
                  <a:lnTo>
                    <a:pt x="249314" y="790672"/>
                  </a:lnTo>
                  <a:lnTo>
                    <a:pt x="248493" y="790206"/>
                  </a:lnTo>
                  <a:lnTo>
                    <a:pt x="246398" y="788808"/>
                  </a:lnTo>
                  <a:lnTo>
                    <a:pt x="240110" y="776883"/>
                  </a:lnTo>
                  <a:lnTo>
                    <a:pt x="234050" y="773296"/>
                  </a:lnTo>
                  <a:lnTo>
                    <a:pt x="233276" y="772784"/>
                  </a:lnTo>
                  <a:lnTo>
                    <a:pt x="232775" y="773296"/>
                  </a:lnTo>
                  <a:lnTo>
                    <a:pt x="231180" y="774880"/>
                  </a:lnTo>
                  <a:lnTo>
                    <a:pt x="230269" y="776231"/>
                  </a:lnTo>
                  <a:lnTo>
                    <a:pt x="229676" y="777162"/>
                  </a:lnTo>
                  <a:lnTo>
                    <a:pt x="229266" y="777815"/>
                  </a:lnTo>
                  <a:lnTo>
                    <a:pt x="228537" y="779072"/>
                  </a:lnTo>
                  <a:lnTo>
                    <a:pt x="227854" y="781914"/>
                  </a:lnTo>
                  <a:lnTo>
                    <a:pt x="227216" y="785361"/>
                  </a:lnTo>
                  <a:lnTo>
                    <a:pt x="223070" y="783265"/>
                  </a:lnTo>
                  <a:lnTo>
                    <a:pt x="222341" y="784616"/>
                  </a:lnTo>
                  <a:lnTo>
                    <a:pt x="221976" y="785082"/>
                  </a:lnTo>
                  <a:lnTo>
                    <a:pt x="220154" y="784243"/>
                  </a:lnTo>
                  <a:lnTo>
                    <a:pt x="218924" y="786386"/>
                  </a:lnTo>
                  <a:lnTo>
                    <a:pt x="217694" y="788529"/>
                  </a:lnTo>
                  <a:lnTo>
                    <a:pt x="213912" y="786526"/>
                  </a:lnTo>
                  <a:lnTo>
                    <a:pt x="206030" y="782147"/>
                  </a:lnTo>
                  <a:lnTo>
                    <a:pt x="205483" y="781821"/>
                  </a:lnTo>
                  <a:lnTo>
                    <a:pt x="210222" y="773296"/>
                  </a:lnTo>
                  <a:lnTo>
                    <a:pt x="212545" y="769010"/>
                  </a:lnTo>
                  <a:lnTo>
                    <a:pt x="211087" y="766914"/>
                  </a:lnTo>
                  <a:lnTo>
                    <a:pt x="206167" y="759693"/>
                  </a:lnTo>
                  <a:lnTo>
                    <a:pt x="205893" y="759274"/>
                  </a:lnTo>
                  <a:lnTo>
                    <a:pt x="203843" y="756665"/>
                  </a:lnTo>
                  <a:lnTo>
                    <a:pt x="202841" y="755315"/>
                  </a:lnTo>
                  <a:lnTo>
                    <a:pt x="202522" y="754988"/>
                  </a:lnTo>
                  <a:lnTo>
                    <a:pt x="202203" y="754616"/>
                  </a:lnTo>
                  <a:lnTo>
                    <a:pt x="201975" y="754336"/>
                  </a:lnTo>
                  <a:lnTo>
                    <a:pt x="199788" y="751588"/>
                  </a:lnTo>
                  <a:lnTo>
                    <a:pt x="199332" y="751075"/>
                  </a:lnTo>
                  <a:lnTo>
                    <a:pt x="198877" y="750516"/>
                  </a:lnTo>
                  <a:lnTo>
                    <a:pt x="198467" y="749864"/>
                  </a:lnTo>
                  <a:lnTo>
                    <a:pt x="198193" y="749305"/>
                  </a:lnTo>
                  <a:lnTo>
                    <a:pt x="198102" y="748793"/>
                  </a:lnTo>
                  <a:lnTo>
                    <a:pt x="197646" y="748094"/>
                  </a:lnTo>
                  <a:lnTo>
                    <a:pt x="197419" y="747721"/>
                  </a:lnTo>
                  <a:lnTo>
                    <a:pt x="196781" y="747069"/>
                  </a:lnTo>
                  <a:lnTo>
                    <a:pt x="195505" y="745718"/>
                  </a:lnTo>
                  <a:lnTo>
                    <a:pt x="193865" y="744460"/>
                  </a:lnTo>
                  <a:lnTo>
                    <a:pt x="191541" y="743808"/>
                  </a:lnTo>
                  <a:lnTo>
                    <a:pt x="187668" y="741572"/>
                  </a:lnTo>
                  <a:lnTo>
                    <a:pt x="186119" y="742178"/>
                  </a:lnTo>
                  <a:lnTo>
                    <a:pt x="183796" y="745485"/>
                  </a:lnTo>
                  <a:lnTo>
                    <a:pt x="181335" y="748094"/>
                  </a:lnTo>
                  <a:lnTo>
                    <a:pt x="179148" y="751169"/>
                  </a:lnTo>
                  <a:lnTo>
                    <a:pt x="177599" y="750051"/>
                  </a:lnTo>
                  <a:lnTo>
                    <a:pt x="177098" y="746650"/>
                  </a:lnTo>
                  <a:lnTo>
                    <a:pt x="175959" y="741432"/>
                  </a:lnTo>
                  <a:lnTo>
                    <a:pt x="176597" y="740128"/>
                  </a:lnTo>
                  <a:lnTo>
                    <a:pt x="176642" y="738172"/>
                  </a:lnTo>
                  <a:lnTo>
                    <a:pt x="174866" y="736448"/>
                  </a:lnTo>
                  <a:lnTo>
                    <a:pt x="171221" y="733699"/>
                  </a:lnTo>
                  <a:lnTo>
                    <a:pt x="166209" y="729926"/>
                  </a:lnTo>
                  <a:lnTo>
                    <a:pt x="171221" y="721774"/>
                  </a:lnTo>
                  <a:lnTo>
                    <a:pt x="173909" y="717395"/>
                  </a:lnTo>
                  <a:lnTo>
                    <a:pt x="174273" y="716976"/>
                  </a:lnTo>
                  <a:lnTo>
                    <a:pt x="174729" y="717022"/>
                  </a:lnTo>
                  <a:lnTo>
                    <a:pt x="177508" y="714414"/>
                  </a:lnTo>
                  <a:lnTo>
                    <a:pt x="188443" y="704491"/>
                  </a:lnTo>
                  <a:lnTo>
                    <a:pt x="185800" y="701929"/>
                  </a:lnTo>
                  <a:lnTo>
                    <a:pt x="186666" y="700066"/>
                  </a:lnTo>
                  <a:lnTo>
                    <a:pt x="187350" y="698668"/>
                  </a:lnTo>
                  <a:lnTo>
                    <a:pt x="188306" y="696619"/>
                  </a:lnTo>
                  <a:lnTo>
                    <a:pt x="187896" y="695733"/>
                  </a:lnTo>
                  <a:lnTo>
                    <a:pt x="187805" y="695035"/>
                  </a:lnTo>
                  <a:lnTo>
                    <a:pt x="187896" y="694010"/>
                  </a:lnTo>
                  <a:lnTo>
                    <a:pt x="188170" y="692100"/>
                  </a:lnTo>
                  <a:lnTo>
                    <a:pt x="187623" y="689817"/>
                  </a:lnTo>
                  <a:lnTo>
                    <a:pt x="187623" y="689445"/>
                  </a:lnTo>
                  <a:lnTo>
                    <a:pt x="187668" y="689072"/>
                  </a:lnTo>
                  <a:lnTo>
                    <a:pt x="187714" y="688420"/>
                  </a:lnTo>
                  <a:lnTo>
                    <a:pt x="188215" y="687162"/>
                  </a:lnTo>
                  <a:lnTo>
                    <a:pt x="189263" y="686090"/>
                  </a:lnTo>
                  <a:lnTo>
                    <a:pt x="189400" y="685531"/>
                  </a:lnTo>
                  <a:lnTo>
                    <a:pt x="189582" y="684786"/>
                  </a:lnTo>
                  <a:lnTo>
                    <a:pt x="190174" y="683715"/>
                  </a:lnTo>
                  <a:lnTo>
                    <a:pt x="191313" y="682783"/>
                  </a:lnTo>
                  <a:lnTo>
                    <a:pt x="191632" y="682038"/>
                  </a:lnTo>
                  <a:lnTo>
                    <a:pt x="191450" y="680873"/>
                  </a:lnTo>
                  <a:lnTo>
                    <a:pt x="191313" y="680267"/>
                  </a:lnTo>
                  <a:lnTo>
                    <a:pt x="191405" y="679615"/>
                  </a:lnTo>
                  <a:lnTo>
                    <a:pt x="191541" y="679243"/>
                  </a:lnTo>
                  <a:lnTo>
                    <a:pt x="181199" y="678544"/>
                  </a:lnTo>
                  <a:lnTo>
                    <a:pt x="179103" y="681292"/>
                  </a:lnTo>
                  <a:lnTo>
                    <a:pt x="166801" y="675842"/>
                  </a:lnTo>
                  <a:lnTo>
                    <a:pt x="165662" y="675423"/>
                  </a:lnTo>
                  <a:lnTo>
                    <a:pt x="165708" y="673094"/>
                  </a:lnTo>
                  <a:lnTo>
                    <a:pt x="164569" y="672302"/>
                  </a:lnTo>
                  <a:lnTo>
                    <a:pt x="164432" y="671696"/>
                  </a:lnTo>
                  <a:lnTo>
                    <a:pt x="163794" y="670625"/>
                  </a:lnTo>
                  <a:lnTo>
                    <a:pt x="163247" y="669879"/>
                  </a:lnTo>
                  <a:lnTo>
                    <a:pt x="160468" y="668948"/>
                  </a:lnTo>
                  <a:lnTo>
                    <a:pt x="159375" y="668249"/>
                  </a:lnTo>
                  <a:lnTo>
                    <a:pt x="158327" y="666898"/>
                  </a:lnTo>
                  <a:lnTo>
                    <a:pt x="157051" y="665547"/>
                  </a:lnTo>
                  <a:lnTo>
                    <a:pt x="156140" y="662426"/>
                  </a:lnTo>
                  <a:lnTo>
                    <a:pt x="156003" y="661401"/>
                  </a:lnTo>
                  <a:lnTo>
                    <a:pt x="155046" y="661121"/>
                  </a:lnTo>
                  <a:lnTo>
                    <a:pt x="153725" y="659305"/>
                  </a:lnTo>
                  <a:lnTo>
                    <a:pt x="152905" y="657674"/>
                  </a:lnTo>
                  <a:lnTo>
                    <a:pt x="152996" y="654879"/>
                  </a:lnTo>
                  <a:lnTo>
                    <a:pt x="154545" y="652643"/>
                  </a:lnTo>
                  <a:lnTo>
                    <a:pt x="156049" y="651292"/>
                  </a:lnTo>
                  <a:lnTo>
                    <a:pt x="156960" y="649662"/>
                  </a:lnTo>
                  <a:lnTo>
                    <a:pt x="157324" y="648311"/>
                  </a:lnTo>
                  <a:lnTo>
                    <a:pt x="156823" y="646261"/>
                  </a:lnTo>
                  <a:lnTo>
                    <a:pt x="156231" y="643885"/>
                  </a:lnTo>
                  <a:lnTo>
                    <a:pt x="158236" y="640578"/>
                  </a:lnTo>
                  <a:lnTo>
                    <a:pt x="160195" y="636525"/>
                  </a:lnTo>
                  <a:lnTo>
                    <a:pt x="160195" y="625671"/>
                  </a:lnTo>
                  <a:lnTo>
                    <a:pt x="158646" y="622922"/>
                  </a:lnTo>
                  <a:lnTo>
                    <a:pt x="158509" y="613280"/>
                  </a:lnTo>
                  <a:lnTo>
                    <a:pt x="158327" y="613140"/>
                  </a:lnTo>
                  <a:lnTo>
                    <a:pt x="153133" y="610019"/>
                  </a:lnTo>
                  <a:lnTo>
                    <a:pt x="153269" y="609786"/>
                  </a:lnTo>
                  <a:lnTo>
                    <a:pt x="156869" y="603124"/>
                  </a:lnTo>
                  <a:lnTo>
                    <a:pt x="156231" y="602658"/>
                  </a:lnTo>
                  <a:lnTo>
                    <a:pt x="156140" y="601773"/>
                  </a:lnTo>
                  <a:lnTo>
                    <a:pt x="156140" y="601168"/>
                  </a:lnTo>
                  <a:lnTo>
                    <a:pt x="153042" y="599537"/>
                  </a:lnTo>
                  <a:lnTo>
                    <a:pt x="151994" y="602379"/>
                  </a:lnTo>
                  <a:lnTo>
                    <a:pt x="148212" y="599677"/>
                  </a:lnTo>
                  <a:lnTo>
                    <a:pt x="145524" y="601494"/>
                  </a:lnTo>
                  <a:lnTo>
                    <a:pt x="139510" y="594972"/>
                  </a:lnTo>
                  <a:lnTo>
                    <a:pt x="138462" y="595904"/>
                  </a:lnTo>
                  <a:lnTo>
                    <a:pt x="135728" y="594273"/>
                  </a:lnTo>
                  <a:lnTo>
                    <a:pt x="132129" y="594599"/>
                  </a:lnTo>
                  <a:lnTo>
                    <a:pt x="130898" y="593994"/>
                  </a:lnTo>
                  <a:lnTo>
                    <a:pt x="123700" y="588869"/>
                  </a:lnTo>
                  <a:lnTo>
                    <a:pt x="123199" y="586913"/>
                  </a:lnTo>
                  <a:lnTo>
                    <a:pt x="119736" y="584118"/>
                  </a:lnTo>
                  <a:lnTo>
                    <a:pt x="118415" y="583093"/>
                  </a:lnTo>
                  <a:lnTo>
                    <a:pt x="106705" y="573404"/>
                  </a:lnTo>
                  <a:lnTo>
                    <a:pt x="95178" y="564180"/>
                  </a:lnTo>
                  <a:lnTo>
                    <a:pt x="94814" y="563714"/>
                  </a:lnTo>
                  <a:lnTo>
                    <a:pt x="93538" y="561804"/>
                  </a:lnTo>
                  <a:lnTo>
                    <a:pt x="91442" y="559568"/>
                  </a:lnTo>
                  <a:lnTo>
                    <a:pt x="89255" y="557938"/>
                  </a:lnTo>
                  <a:lnTo>
                    <a:pt x="87387" y="556726"/>
                  </a:lnTo>
                  <a:lnTo>
                    <a:pt x="85063" y="555608"/>
                  </a:lnTo>
                  <a:lnTo>
                    <a:pt x="82967" y="555189"/>
                  </a:lnTo>
                  <a:lnTo>
                    <a:pt x="80689" y="553652"/>
                  </a:lnTo>
                  <a:lnTo>
                    <a:pt x="77272" y="549646"/>
                  </a:lnTo>
                  <a:lnTo>
                    <a:pt x="75040" y="546897"/>
                  </a:lnTo>
                  <a:lnTo>
                    <a:pt x="71987" y="542332"/>
                  </a:lnTo>
                  <a:lnTo>
                    <a:pt x="63832" y="542332"/>
                  </a:lnTo>
                  <a:lnTo>
                    <a:pt x="61462" y="542192"/>
                  </a:lnTo>
                  <a:lnTo>
                    <a:pt x="59275" y="541913"/>
                  </a:lnTo>
                  <a:lnTo>
                    <a:pt x="58683" y="540515"/>
                  </a:lnTo>
                  <a:lnTo>
                    <a:pt x="55311" y="536136"/>
                  </a:lnTo>
                  <a:lnTo>
                    <a:pt x="51393" y="532549"/>
                  </a:lnTo>
                  <a:lnTo>
                    <a:pt x="51029" y="530127"/>
                  </a:lnTo>
                  <a:lnTo>
                    <a:pt x="50938" y="529614"/>
                  </a:lnTo>
                  <a:lnTo>
                    <a:pt x="50664" y="527891"/>
                  </a:lnTo>
                  <a:lnTo>
                    <a:pt x="49070" y="525049"/>
                  </a:lnTo>
                  <a:lnTo>
                    <a:pt x="48614" y="523279"/>
                  </a:lnTo>
                  <a:lnTo>
                    <a:pt x="47429" y="522534"/>
                  </a:lnTo>
                  <a:lnTo>
                    <a:pt x="47019" y="522301"/>
                  </a:lnTo>
                  <a:lnTo>
                    <a:pt x="45333" y="521881"/>
                  </a:lnTo>
                  <a:lnTo>
                    <a:pt x="44513" y="520531"/>
                  </a:lnTo>
                  <a:lnTo>
                    <a:pt x="43238" y="519319"/>
                  </a:lnTo>
                  <a:lnTo>
                    <a:pt x="42964" y="517735"/>
                  </a:lnTo>
                  <a:lnTo>
                    <a:pt x="39410" y="515965"/>
                  </a:lnTo>
                  <a:lnTo>
                    <a:pt x="37497" y="514009"/>
                  </a:lnTo>
                  <a:lnTo>
                    <a:pt x="36221" y="509816"/>
                  </a:lnTo>
                  <a:lnTo>
                    <a:pt x="34809" y="507161"/>
                  </a:lnTo>
                  <a:lnTo>
                    <a:pt x="34171" y="503388"/>
                  </a:lnTo>
                  <a:lnTo>
                    <a:pt x="33579" y="500220"/>
                  </a:lnTo>
                  <a:lnTo>
                    <a:pt x="32531" y="498729"/>
                  </a:lnTo>
                  <a:lnTo>
                    <a:pt x="29478" y="496912"/>
                  </a:lnTo>
                  <a:lnTo>
                    <a:pt x="26015" y="492673"/>
                  </a:lnTo>
                  <a:lnTo>
                    <a:pt x="22644" y="485360"/>
                  </a:lnTo>
                  <a:lnTo>
                    <a:pt x="18133" y="473248"/>
                  </a:lnTo>
                  <a:lnTo>
                    <a:pt x="19956" y="468310"/>
                  </a:lnTo>
                  <a:lnTo>
                    <a:pt x="26334" y="456943"/>
                  </a:lnTo>
                  <a:lnTo>
                    <a:pt x="26790" y="452564"/>
                  </a:lnTo>
                  <a:lnTo>
                    <a:pt x="28977" y="449769"/>
                  </a:lnTo>
                  <a:lnTo>
                    <a:pt x="32075" y="442735"/>
                  </a:lnTo>
                  <a:lnTo>
                    <a:pt x="33077" y="437145"/>
                  </a:lnTo>
                  <a:lnTo>
                    <a:pt x="33670" y="430856"/>
                  </a:lnTo>
                  <a:lnTo>
                    <a:pt x="32303" y="429878"/>
                  </a:lnTo>
                  <a:lnTo>
                    <a:pt x="25651" y="425266"/>
                  </a:lnTo>
                  <a:lnTo>
                    <a:pt x="19956" y="424800"/>
                  </a:lnTo>
                  <a:lnTo>
                    <a:pt x="17632" y="422704"/>
                  </a:lnTo>
                  <a:lnTo>
                    <a:pt x="15399" y="422005"/>
                  </a:lnTo>
                  <a:lnTo>
                    <a:pt x="15718" y="417347"/>
                  </a:lnTo>
                  <a:lnTo>
                    <a:pt x="17176" y="412036"/>
                  </a:lnTo>
                  <a:lnTo>
                    <a:pt x="17176" y="405934"/>
                  </a:lnTo>
                  <a:lnTo>
                    <a:pt x="11436" y="396943"/>
                  </a:lnTo>
                  <a:lnTo>
                    <a:pt x="11709" y="392937"/>
                  </a:lnTo>
                  <a:lnTo>
                    <a:pt x="8064" y="387766"/>
                  </a:lnTo>
                  <a:lnTo>
                    <a:pt x="5831" y="384086"/>
                  </a:lnTo>
                  <a:lnTo>
                    <a:pt x="0" y="375421"/>
                  </a:lnTo>
                  <a:lnTo>
                    <a:pt x="1366" y="370390"/>
                  </a:lnTo>
                  <a:lnTo>
                    <a:pt x="1412" y="364613"/>
                  </a:lnTo>
                  <a:lnTo>
                    <a:pt x="5330" y="349287"/>
                  </a:lnTo>
                  <a:lnTo>
                    <a:pt x="37542" y="340762"/>
                  </a:lnTo>
                  <a:lnTo>
                    <a:pt x="50710" y="336710"/>
                  </a:lnTo>
                  <a:lnTo>
                    <a:pt x="59868" y="329489"/>
                  </a:lnTo>
                  <a:lnTo>
                    <a:pt x="68433" y="324272"/>
                  </a:lnTo>
                  <a:lnTo>
                    <a:pt x="76224" y="319893"/>
                  </a:lnTo>
                  <a:lnTo>
                    <a:pt x="84380" y="315840"/>
                  </a:lnTo>
                  <a:lnTo>
                    <a:pt x="89301" y="309970"/>
                  </a:lnTo>
                  <a:lnTo>
                    <a:pt x="90667" y="303868"/>
                  </a:lnTo>
                  <a:lnTo>
                    <a:pt x="90986" y="298464"/>
                  </a:lnTo>
                  <a:lnTo>
                    <a:pt x="93993" y="295157"/>
                  </a:lnTo>
                  <a:lnTo>
                    <a:pt x="97821" y="293806"/>
                  </a:lnTo>
                  <a:lnTo>
                    <a:pt x="100053" y="293014"/>
                  </a:lnTo>
                  <a:lnTo>
                    <a:pt x="105247" y="290032"/>
                  </a:lnTo>
                  <a:lnTo>
                    <a:pt x="111671" y="287284"/>
                  </a:lnTo>
                  <a:lnTo>
                    <a:pt x="114542" y="287191"/>
                  </a:lnTo>
                  <a:lnTo>
                    <a:pt x="116228" y="287144"/>
                  </a:lnTo>
                  <a:lnTo>
                    <a:pt x="124930" y="283976"/>
                  </a:lnTo>
                  <a:lnTo>
                    <a:pt x="125386" y="283837"/>
                  </a:lnTo>
                  <a:lnTo>
                    <a:pt x="130443" y="281274"/>
                  </a:lnTo>
                  <a:lnTo>
                    <a:pt x="132584" y="280203"/>
                  </a:lnTo>
                  <a:lnTo>
                    <a:pt x="132584" y="280483"/>
                  </a:lnTo>
                  <a:lnTo>
                    <a:pt x="133450" y="280156"/>
                  </a:lnTo>
                  <a:lnTo>
                    <a:pt x="139282" y="279318"/>
                  </a:lnTo>
                  <a:lnTo>
                    <a:pt x="143565" y="278060"/>
                  </a:lnTo>
                  <a:lnTo>
                    <a:pt x="147301" y="277128"/>
                  </a:lnTo>
                  <a:lnTo>
                    <a:pt x="151447" y="274054"/>
                  </a:lnTo>
                  <a:lnTo>
                    <a:pt x="156185" y="271445"/>
                  </a:lnTo>
                  <a:lnTo>
                    <a:pt x="160924" y="269722"/>
                  </a:lnTo>
                  <a:lnTo>
                    <a:pt x="165708" y="266600"/>
                  </a:lnTo>
                  <a:lnTo>
                    <a:pt x="169763" y="257237"/>
                  </a:lnTo>
                  <a:lnTo>
                    <a:pt x="172542" y="250762"/>
                  </a:lnTo>
                  <a:lnTo>
                    <a:pt x="176779" y="242377"/>
                  </a:lnTo>
                  <a:lnTo>
                    <a:pt x="178738" y="235762"/>
                  </a:lnTo>
                  <a:lnTo>
                    <a:pt x="179148" y="231103"/>
                  </a:lnTo>
                  <a:lnTo>
                    <a:pt x="180151" y="220063"/>
                  </a:lnTo>
                  <a:lnTo>
                    <a:pt x="180060" y="214193"/>
                  </a:lnTo>
                  <a:lnTo>
                    <a:pt x="179422" y="208417"/>
                  </a:lnTo>
                  <a:lnTo>
                    <a:pt x="176961" y="201942"/>
                  </a:lnTo>
                  <a:lnTo>
                    <a:pt x="176050" y="194069"/>
                  </a:lnTo>
                  <a:lnTo>
                    <a:pt x="177007" y="188805"/>
                  </a:lnTo>
                  <a:lnTo>
                    <a:pt x="179285" y="182330"/>
                  </a:lnTo>
                  <a:lnTo>
                    <a:pt x="181199" y="177904"/>
                  </a:lnTo>
                  <a:lnTo>
                    <a:pt x="183659" y="170125"/>
                  </a:lnTo>
                  <a:lnTo>
                    <a:pt x="185892" y="166538"/>
                  </a:lnTo>
                  <a:lnTo>
                    <a:pt x="189126" y="162997"/>
                  </a:lnTo>
                  <a:lnTo>
                    <a:pt x="193546" y="157035"/>
                  </a:lnTo>
                  <a:lnTo>
                    <a:pt x="199104" y="151817"/>
                  </a:lnTo>
                  <a:lnTo>
                    <a:pt x="216008" y="142314"/>
                  </a:lnTo>
                  <a:lnTo>
                    <a:pt x="220291" y="138727"/>
                  </a:lnTo>
                  <a:lnTo>
                    <a:pt x="225075" y="132298"/>
                  </a:lnTo>
                  <a:lnTo>
                    <a:pt x="227489" y="123774"/>
                  </a:lnTo>
                  <a:lnTo>
                    <a:pt x="232273" y="117904"/>
                  </a:lnTo>
                  <a:lnTo>
                    <a:pt x="238971" y="114923"/>
                  </a:lnTo>
                  <a:lnTo>
                    <a:pt x="246033" y="111289"/>
                  </a:lnTo>
                  <a:lnTo>
                    <a:pt x="251273" y="103416"/>
                  </a:lnTo>
                  <a:lnTo>
                    <a:pt x="257196" y="92329"/>
                  </a:lnTo>
                  <a:lnTo>
                    <a:pt x="265442" y="77515"/>
                  </a:lnTo>
                  <a:lnTo>
                    <a:pt x="265989" y="76537"/>
                  </a:lnTo>
                  <a:lnTo>
                    <a:pt x="273370" y="64006"/>
                  </a:lnTo>
                  <a:lnTo>
                    <a:pt x="277607" y="56832"/>
                  </a:lnTo>
                  <a:lnTo>
                    <a:pt x="278428" y="57484"/>
                  </a:lnTo>
                  <a:lnTo>
                    <a:pt x="280523" y="58183"/>
                  </a:lnTo>
                  <a:lnTo>
                    <a:pt x="282847" y="58183"/>
                  </a:lnTo>
                  <a:lnTo>
                    <a:pt x="285262" y="58323"/>
                  </a:lnTo>
                  <a:lnTo>
                    <a:pt x="288816" y="58975"/>
                  </a:lnTo>
                  <a:lnTo>
                    <a:pt x="291094" y="59115"/>
                  </a:lnTo>
                  <a:lnTo>
                    <a:pt x="295376" y="59814"/>
                  </a:lnTo>
                  <a:lnTo>
                    <a:pt x="296333" y="59720"/>
                  </a:lnTo>
                  <a:lnTo>
                    <a:pt x="298292" y="60699"/>
                  </a:lnTo>
                  <a:lnTo>
                    <a:pt x="298611" y="61304"/>
                  </a:lnTo>
                  <a:lnTo>
                    <a:pt x="300662" y="63307"/>
                  </a:lnTo>
                  <a:lnTo>
                    <a:pt x="301527" y="63540"/>
                  </a:lnTo>
                  <a:lnTo>
                    <a:pt x="304671" y="64192"/>
                  </a:lnTo>
                  <a:lnTo>
                    <a:pt x="307587" y="64332"/>
                  </a:lnTo>
                  <a:lnTo>
                    <a:pt x="309683" y="64845"/>
                  </a:lnTo>
                  <a:lnTo>
                    <a:pt x="312098" y="64845"/>
                  </a:lnTo>
                  <a:lnTo>
                    <a:pt x="312781" y="65497"/>
                  </a:lnTo>
                  <a:lnTo>
                    <a:pt x="313373" y="65963"/>
                  </a:lnTo>
                  <a:lnTo>
                    <a:pt x="315333" y="68711"/>
                  </a:lnTo>
                  <a:lnTo>
                    <a:pt x="317474" y="70295"/>
                  </a:lnTo>
                  <a:lnTo>
                    <a:pt x="318522" y="72298"/>
                  </a:lnTo>
                  <a:lnTo>
                    <a:pt x="319706" y="73509"/>
                  </a:lnTo>
                  <a:lnTo>
                    <a:pt x="321802" y="76910"/>
                  </a:lnTo>
                  <a:lnTo>
                    <a:pt x="323625" y="79332"/>
                  </a:lnTo>
                  <a:lnTo>
                    <a:pt x="325128" y="80916"/>
                  </a:lnTo>
                  <a:lnTo>
                    <a:pt x="327999" y="83991"/>
                  </a:lnTo>
                  <a:lnTo>
                    <a:pt x="329958" y="86273"/>
                  </a:lnTo>
                  <a:lnTo>
                    <a:pt x="331780" y="88137"/>
                  </a:lnTo>
                  <a:lnTo>
                    <a:pt x="333557" y="89534"/>
                  </a:lnTo>
                  <a:lnTo>
                    <a:pt x="336018" y="90606"/>
                  </a:lnTo>
                  <a:lnTo>
                    <a:pt x="338250" y="91863"/>
                  </a:lnTo>
                  <a:lnTo>
                    <a:pt x="342670" y="94658"/>
                  </a:lnTo>
                  <a:lnTo>
                    <a:pt x="345996" y="96522"/>
                  </a:lnTo>
                  <a:lnTo>
                    <a:pt x="348410" y="97314"/>
                  </a:lnTo>
                  <a:lnTo>
                    <a:pt x="350233" y="97314"/>
                  </a:lnTo>
                  <a:lnTo>
                    <a:pt x="354789" y="98245"/>
                  </a:lnTo>
                  <a:lnTo>
                    <a:pt x="361897" y="99550"/>
                  </a:lnTo>
                  <a:lnTo>
                    <a:pt x="367956" y="102019"/>
                  </a:lnTo>
                  <a:lnTo>
                    <a:pt x="372239" y="103882"/>
                  </a:lnTo>
                  <a:lnTo>
                    <a:pt x="376021" y="104395"/>
                  </a:lnTo>
                  <a:lnTo>
                    <a:pt x="377980" y="104395"/>
                  </a:lnTo>
                  <a:lnTo>
                    <a:pt x="381625" y="104860"/>
                  </a:lnTo>
                  <a:lnTo>
                    <a:pt x="385270" y="104907"/>
                  </a:lnTo>
                  <a:lnTo>
                    <a:pt x="387411" y="104627"/>
                  </a:lnTo>
                  <a:lnTo>
                    <a:pt x="390008" y="103882"/>
                  </a:lnTo>
                  <a:lnTo>
                    <a:pt x="393334" y="103137"/>
                  </a:lnTo>
                  <a:lnTo>
                    <a:pt x="395339" y="102531"/>
                  </a:lnTo>
                  <a:lnTo>
                    <a:pt x="399303" y="101040"/>
                  </a:lnTo>
                  <a:lnTo>
                    <a:pt x="401718" y="101040"/>
                  </a:lnTo>
                  <a:lnTo>
                    <a:pt x="408096" y="102298"/>
                  </a:lnTo>
                  <a:lnTo>
                    <a:pt x="409737" y="103230"/>
                  </a:lnTo>
                  <a:lnTo>
                    <a:pt x="412652" y="104954"/>
                  </a:lnTo>
                  <a:lnTo>
                    <a:pt x="414293" y="106025"/>
                  </a:lnTo>
                  <a:lnTo>
                    <a:pt x="415796" y="106351"/>
                  </a:lnTo>
                  <a:lnTo>
                    <a:pt x="417163" y="106677"/>
                  </a:lnTo>
                  <a:lnTo>
                    <a:pt x="420352" y="107283"/>
                  </a:lnTo>
                  <a:lnTo>
                    <a:pt x="422494" y="107329"/>
                  </a:lnTo>
                  <a:lnTo>
                    <a:pt x="424453" y="107329"/>
                  </a:lnTo>
                  <a:lnTo>
                    <a:pt x="426275" y="106863"/>
                  </a:lnTo>
                  <a:lnTo>
                    <a:pt x="429009" y="107190"/>
                  </a:lnTo>
                  <a:lnTo>
                    <a:pt x="431014" y="107702"/>
                  </a:lnTo>
                  <a:lnTo>
                    <a:pt x="433748" y="108634"/>
                  </a:lnTo>
                  <a:lnTo>
                    <a:pt x="436755" y="109426"/>
                  </a:lnTo>
                  <a:lnTo>
                    <a:pt x="439169" y="110171"/>
                  </a:lnTo>
                  <a:lnTo>
                    <a:pt x="441174" y="110218"/>
                  </a:lnTo>
                  <a:lnTo>
                    <a:pt x="442997" y="110078"/>
                  </a:lnTo>
                  <a:lnTo>
                    <a:pt x="445730" y="109006"/>
                  </a:lnTo>
                  <a:lnTo>
                    <a:pt x="447416" y="107329"/>
                  </a:lnTo>
                  <a:lnTo>
                    <a:pt x="448008" y="106724"/>
                  </a:lnTo>
                  <a:lnTo>
                    <a:pt x="449558" y="105513"/>
                  </a:lnTo>
                  <a:lnTo>
                    <a:pt x="450924" y="104767"/>
                  </a:lnTo>
                  <a:lnTo>
                    <a:pt x="451836" y="104767"/>
                  </a:lnTo>
                  <a:lnTo>
                    <a:pt x="453521" y="105093"/>
                  </a:lnTo>
                  <a:lnTo>
                    <a:pt x="454433" y="105699"/>
                  </a:lnTo>
                  <a:lnTo>
                    <a:pt x="455936" y="105885"/>
                  </a:lnTo>
                  <a:lnTo>
                    <a:pt x="457895" y="105140"/>
                  </a:lnTo>
                  <a:lnTo>
                    <a:pt x="459308" y="103463"/>
                  </a:lnTo>
                  <a:lnTo>
                    <a:pt x="460219" y="102205"/>
                  </a:lnTo>
                  <a:lnTo>
                    <a:pt x="461449" y="101320"/>
                  </a:lnTo>
                  <a:lnTo>
                    <a:pt x="463089" y="99969"/>
                  </a:lnTo>
                  <a:lnTo>
                    <a:pt x="464502" y="99037"/>
                  </a:lnTo>
                  <a:lnTo>
                    <a:pt x="467235" y="97686"/>
                  </a:lnTo>
                  <a:lnTo>
                    <a:pt x="470106" y="96801"/>
                  </a:lnTo>
                  <a:lnTo>
                    <a:pt x="471792" y="95730"/>
                  </a:lnTo>
                  <a:lnTo>
                    <a:pt x="475027" y="94053"/>
                  </a:lnTo>
                  <a:lnTo>
                    <a:pt x="478489" y="92888"/>
                  </a:lnTo>
                  <a:lnTo>
                    <a:pt x="480950" y="91211"/>
                  </a:lnTo>
                  <a:lnTo>
                    <a:pt x="484139" y="88789"/>
                  </a:lnTo>
                  <a:lnTo>
                    <a:pt x="486007" y="87578"/>
                  </a:lnTo>
                  <a:lnTo>
                    <a:pt x="488422" y="85435"/>
                  </a:lnTo>
                  <a:lnTo>
                    <a:pt x="491019" y="83851"/>
                  </a:lnTo>
                  <a:lnTo>
                    <a:pt x="493752" y="82779"/>
                  </a:lnTo>
                  <a:lnTo>
                    <a:pt x="495894" y="82360"/>
                  </a:lnTo>
                  <a:lnTo>
                    <a:pt x="498491" y="81894"/>
                  </a:lnTo>
                  <a:lnTo>
                    <a:pt x="501544" y="81335"/>
                  </a:lnTo>
                  <a:lnTo>
                    <a:pt x="503958" y="80730"/>
                  </a:lnTo>
                  <a:lnTo>
                    <a:pt x="508833" y="80776"/>
                  </a:lnTo>
                  <a:lnTo>
                    <a:pt x="512615" y="80776"/>
                  </a:lnTo>
                  <a:lnTo>
                    <a:pt x="515804" y="81429"/>
                  </a:lnTo>
                  <a:lnTo>
                    <a:pt x="517171" y="81755"/>
                  </a:lnTo>
                  <a:lnTo>
                    <a:pt x="520361" y="83152"/>
                  </a:lnTo>
                  <a:lnTo>
                    <a:pt x="522775" y="83898"/>
                  </a:lnTo>
                  <a:lnTo>
                    <a:pt x="525600" y="85155"/>
                  </a:lnTo>
                  <a:lnTo>
                    <a:pt x="527286" y="86366"/>
                  </a:lnTo>
                  <a:lnTo>
                    <a:pt x="528516" y="87065"/>
                  </a:lnTo>
                  <a:lnTo>
                    <a:pt x="530293" y="88370"/>
                  </a:lnTo>
                  <a:lnTo>
                    <a:pt x="531250" y="89022"/>
                  </a:lnTo>
                  <a:lnTo>
                    <a:pt x="532161" y="89627"/>
                  </a:lnTo>
                  <a:lnTo>
                    <a:pt x="545420" y="90326"/>
                  </a:lnTo>
                  <a:lnTo>
                    <a:pt x="545465" y="87484"/>
                  </a:lnTo>
                  <a:lnTo>
                    <a:pt x="544144" y="81335"/>
                  </a:lnTo>
                  <a:lnTo>
                    <a:pt x="544144" y="79798"/>
                  </a:lnTo>
                  <a:lnTo>
                    <a:pt x="544508" y="77981"/>
                  </a:lnTo>
                  <a:lnTo>
                    <a:pt x="543734" y="69596"/>
                  </a:lnTo>
                  <a:lnTo>
                    <a:pt x="543233" y="67407"/>
                  </a:lnTo>
                  <a:lnTo>
                    <a:pt x="542048" y="63913"/>
                  </a:lnTo>
                  <a:lnTo>
                    <a:pt x="541729" y="62143"/>
                  </a:lnTo>
                  <a:lnTo>
                    <a:pt x="542093" y="59953"/>
                  </a:lnTo>
                  <a:lnTo>
                    <a:pt x="543050" y="57577"/>
                  </a:lnTo>
                  <a:lnTo>
                    <a:pt x="543551" y="55388"/>
                  </a:lnTo>
                  <a:lnTo>
                    <a:pt x="543643" y="52546"/>
                  </a:lnTo>
                  <a:lnTo>
                    <a:pt x="543369" y="50590"/>
                  </a:lnTo>
                  <a:lnTo>
                    <a:pt x="542914" y="49379"/>
                  </a:lnTo>
                  <a:lnTo>
                    <a:pt x="542868" y="48167"/>
                  </a:lnTo>
                  <a:lnTo>
                    <a:pt x="543369" y="45512"/>
                  </a:lnTo>
                  <a:lnTo>
                    <a:pt x="543734" y="40761"/>
                  </a:lnTo>
                  <a:lnTo>
                    <a:pt x="544417" y="37546"/>
                  </a:lnTo>
                  <a:lnTo>
                    <a:pt x="545146" y="35776"/>
                  </a:lnTo>
                  <a:lnTo>
                    <a:pt x="545693" y="34938"/>
                  </a:lnTo>
                  <a:lnTo>
                    <a:pt x="561776" y="34844"/>
                  </a:lnTo>
                  <a:lnTo>
                    <a:pt x="564419" y="34192"/>
                  </a:lnTo>
                  <a:lnTo>
                    <a:pt x="567016" y="33680"/>
                  </a:lnTo>
                  <a:lnTo>
                    <a:pt x="569795" y="32888"/>
                  </a:lnTo>
                  <a:lnTo>
                    <a:pt x="572893" y="31863"/>
                  </a:lnTo>
                  <a:lnTo>
                    <a:pt x="576128" y="30605"/>
                  </a:lnTo>
                  <a:lnTo>
                    <a:pt x="580001" y="28136"/>
                  </a:lnTo>
                  <a:lnTo>
                    <a:pt x="583008" y="27950"/>
                  </a:lnTo>
                  <a:lnTo>
                    <a:pt x="585742" y="27764"/>
                  </a:lnTo>
                  <a:lnTo>
                    <a:pt x="591027" y="27857"/>
                  </a:lnTo>
                  <a:lnTo>
                    <a:pt x="595492" y="26599"/>
                  </a:lnTo>
                  <a:lnTo>
                    <a:pt x="599365" y="25900"/>
                  </a:lnTo>
                  <a:lnTo>
                    <a:pt x="601643" y="25574"/>
                  </a:lnTo>
                  <a:lnTo>
                    <a:pt x="604832" y="25667"/>
                  </a:lnTo>
                  <a:lnTo>
                    <a:pt x="606655" y="26273"/>
                  </a:lnTo>
                  <a:lnTo>
                    <a:pt x="608386" y="27484"/>
                  </a:lnTo>
                  <a:lnTo>
                    <a:pt x="609570" y="29674"/>
                  </a:lnTo>
                  <a:lnTo>
                    <a:pt x="611985" y="32702"/>
                  </a:lnTo>
                  <a:lnTo>
                    <a:pt x="615220" y="34099"/>
                  </a:lnTo>
                  <a:lnTo>
                    <a:pt x="620460" y="34379"/>
                  </a:lnTo>
                  <a:lnTo>
                    <a:pt x="625016" y="35124"/>
                  </a:lnTo>
                  <a:lnTo>
                    <a:pt x="627795" y="36382"/>
                  </a:lnTo>
                  <a:lnTo>
                    <a:pt x="629800" y="37407"/>
                  </a:lnTo>
                  <a:lnTo>
                    <a:pt x="630438" y="39037"/>
                  </a:lnTo>
                  <a:lnTo>
                    <a:pt x="631486" y="43369"/>
                  </a:lnTo>
                  <a:lnTo>
                    <a:pt x="632351" y="47515"/>
                  </a:lnTo>
                  <a:lnTo>
                    <a:pt x="631759" y="52127"/>
                  </a:lnTo>
                  <a:lnTo>
                    <a:pt x="632215" y="55388"/>
                  </a:lnTo>
                  <a:lnTo>
                    <a:pt x="633171" y="57810"/>
                  </a:lnTo>
                  <a:lnTo>
                    <a:pt x="634994" y="59907"/>
                  </a:lnTo>
                  <a:lnTo>
                    <a:pt x="636270" y="61491"/>
                  </a:lnTo>
                  <a:lnTo>
                    <a:pt x="637637" y="63354"/>
                  </a:lnTo>
                  <a:lnTo>
                    <a:pt x="638684" y="65683"/>
                  </a:lnTo>
                  <a:lnTo>
                    <a:pt x="639322" y="67034"/>
                  </a:lnTo>
                  <a:lnTo>
                    <a:pt x="639869" y="68618"/>
                  </a:lnTo>
                  <a:lnTo>
                    <a:pt x="639732" y="70015"/>
                  </a:lnTo>
                  <a:lnTo>
                    <a:pt x="639915" y="71227"/>
                  </a:lnTo>
                  <a:lnTo>
                    <a:pt x="640963" y="72810"/>
                  </a:lnTo>
                  <a:lnTo>
                    <a:pt x="642648" y="75186"/>
                  </a:lnTo>
                  <a:lnTo>
                    <a:pt x="644334" y="77422"/>
                  </a:lnTo>
                  <a:lnTo>
                    <a:pt x="645655" y="79006"/>
                  </a:lnTo>
                  <a:lnTo>
                    <a:pt x="646977" y="81335"/>
                  </a:lnTo>
                  <a:lnTo>
                    <a:pt x="647797" y="82966"/>
                  </a:lnTo>
                  <a:lnTo>
                    <a:pt x="648252" y="84177"/>
                  </a:lnTo>
                  <a:lnTo>
                    <a:pt x="649483" y="85901"/>
                  </a:lnTo>
                  <a:lnTo>
                    <a:pt x="650622" y="87345"/>
                  </a:lnTo>
                  <a:lnTo>
                    <a:pt x="653355" y="88463"/>
                  </a:lnTo>
                  <a:lnTo>
                    <a:pt x="659370" y="89441"/>
                  </a:lnTo>
                  <a:lnTo>
                    <a:pt x="663607" y="92003"/>
                  </a:lnTo>
                  <a:lnTo>
                    <a:pt x="665976" y="94938"/>
                  </a:lnTo>
                  <a:lnTo>
                    <a:pt x="668482" y="98432"/>
                  </a:lnTo>
                  <a:lnTo>
                    <a:pt x="670851" y="101413"/>
                  </a:lnTo>
                  <a:lnTo>
                    <a:pt x="672628" y="102578"/>
                  </a:lnTo>
                  <a:lnTo>
                    <a:pt x="674633" y="102671"/>
                  </a:lnTo>
                  <a:lnTo>
                    <a:pt x="677458" y="103090"/>
                  </a:lnTo>
                  <a:lnTo>
                    <a:pt x="682743" y="101739"/>
                  </a:lnTo>
                  <a:lnTo>
                    <a:pt x="685385" y="101087"/>
                  </a:lnTo>
                  <a:lnTo>
                    <a:pt x="688939" y="100947"/>
                  </a:lnTo>
                  <a:lnTo>
                    <a:pt x="694315" y="101227"/>
                  </a:lnTo>
                  <a:lnTo>
                    <a:pt x="698234" y="103323"/>
                  </a:lnTo>
                  <a:lnTo>
                    <a:pt x="701970" y="105093"/>
                  </a:lnTo>
                  <a:lnTo>
                    <a:pt x="706025" y="106631"/>
                  </a:lnTo>
                  <a:lnTo>
                    <a:pt x="710216" y="108447"/>
                  </a:lnTo>
                  <a:lnTo>
                    <a:pt x="713360" y="110916"/>
                  </a:lnTo>
                  <a:lnTo>
                    <a:pt x="715274" y="113246"/>
                  </a:lnTo>
                  <a:lnTo>
                    <a:pt x="717689" y="117904"/>
                  </a:lnTo>
                  <a:lnTo>
                    <a:pt x="721835" y="122562"/>
                  </a:lnTo>
                  <a:lnTo>
                    <a:pt x="724067" y="124426"/>
                  </a:lnTo>
                  <a:lnTo>
                    <a:pt x="726117" y="126196"/>
                  </a:lnTo>
                  <a:lnTo>
                    <a:pt x="727257" y="127454"/>
                  </a:lnTo>
                  <a:lnTo>
                    <a:pt x="728031" y="128805"/>
                  </a:lnTo>
                  <a:lnTo>
                    <a:pt x="729398" y="129503"/>
                  </a:lnTo>
                  <a:lnTo>
                    <a:pt x="730355" y="129224"/>
                  </a:lnTo>
                  <a:lnTo>
                    <a:pt x="731494" y="127034"/>
                  </a:lnTo>
                  <a:lnTo>
                    <a:pt x="733499" y="124006"/>
                  </a:lnTo>
                  <a:lnTo>
                    <a:pt x="735093" y="122609"/>
                  </a:lnTo>
                  <a:lnTo>
                    <a:pt x="737052" y="120187"/>
                  </a:lnTo>
                  <a:lnTo>
                    <a:pt x="741198" y="118137"/>
                  </a:lnTo>
                  <a:lnTo>
                    <a:pt x="746074" y="115947"/>
                  </a:lnTo>
                  <a:lnTo>
                    <a:pt x="750174" y="113898"/>
                  </a:lnTo>
                  <a:lnTo>
                    <a:pt x="752999" y="112873"/>
                  </a:lnTo>
                  <a:lnTo>
                    <a:pt x="756325" y="112034"/>
                  </a:lnTo>
                  <a:lnTo>
                    <a:pt x="759104" y="111568"/>
                  </a:lnTo>
                  <a:lnTo>
                    <a:pt x="761883" y="111103"/>
                  </a:lnTo>
                  <a:lnTo>
                    <a:pt x="765847" y="110404"/>
                  </a:lnTo>
                  <a:lnTo>
                    <a:pt x="772909" y="107842"/>
                  </a:lnTo>
                  <a:lnTo>
                    <a:pt x="776235" y="104767"/>
                  </a:lnTo>
                  <a:lnTo>
                    <a:pt x="779789" y="102904"/>
                  </a:lnTo>
                  <a:lnTo>
                    <a:pt x="784619" y="101413"/>
                  </a:lnTo>
                  <a:lnTo>
                    <a:pt x="786806" y="99643"/>
                  </a:lnTo>
                  <a:lnTo>
                    <a:pt x="789494" y="97733"/>
                  </a:lnTo>
                  <a:lnTo>
                    <a:pt x="791362" y="95776"/>
                  </a:lnTo>
                  <a:lnTo>
                    <a:pt x="792729" y="91398"/>
                  </a:lnTo>
                  <a:lnTo>
                    <a:pt x="795371" y="87065"/>
                  </a:lnTo>
                  <a:lnTo>
                    <a:pt x="798014" y="84876"/>
                  </a:lnTo>
                  <a:lnTo>
                    <a:pt x="802570" y="81755"/>
                  </a:lnTo>
                  <a:lnTo>
                    <a:pt x="804302" y="79565"/>
                  </a:lnTo>
                  <a:lnTo>
                    <a:pt x="805714" y="78074"/>
                  </a:lnTo>
                  <a:lnTo>
                    <a:pt x="808265" y="77329"/>
                  </a:lnTo>
                  <a:lnTo>
                    <a:pt x="809268" y="76910"/>
                  </a:lnTo>
                  <a:lnTo>
                    <a:pt x="809951" y="75559"/>
                  </a:lnTo>
                  <a:lnTo>
                    <a:pt x="810133" y="72158"/>
                  </a:lnTo>
                  <a:lnTo>
                    <a:pt x="808994" y="69503"/>
                  </a:lnTo>
                  <a:lnTo>
                    <a:pt x="809268" y="66801"/>
                  </a:lnTo>
                  <a:lnTo>
                    <a:pt x="811364" y="63354"/>
                  </a:lnTo>
                  <a:lnTo>
                    <a:pt x="813095" y="59907"/>
                  </a:lnTo>
                  <a:lnTo>
                    <a:pt x="815282" y="57158"/>
                  </a:lnTo>
                  <a:lnTo>
                    <a:pt x="816056" y="54969"/>
                  </a:lnTo>
                  <a:lnTo>
                    <a:pt x="815327" y="52686"/>
                  </a:lnTo>
                  <a:lnTo>
                    <a:pt x="812958" y="50031"/>
                  </a:lnTo>
                  <a:lnTo>
                    <a:pt x="812320" y="45978"/>
                  </a:lnTo>
                  <a:lnTo>
                    <a:pt x="812639" y="38664"/>
                  </a:lnTo>
                  <a:lnTo>
                    <a:pt x="813869" y="33913"/>
                  </a:lnTo>
                  <a:lnTo>
                    <a:pt x="813232" y="28556"/>
                  </a:lnTo>
                  <a:lnTo>
                    <a:pt x="813095" y="23757"/>
                  </a:lnTo>
                  <a:lnTo>
                    <a:pt x="813186" y="20403"/>
                  </a:lnTo>
                  <a:lnTo>
                    <a:pt x="814553" y="17748"/>
                  </a:lnTo>
                  <a:lnTo>
                    <a:pt x="815965" y="16583"/>
                  </a:lnTo>
                  <a:lnTo>
                    <a:pt x="823164" y="14068"/>
                  </a:lnTo>
                  <a:lnTo>
                    <a:pt x="826171" y="12810"/>
                  </a:lnTo>
                  <a:lnTo>
                    <a:pt x="830727" y="11739"/>
                  </a:lnTo>
                  <a:lnTo>
                    <a:pt x="834190" y="11413"/>
                  </a:lnTo>
                  <a:lnTo>
                    <a:pt x="839566" y="11040"/>
                  </a:lnTo>
                  <a:lnTo>
                    <a:pt x="843166" y="9875"/>
                  </a:lnTo>
                  <a:lnTo>
                    <a:pt x="846765" y="8198"/>
                  </a:lnTo>
                  <a:lnTo>
                    <a:pt x="850137" y="5590"/>
                  </a:lnTo>
                  <a:lnTo>
                    <a:pt x="853782" y="4704"/>
                  </a:lnTo>
                  <a:lnTo>
                    <a:pt x="859932" y="5729"/>
                  </a:lnTo>
                  <a:lnTo>
                    <a:pt x="862757" y="5496"/>
                  </a:lnTo>
                  <a:lnTo>
                    <a:pt x="864397" y="4611"/>
                  </a:lnTo>
                  <a:lnTo>
                    <a:pt x="865126" y="3586"/>
                  </a:lnTo>
                  <a:lnTo>
                    <a:pt x="865309" y="1211"/>
                  </a:lnTo>
                  <a:lnTo>
                    <a:pt x="865764" y="186"/>
                  </a:lnTo>
                  <a:lnTo>
                    <a:pt x="867131" y="0"/>
                  </a:lnTo>
                  <a:lnTo>
                    <a:pt x="870685" y="1257"/>
                  </a:lnTo>
                  <a:lnTo>
                    <a:pt x="872872" y="2329"/>
                  </a:lnTo>
                  <a:lnTo>
                    <a:pt x="875833" y="3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3178519" y="3321441"/>
              <a:ext cx="558405" cy="287424"/>
            </a:xfrm>
            <a:custGeom>
              <a:avLst/>
              <a:pathLst>
                <a:path w="558405" h="287424">
                  <a:moveTo>
                    <a:pt x="485050" y="1397"/>
                  </a:moveTo>
                  <a:lnTo>
                    <a:pt x="486144" y="3027"/>
                  </a:lnTo>
                  <a:lnTo>
                    <a:pt x="488012" y="6847"/>
                  </a:lnTo>
                  <a:lnTo>
                    <a:pt x="492841" y="12624"/>
                  </a:lnTo>
                  <a:lnTo>
                    <a:pt x="497807" y="21242"/>
                  </a:lnTo>
                  <a:lnTo>
                    <a:pt x="505826" y="31816"/>
                  </a:lnTo>
                  <a:lnTo>
                    <a:pt x="511203" y="38897"/>
                  </a:lnTo>
                  <a:lnTo>
                    <a:pt x="517353" y="50217"/>
                  </a:lnTo>
                  <a:lnTo>
                    <a:pt x="520406" y="58835"/>
                  </a:lnTo>
                  <a:lnTo>
                    <a:pt x="519632" y="71786"/>
                  </a:lnTo>
                  <a:lnTo>
                    <a:pt x="524233" y="85109"/>
                  </a:lnTo>
                  <a:lnTo>
                    <a:pt x="528653" y="101134"/>
                  </a:lnTo>
                  <a:lnTo>
                    <a:pt x="529200" y="103137"/>
                  </a:lnTo>
                  <a:lnTo>
                    <a:pt x="529974" y="104954"/>
                  </a:lnTo>
                  <a:lnTo>
                    <a:pt x="531888" y="109798"/>
                  </a:lnTo>
                  <a:lnTo>
                    <a:pt x="537628" y="116041"/>
                  </a:lnTo>
                  <a:lnTo>
                    <a:pt x="549156" y="124286"/>
                  </a:lnTo>
                  <a:lnTo>
                    <a:pt x="556400" y="132485"/>
                  </a:lnTo>
                  <a:lnTo>
                    <a:pt x="558405" y="143525"/>
                  </a:lnTo>
                  <a:lnTo>
                    <a:pt x="550659" y="145016"/>
                  </a:lnTo>
                  <a:lnTo>
                    <a:pt x="545328" y="146972"/>
                  </a:lnTo>
                  <a:lnTo>
                    <a:pt x="541456" y="156010"/>
                  </a:lnTo>
                  <a:lnTo>
                    <a:pt x="533027" y="170078"/>
                  </a:lnTo>
                  <a:lnTo>
                    <a:pt x="524005" y="177206"/>
                  </a:lnTo>
                  <a:lnTo>
                    <a:pt x="516260" y="177112"/>
                  </a:lnTo>
                  <a:lnTo>
                    <a:pt x="507512" y="178836"/>
                  </a:lnTo>
                  <a:lnTo>
                    <a:pt x="491474" y="176460"/>
                  </a:lnTo>
                  <a:lnTo>
                    <a:pt x="477350" y="178976"/>
                  </a:lnTo>
                  <a:lnTo>
                    <a:pt x="471746" y="178976"/>
                  </a:lnTo>
                  <a:lnTo>
                    <a:pt x="467782" y="180373"/>
                  </a:lnTo>
                  <a:lnTo>
                    <a:pt x="466324" y="180886"/>
                  </a:lnTo>
                  <a:lnTo>
                    <a:pt x="461267" y="184147"/>
                  </a:lnTo>
                  <a:lnTo>
                    <a:pt x="457121" y="186755"/>
                  </a:lnTo>
                  <a:lnTo>
                    <a:pt x="452929" y="189364"/>
                  </a:lnTo>
                  <a:lnTo>
                    <a:pt x="442906" y="191600"/>
                  </a:lnTo>
                  <a:lnTo>
                    <a:pt x="434887" y="192765"/>
                  </a:lnTo>
                  <a:lnTo>
                    <a:pt x="431196" y="195187"/>
                  </a:lnTo>
                  <a:lnTo>
                    <a:pt x="428554" y="196911"/>
                  </a:lnTo>
                  <a:lnTo>
                    <a:pt x="419942" y="202780"/>
                  </a:lnTo>
                  <a:lnTo>
                    <a:pt x="412334" y="209209"/>
                  </a:lnTo>
                  <a:lnTo>
                    <a:pt x="403449" y="225793"/>
                  </a:lnTo>
                  <a:lnTo>
                    <a:pt x="400123" y="234038"/>
                  </a:lnTo>
                  <a:lnTo>
                    <a:pt x="396979" y="243728"/>
                  </a:lnTo>
                  <a:lnTo>
                    <a:pt x="392104" y="250017"/>
                  </a:lnTo>
                  <a:lnTo>
                    <a:pt x="384769" y="255327"/>
                  </a:lnTo>
                  <a:lnTo>
                    <a:pt x="379757" y="257563"/>
                  </a:lnTo>
                  <a:lnTo>
                    <a:pt x="375292" y="259566"/>
                  </a:lnTo>
                  <a:lnTo>
                    <a:pt x="363309" y="260964"/>
                  </a:lnTo>
                  <a:lnTo>
                    <a:pt x="350187" y="265156"/>
                  </a:lnTo>
                  <a:lnTo>
                    <a:pt x="348866" y="265389"/>
                  </a:lnTo>
                  <a:lnTo>
                    <a:pt x="342396" y="266461"/>
                  </a:lnTo>
                  <a:lnTo>
                    <a:pt x="325903" y="272330"/>
                  </a:lnTo>
                  <a:lnTo>
                    <a:pt x="311414" y="275265"/>
                  </a:lnTo>
                  <a:lnTo>
                    <a:pt x="284988" y="278200"/>
                  </a:lnTo>
                  <a:lnTo>
                    <a:pt x="280341" y="279085"/>
                  </a:lnTo>
                  <a:lnTo>
                    <a:pt x="274054" y="280250"/>
                  </a:lnTo>
                  <a:lnTo>
                    <a:pt x="273097" y="280483"/>
                  </a:lnTo>
                  <a:lnTo>
                    <a:pt x="262025" y="283045"/>
                  </a:lnTo>
                  <a:lnTo>
                    <a:pt x="248266" y="287424"/>
                  </a:lnTo>
                  <a:lnTo>
                    <a:pt x="248174" y="278386"/>
                  </a:lnTo>
                  <a:lnTo>
                    <a:pt x="246352" y="270374"/>
                  </a:lnTo>
                  <a:lnTo>
                    <a:pt x="243846" y="264085"/>
                  </a:lnTo>
                  <a:lnTo>
                    <a:pt x="243527" y="249131"/>
                  </a:lnTo>
                  <a:lnTo>
                    <a:pt x="241841" y="236507"/>
                  </a:lnTo>
                  <a:lnTo>
                    <a:pt x="241705" y="231243"/>
                  </a:lnTo>
                  <a:lnTo>
                    <a:pt x="240520" y="222206"/>
                  </a:lnTo>
                  <a:lnTo>
                    <a:pt x="236875" y="212703"/>
                  </a:lnTo>
                  <a:lnTo>
                    <a:pt x="231544" y="206740"/>
                  </a:lnTo>
                  <a:lnTo>
                    <a:pt x="225029" y="201476"/>
                  </a:lnTo>
                  <a:lnTo>
                    <a:pt x="219061" y="197563"/>
                  </a:lnTo>
                  <a:lnTo>
                    <a:pt x="213411" y="195327"/>
                  </a:lnTo>
                  <a:lnTo>
                    <a:pt x="207397" y="195327"/>
                  </a:lnTo>
                  <a:lnTo>
                    <a:pt x="197738" y="193603"/>
                  </a:lnTo>
                  <a:lnTo>
                    <a:pt x="194412" y="193417"/>
                  </a:lnTo>
                  <a:lnTo>
                    <a:pt x="189263" y="193137"/>
                  </a:lnTo>
                  <a:lnTo>
                    <a:pt x="182110" y="193137"/>
                  </a:lnTo>
                  <a:lnTo>
                    <a:pt x="175959" y="193277"/>
                  </a:lnTo>
                  <a:lnTo>
                    <a:pt x="166619" y="185637"/>
                  </a:lnTo>
                  <a:lnTo>
                    <a:pt x="161106" y="179861"/>
                  </a:lnTo>
                  <a:lnTo>
                    <a:pt x="154955" y="173386"/>
                  </a:lnTo>
                  <a:lnTo>
                    <a:pt x="154499" y="173292"/>
                  </a:lnTo>
                  <a:lnTo>
                    <a:pt x="146663" y="171988"/>
                  </a:lnTo>
                  <a:lnTo>
                    <a:pt x="139965" y="174410"/>
                  </a:lnTo>
                  <a:lnTo>
                    <a:pt x="130306" y="179674"/>
                  </a:lnTo>
                  <a:lnTo>
                    <a:pt x="122834" y="184938"/>
                  </a:lnTo>
                  <a:lnTo>
                    <a:pt x="116364" y="189178"/>
                  </a:lnTo>
                  <a:lnTo>
                    <a:pt x="109348" y="190202"/>
                  </a:lnTo>
                  <a:lnTo>
                    <a:pt x="103197" y="188712"/>
                  </a:lnTo>
                  <a:lnTo>
                    <a:pt x="93264" y="185311"/>
                  </a:lnTo>
                  <a:lnTo>
                    <a:pt x="83150" y="184566"/>
                  </a:lnTo>
                  <a:lnTo>
                    <a:pt x="80097" y="184379"/>
                  </a:lnTo>
                  <a:lnTo>
                    <a:pt x="75495" y="183261"/>
                  </a:lnTo>
                  <a:lnTo>
                    <a:pt x="73035" y="181724"/>
                  </a:lnTo>
                  <a:lnTo>
                    <a:pt x="70529" y="179022"/>
                  </a:lnTo>
                  <a:lnTo>
                    <a:pt x="66793" y="175948"/>
                  </a:lnTo>
                  <a:lnTo>
                    <a:pt x="62738" y="173386"/>
                  </a:lnTo>
                  <a:lnTo>
                    <a:pt x="51074" y="169053"/>
                  </a:lnTo>
                  <a:lnTo>
                    <a:pt x="44468" y="166305"/>
                  </a:lnTo>
                  <a:lnTo>
                    <a:pt x="43602" y="166025"/>
                  </a:lnTo>
                  <a:lnTo>
                    <a:pt x="38864" y="164395"/>
                  </a:lnTo>
                  <a:lnTo>
                    <a:pt x="27701" y="160622"/>
                  </a:lnTo>
                  <a:lnTo>
                    <a:pt x="26015" y="159550"/>
                  </a:lnTo>
                  <a:lnTo>
                    <a:pt x="24648" y="157035"/>
                  </a:lnTo>
                  <a:lnTo>
                    <a:pt x="24284" y="157081"/>
                  </a:lnTo>
                  <a:lnTo>
                    <a:pt x="22553" y="156662"/>
                  </a:lnTo>
                  <a:lnTo>
                    <a:pt x="22416" y="156615"/>
                  </a:lnTo>
                  <a:lnTo>
                    <a:pt x="17131" y="159084"/>
                  </a:lnTo>
                  <a:lnTo>
                    <a:pt x="12210" y="161833"/>
                  </a:lnTo>
                  <a:lnTo>
                    <a:pt x="10342" y="161740"/>
                  </a:lnTo>
                  <a:lnTo>
                    <a:pt x="9203" y="160109"/>
                  </a:lnTo>
                  <a:lnTo>
                    <a:pt x="2414" y="149441"/>
                  </a:lnTo>
                  <a:lnTo>
                    <a:pt x="0" y="143246"/>
                  </a:lnTo>
                  <a:lnTo>
                    <a:pt x="2323" y="142081"/>
                  </a:lnTo>
                  <a:lnTo>
                    <a:pt x="3553" y="141475"/>
                  </a:lnTo>
                  <a:lnTo>
                    <a:pt x="9340" y="140218"/>
                  </a:lnTo>
                  <a:lnTo>
                    <a:pt x="9659" y="140171"/>
                  </a:lnTo>
                  <a:lnTo>
                    <a:pt x="13987" y="139426"/>
                  </a:lnTo>
                  <a:lnTo>
                    <a:pt x="18817" y="136351"/>
                  </a:lnTo>
                  <a:lnTo>
                    <a:pt x="22507" y="134767"/>
                  </a:lnTo>
                  <a:lnTo>
                    <a:pt x="28157" y="133463"/>
                  </a:lnTo>
                  <a:lnTo>
                    <a:pt x="30526" y="132857"/>
                  </a:lnTo>
                  <a:lnTo>
                    <a:pt x="32941" y="132205"/>
                  </a:lnTo>
                  <a:lnTo>
                    <a:pt x="37952" y="129969"/>
                  </a:lnTo>
                  <a:lnTo>
                    <a:pt x="41962" y="127360"/>
                  </a:lnTo>
                  <a:lnTo>
                    <a:pt x="42828" y="126103"/>
                  </a:lnTo>
                  <a:lnTo>
                    <a:pt x="43739" y="124519"/>
                  </a:lnTo>
                  <a:lnTo>
                    <a:pt x="45288" y="122888"/>
                  </a:lnTo>
                  <a:lnTo>
                    <a:pt x="46837" y="122795"/>
                  </a:lnTo>
                  <a:lnTo>
                    <a:pt x="48933" y="123215"/>
                  </a:lnTo>
                  <a:lnTo>
                    <a:pt x="50163" y="122423"/>
                  </a:lnTo>
                  <a:lnTo>
                    <a:pt x="51849" y="120932"/>
                  </a:lnTo>
                  <a:lnTo>
                    <a:pt x="53125" y="120559"/>
                  </a:lnTo>
                  <a:lnTo>
                    <a:pt x="55539" y="120746"/>
                  </a:lnTo>
                  <a:lnTo>
                    <a:pt x="56861" y="121025"/>
                  </a:lnTo>
                  <a:lnTo>
                    <a:pt x="58820" y="120559"/>
                  </a:lnTo>
                  <a:lnTo>
                    <a:pt x="61371" y="119115"/>
                  </a:lnTo>
                  <a:lnTo>
                    <a:pt x="63467" y="117951"/>
                  </a:lnTo>
                  <a:lnTo>
                    <a:pt x="65927" y="117904"/>
                  </a:lnTo>
                  <a:lnTo>
                    <a:pt x="67568" y="117764"/>
                  </a:lnTo>
                  <a:lnTo>
                    <a:pt x="69527" y="117205"/>
                  </a:lnTo>
                  <a:lnTo>
                    <a:pt x="71668" y="116739"/>
                  </a:lnTo>
                  <a:lnTo>
                    <a:pt x="73582" y="116087"/>
                  </a:lnTo>
                  <a:lnTo>
                    <a:pt x="73946" y="116041"/>
                  </a:lnTo>
                  <a:lnTo>
                    <a:pt x="75541" y="114829"/>
                  </a:lnTo>
                  <a:lnTo>
                    <a:pt x="76771" y="113246"/>
                  </a:lnTo>
                  <a:lnTo>
                    <a:pt x="78184" y="111895"/>
                  </a:lnTo>
                  <a:lnTo>
                    <a:pt x="79231" y="111149"/>
                  </a:lnTo>
                  <a:lnTo>
                    <a:pt x="81145" y="110497"/>
                  </a:lnTo>
                  <a:lnTo>
                    <a:pt x="83286" y="110311"/>
                  </a:lnTo>
                  <a:lnTo>
                    <a:pt x="85337" y="110078"/>
                  </a:lnTo>
                  <a:lnTo>
                    <a:pt x="88162" y="109146"/>
                  </a:lnTo>
                  <a:lnTo>
                    <a:pt x="90986" y="107888"/>
                  </a:lnTo>
                  <a:lnTo>
                    <a:pt x="93492" y="106863"/>
                  </a:lnTo>
                  <a:lnTo>
                    <a:pt x="96044" y="105792"/>
                  </a:lnTo>
                  <a:lnTo>
                    <a:pt x="98458" y="104581"/>
                  </a:lnTo>
                  <a:lnTo>
                    <a:pt x="100372" y="103836"/>
                  </a:lnTo>
                  <a:lnTo>
                    <a:pt x="102924" y="102997"/>
                  </a:lnTo>
                  <a:lnTo>
                    <a:pt x="106022" y="102019"/>
                  </a:lnTo>
                  <a:lnTo>
                    <a:pt x="109120" y="102019"/>
                  </a:lnTo>
                  <a:lnTo>
                    <a:pt x="111808" y="101739"/>
                  </a:lnTo>
                  <a:lnTo>
                    <a:pt x="113858" y="102578"/>
                  </a:lnTo>
                  <a:lnTo>
                    <a:pt x="116319" y="102485"/>
                  </a:lnTo>
                  <a:lnTo>
                    <a:pt x="118825" y="101646"/>
                  </a:lnTo>
                  <a:lnTo>
                    <a:pt x="121285" y="101599"/>
                  </a:lnTo>
                  <a:lnTo>
                    <a:pt x="123745" y="101739"/>
                  </a:lnTo>
                  <a:lnTo>
                    <a:pt x="126479" y="102578"/>
                  </a:lnTo>
                  <a:lnTo>
                    <a:pt x="128301" y="102578"/>
                  </a:lnTo>
                  <a:lnTo>
                    <a:pt x="130124" y="102624"/>
                  </a:lnTo>
                  <a:lnTo>
                    <a:pt x="131172" y="103044"/>
                  </a:lnTo>
                  <a:lnTo>
                    <a:pt x="133495" y="102857"/>
                  </a:lnTo>
                  <a:lnTo>
                    <a:pt x="135865" y="102345"/>
                  </a:lnTo>
                  <a:lnTo>
                    <a:pt x="137596" y="101599"/>
                  </a:lnTo>
                  <a:lnTo>
                    <a:pt x="140558" y="101227"/>
                  </a:lnTo>
                  <a:lnTo>
                    <a:pt x="143246" y="100994"/>
                  </a:lnTo>
                  <a:lnTo>
                    <a:pt x="145159" y="100808"/>
                  </a:lnTo>
                  <a:lnTo>
                    <a:pt x="146708" y="100062"/>
                  </a:lnTo>
                  <a:lnTo>
                    <a:pt x="148668" y="99270"/>
                  </a:lnTo>
                  <a:lnTo>
                    <a:pt x="151128" y="98525"/>
                  </a:lnTo>
                  <a:lnTo>
                    <a:pt x="153224" y="97873"/>
                  </a:lnTo>
                  <a:lnTo>
                    <a:pt x="155639" y="97267"/>
                  </a:lnTo>
                  <a:lnTo>
                    <a:pt x="157552" y="96941"/>
                  </a:lnTo>
                  <a:lnTo>
                    <a:pt x="159967" y="95404"/>
                  </a:lnTo>
                  <a:lnTo>
                    <a:pt x="161653" y="94752"/>
                  </a:lnTo>
                  <a:lnTo>
                    <a:pt x="164067" y="94519"/>
                  </a:lnTo>
                  <a:lnTo>
                    <a:pt x="165799" y="94053"/>
                  </a:lnTo>
                  <a:lnTo>
                    <a:pt x="168259" y="93168"/>
                  </a:lnTo>
                  <a:lnTo>
                    <a:pt x="170127" y="92189"/>
                  </a:lnTo>
                  <a:lnTo>
                    <a:pt x="171767" y="91398"/>
                  </a:lnTo>
                  <a:lnTo>
                    <a:pt x="173225" y="90885"/>
                  </a:lnTo>
                  <a:lnTo>
                    <a:pt x="175412" y="90140"/>
                  </a:lnTo>
                  <a:lnTo>
                    <a:pt x="177235" y="89348"/>
                  </a:lnTo>
                  <a:lnTo>
                    <a:pt x="179012" y="89162"/>
                  </a:lnTo>
                  <a:lnTo>
                    <a:pt x="180789" y="87624"/>
                  </a:lnTo>
                  <a:lnTo>
                    <a:pt x="182702" y="86180"/>
                  </a:lnTo>
                  <a:lnTo>
                    <a:pt x="184115" y="85854"/>
                  </a:lnTo>
                  <a:lnTo>
                    <a:pt x="185709" y="85761"/>
                  </a:lnTo>
                  <a:lnTo>
                    <a:pt x="187577" y="85248"/>
                  </a:lnTo>
                  <a:lnTo>
                    <a:pt x="189126" y="84177"/>
                  </a:lnTo>
                  <a:lnTo>
                    <a:pt x="190767" y="82966"/>
                  </a:lnTo>
                  <a:lnTo>
                    <a:pt x="191177" y="82593"/>
                  </a:lnTo>
                  <a:lnTo>
                    <a:pt x="192225" y="81708"/>
                  </a:lnTo>
                  <a:lnTo>
                    <a:pt x="193409" y="80637"/>
                  </a:lnTo>
                  <a:lnTo>
                    <a:pt x="195414" y="79984"/>
                  </a:lnTo>
                  <a:lnTo>
                    <a:pt x="197373" y="79984"/>
                  </a:lnTo>
                  <a:lnTo>
                    <a:pt x="199241" y="80264"/>
                  </a:lnTo>
                  <a:lnTo>
                    <a:pt x="201064" y="80450"/>
                  </a:lnTo>
                  <a:lnTo>
                    <a:pt x="202567" y="79845"/>
                  </a:lnTo>
                  <a:lnTo>
                    <a:pt x="203570" y="79286"/>
                  </a:lnTo>
                  <a:lnTo>
                    <a:pt x="205210" y="78494"/>
                  </a:lnTo>
                  <a:lnTo>
                    <a:pt x="207670" y="77702"/>
                  </a:lnTo>
                  <a:lnTo>
                    <a:pt x="209994" y="77515"/>
                  </a:lnTo>
                  <a:lnTo>
                    <a:pt x="211680" y="77283"/>
                  </a:lnTo>
                  <a:lnTo>
                    <a:pt x="213137" y="75978"/>
                  </a:lnTo>
                  <a:lnTo>
                    <a:pt x="214550" y="74860"/>
                  </a:lnTo>
                  <a:lnTo>
                    <a:pt x="215780" y="74441"/>
                  </a:lnTo>
                  <a:lnTo>
                    <a:pt x="217420" y="74441"/>
                  </a:lnTo>
                  <a:lnTo>
                    <a:pt x="219152" y="74907"/>
                  </a:lnTo>
                  <a:lnTo>
                    <a:pt x="220108" y="74860"/>
                  </a:lnTo>
                  <a:lnTo>
                    <a:pt x="221293" y="74720"/>
                  </a:lnTo>
                  <a:lnTo>
                    <a:pt x="222432" y="74348"/>
                  </a:lnTo>
                  <a:lnTo>
                    <a:pt x="224391" y="74581"/>
                  </a:lnTo>
                  <a:lnTo>
                    <a:pt x="225940" y="74348"/>
                  </a:lnTo>
                  <a:lnTo>
                    <a:pt x="227171" y="74441"/>
                  </a:lnTo>
                  <a:lnTo>
                    <a:pt x="228401" y="74441"/>
                  </a:lnTo>
                  <a:lnTo>
                    <a:pt x="229631" y="74161"/>
                  </a:lnTo>
                  <a:lnTo>
                    <a:pt x="230770" y="74068"/>
                  </a:lnTo>
                  <a:lnTo>
                    <a:pt x="232866" y="74301"/>
                  </a:lnTo>
                  <a:lnTo>
                    <a:pt x="234643" y="74348"/>
                  </a:lnTo>
                  <a:lnTo>
                    <a:pt x="236556" y="74348"/>
                  </a:lnTo>
                  <a:lnTo>
                    <a:pt x="238242" y="74348"/>
                  </a:lnTo>
                  <a:lnTo>
                    <a:pt x="240338" y="74208"/>
                  </a:lnTo>
                  <a:lnTo>
                    <a:pt x="241841" y="73509"/>
                  </a:lnTo>
                  <a:lnTo>
                    <a:pt x="243390" y="73230"/>
                  </a:lnTo>
                  <a:lnTo>
                    <a:pt x="244940" y="72717"/>
                  </a:lnTo>
                  <a:lnTo>
                    <a:pt x="246215" y="71739"/>
                  </a:lnTo>
                  <a:lnTo>
                    <a:pt x="247035" y="70109"/>
                  </a:lnTo>
                  <a:lnTo>
                    <a:pt x="248539" y="69084"/>
                  </a:lnTo>
                  <a:lnTo>
                    <a:pt x="250817" y="68665"/>
                  </a:lnTo>
                  <a:lnTo>
                    <a:pt x="253004" y="68758"/>
                  </a:lnTo>
                  <a:lnTo>
                    <a:pt x="254143" y="67919"/>
                  </a:lnTo>
                  <a:lnTo>
                    <a:pt x="256011" y="66894"/>
                  </a:lnTo>
                  <a:lnTo>
                    <a:pt x="257515" y="66755"/>
                  </a:lnTo>
                  <a:lnTo>
                    <a:pt x="258882" y="67174"/>
                  </a:lnTo>
                  <a:lnTo>
                    <a:pt x="260339" y="67314"/>
                  </a:lnTo>
                  <a:lnTo>
                    <a:pt x="261570" y="66894"/>
                  </a:lnTo>
                  <a:lnTo>
                    <a:pt x="262982" y="66242"/>
                  </a:lnTo>
                  <a:lnTo>
                    <a:pt x="264258" y="65916"/>
                  </a:lnTo>
                  <a:lnTo>
                    <a:pt x="265169" y="64705"/>
                  </a:lnTo>
                  <a:lnTo>
                    <a:pt x="266581" y="63680"/>
                  </a:lnTo>
                  <a:lnTo>
                    <a:pt x="267720" y="63727"/>
                  </a:lnTo>
                  <a:lnTo>
                    <a:pt x="269543" y="64705"/>
                  </a:lnTo>
                  <a:lnTo>
                    <a:pt x="271320" y="64332"/>
                  </a:lnTo>
                  <a:lnTo>
                    <a:pt x="272778" y="63680"/>
                  </a:lnTo>
                  <a:lnTo>
                    <a:pt x="274509" y="63680"/>
                  </a:lnTo>
                  <a:lnTo>
                    <a:pt x="277972" y="63680"/>
                  </a:lnTo>
                  <a:lnTo>
                    <a:pt x="279885" y="63680"/>
                  </a:lnTo>
                  <a:lnTo>
                    <a:pt x="281662" y="63214"/>
                  </a:lnTo>
                  <a:lnTo>
                    <a:pt x="282209" y="62841"/>
                  </a:lnTo>
                  <a:lnTo>
                    <a:pt x="282619" y="62469"/>
                  </a:lnTo>
                  <a:lnTo>
                    <a:pt x="283166" y="62143"/>
                  </a:lnTo>
                  <a:lnTo>
                    <a:pt x="283667" y="61770"/>
                  </a:lnTo>
                  <a:lnTo>
                    <a:pt x="284077" y="61537"/>
                  </a:lnTo>
                  <a:lnTo>
                    <a:pt x="284624" y="61071"/>
                  </a:lnTo>
                  <a:lnTo>
                    <a:pt x="285216" y="60652"/>
                  </a:lnTo>
                  <a:lnTo>
                    <a:pt x="285717" y="60373"/>
                  </a:lnTo>
                  <a:lnTo>
                    <a:pt x="286401" y="60140"/>
                  </a:lnTo>
                  <a:lnTo>
                    <a:pt x="286948" y="59953"/>
                  </a:lnTo>
                  <a:lnTo>
                    <a:pt x="287540" y="59674"/>
                  </a:lnTo>
                  <a:lnTo>
                    <a:pt x="288269" y="59394"/>
                  </a:lnTo>
                  <a:lnTo>
                    <a:pt x="288998" y="59115"/>
                  </a:lnTo>
                  <a:lnTo>
                    <a:pt x="289408" y="59068"/>
                  </a:lnTo>
                  <a:lnTo>
                    <a:pt x="290000" y="58975"/>
                  </a:lnTo>
                  <a:lnTo>
                    <a:pt x="290182" y="59022"/>
                  </a:lnTo>
                  <a:lnTo>
                    <a:pt x="290866" y="58882"/>
                  </a:lnTo>
                  <a:lnTo>
                    <a:pt x="291094" y="58882"/>
                  </a:lnTo>
                  <a:lnTo>
                    <a:pt x="291914" y="58835"/>
                  </a:lnTo>
                  <a:lnTo>
                    <a:pt x="292779" y="59022"/>
                  </a:lnTo>
                  <a:lnTo>
                    <a:pt x="293235" y="59022"/>
                  </a:lnTo>
                  <a:lnTo>
                    <a:pt x="294055" y="58975"/>
                  </a:lnTo>
                  <a:lnTo>
                    <a:pt x="295376" y="59255"/>
                  </a:lnTo>
                  <a:lnTo>
                    <a:pt x="296197" y="59394"/>
                  </a:lnTo>
                  <a:lnTo>
                    <a:pt x="296834" y="59534"/>
                  </a:lnTo>
                  <a:lnTo>
                    <a:pt x="297563" y="59581"/>
                  </a:lnTo>
                  <a:lnTo>
                    <a:pt x="298429" y="59674"/>
                  </a:lnTo>
                  <a:lnTo>
                    <a:pt x="299067" y="59720"/>
                  </a:lnTo>
                  <a:lnTo>
                    <a:pt x="299796" y="59720"/>
                  </a:lnTo>
                  <a:lnTo>
                    <a:pt x="300525" y="59720"/>
                  </a:lnTo>
                  <a:lnTo>
                    <a:pt x="301300" y="59720"/>
                  </a:lnTo>
                  <a:lnTo>
                    <a:pt x="301983" y="59720"/>
                  </a:lnTo>
                  <a:lnTo>
                    <a:pt x="302666" y="59534"/>
                  </a:lnTo>
                  <a:lnTo>
                    <a:pt x="303623" y="59255"/>
                  </a:lnTo>
                  <a:lnTo>
                    <a:pt x="304443" y="59068"/>
                  </a:lnTo>
                  <a:lnTo>
                    <a:pt x="305309" y="58928"/>
                  </a:lnTo>
                  <a:lnTo>
                    <a:pt x="306175" y="58835"/>
                  </a:lnTo>
                  <a:lnTo>
                    <a:pt x="306949" y="58742"/>
                  </a:lnTo>
                  <a:lnTo>
                    <a:pt x="307678" y="58463"/>
                  </a:lnTo>
                  <a:lnTo>
                    <a:pt x="308134" y="58230"/>
                  </a:lnTo>
                  <a:lnTo>
                    <a:pt x="308772" y="57671"/>
                  </a:lnTo>
                  <a:lnTo>
                    <a:pt x="309455" y="56925"/>
                  </a:lnTo>
                  <a:lnTo>
                    <a:pt x="310275" y="56227"/>
                  </a:lnTo>
                  <a:lnTo>
                    <a:pt x="311278" y="55435"/>
                  </a:lnTo>
                  <a:lnTo>
                    <a:pt x="312234" y="54829"/>
                  </a:lnTo>
                  <a:lnTo>
                    <a:pt x="312963" y="54410"/>
                  </a:lnTo>
                  <a:lnTo>
                    <a:pt x="314148" y="53804"/>
                  </a:lnTo>
                  <a:lnTo>
                    <a:pt x="315196" y="53338"/>
                  </a:lnTo>
                  <a:lnTo>
                    <a:pt x="316289" y="52919"/>
                  </a:lnTo>
                  <a:lnTo>
                    <a:pt x="317702" y="52733"/>
                  </a:lnTo>
                  <a:lnTo>
                    <a:pt x="318977" y="52453"/>
                  </a:lnTo>
                  <a:lnTo>
                    <a:pt x="320071" y="52081"/>
                  </a:lnTo>
                  <a:lnTo>
                    <a:pt x="321529" y="51754"/>
                  </a:lnTo>
                  <a:lnTo>
                    <a:pt x="322167" y="51941"/>
                  </a:lnTo>
                  <a:lnTo>
                    <a:pt x="322896" y="51987"/>
                  </a:lnTo>
                  <a:lnTo>
                    <a:pt x="323488" y="51801"/>
                  </a:lnTo>
                  <a:lnTo>
                    <a:pt x="324172" y="51708"/>
                  </a:lnTo>
                  <a:lnTo>
                    <a:pt x="325311" y="51428"/>
                  </a:lnTo>
                  <a:lnTo>
                    <a:pt x="326040" y="51289"/>
                  </a:lnTo>
                  <a:lnTo>
                    <a:pt x="326814" y="51056"/>
                  </a:lnTo>
                  <a:lnTo>
                    <a:pt x="327452" y="50916"/>
                  </a:lnTo>
                  <a:lnTo>
                    <a:pt x="329183" y="50310"/>
                  </a:lnTo>
                  <a:lnTo>
                    <a:pt x="330231" y="49891"/>
                  </a:lnTo>
                  <a:lnTo>
                    <a:pt x="331370" y="49425"/>
                  </a:lnTo>
                  <a:lnTo>
                    <a:pt x="332418" y="48866"/>
                  </a:lnTo>
                  <a:lnTo>
                    <a:pt x="333648" y="48400"/>
                  </a:lnTo>
                  <a:lnTo>
                    <a:pt x="334605" y="48074"/>
                  </a:lnTo>
                  <a:lnTo>
                    <a:pt x="335471" y="47515"/>
                  </a:lnTo>
                  <a:lnTo>
                    <a:pt x="336473" y="46677"/>
                  </a:lnTo>
                  <a:lnTo>
                    <a:pt x="337567" y="45838"/>
                  </a:lnTo>
                  <a:lnTo>
                    <a:pt x="338387" y="45372"/>
                  </a:lnTo>
                  <a:lnTo>
                    <a:pt x="338979" y="45279"/>
                  </a:lnTo>
                  <a:lnTo>
                    <a:pt x="339754" y="45233"/>
                  </a:lnTo>
                  <a:lnTo>
                    <a:pt x="340574" y="45046"/>
                  </a:lnTo>
                  <a:lnTo>
                    <a:pt x="341348" y="44860"/>
                  </a:lnTo>
                  <a:lnTo>
                    <a:pt x="341941" y="44581"/>
                  </a:lnTo>
                  <a:lnTo>
                    <a:pt x="342715" y="44394"/>
                  </a:lnTo>
                  <a:lnTo>
                    <a:pt x="343672" y="44394"/>
                  </a:lnTo>
                  <a:lnTo>
                    <a:pt x="344355" y="44348"/>
                  </a:lnTo>
                  <a:lnTo>
                    <a:pt x="344993" y="44348"/>
                  </a:lnTo>
                  <a:lnTo>
                    <a:pt x="345449" y="44394"/>
                  </a:lnTo>
                  <a:lnTo>
                    <a:pt x="346178" y="44161"/>
                  </a:lnTo>
                  <a:lnTo>
                    <a:pt x="346633" y="44161"/>
                  </a:lnTo>
                  <a:lnTo>
                    <a:pt x="347408" y="43975"/>
                  </a:lnTo>
                  <a:lnTo>
                    <a:pt x="348183" y="43928"/>
                  </a:lnTo>
                  <a:lnTo>
                    <a:pt x="349003" y="43789"/>
                  </a:lnTo>
                  <a:lnTo>
                    <a:pt x="350734" y="43789"/>
                  </a:lnTo>
                  <a:lnTo>
                    <a:pt x="351645" y="43742"/>
                  </a:lnTo>
                  <a:lnTo>
                    <a:pt x="352511" y="43556"/>
                  </a:lnTo>
                  <a:lnTo>
                    <a:pt x="353285" y="43649"/>
                  </a:lnTo>
                  <a:lnTo>
                    <a:pt x="354789" y="43882"/>
                  </a:lnTo>
                  <a:lnTo>
                    <a:pt x="355837" y="44021"/>
                  </a:lnTo>
                  <a:lnTo>
                    <a:pt x="357386" y="44208"/>
                  </a:lnTo>
                  <a:lnTo>
                    <a:pt x="358480" y="44021"/>
                  </a:lnTo>
                  <a:lnTo>
                    <a:pt x="359527" y="43928"/>
                  </a:lnTo>
                  <a:lnTo>
                    <a:pt x="360712" y="43742"/>
                  </a:lnTo>
                  <a:lnTo>
                    <a:pt x="361623" y="43742"/>
                  </a:lnTo>
                  <a:lnTo>
                    <a:pt x="362717" y="43789"/>
                  </a:lnTo>
                  <a:lnTo>
                    <a:pt x="363947" y="43975"/>
                  </a:lnTo>
                  <a:lnTo>
                    <a:pt x="364949" y="44161"/>
                  </a:lnTo>
                  <a:lnTo>
                    <a:pt x="365952" y="44208"/>
                  </a:lnTo>
                  <a:lnTo>
                    <a:pt x="367546" y="44348"/>
                  </a:lnTo>
                  <a:lnTo>
                    <a:pt x="368594" y="44301"/>
                  </a:lnTo>
                  <a:lnTo>
                    <a:pt x="369733" y="44021"/>
                  </a:lnTo>
                  <a:lnTo>
                    <a:pt x="371055" y="43742"/>
                  </a:lnTo>
                  <a:lnTo>
                    <a:pt x="372421" y="43276"/>
                  </a:lnTo>
                  <a:lnTo>
                    <a:pt x="373652" y="42717"/>
                  </a:lnTo>
                  <a:lnTo>
                    <a:pt x="375018" y="42112"/>
                  </a:lnTo>
                  <a:lnTo>
                    <a:pt x="376613" y="41180"/>
                  </a:lnTo>
                  <a:lnTo>
                    <a:pt x="377843" y="40761"/>
                  </a:lnTo>
                  <a:lnTo>
                    <a:pt x="379028" y="40295"/>
                  </a:lnTo>
                  <a:lnTo>
                    <a:pt x="380167" y="39876"/>
                  </a:lnTo>
                  <a:lnTo>
                    <a:pt x="381670" y="39503"/>
                  </a:lnTo>
                  <a:lnTo>
                    <a:pt x="383128" y="39084"/>
                  </a:lnTo>
                  <a:lnTo>
                    <a:pt x="384313" y="38571"/>
                  </a:lnTo>
                  <a:lnTo>
                    <a:pt x="385725" y="37919"/>
                  </a:lnTo>
                  <a:lnTo>
                    <a:pt x="386637" y="37407"/>
                  </a:lnTo>
                  <a:lnTo>
                    <a:pt x="387502" y="36987"/>
                  </a:lnTo>
                  <a:lnTo>
                    <a:pt x="388368" y="36428"/>
                  </a:lnTo>
                  <a:lnTo>
                    <a:pt x="389279" y="35869"/>
                  </a:lnTo>
                  <a:lnTo>
                    <a:pt x="390099" y="35403"/>
                  </a:lnTo>
                  <a:lnTo>
                    <a:pt x="391056" y="34751"/>
                  </a:lnTo>
                  <a:lnTo>
                    <a:pt x="392013" y="34192"/>
                  </a:lnTo>
                  <a:lnTo>
                    <a:pt x="392833" y="33726"/>
                  </a:lnTo>
                  <a:lnTo>
                    <a:pt x="393699" y="33493"/>
                  </a:lnTo>
                  <a:lnTo>
                    <a:pt x="394747" y="33261"/>
                  </a:lnTo>
                  <a:lnTo>
                    <a:pt x="395612" y="33261"/>
                  </a:lnTo>
                  <a:lnTo>
                    <a:pt x="396524" y="33214"/>
                  </a:lnTo>
                  <a:lnTo>
                    <a:pt x="397389" y="33214"/>
                  </a:lnTo>
                  <a:lnTo>
                    <a:pt x="398301" y="33121"/>
                  </a:lnTo>
                  <a:lnTo>
                    <a:pt x="399121" y="33074"/>
                  </a:lnTo>
                  <a:lnTo>
                    <a:pt x="399941" y="32748"/>
                  </a:lnTo>
                  <a:lnTo>
                    <a:pt x="400898" y="32375"/>
                  </a:lnTo>
                  <a:lnTo>
                    <a:pt x="401900" y="31770"/>
                  </a:lnTo>
                  <a:lnTo>
                    <a:pt x="402811" y="31025"/>
                  </a:lnTo>
                  <a:lnTo>
                    <a:pt x="403495" y="30279"/>
                  </a:lnTo>
                  <a:lnTo>
                    <a:pt x="404269" y="29580"/>
                  </a:lnTo>
                  <a:lnTo>
                    <a:pt x="404861" y="29115"/>
                  </a:lnTo>
                  <a:lnTo>
                    <a:pt x="405636" y="28882"/>
                  </a:lnTo>
                  <a:lnTo>
                    <a:pt x="406456" y="28602"/>
                  </a:lnTo>
                  <a:lnTo>
                    <a:pt x="407413" y="28602"/>
                  </a:lnTo>
                  <a:lnTo>
                    <a:pt x="408597" y="28602"/>
                  </a:lnTo>
                  <a:lnTo>
                    <a:pt x="409554" y="28602"/>
                  </a:lnTo>
                  <a:lnTo>
                    <a:pt x="410693" y="28556"/>
                  </a:lnTo>
                  <a:lnTo>
                    <a:pt x="411559" y="28602"/>
                  </a:lnTo>
                  <a:lnTo>
                    <a:pt x="412607" y="28695"/>
                  </a:lnTo>
                  <a:lnTo>
                    <a:pt x="413564" y="28835"/>
                  </a:lnTo>
                  <a:lnTo>
                    <a:pt x="414612" y="28835"/>
                  </a:lnTo>
                  <a:lnTo>
                    <a:pt x="415751" y="28742"/>
                  </a:lnTo>
                  <a:lnTo>
                    <a:pt x="416571" y="28742"/>
                  </a:lnTo>
                  <a:lnTo>
                    <a:pt x="417801" y="28509"/>
                  </a:lnTo>
                  <a:lnTo>
                    <a:pt x="418803" y="28229"/>
                  </a:lnTo>
                  <a:lnTo>
                    <a:pt x="419806" y="28043"/>
                  </a:lnTo>
                  <a:lnTo>
                    <a:pt x="420990" y="27717"/>
                  </a:lnTo>
                  <a:lnTo>
                    <a:pt x="421537" y="27670"/>
                  </a:lnTo>
                  <a:lnTo>
                    <a:pt x="421947" y="27670"/>
                  </a:lnTo>
                  <a:lnTo>
                    <a:pt x="422357" y="27670"/>
                  </a:lnTo>
                  <a:lnTo>
                    <a:pt x="422995" y="27484"/>
                  </a:lnTo>
                  <a:lnTo>
                    <a:pt x="423451" y="27298"/>
                  </a:lnTo>
                  <a:lnTo>
                    <a:pt x="423997" y="26972"/>
                  </a:lnTo>
                  <a:lnTo>
                    <a:pt x="424772" y="26599"/>
                  </a:lnTo>
                  <a:lnTo>
                    <a:pt x="425136" y="26273"/>
                  </a:lnTo>
                  <a:lnTo>
                    <a:pt x="425592" y="25667"/>
                  </a:lnTo>
                  <a:lnTo>
                    <a:pt x="426002" y="25108"/>
                  </a:lnTo>
                  <a:lnTo>
                    <a:pt x="426458" y="24363"/>
                  </a:lnTo>
                  <a:lnTo>
                    <a:pt x="426822" y="23851"/>
                  </a:lnTo>
                  <a:lnTo>
                    <a:pt x="427050" y="23245"/>
                  </a:lnTo>
                  <a:lnTo>
                    <a:pt x="427415" y="22546"/>
                  </a:lnTo>
                  <a:lnTo>
                    <a:pt x="427688" y="21661"/>
                  </a:lnTo>
                  <a:lnTo>
                    <a:pt x="428098" y="21056"/>
                  </a:lnTo>
                  <a:lnTo>
                    <a:pt x="428554" y="20450"/>
                  </a:lnTo>
                  <a:lnTo>
                    <a:pt x="429146" y="19984"/>
                  </a:lnTo>
                  <a:lnTo>
                    <a:pt x="429738" y="19565"/>
                  </a:lnTo>
                  <a:lnTo>
                    <a:pt x="430832" y="19239"/>
                  </a:lnTo>
                  <a:lnTo>
                    <a:pt x="431788" y="19006"/>
                  </a:lnTo>
                  <a:lnTo>
                    <a:pt x="432609" y="18726"/>
                  </a:lnTo>
                  <a:lnTo>
                    <a:pt x="433520" y="18400"/>
                  </a:lnTo>
                  <a:lnTo>
                    <a:pt x="434613" y="18028"/>
                  </a:lnTo>
                  <a:lnTo>
                    <a:pt x="435570" y="17888"/>
                  </a:lnTo>
                  <a:lnTo>
                    <a:pt x="436162" y="17515"/>
                  </a:lnTo>
                  <a:lnTo>
                    <a:pt x="436664" y="17282"/>
                  </a:lnTo>
                  <a:lnTo>
                    <a:pt x="437210" y="16910"/>
                  </a:lnTo>
                  <a:lnTo>
                    <a:pt x="437393" y="16677"/>
                  </a:lnTo>
                  <a:lnTo>
                    <a:pt x="437666" y="16304"/>
                  </a:lnTo>
                  <a:lnTo>
                    <a:pt x="438213" y="15885"/>
                  </a:lnTo>
                  <a:lnTo>
                    <a:pt x="438668" y="15745"/>
                  </a:lnTo>
                  <a:lnTo>
                    <a:pt x="439580" y="15745"/>
                  </a:lnTo>
                  <a:lnTo>
                    <a:pt x="440035" y="15745"/>
                  </a:lnTo>
                  <a:lnTo>
                    <a:pt x="440719" y="15792"/>
                  </a:lnTo>
                  <a:lnTo>
                    <a:pt x="441311" y="15792"/>
                  </a:lnTo>
                  <a:lnTo>
                    <a:pt x="441994" y="15745"/>
                  </a:lnTo>
                  <a:lnTo>
                    <a:pt x="442769" y="15652"/>
                  </a:lnTo>
                  <a:lnTo>
                    <a:pt x="443407" y="15559"/>
                  </a:lnTo>
                  <a:lnTo>
                    <a:pt x="444090" y="15465"/>
                  </a:lnTo>
                  <a:lnTo>
                    <a:pt x="444819" y="15139"/>
                  </a:lnTo>
                  <a:lnTo>
                    <a:pt x="445685" y="14860"/>
                  </a:lnTo>
                  <a:lnTo>
                    <a:pt x="446778" y="14254"/>
                  </a:lnTo>
                  <a:lnTo>
                    <a:pt x="447735" y="13649"/>
                  </a:lnTo>
                  <a:lnTo>
                    <a:pt x="448737" y="13183"/>
                  </a:lnTo>
                  <a:lnTo>
                    <a:pt x="449375" y="12624"/>
                  </a:lnTo>
                  <a:lnTo>
                    <a:pt x="450241" y="12205"/>
                  </a:lnTo>
                  <a:lnTo>
                    <a:pt x="451562" y="11506"/>
                  </a:lnTo>
                  <a:lnTo>
                    <a:pt x="452701" y="10900"/>
                  </a:lnTo>
                  <a:lnTo>
                    <a:pt x="453795" y="9875"/>
                  </a:lnTo>
                  <a:lnTo>
                    <a:pt x="454569" y="9130"/>
                  </a:lnTo>
                  <a:lnTo>
                    <a:pt x="455116" y="8664"/>
                  </a:lnTo>
                  <a:lnTo>
                    <a:pt x="455526" y="8338"/>
                  </a:lnTo>
                  <a:lnTo>
                    <a:pt x="456118" y="8105"/>
                  </a:lnTo>
                  <a:lnTo>
                    <a:pt x="456802" y="7732"/>
                  </a:lnTo>
                  <a:lnTo>
                    <a:pt x="457349" y="7406"/>
                  </a:lnTo>
                  <a:lnTo>
                    <a:pt x="457895" y="7034"/>
                  </a:lnTo>
                  <a:lnTo>
                    <a:pt x="458397" y="6801"/>
                  </a:lnTo>
                  <a:lnTo>
                    <a:pt x="459034" y="6428"/>
                  </a:lnTo>
                  <a:lnTo>
                    <a:pt x="459581" y="6009"/>
                  </a:lnTo>
                  <a:lnTo>
                    <a:pt x="460265" y="5403"/>
                  </a:lnTo>
                  <a:lnTo>
                    <a:pt x="461085" y="4658"/>
                  </a:lnTo>
                  <a:lnTo>
                    <a:pt x="461267" y="4565"/>
                  </a:lnTo>
                  <a:lnTo>
                    <a:pt x="464456" y="3540"/>
                  </a:lnTo>
                  <a:lnTo>
                    <a:pt x="469741" y="2003"/>
                  </a:lnTo>
                  <a:lnTo>
                    <a:pt x="471108" y="1770"/>
                  </a:lnTo>
                  <a:lnTo>
                    <a:pt x="474662" y="1118"/>
                  </a:lnTo>
                  <a:lnTo>
                    <a:pt x="475664" y="931"/>
                  </a:lnTo>
                  <a:lnTo>
                    <a:pt x="478854" y="279"/>
                  </a:lnTo>
                  <a:lnTo>
                    <a:pt x="479218" y="186"/>
                  </a:lnTo>
                  <a:lnTo>
                    <a:pt x="48341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255939" y="4217161"/>
              <a:ext cx="307359" cy="358325"/>
            </a:xfrm>
            <a:custGeom>
              <a:avLst/>
              <a:pathLst>
                <a:path w="307359" h="358325">
                  <a:moveTo>
                    <a:pt x="93766" y="186"/>
                  </a:moveTo>
                  <a:lnTo>
                    <a:pt x="93993" y="326"/>
                  </a:lnTo>
                  <a:lnTo>
                    <a:pt x="95087" y="931"/>
                  </a:lnTo>
                  <a:lnTo>
                    <a:pt x="96226" y="1537"/>
                  </a:lnTo>
                  <a:lnTo>
                    <a:pt x="97684" y="2375"/>
                  </a:lnTo>
                  <a:lnTo>
                    <a:pt x="98641" y="2888"/>
                  </a:lnTo>
                  <a:lnTo>
                    <a:pt x="99187" y="3167"/>
                  </a:lnTo>
                  <a:lnTo>
                    <a:pt x="99370" y="3307"/>
                  </a:lnTo>
                  <a:lnTo>
                    <a:pt x="100418" y="3866"/>
                  </a:lnTo>
                  <a:lnTo>
                    <a:pt x="101283" y="4332"/>
                  </a:lnTo>
                  <a:lnTo>
                    <a:pt x="101557" y="4518"/>
                  </a:lnTo>
                  <a:lnTo>
                    <a:pt x="102696" y="5124"/>
                  </a:lnTo>
                  <a:lnTo>
                    <a:pt x="103242" y="5403"/>
                  </a:lnTo>
                  <a:lnTo>
                    <a:pt x="104518" y="6149"/>
                  </a:lnTo>
                  <a:lnTo>
                    <a:pt x="104792" y="6288"/>
                  </a:lnTo>
                  <a:lnTo>
                    <a:pt x="105019" y="6428"/>
                  </a:lnTo>
                  <a:lnTo>
                    <a:pt x="105293" y="6568"/>
                  </a:lnTo>
                  <a:lnTo>
                    <a:pt x="108391" y="8338"/>
                  </a:lnTo>
                  <a:lnTo>
                    <a:pt x="116547" y="12903"/>
                  </a:lnTo>
                  <a:lnTo>
                    <a:pt x="121513" y="15698"/>
                  </a:lnTo>
                  <a:lnTo>
                    <a:pt x="139373" y="25714"/>
                  </a:lnTo>
                  <a:lnTo>
                    <a:pt x="147301" y="30139"/>
                  </a:lnTo>
                  <a:lnTo>
                    <a:pt x="147574" y="30279"/>
                  </a:lnTo>
                  <a:lnTo>
                    <a:pt x="147164" y="30885"/>
                  </a:lnTo>
                  <a:lnTo>
                    <a:pt x="147073" y="31257"/>
                  </a:lnTo>
                  <a:lnTo>
                    <a:pt x="146800" y="31956"/>
                  </a:lnTo>
                  <a:lnTo>
                    <a:pt x="146572" y="32748"/>
                  </a:lnTo>
                  <a:lnTo>
                    <a:pt x="146253" y="33820"/>
                  </a:lnTo>
                  <a:lnTo>
                    <a:pt x="145934" y="34798"/>
                  </a:lnTo>
                  <a:lnTo>
                    <a:pt x="145843" y="35124"/>
                  </a:lnTo>
                  <a:lnTo>
                    <a:pt x="145615" y="35590"/>
                  </a:lnTo>
                  <a:lnTo>
                    <a:pt x="145205" y="35497"/>
                  </a:lnTo>
                  <a:lnTo>
                    <a:pt x="143929" y="35310"/>
                  </a:lnTo>
                  <a:lnTo>
                    <a:pt x="143610" y="35264"/>
                  </a:lnTo>
                  <a:lnTo>
                    <a:pt x="141742" y="34984"/>
                  </a:lnTo>
                  <a:lnTo>
                    <a:pt x="140421" y="34751"/>
                  </a:lnTo>
                  <a:lnTo>
                    <a:pt x="137687" y="34332"/>
                  </a:lnTo>
                  <a:lnTo>
                    <a:pt x="137505" y="34285"/>
                  </a:lnTo>
                  <a:lnTo>
                    <a:pt x="137414" y="34425"/>
                  </a:lnTo>
                  <a:lnTo>
                    <a:pt x="137095" y="34844"/>
                  </a:lnTo>
                  <a:lnTo>
                    <a:pt x="135865" y="36475"/>
                  </a:lnTo>
                  <a:lnTo>
                    <a:pt x="134908" y="37686"/>
                  </a:lnTo>
                  <a:lnTo>
                    <a:pt x="133359" y="39736"/>
                  </a:lnTo>
                  <a:lnTo>
                    <a:pt x="131764" y="41879"/>
                  </a:lnTo>
                  <a:lnTo>
                    <a:pt x="130944" y="42903"/>
                  </a:lnTo>
                  <a:lnTo>
                    <a:pt x="130671" y="42717"/>
                  </a:lnTo>
                  <a:lnTo>
                    <a:pt x="129577" y="41972"/>
                  </a:lnTo>
                  <a:lnTo>
                    <a:pt x="128074" y="44208"/>
                  </a:lnTo>
                  <a:lnTo>
                    <a:pt x="127162" y="45605"/>
                  </a:lnTo>
                  <a:lnTo>
                    <a:pt x="127208" y="45792"/>
                  </a:lnTo>
                  <a:lnTo>
                    <a:pt x="127254" y="45978"/>
                  </a:lnTo>
                  <a:lnTo>
                    <a:pt x="127162" y="47003"/>
                  </a:lnTo>
                  <a:lnTo>
                    <a:pt x="125932" y="49006"/>
                  </a:lnTo>
                  <a:lnTo>
                    <a:pt x="125294" y="49192"/>
                  </a:lnTo>
                  <a:lnTo>
                    <a:pt x="122470" y="50916"/>
                  </a:lnTo>
                  <a:lnTo>
                    <a:pt x="121558" y="51475"/>
                  </a:lnTo>
                  <a:lnTo>
                    <a:pt x="119645" y="53012"/>
                  </a:lnTo>
                  <a:lnTo>
                    <a:pt x="118004" y="53758"/>
                  </a:lnTo>
                  <a:lnTo>
                    <a:pt x="118004" y="54037"/>
                  </a:lnTo>
                  <a:lnTo>
                    <a:pt x="117913" y="54596"/>
                  </a:lnTo>
                  <a:lnTo>
                    <a:pt x="117640" y="56413"/>
                  </a:lnTo>
                  <a:lnTo>
                    <a:pt x="116911" y="57112"/>
                  </a:lnTo>
                  <a:lnTo>
                    <a:pt x="116638" y="57624"/>
                  </a:lnTo>
                  <a:lnTo>
                    <a:pt x="116364" y="58090"/>
                  </a:lnTo>
                  <a:lnTo>
                    <a:pt x="116319" y="58230"/>
                  </a:lnTo>
                  <a:lnTo>
                    <a:pt x="116319" y="58602"/>
                  </a:lnTo>
                  <a:lnTo>
                    <a:pt x="116683" y="58835"/>
                  </a:lnTo>
                  <a:lnTo>
                    <a:pt x="118688" y="59301"/>
                  </a:lnTo>
                  <a:lnTo>
                    <a:pt x="120055" y="59487"/>
                  </a:lnTo>
                  <a:lnTo>
                    <a:pt x="120966" y="59581"/>
                  </a:lnTo>
                  <a:lnTo>
                    <a:pt x="121285" y="59627"/>
                  </a:lnTo>
                  <a:lnTo>
                    <a:pt x="122652" y="59860"/>
                  </a:lnTo>
                  <a:lnTo>
                    <a:pt x="125568" y="60279"/>
                  </a:lnTo>
                  <a:lnTo>
                    <a:pt x="127846" y="60699"/>
                  </a:lnTo>
                  <a:lnTo>
                    <a:pt x="129851" y="60978"/>
                  </a:lnTo>
                  <a:lnTo>
                    <a:pt x="131081" y="61211"/>
                  </a:lnTo>
                  <a:lnTo>
                    <a:pt x="131536" y="61723"/>
                  </a:lnTo>
                  <a:lnTo>
                    <a:pt x="132539" y="62422"/>
                  </a:lnTo>
                  <a:lnTo>
                    <a:pt x="132675" y="62515"/>
                  </a:lnTo>
                  <a:lnTo>
                    <a:pt x="133723" y="63214"/>
                  </a:lnTo>
                  <a:lnTo>
                    <a:pt x="133906" y="63354"/>
                  </a:lnTo>
                  <a:lnTo>
                    <a:pt x="134270" y="63680"/>
                  </a:lnTo>
                  <a:lnTo>
                    <a:pt x="134452" y="63866"/>
                  </a:lnTo>
                  <a:lnTo>
                    <a:pt x="135500" y="64519"/>
                  </a:lnTo>
                  <a:lnTo>
                    <a:pt x="136093" y="64891"/>
                  </a:lnTo>
                  <a:lnTo>
                    <a:pt x="136229" y="64984"/>
                  </a:lnTo>
                  <a:lnTo>
                    <a:pt x="136503" y="65078"/>
                  </a:lnTo>
                  <a:lnTo>
                    <a:pt x="136822" y="65637"/>
                  </a:lnTo>
                  <a:lnTo>
                    <a:pt x="137414" y="66196"/>
                  </a:lnTo>
                  <a:lnTo>
                    <a:pt x="140922" y="68385"/>
                  </a:lnTo>
                  <a:lnTo>
                    <a:pt x="145888" y="71413"/>
                  </a:lnTo>
                  <a:lnTo>
                    <a:pt x="147027" y="72205"/>
                  </a:lnTo>
                  <a:lnTo>
                    <a:pt x="147392" y="72624"/>
                  </a:lnTo>
                  <a:lnTo>
                    <a:pt x="147164" y="72857"/>
                  </a:lnTo>
                  <a:lnTo>
                    <a:pt x="147027" y="72950"/>
                  </a:lnTo>
                  <a:lnTo>
                    <a:pt x="147346" y="73323"/>
                  </a:lnTo>
                  <a:lnTo>
                    <a:pt x="148349" y="74394"/>
                  </a:lnTo>
                  <a:lnTo>
                    <a:pt x="149397" y="75606"/>
                  </a:lnTo>
                  <a:lnTo>
                    <a:pt x="151082" y="77562"/>
                  </a:lnTo>
                  <a:lnTo>
                    <a:pt x="151675" y="78214"/>
                  </a:lnTo>
                  <a:lnTo>
                    <a:pt x="153224" y="79984"/>
                  </a:lnTo>
                  <a:lnTo>
                    <a:pt x="154317" y="81242"/>
                  </a:lnTo>
                  <a:lnTo>
                    <a:pt x="154955" y="82081"/>
                  </a:lnTo>
                  <a:lnTo>
                    <a:pt x="155502" y="82873"/>
                  </a:lnTo>
                  <a:lnTo>
                    <a:pt x="156185" y="83898"/>
                  </a:lnTo>
                  <a:lnTo>
                    <a:pt x="157780" y="86646"/>
                  </a:lnTo>
                  <a:lnTo>
                    <a:pt x="160696" y="91211"/>
                  </a:lnTo>
                  <a:lnTo>
                    <a:pt x="160969" y="91491"/>
                  </a:lnTo>
                  <a:lnTo>
                    <a:pt x="161425" y="91863"/>
                  </a:lnTo>
                  <a:lnTo>
                    <a:pt x="161607" y="92003"/>
                  </a:lnTo>
                  <a:lnTo>
                    <a:pt x="162154" y="92283"/>
                  </a:lnTo>
                  <a:lnTo>
                    <a:pt x="165115" y="93214"/>
                  </a:lnTo>
                  <a:lnTo>
                    <a:pt x="166209" y="93540"/>
                  </a:lnTo>
                  <a:lnTo>
                    <a:pt x="166756" y="93680"/>
                  </a:lnTo>
                  <a:lnTo>
                    <a:pt x="168350" y="94146"/>
                  </a:lnTo>
                  <a:lnTo>
                    <a:pt x="170674" y="94752"/>
                  </a:lnTo>
                  <a:lnTo>
                    <a:pt x="170765" y="94472"/>
                  </a:lnTo>
                  <a:lnTo>
                    <a:pt x="170811" y="94332"/>
                  </a:lnTo>
                  <a:lnTo>
                    <a:pt x="172041" y="90326"/>
                  </a:lnTo>
                  <a:lnTo>
                    <a:pt x="171950" y="89953"/>
                  </a:lnTo>
                  <a:lnTo>
                    <a:pt x="172086" y="89441"/>
                  </a:lnTo>
                  <a:lnTo>
                    <a:pt x="172314" y="88649"/>
                  </a:lnTo>
                  <a:lnTo>
                    <a:pt x="172496" y="88043"/>
                  </a:lnTo>
                  <a:lnTo>
                    <a:pt x="172679" y="87391"/>
                  </a:lnTo>
                  <a:lnTo>
                    <a:pt x="172906" y="86599"/>
                  </a:lnTo>
                  <a:lnTo>
                    <a:pt x="173271" y="85388"/>
                  </a:lnTo>
                  <a:lnTo>
                    <a:pt x="173635" y="84084"/>
                  </a:lnTo>
                  <a:lnTo>
                    <a:pt x="174000" y="82919"/>
                  </a:lnTo>
                  <a:lnTo>
                    <a:pt x="174045" y="82686"/>
                  </a:lnTo>
                  <a:lnTo>
                    <a:pt x="174182" y="82174"/>
                  </a:lnTo>
                  <a:lnTo>
                    <a:pt x="175412" y="78354"/>
                  </a:lnTo>
                  <a:lnTo>
                    <a:pt x="176870" y="73696"/>
                  </a:lnTo>
                  <a:lnTo>
                    <a:pt x="179695" y="65124"/>
                  </a:lnTo>
                  <a:lnTo>
                    <a:pt x="182110" y="65916"/>
                  </a:lnTo>
                  <a:lnTo>
                    <a:pt x="184160" y="59441"/>
                  </a:lnTo>
                  <a:lnTo>
                    <a:pt x="188762" y="62981"/>
                  </a:lnTo>
                  <a:lnTo>
                    <a:pt x="189673" y="61304"/>
                  </a:lnTo>
                  <a:lnTo>
                    <a:pt x="192088" y="63307"/>
                  </a:lnTo>
                  <a:lnTo>
                    <a:pt x="193136" y="64099"/>
                  </a:lnTo>
                  <a:lnTo>
                    <a:pt x="198649" y="68292"/>
                  </a:lnTo>
                  <a:lnTo>
                    <a:pt x="199651" y="69224"/>
                  </a:lnTo>
                  <a:lnTo>
                    <a:pt x="200654" y="70109"/>
                  </a:lnTo>
                  <a:lnTo>
                    <a:pt x="201018" y="70388"/>
                  </a:lnTo>
                  <a:lnTo>
                    <a:pt x="203251" y="72345"/>
                  </a:lnTo>
                  <a:lnTo>
                    <a:pt x="203387" y="72438"/>
                  </a:lnTo>
                  <a:lnTo>
                    <a:pt x="204390" y="73230"/>
                  </a:lnTo>
                  <a:lnTo>
                    <a:pt x="204800" y="72671"/>
                  </a:lnTo>
                  <a:lnTo>
                    <a:pt x="204982" y="72531"/>
                  </a:lnTo>
                  <a:lnTo>
                    <a:pt x="207351" y="74301"/>
                  </a:lnTo>
                  <a:lnTo>
                    <a:pt x="210404" y="76584"/>
                  </a:lnTo>
                  <a:lnTo>
                    <a:pt x="210222" y="76863"/>
                  </a:lnTo>
                  <a:lnTo>
                    <a:pt x="211042" y="77515"/>
                  </a:lnTo>
                  <a:lnTo>
                    <a:pt x="210677" y="78121"/>
                  </a:lnTo>
                  <a:lnTo>
                    <a:pt x="216372" y="82779"/>
                  </a:lnTo>
                  <a:lnTo>
                    <a:pt x="217284" y="83432"/>
                  </a:lnTo>
                  <a:lnTo>
                    <a:pt x="218195" y="83432"/>
                  </a:lnTo>
                  <a:lnTo>
                    <a:pt x="218240" y="84084"/>
                  </a:lnTo>
                  <a:lnTo>
                    <a:pt x="219790" y="83898"/>
                  </a:lnTo>
                  <a:lnTo>
                    <a:pt x="220336" y="83851"/>
                  </a:lnTo>
                  <a:lnTo>
                    <a:pt x="220336" y="83991"/>
                  </a:lnTo>
                  <a:lnTo>
                    <a:pt x="220336" y="84503"/>
                  </a:lnTo>
                  <a:lnTo>
                    <a:pt x="220382" y="84969"/>
                  </a:lnTo>
                  <a:lnTo>
                    <a:pt x="221384" y="86599"/>
                  </a:lnTo>
                  <a:lnTo>
                    <a:pt x="221521" y="86693"/>
                  </a:lnTo>
                  <a:lnTo>
                    <a:pt x="222022" y="87112"/>
                  </a:lnTo>
                  <a:lnTo>
                    <a:pt x="223116" y="87764"/>
                  </a:lnTo>
                  <a:lnTo>
                    <a:pt x="225348" y="89255"/>
                  </a:lnTo>
                  <a:lnTo>
                    <a:pt x="226578" y="89255"/>
                  </a:lnTo>
                  <a:lnTo>
                    <a:pt x="226760" y="89255"/>
                  </a:lnTo>
                  <a:lnTo>
                    <a:pt x="227171" y="89255"/>
                  </a:lnTo>
                  <a:lnTo>
                    <a:pt x="227899" y="89208"/>
                  </a:lnTo>
                  <a:lnTo>
                    <a:pt x="228537" y="88975"/>
                  </a:lnTo>
                  <a:lnTo>
                    <a:pt x="229676" y="87811"/>
                  </a:lnTo>
                  <a:lnTo>
                    <a:pt x="230998" y="89255"/>
                  </a:lnTo>
                  <a:lnTo>
                    <a:pt x="233458" y="88882"/>
                  </a:lnTo>
                  <a:lnTo>
                    <a:pt x="236055" y="87158"/>
                  </a:lnTo>
                  <a:lnTo>
                    <a:pt x="240292" y="80916"/>
                  </a:lnTo>
                  <a:lnTo>
                    <a:pt x="241933" y="75838"/>
                  </a:lnTo>
                  <a:lnTo>
                    <a:pt x="242024" y="75606"/>
                  </a:lnTo>
                  <a:lnTo>
                    <a:pt x="242069" y="75466"/>
                  </a:lnTo>
                  <a:lnTo>
                    <a:pt x="242115" y="75326"/>
                  </a:lnTo>
                  <a:lnTo>
                    <a:pt x="242343" y="74581"/>
                  </a:lnTo>
                  <a:lnTo>
                    <a:pt x="242434" y="73975"/>
                  </a:lnTo>
                  <a:lnTo>
                    <a:pt x="242889" y="70015"/>
                  </a:lnTo>
                  <a:lnTo>
                    <a:pt x="243026" y="67081"/>
                  </a:lnTo>
                  <a:lnTo>
                    <a:pt x="243072" y="66568"/>
                  </a:lnTo>
                  <a:lnTo>
                    <a:pt x="243163" y="66102"/>
                  </a:lnTo>
                  <a:lnTo>
                    <a:pt x="243299" y="65497"/>
                  </a:lnTo>
                  <a:lnTo>
                    <a:pt x="243482" y="63494"/>
                  </a:lnTo>
                  <a:lnTo>
                    <a:pt x="244211" y="64472"/>
                  </a:lnTo>
                  <a:lnTo>
                    <a:pt x="245304" y="65916"/>
                  </a:lnTo>
                  <a:lnTo>
                    <a:pt x="246306" y="67220"/>
                  </a:lnTo>
                  <a:lnTo>
                    <a:pt x="247719" y="69037"/>
                  </a:lnTo>
                  <a:lnTo>
                    <a:pt x="250863" y="73230"/>
                  </a:lnTo>
                  <a:lnTo>
                    <a:pt x="252457" y="75326"/>
                  </a:lnTo>
                  <a:lnTo>
                    <a:pt x="252867" y="75606"/>
                  </a:lnTo>
                  <a:lnTo>
                    <a:pt x="254553" y="77003"/>
                  </a:lnTo>
                  <a:lnTo>
                    <a:pt x="255419" y="77795"/>
                  </a:lnTo>
                  <a:lnTo>
                    <a:pt x="256740" y="79053"/>
                  </a:lnTo>
                  <a:lnTo>
                    <a:pt x="257788" y="80078"/>
                  </a:lnTo>
                  <a:lnTo>
                    <a:pt x="261296" y="82500"/>
                  </a:lnTo>
                  <a:lnTo>
                    <a:pt x="267356" y="83851"/>
                  </a:lnTo>
                  <a:lnTo>
                    <a:pt x="267812" y="83851"/>
                  </a:lnTo>
                  <a:lnTo>
                    <a:pt x="267903" y="84876"/>
                  </a:lnTo>
                  <a:lnTo>
                    <a:pt x="267903" y="85109"/>
                  </a:lnTo>
                  <a:lnTo>
                    <a:pt x="267812" y="88370"/>
                  </a:lnTo>
                  <a:lnTo>
                    <a:pt x="267766" y="90745"/>
                  </a:lnTo>
                  <a:lnTo>
                    <a:pt x="267675" y="91724"/>
                  </a:lnTo>
                  <a:lnTo>
                    <a:pt x="267584" y="92748"/>
                  </a:lnTo>
                  <a:lnTo>
                    <a:pt x="267402" y="94193"/>
                  </a:lnTo>
                  <a:lnTo>
                    <a:pt x="267265" y="94891"/>
                  </a:lnTo>
                  <a:lnTo>
                    <a:pt x="267219" y="95031"/>
                  </a:lnTo>
                  <a:lnTo>
                    <a:pt x="266035" y="96801"/>
                  </a:lnTo>
                  <a:lnTo>
                    <a:pt x="265716" y="97314"/>
                  </a:lnTo>
                  <a:lnTo>
                    <a:pt x="264440" y="99224"/>
                  </a:lnTo>
                  <a:lnTo>
                    <a:pt x="262526" y="102298"/>
                  </a:lnTo>
                  <a:lnTo>
                    <a:pt x="262208" y="102857"/>
                  </a:lnTo>
                  <a:lnTo>
                    <a:pt x="262025" y="103277"/>
                  </a:lnTo>
                  <a:lnTo>
                    <a:pt x="261387" y="104767"/>
                  </a:lnTo>
                  <a:lnTo>
                    <a:pt x="261342" y="104907"/>
                  </a:lnTo>
                  <a:lnTo>
                    <a:pt x="261251" y="105186"/>
                  </a:lnTo>
                  <a:lnTo>
                    <a:pt x="260658" y="107096"/>
                  </a:lnTo>
                  <a:lnTo>
                    <a:pt x="260157" y="108773"/>
                  </a:lnTo>
                  <a:lnTo>
                    <a:pt x="259246" y="111755"/>
                  </a:lnTo>
                  <a:lnTo>
                    <a:pt x="259155" y="112034"/>
                  </a:lnTo>
                  <a:lnTo>
                    <a:pt x="259018" y="112547"/>
                  </a:lnTo>
                  <a:lnTo>
                    <a:pt x="258927" y="112966"/>
                  </a:lnTo>
                  <a:lnTo>
                    <a:pt x="258882" y="113106"/>
                  </a:lnTo>
                  <a:lnTo>
                    <a:pt x="258745" y="113478"/>
                  </a:lnTo>
                  <a:lnTo>
                    <a:pt x="258016" y="116134"/>
                  </a:lnTo>
                  <a:lnTo>
                    <a:pt x="257834" y="116879"/>
                  </a:lnTo>
                  <a:lnTo>
                    <a:pt x="257697" y="117811"/>
                  </a:lnTo>
                  <a:lnTo>
                    <a:pt x="257697" y="117951"/>
                  </a:lnTo>
                  <a:lnTo>
                    <a:pt x="257651" y="118556"/>
                  </a:lnTo>
                  <a:lnTo>
                    <a:pt x="257651" y="119348"/>
                  </a:lnTo>
                  <a:lnTo>
                    <a:pt x="257697" y="119954"/>
                  </a:lnTo>
                  <a:lnTo>
                    <a:pt x="258016" y="121444"/>
                  </a:lnTo>
                  <a:lnTo>
                    <a:pt x="258153" y="122050"/>
                  </a:lnTo>
                  <a:lnTo>
                    <a:pt x="258471" y="123401"/>
                  </a:lnTo>
                  <a:lnTo>
                    <a:pt x="258654" y="124053"/>
                  </a:lnTo>
                  <a:lnTo>
                    <a:pt x="259884" y="127920"/>
                  </a:lnTo>
                  <a:lnTo>
                    <a:pt x="260203" y="128898"/>
                  </a:lnTo>
                  <a:lnTo>
                    <a:pt x="260841" y="130854"/>
                  </a:lnTo>
                  <a:lnTo>
                    <a:pt x="262162" y="137050"/>
                  </a:lnTo>
                  <a:lnTo>
                    <a:pt x="262208" y="137469"/>
                  </a:lnTo>
                  <a:lnTo>
                    <a:pt x="262754" y="141848"/>
                  </a:lnTo>
                  <a:lnTo>
                    <a:pt x="263028" y="144038"/>
                  </a:lnTo>
                  <a:lnTo>
                    <a:pt x="263073" y="144317"/>
                  </a:lnTo>
                  <a:lnTo>
                    <a:pt x="263210" y="145389"/>
                  </a:lnTo>
                  <a:lnTo>
                    <a:pt x="254508" y="147625"/>
                  </a:lnTo>
                  <a:lnTo>
                    <a:pt x="256057" y="158525"/>
                  </a:lnTo>
                  <a:lnTo>
                    <a:pt x="256376" y="160668"/>
                  </a:lnTo>
                  <a:lnTo>
                    <a:pt x="264349" y="158898"/>
                  </a:lnTo>
                  <a:lnTo>
                    <a:pt x="265078" y="158712"/>
                  </a:lnTo>
                  <a:lnTo>
                    <a:pt x="270044" y="157407"/>
                  </a:lnTo>
                  <a:lnTo>
                    <a:pt x="270500" y="157268"/>
                  </a:lnTo>
                  <a:lnTo>
                    <a:pt x="271229" y="157407"/>
                  </a:lnTo>
                  <a:lnTo>
                    <a:pt x="271775" y="157640"/>
                  </a:lnTo>
                  <a:lnTo>
                    <a:pt x="272687" y="158059"/>
                  </a:lnTo>
                  <a:lnTo>
                    <a:pt x="272915" y="158199"/>
                  </a:lnTo>
                  <a:lnTo>
                    <a:pt x="273416" y="158525"/>
                  </a:lnTo>
                  <a:lnTo>
                    <a:pt x="274327" y="159643"/>
                  </a:lnTo>
                  <a:lnTo>
                    <a:pt x="274919" y="160715"/>
                  </a:lnTo>
                  <a:lnTo>
                    <a:pt x="275010" y="163137"/>
                  </a:lnTo>
                  <a:lnTo>
                    <a:pt x="275101" y="163976"/>
                  </a:lnTo>
                  <a:lnTo>
                    <a:pt x="275329" y="168028"/>
                  </a:lnTo>
                  <a:lnTo>
                    <a:pt x="275466" y="171336"/>
                  </a:lnTo>
                  <a:lnTo>
                    <a:pt x="275557" y="171569"/>
                  </a:lnTo>
                  <a:lnTo>
                    <a:pt x="275648" y="171802"/>
                  </a:lnTo>
                  <a:lnTo>
                    <a:pt x="276286" y="173525"/>
                  </a:lnTo>
                  <a:lnTo>
                    <a:pt x="276468" y="173945"/>
                  </a:lnTo>
                  <a:lnTo>
                    <a:pt x="276559" y="174084"/>
                  </a:lnTo>
                  <a:lnTo>
                    <a:pt x="277790" y="176414"/>
                  </a:lnTo>
                  <a:lnTo>
                    <a:pt x="278473" y="178324"/>
                  </a:lnTo>
                  <a:lnTo>
                    <a:pt x="278746" y="179162"/>
                  </a:lnTo>
                  <a:lnTo>
                    <a:pt x="279658" y="180979"/>
                  </a:lnTo>
                  <a:lnTo>
                    <a:pt x="280341" y="182376"/>
                  </a:lnTo>
                  <a:lnTo>
                    <a:pt x="280933" y="183215"/>
                  </a:lnTo>
                  <a:lnTo>
                    <a:pt x="281343" y="183774"/>
                  </a:lnTo>
                  <a:lnTo>
                    <a:pt x="281389" y="183914"/>
                  </a:lnTo>
                  <a:lnTo>
                    <a:pt x="284032" y="187640"/>
                  </a:lnTo>
                  <a:lnTo>
                    <a:pt x="284259" y="187966"/>
                  </a:lnTo>
                  <a:lnTo>
                    <a:pt x="284624" y="188432"/>
                  </a:lnTo>
                  <a:lnTo>
                    <a:pt x="286082" y="189550"/>
                  </a:lnTo>
                  <a:lnTo>
                    <a:pt x="286401" y="189643"/>
                  </a:lnTo>
                  <a:lnTo>
                    <a:pt x="287175" y="189783"/>
                  </a:lnTo>
                  <a:lnTo>
                    <a:pt x="288724" y="190063"/>
                  </a:lnTo>
                  <a:lnTo>
                    <a:pt x="290592" y="190435"/>
                  </a:lnTo>
                  <a:lnTo>
                    <a:pt x="292461" y="190761"/>
                  </a:lnTo>
                  <a:lnTo>
                    <a:pt x="292825" y="190855"/>
                  </a:lnTo>
                  <a:lnTo>
                    <a:pt x="295012" y="191227"/>
                  </a:lnTo>
                  <a:lnTo>
                    <a:pt x="297153" y="191647"/>
                  </a:lnTo>
                  <a:lnTo>
                    <a:pt x="302712" y="192625"/>
                  </a:lnTo>
                  <a:lnTo>
                    <a:pt x="304717" y="192998"/>
                  </a:lnTo>
                  <a:lnTo>
                    <a:pt x="305081" y="193044"/>
                  </a:lnTo>
                  <a:lnTo>
                    <a:pt x="302849" y="205342"/>
                  </a:lnTo>
                  <a:lnTo>
                    <a:pt x="302621" y="206693"/>
                  </a:lnTo>
                  <a:lnTo>
                    <a:pt x="302393" y="207951"/>
                  </a:lnTo>
                  <a:lnTo>
                    <a:pt x="300525" y="218106"/>
                  </a:lnTo>
                  <a:lnTo>
                    <a:pt x="299887" y="221787"/>
                  </a:lnTo>
                  <a:lnTo>
                    <a:pt x="299021" y="226771"/>
                  </a:lnTo>
                  <a:lnTo>
                    <a:pt x="296379" y="241678"/>
                  </a:lnTo>
                  <a:lnTo>
                    <a:pt x="294647" y="251181"/>
                  </a:lnTo>
                  <a:lnTo>
                    <a:pt x="294556" y="251740"/>
                  </a:lnTo>
                  <a:lnTo>
                    <a:pt x="292005" y="265809"/>
                  </a:lnTo>
                  <a:lnTo>
                    <a:pt x="291777" y="267159"/>
                  </a:lnTo>
                  <a:lnTo>
                    <a:pt x="290911" y="271771"/>
                  </a:lnTo>
                  <a:lnTo>
                    <a:pt x="288861" y="283045"/>
                  </a:lnTo>
                  <a:lnTo>
                    <a:pt x="286720" y="294924"/>
                  </a:lnTo>
                  <a:lnTo>
                    <a:pt x="286310" y="297393"/>
                  </a:lnTo>
                  <a:lnTo>
                    <a:pt x="286264" y="298231"/>
                  </a:lnTo>
                  <a:lnTo>
                    <a:pt x="286219" y="299768"/>
                  </a:lnTo>
                  <a:lnTo>
                    <a:pt x="286264" y="301259"/>
                  </a:lnTo>
                  <a:lnTo>
                    <a:pt x="286355" y="302470"/>
                  </a:lnTo>
                  <a:lnTo>
                    <a:pt x="286583" y="303821"/>
                  </a:lnTo>
                  <a:lnTo>
                    <a:pt x="286948" y="305172"/>
                  </a:lnTo>
                  <a:lnTo>
                    <a:pt x="287266" y="306476"/>
                  </a:lnTo>
                  <a:lnTo>
                    <a:pt x="287631" y="307501"/>
                  </a:lnTo>
                  <a:lnTo>
                    <a:pt x="288223" y="308945"/>
                  </a:lnTo>
                  <a:lnTo>
                    <a:pt x="288724" y="309970"/>
                  </a:lnTo>
                  <a:lnTo>
                    <a:pt x="289271" y="310855"/>
                  </a:lnTo>
                  <a:lnTo>
                    <a:pt x="289909" y="311880"/>
                  </a:lnTo>
                  <a:lnTo>
                    <a:pt x="290911" y="313185"/>
                  </a:lnTo>
                  <a:lnTo>
                    <a:pt x="292233" y="314582"/>
                  </a:lnTo>
                  <a:lnTo>
                    <a:pt x="297017" y="319567"/>
                  </a:lnTo>
                  <a:lnTo>
                    <a:pt x="307359" y="330467"/>
                  </a:lnTo>
                  <a:lnTo>
                    <a:pt x="307177" y="330747"/>
                  </a:lnTo>
                  <a:lnTo>
                    <a:pt x="304717" y="335219"/>
                  </a:lnTo>
                  <a:lnTo>
                    <a:pt x="302211" y="339784"/>
                  </a:lnTo>
                  <a:lnTo>
                    <a:pt x="300479" y="342812"/>
                  </a:lnTo>
                  <a:lnTo>
                    <a:pt x="298794" y="346213"/>
                  </a:lnTo>
                  <a:lnTo>
                    <a:pt x="298384" y="346725"/>
                  </a:lnTo>
                  <a:lnTo>
                    <a:pt x="296151" y="350638"/>
                  </a:lnTo>
                  <a:lnTo>
                    <a:pt x="292369" y="357067"/>
                  </a:lnTo>
                  <a:lnTo>
                    <a:pt x="291321" y="358325"/>
                  </a:lnTo>
                  <a:lnTo>
                    <a:pt x="289864" y="357719"/>
                  </a:lnTo>
                  <a:lnTo>
                    <a:pt x="285398" y="355762"/>
                  </a:lnTo>
                  <a:lnTo>
                    <a:pt x="284897" y="355716"/>
                  </a:lnTo>
                  <a:lnTo>
                    <a:pt x="284533" y="355669"/>
                  </a:lnTo>
                  <a:lnTo>
                    <a:pt x="283622" y="355017"/>
                  </a:lnTo>
                  <a:lnTo>
                    <a:pt x="282847" y="354505"/>
                  </a:lnTo>
                  <a:lnTo>
                    <a:pt x="281343" y="353853"/>
                  </a:lnTo>
                  <a:lnTo>
                    <a:pt x="280113" y="352967"/>
                  </a:lnTo>
                  <a:lnTo>
                    <a:pt x="277881" y="351989"/>
                  </a:lnTo>
                  <a:lnTo>
                    <a:pt x="276651" y="351477"/>
                  </a:lnTo>
                  <a:lnTo>
                    <a:pt x="274600" y="350964"/>
                  </a:lnTo>
                  <a:lnTo>
                    <a:pt x="271867" y="349334"/>
                  </a:lnTo>
                  <a:lnTo>
                    <a:pt x="270500" y="348542"/>
                  </a:lnTo>
                  <a:lnTo>
                    <a:pt x="268313" y="347424"/>
                  </a:lnTo>
                  <a:lnTo>
                    <a:pt x="266308" y="347051"/>
                  </a:lnTo>
                  <a:lnTo>
                    <a:pt x="264759" y="346166"/>
                  </a:lnTo>
                  <a:lnTo>
                    <a:pt x="263574" y="345887"/>
                  </a:lnTo>
                  <a:lnTo>
                    <a:pt x="262845" y="345700"/>
                  </a:lnTo>
                  <a:lnTo>
                    <a:pt x="260886" y="344629"/>
                  </a:lnTo>
                  <a:lnTo>
                    <a:pt x="258061" y="343884"/>
                  </a:lnTo>
                  <a:lnTo>
                    <a:pt x="252321" y="340716"/>
                  </a:lnTo>
                  <a:lnTo>
                    <a:pt x="250088" y="339831"/>
                  </a:lnTo>
                  <a:lnTo>
                    <a:pt x="248402" y="339318"/>
                  </a:lnTo>
                  <a:lnTo>
                    <a:pt x="247218" y="338620"/>
                  </a:lnTo>
                  <a:lnTo>
                    <a:pt x="243892" y="337501"/>
                  </a:lnTo>
                  <a:lnTo>
                    <a:pt x="243345" y="336896"/>
                  </a:lnTo>
                  <a:lnTo>
                    <a:pt x="241067" y="336383"/>
                  </a:lnTo>
                  <a:lnTo>
                    <a:pt x="239882" y="335871"/>
                  </a:lnTo>
                  <a:lnTo>
                    <a:pt x="239290" y="335359"/>
                  </a:lnTo>
                  <a:lnTo>
                    <a:pt x="238288" y="334939"/>
                  </a:lnTo>
                  <a:lnTo>
                    <a:pt x="237149" y="334194"/>
                  </a:lnTo>
                  <a:lnTo>
                    <a:pt x="236465" y="334008"/>
                  </a:lnTo>
                  <a:lnTo>
                    <a:pt x="236192" y="334054"/>
                  </a:lnTo>
                  <a:lnTo>
                    <a:pt x="235417" y="333868"/>
                  </a:lnTo>
                  <a:lnTo>
                    <a:pt x="235144" y="333495"/>
                  </a:lnTo>
                  <a:lnTo>
                    <a:pt x="234688" y="333169"/>
                  </a:lnTo>
                  <a:lnTo>
                    <a:pt x="233139" y="332843"/>
                  </a:lnTo>
                  <a:lnTo>
                    <a:pt x="230952" y="331818"/>
                  </a:lnTo>
                  <a:lnTo>
                    <a:pt x="230086" y="331585"/>
                  </a:lnTo>
                  <a:lnTo>
                    <a:pt x="229585" y="331306"/>
                  </a:lnTo>
                  <a:lnTo>
                    <a:pt x="229175" y="331073"/>
                  </a:lnTo>
                  <a:lnTo>
                    <a:pt x="228902" y="330980"/>
                  </a:lnTo>
                  <a:lnTo>
                    <a:pt x="228674" y="330793"/>
                  </a:lnTo>
                  <a:lnTo>
                    <a:pt x="227945" y="330467"/>
                  </a:lnTo>
                  <a:lnTo>
                    <a:pt x="227262" y="329862"/>
                  </a:lnTo>
                  <a:lnTo>
                    <a:pt x="226624" y="329582"/>
                  </a:lnTo>
                  <a:lnTo>
                    <a:pt x="226031" y="329396"/>
                  </a:lnTo>
                  <a:lnTo>
                    <a:pt x="225713" y="329163"/>
                  </a:lnTo>
                  <a:lnTo>
                    <a:pt x="225348" y="329070"/>
                  </a:lnTo>
                  <a:lnTo>
                    <a:pt x="224892" y="328977"/>
                  </a:lnTo>
                  <a:lnTo>
                    <a:pt x="224300" y="328790"/>
                  </a:lnTo>
                  <a:lnTo>
                    <a:pt x="223844" y="328511"/>
                  </a:lnTo>
                  <a:lnTo>
                    <a:pt x="222751" y="327952"/>
                  </a:lnTo>
                  <a:lnTo>
                    <a:pt x="221976" y="327719"/>
                  </a:lnTo>
                  <a:lnTo>
                    <a:pt x="221749" y="327672"/>
                  </a:lnTo>
                  <a:lnTo>
                    <a:pt x="221020" y="327439"/>
                  </a:lnTo>
                  <a:lnTo>
                    <a:pt x="220701" y="327393"/>
                  </a:lnTo>
                  <a:lnTo>
                    <a:pt x="220427" y="327300"/>
                  </a:lnTo>
                  <a:lnTo>
                    <a:pt x="219972" y="327113"/>
                  </a:lnTo>
                  <a:lnTo>
                    <a:pt x="219653" y="326880"/>
                  </a:lnTo>
                  <a:lnTo>
                    <a:pt x="219334" y="326554"/>
                  </a:lnTo>
                  <a:lnTo>
                    <a:pt x="219106" y="326461"/>
                  </a:lnTo>
                  <a:lnTo>
                    <a:pt x="218878" y="326368"/>
                  </a:lnTo>
                  <a:lnTo>
                    <a:pt x="218332" y="326275"/>
                  </a:lnTo>
                  <a:lnTo>
                    <a:pt x="218058" y="326135"/>
                  </a:lnTo>
                  <a:lnTo>
                    <a:pt x="217648" y="325855"/>
                  </a:lnTo>
                  <a:lnTo>
                    <a:pt x="217056" y="325623"/>
                  </a:lnTo>
                  <a:lnTo>
                    <a:pt x="216782" y="325483"/>
                  </a:lnTo>
                  <a:lnTo>
                    <a:pt x="216600" y="325296"/>
                  </a:lnTo>
                  <a:lnTo>
                    <a:pt x="216145" y="325157"/>
                  </a:lnTo>
                  <a:lnTo>
                    <a:pt x="215735" y="325110"/>
                  </a:lnTo>
                  <a:lnTo>
                    <a:pt x="215097" y="324831"/>
                  </a:lnTo>
                  <a:lnTo>
                    <a:pt x="214869" y="324551"/>
                  </a:lnTo>
                  <a:lnTo>
                    <a:pt x="212864" y="323759"/>
                  </a:lnTo>
                  <a:lnTo>
                    <a:pt x="212090" y="323200"/>
                  </a:lnTo>
                  <a:lnTo>
                    <a:pt x="211178" y="322827"/>
                  </a:lnTo>
                  <a:lnTo>
                    <a:pt x="210540" y="322548"/>
                  </a:lnTo>
                  <a:lnTo>
                    <a:pt x="209948" y="322455"/>
                  </a:lnTo>
                  <a:lnTo>
                    <a:pt x="209174" y="322222"/>
                  </a:lnTo>
                  <a:lnTo>
                    <a:pt x="208627" y="322082"/>
                  </a:lnTo>
                  <a:lnTo>
                    <a:pt x="207214" y="321430"/>
                  </a:lnTo>
                  <a:lnTo>
                    <a:pt x="206577" y="320964"/>
                  </a:lnTo>
                  <a:lnTo>
                    <a:pt x="205756" y="320685"/>
                  </a:lnTo>
                  <a:lnTo>
                    <a:pt x="205392" y="320545"/>
                  </a:lnTo>
                  <a:lnTo>
                    <a:pt x="205164" y="320405"/>
                  </a:lnTo>
                  <a:lnTo>
                    <a:pt x="204891" y="320172"/>
                  </a:lnTo>
                  <a:lnTo>
                    <a:pt x="204617" y="319846"/>
                  </a:lnTo>
                  <a:lnTo>
                    <a:pt x="204344" y="319706"/>
                  </a:lnTo>
                  <a:lnTo>
                    <a:pt x="203888" y="319660"/>
                  </a:lnTo>
                  <a:lnTo>
                    <a:pt x="203615" y="319613"/>
                  </a:lnTo>
                  <a:lnTo>
                    <a:pt x="203342" y="319520"/>
                  </a:lnTo>
                  <a:lnTo>
                    <a:pt x="203114" y="319334"/>
                  </a:lnTo>
                  <a:lnTo>
                    <a:pt x="202886" y="319194"/>
                  </a:lnTo>
                  <a:lnTo>
                    <a:pt x="202522" y="318961"/>
                  </a:lnTo>
                  <a:lnTo>
                    <a:pt x="202157" y="318868"/>
                  </a:lnTo>
                  <a:lnTo>
                    <a:pt x="201884" y="318728"/>
                  </a:lnTo>
                  <a:lnTo>
                    <a:pt x="201656" y="318495"/>
                  </a:lnTo>
                  <a:lnTo>
                    <a:pt x="201291" y="318169"/>
                  </a:lnTo>
                  <a:lnTo>
                    <a:pt x="200881" y="318076"/>
                  </a:lnTo>
                  <a:lnTo>
                    <a:pt x="200517" y="318029"/>
                  </a:lnTo>
                  <a:lnTo>
                    <a:pt x="200152" y="317936"/>
                  </a:lnTo>
                  <a:lnTo>
                    <a:pt x="199742" y="317843"/>
                  </a:lnTo>
                  <a:lnTo>
                    <a:pt x="199332" y="317657"/>
                  </a:lnTo>
                  <a:lnTo>
                    <a:pt x="199013" y="317377"/>
                  </a:lnTo>
                  <a:lnTo>
                    <a:pt x="198512" y="317144"/>
                  </a:lnTo>
                  <a:lnTo>
                    <a:pt x="198239" y="317051"/>
                  </a:lnTo>
                  <a:lnTo>
                    <a:pt x="197965" y="317004"/>
                  </a:lnTo>
                  <a:lnTo>
                    <a:pt x="197373" y="316818"/>
                  </a:lnTo>
                  <a:lnTo>
                    <a:pt x="197054" y="316539"/>
                  </a:lnTo>
                  <a:lnTo>
                    <a:pt x="196781" y="316352"/>
                  </a:lnTo>
                  <a:lnTo>
                    <a:pt x="196416" y="316445"/>
                  </a:lnTo>
                  <a:lnTo>
                    <a:pt x="196052" y="316445"/>
                  </a:lnTo>
                  <a:lnTo>
                    <a:pt x="195778" y="316352"/>
                  </a:lnTo>
                  <a:lnTo>
                    <a:pt x="195368" y="316073"/>
                  </a:lnTo>
                  <a:lnTo>
                    <a:pt x="194867" y="315514"/>
                  </a:lnTo>
                  <a:lnTo>
                    <a:pt x="194639" y="315374"/>
                  </a:lnTo>
                  <a:lnTo>
                    <a:pt x="194184" y="315141"/>
                  </a:lnTo>
                  <a:lnTo>
                    <a:pt x="193819" y="315048"/>
                  </a:lnTo>
                  <a:lnTo>
                    <a:pt x="193364" y="315095"/>
                  </a:lnTo>
                  <a:lnTo>
                    <a:pt x="192999" y="315048"/>
                  </a:lnTo>
                  <a:lnTo>
                    <a:pt x="192726" y="314955"/>
                  </a:lnTo>
                  <a:lnTo>
                    <a:pt x="192544" y="314768"/>
                  </a:lnTo>
                  <a:lnTo>
                    <a:pt x="192225" y="314489"/>
                  </a:lnTo>
                  <a:lnTo>
                    <a:pt x="191769" y="314256"/>
                  </a:lnTo>
                  <a:lnTo>
                    <a:pt x="191496" y="314163"/>
                  </a:lnTo>
                  <a:lnTo>
                    <a:pt x="191040" y="314023"/>
                  </a:lnTo>
                  <a:lnTo>
                    <a:pt x="190721" y="313837"/>
                  </a:lnTo>
                  <a:lnTo>
                    <a:pt x="190539" y="313604"/>
                  </a:lnTo>
                  <a:lnTo>
                    <a:pt x="190357" y="313417"/>
                  </a:lnTo>
                  <a:lnTo>
                    <a:pt x="190083" y="313324"/>
                  </a:lnTo>
                  <a:lnTo>
                    <a:pt x="189764" y="313278"/>
                  </a:lnTo>
                  <a:lnTo>
                    <a:pt x="189035" y="313278"/>
                  </a:lnTo>
                  <a:lnTo>
                    <a:pt x="188671" y="313231"/>
                  </a:lnTo>
                  <a:lnTo>
                    <a:pt x="188306" y="312998"/>
                  </a:lnTo>
                  <a:lnTo>
                    <a:pt x="188033" y="312719"/>
                  </a:lnTo>
                  <a:lnTo>
                    <a:pt x="187668" y="312532"/>
                  </a:lnTo>
                  <a:lnTo>
                    <a:pt x="187350" y="312439"/>
                  </a:lnTo>
                  <a:lnTo>
                    <a:pt x="186985" y="312206"/>
                  </a:lnTo>
                  <a:lnTo>
                    <a:pt x="186666" y="311927"/>
                  </a:lnTo>
                  <a:lnTo>
                    <a:pt x="186393" y="311787"/>
                  </a:lnTo>
                  <a:lnTo>
                    <a:pt x="186119" y="311647"/>
                  </a:lnTo>
                  <a:lnTo>
                    <a:pt x="185846" y="311601"/>
                  </a:lnTo>
                  <a:lnTo>
                    <a:pt x="185390" y="311554"/>
                  </a:lnTo>
                  <a:lnTo>
                    <a:pt x="184980" y="311414"/>
                  </a:lnTo>
                  <a:lnTo>
                    <a:pt x="184616" y="311275"/>
                  </a:lnTo>
                  <a:lnTo>
                    <a:pt x="184388" y="311088"/>
                  </a:lnTo>
                  <a:lnTo>
                    <a:pt x="184115" y="310902"/>
                  </a:lnTo>
                  <a:lnTo>
                    <a:pt x="183750" y="310762"/>
                  </a:lnTo>
                  <a:lnTo>
                    <a:pt x="183431" y="310716"/>
                  </a:lnTo>
                  <a:lnTo>
                    <a:pt x="183067" y="310669"/>
                  </a:lnTo>
                  <a:lnTo>
                    <a:pt x="182748" y="310529"/>
                  </a:lnTo>
                  <a:lnTo>
                    <a:pt x="182429" y="310296"/>
                  </a:lnTo>
                  <a:lnTo>
                    <a:pt x="181973" y="309924"/>
                  </a:lnTo>
                  <a:lnTo>
                    <a:pt x="181654" y="309691"/>
                  </a:lnTo>
                  <a:lnTo>
                    <a:pt x="181335" y="309598"/>
                  </a:lnTo>
                  <a:lnTo>
                    <a:pt x="181016" y="309551"/>
                  </a:lnTo>
                  <a:lnTo>
                    <a:pt x="180652" y="309598"/>
                  </a:lnTo>
                  <a:lnTo>
                    <a:pt x="180014" y="309411"/>
                  </a:lnTo>
                  <a:lnTo>
                    <a:pt x="179695" y="309178"/>
                  </a:lnTo>
                  <a:lnTo>
                    <a:pt x="179467" y="308945"/>
                  </a:lnTo>
                  <a:lnTo>
                    <a:pt x="179240" y="308806"/>
                  </a:lnTo>
                  <a:lnTo>
                    <a:pt x="178921" y="308712"/>
                  </a:lnTo>
                  <a:lnTo>
                    <a:pt x="178465" y="308619"/>
                  </a:lnTo>
                  <a:lnTo>
                    <a:pt x="177873" y="308480"/>
                  </a:lnTo>
                  <a:lnTo>
                    <a:pt x="177554" y="308293"/>
                  </a:lnTo>
                  <a:lnTo>
                    <a:pt x="177326" y="308060"/>
                  </a:lnTo>
                  <a:lnTo>
                    <a:pt x="177053" y="307874"/>
                  </a:lnTo>
                  <a:lnTo>
                    <a:pt x="176688" y="307827"/>
                  </a:lnTo>
                  <a:lnTo>
                    <a:pt x="176278" y="307781"/>
                  </a:lnTo>
                  <a:lnTo>
                    <a:pt x="175914" y="307594"/>
                  </a:lnTo>
                  <a:lnTo>
                    <a:pt x="175595" y="307408"/>
                  </a:lnTo>
                  <a:lnTo>
                    <a:pt x="175367" y="307222"/>
                  </a:lnTo>
                  <a:lnTo>
                    <a:pt x="174866" y="306896"/>
                  </a:lnTo>
                  <a:lnTo>
                    <a:pt x="174410" y="306803"/>
                  </a:lnTo>
                  <a:lnTo>
                    <a:pt x="174091" y="306709"/>
                  </a:lnTo>
                  <a:lnTo>
                    <a:pt x="173727" y="306570"/>
                  </a:lnTo>
                  <a:lnTo>
                    <a:pt x="173362" y="306337"/>
                  </a:lnTo>
                  <a:lnTo>
                    <a:pt x="172998" y="306057"/>
                  </a:lnTo>
                  <a:lnTo>
                    <a:pt x="172679" y="305824"/>
                  </a:lnTo>
                  <a:lnTo>
                    <a:pt x="172314" y="305685"/>
                  </a:lnTo>
                  <a:lnTo>
                    <a:pt x="171995" y="305638"/>
                  </a:lnTo>
                  <a:lnTo>
                    <a:pt x="171767" y="305964"/>
                  </a:lnTo>
                  <a:lnTo>
                    <a:pt x="171175" y="305871"/>
                  </a:lnTo>
                  <a:lnTo>
                    <a:pt x="170947" y="305452"/>
                  </a:lnTo>
                  <a:lnTo>
                    <a:pt x="170628" y="305126"/>
                  </a:lnTo>
                  <a:lnTo>
                    <a:pt x="170309" y="305032"/>
                  </a:lnTo>
                  <a:lnTo>
                    <a:pt x="169899" y="305032"/>
                  </a:lnTo>
                  <a:lnTo>
                    <a:pt x="169580" y="304939"/>
                  </a:lnTo>
                  <a:lnTo>
                    <a:pt x="169307" y="304846"/>
                  </a:lnTo>
                  <a:lnTo>
                    <a:pt x="168988" y="304660"/>
                  </a:lnTo>
                  <a:lnTo>
                    <a:pt x="168669" y="304473"/>
                  </a:lnTo>
                  <a:lnTo>
                    <a:pt x="168350" y="304240"/>
                  </a:lnTo>
                  <a:lnTo>
                    <a:pt x="168031" y="304101"/>
                  </a:lnTo>
                  <a:lnTo>
                    <a:pt x="167804" y="303914"/>
                  </a:lnTo>
                  <a:lnTo>
                    <a:pt x="167439" y="303728"/>
                  </a:lnTo>
                  <a:lnTo>
                    <a:pt x="166664" y="303448"/>
                  </a:lnTo>
                  <a:lnTo>
                    <a:pt x="166437" y="303309"/>
                  </a:lnTo>
                  <a:lnTo>
                    <a:pt x="166163" y="303169"/>
                  </a:lnTo>
                  <a:lnTo>
                    <a:pt x="165799" y="303029"/>
                  </a:lnTo>
                  <a:lnTo>
                    <a:pt x="165161" y="302889"/>
                  </a:lnTo>
                  <a:lnTo>
                    <a:pt x="164888" y="302796"/>
                  </a:lnTo>
                  <a:lnTo>
                    <a:pt x="164660" y="302610"/>
                  </a:lnTo>
                  <a:lnTo>
                    <a:pt x="164523" y="302330"/>
                  </a:lnTo>
                  <a:lnTo>
                    <a:pt x="164341" y="302144"/>
                  </a:lnTo>
                  <a:lnTo>
                    <a:pt x="164113" y="301911"/>
                  </a:lnTo>
                  <a:lnTo>
                    <a:pt x="163566" y="301818"/>
                  </a:lnTo>
                  <a:lnTo>
                    <a:pt x="163202" y="301865"/>
                  </a:lnTo>
                  <a:lnTo>
                    <a:pt x="162883" y="301818"/>
                  </a:lnTo>
                  <a:lnTo>
                    <a:pt x="162609" y="301632"/>
                  </a:lnTo>
                  <a:lnTo>
                    <a:pt x="162336" y="301492"/>
                  </a:lnTo>
                  <a:lnTo>
                    <a:pt x="162063" y="301119"/>
                  </a:lnTo>
                  <a:lnTo>
                    <a:pt x="161835" y="300886"/>
                  </a:lnTo>
                  <a:lnTo>
                    <a:pt x="161607" y="300747"/>
                  </a:lnTo>
                  <a:lnTo>
                    <a:pt x="161243" y="300607"/>
                  </a:lnTo>
                  <a:lnTo>
                    <a:pt x="160650" y="300607"/>
                  </a:lnTo>
                  <a:lnTo>
                    <a:pt x="160286" y="300514"/>
                  </a:lnTo>
                  <a:lnTo>
                    <a:pt x="159921" y="300281"/>
                  </a:lnTo>
                  <a:lnTo>
                    <a:pt x="159602" y="300001"/>
                  </a:lnTo>
                  <a:lnTo>
                    <a:pt x="159238" y="299955"/>
                  </a:lnTo>
                  <a:lnTo>
                    <a:pt x="158965" y="299908"/>
                  </a:lnTo>
                  <a:lnTo>
                    <a:pt x="158691" y="299908"/>
                  </a:lnTo>
                  <a:lnTo>
                    <a:pt x="158463" y="299862"/>
                  </a:lnTo>
                  <a:lnTo>
                    <a:pt x="158190" y="299629"/>
                  </a:lnTo>
                  <a:lnTo>
                    <a:pt x="157871" y="299256"/>
                  </a:lnTo>
                  <a:lnTo>
                    <a:pt x="157598" y="299070"/>
                  </a:lnTo>
                  <a:lnTo>
                    <a:pt x="157188" y="299023"/>
                  </a:lnTo>
                  <a:lnTo>
                    <a:pt x="156778" y="299070"/>
                  </a:lnTo>
                  <a:lnTo>
                    <a:pt x="156459" y="298883"/>
                  </a:lnTo>
                  <a:lnTo>
                    <a:pt x="156231" y="298790"/>
                  </a:lnTo>
                  <a:lnTo>
                    <a:pt x="156003" y="298604"/>
                  </a:lnTo>
                  <a:lnTo>
                    <a:pt x="155593" y="298324"/>
                  </a:lnTo>
                  <a:lnTo>
                    <a:pt x="155228" y="298231"/>
                  </a:lnTo>
                  <a:lnTo>
                    <a:pt x="154773" y="298138"/>
                  </a:lnTo>
                  <a:lnTo>
                    <a:pt x="154363" y="297905"/>
                  </a:lnTo>
                  <a:lnTo>
                    <a:pt x="153998" y="297719"/>
                  </a:lnTo>
                  <a:lnTo>
                    <a:pt x="153679" y="297532"/>
                  </a:lnTo>
                  <a:lnTo>
                    <a:pt x="153133" y="297346"/>
                  </a:lnTo>
                  <a:lnTo>
                    <a:pt x="152768" y="297299"/>
                  </a:lnTo>
                  <a:lnTo>
                    <a:pt x="152495" y="297206"/>
                  </a:lnTo>
                  <a:lnTo>
                    <a:pt x="152176" y="297066"/>
                  </a:lnTo>
                  <a:lnTo>
                    <a:pt x="151948" y="296927"/>
                  </a:lnTo>
                  <a:lnTo>
                    <a:pt x="151675" y="296740"/>
                  </a:lnTo>
                  <a:lnTo>
                    <a:pt x="151356" y="296507"/>
                  </a:lnTo>
                  <a:lnTo>
                    <a:pt x="151037" y="296321"/>
                  </a:lnTo>
                  <a:lnTo>
                    <a:pt x="150672" y="296275"/>
                  </a:lnTo>
                  <a:lnTo>
                    <a:pt x="150308" y="296228"/>
                  </a:lnTo>
                  <a:lnTo>
                    <a:pt x="149852" y="296135"/>
                  </a:lnTo>
                  <a:lnTo>
                    <a:pt x="149488" y="295902"/>
                  </a:lnTo>
                  <a:lnTo>
                    <a:pt x="149214" y="295902"/>
                  </a:lnTo>
                  <a:lnTo>
                    <a:pt x="148941" y="295762"/>
                  </a:lnTo>
                  <a:lnTo>
                    <a:pt x="148713" y="295483"/>
                  </a:lnTo>
                  <a:lnTo>
                    <a:pt x="148485" y="295203"/>
                  </a:lnTo>
                  <a:lnTo>
                    <a:pt x="148258" y="295017"/>
                  </a:lnTo>
                  <a:lnTo>
                    <a:pt x="147711" y="294970"/>
                  </a:lnTo>
                  <a:lnTo>
                    <a:pt x="147301" y="294924"/>
                  </a:lnTo>
                  <a:lnTo>
                    <a:pt x="146982" y="294830"/>
                  </a:lnTo>
                  <a:lnTo>
                    <a:pt x="146754" y="294644"/>
                  </a:lnTo>
                  <a:lnTo>
                    <a:pt x="146389" y="294365"/>
                  </a:lnTo>
                  <a:lnTo>
                    <a:pt x="146025" y="294178"/>
                  </a:lnTo>
                  <a:lnTo>
                    <a:pt x="145250" y="294085"/>
                  </a:lnTo>
                  <a:lnTo>
                    <a:pt x="145023" y="294038"/>
                  </a:lnTo>
                  <a:lnTo>
                    <a:pt x="144795" y="293899"/>
                  </a:lnTo>
                  <a:lnTo>
                    <a:pt x="144476" y="293619"/>
                  </a:lnTo>
                  <a:lnTo>
                    <a:pt x="144203" y="293433"/>
                  </a:lnTo>
                  <a:lnTo>
                    <a:pt x="143975" y="293340"/>
                  </a:lnTo>
                  <a:lnTo>
                    <a:pt x="143656" y="293293"/>
                  </a:lnTo>
                  <a:lnTo>
                    <a:pt x="143109" y="293293"/>
                  </a:lnTo>
                  <a:lnTo>
                    <a:pt x="142699" y="293200"/>
                  </a:lnTo>
                  <a:lnTo>
                    <a:pt x="142380" y="293107"/>
                  </a:lnTo>
                  <a:lnTo>
                    <a:pt x="142061" y="292874"/>
                  </a:lnTo>
                  <a:lnTo>
                    <a:pt x="141514" y="292501"/>
                  </a:lnTo>
                  <a:lnTo>
                    <a:pt x="141195" y="292315"/>
                  </a:lnTo>
                  <a:lnTo>
                    <a:pt x="140694" y="292175"/>
                  </a:lnTo>
                  <a:lnTo>
                    <a:pt x="140102" y="291942"/>
                  </a:lnTo>
                  <a:lnTo>
                    <a:pt x="139829" y="291663"/>
                  </a:lnTo>
                  <a:lnTo>
                    <a:pt x="139601" y="291476"/>
                  </a:lnTo>
                  <a:lnTo>
                    <a:pt x="139282" y="291290"/>
                  </a:lnTo>
                  <a:lnTo>
                    <a:pt x="138781" y="291243"/>
                  </a:lnTo>
                  <a:lnTo>
                    <a:pt x="138097" y="291057"/>
                  </a:lnTo>
                  <a:lnTo>
                    <a:pt x="137824" y="290871"/>
                  </a:lnTo>
                  <a:lnTo>
                    <a:pt x="137596" y="290591"/>
                  </a:lnTo>
                  <a:lnTo>
                    <a:pt x="137186" y="290265"/>
                  </a:lnTo>
                  <a:lnTo>
                    <a:pt x="136867" y="290219"/>
                  </a:lnTo>
                  <a:lnTo>
                    <a:pt x="136411" y="290125"/>
                  </a:lnTo>
                  <a:lnTo>
                    <a:pt x="136138" y="290032"/>
                  </a:lnTo>
                  <a:lnTo>
                    <a:pt x="135865" y="289893"/>
                  </a:lnTo>
                  <a:lnTo>
                    <a:pt x="135455" y="289660"/>
                  </a:lnTo>
                  <a:lnTo>
                    <a:pt x="135136" y="289380"/>
                  </a:lnTo>
                  <a:lnTo>
                    <a:pt x="134771" y="289240"/>
                  </a:lnTo>
                  <a:lnTo>
                    <a:pt x="134270" y="289054"/>
                  </a:lnTo>
                  <a:lnTo>
                    <a:pt x="133906" y="289007"/>
                  </a:lnTo>
                  <a:lnTo>
                    <a:pt x="133587" y="288868"/>
                  </a:lnTo>
                  <a:lnTo>
                    <a:pt x="133040" y="288728"/>
                  </a:lnTo>
                  <a:lnTo>
                    <a:pt x="132675" y="288402"/>
                  </a:lnTo>
                  <a:lnTo>
                    <a:pt x="132402" y="288215"/>
                  </a:lnTo>
                  <a:lnTo>
                    <a:pt x="132129" y="288076"/>
                  </a:lnTo>
                  <a:lnTo>
                    <a:pt x="131855" y="288029"/>
                  </a:lnTo>
                  <a:lnTo>
                    <a:pt x="131491" y="287889"/>
                  </a:lnTo>
                  <a:lnTo>
                    <a:pt x="131217" y="287796"/>
                  </a:lnTo>
                  <a:lnTo>
                    <a:pt x="130944" y="287703"/>
                  </a:lnTo>
                  <a:lnTo>
                    <a:pt x="130580" y="287470"/>
                  </a:lnTo>
                  <a:lnTo>
                    <a:pt x="130169" y="287191"/>
                  </a:lnTo>
                  <a:lnTo>
                    <a:pt x="129623" y="287097"/>
                  </a:lnTo>
                  <a:lnTo>
                    <a:pt x="129258" y="287051"/>
                  </a:lnTo>
                  <a:lnTo>
                    <a:pt x="128803" y="286865"/>
                  </a:lnTo>
                  <a:lnTo>
                    <a:pt x="128529" y="286771"/>
                  </a:lnTo>
                  <a:lnTo>
                    <a:pt x="128256" y="286678"/>
                  </a:lnTo>
                  <a:lnTo>
                    <a:pt x="127983" y="286492"/>
                  </a:lnTo>
                  <a:lnTo>
                    <a:pt x="127618" y="286259"/>
                  </a:lnTo>
                  <a:lnTo>
                    <a:pt x="127390" y="285933"/>
                  </a:lnTo>
                  <a:lnTo>
                    <a:pt x="126980" y="285653"/>
                  </a:lnTo>
                  <a:lnTo>
                    <a:pt x="126570" y="285700"/>
                  </a:lnTo>
                  <a:lnTo>
                    <a:pt x="125887" y="285700"/>
                  </a:lnTo>
                  <a:lnTo>
                    <a:pt x="125659" y="285560"/>
                  </a:lnTo>
                  <a:lnTo>
                    <a:pt x="125340" y="285327"/>
                  </a:lnTo>
                  <a:lnTo>
                    <a:pt x="125021" y="285094"/>
                  </a:lnTo>
                  <a:lnTo>
                    <a:pt x="124429" y="284908"/>
                  </a:lnTo>
                  <a:lnTo>
                    <a:pt x="123928" y="284861"/>
                  </a:lnTo>
                  <a:lnTo>
                    <a:pt x="123335" y="284302"/>
                  </a:lnTo>
                  <a:lnTo>
                    <a:pt x="122834" y="284116"/>
                  </a:lnTo>
                  <a:lnTo>
                    <a:pt x="122424" y="284116"/>
                  </a:lnTo>
                  <a:lnTo>
                    <a:pt x="122105" y="283883"/>
                  </a:lnTo>
                  <a:lnTo>
                    <a:pt x="121832" y="283510"/>
                  </a:lnTo>
                  <a:lnTo>
                    <a:pt x="121604" y="283371"/>
                  </a:lnTo>
                  <a:lnTo>
                    <a:pt x="121194" y="283417"/>
                  </a:lnTo>
                  <a:lnTo>
                    <a:pt x="120784" y="283278"/>
                  </a:lnTo>
                  <a:lnTo>
                    <a:pt x="120374" y="282858"/>
                  </a:lnTo>
                  <a:lnTo>
                    <a:pt x="120100" y="282765"/>
                  </a:lnTo>
                  <a:lnTo>
                    <a:pt x="119781" y="282719"/>
                  </a:lnTo>
                  <a:lnTo>
                    <a:pt x="119417" y="282439"/>
                  </a:lnTo>
                  <a:lnTo>
                    <a:pt x="118961" y="282486"/>
                  </a:lnTo>
                  <a:lnTo>
                    <a:pt x="118733" y="282346"/>
                  </a:lnTo>
                  <a:lnTo>
                    <a:pt x="118506" y="282113"/>
                  </a:lnTo>
                  <a:lnTo>
                    <a:pt x="117686" y="281927"/>
                  </a:lnTo>
                  <a:lnTo>
                    <a:pt x="117230" y="281880"/>
                  </a:lnTo>
                  <a:lnTo>
                    <a:pt x="116774" y="281740"/>
                  </a:lnTo>
                  <a:lnTo>
                    <a:pt x="116501" y="281554"/>
                  </a:lnTo>
                  <a:lnTo>
                    <a:pt x="116273" y="281321"/>
                  </a:lnTo>
                  <a:lnTo>
                    <a:pt x="116091" y="281181"/>
                  </a:lnTo>
                  <a:lnTo>
                    <a:pt x="115818" y="280948"/>
                  </a:lnTo>
                  <a:lnTo>
                    <a:pt x="115590" y="280855"/>
                  </a:lnTo>
                  <a:lnTo>
                    <a:pt x="114861" y="280809"/>
                  </a:lnTo>
                  <a:lnTo>
                    <a:pt x="114496" y="280902"/>
                  </a:lnTo>
                  <a:lnTo>
                    <a:pt x="113995" y="280762"/>
                  </a:lnTo>
                  <a:lnTo>
                    <a:pt x="113539" y="280529"/>
                  </a:lnTo>
                  <a:lnTo>
                    <a:pt x="112856" y="280389"/>
                  </a:lnTo>
                  <a:lnTo>
                    <a:pt x="112355" y="280063"/>
                  </a:lnTo>
                  <a:lnTo>
                    <a:pt x="112036" y="279877"/>
                  </a:lnTo>
                  <a:lnTo>
                    <a:pt x="111717" y="279877"/>
                  </a:lnTo>
                  <a:lnTo>
                    <a:pt x="111398" y="279691"/>
                  </a:lnTo>
                  <a:lnTo>
                    <a:pt x="111125" y="279318"/>
                  </a:lnTo>
                  <a:lnTo>
                    <a:pt x="110578" y="279178"/>
                  </a:lnTo>
                  <a:lnTo>
                    <a:pt x="110213" y="279132"/>
                  </a:lnTo>
                  <a:lnTo>
                    <a:pt x="109986" y="278852"/>
                  </a:lnTo>
                  <a:lnTo>
                    <a:pt x="109758" y="278619"/>
                  </a:lnTo>
                  <a:lnTo>
                    <a:pt x="109257" y="278386"/>
                  </a:lnTo>
                  <a:lnTo>
                    <a:pt x="108801" y="278340"/>
                  </a:lnTo>
                  <a:lnTo>
                    <a:pt x="108300" y="278293"/>
                  </a:lnTo>
                  <a:lnTo>
                    <a:pt x="108026" y="278014"/>
                  </a:lnTo>
                  <a:lnTo>
                    <a:pt x="107571" y="277734"/>
                  </a:lnTo>
                  <a:lnTo>
                    <a:pt x="107161" y="277687"/>
                  </a:lnTo>
                  <a:lnTo>
                    <a:pt x="106705" y="277594"/>
                  </a:lnTo>
                  <a:lnTo>
                    <a:pt x="106113" y="277548"/>
                  </a:lnTo>
                  <a:lnTo>
                    <a:pt x="105612" y="277408"/>
                  </a:lnTo>
                  <a:lnTo>
                    <a:pt x="105065" y="277128"/>
                  </a:lnTo>
                  <a:lnTo>
                    <a:pt x="104564" y="276849"/>
                  </a:lnTo>
                  <a:lnTo>
                    <a:pt x="104108" y="276709"/>
                  </a:lnTo>
                  <a:lnTo>
                    <a:pt x="103744" y="276383"/>
                  </a:lnTo>
                  <a:lnTo>
                    <a:pt x="103470" y="276197"/>
                  </a:lnTo>
                  <a:lnTo>
                    <a:pt x="103015" y="276104"/>
                  </a:lnTo>
                  <a:lnTo>
                    <a:pt x="102605" y="276104"/>
                  </a:lnTo>
                  <a:lnTo>
                    <a:pt x="102377" y="275917"/>
                  </a:lnTo>
                  <a:lnTo>
                    <a:pt x="101785" y="275731"/>
                  </a:lnTo>
                  <a:lnTo>
                    <a:pt x="101192" y="275545"/>
                  </a:lnTo>
                  <a:lnTo>
                    <a:pt x="100737" y="275405"/>
                  </a:lnTo>
                  <a:lnTo>
                    <a:pt x="100281" y="275032"/>
                  </a:lnTo>
                  <a:lnTo>
                    <a:pt x="99871" y="274939"/>
                  </a:lnTo>
                  <a:lnTo>
                    <a:pt x="99324" y="274660"/>
                  </a:lnTo>
                  <a:lnTo>
                    <a:pt x="99005" y="274380"/>
                  </a:lnTo>
                  <a:lnTo>
                    <a:pt x="98504" y="274194"/>
                  </a:lnTo>
                  <a:lnTo>
                    <a:pt x="98276" y="274194"/>
                  </a:lnTo>
                  <a:lnTo>
                    <a:pt x="97912" y="274100"/>
                  </a:lnTo>
                  <a:lnTo>
                    <a:pt x="97502" y="273868"/>
                  </a:lnTo>
                  <a:lnTo>
                    <a:pt x="96955" y="273728"/>
                  </a:lnTo>
                  <a:lnTo>
                    <a:pt x="96408" y="273495"/>
                  </a:lnTo>
                  <a:lnTo>
                    <a:pt x="95634" y="273029"/>
                  </a:lnTo>
                  <a:lnTo>
                    <a:pt x="95132" y="272843"/>
                  </a:lnTo>
                  <a:lnTo>
                    <a:pt x="94722" y="272656"/>
                  </a:lnTo>
                  <a:lnTo>
                    <a:pt x="94130" y="272423"/>
                  </a:lnTo>
                  <a:lnTo>
                    <a:pt x="93902" y="272423"/>
                  </a:lnTo>
                  <a:lnTo>
                    <a:pt x="93401" y="272237"/>
                  </a:lnTo>
                  <a:lnTo>
                    <a:pt x="93082" y="272097"/>
                  </a:lnTo>
                  <a:lnTo>
                    <a:pt x="92308" y="271678"/>
                  </a:lnTo>
                  <a:lnTo>
                    <a:pt x="91806" y="271445"/>
                  </a:lnTo>
                  <a:lnTo>
                    <a:pt x="91214" y="271259"/>
                  </a:lnTo>
                  <a:lnTo>
                    <a:pt x="90759" y="270886"/>
                  </a:lnTo>
                  <a:lnTo>
                    <a:pt x="90257" y="270514"/>
                  </a:lnTo>
                  <a:lnTo>
                    <a:pt x="89392" y="270001"/>
                  </a:lnTo>
                  <a:lnTo>
                    <a:pt x="88389" y="269722"/>
                  </a:lnTo>
                  <a:lnTo>
                    <a:pt x="87524" y="269349"/>
                  </a:lnTo>
                  <a:lnTo>
                    <a:pt x="86931" y="269069"/>
                  </a:lnTo>
                  <a:lnTo>
                    <a:pt x="86339" y="268743"/>
                  </a:lnTo>
                  <a:lnTo>
                    <a:pt x="85200" y="268324"/>
                  </a:lnTo>
                  <a:lnTo>
                    <a:pt x="84517" y="268184"/>
                  </a:lnTo>
                  <a:lnTo>
                    <a:pt x="83833" y="267858"/>
                  </a:lnTo>
                  <a:lnTo>
                    <a:pt x="83241" y="267718"/>
                  </a:lnTo>
                  <a:lnTo>
                    <a:pt x="82831" y="267579"/>
                  </a:lnTo>
                  <a:lnTo>
                    <a:pt x="82466" y="267299"/>
                  </a:lnTo>
                  <a:lnTo>
                    <a:pt x="82147" y="267206"/>
                  </a:lnTo>
                  <a:lnTo>
                    <a:pt x="81418" y="266833"/>
                  </a:lnTo>
                  <a:lnTo>
                    <a:pt x="80735" y="266694"/>
                  </a:lnTo>
                  <a:lnTo>
                    <a:pt x="80234" y="266507"/>
                  </a:lnTo>
                  <a:lnTo>
                    <a:pt x="79596" y="266181"/>
                  </a:lnTo>
                  <a:lnTo>
                    <a:pt x="78958" y="265995"/>
                  </a:lnTo>
                  <a:lnTo>
                    <a:pt x="78548" y="265762"/>
                  </a:lnTo>
                  <a:lnTo>
                    <a:pt x="78001" y="265669"/>
                  </a:lnTo>
                  <a:lnTo>
                    <a:pt x="77272" y="265343"/>
                  </a:lnTo>
                  <a:lnTo>
                    <a:pt x="76726" y="265017"/>
                  </a:lnTo>
                  <a:lnTo>
                    <a:pt x="75951" y="264691"/>
                  </a:lnTo>
                  <a:lnTo>
                    <a:pt x="74949" y="264178"/>
                  </a:lnTo>
                  <a:lnTo>
                    <a:pt x="74311" y="263899"/>
                  </a:lnTo>
                  <a:lnTo>
                    <a:pt x="73582" y="263619"/>
                  </a:lnTo>
                  <a:lnTo>
                    <a:pt x="72944" y="263340"/>
                  </a:lnTo>
                  <a:lnTo>
                    <a:pt x="72124" y="263153"/>
                  </a:lnTo>
                  <a:lnTo>
                    <a:pt x="71395" y="262781"/>
                  </a:lnTo>
                  <a:lnTo>
                    <a:pt x="70757" y="262641"/>
                  </a:lnTo>
                  <a:lnTo>
                    <a:pt x="70074" y="262268"/>
                  </a:lnTo>
                  <a:lnTo>
                    <a:pt x="69345" y="261989"/>
                  </a:lnTo>
                  <a:lnTo>
                    <a:pt x="68752" y="261616"/>
                  </a:lnTo>
                  <a:lnTo>
                    <a:pt x="68160" y="261523"/>
                  </a:lnTo>
                  <a:lnTo>
                    <a:pt x="67522" y="261243"/>
                  </a:lnTo>
                  <a:lnTo>
                    <a:pt x="67066" y="261150"/>
                  </a:lnTo>
                  <a:lnTo>
                    <a:pt x="66520" y="260777"/>
                  </a:lnTo>
                  <a:lnTo>
                    <a:pt x="66019" y="260498"/>
                  </a:lnTo>
                  <a:lnTo>
                    <a:pt x="65563" y="260405"/>
                  </a:lnTo>
                  <a:lnTo>
                    <a:pt x="65244" y="260172"/>
                  </a:lnTo>
                  <a:lnTo>
                    <a:pt x="64971" y="260032"/>
                  </a:lnTo>
                  <a:lnTo>
                    <a:pt x="64515" y="259892"/>
                  </a:lnTo>
                  <a:lnTo>
                    <a:pt x="63649" y="259613"/>
                  </a:lnTo>
                  <a:lnTo>
                    <a:pt x="62920" y="259380"/>
                  </a:lnTo>
                  <a:lnTo>
                    <a:pt x="62146" y="259054"/>
                  </a:lnTo>
                  <a:lnTo>
                    <a:pt x="61326" y="258774"/>
                  </a:lnTo>
                  <a:lnTo>
                    <a:pt x="60642" y="258448"/>
                  </a:lnTo>
                  <a:lnTo>
                    <a:pt x="59913" y="258215"/>
                  </a:lnTo>
                  <a:lnTo>
                    <a:pt x="59002" y="257889"/>
                  </a:lnTo>
                  <a:lnTo>
                    <a:pt x="58410" y="257749"/>
                  </a:lnTo>
                  <a:lnTo>
                    <a:pt x="57817" y="257377"/>
                  </a:lnTo>
                  <a:lnTo>
                    <a:pt x="57180" y="257284"/>
                  </a:lnTo>
                  <a:lnTo>
                    <a:pt x="56678" y="257144"/>
                  </a:lnTo>
                  <a:lnTo>
                    <a:pt x="56314" y="256958"/>
                  </a:lnTo>
                  <a:lnTo>
                    <a:pt x="55539" y="256771"/>
                  </a:lnTo>
                  <a:lnTo>
                    <a:pt x="54901" y="256538"/>
                  </a:lnTo>
                  <a:lnTo>
                    <a:pt x="54172" y="256305"/>
                  </a:lnTo>
                  <a:lnTo>
                    <a:pt x="53580" y="256119"/>
                  </a:lnTo>
                  <a:lnTo>
                    <a:pt x="53125" y="255746"/>
                  </a:lnTo>
                  <a:lnTo>
                    <a:pt x="52578" y="255746"/>
                  </a:lnTo>
                  <a:lnTo>
                    <a:pt x="51894" y="255374"/>
                  </a:lnTo>
                  <a:lnTo>
                    <a:pt x="51530" y="255234"/>
                  </a:lnTo>
                  <a:lnTo>
                    <a:pt x="51165" y="254954"/>
                  </a:lnTo>
                  <a:lnTo>
                    <a:pt x="50755" y="254861"/>
                  </a:lnTo>
                  <a:lnTo>
                    <a:pt x="50072" y="254628"/>
                  </a:lnTo>
                  <a:lnTo>
                    <a:pt x="49571" y="254395"/>
                  </a:lnTo>
                  <a:lnTo>
                    <a:pt x="49115" y="254302"/>
                  </a:lnTo>
                  <a:lnTo>
                    <a:pt x="48477" y="254256"/>
                  </a:lnTo>
                  <a:lnTo>
                    <a:pt x="47885" y="254209"/>
                  </a:lnTo>
                  <a:lnTo>
                    <a:pt x="47429" y="254069"/>
                  </a:lnTo>
                  <a:lnTo>
                    <a:pt x="46883" y="253976"/>
                  </a:lnTo>
                  <a:lnTo>
                    <a:pt x="46518" y="254069"/>
                  </a:lnTo>
                  <a:lnTo>
                    <a:pt x="45880" y="253790"/>
                  </a:lnTo>
                  <a:lnTo>
                    <a:pt x="45516" y="253790"/>
                  </a:lnTo>
                  <a:lnTo>
                    <a:pt x="45060" y="253697"/>
                  </a:lnTo>
                  <a:lnTo>
                    <a:pt x="44513" y="253650"/>
                  </a:lnTo>
                  <a:lnTo>
                    <a:pt x="43648" y="253603"/>
                  </a:lnTo>
                  <a:lnTo>
                    <a:pt x="42600" y="253697"/>
                  </a:lnTo>
                  <a:lnTo>
                    <a:pt x="41825" y="253883"/>
                  </a:lnTo>
                  <a:lnTo>
                    <a:pt x="41005" y="254209"/>
                  </a:lnTo>
                  <a:lnTo>
                    <a:pt x="40413" y="254209"/>
                  </a:lnTo>
                  <a:lnTo>
                    <a:pt x="39957" y="253883"/>
                  </a:lnTo>
                  <a:lnTo>
                    <a:pt x="39410" y="253044"/>
                  </a:lnTo>
                  <a:lnTo>
                    <a:pt x="39046" y="252346"/>
                  </a:lnTo>
                  <a:lnTo>
                    <a:pt x="38909" y="251694"/>
                  </a:lnTo>
                  <a:lnTo>
                    <a:pt x="38590" y="251041"/>
                  </a:lnTo>
                  <a:lnTo>
                    <a:pt x="38271" y="250203"/>
                  </a:lnTo>
                  <a:lnTo>
                    <a:pt x="37816" y="249364"/>
                  </a:lnTo>
                  <a:lnTo>
                    <a:pt x="37223" y="248852"/>
                  </a:lnTo>
                  <a:lnTo>
                    <a:pt x="36449" y="248293"/>
                  </a:lnTo>
                  <a:lnTo>
                    <a:pt x="35765" y="247874"/>
                  </a:lnTo>
                  <a:lnTo>
                    <a:pt x="35355" y="247594"/>
                  </a:lnTo>
                  <a:lnTo>
                    <a:pt x="34809" y="247035"/>
                  </a:lnTo>
                  <a:lnTo>
                    <a:pt x="34262" y="246616"/>
                  </a:lnTo>
                  <a:lnTo>
                    <a:pt x="33442" y="246197"/>
                  </a:lnTo>
                  <a:lnTo>
                    <a:pt x="32804" y="245964"/>
                  </a:lnTo>
                  <a:lnTo>
                    <a:pt x="31984" y="245591"/>
                  </a:lnTo>
                  <a:lnTo>
                    <a:pt x="31392" y="245358"/>
                  </a:lnTo>
                  <a:lnTo>
                    <a:pt x="30890" y="245265"/>
                  </a:lnTo>
                  <a:lnTo>
                    <a:pt x="30344" y="245218"/>
                  </a:lnTo>
                  <a:lnTo>
                    <a:pt x="29706" y="245125"/>
                  </a:lnTo>
                  <a:lnTo>
                    <a:pt x="29250" y="245172"/>
                  </a:lnTo>
                  <a:lnTo>
                    <a:pt x="28931" y="245079"/>
                  </a:lnTo>
                  <a:lnTo>
                    <a:pt x="28248" y="244985"/>
                  </a:lnTo>
                  <a:lnTo>
                    <a:pt x="27838" y="245032"/>
                  </a:lnTo>
                  <a:lnTo>
                    <a:pt x="27519" y="245451"/>
                  </a:lnTo>
                  <a:lnTo>
                    <a:pt x="27337" y="245824"/>
                  </a:lnTo>
                  <a:lnTo>
                    <a:pt x="27154" y="246430"/>
                  </a:lnTo>
                  <a:lnTo>
                    <a:pt x="26835" y="246895"/>
                  </a:lnTo>
                  <a:lnTo>
                    <a:pt x="26744" y="247315"/>
                  </a:lnTo>
                  <a:lnTo>
                    <a:pt x="26699" y="247641"/>
                  </a:lnTo>
                  <a:lnTo>
                    <a:pt x="26289" y="247920"/>
                  </a:lnTo>
                  <a:lnTo>
                    <a:pt x="26015" y="247874"/>
                  </a:lnTo>
                  <a:lnTo>
                    <a:pt x="26106" y="247408"/>
                  </a:lnTo>
                  <a:lnTo>
                    <a:pt x="26289" y="246895"/>
                  </a:lnTo>
                  <a:lnTo>
                    <a:pt x="26471" y="246616"/>
                  </a:lnTo>
                  <a:lnTo>
                    <a:pt x="26653" y="246243"/>
                  </a:lnTo>
                  <a:lnTo>
                    <a:pt x="26562" y="246103"/>
                  </a:lnTo>
                  <a:lnTo>
                    <a:pt x="26243" y="246290"/>
                  </a:lnTo>
                  <a:lnTo>
                    <a:pt x="26015" y="246802"/>
                  </a:lnTo>
                  <a:lnTo>
                    <a:pt x="25651" y="247315"/>
                  </a:lnTo>
                  <a:lnTo>
                    <a:pt x="25286" y="247641"/>
                  </a:lnTo>
                  <a:lnTo>
                    <a:pt x="25195" y="247874"/>
                  </a:lnTo>
                  <a:lnTo>
                    <a:pt x="25195" y="248153"/>
                  </a:lnTo>
                  <a:lnTo>
                    <a:pt x="25013" y="248386"/>
                  </a:lnTo>
                  <a:lnTo>
                    <a:pt x="24740" y="248666"/>
                  </a:lnTo>
                  <a:lnTo>
                    <a:pt x="24648" y="248852"/>
                  </a:lnTo>
                  <a:lnTo>
                    <a:pt x="24694" y="249131"/>
                  </a:lnTo>
                  <a:lnTo>
                    <a:pt x="24375" y="249411"/>
                  </a:lnTo>
                  <a:lnTo>
                    <a:pt x="23874" y="249411"/>
                  </a:lnTo>
                  <a:lnTo>
                    <a:pt x="23418" y="249318"/>
                  </a:lnTo>
                  <a:lnTo>
                    <a:pt x="23418" y="249038"/>
                  </a:lnTo>
                  <a:lnTo>
                    <a:pt x="23783" y="248526"/>
                  </a:lnTo>
                  <a:lnTo>
                    <a:pt x="23874" y="248153"/>
                  </a:lnTo>
                  <a:lnTo>
                    <a:pt x="24147" y="247687"/>
                  </a:lnTo>
                  <a:lnTo>
                    <a:pt x="24147" y="247315"/>
                  </a:lnTo>
                  <a:lnTo>
                    <a:pt x="23828" y="246989"/>
                  </a:lnTo>
                  <a:lnTo>
                    <a:pt x="23600" y="247082"/>
                  </a:lnTo>
                  <a:lnTo>
                    <a:pt x="23464" y="247501"/>
                  </a:lnTo>
                  <a:lnTo>
                    <a:pt x="23190" y="247874"/>
                  </a:lnTo>
                  <a:lnTo>
                    <a:pt x="22872" y="248200"/>
                  </a:lnTo>
                  <a:lnTo>
                    <a:pt x="22461" y="248666"/>
                  </a:lnTo>
                  <a:lnTo>
                    <a:pt x="22097" y="248898"/>
                  </a:lnTo>
                  <a:lnTo>
                    <a:pt x="21687" y="248852"/>
                  </a:lnTo>
                  <a:lnTo>
                    <a:pt x="21732" y="248339"/>
                  </a:lnTo>
                  <a:lnTo>
                    <a:pt x="21824" y="247687"/>
                  </a:lnTo>
                  <a:lnTo>
                    <a:pt x="22188" y="247128"/>
                  </a:lnTo>
                  <a:lnTo>
                    <a:pt x="22461" y="246523"/>
                  </a:lnTo>
                  <a:lnTo>
                    <a:pt x="22963" y="245964"/>
                  </a:lnTo>
                  <a:lnTo>
                    <a:pt x="23464" y="245638"/>
                  </a:lnTo>
                  <a:lnTo>
                    <a:pt x="23828" y="245312"/>
                  </a:lnTo>
                  <a:lnTo>
                    <a:pt x="23555" y="244566"/>
                  </a:lnTo>
                  <a:lnTo>
                    <a:pt x="22689" y="244193"/>
                  </a:lnTo>
                  <a:lnTo>
                    <a:pt x="22279" y="243961"/>
                  </a:lnTo>
                  <a:lnTo>
                    <a:pt x="21960" y="243588"/>
                  </a:lnTo>
                  <a:lnTo>
                    <a:pt x="21505" y="244147"/>
                  </a:lnTo>
                  <a:lnTo>
                    <a:pt x="20912" y="244846"/>
                  </a:lnTo>
                  <a:lnTo>
                    <a:pt x="20411" y="245591"/>
                  </a:lnTo>
                  <a:lnTo>
                    <a:pt x="20138" y="246430"/>
                  </a:lnTo>
                  <a:lnTo>
                    <a:pt x="19637" y="246290"/>
                  </a:lnTo>
                  <a:lnTo>
                    <a:pt x="19454" y="245871"/>
                  </a:lnTo>
                  <a:lnTo>
                    <a:pt x="19910" y="245218"/>
                  </a:lnTo>
                  <a:lnTo>
                    <a:pt x="20047" y="244566"/>
                  </a:lnTo>
                  <a:lnTo>
                    <a:pt x="19728" y="244473"/>
                  </a:lnTo>
                  <a:lnTo>
                    <a:pt x="19728" y="243774"/>
                  </a:lnTo>
                  <a:lnTo>
                    <a:pt x="20092" y="243075"/>
                  </a:lnTo>
                  <a:lnTo>
                    <a:pt x="20593" y="242610"/>
                  </a:lnTo>
                  <a:lnTo>
                    <a:pt x="20457" y="241957"/>
                  </a:lnTo>
                  <a:lnTo>
                    <a:pt x="20001" y="241631"/>
                  </a:lnTo>
                  <a:lnTo>
                    <a:pt x="19591" y="242051"/>
                  </a:lnTo>
                  <a:lnTo>
                    <a:pt x="18999" y="242936"/>
                  </a:lnTo>
                  <a:lnTo>
                    <a:pt x="18725" y="243588"/>
                  </a:lnTo>
                  <a:lnTo>
                    <a:pt x="18452" y="244147"/>
                  </a:lnTo>
                  <a:lnTo>
                    <a:pt x="17860" y="244473"/>
                  </a:lnTo>
                  <a:lnTo>
                    <a:pt x="17267" y="244240"/>
                  </a:lnTo>
                  <a:lnTo>
                    <a:pt x="16219" y="243774"/>
                  </a:lnTo>
                  <a:lnTo>
                    <a:pt x="15673" y="244054"/>
                  </a:lnTo>
                  <a:lnTo>
                    <a:pt x="14579" y="244473"/>
                  </a:lnTo>
                  <a:lnTo>
                    <a:pt x="13805" y="244333"/>
                  </a:lnTo>
                  <a:lnTo>
                    <a:pt x="13076" y="243728"/>
                  </a:lnTo>
                  <a:lnTo>
                    <a:pt x="12666" y="243075"/>
                  </a:lnTo>
                  <a:lnTo>
                    <a:pt x="12666" y="242377"/>
                  </a:lnTo>
                  <a:lnTo>
                    <a:pt x="12529" y="241957"/>
                  </a:lnTo>
                  <a:lnTo>
                    <a:pt x="12256" y="241212"/>
                  </a:lnTo>
                  <a:lnTo>
                    <a:pt x="11982" y="240374"/>
                  </a:lnTo>
                  <a:lnTo>
                    <a:pt x="11208" y="239815"/>
                  </a:lnTo>
                  <a:lnTo>
                    <a:pt x="10980" y="239908"/>
                  </a:lnTo>
                  <a:lnTo>
                    <a:pt x="10479" y="240374"/>
                  </a:lnTo>
                  <a:lnTo>
                    <a:pt x="9704" y="240839"/>
                  </a:lnTo>
                  <a:lnTo>
                    <a:pt x="9066" y="241212"/>
                  </a:lnTo>
                  <a:lnTo>
                    <a:pt x="8747" y="241072"/>
                  </a:lnTo>
                  <a:lnTo>
                    <a:pt x="8793" y="240280"/>
                  </a:lnTo>
                  <a:lnTo>
                    <a:pt x="9066" y="239302"/>
                  </a:lnTo>
                  <a:lnTo>
                    <a:pt x="9021" y="238743"/>
                  </a:lnTo>
                  <a:lnTo>
                    <a:pt x="9340" y="237905"/>
                  </a:lnTo>
                  <a:lnTo>
                    <a:pt x="9704" y="236926"/>
                  </a:lnTo>
                  <a:lnTo>
                    <a:pt x="10433" y="236134"/>
                  </a:lnTo>
                  <a:lnTo>
                    <a:pt x="10707" y="235482"/>
                  </a:lnTo>
                  <a:lnTo>
                    <a:pt x="11208" y="235343"/>
                  </a:lnTo>
                  <a:lnTo>
                    <a:pt x="11299" y="235016"/>
                  </a:lnTo>
                  <a:lnTo>
                    <a:pt x="10980" y="234597"/>
                  </a:lnTo>
                  <a:lnTo>
                    <a:pt x="10843" y="234877"/>
                  </a:lnTo>
                  <a:lnTo>
                    <a:pt x="10023" y="235063"/>
                  </a:lnTo>
                  <a:lnTo>
                    <a:pt x="9704" y="234737"/>
                  </a:lnTo>
                  <a:lnTo>
                    <a:pt x="9476" y="235343"/>
                  </a:lnTo>
                  <a:lnTo>
                    <a:pt x="9066" y="236088"/>
                  </a:lnTo>
                  <a:lnTo>
                    <a:pt x="8702" y="237066"/>
                  </a:lnTo>
                  <a:lnTo>
                    <a:pt x="8337" y="237532"/>
                  </a:lnTo>
                  <a:lnTo>
                    <a:pt x="7973" y="237439"/>
                  </a:lnTo>
                  <a:lnTo>
                    <a:pt x="8109" y="236600"/>
                  </a:lnTo>
                  <a:lnTo>
                    <a:pt x="8292" y="235436"/>
                  </a:lnTo>
                  <a:lnTo>
                    <a:pt x="8884" y="234970"/>
                  </a:lnTo>
                  <a:lnTo>
                    <a:pt x="9021" y="234457"/>
                  </a:lnTo>
                  <a:lnTo>
                    <a:pt x="9021" y="234038"/>
                  </a:lnTo>
                  <a:lnTo>
                    <a:pt x="9567" y="233805"/>
                  </a:lnTo>
                  <a:lnTo>
                    <a:pt x="9932" y="233106"/>
                  </a:lnTo>
                  <a:lnTo>
                    <a:pt x="10570" y="232641"/>
                  </a:lnTo>
                  <a:lnTo>
                    <a:pt x="11208" y="232128"/>
                  </a:lnTo>
                  <a:lnTo>
                    <a:pt x="11572" y="231616"/>
                  </a:lnTo>
                  <a:lnTo>
                    <a:pt x="12575" y="231429"/>
                  </a:lnTo>
                  <a:lnTo>
                    <a:pt x="13030" y="231662"/>
                  </a:lnTo>
                  <a:lnTo>
                    <a:pt x="13258" y="231988"/>
                  </a:lnTo>
                  <a:lnTo>
                    <a:pt x="13759" y="232035"/>
                  </a:lnTo>
                  <a:lnTo>
                    <a:pt x="13896" y="231756"/>
                  </a:lnTo>
                  <a:lnTo>
                    <a:pt x="14033" y="230964"/>
                  </a:lnTo>
                  <a:lnTo>
                    <a:pt x="14260" y="230544"/>
                  </a:lnTo>
                  <a:lnTo>
                    <a:pt x="14397" y="230032"/>
                  </a:lnTo>
                  <a:lnTo>
                    <a:pt x="14579" y="229566"/>
                  </a:lnTo>
                  <a:lnTo>
                    <a:pt x="15080" y="229240"/>
                  </a:lnTo>
                  <a:lnTo>
                    <a:pt x="15627" y="229426"/>
                  </a:lnTo>
                  <a:lnTo>
                    <a:pt x="16128" y="229846"/>
                  </a:lnTo>
                  <a:lnTo>
                    <a:pt x="16447" y="229380"/>
                  </a:lnTo>
                  <a:lnTo>
                    <a:pt x="16265" y="228681"/>
                  </a:lnTo>
                  <a:lnTo>
                    <a:pt x="15855" y="228588"/>
                  </a:lnTo>
                  <a:lnTo>
                    <a:pt x="15491" y="227936"/>
                  </a:lnTo>
                  <a:lnTo>
                    <a:pt x="15491" y="227330"/>
                  </a:lnTo>
                  <a:lnTo>
                    <a:pt x="15855" y="226492"/>
                  </a:lnTo>
                  <a:lnTo>
                    <a:pt x="16584" y="226212"/>
                  </a:lnTo>
                  <a:lnTo>
                    <a:pt x="17176" y="226072"/>
                  </a:lnTo>
                  <a:lnTo>
                    <a:pt x="18224" y="225700"/>
                  </a:lnTo>
                  <a:lnTo>
                    <a:pt x="18953" y="225653"/>
                  </a:lnTo>
                  <a:lnTo>
                    <a:pt x="19728" y="225560"/>
                  </a:lnTo>
                  <a:lnTo>
                    <a:pt x="20274" y="225187"/>
                  </a:lnTo>
                  <a:lnTo>
                    <a:pt x="21186" y="224349"/>
                  </a:lnTo>
                  <a:lnTo>
                    <a:pt x="21915" y="224023"/>
                  </a:lnTo>
                  <a:lnTo>
                    <a:pt x="22780" y="223790"/>
                  </a:lnTo>
                  <a:lnTo>
                    <a:pt x="23600" y="223743"/>
                  </a:lnTo>
                  <a:lnTo>
                    <a:pt x="23919" y="223231"/>
                  </a:lnTo>
                  <a:lnTo>
                    <a:pt x="23783" y="222672"/>
                  </a:lnTo>
                  <a:lnTo>
                    <a:pt x="24011" y="221926"/>
                  </a:lnTo>
                  <a:lnTo>
                    <a:pt x="24147" y="221181"/>
                  </a:lnTo>
                  <a:lnTo>
                    <a:pt x="24512" y="220436"/>
                  </a:lnTo>
                  <a:lnTo>
                    <a:pt x="24876" y="219644"/>
                  </a:lnTo>
                  <a:lnTo>
                    <a:pt x="25058" y="218712"/>
                  </a:lnTo>
                  <a:lnTo>
                    <a:pt x="25150" y="217547"/>
                  </a:lnTo>
                  <a:lnTo>
                    <a:pt x="25195" y="216057"/>
                  </a:lnTo>
                  <a:lnTo>
                    <a:pt x="25150" y="214380"/>
                  </a:lnTo>
                  <a:lnTo>
                    <a:pt x="24740" y="212936"/>
                  </a:lnTo>
                  <a:lnTo>
                    <a:pt x="24375" y="211259"/>
                  </a:lnTo>
                  <a:lnTo>
                    <a:pt x="24056" y="210094"/>
                  </a:lnTo>
                  <a:lnTo>
                    <a:pt x="23737" y="208836"/>
                  </a:lnTo>
                  <a:lnTo>
                    <a:pt x="23099" y="206554"/>
                  </a:lnTo>
                  <a:lnTo>
                    <a:pt x="22416" y="205435"/>
                  </a:lnTo>
                  <a:lnTo>
                    <a:pt x="22006" y="204597"/>
                  </a:lnTo>
                  <a:lnTo>
                    <a:pt x="21824" y="203479"/>
                  </a:lnTo>
                  <a:lnTo>
                    <a:pt x="21277" y="202780"/>
                  </a:lnTo>
                  <a:lnTo>
                    <a:pt x="21140" y="202081"/>
                  </a:lnTo>
                  <a:lnTo>
                    <a:pt x="20685" y="201569"/>
                  </a:lnTo>
                  <a:lnTo>
                    <a:pt x="20502" y="201103"/>
                  </a:lnTo>
                  <a:lnTo>
                    <a:pt x="19819" y="200404"/>
                  </a:lnTo>
                  <a:lnTo>
                    <a:pt x="18908" y="199193"/>
                  </a:lnTo>
                  <a:lnTo>
                    <a:pt x="17996" y="198262"/>
                  </a:lnTo>
                  <a:lnTo>
                    <a:pt x="17131" y="197516"/>
                  </a:lnTo>
                  <a:lnTo>
                    <a:pt x="16128" y="196631"/>
                  </a:lnTo>
                  <a:lnTo>
                    <a:pt x="15217" y="195606"/>
                  </a:lnTo>
                  <a:lnTo>
                    <a:pt x="13805" y="194488"/>
                  </a:lnTo>
                  <a:lnTo>
                    <a:pt x="11618" y="192671"/>
                  </a:lnTo>
                  <a:lnTo>
                    <a:pt x="10160" y="191227"/>
                  </a:lnTo>
                  <a:lnTo>
                    <a:pt x="8702" y="189504"/>
                  </a:lnTo>
                  <a:lnTo>
                    <a:pt x="6105" y="187966"/>
                  </a:lnTo>
                  <a:lnTo>
                    <a:pt x="4829" y="187035"/>
                  </a:lnTo>
                  <a:lnTo>
                    <a:pt x="4100" y="186150"/>
                  </a:lnTo>
                  <a:lnTo>
                    <a:pt x="3462" y="184985"/>
                  </a:lnTo>
                  <a:lnTo>
                    <a:pt x="3280" y="184752"/>
                  </a:lnTo>
                  <a:lnTo>
                    <a:pt x="3234" y="184473"/>
                  </a:lnTo>
                  <a:lnTo>
                    <a:pt x="2870" y="184333"/>
                  </a:lnTo>
                  <a:lnTo>
                    <a:pt x="2551" y="184473"/>
                  </a:lnTo>
                  <a:lnTo>
                    <a:pt x="2323" y="184938"/>
                  </a:lnTo>
                  <a:lnTo>
                    <a:pt x="2141" y="185265"/>
                  </a:lnTo>
                  <a:lnTo>
                    <a:pt x="1685" y="185358"/>
                  </a:lnTo>
                  <a:lnTo>
                    <a:pt x="1321" y="185311"/>
                  </a:lnTo>
                  <a:lnTo>
                    <a:pt x="956" y="185171"/>
                  </a:lnTo>
                  <a:lnTo>
                    <a:pt x="592" y="184938"/>
                  </a:lnTo>
                  <a:lnTo>
                    <a:pt x="546" y="184659"/>
                  </a:lnTo>
                  <a:lnTo>
                    <a:pt x="592" y="184333"/>
                  </a:lnTo>
                  <a:lnTo>
                    <a:pt x="820" y="184100"/>
                  </a:lnTo>
                  <a:lnTo>
                    <a:pt x="1047" y="183867"/>
                  </a:lnTo>
                  <a:lnTo>
                    <a:pt x="592" y="183727"/>
                  </a:lnTo>
                  <a:lnTo>
                    <a:pt x="227" y="183308"/>
                  </a:lnTo>
                  <a:lnTo>
                    <a:pt x="0" y="182935"/>
                  </a:lnTo>
                  <a:lnTo>
                    <a:pt x="45" y="182609"/>
                  </a:lnTo>
                  <a:lnTo>
                    <a:pt x="182" y="182097"/>
                  </a:lnTo>
                  <a:lnTo>
                    <a:pt x="182" y="181631"/>
                  </a:lnTo>
                  <a:lnTo>
                    <a:pt x="136" y="181119"/>
                  </a:lnTo>
                  <a:lnTo>
                    <a:pt x="318" y="180746"/>
                  </a:lnTo>
                  <a:lnTo>
                    <a:pt x="728" y="180327"/>
                  </a:lnTo>
                  <a:lnTo>
                    <a:pt x="1002" y="179861"/>
                  </a:lnTo>
                  <a:lnTo>
                    <a:pt x="1457" y="179581"/>
                  </a:lnTo>
                  <a:lnTo>
                    <a:pt x="1822" y="179581"/>
                  </a:lnTo>
                  <a:lnTo>
                    <a:pt x="2095" y="179302"/>
                  </a:lnTo>
                  <a:lnTo>
                    <a:pt x="2004" y="178836"/>
                  </a:lnTo>
                  <a:lnTo>
                    <a:pt x="2004" y="178324"/>
                  </a:lnTo>
                  <a:lnTo>
                    <a:pt x="2095" y="177858"/>
                  </a:lnTo>
                  <a:lnTo>
                    <a:pt x="2323" y="177299"/>
                  </a:lnTo>
                  <a:lnTo>
                    <a:pt x="2505" y="176460"/>
                  </a:lnTo>
                  <a:lnTo>
                    <a:pt x="2733" y="176134"/>
                  </a:lnTo>
                  <a:lnTo>
                    <a:pt x="3007" y="175994"/>
                  </a:lnTo>
                  <a:lnTo>
                    <a:pt x="3098" y="175622"/>
                  </a:lnTo>
                  <a:lnTo>
                    <a:pt x="3189" y="174923"/>
                  </a:lnTo>
                  <a:lnTo>
                    <a:pt x="3508" y="174410"/>
                  </a:lnTo>
                  <a:lnTo>
                    <a:pt x="3736" y="173805"/>
                  </a:lnTo>
                  <a:lnTo>
                    <a:pt x="4054" y="173432"/>
                  </a:lnTo>
                  <a:lnTo>
                    <a:pt x="4556" y="173153"/>
                  </a:lnTo>
                  <a:lnTo>
                    <a:pt x="5011" y="172920"/>
                  </a:lnTo>
                  <a:lnTo>
                    <a:pt x="5148" y="172733"/>
                  </a:lnTo>
                  <a:lnTo>
                    <a:pt x="5376" y="172268"/>
                  </a:lnTo>
                  <a:lnTo>
                    <a:pt x="5512" y="171150"/>
                  </a:lnTo>
                  <a:lnTo>
                    <a:pt x="5512" y="170497"/>
                  </a:lnTo>
                  <a:lnTo>
                    <a:pt x="5649" y="170032"/>
                  </a:lnTo>
                  <a:lnTo>
                    <a:pt x="6105" y="169566"/>
                  </a:lnTo>
                  <a:lnTo>
                    <a:pt x="6287" y="168681"/>
                  </a:lnTo>
                  <a:lnTo>
                    <a:pt x="6287" y="167702"/>
                  </a:lnTo>
                  <a:lnTo>
                    <a:pt x="6196" y="167097"/>
                  </a:lnTo>
                  <a:lnTo>
                    <a:pt x="6059" y="166491"/>
                  </a:lnTo>
                  <a:lnTo>
                    <a:pt x="5786" y="165932"/>
                  </a:lnTo>
                  <a:lnTo>
                    <a:pt x="5512" y="165559"/>
                  </a:lnTo>
                  <a:lnTo>
                    <a:pt x="5057" y="165047"/>
                  </a:lnTo>
                  <a:lnTo>
                    <a:pt x="4875" y="164768"/>
                  </a:lnTo>
                  <a:lnTo>
                    <a:pt x="4829" y="164488"/>
                  </a:lnTo>
                  <a:lnTo>
                    <a:pt x="4783" y="163743"/>
                  </a:lnTo>
                  <a:lnTo>
                    <a:pt x="4647" y="163323"/>
                  </a:lnTo>
                  <a:lnTo>
                    <a:pt x="4191" y="161973"/>
                  </a:lnTo>
                  <a:lnTo>
                    <a:pt x="4100" y="161693"/>
                  </a:lnTo>
                  <a:lnTo>
                    <a:pt x="3781" y="161227"/>
                  </a:lnTo>
                  <a:lnTo>
                    <a:pt x="3280" y="160854"/>
                  </a:lnTo>
                  <a:lnTo>
                    <a:pt x="2505" y="160482"/>
                  </a:lnTo>
                  <a:lnTo>
                    <a:pt x="2050" y="160249"/>
                  </a:lnTo>
                  <a:lnTo>
                    <a:pt x="1868" y="159969"/>
                  </a:lnTo>
                  <a:lnTo>
                    <a:pt x="1731" y="159643"/>
                  </a:lnTo>
                  <a:lnTo>
                    <a:pt x="1731" y="158945"/>
                  </a:lnTo>
                  <a:lnTo>
                    <a:pt x="1685" y="158339"/>
                  </a:lnTo>
                  <a:lnTo>
                    <a:pt x="1549" y="157500"/>
                  </a:lnTo>
                  <a:lnTo>
                    <a:pt x="1457" y="156988"/>
                  </a:lnTo>
                  <a:lnTo>
                    <a:pt x="1457" y="156243"/>
                  </a:lnTo>
                  <a:lnTo>
                    <a:pt x="1549" y="155870"/>
                  </a:lnTo>
                  <a:lnTo>
                    <a:pt x="1913" y="155358"/>
                  </a:lnTo>
                  <a:lnTo>
                    <a:pt x="2186" y="155078"/>
                  </a:lnTo>
                  <a:lnTo>
                    <a:pt x="2414" y="154752"/>
                  </a:lnTo>
                  <a:lnTo>
                    <a:pt x="2505" y="154286"/>
                  </a:lnTo>
                  <a:lnTo>
                    <a:pt x="2642" y="153960"/>
                  </a:lnTo>
                  <a:lnTo>
                    <a:pt x="2961" y="153541"/>
                  </a:lnTo>
                  <a:lnTo>
                    <a:pt x="3371" y="153215"/>
                  </a:lnTo>
                  <a:lnTo>
                    <a:pt x="3827" y="152982"/>
                  </a:lnTo>
                  <a:lnTo>
                    <a:pt x="4054" y="152749"/>
                  </a:lnTo>
                  <a:lnTo>
                    <a:pt x="4373" y="152469"/>
                  </a:lnTo>
                  <a:lnTo>
                    <a:pt x="4647" y="152143"/>
                  </a:lnTo>
                  <a:lnTo>
                    <a:pt x="4829" y="151677"/>
                  </a:lnTo>
                  <a:lnTo>
                    <a:pt x="4920" y="151212"/>
                  </a:lnTo>
                  <a:lnTo>
                    <a:pt x="4829" y="150466"/>
                  </a:lnTo>
                  <a:lnTo>
                    <a:pt x="4783" y="150140"/>
                  </a:lnTo>
                  <a:lnTo>
                    <a:pt x="4601" y="149674"/>
                  </a:lnTo>
                  <a:lnTo>
                    <a:pt x="4373" y="149255"/>
                  </a:lnTo>
                  <a:lnTo>
                    <a:pt x="4191" y="148836"/>
                  </a:lnTo>
                  <a:lnTo>
                    <a:pt x="4191" y="148510"/>
                  </a:lnTo>
                  <a:lnTo>
                    <a:pt x="4373" y="148137"/>
                  </a:lnTo>
                  <a:lnTo>
                    <a:pt x="4783" y="147764"/>
                  </a:lnTo>
                  <a:lnTo>
                    <a:pt x="4875" y="147438"/>
                  </a:lnTo>
                  <a:lnTo>
                    <a:pt x="4783" y="146646"/>
                  </a:lnTo>
                  <a:lnTo>
                    <a:pt x="4647" y="145808"/>
                  </a:lnTo>
                  <a:lnTo>
                    <a:pt x="4328" y="144783"/>
                  </a:lnTo>
                  <a:lnTo>
                    <a:pt x="4009" y="143758"/>
                  </a:lnTo>
                  <a:lnTo>
                    <a:pt x="3963" y="143339"/>
                  </a:lnTo>
                  <a:lnTo>
                    <a:pt x="3872" y="142640"/>
                  </a:lnTo>
                  <a:lnTo>
                    <a:pt x="3781" y="142128"/>
                  </a:lnTo>
                  <a:lnTo>
                    <a:pt x="3234" y="141336"/>
                  </a:lnTo>
                  <a:lnTo>
                    <a:pt x="3189" y="140497"/>
                  </a:lnTo>
                  <a:lnTo>
                    <a:pt x="3007" y="139472"/>
                  </a:lnTo>
                  <a:lnTo>
                    <a:pt x="2961" y="139053"/>
                  </a:lnTo>
                  <a:lnTo>
                    <a:pt x="3007" y="138401"/>
                  </a:lnTo>
                  <a:lnTo>
                    <a:pt x="3007" y="137609"/>
                  </a:lnTo>
                  <a:lnTo>
                    <a:pt x="2779" y="136584"/>
                  </a:lnTo>
                  <a:lnTo>
                    <a:pt x="2369" y="135420"/>
                  </a:lnTo>
                  <a:lnTo>
                    <a:pt x="2095" y="134674"/>
                  </a:lnTo>
                  <a:lnTo>
                    <a:pt x="2004" y="134115"/>
                  </a:lnTo>
                  <a:lnTo>
                    <a:pt x="1685" y="133044"/>
                  </a:lnTo>
                  <a:lnTo>
                    <a:pt x="1366" y="132252"/>
                  </a:lnTo>
                  <a:lnTo>
                    <a:pt x="1321" y="131879"/>
                  </a:lnTo>
                  <a:lnTo>
                    <a:pt x="1549" y="131553"/>
                  </a:lnTo>
                  <a:lnTo>
                    <a:pt x="1685" y="131134"/>
                  </a:lnTo>
                  <a:lnTo>
                    <a:pt x="1822" y="130808"/>
                  </a:lnTo>
                  <a:lnTo>
                    <a:pt x="2004" y="130482"/>
                  </a:lnTo>
                  <a:lnTo>
                    <a:pt x="2232" y="129690"/>
                  </a:lnTo>
                  <a:lnTo>
                    <a:pt x="2505" y="129084"/>
                  </a:lnTo>
                  <a:lnTo>
                    <a:pt x="2597" y="128525"/>
                  </a:lnTo>
                  <a:lnTo>
                    <a:pt x="2824" y="128292"/>
                  </a:lnTo>
                  <a:lnTo>
                    <a:pt x="3052" y="128059"/>
                  </a:lnTo>
                  <a:lnTo>
                    <a:pt x="3371" y="127640"/>
                  </a:lnTo>
                  <a:lnTo>
                    <a:pt x="3736" y="127407"/>
                  </a:lnTo>
                  <a:lnTo>
                    <a:pt x="4692" y="127360"/>
                  </a:lnTo>
                  <a:lnTo>
                    <a:pt x="5604" y="126801"/>
                  </a:lnTo>
                  <a:lnTo>
                    <a:pt x="6196" y="126382"/>
                  </a:lnTo>
                  <a:lnTo>
                    <a:pt x="7062" y="126010"/>
                  </a:lnTo>
                  <a:lnTo>
                    <a:pt x="7836" y="125730"/>
                  </a:lnTo>
                  <a:lnTo>
                    <a:pt x="8565" y="125404"/>
                  </a:lnTo>
                  <a:lnTo>
                    <a:pt x="9203" y="124938"/>
                  </a:lnTo>
                  <a:lnTo>
                    <a:pt x="10069" y="124472"/>
                  </a:lnTo>
                  <a:lnTo>
                    <a:pt x="10980" y="124379"/>
                  </a:lnTo>
                  <a:lnTo>
                    <a:pt x="11846" y="124193"/>
                  </a:lnTo>
                  <a:lnTo>
                    <a:pt x="13030" y="123680"/>
                  </a:lnTo>
                  <a:lnTo>
                    <a:pt x="13850" y="123494"/>
                  </a:lnTo>
                  <a:lnTo>
                    <a:pt x="14351" y="123215"/>
                  </a:lnTo>
                  <a:lnTo>
                    <a:pt x="15536" y="122609"/>
                  </a:lnTo>
                  <a:lnTo>
                    <a:pt x="15946" y="122516"/>
                  </a:lnTo>
                  <a:lnTo>
                    <a:pt x="16356" y="122236"/>
                  </a:lnTo>
                  <a:lnTo>
                    <a:pt x="16538" y="122003"/>
                  </a:lnTo>
                  <a:lnTo>
                    <a:pt x="17313" y="121305"/>
                  </a:lnTo>
                  <a:lnTo>
                    <a:pt x="18452" y="121072"/>
                  </a:lnTo>
                  <a:lnTo>
                    <a:pt x="18862" y="120839"/>
                  </a:lnTo>
                  <a:lnTo>
                    <a:pt x="19409" y="120513"/>
                  </a:lnTo>
                  <a:lnTo>
                    <a:pt x="20183" y="119814"/>
                  </a:lnTo>
                  <a:lnTo>
                    <a:pt x="20593" y="119534"/>
                  </a:lnTo>
                  <a:lnTo>
                    <a:pt x="20958" y="119162"/>
                  </a:lnTo>
                  <a:lnTo>
                    <a:pt x="21687" y="118137"/>
                  </a:lnTo>
                  <a:lnTo>
                    <a:pt x="21824" y="117811"/>
                  </a:lnTo>
                  <a:lnTo>
                    <a:pt x="22279" y="117159"/>
                  </a:lnTo>
                  <a:lnTo>
                    <a:pt x="22507" y="116972"/>
                  </a:lnTo>
                  <a:lnTo>
                    <a:pt x="23008" y="116879"/>
                  </a:lnTo>
                  <a:lnTo>
                    <a:pt x="23190" y="116739"/>
                  </a:lnTo>
                  <a:lnTo>
                    <a:pt x="23555" y="116553"/>
                  </a:lnTo>
                  <a:lnTo>
                    <a:pt x="23692" y="116413"/>
                  </a:lnTo>
                  <a:lnTo>
                    <a:pt x="23828" y="116320"/>
                  </a:lnTo>
                  <a:lnTo>
                    <a:pt x="24011" y="116273"/>
                  </a:lnTo>
                  <a:lnTo>
                    <a:pt x="24193" y="116134"/>
                  </a:lnTo>
                  <a:lnTo>
                    <a:pt x="24466" y="115854"/>
                  </a:lnTo>
                  <a:lnTo>
                    <a:pt x="24648" y="115575"/>
                  </a:lnTo>
                  <a:lnTo>
                    <a:pt x="24876" y="115342"/>
                  </a:lnTo>
                  <a:lnTo>
                    <a:pt x="25058" y="115062"/>
                  </a:lnTo>
                  <a:lnTo>
                    <a:pt x="25286" y="114783"/>
                  </a:lnTo>
                  <a:lnTo>
                    <a:pt x="25560" y="114503"/>
                  </a:lnTo>
                  <a:lnTo>
                    <a:pt x="25833" y="114317"/>
                  </a:lnTo>
                  <a:lnTo>
                    <a:pt x="26198" y="114084"/>
                  </a:lnTo>
                  <a:lnTo>
                    <a:pt x="26380" y="113851"/>
                  </a:lnTo>
                  <a:lnTo>
                    <a:pt x="26608" y="113478"/>
                  </a:lnTo>
                  <a:lnTo>
                    <a:pt x="26744" y="113292"/>
                  </a:lnTo>
                  <a:lnTo>
                    <a:pt x="26927" y="113059"/>
                  </a:lnTo>
                  <a:lnTo>
                    <a:pt x="27109" y="112826"/>
                  </a:lnTo>
                  <a:lnTo>
                    <a:pt x="27154" y="112547"/>
                  </a:lnTo>
                  <a:lnTo>
                    <a:pt x="27200" y="112314"/>
                  </a:lnTo>
                  <a:lnTo>
                    <a:pt x="27337" y="111988"/>
                  </a:lnTo>
                  <a:lnTo>
                    <a:pt x="27473" y="111708"/>
                  </a:lnTo>
                  <a:lnTo>
                    <a:pt x="27473" y="111568"/>
                  </a:lnTo>
                  <a:lnTo>
                    <a:pt x="27564" y="111429"/>
                  </a:lnTo>
                  <a:lnTo>
                    <a:pt x="27610" y="111242"/>
                  </a:lnTo>
                  <a:lnTo>
                    <a:pt x="27838" y="110916"/>
                  </a:lnTo>
                  <a:lnTo>
                    <a:pt x="27929" y="110637"/>
                  </a:lnTo>
                  <a:lnTo>
                    <a:pt x="28066" y="110311"/>
                  </a:lnTo>
                  <a:lnTo>
                    <a:pt x="28111" y="109985"/>
                  </a:lnTo>
                  <a:lnTo>
                    <a:pt x="28248" y="109798"/>
                  </a:lnTo>
                  <a:lnTo>
                    <a:pt x="28248" y="108773"/>
                  </a:lnTo>
                  <a:lnTo>
                    <a:pt x="28339" y="108214"/>
                  </a:lnTo>
                  <a:lnTo>
                    <a:pt x="28384" y="107888"/>
                  </a:lnTo>
                  <a:lnTo>
                    <a:pt x="28521" y="107516"/>
                  </a:lnTo>
                  <a:lnTo>
                    <a:pt x="28703" y="107050"/>
                  </a:lnTo>
                  <a:lnTo>
                    <a:pt x="28840" y="106584"/>
                  </a:lnTo>
                  <a:lnTo>
                    <a:pt x="28931" y="106351"/>
                  </a:lnTo>
                  <a:lnTo>
                    <a:pt x="29022" y="105839"/>
                  </a:lnTo>
                  <a:lnTo>
                    <a:pt x="29022" y="105559"/>
                  </a:lnTo>
                  <a:lnTo>
                    <a:pt x="28977" y="105233"/>
                  </a:lnTo>
                  <a:lnTo>
                    <a:pt x="28977" y="104907"/>
                  </a:lnTo>
                  <a:lnTo>
                    <a:pt x="29022" y="104581"/>
                  </a:lnTo>
                  <a:lnTo>
                    <a:pt x="29022" y="104162"/>
                  </a:lnTo>
                  <a:lnTo>
                    <a:pt x="29022" y="103463"/>
                  </a:lnTo>
                  <a:lnTo>
                    <a:pt x="29022" y="103137"/>
                  </a:lnTo>
                  <a:lnTo>
                    <a:pt x="29068" y="102764"/>
                  </a:lnTo>
                  <a:lnTo>
                    <a:pt x="29113" y="102438"/>
                  </a:lnTo>
                  <a:lnTo>
                    <a:pt x="29205" y="102112"/>
                  </a:lnTo>
                  <a:lnTo>
                    <a:pt x="29250" y="101832"/>
                  </a:lnTo>
                  <a:lnTo>
                    <a:pt x="29159" y="101599"/>
                  </a:lnTo>
                  <a:lnTo>
                    <a:pt x="29068" y="101180"/>
                  </a:lnTo>
                  <a:lnTo>
                    <a:pt x="28977" y="100668"/>
                  </a:lnTo>
                  <a:lnTo>
                    <a:pt x="28840" y="100202"/>
                  </a:lnTo>
                  <a:lnTo>
                    <a:pt x="28749" y="99596"/>
                  </a:lnTo>
                  <a:lnTo>
                    <a:pt x="28612" y="98991"/>
                  </a:lnTo>
                  <a:lnTo>
                    <a:pt x="28521" y="98478"/>
                  </a:lnTo>
                  <a:lnTo>
                    <a:pt x="28293" y="97873"/>
                  </a:lnTo>
                  <a:lnTo>
                    <a:pt x="28066" y="97221"/>
                  </a:lnTo>
                  <a:lnTo>
                    <a:pt x="27883" y="96522"/>
                  </a:lnTo>
                  <a:lnTo>
                    <a:pt x="27701" y="96149"/>
                  </a:lnTo>
                  <a:lnTo>
                    <a:pt x="27519" y="95637"/>
                  </a:lnTo>
                  <a:lnTo>
                    <a:pt x="27337" y="94938"/>
                  </a:lnTo>
                  <a:lnTo>
                    <a:pt x="27200" y="94472"/>
                  </a:lnTo>
                  <a:lnTo>
                    <a:pt x="26972" y="93913"/>
                  </a:lnTo>
                  <a:lnTo>
                    <a:pt x="26790" y="93447"/>
                  </a:lnTo>
                  <a:lnTo>
                    <a:pt x="26608" y="93028"/>
                  </a:lnTo>
                  <a:lnTo>
                    <a:pt x="26425" y="92655"/>
                  </a:lnTo>
                  <a:lnTo>
                    <a:pt x="26289" y="92283"/>
                  </a:lnTo>
                  <a:lnTo>
                    <a:pt x="26061" y="91817"/>
                  </a:lnTo>
                  <a:lnTo>
                    <a:pt x="25879" y="91258"/>
                  </a:lnTo>
                  <a:lnTo>
                    <a:pt x="25560" y="90652"/>
                  </a:lnTo>
                  <a:lnTo>
                    <a:pt x="25377" y="90047"/>
                  </a:lnTo>
                  <a:lnTo>
                    <a:pt x="24922" y="89162"/>
                  </a:lnTo>
                  <a:lnTo>
                    <a:pt x="24648" y="88882"/>
                  </a:lnTo>
                  <a:lnTo>
                    <a:pt x="24238" y="88649"/>
                  </a:lnTo>
                  <a:lnTo>
                    <a:pt x="23783" y="88603"/>
                  </a:lnTo>
                  <a:lnTo>
                    <a:pt x="23509" y="88603"/>
                  </a:lnTo>
                  <a:lnTo>
                    <a:pt x="23236" y="88649"/>
                  </a:lnTo>
                  <a:lnTo>
                    <a:pt x="22872" y="88649"/>
                  </a:lnTo>
                  <a:lnTo>
                    <a:pt x="22644" y="88416"/>
                  </a:lnTo>
                  <a:lnTo>
                    <a:pt x="22461" y="87997"/>
                  </a:lnTo>
                  <a:lnTo>
                    <a:pt x="22234" y="87624"/>
                  </a:lnTo>
                  <a:lnTo>
                    <a:pt x="22051" y="87298"/>
                  </a:lnTo>
                  <a:lnTo>
                    <a:pt x="21687" y="86693"/>
                  </a:lnTo>
                  <a:lnTo>
                    <a:pt x="21687" y="86413"/>
                  </a:lnTo>
                  <a:lnTo>
                    <a:pt x="21687" y="86180"/>
                  </a:lnTo>
                  <a:lnTo>
                    <a:pt x="21732" y="86040"/>
                  </a:lnTo>
                  <a:lnTo>
                    <a:pt x="21778" y="85901"/>
                  </a:lnTo>
                  <a:lnTo>
                    <a:pt x="21869" y="85761"/>
                  </a:lnTo>
                  <a:lnTo>
                    <a:pt x="21869" y="85621"/>
                  </a:lnTo>
                  <a:lnTo>
                    <a:pt x="21824" y="85388"/>
                  </a:lnTo>
                  <a:lnTo>
                    <a:pt x="21596" y="85342"/>
                  </a:lnTo>
                  <a:lnTo>
                    <a:pt x="21322" y="85342"/>
                  </a:lnTo>
                  <a:lnTo>
                    <a:pt x="21095" y="85342"/>
                  </a:lnTo>
                  <a:lnTo>
                    <a:pt x="20912" y="85342"/>
                  </a:lnTo>
                  <a:lnTo>
                    <a:pt x="20730" y="85248"/>
                  </a:lnTo>
                  <a:lnTo>
                    <a:pt x="20639" y="84969"/>
                  </a:lnTo>
                  <a:lnTo>
                    <a:pt x="20502" y="84829"/>
                  </a:lnTo>
                  <a:lnTo>
                    <a:pt x="20229" y="84550"/>
                  </a:lnTo>
                  <a:lnTo>
                    <a:pt x="20366" y="84363"/>
                  </a:lnTo>
                  <a:lnTo>
                    <a:pt x="20593" y="84317"/>
                  </a:lnTo>
                  <a:lnTo>
                    <a:pt x="20776" y="84270"/>
                  </a:lnTo>
                  <a:lnTo>
                    <a:pt x="21003" y="84084"/>
                  </a:lnTo>
                  <a:lnTo>
                    <a:pt x="21140" y="83944"/>
                  </a:lnTo>
                  <a:lnTo>
                    <a:pt x="21140" y="83758"/>
                  </a:lnTo>
                  <a:lnTo>
                    <a:pt x="21140" y="83571"/>
                  </a:lnTo>
                  <a:lnTo>
                    <a:pt x="21003" y="83199"/>
                  </a:lnTo>
                  <a:lnTo>
                    <a:pt x="20867" y="82873"/>
                  </a:lnTo>
                  <a:lnTo>
                    <a:pt x="20776" y="82640"/>
                  </a:lnTo>
                  <a:lnTo>
                    <a:pt x="20593" y="82360"/>
                  </a:lnTo>
                  <a:lnTo>
                    <a:pt x="20411" y="82174"/>
                  </a:lnTo>
                  <a:lnTo>
                    <a:pt x="20183" y="81848"/>
                  </a:lnTo>
                  <a:lnTo>
                    <a:pt x="19864" y="81429"/>
                  </a:lnTo>
                  <a:lnTo>
                    <a:pt x="19591" y="81056"/>
                  </a:lnTo>
                  <a:lnTo>
                    <a:pt x="19454" y="80823"/>
                  </a:lnTo>
                  <a:lnTo>
                    <a:pt x="19090" y="80776"/>
                  </a:lnTo>
                  <a:lnTo>
                    <a:pt x="18953" y="80683"/>
                  </a:lnTo>
                  <a:lnTo>
                    <a:pt x="18862" y="80543"/>
                  </a:lnTo>
                  <a:lnTo>
                    <a:pt x="18680" y="80497"/>
                  </a:lnTo>
                  <a:lnTo>
                    <a:pt x="18543" y="80357"/>
                  </a:lnTo>
                  <a:lnTo>
                    <a:pt x="18498" y="80031"/>
                  </a:lnTo>
                  <a:lnTo>
                    <a:pt x="18543" y="79845"/>
                  </a:lnTo>
                  <a:lnTo>
                    <a:pt x="18270" y="79752"/>
                  </a:lnTo>
                  <a:lnTo>
                    <a:pt x="18179" y="79891"/>
                  </a:lnTo>
                  <a:lnTo>
                    <a:pt x="18042" y="79984"/>
                  </a:lnTo>
                  <a:lnTo>
                    <a:pt x="17860" y="79938"/>
                  </a:lnTo>
                  <a:lnTo>
                    <a:pt x="17541" y="79752"/>
                  </a:lnTo>
                  <a:lnTo>
                    <a:pt x="17313" y="79752"/>
                  </a:lnTo>
                  <a:lnTo>
                    <a:pt x="17222" y="79891"/>
                  </a:lnTo>
                  <a:lnTo>
                    <a:pt x="17222" y="80124"/>
                  </a:lnTo>
                  <a:lnTo>
                    <a:pt x="17040" y="80357"/>
                  </a:lnTo>
                  <a:lnTo>
                    <a:pt x="16857" y="80404"/>
                  </a:lnTo>
                  <a:lnTo>
                    <a:pt x="16766" y="80637"/>
                  </a:lnTo>
                  <a:lnTo>
                    <a:pt x="16675" y="80916"/>
                  </a:lnTo>
                  <a:lnTo>
                    <a:pt x="16493" y="80870"/>
                  </a:lnTo>
                  <a:lnTo>
                    <a:pt x="16402" y="80590"/>
                  </a:lnTo>
                  <a:lnTo>
                    <a:pt x="16311" y="80404"/>
                  </a:lnTo>
                  <a:lnTo>
                    <a:pt x="16174" y="80311"/>
                  </a:lnTo>
                  <a:lnTo>
                    <a:pt x="15901" y="80264"/>
                  </a:lnTo>
                  <a:lnTo>
                    <a:pt x="15764" y="80404"/>
                  </a:lnTo>
                  <a:lnTo>
                    <a:pt x="15718" y="80590"/>
                  </a:lnTo>
                  <a:lnTo>
                    <a:pt x="15627" y="80823"/>
                  </a:lnTo>
                  <a:lnTo>
                    <a:pt x="15491" y="80730"/>
                  </a:lnTo>
                  <a:lnTo>
                    <a:pt x="15172" y="80637"/>
                  </a:lnTo>
                  <a:lnTo>
                    <a:pt x="15035" y="80404"/>
                  </a:lnTo>
                  <a:lnTo>
                    <a:pt x="14898" y="80264"/>
                  </a:lnTo>
                  <a:lnTo>
                    <a:pt x="14716" y="80078"/>
                  </a:lnTo>
                  <a:lnTo>
                    <a:pt x="14534" y="79891"/>
                  </a:lnTo>
                  <a:lnTo>
                    <a:pt x="14306" y="79705"/>
                  </a:lnTo>
                  <a:lnTo>
                    <a:pt x="14351" y="79472"/>
                  </a:lnTo>
                  <a:lnTo>
                    <a:pt x="14124" y="79425"/>
                  </a:lnTo>
                  <a:lnTo>
                    <a:pt x="14078" y="79146"/>
                  </a:lnTo>
                  <a:lnTo>
                    <a:pt x="13987" y="78913"/>
                  </a:lnTo>
                  <a:lnTo>
                    <a:pt x="13850" y="78587"/>
                  </a:lnTo>
                  <a:lnTo>
                    <a:pt x="13577" y="78727"/>
                  </a:lnTo>
                  <a:lnTo>
                    <a:pt x="13622" y="78587"/>
                  </a:lnTo>
                  <a:lnTo>
                    <a:pt x="13531" y="78401"/>
                  </a:lnTo>
                  <a:lnTo>
                    <a:pt x="13395" y="78307"/>
                  </a:lnTo>
                  <a:lnTo>
                    <a:pt x="13304" y="78168"/>
                  </a:lnTo>
                  <a:lnTo>
                    <a:pt x="13258" y="77935"/>
                  </a:lnTo>
                  <a:lnTo>
                    <a:pt x="13349" y="77748"/>
                  </a:lnTo>
                  <a:lnTo>
                    <a:pt x="13622" y="77609"/>
                  </a:lnTo>
                  <a:lnTo>
                    <a:pt x="13941" y="77515"/>
                  </a:lnTo>
                  <a:lnTo>
                    <a:pt x="14215" y="77376"/>
                  </a:lnTo>
                  <a:lnTo>
                    <a:pt x="14534" y="77376"/>
                  </a:lnTo>
                  <a:lnTo>
                    <a:pt x="14944" y="77376"/>
                  </a:lnTo>
                  <a:lnTo>
                    <a:pt x="15172" y="77329"/>
                  </a:lnTo>
                  <a:lnTo>
                    <a:pt x="15445" y="77189"/>
                  </a:lnTo>
                  <a:lnTo>
                    <a:pt x="15809" y="77096"/>
                  </a:lnTo>
                  <a:lnTo>
                    <a:pt x="16128" y="77050"/>
                  </a:lnTo>
                  <a:lnTo>
                    <a:pt x="16493" y="76863"/>
                  </a:lnTo>
                  <a:lnTo>
                    <a:pt x="16675" y="76677"/>
                  </a:lnTo>
                  <a:lnTo>
                    <a:pt x="16675" y="76397"/>
                  </a:lnTo>
                  <a:lnTo>
                    <a:pt x="16493" y="75838"/>
                  </a:lnTo>
                  <a:lnTo>
                    <a:pt x="16311" y="75652"/>
                  </a:lnTo>
                  <a:lnTo>
                    <a:pt x="16037" y="75606"/>
                  </a:lnTo>
                  <a:lnTo>
                    <a:pt x="15764" y="75419"/>
                  </a:lnTo>
                  <a:lnTo>
                    <a:pt x="15536" y="75233"/>
                  </a:lnTo>
                  <a:lnTo>
                    <a:pt x="15399" y="74814"/>
                  </a:lnTo>
                  <a:lnTo>
                    <a:pt x="15172" y="74441"/>
                  </a:lnTo>
                  <a:lnTo>
                    <a:pt x="14944" y="73975"/>
                  </a:lnTo>
                  <a:lnTo>
                    <a:pt x="14670" y="73602"/>
                  </a:lnTo>
                  <a:lnTo>
                    <a:pt x="14351" y="73835"/>
                  </a:lnTo>
                  <a:lnTo>
                    <a:pt x="14078" y="73929"/>
                  </a:lnTo>
                  <a:lnTo>
                    <a:pt x="13805" y="73789"/>
                  </a:lnTo>
                  <a:lnTo>
                    <a:pt x="13395" y="73369"/>
                  </a:lnTo>
                  <a:lnTo>
                    <a:pt x="13668" y="73137"/>
                  </a:lnTo>
                  <a:lnTo>
                    <a:pt x="13941" y="73043"/>
                  </a:lnTo>
                  <a:lnTo>
                    <a:pt x="14124" y="72904"/>
                  </a:lnTo>
                  <a:lnTo>
                    <a:pt x="13896" y="72764"/>
                  </a:lnTo>
                  <a:lnTo>
                    <a:pt x="13622" y="72764"/>
                  </a:lnTo>
                  <a:lnTo>
                    <a:pt x="13167" y="72904"/>
                  </a:lnTo>
                  <a:lnTo>
                    <a:pt x="12939" y="73043"/>
                  </a:lnTo>
                  <a:lnTo>
                    <a:pt x="12666" y="73090"/>
                  </a:lnTo>
                  <a:lnTo>
                    <a:pt x="12483" y="72857"/>
                  </a:lnTo>
                  <a:lnTo>
                    <a:pt x="12620" y="72531"/>
                  </a:lnTo>
                  <a:lnTo>
                    <a:pt x="12347" y="72531"/>
                  </a:lnTo>
                  <a:lnTo>
                    <a:pt x="12028" y="72671"/>
                  </a:lnTo>
                  <a:lnTo>
                    <a:pt x="11709" y="72671"/>
                  </a:lnTo>
                  <a:lnTo>
                    <a:pt x="11436" y="72624"/>
                  </a:lnTo>
                  <a:lnTo>
                    <a:pt x="11162" y="72671"/>
                  </a:lnTo>
                  <a:lnTo>
                    <a:pt x="10934" y="72484"/>
                  </a:lnTo>
                  <a:lnTo>
                    <a:pt x="11025" y="72112"/>
                  </a:lnTo>
                  <a:lnTo>
                    <a:pt x="11117" y="71739"/>
                  </a:lnTo>
                  <a:lnTo>
                    <a:pt x="11299" y="71460"/>
                  </a:lnTo>
                  <a:lnTo>
                    <a:pt x="11117" y="71273"/>
                  </a:lnTo>
                  <a:lnTo>
                    <a:pt x="10843" y="71273"/>
                  </a:lnTo>
                  <a:lnTo>
                    <a:pt x="10479" y="71133"/>
                  </a:lnTo>
                  <a:lnTo>
                    <a:pt x="10114" y="70947"/>
                  </a:lnTo>
                  <a:lnTo>
                    <a:pt x="9841" y="70621"/>
                  </a:lnTo>
                  <a:lnTo>
                    <a:pt x="9795" y="70342"/>
                  </a:lnTo>
                  <a:lnTo>
                    <a:pt x="9750" y="69829"/>
                  </a:lnTo>
                  <a:lnTo>
                    <a:pt x="9659" y="69503"/>
                  </a:lnTo>
                  <a:lnTo>
                    <a:pt x="9385" y="69410"/>
                  </a:lnTo>
                  <a:lnTo>
                    <a:pt x="9157" y="69596"/>
                  </a:lnTo>
                  <a:lnTo>
                    <a:pt x="8884" y="69876"/>
                  </a:lnTo>
                  <a:lnTo>
                    <a:pt x="7927" y="69876"/>
                  </a:lnTo>
                  <a:lnTo>
                    <a:pt x="7745" y="69689"/>
                  </a:lnTo>
                  <a:lnTo>
                    <a:pt x="7973" y="69363"/>
                  </a:lnTo>
                  <a:lnTo>
                    <a:pt x="7699" y="69317"/>
                  </a:lnTo>
                  <a:lnTo>
                    <a:pt x="7289" y="69689"/>
                  </a:lnTo>
                  <a:lnTo>
                    <a:pt x="6834" y="69317"/>
                  </a:lnTo>
                  <a:lnTo>
                    <a:pt x="6879" y="69037"/>
                  </a:lnTo>
                  <a:lnTo>
                    <a:pt x="7198" y="68851"/>
                  </a:lnTo>
                  <a:lnTo>
                    <a:pt x="7517" y="68711"/>
                  </a:lnTo>
                  <a:lnTo>
                    <a:pt x="8246" y="68338"/>
                  </a:lnTo>
                  <a:lnTo>
                    <a:pt x="8337" y="68059"/>
                  </a:lnTo>
                  <a:lnTo>
                    <a:pt x="7791" y="68105"/>
                  </a:lnTo>
                  <a:lnTo>
                    <a:pt x="7563" y="68245"/>
                  </a:lnTo>
                  <a:lnTo>
                    <a:pt x="7198" y="68385"/>
                  </a:lnTo>
                  <a:lnTo>
                    <a:pt x="6879" y="68432"/>
                  </a:lnTo>
                  <a:lnTo>
                    <a:pt x="6652" y="68338"/>
                  </a:lnTo>
                  <a:lnTo>
                    <a:pt x="6560" y="67966"/>
                  </a:lnTo>
                  <a:lnTo>
                    <a:pt x="6788" y="67640"/>
                  </a:lnTo>
                  <a:lnTo>
                    <a:pt x="7016" y="67360"/>
                  </a:lnTo>
                  <a:lnTo>
                    <a:pt x="7381" y="66894"/>
                  </a:lnTo>
                  <a:lnTo>
                    <a:pt x="8155" y="66615"/>
                  </a:lnTo>
                  <a:lnTo>
                    <a:pt x="8337" y="66335"/>
                  </a:lnTo>
                  <a:lnTo>
                    <a:pt x="8155" y="65916"/>
                  </a:lnTo>
                  <a:lnTo>
                    <a:pt x="8109" y="65637"/>
                  </a:lnTo>
                  <a:lnTo>
                    <a:pt x="8246" y="65078"/>
                  </a:lnTo>
                  <a:lnTo>
                    <a:pt x="7973" y="64612"/>
                  </a:lnTo>
                  <a:lnTo>
                    <a:pt x="7973" y="64286"/>
                  </a:lnTo>
                  <a:lnTo>
                    <a:pt x="8155" y="64146"/>
                  </a:lnTo>
                  <a:lnTo>
                    <a:pt x="8428" y="64053"/>
                  </a:lnTo>
                  <a:lnTo>
                    <a:pt x="8975" y="64146"/>
                  </a:lnTo>
                  <a:lnTo>
                    <a:pt x="9340" y="64053"/>
                  </a:lnTo>
                  <a:lnTo>
                    <a:pt x="9704" y="63913"/>
                  </a:lnTo>
                  <a:lnTo>
                    <a:pt x="10114" y="63680"/>
                  </a:lnTo>
                  <a:lnTo>
                    <a:pt x="10524" y="63587"/>
                  </a:lnTo>
                  <a:lnTo>
                    <a:pt x="11025" y="63633"/>
                  </a:lnTo>
                  <a:lnTo>
                    <a:pt x="11527" y="63494"/>
                  </a:lnTo>
                  <a:lnTo>
                    <a:pt x="11982" y="63540"/>
                  </a:lnTo>
                  <a:lnTo>
                    <a:pt x="12392" y="63633"/>
                  </a:lnTo>
                  <a:lnTo>
                    <a:pt x="13167" y="63540"/>
                  </a:lnTo>
                  <a:lnTo>
                    <a:pt x="13622" y="63447"/>
                  </a:lnTo>
                  <a:lnTo>
                    <a:pt x="14078" y="63400"/>
                  </a:lnTo>
                  <a:lnTo>
                    <a:pt x="14716" y="63261"/>
                  </a:lnTo>
                  <a:lnTo>
                    <a:pt x="15217" y="63074"/>
                  </a:lnTo>
                  <a:lnTo>
                    <a:pt x="15582" y="62748"/>
                  </a:lnTo>
                  <a:lnTo>
                    <a:pt x="15901" y="62376"/>
                  </a:lnTo>
                  <a:lnTo>
                    <a:pt x="16083" y="62050"/>
                  </a:lnTo>
                  <a:lnTo>
                    <a:pt x="16037" y="61723"/>
                  </a:lnTo>
                  <a:lnTo>
                    <a:pt x="15718" y="61537"/>
                  </a:lnTo>
                  <a:lnTo>
                    <a:pt x="15399" y="61304"/>
                  </a:lnTo>
                  <a:lnTo>
                    <a:pt x="15582" y="61071"/>
                  </a:lnTo>
                  <a:lnTo>
                    <a:pt x="16265" y="61397"/>
                  </a:lnTo>
                  <a:lnTo>
                    <a:pt x="16538" y="61444"/>
                  </a:lnTo>
                  <a:lnTo>
                    <a:pt x="17085" y="61211"/>
                  </a:lnTo>
                  <a:lnTo>
                    <a:pt x="17677" y="60978"/>
                  </a:lnTo>
                  <a:lnTo>
                    <a:pt x="18224" y="60559"/>
                  </a:lnTo>
                  <a:lnTo>
                    <a:pt x="18725" y="60279"/>
                  </a:lnTo>
                  <a:lnTo>
                    <a:pt x="19044" y="60093"/>
                  </a:lnTo>
                  <a:lnTo>
                    <a:pt x="19318" y="59627"/>
                  </a:lnTo>
                  <a:lnTo>
                    <a:pt x="19363" y="59161"/>
                  </a:lnTo>
                  <a:lnTo>
                    <a:pt x="19363" y="58882"/>
                  </a:lnTo>
                  <a:lnTo>
                    <a:pt x="18589" y="58695"/>
                  </a:lnTo>
                  <a:lnTo>
                    <a:pt x="18725" y="58369"/>
                  </a:lnTo>
                  <a:lnTo>
                    <a:pt x="19454" y="58509"/>
                  </a:lnTo>
                  <a:lnTo>
                    <a:pt x="20138" y="58463"/>
                  </a:lnTo>
                  <a:lnTo>
                    <a:pt x="20685" y="58463"/>
                  </a:lnTo>
                  <a:lnTo>
                    <a:pt x="21049" y="58463"/>
                  </a:lnTo>
                  <a:lnTo>
                    <a:pt x="21140" y="58090"/>
                  </a:lnTo>
                  <a:lnTo>
                    <a:pt x="21322" y="57764"/>
                  </a:lnTo>
                  <a:lnTo>
                    <a:pt x="21459" y="57624"/>
                  </a:lnTo>
                  <a:lnTo>
                    <a:pt x="21459" y="57251"/>
                  </a:lnTo>
                  <a:lnTo>
                    <a:pt x="21550" y="56879"/>
                  </a:lnTo>
                  <a:lnTo>
                    <a:pt x="21641" y="56553"/>
                  </a:lnTo>
                  <a:lnTo>
                    <a:pt x="21550" y="56227"/>
                  </a:lnTo>
                  <a:lnTo>
                    <a:pt x="21687" y="55621"/>
                  </a:lnTo>
                  <a:lnTo>
                    <a:pt x="21550" y="55295"/>
                  </a:lnTo>
                  <a:lnTo>
                    <a:pt x="21459" y="54876"/>
                  </a:lnTo>
                  <a:lnTo>
                    <a:pt x="21550" y="54410"/>
                  </a:lnTo>
                  <a:lnTo>
                    <a:pt x="21641" y="54037"/>
                  </a:lnTo>
                  <a:lnTo>
                    <a:pt x="21596" y="53711"/>
                  </a:lnTo>
                  <a:lnTo>
                    <a:pt x="20958" y="53711"/>
                  </a:lnTo>
                  <a:lnTo>
                    <a:pt x="15217" y="53804"/>
                  </a:lnTo>
                  <a:lnTo>
                    <a:pt x="14944" y="53897"/>
                  </a:lnTo>
                  <a:lnTo>
                    <a:pt x="14670" y="53618"/>
                  </a:lnTo>
                  <a:lnTo>
                    <a:pt x="14716" y="53478"/>
                  </a:lnTo>
                  <a:lnTo>
                    <a:pt x="14989" y="53431"/>
                  </a:lnTo>
                  <a:lnTo>
                    <a:pt x="15491" y="53478"/>
                  </a:lnTo>
                  <a:lnTo>
                    <a:pt x="16493" y="53478"/>
                  </a:lnTo>
                  <a:lnTo>
                    <a:pt x="16994" y="53478"/>
                  </a:lnTo>
                  <a:lnTo>
                    <a:pt x="19227" y="53431"/>
                  </a:lnTo>
                  <a:lnTo>
                    <a:pt x="19819" y="53431"/>
                  </a:lnTo>
                  <a:lnTo>
                    <a:pt x="20958" y="53385"/>
                  </a:lnTo>
                  <a:lnTo>
                    <a:pt x="21505" y="53385"/>
                  </a:lnTo>
                  <a:lnTo>
                    <a:pt x="22143" y="53338"/>
                  </a:lnTo>
                  <a:lnTo>
                    <a:pt x="22553" y="53338"/>
                  </a:lnTo>
                  <a:lnTo>
                    <a:pt x="23646" y="53292"/>
                  </a:lnTo>
                  <a:lnTo>
                    <a:pt x="24147" y="53292"/>
                  </a:lnTo>
                  <a:lnTo>
                    <a:pt x="24329" y="53385"/>
                  </a:lnTo>
                  <a:lnTo>
                    <a:pt x="24512" y="53431"/>
                  </a:lnTo>
                  <a:lnTo>
                    <a:pt x="24876" y="53618"/>
                  </a:lnTo>
                  <a:lnTo>
                    <a:pt x="25377" y="53758"/>
                  </a:lnTo>
                  <a:lnTo>
                    <a:pt x="26790" y="54223"/>
                  </a:lnTo>
                  <a:lnTo>
                    <a:pt x="27519" y="54456"/>
                  </a:lnTo>
                  <a:lnTo>
                    <a:pt x="27929" y="54689"/>
                  </a:lnTo>
                  <a:lnTo>
                    <a:pt x="28703" y="55435"/>
                  </a:lnTo>
                  <a:lnTo>
                    <a:pt x="29113" y="55295"/>
                  </a:lnTo>
                  <a:lnTo>
                    <a:pt x="29478" y="55062"/>
                  </a:lnTo>
                  <a:lnTo>
                    <a:pt x="29706" y="54876"/>
                  </a:lnTo>
                  <a:lnTo>
                    <a:pt x="29934" y="54596"/>
                  </a:lnTo>
                  <a:lnTo>
                    <a:pt x="30253" y="54177"/>
                  </a:lnTo>
                  <a:lnTo>
                    <a:pt x="30298" y="53944"/>
                  </a:lnTo>
                  <a:lnTo>
                    <a:pt x="30389" y="53571"/>
                  </a:lnTo>
                  <a:lnTo>
                    <a:pt x="30617" y="53292"/>
                  </a:lnTo>
                  <a:lnTo>
                    <a:pt x="30936" y="53152"/>
                  </a:lnTo>
                  <a:lnTo>
                    <a:pt x="31118" y="52779"/>
                  </a:lnTo>
                  <a:lnTo>
                    <a:pt x="30663" y="52360"/>
                  </a:lnTo>
                  <a:lnTo>
                    <a:pt x="29979" y="51941"/>
                  </a:lnTo>
                  <a:lnTo>
                    <a:pt x="29432" y="51754"/>
                  </a:lnTo>
                  <a:lnTo>
                    <a:pt x="29478" y="51568"/>
                  </a:lnTo>
                  <a:lnTo>
                    <a:pt x="30298" y="51708"/>
                  </a:lnTo>
                  <a:lnTo>
                    <a:pt x="30435" y="51754"/>
                  </a:lnTo>
                  <a:lnTo>
                    <a:pt x="30708" y="51941"/>
                  </a:lnTo>
                  <a:lnTo>
                    <a:pt x="31073" y="52127"/>
                  </a:lnTo>
                  <a:lnTo>
                    <a:pt x="31118" y="52267"/>
                  </a:lnTo>
                  <a:lnTo>
                    <a:pt x="31209" y="52407"/>
                  </a:lnTo>
                  <a:lnTo>
                    <a:pt x="31665" y="52686"/>
                  </a:lnTo>
                  <a:lnTo>
                    <a:pt x="32850" y="53525"/>
                  </a:lnTo>
                  <a:lnTo>
                    <a:pt x="33214" y="53711"/>
                  </a:lnTo>
                  <a:lnTo>
                    <a:pt x="33351" y="53711"/>
                  </a:lnTo>
                  <a:lnTo>
                    <a:pt x="33533" y="53664"/>
                  </a:lnTo>
                  <a:lnTo>
                    <a:pt x="33670" y="53897"/>
                  </a:lnTo>
                  <a:lnTo>
                    <a:pt x="34034" y="54643"/>
                  </a:lnTo>
                  <a:lnTo>
                    <a:pt x="34490" y="55528"/>
                  </a:lnTo>
                  <a:lnTo>
                    <a:pt x="34581" y="55668"/>
                  </a:lnTo>
                  <a:lnTo>
                    <a:pt x="34809" y="55761"/>
                  </a:lnTo>
                  <a:lnTo>
                    <a:pt x="34991" y="55714"/>
                  </a:lnTo>
                  <a:lnTo>
                    <a:pt x="35583" y="55248"/>
                  </a:lnTo>
                  <a:lnTo>
                    <a:pt x="36176" y="54689"/>
                  </a:lnTo>
                  <a:lnTo>
                    <a:pt x="36540" y="54223"/>
                  </a:lnTo>
                  <a:lnTo>
                    <a:pt x="36677" y="54084"/>
                  </a:lnTo>
                  <a:lnTo>
                    <a:pt x="36950" y="53944"/>
                  </a:lnTo>
                  <a:lnTo>
                    <a:pt x="37087" y="53944"/>
                  </a:lnTo>
                  <a:lnTo>
                    <a:pt x="37223" y="53944"/>
                  </a:lnTo>
                  <a:lnTo>
                    <a:pt x="37406" y="53897"/>
                  </a:lnTo>
                  <a:lnTo>
                    <a:pt x="37725" y="53664"/>
                  </a:lnTo>
                  <a:lnTo>
                    <a:pt x="37952" y="53292"/>
                  </a:lnTo>
                  <a:lnTo>
                    <a:pt x="38454" y="52966"/>
                  </a:lnTo>
                  <a:lnTo>
                    <a:pt x="37816" y="51848"/>
                  </a:lnTo>
                  <a:lnTo>
                    <a:pt x="37542" y="51382"/>
                  </a:lnTo>
                  <a:lnTo>
                    <a:pt x="37269" y="50963"/>
                  </a:lnTo>
                  <a:lnTo>
                    <a:pt x="37178" y="50823"/>
                  </a:lnTo>
                  <a:lnTo>
                    <a:pt x="36449" y="50730"/>
                  </a:lnTo>
                  <a:lnTo>
                    <a:pt x="34080" y="49565"/>
                  </a:lnTo>
                  <a:lnTo>
                    <a:pt x="33943" y="49099"/>
                  </a:lnTo>
                  <a:lnTo>
                    <a:pt x="33396" y="48680"/>
                  </a:lnTo>
                  <a:lnTo>
                    <a:pt x="33943" y="47748"/>
                  </a:lnTo>
                  <a:lnTo>
                    <a:pt x="34900" y="48447"/>
                  </a:lnTo>
                  <a:lnTo>
                    <a:pt x="34718" y="48773"/>
                  </a:lnTo>
                  <a:lnTo>
                    <a:pt x="35492" y="49053"/>
                  </a:lnTo>
                  <a:lnTo>
                    <a:pt x="35857" y="49425"/>
                  </a:lnTo>
                  <a:lnTo>
                    <a:pt x="36084" y="49518"/>
                  </a:lnTo>
                  <a:lnTo>
                    <a:pt x="36358" y="49658"/>
                  </a:lnTo>
                  <a:lnTo>
                    <a:pt x="36722" y="49845"/>
                  </a:lnTo>
                  <a:lnTo>
                    <a:pt x="37087" y="50031"/>
                  </a:lnTo>
                  <a:lnTo>
                    <a:pt x="37406" y="50590"/>
                  </a:lnTo>
                  <a:lnTo>
                    <a:pt x="37679" y="51009"/>
                  </a:lnTo>
                  <a:lnTo>
                    <a:pt x="37770" y="51195"/>
                  </a:lnTo>
                  <a:lnTo>
                    <a:pt x="38135" y="51754"/>
                  </a:lnTo>
                  <a:lnTo>
                    <a:pt x="38180" y="51894"/>
                  </a:lnTo>
                  <a:lnTo>
                    <a:pt x="38499" y="52407"/>
                  </a:lnTo>
                  <a:lnTo>
                    <a:pt x="38727" y="52733"/>
                  </a:lnTo>
                  <a:lnTo>
                    <a:pt x="39137" y="53478"/>
                  </a:lnTo>
                  <a:lnTo>
                    <a:pt x="39365" y="53804"/>
                  </a:lnTo>
                  <a:lnTo>
                    <a:pt x="39502" y="54037"/>
                  </a:lnTo>
                  <a:lnTo>
                    <a:pt x="40595" y="53897"/>
                  </a:lnTo>
                  <a:lnTo>
                    <a:pt x="41187" y="54130"/>
                  </a:lnTo>
                  <a:lnTo>
                    <a:pt x="41461" y="54736"/>
                  </a:lnTo>
                  <a:lnTo>
                    <a:pt x="42235" y="54736"/>
                  </a:lnTo>
                  <a:lnTo>
                    <a:pt x="42873" y="54363"/>
                  </a:lnTo>
                  <a:lnTo>
                    <a:pt x="43511" y="54177"/>
                  </a:lnTo>
                  <a:lnTo>
                    <a:pt x="43967" y="53897"/>
                  </a:lnTo>
                  <a:lnTo>
                    <a:pt x="44286" y="53525"/>
                  </a:lnTo>
                  <a:lnTo>
                    <a:pt x="44513" y="53199"/>
                  </a:lnTo>
                  <a:lnTo>
                    <a:pt x="44969" y="53245"/>
                  </a:lnTo>
                  <a:lnTo>
                    <a:pt x="45379" y="53245"/>
                  </a:lnTo>
                  <a:lnTo>
                    <a:pt x="45333" y="52127"/>
                  </a:lnTo>
                  <a:lnTo>
                    <a:pt x="43557" y="49099"/>
                  </a:lnTo>
                  <a:lnTo>
                    <a:pt x="42600" y="48820"/>
                  </a:lnTo>
                  <a:lnTo>
                    <a:pt x="42782" y="48261"/>
                  </a:lnTo>
                  <a:lnTo>
                    <a:pt x="44012" y="48773"/>
                  </a:lnTo>
                  <a:lnTo>
                    <a:pt x="45698" y="51848"/>
                  </a:lnTo>
                  <a:lnTo>
                    <a:pt x="45971" y="52500"/>
                  </a:lnTo>
                  <a:lnTo>
                    <a:pt x="46199" y="53664"/>
                  </a:lnTo>
                  <a:lnTo>
                    <a:pt x="46017" y="53758"/>
                  </a:lnTo>
                  <a:lnTo>
                    <a:pt x="46017" y="54270"/>
                  </a:lnTo>
                  <a:lnTo>
                    <a:pt x="46199" y="55202"/>
                  </a:lnTo>
                  <a:lnTo>
                    <a:pt x="46336" y="55621"/>
                  </a:lnTo>
                  <a:lnTo>
                    <a:pt x="46564" y="55994"/>
                  </a:lnTo>
                  <a:lnTo>
                    <a:pt x="46837" y="56087"/>
                  </a:lnTo>
                  <a:lnTo>
                    <a:pt x="47201" y="56087"/>
                  </a:lnTo>
                  <a:lnTo>
                    <a:pt x="47429" y="56040"/>
                  </a:lnTo>
                  <a:lnTo>
                    <a:pt x="47748" y="55900"/>
                  </a:lnTo>
                  <a:lnTo>
                    <a:pt x="48022" y="55714"/>
                  </a:lnTo>
                  <a:lnTo>
                    <a:pt x="48386" y="55621"/>
                  </a:lnTo>
                  <a:lnTo>
                    <a:pt x="48705" y="56087"/>
                  </a:lnTo>
                  <a:lnTo>
                    <a:pt x="49297" y="55994"/>
                  </a:lnTo>
                  <a:lnTo>
                    <a:pt x="49799" y="55714"/>
                  </a:lnTo>
                  <a:lnTo>
                    <a:pt x="50345" y="55528"/>
                  </a:lnTo>
                  <a:lnTo>
                    <a:pt x="50801" y="55341"/>
                  </a:lnTo>
                  <a:lnTo>
                    <a:pt x="51074" y="55109"/>
                  </a:lnTo>
                  <a:lnTo>
                    <a:pt x="51575" y="54922"/>
                  </a:lnTo>
                  <a:lnTo>
                    <a:pt x="51894" y="54689"/>
                  </a:lnTo>
                  <a:lnTo>
                    <a:pt x="52396" y="54317"/>
                  </a:lnTo>
                  <a:lnTo>
                    <a:pt x="52806" y="53991"/>
                  </a:lnTo>
                  <a:lnTo>
                    <a:pt x="53125" y="53664"/>
                  </a:lnTo>
                  <a:lnTo>
                    <a:pt x="53307" y="53385"/>
                  </a:lnTo>
                  <a:lnTo>
                    <a:pt x="53580" y="53059"/>
                  </a:lnTo>
                  <a:lnTo>
                    <a:pt x="53899" y="52593"/>
                  </a:lnTo>
                  <a:lnTo>
                    <a:pt x="54355" y="52034"/>
                  </a:lnTo>
                  <a:lnTo>
                    <a:pt x="54856" y="51428"/>
                  </a:lnTo>
                  <a:lnTo>
                    <a:pt x="55129" y="50823"/>
                  </a:lnTo>
                  <a:lnTo>
                    <a:pt x="55311" y="50543"/>
                  </a:lnTo>
                  <a:lnTo>
                    <a:pt x="55539" y="50124"/>
                  </a:lnTo>
                  <a:lnTo>
                    <a:pt x="55585" y="49751"/>
                  </a:lnTo>
                  <a:lnTo>
                    <a:pt x="55722" y="49286"/>
                  </a:lnTo>
                  <a:lnTo>
                    <a:pt x="55904" y="48820"/>
                  </a:lnTo>
                  <a:lnTo>
                    <a:pt x="55995" y="48354"/>
                  </a:lnTo>
                  <a:lnTo>
                    <a:pt x="56040" y="47981"/>
                  </a:lnTo>
                  <a:lnTo>
                    <a:pt x="56314" y="47608"/>
                  </a:lnTo>
                  <a:lnTo>
                    <a:pt x="56405" y="47143"/>
                  </a:lnTo>
                  <a:lnTo>
                    <a:pt x="56451" y="46770"/>
                  </a:lnTo>
                  <a:lnTo>
                    <a:pt x="56542" y="46304"/>
                  </a:lnTo>
                  <a:lnTo>
                    <a:pt x="56587" y="46025"/>
                  </a:lnTo>
                  <a:lnTo>
                    <a:pt x="56861" y="45652"/>
                  </a:lnTo>
                  <a:lnTo>
                    <a:pt x="56906" y="45419"/>
                  </a:lnTo>
                  <a:lnTo>
                    <a:pt x="56906" y="45140"/>
                  </a:lnTo>
                  <a:lnTo>
                    <a:pt x="57088" y="44767"/>
                  </a:lnTo>
                  <a:lnTo>
                    <a:pt x="57088" y="44254"/>
                  </a:lnTo>
                  <a:lnTo>
                    <a:pt x="57088" y="43928"/>
                  </a:lnTo>
                  <a:lnTo>
                    <a:pt x="57316" y="43602"/>
                  </a:lnTo>
                  <a:lnTo>
                    <a:pt x="57362" y="43090"/>
                  </a:lnTo>
                  <a:lnTo>
                    <a:pt x="57316" y="42624"/>
                  </a:lnTo>
                  <a:lnTo>
                    <a:pt x="57362" y="42298"/>
                  </a:lnTo>
                  <a:lnTo>
                    <a:pt x="57498" y="41972"/>
                  </a:lnTo>
                  <a:lnTo>
                    <a:pt x="57498" y="41646"/>
                  </a:lnTo>
                  <a:lnTo>
                    <a:pt x="57453" y="41226"/>
                  </a:lnTo>
                  <a:lnTo>
                    <a:pt x="57498" y="41040"/>
                  </a:lnTo>
                  <a:lnTo>
                    <a:pt x="57635" y="40807"/>
                  </a:lnTo>
                  <a:lnTo>
                    <a:pt x="57590" y="40621"/>
                  </a:lnTo>
                  <a:lnTo>
                    <a:pt x="57544" y="40481"/>
                  </a:lnTo>
                  <a:lnTo>
                    <a:pt x="57544" y="40295"/>
                  </a:lnTo>
                  <a:lnTo>
                    <a:pt x="57635" y="40155"/>
                  </a:lnTo>
                  <a:lnTo>
                    <a:pt x="57681" y="39922"/>
                  </a:lnTo>
                  <a:lnTo>
                    <a:pt x="57772" y="39643"/>
                  </a:lnTo>
                  <a:lnTo>
                    <a:pt x="57772" y="39456"/>
                  </a:lnTo>
                  <a:lnTo>
                    <a:pt x="57635" y="39270"/>
                  </a:lnTo>
                  <a:lnTo>
                    <a:pt x="57362" y="39084"/>
                  </a:lnTo>
                  <a:lnTo>
                    <a:pt x="57407" y="38757"/>
                  </a:lnTo>
                  <a:lnTo>
                    <a:pt x="57498" y="38618"/>
                  </a:lnTo>
                  <a:lnTo>
                    <a:pt x="57590" y="38478"/>
                  </a:lnTo>
                  <a:lnTo>
                    <a:pt x="57590" y="38338"/>
                  </a:lnTo>
                  <a:lnTo>
                    <a:pt x="57453" y="38012"/>
                  </a:lnTo>
                  <a:lnTo>
                    <a:pt x="57407" y="37779"/>
                  </a:lnTo>
                  <a:lnTo>
                    <a:pt x="57544" y="37500"/>
                  </a:lnTo>
                  <a:lnTo>
                    <a:pt x="57681" y="37220"/>
                  </a:lnTo>
                  <a:lnTo>
                    <a:pt x="57681" y="36428"/>
                  </a:lnTo>
                  <a:lnTo>
                    <a:pt x="57635" y="36289"/>
                  </a:lnTo>
                  <a:lnTo>
                    <a:pt x="57590" y="36102"/>
                  </a:lnTo>
                  <a:lnTo>
                    <a:pt x="57544" y="35916"/>
                  </a:lnTo>
                  <a:lnTo>
                    <a:pt x="57498" y="35776"/>
                  </a:lnTo>
                  <a:lnTo>
                    <a:pt x="57498" y="35590"/>
                  </a:lnTo>
                  <a:lnTo>
                    <a:pt x="57498" y="35450"/>
                  </a:lnTo>
                  <a:lnTo>
                    <a:pt x="57590" y="35310"/>
                  </a:lnTo>
                  <a:lnTo>
                    <a:pt x="57590" y="35171"/>
                  </a:lnTo>
                  <a:lnTo>
                    <a:pt x="57590" y="34984"/>
                  </a:lnTo>
                  <a:lnTo>
                    <a:pt x="57362" y="34705"/>
                  </a:lnTo>
                  <a:lnTo>
                    <a:pt x="57271" y="34425"/>
                  </a:lnTo>
                  <a:lnTo>
                    <a:pt x="57316" y="34239"/>
                  </a:lnTo>
                  <a:lnTo>
                    <a:pt x="57407" y="33959"/>
                  </a:lnTo>
                  <a:lnTo>
                    <a:pt x="57498" y="33773"/>
                  </a:lnTo>
                  <a:lnTo>
                    <a:pt x="57407" y="33540"/>
                  </a:lnTo>
                  <a:lnTo>
                    <a:pt x="57180" y="33261"/>
                  </a:lnTo>
                  <a:lnTo>
                    <a:pt x="57043" y="33028"/>
                  </a:lnTo>
                  <a:lnTo>
                    <a:pt x="57043" y="32888"/>
                  </a:lnTo>
                  <a:lnTo>
                    <a:pt x="57088" y="32702"/>
                  </a:lnTo>
                  <a:lnTo>
                    <a:pt x="57134" y="32469"/>
                  </a:lnTo>
                  <a:lnTo>
                    <a:pt x="56952" y="32282"/>
                  </a:lnTo>
                  <a:lnTo>
                    <a:pt x="56861" y="32143"/>
                  </a:lnTo>
                  <a:lnTo>
                    <a:pt x="56769" y="31910"/>
                  </a:lnTo>
                  <a:lnTo>
                    <a:pt x="56769" y="31770"/>
                  </a:lnTo>
                  <a:lnTo>
                    <a:pt x="56542" y="31211"/>
                  </a:lnTo>
                  <a:lnTo>
                    <a:pt x="56542" y="31025"/>
                  </a:lnTo>
                  <a:lnTo>
                    <a:pt x="56405" y="30745"/>
                  </a:lnTo>
                  <a:lnTo>
                    <a:pt x="56359" y="30605"/>
                  </a:lnTo>
                  <a:lnTo>
                    <a:pt x="56268" y="30466"/>
                  </a:lnTo>
                  <a:lnTo>
                    <a:pt x="56314" y="30233"/>
                  </a:lnTo>
                  <a:lnTo>
                    <a:pt x="56359" y="30093"/>
                  </a:lnTo>
                  <a:lnTo>
                    <a:pt x="56359" y="29907"/>
                  </a:lnTo>
                  <a:lnTo>
                    <a:pt x="56314" y="29627"/>
                  </a:lnTo>
                  <a:lnTo>
                    <a:pt x="56405" y="29487"/>
                  </a:lnTo>
                  <a:lnTo>
                    <a:pt x="56405" y="29347"/>
                  </a:lnTo>
                  <a:lnTo>
                    <a:pt x="56405" y="29208"/>
                  </a:lnTo>
                  <a:lnTo>
                    <a:pt x="56314" y="28928"/>
                  </a:lnTo>
                  <a:lnTo>
                    <a:pt x="56359" y="28788"/>
                  </a:lnTo>
                  <a:lnTo>
                    <a:pt x="56314" y="28556"/>
                  </a:lnTo>
                  <a:lnTo>
                    <a:pt x="56359" y="28229"/>
                  </a:lnTo>
                  <a:lnTo>
                    <a:pt x="56359" y="27997"/>
                  </a:lnTo>
                  <a:lnTo>
                    <a:pt x="56542" y="27764"/>
                  </a:lnTo>
                  <a:lnTo>
                    <a:pt x="56542" y="27577"/>
                  </a:lnTo>
                  <a:lnTo>
                    <a:pt x="56359" y="27344"/>
                  </a:lnTo>
                  <a:lnTo>
                    <a:pt x="56314" y="27205"/>
                  </a:lnTo>
                  <a:lnTo>
                    <a:pt x="56359" y="27018"/>
                  </a:lnTo>
                  <a:lnTo>
                    <a:pt x="56405" y="26785"/>
                  </a:lnTo>
                  <a:lnTo>
                    <a:pt x="56359" y="26599"/>
                  </a:lnTo>
                  <a:lnTo>
                    <a:pt x="56268" y="26459"/>
                  </a:lnTo>
                  <a:lnTo>
                    <a:pt x="56268" y="26273"/>
                  </a:lnTo>
                  <a:lnTo>
                    <a:pt x="56314" y="26133"/>
                  </a:lnTo>
                  <a:lnTo>
                    <a:pt x="56314" y="25854"/>
                  </a:lnTo>
                  <a:lnTo>
                    <a:pt x="56177" y="25621"/>
                  </a:lnTo>
                  <a:lnTo>
                    <a:pt x="55995" y="25434"/>
                  </a:lnTo>
                  <a:lnTo>
                    <a:pt x="55813" y="25295"/>
                  </a:lnTo>
                  <a:lnTo>
                    <a:pt x="55403" y="25108"/>
                  </a:lnTo>
                  <a:lnTo>
                    <a:pt x="55266" y="24875"/>
                  </a:lnTo>
                  <a:lnTo>
                    <a:pt x="55266" y="24596"/>
                  </a:lnTo>
                  <a:lnTo>
                    <a:pt x="55403" y="24456"/>
                  </a:lnTo>
                  <a:lnTo>
                    <a:pt x="55630" y="24363"/>
                  </a:lnTo>
                  <a:lnTo>
                    <a:pt x="56040" y="24363"/>
                  </a:lnTo>
                  <a:lnTo>
                    <a:pt x="56451" y="24410"/>
                  </a:lnTo>
                  <a:lnTo>
                    <a:pt x="56861" y="24410"/>
                  </a:lnTo>
                  <a:lnTo>
                    <a:pt x="57271" y="24456"/>
                  </a:lnTo>
                  <a:lnTo>
                    <a:pt x="57772" y="24456"/>
                  </a:lnTo>
                  <a:lnTo>
                    <a:pt x="58091" y="24456"/>
                  </a:lnTo>
                  <a:lnTo>
                    <a:pt x="58364" y="24410"/>
                  </a:lnTo>
                  <a:lnTo>
                    <a:pt x="58729" y="24223"/>
                  </a:lnTo>
                  <a:lnTo>
                    <a:pt x="59093" y="24083"/>
                  </a:lnTo>
                  <a:lnTo>
                    <a:pt x="59594" y="23851"/>
                  </a:lnTo>
                  <a:lnTo>
                    <a:pt x="59959" y="23664"/>
                  </a:lnTo>
                  <a:lnTo>
                    <a:pt x="60050" y="23431"/>
                  </a:lnTo>
                  <a:lnTo>
                    <a:pt x="60141" y="23292"/>
                  </a:lnTo>
                  <a:lnTo>
                    <a:pt x="60323" y="23105"/>
                  </a:lnTo>
                  <a:lnTo>
                    <a:pt x="60506" y="22965"/>
                  </a:lnTo>
                  <a:lnTo>
                    <a:pt x="60551" y="22779"/>
                  </a:lnTo>
                  <a:lnTo>
                    <a:pt x="60369" y="22593"/>
                  </a:lnTo>
                  <a:lnTo>
                    <a:pt x="60414" y="22360"/>
                  </a:lnTo>
                  <a:lnTo>
                    <a:pt x="60460" y="22220"/>
                  </a:lnTo>
                  <a:lnTo>
                    <a:pt x="60642" y="22127"/>
                  </a:lnTo>
                  <a:lnTo>
                    <a:pt x="60779" y="22080"/>
                  </a:lnTo>
                  <a:lnTo>
                    <a:pt x="60870" y="21847"/>
                  </a:lnTo>
                  <a:lnTo>
                    <a:pt x="60733" y="21754"/>
                  </a:lnTo>
                  <a:lnTo>
                    <a:pt x="60460" y="21475"/>
                  </a:lnTo>
                  <a:lnTo>
                    <a:pt x="60506" y="21242"/>
                  </a:lnTo>
                  <a:lnTo>
                    <a:pt x="60779" y="21102"/>
                  </a:lnTo>
                  <a:lnTo>
                    <a:pt x="60870" y="20916"/>
                  </a:lnTo>
                  <a:lnTo>
                    <a:pt x="60733" y="20729"/>
                  </a:lnTo>
                  <a:lnTo>
                    <a:pt x="60460" y="20497"/>
                  </a:lnTo>
                  <a:lnTo>
                    <a:pt x="60506" y="20217"/>
                  </a:lnTo>
                  <a:lnTo>
                    <a:pt x="60597" y="20077"/>
                  </a:lnTo>
                  <a:lnTo>
                    <a:pt x="60688" y="19798"/>
                  </a:lnTo>
                  <a:lnTo>
                    <a:pt x="60597" y="19658"/>
                  </a:lnTo>
                  <a:lnTo>
                    <a:pt x="60460" y="19425"/>
                  </a:lnTo>
                  <a:lnTo>
                    <a:pt x="60460" y="19239"/>
                  </a:lnTo>
                  <a:lnTo>
                    <a:pt x="60506" y="19052"/>
                  </a:lnTo>
                  <a:lnTo>
                    <a:pt x="60597" y="18866"/>
                  </a:lnTo>
                  <a:lnTo>
                    <a:pt x="60597" y="18726"/>
                  </a:lnTo>
                  <a:lnTo>
                    <a:pt x="60369" y="18447"/>
                  </a:lnTo>
                  <a:lnTo>
                    <a:pt x="60369" y="18214"/>
                  </a:lnTo>
                  <a:lnTo>
                    <a:pt x="60414" y="18028"/>
                  </a:lnTo>
                  <a:lnTo>
                    <a:pt x="60369" y="17748"/>
                  </a:lnTo>
                  <a:lnTo>
                    <a:pt x="60232" y="17562"/>
                  </a:lnTo>
                  <a:lnTo>
                    <a:pt x="60187" y="17375"/>
                  </a:lnTo>
                  <a:lnTo>
                    <a:pt x="60232" y="17142"/>
                  </a:lnTo>
                  <a:lnTo>
                    <a:pt x="60232" y="16956"/>
                  </a:lnTo>
                  <a:lnTo>
                    <a:pt x="60187" y="16770"/>
                  </a:lnTo>
                  <a:lnTo>
                    <a:pt x="61645" y="16211"/>
                  </a:lnTo>
                  <a:lnTo>
                    <a:pt x="64287" y="15233"/>
                  </a:lnTo>
                  <a:lnTo>
                    <a:pt x="64196" y="14347"/>
                  </a:lnTo>
                  <a:lnTo>
                    <a:pt x="64196" y="14161"/>
                  </a:lnTo>
                  <a:lnTo>
                    <a:pt x="67112" y="13649"/>
                  </a:lnTo>
                  <a:lnTo>
                    <a:pt x="67158" y="14068"/>
                  </a:lnTo>
                  <a:lnTo>
                    <a:pt x="67158" y="14208"/>
                  </a:lnTo>
                  <a:lnTo>
                    <a:pt x="69982" y="14021"/>
                  </a:lnTo>
                  <a:lnTo>
                    <a:pt x="72124" y="13183"/>
                  </a:lnTo>
                  <a:lnTo>
                    <a:pt x="75769" y="11646"/>
                  </a:lnTo>
                  <a:lnTo>
                    <a:pt x="77044" y="11087"/>
                  </a:lnTo>
                  <a:lnTo>
                    <a:pt x="77363" y="10993"/>
                  </a:lnTo>
                  <a:lnTo>
                    <a:pt x="81464" y="9083"/>
                  </a:lnTo>
                  <a:lnTo>
                    <a:pt x="85382" y="7267"/>
                  </a:lnTo>
                  <a:lnTo>
                    <a:pt x="86749" y="6661"/>
                  </a:lnTo>
                  <a:lnTo>
                    <a:pt x="88799" y="5683"/>
                  </a:lnTo>
                  <a:lnTo>
                    <a:pt x="89847" y="5217"/>
                  </a:lnTo>
                  <a:lnTo>
                    <a:pt x="92581" y="3959"/>
                  </a:lnTo>
                  <a:lnTo>
                    <a:pt x="92809" y="3866"/>
                  </a:lnTo>
                  <a:lnTo>
                    <a:pt x="92672" y="3074"/>
                  </a:lnTo>
                  <a:lnTo>
                    <a:pt x="92308" y="1257"/>
                  </a:lnTo>
                  <a:lnTo>
                    <a:pt x="92262" y="791"/>
                  </a:lnTo>
                  <a:lnTo>
                    <a:pt x="92763" y="419"/>
                  </a:lnTo>
                  <a:lnTo>
                    <a:pt x="934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942600" y="3497902"/>
              <a:ext cx="982949" cy="682364"/>
            </a:xfrm>
            <a:custGeom>
              <a:avLst/>
              <a:pathLst>
                <a:path w="982949" h="682364">
                  <a:moveTo>
                    <a:pt x="743431" y="2375"/>
                  </a:moveTo>
                  <a:lnTo>
                    <a:pt x="752179" y="652"/>
                  </a:lnTo>
                  <a:lnTo>
                    <a:pt x="759924" y="745"/>
                  </a:lnTo>
                  <a:lnTo>
                    <a:pt x="761701" y="4611"/>
                  </a:lnTo>
                  <a:lnTo>
                    <a:pt x="765528" y="10108"/>
                  </a:lnTo>
                  <a:lnTo>
                    <a:pt x="769356" y="14021"/>
                  </a:lnTo>
                  <a:lnTo>
                    <a:pt x="775096" y="19891"/>
                  </a:lnTo>
                  <a:lnTo>
                    <a:pt x="783480" y="30419"/>
                  </a:lnTo>
                  <a:lnTo>
                    <a:pt x="794961" y="43462"/>
                  </a:lnTo>
                  <a:lnTo>
                    <a:pt x="801613" y="50963"/>
                  </a:lnTo>
                  <a:lnTo>
                    <a:pt x="805258" y="58602"/>
                  </a:lnTo>
                  <a:lnTo>
                    <a:pt x="809177" y="65823"/>
                  </a:lnTo>
                  <a:lnTo>
                    <a:pt x="809860" y="67034"/>
                  </a:lnTo>
                  <a:lnTo>
                    <a:pt x="810316" y="67873"/>
                  </a:lnTo>
                  <a:lnTo>
                    <a:pt x="813687" y="73882"/>
                  </a:lnTo>
                  <a:lnTo>
                    <a:pt x="816740" y="83665"/>
                  </a:lnTo>
                  <a:lnTo>
                    <a:pt x="819428" y="91351"/>
                  </a:lnTo>
                  <a:lnTo>
                    <a:pt x="819428" y="98572"/>
                  </a:lnTo>
                  <a:lnTo>
                    <a:pt x="819064" y="106025"/>
                  </a:lnTo>
                  <a:lnTo>
                    <a:pt x="818471" y="113665"/>
                  </a:lnTo>
                  <a:lnTo>
                    <a:pt x="820020" y="119581"/>
                  </a:lnTo>
                  <a:lnTo>
                    <a:pt x="823848" y="126801"/>
                  </a:lnTo>
                  <a:lnTo>
                    <a:pt x="826308" y="130575"/>
                  </a:lnTo>
                  <a:lnTo>
                    <a:pt x="827811" y="135000"/>
                  </a:lnTo>
                  <a:lnTo>
                    <a:pt x="829452" y="140078"/>
                  </a:lnTo>
                  <a:lnTo>
                    <a:pt x="828814" y="145295"/>
                  </a:lnTo>
                  <a:lnTo>
                    <a:pt x="828905" y="147811"/>
                  </a:lnTo>
                  <a:lnTo>
                    <a:pt x="831775" y="153401"/>
                  </a:lnTo>
                  <a:lnTo>
                    <a:pt x="832003" y="153448"/>
                  </a:lnTo>
                  <a:lnTo>
                    <a:pt x="836924" y="150233"/>
                  </a:lnTo>
                  <a:lnTo>
                    <a:pt x="837288" y="149907"/>
                  </a:lnTo>
                  <a:lnTo>
                    <a:pt x="840660" y="146507"/>
                  </a:lnTo>
                  <a:lnTo>
                    <a:pt x="842118" y="145621"/>
                  </a:lnTo>
                  <a:lnTo>
                    <a:pt x="843211" y="145342"/>
                  </a:lnTo>
                  <a:lnTo>
                    <a:pt x="847631" y="145435"/>
                  </a:lnTo>
                  <a:lnTo>
                    <a:pt x="849681" y="146460"/>
                  </a:lnTo>
                  <a:lnTo>
                    <a:pt x="851185" y="148417"/>
                  </a:lnTo>
                  <a:lnTo>
                    <a:pt x="851595" y="149628"/>
                  </a:lnTo>
                  <a:lnTo>
                    <a:pt x="852096" y="150140"/>
                  </a:lnTo>
                  <a:lnTo>
                    <a:pt x="853918" y="150839"/>
                  </a:lnTo>
                  <a:lnTo>
                    <a:pt x="856789" y="151491"/>
                  </a:lnTo>
                  <a:lnTo>
                    <a:pt x="858338" y="152563"/>
                  </a:lnTo>
                  <a:lnTo>
                    <a:pt x="859158" y="153727"/>
                  </a:lnTo>
                  <a:lnTo>
                    <a:pt x="861527" y="161274"/>
                  </a:lnTo>
                  <a:lnTo>
                    <a:pt x="862438" y="162671"/>
                  </a:lnTo>
                  <a:lnTo>
                    <a:pt x="863851" y="164069"/>
                  </a:lnTo>
                  <a:lnTo>
                    <a:pt x="865810" y="165140"/>
                  </a:lnTo>
                  <a:lnTo>
                    <a:pt x="869181" y="166025"/>
                  </a:lnTo>
                  <a:lnTo>
                    <a:pt x="872280" y="167516"/>
                  </a:lnTo>
                  <a:lnTo>
                    <a:pt x="876471" y="170358"/>
                  </a:lnTo>
                  <a:lnTo>
                    <a:pt x="879478" y="171942"/>
                  </a:lnTo>
                  <a:lnTo>
                    <a:pt x="884035" y="175296"/>
                  </a:lnTo>
                  <a:lnTo>
                    <a:pt x="892464" y="185497"/>
                  </a:lnTo>
                  <a:lnTo>
                    <a:pt x="894696" y="188246"/>
                  </a:lnTo>
                  <a:lnTo>
                    <a:pt x="897703" y="191880"/>
                  </a:lnTo>
                  <a:lnTo>
                    <a:pt x="901257" y="195420"/>
                  </a:lnTo>
                  <a:lnTo>
                    <a:pt x="905358" y="199240"/>
                  </a:lnTo>
                  <a:lnTo>
                    <a:pt x="907043" y="201988"/>
                  </a:lnTo>
                  <a:lnTo>
                    <a:pt x="909002" y="206134"/>
                  </a:lnTo>
                  <a:lnTo>
                    <a:pt x="910506" y="208184"/>
                  </a:lnTo>
                  <a:lnTo>
                    <a:pt x="910643" y="208324"/>
                  </a:lnTo>
                  <a:lnTo>
                    <a:pt x="911918" y="209581"/>
                  </a:lnTo>
                  <a:lnTo>
                    <a:pt x="920165" y="213448"/>
                  </a:lnTo>
                  <a:lnTo>
                    <a:pt x="921714" y="214613"/>
                  </a:lnTo>
                  <a:lnTo>
                    <a:pt x="925724" y="218200"/>
                  </a:lnTo>
                  <a:lnTo>
                    <a:pt x="936021" y="226072"/>
                  </a:lnTo>
                  <a:lnTo>
                    <a:pt x="940395" y="230405"/>
                  </a:lnTo>
                  <a:lnTo>
                    <a:pt x="942900" y="232082"/>
                  </a:lnTo>
                  <a:lnTo>
                    <a:pt x="947548" y="233805"/>
                  </a:lnTo>
                  <a:lnTo>
                    <a:pt x="948368" y="234318"/>
                  </a:lnTo>
                  <a:lnTo>
                    <a:pt x="951102" y="237159"/>
                  </a:lnTo>
                  <a:lnTo>
                    <a:pt x="955248" y="242516"/>
                  </a:lnTo>
                  <a:lnTo>
                    <a:pt x="955658" y="243308"/>
                  </a:lnTo>
                  <a:lnTo>
                    <a:pt x="959120" y="246430"/>
                  </a:lnTo>
                  <a:lnTo>
                    <a:pt x="961581" y="249457"/>
                  </a:lnTo>
                  <a:lnTo>
                    <a:pt x="963677" y="253743"/>
                  </a:lnTo>
                  <a:lnTo>
                    <a:pt x="966182" y="259799"/>
                  </a:lnTo>
                  <a:lnTo>
                    <a:pt x="968643" y="267113"/>
                  </a:lnTo>
                  <a:lnTo>
                    <a:pt x="972060" y="275824"/>
                  </a:lnTo>
                  <a:lnTo>
                    <a:pt x="974019" y="281414"/>
                  </a:lnTo>
                  <a:lnTo>
                    <a:pt x="977300" y="291756"/>
                  </a:lnTo>
                  <a:lnTo>
                    <a:pt x="978530" y="296834"/>
                  </a:lnTo>
                  <a:lnTo>
                    <a:pt x="978849" y="298650"/>
                  </a:lnTo>
                  <a:lnTo>
                    <a:pt x="979441" y="302563"/>
                  </a:lnTo>
                  <a:lnTo>
                    <a:pt x="979213" y="311508"/>
                  </a:lnTo>
                  <a:lnTo>
                    <a:pt x="978666" y="316026"/>
                  </a:lnTo>
                  <a:lnTo>
                    <a:pt x="978256" y="318122"/>
                  </a:lnTo>
                  <a:lnTo>
                    <a:pt x="977208" y="323480"/>
                  </a:lnTo>
                  <a:lnTo>
                    <a:pt x="978347" y="330887"/>
                  </a:lnTo>
                  <a:lnTo>
                    <a:pt x="980626" y="335592"/>
                  </a:lnTo>
                  <a:lnTo>
                    <a:pt x="981856" y="338107"/>
                  </a:lnTo>
                  <a:lnTo>
                    <a:pt x="982949" y="341927"/>
                  </a:lnTo>
                  <a:lnTo>
                    <a:pt x="982402" y="345095"/>
                  </a:lnTo>
                  <a:lnTo>
                    <a:pt x="980124" y="347610"/>
                  </a:lnTo>
                  <a:lnTo>
                    <a:pt x="978120" y="349846"/>
                  </a:lnTo>
                  <a:lnTo>
                    <a:pt x="974930" y="354971"/>
                  </a:lnTo>
                  <a:lnTo>
                    <a:pt x="969691" y="361958"/>
                  </a:lnTo>
                  <a:lnTo>
                    <a:pt x="963677" y="367176"/>
                  </a:lnTo>
                  <a:lnTo>
                    <a:pt x="958984" y="372626"/>
                  </a:lnTo>
                  <a:lnTo>
                    <a:pt x="956842" y="378076"/>
                  </a:lnTo>
                  <a:lnTo>
                    <a:pt x="956341" y="378961"/>
                  </a:lnTo>
                  <a:lnTo>
                    <a:pt x="952195" y="386555"/>
                  </a:lnTo>
                  <a:lnTo>
                    <a:pt x="943766" y="395778"/>
                  </a:lnTo>
                  <a:lnTo>
                    <a:pt x="934198" y="402719"/>
                  </a:lnTo>
                  <a:lnTo>
                    <a:pt x="928093" y="405281"/>
                  </a:lnTo>
                  <a:lnTo>
                    <a:pt x="918662" y="407331"/>
                  </a:lnTo>
                  <a:lnTo>
                    <a:pt x="902852" y="410965"/>
                  </a:lnTo>
                  <a:lnTo>
                    <a:pt x="893329" y="413946"/>
                  </a:lnTo>
                  <a:lnTo>
                    <a:pt x="885128" y="415064"/>
                  </a:lnTo>
                  <a:lnTo>
                    <a:pt x="877975" y="414831"/>
                  </a:lnTo>
                  <a:lnTo>
                    <a:pt x="877109" y="414552"/>
                  </a:lnTo>
                  <a:lnTo>
                    <a:pt x="871141" y="412828"/>
                  </a:lnTo>
                  <a:lnTo>
                    <a:pt x="864215" y="408635"/>
                  </a:lnTo>
                  <a:lnTo>
                    <a:pt x="859750" y="405048"/>
                  </a:lnTo>
                  <a:lnTo>
                    <a:pt x="852734" y="403558"/>
                  </a:lnTo>
                  <a:lnTo>
                    <a:pt x="842027" y="402859"/>
                  </a:lnTo>
                  <a:lnTo>
                    <a:pt x="838063" y="404489"/>
                  </a:lnTo>
                  <a:lnTo>
                    <a:pt x="834646" y="412968"/>
                  </a:lnTo>
                  <a:lnTo>
                    <a:pt x="833826" y="416229"/>
                  </a:lnTo>
                  <a:lnTo>
                    <a:pt x="832413" y="418744"/>
                  </a:lnTo>
                  <a:lnTo>
                    <a:pt x="831183" y="420980"/>
                  </a:lnTo>
                  <a:lnTo>
                    <a:pt x="827174" y="424381"/>
                  </a:lnTo>
                  <a:lnTo>
                    <a:pt x="821843" y="426990"/>
                  </a:lnTo>
                  <a:lnTo>
                    <a:pt x="817195" y="432114"/>
                  </a:lnTo>
                  <a:lnTo>
                    <a:pt x="807263" y="442269"/>
                  </a:lnTo>
                  <a:lnTo>
                    <a:pt x="794096" y="453682"/>
                  </a:lnTo>
                  <a:lnTo>
                    <a:pt x="788082" y="461136"/>
                  </a:lnTo>
                  <a:lnTo>
                    <a:pt x="785986" y="465421"/>
                  </a:lnTo>
                  <a:lnTo>
                    <a:pt x="786077" y="468869"/>
                  </a:lnTo>
                  <a:lnTo>
                    <a:pt x="787079" y="474599"/>
                  </a:lnTo>
                  <a:lnTo>
                    <a:pt x="788036" y="479443"/>
                  </a:lnTo>
                  <a:lnTo>
                    <a:pt x="790405" y="481353"/>
                  </a:lnTo>
                  <a:lnTo>
                    <a:pt x="793048" y="483170"/>
                  </a:lnTo>
                  <a:lnTo>
                    <a:pt x="793230" y="485686"/>
                  </a:lnTo>
                  <a:lnTo>
                    <a:pt x="793093" y="488714"/>
                  </a:lnTo>
                  <a:lnTo>
                    <a:pt x="794096" y="492254"/>
                  </a:lnTo>
                  <a:lnTo>
                    <a:pt x="795235" y="495375"/>
                  </a:lnTo>
                  <a:lnTo>
                    <a:pt x="796100" y="498776"/>
                  </a:lnTo>
                  <a:lnTo>
                    <a:pt x="795645" y="502689"/>
                  </a:lnTo>
                  <a:lnTo>
                    <a:pt x="796237" y="505810"/>
                  </a:lnTo>
                  <a:lnTo>
                    <a:pt x="798060" y="508791"/>
                  </a:lnTo>
                  <a:lnTo>
                    <a:pt x="799745" y="510841"/>
                  </a:lnTo>
                  <a:lnTo>
                    <a:pt x="800520" y="511819"/>
                  </a:lnTo>
                  <a:lnTo>
                    <a:pt x="801796" y="513543"/>
                  </a:lnTo>
                  <a:lnTo>
                    <a:pt x="804848" y="518201"/>
                  </a:lnTo>
                  <a:lnTo>
                    <a:pt x="808584" y="521975"/>
                  </a:lnTo>
                  <a:lnTo>
                    <a:pt x="808949" y="523838"/>
                  </a:lnTo>
                  <a:lnTo>
                    <a:pt x="809860" y="525562"/>
                  </a:lnTo>
                  <a:lnTo>
                    <a:pt x="810179" y="526121"/>
                  </a:lnTo>
                  <a:lnTo>
                    <a:pt x="810954" y="527611"/>
                  </a:lnTo>
                  <a:lnTo>
                    <a:pt x="812138" y="529801"/>
                  </a:lnTo>
                  <a:lnTo>
                    <a:pt x="816284" y="531291"/>
                  </a:lnTo>
                  <a:lnTo>
                    <a:pt x="817606" y="532223"/>
                  </a:lnTo>
                  <a:lnTo>
                    <a:pt x="819747" y="533248"/>
                  </a:lnTo>
                  <a:lnTo>
                    <a:pt x="821524" y="534273"/>
                  </a:lnTo>
                  <a:lnTo>
                    <a:pt x="822344" y="534925"/>
                  </a:lnTo>
                  <a:lnTo>
                    <a:pt x="821752" y="535251"/>
                  </a:lnTo>
                  <a:lnTo>
                    <a:pt x="820704" y="535810"/>
                  </a:lnTo>
                  <a:lnTo>
                    <a:pt x="819565" y="536462"/>
                  </a:lnTo>
                  <a:lnTo>
                    <a:pt x="819155" y="536742"/>
                  </a:lnTo>
                  <a:lnTo>
                    <a:pt x="818608" y="537161"/>
                  </a:lnTo>
                  <a:lnTo>
                    <a:pt x="817970" y="537627"/>
                  </a:lnTo>
                  <a:lnTo>
                    <a:pt x="817150" y="538000"/>
                  </a:lnTo>
                  <a:lnTo>
                    <a:pt x="816740" y="538232"/>
                  </a:lnTo>
                  <a:lnTo>
                    <a:pt x="816102" y="538559"/>
                  </a:lnTo>
                  <a:lnTo>
                    <a:pt x="815236" y="538791"/>
                  </a:lnTo>
                  <a:lnTo>
                    <a:pt x="814781" y="539024"/>
                  </a:lnTo>
                  <a:lnTo>
                    <a:pt x="814644" y="539211"/>
                  </a:lnTo>
                  <a:lnTo>
                    <a:pt x="814280" y="539490"/>
                  </a:lnTo>
                  <a:lnTo>
                    <a:pt x="813687" y="539956"/>
                  </a:lnTo>
                  <a:lnTo>
                    <a:pt x="812822" y="540469"/>
                  </a:lnTo>
                  <a:lnTo>
                    <a:pt x="812457" y="540608"/>
                  </a:lnTo>
                  <a:lnTo>
                    <a:pt x="811774" y="540841"/>
                  </a:lnTo>
                  <a:lnTo>
                    <a:pt x="811318" y="541074"/>
                  </a:lnTo>
                  <a:lnTo>
                    <a:pt x="810771" y="541493"/>
                  </a:lnTo>
                  <a:lnTo>
                    <a:pt x="809906" y="542052"/>
                  </a:lnTo>
                  <a:lnTo>
                    <a:pt x="809085" y="542937"/>
                  </a:lnTo>
                  <a:lnTo>
                    <a:pt x="808220" y="543543"/>
                  </a:lnTo>
                  <a:lnTo>
                    <a:pt x="807445" y="543823"/>
                  </a:lnTo>
                  <a:lnTo>
                    <a:pt x="806488" y="544102"/>
                  </a:lnTo>
                  <a:lnTo>
                    <a:pt x="805532" y="544382"/>
                  </a:lnTo>
                  <a:lnTo>
                    <a:pt x="804529" y="544475"/>
                  </a:lnTo>
                  <a:lnTo>
                    <a:pt x="803709" y="544708"/>
                  </a:lnTo>
                  <a:lnTo>
                    <a:pt x="803026" y="544708"/>
                  </a:lnTo>
                  <a:lnTo>
                    <a:pt x="802433" y="544708"/>
                  </a:lnTo>
                  <a:lnTo>
                    <a:pt x="801477" y="544894"/>
                  </a:lnTo>
                  <a:lnTo>
                    <a:pt x="800565" y="545267"/>
                  </a:lnTo>
                  <a:lnTo>
                    <a:pt x="799563" y="545500"/>
                  </a:lnTo>
                  <a:lnTo>
                    <a:pt x="798743" y="545639"/>
                  </a:lnTo>
                  <a:lnTo>
                    <a:pt x="798151" y="545639"/>
                  </a:lnTo>
                  <a:lnTo>
                    <a:pt x="797832" y="545733"/>
                  </a:lnTo>
                  <a:lnTo>
                    <a:pt x="797331" y="545965"/>
                  </a:lnTo>
                  <a:lnTo>
                    <a:pt x="796693" y="546292"/>
                  </a:lnTo>
                  <a:lnTo>
                    <a:pt x="795326" y="546944"/>
                  </a:lnTo>
                  <a:lnTo>
                    <a:pt x="794597" y="547223"/>
                  </a:lnTo>
                  <a:lnTo>
                    <a:pt x="794050" y="547410"/>
                  </a:lnTo>
                  <a:lnTo>
                    <a:pt x="793367" y="547969"/>
                  </a:lnTo>
                  <a:lnTo>
                    <a:pt x="792774" y="548621"/>
                  </a:lnTo>
                  <a:lnTo>
                    <a:pt x="792182" y="549366"/>
                  </a:lnTo>
                  <a:lnTo>
                    <a:pt x="791225" y="550065"/>
                  </a:lnTo>
                  <a:lnTo>
                    <a:pt x="790496" y="550344"/>
                  </a:lnTo>
                  <a:lnTo>
                    <a:pt x="789767" y="550950"/>
                  </a:lnTo>
                  <a:lnTo>
                    <a:pt x="789221" y="551276"/>
                  </a:lnTo>
                  <a:lnTo>
                    <a:pt x="788765" y="551602"/>
                  </a:lnTo>
                  <a:lnTo>
                    <a:pt x="788400" y="552161"/>
                  </a:lnTo>
                  <a:lnTo>
                    <a:pt x="788036" y="552487"/>
                  </a:lnTo>
                  <a:lnTo>
                    <a:pt x="787580" y="552813"/>
                  </a:lnTo>
                  <a:lnTo>
                    <a:pt x="787125" y="552953"/>
                  </a:lnTo>
                  <a:lnTo>
                    <a:pt x="786715" y="553000"/>
                  </a:lnTo>
                  <a:lnTo>
                    <a:pt x="786122" y="553186"/>
                  </a:lnTo>
                  <a:lnTo>
                    <a:pt x="785439" y="553233"/>
                  </a:lnTo>
                  <a:lnTo>
                    <a:pt x="784847" y="553326"/>
                  </a:lnTo>
                  <a:lnTo>
                    <a:pt x="784345" y="553559"/>
                  </a:lnTo>
                  <a:lnTo>
                    <a:pt x="783753" y="554118"/>
                  </a:lnTo>
                  <a:lnTo>
                    <a:pt x="783434" y="554677"/>
                  </a:lnTo>
                  <a:lnTo>
                    <a:pt x="782979" y="555562"/>
                  </a:lnTo>
                  <a:lnTo>
                    <a:pt x="782705" y="556167"/>
                  </a:lnTo>
                  <a:lnTo>
                    <a:pt x="782386" y="556587"/>
                  </a:lnTo>
                  <a:lnTo>
                    <a:pt x="782113" y="556959"/>
                  </a:lnTo>
                  <a:lnTo>
                    <a:pt x="781885" y="557565"/>
                  </a:lnTo>
                  <a:lnTo>
                    <a:pt x="781703" y="558031"/>
                  </a:lnTo>
                  <a:lnTo>
                    <a:pt x="781566" y="558543"/>
                  </a:lnTo>
                  <a:lnTo>
                    <a:pt x="781521" y="559289"/>
                  </a:lnTo>
                  <a:lnTo>
                    <a:pt x="781612" y="559568"/>
                  </a:lnTo>
                  <a:lnTo>
                    <a:pt x="782204" y="560360"/>
                  </a:lnTo>
                  <a:lnTo>
                    <a:pt x="782386" y="560733"/>
                  </a:lnTo>
                  <a:lnTo>
                    <a:pt x="782523" y="560826"/>
                  </a:lnTo>
                  <a:lnTo>
                    <a:pt x="782887" y="561478"/>
                  </a:lnTo>
                  <a:lnTo>
                    <a:pt x="783252" y="562130"/>
                  </a:lnTo>
                  <a:lnTo>
                    <a:pt x="783343" y="562410"/>
                  </a:lnTo>
                  <a:lnTo>
                    <a:pt x="783434" y="562643"/>
                  </a:lnTo>
                  <a:lnTo>
                    <a:pt x="783662" y="562782"/>
                  </a:lnTo>
                  <a:lnTo>
                    <a:pt x="783844" y="563015"/>
                  </a:lnTo>
                  <a:lnTo>
                    <a:pt x="784072" y="563155"/>
                  </a:lnTo>
                  <a:lnTo>
                    <a:pt x="784437" y="563714"/>
                  </a:lnTo>
                  <a:lnTo>
                    <a:pt x="784573" y="564413"/>
                  </a:lnTo>
                  <a:lnTo>
                    <a:pt x="784528" y="564925"/>
                  </a:lnTo>
                  <a:lnTo>
                    <a:pt x="784254" y="565391"/>
                  </a:lnTo>
                  <a:lnTo>
                    <a:pt x="784027" y="565624"/>
                  </a:lnTo>
                  <a:lnTo>
                    <a:pt x="783708" y="565903"/>
                  </a:lnTo>
                  <a:lnTo>
                    <a:pt x="783480" y="566090"/>
                  </a:lnTo>
                  <a:lnTo>
                    <a:pt x="783298" y="566323"/>
                  </a:lnTo>
                  <a:lnTo>
                    <a:pt x="783115" y="566556"/>
                  </a:lnTo>
                  <a:lnTo>
                    <a:pt x="782796" y="566928"/>
                  </a:lnTo>
                  <a:lnTo>
                    <a:pt x="782477" y="567441"/>
                  </a:lnTo>
                  <a:lnTo>
                    <a:pt x="782113" y="567953"/>
                  </a:lnTo>
                  <a:lnTo>
                    <a:pt x="781429" y="568466"/>
                  </a:lnTo>
                  <a:lnTo>
                    <a:pt x="781019" y="568699"/>
                  </a:lnTo>
                  <a:lnTo>
                    <a:pt x="780290" y="568885"/>
                  </a:lnTo>
                  <a:lnTo>
                    <a:pt x="780063" y="568931"/>
                  </a:lnTo>
                  <a:lnTo>
                    <a:pt x="779470" y="568838"/>
                  </a:lnTo>
                  <a:lnTo>
                    <a:pt x="779060" y="568559"/>
                  </a:lnTo>
                  <a:lnTo>
                    <a:pt x="778741" y="568326"/>
                  </a:lnTo>
                  <a:lnTo>
                    <a:pt x="778377" y="568000"/>
                  </a:lnTo>
                  <a:lnTo>
                    <a:pt x="778149" y="567767"/>
                  </a:lnTo>
                  <a:lnTo>
                    <a:pt x="777739" y="567394"/>
                  </a:lnTo>
                  <a:lnTo>
                    <a:pt x="777192" y="567441"/>
                  </a:lnTo>
                  <a:lnTo>
                    <a:pt x="776782" y="567534"/>
                  </a:lnTo>
                  <a:lnTo>
                    <a:pt x="776190" y="567487"/>
                  </a:lnTo>
                  <a:lnTo>
                    <a:pt x="776008" y="567441"/>
                  </a:lnTo>
                  <a:lnTo>
                    <a:pt x="775461" y="567441"/>
                  </a:lnTo>
                  <a:lnTo>
                    <a:pt x="774960" y="567394"/>
                  </a:lnTo>
                  <a:lnTo>
                    <a:pt x="773730" y="567720"/>
                  </a:lnTo>
                  <a:lnTo>
                    <a:pt x="772272" y="568046"/>
                  </a:lnTo>
                  <a:lnTo>
                    <a:pt x="771224" y="568466"/>
                  </a:lnTo>
                  <a:lnTo>
                    <a:pt x="770586" y="568931"/>
                  </a:lnTo>
                  <a:lnTo>
                    <a:pt x="769993" y="569817"/>
                  </a:lnTo>
                  <a:lnTo>
                    <a:pt x="769675" y="570562"/>
                  </a:lnTo>
                  <a:lnTo>
                    <a:pt x="769082" y="571167"/>
                  </a:lnTo>
                  <a:lnTo>
                    <a:pt x="767807" y="572099"/>
                  </a:lnTo>
                  <a:lnTo>
                    <a:pt x="767214" y="572332"/>
                  </a:lnTo>
                  <a:lnTo>
                    <a:pt x="766394" y="572658"/>
                  </a:lnTo>
                  <a:lnTo>
                    <a:pt x="765665" y="572565"/>
                  </a:lnTo>
                  <a:lnTo>
                    <a:pt x="764617" y="572053"/>
                  </a:lnTo>
                  <a:lnTo>
                    <a:pt x="764207" y="571680"/>
                  </a:lnTo>
                  <a:lnTo>
                    <a:pt x="763660" y="571121"/>
                  </a:lnTo>
                  <a:lnTo>
                    <a:pt x="762840" y="571121"/>
                  </a:lnTo>
                  <a:lnTo>
                    <a:pt x="761838" y="571587"/>
                  </a:lnTo>
                  <a:lnTo>
                    <a:pt x="761246" y="572472"/>
                  </a:lnTo>
                  <a:lnTo>
                    <a:pt x="760927" y="573357"/>
                  </a:lnTo>
                  <a:lnTo>
                    <a:pt x="760653" y="574754"/>
                  </a:lnTo>
                  <a:lnTo>
                    <a:pt x="759924" y="575267"/>
                  </a:lnTo>
                  <a:lnTo>
                    <a:pt x="759378" y="575686"/>
                  </a:lnTo>
                  <a:lnTo>
                    <a:pt x="758740" y="576245"/>
                  </a:lnTo>
                  <a:lnTo>
                    <a:pt x="758421" y="576571"/>
                  </a:lnTo>
                  <a:lnTo>
                    <a:pt x="758147" y="577130"/>
                  </a:lnTo>
                  <a:lnTo>
                    <a:pt x="757145" y="577130"/>
                  </a:lnTo>
                  <a:lnTo>
                    <a:pt x="755505" y="576897"/>
                  </a:lnTo>
                  <a:lnTo>
                    <a:pt x="754685" y="576664"/>
                  </a:lnTo>
                  <a:lnTo>
                    <a:pt x="753272" y="576618"/>
                  </a:lnTo>
                  <a:lnTo>
                    <a:pt x="751951" y="577223"/>
                  </a:lnTo>
                  <a:lnTo>
                    <a:pt x="751040" y="577876"/>
                  </a:lnTo>
                  <a:lnTo>
                    <a:pt x="750311" y="578668"/>
                  </a:lnTo>
                  <a:lnTo>
                    <a:pt x="748807" y="579273"/>
                  </a:lnTo>
                  <a:lnTo>
                    <a:pt x="747167" y="580065"/>
                  </a:lnTo>
                  <a:lnTo>
                    <a:pt x="746484" y="580484"/>
                  </a:lnTo>
                  <a:lnTo>
                    <a:pt x="745436" y="581183"/>
                  </a:lnTo>
                  <a:lnTo>
                    <a:pt x="744433" y="581835"/>
                  </a:lnTo>
                  <a:lnTo>
                    <a:pt x="743431" y="581602"/>
                  </a:lnTo>
                  <a:lnTo>
                    <a:pt x="742975" y="581416"/>
                  </a:lnTo>
                  <a:lnTo>
                    <a:pt x="742702" y="580997"/>
                  </a:lnTo>
                  <a:lnTo>
                    <a:pt x="742201" y="580158"/>
                  </a:lnTo>
                  <a:lnTo>
                    <a:pt x="741791" y="579692"/>
                  </a:lnTo>
                  <a:lnTo>
                    <a:pt x="740971" y="579180"/>
                  </a:lnTo>
                  <a:lnTo>
                    <a:pt x="740242" y="579087"/>
                  </a:lnTo>
                  <a:lnTo>
                    <a:pt x="739467" y="579366"/>
                  </a:lnTo>
                  <a:lnTo>
                    <a:pt x="738920" y="579739"/>
                  </a:lnTo>
                  <a:lnTo>
                    <a:pt x="738237" y="580577"/>
                  </a:lnTo>
                  <a:lnTo>
                    <a:pt x="737872" y="581369"/>
                  </a:lnTo>
                  <a:lnTo>
                    <a:pt x="737098" y="582208"/>
                  </a:lnTo>
                  <a:lnTo>
                    <a:pt x="736414" y="582627"/>
                  </a:lnTo>
                  <a:lnTo>
                    <a:pt x="735731" y="582441"/>
                  </a:lnTo>
                  <a:lnTo>
                    <a:pt x="735275" y="582161"/>
                  </a:lnTo>
                  <a:lnTo>
                    <a:pt x="734820" y="581556"/>
                  </a:lnTo>
                  <a:lnTo>
                    <a:pt x="734273" y="580764"/>
                  </a:lnTo>
                  <a:lnTo>
                    <a:pt x="733726" y="579972"/>
                  </a:lnTo>
                  <a:lnTo>
                    <a:pt x="733043" y="579087"/>
                  </a:lnTo>
                  <a:lnTo>
                    <a:pt x="732587" y="578761"/>
                  </a:lnTo>
                  <a:lnTo>
                    <a:pt x="732223" y="578854"/>
                  </a:lnTo>
                  <a:lnTo>
                    <a:pt x="731949" y="579227"/>
                  </a:lnTo>
                  <a:lnTo>
                    <a:pt x="731722" y="579692"/>
                  </a:lnTo>
                  <a:lnTo>
                    <a:pt x="731038" y="579925"/>
                  </a:lnTo>
                  <a:lnTo>
                    <a:pt x="729854" y="579972"/>
                  </a:lnTo>
                  <a:lnTo>
                    <a:pt x="729170" y="580065"/>
                  </a:lnTo>
                  <a:lnTo>
                    <a:pt x="728760" y="580298"/>
                  </a:lnTo>
                  <a:lnTo>
                    <a:pt x="728168" y="580810"/>
                  </a:lnTo>
                  <a:lnTo>
                    <a:pt x="727712" y="581369"/>
                  </a:lnTo>
                  <a:lnTo>
                    <a:pt x="727439" y="581742"/>
                  </a:lnTo>
                  <a:lnTo>
                    <a:pt x="726892" y="582301"/>
                  </a:lnTo>
                  <a:lnTo>
                    <a:pt x="726163" y="582487"/>
                  </a:lnTo>
                  <a:lnTo>
                    <a:pt x="725434" y="582720"/>
                  </a:lnTo>
                  <a:lnTo>
                    <a:pt x="724751" y="582767"/>
                  </a:lnTo>
                  <a:lnTo>
                    <a:pt x="724341" y="582627"/>
                  </a:lnTo>
                  <a:lnTo>
                    <a:pt x="723931" y="582627"/>
                  </a:lnTo>
                  <a:lnTo>
                    <a:pt x="723293" y="582767"/>
                  </a:lnTo>
                  <a:lnTo>
                    <a:pt x="721835" y="583186"/>
                  </a:lnTo>
                  <a:lnTo>
                    <a:pt x="720468" y="583792"/>
                  </a:lnTo>
                  <a:lnTo>
                    <a:pt x="719693" y="584444"/>
                  </a:lnTo>
                  <a:lnTo>
                    <a:pt x="719374" y="584863"/>
                  </a:lnTo>
                  <a:lnTo>
                    <a:pt x="718463" y="586028"/>
                  </a:lnTo>
                  <a:lnTo>
                    <a:pt x="717689" y="587006"/>
                  </a:lnTo>
                  <a:lnTo>
                    <a:pt x="717324" y="587565"/>
                  </a:lnTo>
                  <a:lnTo>
                    <a:pt x="716550" y="588543"/>
                  </a:lnTo>
                  <a:lnTo>
                    <a:pt x="716276" y="589056"/>
                  </a:lnTo>
                  <a:lnTo>
                    <a:pt x="714909" y="589941"/>
                  </a:lnTo>
                  <a:lnTo>
                    <a:pt x="714317" y="590779"/>
                  </a:lnTo>
                  <a:lnTo>
                    <a:pt x="713770" y="591897"/>
                  </a:lnTo>
                  <a:lnTo>
                    <a:pt x="712586" y="593994"/>
                  </a:lnTo>
                  <a:lnTo>
                    <a:pt x="711857" y="595158"/>
                  </a:lnTo>
                  <a:lnTo>
                    <a:pt x="710854" y="596556"/>
                  </a:lnTo>
                  <a:lnTo>
                    <a:pt x="710171" y="597487"/>
                  </a:lnTo>
                  <a:lnTo>
                    <a:pt x="709351" y="598186"/>
                  </a:lnTo>
                  <a:lnTo>
                    <a:pt x="708986" y="598512"/>
                  </a:lnTo>
                  <a:lnTo>
                    <a:pt x="707893" y="599817"/>
                  </a:lnTo>
                  <a:lnTo>
                    <a:pt x="707164" y="600702"/>
                  </a:lnTo>
                  <a:lnTo>
                    <a:pt x="706344" y="601960"/>
                  </a:lnTo>
                  <a:lnTo>
                    <a:pt x="705751" y="602938"/>
                  </a:lnTo>
                  <a:lnTo>
                    <a:pt x="704931" y="603590"/>
                  </a:lnTo>
                  <a:lnTo>
                    <a:pt x="704521" y="604242"/>
                  </a:lnTo>
                  <a:lnTo>
                    <a:pt x="704066" y="604941"/>
                  </a:lnTo>
                  <a:lnTo>
                    <a:pt x="702881" y="605220"/>
                  </a:lnTo>
                  <a:lnTo>
                    <a:pt x="701879" y="605220"/>
                  </a:lnTo>
                  <a:lnTo>
                    <a:pt x="700967" y="605314"/>
                  </a:lnTo>
                  <a:lnTo>
                    <a:pt x="699828" y="605220"/>
                  </a:lnTo>
                  <a:lnTo>
                    <a:pt x="699190" y="604988"/>
                  </a:lnTo>
                  <a:lnTo>
                    <a:pt x="698416" y="604708"/>
                  </a:lnTo>
                  <a:lnTo>
                    <a:pt x="698051" y="604429"/>
                  </a:lnTo>
                  <a:lnTo>
                    <a:pt x="697824" y="604382"/>
                  </a:lnTo>
                  <a:lnTo>
                    <a:pt x="697140" y="604429"/>
                  </a:lnTo>
                  <a:lnTo>
                    <a:pt x="695910" y="604755"/>
                  </a:lnTo>
                  <a:lnTo>
                    <a:pt x="694634" y="604988"/>
                  </a:lnTo>
                  <a:lnTo>
                    <a:pt x="693586" y="605360"/>
                  </a:lnTo>
                  <a:lnTo>
                    <a:pt x="692721" y="605733"/>
                  </a:lnTo>
                  <a:lnTo>
                    <a:pt x="691217" y="606711"/>
                  </a:lnTo>
                  <a:lnTo>
                    <a:pt x="690397" y="607456"/>
                  </a:lnTo>
                  <a:lnTo>
                    <a:pt x="689076" y="608388"/>
                  </a:lnTo>
                  <a:lnTo>
                    <a:pt x="688028" y="609087"/>
                  </a:lnTo>
                  <a:lnTo>
                    <a:pt x="687299" y="609553"/>
                  </a:lnTo>
                  <a:lnTo>
                    <a:pt x="686160" y="610065"/>
                  </a:lnTo>
                  <a:lnTo>
                    <a:pt x="685066" y="610671"/>
                  </a:lnTo>
                  <a:lnTo>
                    <a:pt x="683563" y="611137"/>
                  </a:lnTo>
                  <a:lnTo>
                    <a:pt x="680875" y="612441"/>
                  </a:lnTo>
                  <a:lnTo>
                    <a:pt x="679781" y="613047"/>
                  </a:lnTo>
                  <a:lnTo>
                    <a:pt x="678916" y="613839"/>
                  </a:lnTo>
                  <a:lnTo>
                    <a:pt x="678095" y="614491"/>
                  </a:lnTo>
                  <a:lnTo>
                    <a:pt x="677093" y="615143"/>
                  </a:lnTo>
                  <a:lnTo>
                    <a:pt x="675863" y="615655"/>
                  </a:lnTo>
                  <a:lnTo>
                    <a:pt x="675088" y="615795"/>
                  </a:lnTo>
                  <a:lnTo>
                    <a:pt x="673767" y="616168"/>
                  </a:lnTo>
                  <a:lnTo>
                    <a:pt x="672309" y="616960"/>
                  </a:lnTo>
                  <a:lnTo>
                    <a:pt x="671443" y="616960"/>
                  </a:lnTo>
                  <a:lnTo>
                    <a:pt x="670714" y="616960"/>
                  </a:lnTo>
                  <a:lnTo>
                    <a:pt x="670168" y="617239"/>
                  </a:lnTo>
                  <a:lnTo>
                    <a:pt x="669120" y="617891"/>
                  </a:lnTo>
                  <a:lnTo>
                    <a:pt x="668573" y="618078"/>
                  </a:lnTo>
                  <a:lnTo>
                    <a:pt x="667479" y="618171"/>
                  </a:lnTo>
                  <a:lnTo>
                    <a:pt x="666887" y="618078"/>
                  </a:lnTo>
                  <a:lnTo>
                    <a:pt x="666340" y="618311"/>
                  </a:lnTo>
                  <a:lnTo>
                    <a:pt x="665885" y="618823"/>
                  </a:lnTo>
                  <a:lnTo>
                    <a:pt x="664974" y="618963"/>
                  </a:lnTo>
                  <a:lnTo>
                    <a:pt x="664199" y="618870"/>
                  </a:lnTo>
                  <a:lnTo>
                    <a:pt x="663060" y="618497"/>
                  </a:lnTo>
                  <a:lnTo>
                    <a:pt x="662149" y="618124"/>
                  </a:lnTo>
                  <a:lnTo>
                    <a:pt x="661010" y="618404"/>
                  </a:lnTo>
                  <a:lnTo>
                    <a:pt x="660281" y="619056"/>
                  </a:lnTo>
                  <a:lnTo>
                    <a:pt x="659962" y="619429"/>
                  </a:lnTo>
                  <a:lnTo>
                    <a:pt x="659825" y="619894"/>
                  </a:lnTo>
                  <a:lnTo>
                    <a:pt x="659415" y="620174"/>
                  </a:lnTo>
                  <a:lnTo>
                    <a:pt x="659051" y="620267"/>
                  </a:lnTo>
                  <a:lnTo>
                    <a:pt x="658276" y="620267"/>
                  </a:lnTo>
                  <a:lnTo>
                    <a:pt x="657957" y="620360"/>
                  </a:lnTo>
                  <a:lnTo>
                    <a:pt x="657274" y="620733"/>
                  </a:lnTo>
                  <a:lnTo>
                    <a:pt x="656818" y="621199"/>
                  </a:lnTo>
                  <a:lnTo>
                    <a:pt x="656043" y="621665"/>
                  </a:lnTo>
                  <a:lnTo>
                    <a:pt x="655497" y="621944"/>
                  </a:lnTo>
                  <a:lnTo>
                    <a:pt x="654403" y="622363"/>
                  </a:lnTo>
                  <a:lnTo>
                    <a:pt x="653674" y="622457"/>
                  </a:lnTo>
                  <a:lnTo>
                    <a:pt x="652581" y="622596"/>
                  </a:lnTo>
                  <a:lnTo>
                    <a:pt x="651578" y="622596"/>
                  </a:lnTo>
                  <a:lnTo>
                    <a:pt x="651032" y="622643"/>
                  </a:lnTo>
                  <a:lnTo>
                    <a:pt x="650667" y="622736"/>
                  </a:lnTo>
                  <a:lnTo>
                    <a:pt x="650120" y="622922"/>
                  </a:lnTo>
                  <a:lnTo>
                    <a:pt x="649483" y="623155"/>
                  </a:lnTo>
                  <a:lnTo>
                    <a:pt x="648936" y="623295"/>
                  </a:lnTo>
                  <a:lnTo>
                    <a:pt x="648161" y="623342"/>
                  </a:lnTo>
                  <a:lnTo>
                    <a:pt x="647933" y="623342"/>
                  </a:lnTo>
                  <a:lnTo>
                    <a:pt x="647706" y="623249"/>
                  </a:lnTo>
                  <a:lnTo>
                    <a:pt x="647205" y="623249"/>
                  </a:lnTo>
                  <a:lnTo>
                    <a:pt x="646794" y="623714"/>
                  </a:lnTo>
                  <a:lnTo>
                    <a:pt x="646658" y="624040"/>
                  </a:lnTo>
                  <a:lnTo>
                    <a:pt x="646886" y="624739"/>
                  </a:lnTo>
                  <a:lnTo>
                    <a:pt x="646567" y="625019"/>
                  </a:lnTo>
                  <a:lnTo>
                    <a:pt x="646248" y="625485"/>
                  </a:lnTo>
                  <a:lnTo>
                    <a:pt x="646384" y="625904"/>
                  </a:lnTo>
                  <a:lnTo>
                    <a:pt x="646293" y="626276"/>
                  </a:lnTo>
                  <a:lnTo>
                    <a:pt x="645701" y="627488"/>
                  </a:lnTo>
                  <a:lnTo>
                    <a:pt x="645018" y="627581"/>
                  </a:lnTo>
                  <a:lnTo>
                    <a:pt x="644562" y="627488"/>
                  </a:lnTo>
                  <a:lnTo>
                    <a:pt x="644197" y="627395"/>
                  </a:lnTo>
                  <a:lnTo>
                    <a:pt x="643286" y="627115"/>
                  </a:lnTo>
                  <a:lnTo>
                    <a:pt x="642284" y="626882"/>
                  </a:lnTo>
                  <a:lnTo>
                    <a:pt x="641919" y="626882"/>
                  </a:lnTo>
                  <a:lnTo>
                    <a:pt x="641509" y="627301"/>
                  </a:lnTo>
                  <a:lnTo>
                    <a:pt x="641099" y="628000"/>
                  </a:lnTo>
                  <a:lnTo>
                    <a:pt x="640735" y="629025"/>
                  </a:lnTo>
                  <a:lnTo>
                    <a:pt x="640689" y="629584"/>
                  </a:lnTo>
                  <a:lnTo>
                    <a:pt x="640552" y="630422"/>
                  </a:lnTo>
                  <a:lnTo>
                    <a:pt x="640188" y="630795"/>
                  </a:lnTo>
                  <a:lnTo>
                    <a:pt x="639687" y="630981"/>
                  </a:lnTo>
                  <a:lnTo>
                    <a:pt x="639140" y="631075"/>
                  </a:lnTo>
                  <a:lnTo>
                    <a:pt x="638730" y="630981"/>
                  </a:lnTo>
                  <a:lnTo>
                    <a:pt x="638548" y="630888"/>
                  </a:lnTo>
                  <a:lnTo>
                    <a:pt x="638001" y="630935"/>
                  </a:lnTo>
                  <a:lnTo>
                    <a:pt x="637819" y="631121"/>
                  </a:lnTo>
                  <a:lnTo>
                    <a:pt x="637545" y="631494"/>
                  </a:lnTo>
                  <a:lnTo>
                    <a:pt x="637135" y="631680"/>
                  </a:lnTo>
                  <a:lnTo>
                    <a:pt x="636497" y="631261"/>
                  </a:lnTo>
                  <a:lnTo>
                    <a:pt x="636042" y="630981"/>
                  </a:lnTo>
                  <a:lnTo>
                    <a:pt x="635677" y="630795"/>
                  </a:lnTo>
                  <a:lnTo>
                    <a:pt x="635176" y="630655"/>
                  </a:lnTo>
                  <a:lnTo>
                    <a:pt x="634629" y="630795"/>
                  </a:lnTo>
                  <a:lnTo>
                    <a:pt x="634265" y="630935"/>
                  </a:lnTo>
                  <a:lnTo>
                    <a:pt x="633900" y="631261"/>
                  </a:lnTo>
                  <a:lnTo>
                    <a:pt x="633673" y="632053"/>
                  </a:lnTo>
                  <a:lnTo>
                    <a:pt x="633399" y="632565"/>
                  </a:lnTo>
                  <a:lnTo>
                    <a:pt x="633080" y="633031"/>
                  </a:lnTo>
                  <a:lnTo>
                    <a:pt x="632488" y="633357"/>
                  </a:lnTo>
                  <a:lnTo>
                    <a:pt x="631714" y="633497"/>
                  </a:lnTo>
                  <a:lnTo>
                    <a:pt x="630939" y="633823"/>
                  </a:lnTo>
                  <a:lnTo>
                    <a:pt x="629709" y="634382"/>
                  </a:lnTo>
                  <a:lnTo>
                    <a:pt x="628387" y="634708"/>
                  </a:lnTo>
                  <a:lnTo>
                    <a:pt x="626975" y="635034"/>
                  </a:lnTo>
                  <a:lnTo>
                    <a:pt x="626018" y="635547"/>
                  </a:lnTo>
                  <a:lnTo>
                    <a:pt x="624834" y="635640"/>
                  </a:lnTo>
                  <a:lnTo>
                    <a:pt x="623512" y="636245"/>
                  </a:lnTo>
                  <a:lnTo>
                    <a:pt x="622419" y="636478"/>
                  </a:lnTo>
                  <a:lnTo>
                    <a:pt x="621690" y="636478"/>
                  </a:lnTo>
                  <a:lnTo>
                    <a:pt x="621143" y="636618"/>
                  </a:lnTo>
                  <a:lnTo>
                    <a:pt x="620232" y="636991"/>
                  </a:lnTo>
                  <a:lnTo>
                    <a:pt x="619640" y="637224"/>
                  </a:lnTo>
                  <a:lnTo>
                    <a:pt x="619138" y="637224"/>
                  </a:lnTo>
                  <a:lnTo>
                    <a:pt x="618683" y="637084"/>
                  </a:lnTo>
                  <a:lnTo>
                    <a:pt x="617954" y="636758"/>
                  </a:lnTo>
                  <a:lnTo>
                    <a:pt x="617772" y="636618"/>
                  </a:lnTo>
                  <a:lnTo>
                    <a:pt x="617407" y="636572"/>
                  </a:lnTo>
                  <a:lnTo>
                    <a:pt x="617134" y="636385"/>
                  </a:lnTo>
                  <a:lnTo>
                    <a:pt x="616724" y="636339"/>
                  </a:lnTo>
                  <a:lnTo>
                    <a:pt x="616086" y="636478"/>
                  </a:lnTo>
                  <a:lnTo>
                    <a:pt x="615767" y="636572"/>
                  </a:lnTo>
                  <a:lnTo>
                    <a:pt x="614856" y="636572"/>
                  </a:lnTo>
                  <a:lnTo>
                    <a:pt x="614127" y="636572"/>
                  </a:lnTo>
                  <a:lnTo>
                    <a:pt x="613215" y="636525"/>
                  </a:lnTo>
                  <a:lnTo>
                    <a:pt x="612213" y="636385"/>
                  </a:lnTo>
                  <a:lnTo>
                    <a:pt x="611621" y="636385"/>
                  </a:lnTo>
                  <a:lnTo>
                    <a:pt x="611211" y="636432"/>
                  </a:lnTo>
                  <a:lnTo>
                    <a:pt x="610482" y="636758"/>
                  </a:lnTo>
                  <a:lnTo>
                    <a:pt x="609981" y="636944"/>
                  </a:lnTo>
                  <a:lnTo>
                    <a:pt x="608978" y="637131"/>
                  </a:lnTo>
                  <a:lnTo>
                    <a:pt x="608067" y="637550"/>
                  </a:lnTo>
                  <a:lnTo>
                    <a:pt x="607065" y="637643"/>
                  </a:lnTo>
                  <a:lnTo>
                    <a:pt x="606928" y="637457"/>
                  </a:lnTo>
                  <a:lnTo>
                    <a:pt x="606290" y="637270"/>
                  </a:lnTo>
                  <a:lnTo>
                    <a:pt x="605151" y="637503"/>
                  </a:lnTo>
                  <a:lnTo>
                    <a:pt x="604058" y="637550"/>
                  </a:lnTo>
                  <a:lnTo>
                    <a:pt x="603010" y="637410"/>
                  </a:lnTo>
                  <a:lnTo>
                    <a:pt x="602508" y="637270"/>
                  </a:lnTo>
                  <a:lnTo>
                    <a:pt x="601962" y="637270"/>
                  </a:lnTo>
                  <a:lnTo>
                    <a:pt x="601233" y="637410"/>
                  </a:lnTo>
                  <a:lnTo>
                    <a:pt x="600276" y="637550"/>
                  </a:lnTo>
                  <a:lnTo>
                    <a:pt x="599684" y="637410"/>
                  </a:lnTo>
                  <a:lnTo>
                    <a:pt x="599000" y="637224"/>
                  </a:lnTo>
                  <a:lnTo>
                    <a:pt x="598453" y="636898"/>
                  </a:lnTo>
                  <a:lnTo>
                    <a:pt x="597907" y="636898"/>
                  </a:lnTo>
                  <a:lnTo>
                    <a:pt x="597223" y="637084"/>
                  </a:lnTo>
                  <a:lnTo>
                    <a:pt x="596904" y="637037"/>
                  </a:lnTo>
                  <a:lnTo>
                    <a:pt x="596175" y="636572"/>
                  </a:lnTo>
                  <a:lnTo>
                    <a:pt x="595902" y="636059"/>
                  </a:lnTo>
                  <a:lnTo>
                    <a:pt x="595446" y="635454"/>
                  </a:lnTo>
                  <a:lnTo>
                    <a:pt x="594854" y="635081"/>
                  </a:lnTo>
                  <a:lnTo>
                    <a:pt x="593988" y="635221"/>
                  </a:lnTo>
                  <a:lnTo>
                    <a:pt x="593305" y="635593"/>
                  </a:lnTo>
                  <a:lnTo>
                    <a:pt x="592804" y="635966"/>
                  </a:lnTo>
                  <a:lnTo>
                    <a:pt x="591984" y="636199"/>
                  </a:lnTo>
                  <a:lnTo>
                    <a:pt x="591072" y="636339"/>
                  </a:lnTo>
                  <a:lnTo>
                    <a:pt x="589660" y="636432"/>
                  </a:lnTo>
                  <a:lnTo>
                    <a:pt x="588703" y="636432"/>
                  </a:lnTo>
                  <a:lnTo>
                    <a:pt x="588111" y="636432"/>
                  </a:lnTo>
                  <a:lnTo>
                    <a:pt x="587200" y="636339"/>
                  </a:lnTo>
                  <a:lnTo>
                    <a:pt x="586471" y="636385"/>
                  </a:lnTo>
                  <a:lnTo>
                    <a:pt x="585878" y="636618"/>
                  </a:lnTo>
                  <a:lnTo>
                    <a:pt x="585286" y="637037"/>
                  </a:lnTo>
                  <a:lnTo>
                    <a:pt x="583965" y="637736"/>
                  </a:lnTo>
                  <a:lnTo>
                    <a:pt x="582416" y="637736"/>
                  </a:lnTo>
                  <a:lnTo>
                    <a:pt x="581550" y="637410"/>
                  </a:lnTo>
                  <a:lnTo>
                    <a:pt x="580502" y="637270"/>
                  </a:lnTo>
                  <a:lnTo>
                    <a:pt x="579545" y="637037"/>
                  </a:lnTo>
                  <a:lnTo>
                    <a:pt x="578224" y="636758"/>
                  </a:lnTo>
                  <a:lnTo>
                    <a:pt x="577358" y="636385"/>
                  </a:lnTo>
                  <a:lnTo>
                    <a:pt x="576720" y="636106"/>
                  </a:lnTo>
                  <a:lnTo>
                    <a:pt x="576265" y="635826"/>
                  </a:lnTo>
                  <a:lnTo>
                    <a:pt x="575581" y="635500"/>
                  </a:lnTo>
                  <a:lnTo>
                    <a:pt x="575035" y="635500"/>
                  </a:lnTo>
                  <a:lnTo>
                    <a:pt x="574078" y="635500"/>
                  </a:lnTo>
                  <a:lnTo>
                    <a:pt x="573167" y="635407"/>
                  </a:lnTo>
                  <a:lnTo>
                    <a:pt x="572347" y="635314"/>
                  </a:lnTo>
                  <a:lnTo>
                    <a:pt x="571481" y="634895"/>
                  </a:lnTo>
                  <a:lnTo>
                    <a:pt x="570615" y="634336"/>
                  </a:lnTo>
                  <a:lnTo>
                    <a:pt x="569658" y="633590"/>
                  </a:lnTo>
                  <a:lnTo>
                    <a:pt x="568793" y="633171"/>
                  </a:lnTo>
                  <a:lnTo>
                    <a:pt x="567699" y="632659"/>
                  </a:lnTo>
                  <a:lnTo>
                    <a:pt x="567426" y="632565"/>
                  </a:lnTo>
                  <a:lnTo>
                    <a:pt x="567016" y="632426"/>
                  </a:lnTo>
                  <a:lnTo>
                    <a:pt x="566378" y="632472"/>
                  </a:lnTo>
                  <a:lnTo>
                    <a:pt x="566105" y="632519"/>
                  </a:lnTo>
                  <a:lnTo>
                    <a:pt x="565284" y="632798"/>
                  </a:lnTo>
                  <a:lnTo>
                    <a:pt x="564692" y="633264"/>
                  </a:lnTo>
                  <a:lnTo>
                    <a:pt x="564100" y="634009"/>
                  </a:lnTo>
                  <a:lnTo>
                    <a:pt x="563644" y="634615"/>
                  </a:lnTo>
                  <a:lnTo>
                    <a:pt x="563143" y="635314"/>
                  </a:lnTo>
                  <a:lnTo>
                    <a:pt x="562824" y="635826"/>
                  </a:lnTo>
                  <a:lnTo>
                    <a:pt x="562232" y="636385"/>
                  </a:lnTo>
                  <a:lnTo>
                    <a:pt x="561822" y="636339"/>
                  </a:lnTo>
                  <a:lnTo>
                    <a:pt x="561229" y="636106"/>
                  </a:lnTo>
                  <a:lnTo>
                    <a:pt x="560182" y="635454"/>
                  </a:lnTo>
                  <a:lnTo>
                    <a:pt x="559863" y="635174"/>
                  </a:lnTo>
                  <a:lnTo>
                    <a:pt x="559316" y="634755"/>
                  </a:lnTo>
                  <a:lnTo>
                    <a:pt x="558815" y="634382"/>
                  </a:lnTo>
                  <a:lnTo>
                    <a:pt x="558359" y="634103"/>
                  </a:lnTo>
                  <a:lnTo>
                    <a:pt x="557539" y="634056"/>
                  </a:lnTo>
                  <a:lnTo>
                    <a:pt x="556901" y="634289"/>
                  </a:lnTo>
                  <a:lnTo>
                    <a:pt x="556354" y="634568"/>
                  </a:lnTo>
                  <a:lnTo>
                    <a:pt x="555671" y="634941"/>
                  </a:lnTo>
                  <a:lnTo>
                    <a:pt x="554942" y="635127"/>
                  </a:lnTo>
                  <a:lnTo>
                    <a:pt x="553985" y="634801"/>
                  </a:lnTo>
                  <a:lnTo>
                    <a:pt x="553575" y="634336"/>
                  </a:lnTo>
                  <a:lnTo>
                    <a:pt x="553211" y="634103"/>
                  </a:lnTo>
                  <a:lnTo>
                    <a:pt x="552573" y="633683"/>
                  </a:lnTo>
                  <a:lnTo>
                    <a:pt x="552299" y="633311"/>
                  </a:lnTo>
                  <a:lnTo>
                    <a:pt x="551889" y="632752"/>
                  </a:lnTo>
                  <a:lnTo>
                    <a:pt x="551434" y="632379"/>
                  </a:lnTo>
                  <a:lnTo>
                    <a:pt x="550705" y="631773"/>
                  </a:lnTo>
                  <a:lnTo>
                    <a:pt x="550021" y="631354"/>
                  </a:lnTo>
                  <a:lnTo>
                    <a:pt x="549201" y="630981"/>
                  </a:lnTo>
                  <a:lnTo>
                    <a:pt x="548244" y="630842"/>
                  </a:lnTo>
                  <a:lnTo>
                    <a:pt x="547698" y="630702"/>
                  </a:lnTo>
                  <a:lnTo>
                    <a:pt x="546467" y="630609"/>
                  </a:lnTo>
                  <a:lnTo>
                    <a:pt x="545465" y="630469"/>
                  </a:lnTo>
                  <a:lnTo>
                    <a:pt x="544645" y="630329"/>
                  </a:lnTo>
                  <a:lnTo>
                    <a:pt x="543688" y="630422"/>
                  </a:lnTo>
                  <a:lnTo>
                    <a:pt x="543141" y="630609"/>
                  </a:lnTo>
                  <a:lnTo>
                    <a:pt x="542549" y="630842"/>
                  </a:lnTo>
                  <a:lnTo>
                    <a:pt x="542048" y="630888"/>
                  </a:lnTo>
                  <a:lnTo>
                    <a:pt x="541410" y="630935"/>
                  </a:lnTo>
                  <a:lnTo>
                    <a:pt x="540453" y="630888"/>
                  </a:lnTo>
                  <a:lnTo>
                    <a:pt x="539633" y="630888"/>
                  </a:lnTo>
                  <a:lnTo>
                    <a:pt x="538950" y="630888"/>
                  </a:lnTo>
                  <a:lnTo>
                    <a:pt x="538266" y="631121"/>
                  </a:lnTo>
                  <a:lnTo>
                    <a:pt x="537628" y="631354"/>
                  </a:lnTo>
                  <a:lnTo>
                    <a:pt x="536581" y="631727"/>
                  </a:lnTo>
                  <a:lnTo>
                    <a:pt x="535669" y="632193"/>
                  </a:lnTo>
                  <a:lnTo>
                    <a:pt x="533847" y="632659"/>
                  </a:lnTo>
                  <a:lnTo>
                    <a:pt x="533255" y="632938"/>
                  </a:lnTo>
                  <a:lnTo>
                    <a:pt x="532799" y="633171"/>
                  </a:lnTo>
                  <a:lnTo>
                    <a:pt x="532389" y="633637"/>
                  </a:lnTo>
                  <a:lnTo>
                    <a:pt x="531933" y="634289"/>
                  </a:lnTo>
                  <a:lnTo>
                    <a:pt x="531113" y="634568"/>
                  </a:lnTo>
                  <a:lnTo>
                    <a:pt x="530521" y="634662"/>
                  </a:lnTo>
                  <a:lnTo>
                    <a:pt x="529928" y="634895"/>
                  </a:lnTo>
                  <a:lnTo>
                    <a:pt x="529473" y="635174"/>
                  </a:lnTo>
                  <a:lnTo>
                    <a:pt x="529063" y="635547"/>
                  </a:lnTo>
                  <a:lnTo>
                    <a:pt x="528334" y="635780"/>
                  </a:lnTo>
                  <a:lnTo>
                    <a:pt x="527787" y="636013"/>
                  </a:lnTo>
                  <a:lnTo>
                    <a:pt x="527195" y="636292"/>
                  </a:lnTo>
                  <a:lnTo>
                    <a:pt x="526329" y="636292"/>
                  </a:lnTo>
                  <a:lnTo>
                    <a:pt x="525646" y="636478"/>
                  </a:lnTo>
                  <a:lnTo>
                    <a:pt x="524734" y="636804"/>
                  </a:lnTo>
                  <a:lnTo>
                    <a:pt x="523595" y="636898"/>
                  </a:lnTo>
                  <a:lnTo>
                    <a:pt x="522456" y="636804"/>
                  </a:lnTo>
                  <a:lnTo>
                    <a:pt x="520679" y="636711"/>
                  </a:lnTo>
                  <a:lnTo>
                    <a:pt x="519313" y="636665"/>
                  </a:lnTo>
                  <a:lnTo>
                    <a:pt x="518584" y="637037"/>
                  </a:lnTo>
                  <a:lnTo>
                    <a:pt x="517353" y="637643"/>
                  </a:lnTo>
                  <a:lnTo>
                    <a:pt x="516032" y="638388"/>
                  </a:lnTo>
                  <a:lnTo>
                    <a:pt x="515258" y="638901"/>
                  </a:lnTo>
                  <a:lnTo>
                    <a:pt x="513344" y="640019"/>
                  </a:lnTo>
                  <a:lnTo>
                    <a:pt x="512387" y="640671"/>
                  </a:lnTo>
                  <a:lnTo>
                    <a:pt x="512159" y="641230"/>
                  </a:lnTo>
                  <a:lnTo>
                    <a:pt x="511203" y="641975"/>
                  </a:lnTo>
                  <a:lnTo>
                    <a:pt x="510382" y="642395"/>
                  </a:lnTo>
                  <a:lnTo>
                    <a:pt x="509426" y="642814"/>
                  </a:lnTo>
                  <a:lnTo>
                    <a:pt x="507694" y="643000"/>
                  </a:lnTo>
                  <a:lnTo>
                    <a:pt x="506282" y="643047"/>
                  </a:lnTo>
                  <a:lnTo>
                    <a:pt x="505280" y="643373"/>
                  </a:lnTo>
                  <a:lnTo>
                    <a:pt x="504323" y="643978"/>
                  </a:lnTo>
                  <a:lnTo>
                    <a:pt x="503776" y="644537"/>
                  </a:lnTo>
                  <a:lnTo>
                    <a:pt x="503412" y="644817"/>
                  </a:lnTo>
                  <a:lnTo>
                    <a:pt x="502910" y="645003"/>
                  </a:lnTo>
                  <a:lnTo>
                    <a:pt x="502045" y="645050"/>
                  </a:lnTo>
                  <a:lnTo>
                    <a:pt x="501179" y="645003"/>
                  </a:lnTo>
                  <a:lnTo>
                    <a:pt x="499357" y="645236"/>
                  </a:lnTo>
                  <a:lnTo>
                    <a:pt x="496805" y="645096"/>
                  </a:lnTo>
                  <a:lnTo>
                    <a:pt x="495347" y="645096"/>
                  </a:lnTo>
                  <a:lnTo>
                    <a:pt x="494254" y="645190"/>
                  </a:lnTo>
                  <a:lnTo>
                    <a:pt x="492568" y="645516"/>
                  </a:lnTo>
                  <a:lnTo>
                    <a:pt x="491383" y="646028"/>
                  </a:lnTo>
                  <a:lnTo>
                    <a:pt x="490563" y="646494"/>
                  </a:lnTo>
                  <a:lnTo>
                    <a:pt x="489925" y="647193"/>
                  </a:lnTo>
                  <a:lnTo>
                    <a:pt x="489515" y="647798"/>
                  </a:lnTo>
                  <a:lnTo>
                    <a:pt x="488968" y="647985"/>
                  </a:lnTo>
                  <a:lnTo>
                    <a:pt x="488422" y="648311"/>
                  </a:lnTo>
                  <a:lnTo>
                    <a:pt x="487465" y="648357"/>
                  </a:lnTo>
                  <a:lnTo>
                    <a:pt x="486964" y="648357"/>
                  </a:lnTo>
                  <a:lnTo>
                    <a:pt x="486690" y="648357"/>
                  </a:lnTo>
                  <a:lnTo>
                    <a:pt x="486326" y="648357"/>
                  </a:lnTo>
                  <a:lnTo>
                    <a:pt x="486053" y="648451"/>
                  </a:lnTo>
                  <a:lnTo>
                    <a:pt x="485460" y="648777"/>
                  </a:lnTo>
                  <a:lnTo>
                    <a:pt x="484640" y="648823"/>
                  </a:lnTo>
                  <a:lnTo>
                    <a:pt x="484048" y="648916"/>
                  </a:lnTo>
                  <a:lnTo>
                    <a:pt x="483045" y="648870"/>
                  </a:lnTo>
                  <a:lnTo>
                    <a:pt x="482408" y="648870"/>
                  </a:lnTo>
                  <a:lnTo>
                    <a:pt x="481998" y="648870"/>
                  </a:lnTo>
                  <a:lnTo>
                    <a:pt x="481041" y="649289"/>
                  </a:lnTo>
                  <a:lnTo>
                    <a:pt x="480084" y="649662"/>
                  </a:lnTo>
                  <a:lnTo>
                    <a:pt x="479446" y="649848"/>
                  </a:lnTo>
                  <a:lnTo>
                    <a:pt x="478535" y="649988"/>
                  </a:lnTo>
                  <a:lnTo>
                    <a:pt x="477897" y="649895"/>
                  </a:lnTo>
                  <a:lnTo>
                    <a:pt x="477259" y="649801"/>
                  </a:lnTo>
                  <a:lnTo>
                    <a:pt x="476211" y="650081"/>
                  </a:lnTo>
                  <a:lnTo>
                    <a:pt x="475482" y="650547"/>
                  </a:lnTo>
                  <a:lnTo>
                    <a:pt x="475254" y="650873"/>
                  </a:lnTo>
                  <a:lnTo>
                    <a:pt x="475072" y="651385"/>
                  </a:lnTo>
                  <a:lnTo>
                    <a:pt x="474890" y="652038"/>
                  </a:lnTo>
                  <a:lnTo>
                    <a:pt x="474298" y="652550"/>
                  </a:lnTo>
                  <a:lnTo>
                    <a:pt x="473979" y="652969"/>
                  </a:lnTo>
                  <a:lnTo>
                    <a:pt x="473523" y="653295"/>
                  </a:lnTo>
                  <a:lnTo>
                    <a:pt x="472566" y="653854"/>
                  </a:lnTo>
                  <a:lnTo>
                    <a:pt x="471701" y="654320"/>
                  </a:lnTo>
                  <a:lnTo>
                    <a:pt x="471154" y="654506"/>
                  </a:lnTo>
                  <a:lnTo>
                    <a:pt x="470151" y="654879"/>
                  </a:lnTo>
                  <a:lnTo>
                    <a:pt x="469650" y="654972"/>
                  </a:lnTo>
                  <a:lnTo>
                    <a:pt x="468739" y="655019"/>
                  </a:lnTo>
                  <a:lnTo>
                    <a:pt x="468283" y="655019"/>
                  </a:lnTo>
                  <a:lnTo>
                    <a:pt x="467554" y="655531"/>
                  </a:lnTo>
                  <a:lnTo>
                    <a:pt x="467190" y="655718"/>
                  </a:lnTo>
                  <a:lnTo>
                    <a:pt x="466734" y="655904"/>
                  </a:lnTo>
                  <a:lnTo>
                    <a:pt x="465869" y="655997"/>
                  </a:lnTo>
                  <a:lnTo>
                    <a:pt x="465322" y="655997"/>
                  </a:lnTo>
                  <a:lnTo>
                    <a:pt x="464320" y="655904"/>
                  </a:lnTo>
                  <a:lnTo>
                    <a:pt x="463363" y="656183"/>
                  </a:lnTo>
                  <a:lnTo>
                    <a:pt x="462497" y="656510"/>
                  </a:lnTo>
                  <a:lnTo>
                    <a:pt x="461631" y="656882"/>
                  </a:lnTo>
                  <a:lnTo>
                    <a:pt x="460265" y="657581"/>
                  </a:lnTo>
                  <a:lnTo>
                    <a:pt x="458715" y="658606"/>
                  </a:lnTo>
                  <a:lnTo>
                    <a:pt x="457986" y="659165"/>
                  </a:lnTo>
                  <a:lnTo>
                    <a:pt x="457075" y="659817"/>
                  </a:lnTo>
                  <a:lnTo>
                    <a:pt x="456620" y="660656"/>
                  </a:lnTo>
                  <a:lnTo>
                    <a:pt x="455891" y="661680"/>
                  </a:lnTo>
                  <a:lnTo>
                    <a:pt x="455207" y="661913"/>
                  </a:lnTo>
                  <a:lnTo>
                    <a:pt x="454342" y="662007"/>
                  </a:lnTo>
                  <a:lnTo>
                    <a:pt x="453157" y="662286"/>
                  </a:lnTo>
                  <a:lnTo>
                    <a:pt x="452109" y="662286"/>
                  </a:lnTo>
                  <a:lnTo>
                    <a:pt x="451107" y="662146"/>
                  </a:lnTo>
                  <a:lnTo>
                    <a:pt x="450378" y="661774"/>
                  </a:lnTo>
                  <a:lnTo>
                    <a:pt x="449785" y="661308"/>
                  </a:lnTo>
                  <a:lnTo>
                    <a:pt x="449193" y="661354"/>
                  </a:lnTo>
                  <a:lnTo>
                    <a:pt x="448646" y="661541"/>
                  </a:lnTo>
                  <a:lnTo>
                    <a:pt x="447872" y="662193"/>
                  </a:lnTo>
                  <a:lnTo>
                    <a:pt x="447507" y="662566"/>
                  </a:lnTo>
                  <a:lnTo>
                    <a:pt x="446961" y="662985"/>
                  </a:lnTo>
                  <a:lnTo>
                    <a:pt x="446778" y="663125"/>
                  </a:lnTo>
                  <a:lnTo>
                    <a:pt x="446596" y="663218"/>
                  </a:lnTo>
                  <a:lnTo>
                    <a:pt x="446414" y="663357"/>
                  </a:lnTo>
                  <a:lnTo>
                    <a:pt x="446277" y="663497"/>
                  </a:lnTo>
                  <a:lnTo>
                    <a:pt x="446140" y="663637"/>
                  </a:lnTo>
                  <a:lnTo>
                    <a:pt x="446004" y="663823"/>
                  </a:lnTo>
                  <a:lnTo>
                    <a:pt x="445867" y="663963"/>
                  </a:lnTo>
                  <a:lnTo>
                    <a:pt x="445730" y="664149"/>
                  </a:lnTo>
                  <a:lnTo>
                    <a:pt x="445594" y="664382"/>
                  </a:lnTo>
                  <a:lnTo>
                    <a:pt x="445548" y="664522"/>
                  </a:lnTo>
                  <a:lnTo>
                    <a:pt x="445411" y="664755"/>
                  </a:lnTo>
                  <a:lnTo>
                    <a:pt x="445275" y="664895"/>
                  </a:lnTo>
                  <a:lnTo>
                    <a:pt x="445047" y="665034"/>
                  </a:lnTo>
                  <a:lnTo>
                    <a:pt x="444546" y="665314"/>
                  </a:lnTo>
                  <a:lnTo>
                    <a:pt x="444363" y="665547"/>
                  </a:lnTo>
                  <a:lnTo>
                    <a:pt x="444227" y="665687"/>
                  </a:lnTo>
                  <a:lnTo>
                    <a:pt x="444090" y="665873"/>
                  </a:lnTo>
                  <a:lnTo>
                    <a:pt x="443999" y="666013"/>
                  </a:lnTo>
                  <a:lnTo>
                    <a:pt x="443862" y="666246"/>
                  </a:lnTo>
                  <a:lnTo>
                    <a:pt x="443771" y="666432"/>
                  </a:lnTo>
                  <a:lnTo>
                    <a:pt x="443589" y="666525"/>
                  </a:lnTo>
                  <a:lnTo>
                    <a:pt x="443361" y="666572"/>
                  </a:lnTo>
                  <a:lnTo>
                    <a:pt x="443179" y="666618"/>
                  </a:lnTo>
                  <a:lnTo>
                    <a:pt x="442906" y="666572"/>
                  </a:lnTo>
                  <a:lnTo>
                    <a:pt x="442723" y="666525"/>
                  </a:lnTo>
                  <a:lnTo>
                    <a:pt x="442495" y="666479"/>
                  </a:lnTo>
                  <a:lnTo>
                    <a:pt x="442268" y="666432"/>
                  </a:lnTo>
                  <a:lnTo>
                    <a:pt x="442040" y="666385"/>
                  </a:lnTo>
                  <a:lnTo>
                    <a:pt x="441812" y="666385"/>
                  </a:lnTo>
                  <a:lnTo>
                    <a:pt x="441584" y="666385"/>
                  </a:lnTo>
                  <a:lnTo>
                    <a:pt x="441356" y="666339"/>
                  </a:lnTo>
                  <a:lnTo>
                    <a:pt x="441129" y="666385"/>
                  </a:lnTo>
                  <a:lnTo>
                    <a:pt x="440946" y="666385"/>
                  </a:lnTo>
                  <a:lnTo>
                    <a:pt x="440719" y="666432"/>
                  </a:lnTo>
                  <a:lnTo>
                    <a:pt x="440491" y="666432"/>
                  </a:lnTo>
                  <a:lnTo>
                    <a:pt x="440308" y="666479"/>
                  </a:lnTo>
                  <a:lnTo>
                    <a:pt x="440126" y="666525"/>
                  </a:lnTo>
                  <a:lnTo>
                    <a:pt x="439898" y="666572"/>
                  </a:lnTo>
                  <a:lnTo>
                    <a:pt x="439671" y="666572"/>
                  </a:lnTo>
                  <a:lnTo>
                    <a:pt x="439443" y="666572"/>
                  </a:lnTo>
                  <a:lnTo>
                    <a:pt x="439261" y="666618"/>
                  </a:lnTo>
                  <a:lnTo>
                    <a:pt x="438987" y="666618"/>
                  </a:lnTo>
                  <a:lnTo>
                    <a:pt x="438805" y="666618"/>
                  </a:lnTo>
                  <a:lnTo>
                    <a:pt x="438623" y="666572"/>
                  </a:lnTo>
                  <a:lnTo>
                    <a:pt x="438213" y="666432"/>
                  </a:lnTo>
                  <a:lnTo>
                    <a:pt x="437939" y="666246"/>
                  </a:lnTo>
                  <a:lnTo>
                    <a:pt x="437894" y="666106"/>
                  </a:lnTo>
                  <a:lnTo>
                    <a:pt x="437666" y="666059"/>
                  </a:lnTo>
                  <a:lnTo>
                    <a:pt x="437484" y="666013"/>
                  </a:lnTo>
                  <a:lnTo>
                    <a:pt x="437256" y="665966"/>
                  </a:lnTo>
                  <a:lnTo>
                    <a:pt x="437028" y="665873"/>
                  </a:lnTo>
                  <a:lnTo>
                    <a:pt x="436846" y="665780"/>
                  </a:lnTo>
                  <a:lnTo>
                    <a:pt x="436664" y="665640"/>
                  </a:lnTo>
                  <a:lnTo>
                    <a:pt x="436481" y="665547"/>
                  </a:lnTo>
                  <a:lnTo>
                    <a:pt x="436299" y="665454"/>
                  </a:lnTo>
                  <a:lnTo>
                    <a:pt x="436117" y="665361"/>
                  </a:lnTo>
                  <a:lnTo>
                    <a:pt x="435889" y="665221"/>
                  </a:lnTo>
                  <a:lnTo>
                    <a:pt x="435707" y="665128"/>
                  </a:lnTo>
                  <a:lnTo>
                    <a:pt x="435479" y="665081"/>
                  </a:lnTo>
                  <a:lnTo>
                    <a:pt x="435297" y="665034"/>
                  </a:lnTo>
                  <a:lnTo>
                    <a:pt x="435069" y="665034"/>
                  </a:lnTo>
                  <a:lnTo>
                    <a:pt x="434841" y="665034"/>
                  </a:lnTo>
                  <a:lnTo>
                    <a:pt x="434659" y="665081"/>
                  </a:lnTo>
                  <a:lnTo>
                    <a:pt x="434431" y="665081"/>
                  </a:lnTo>
                  <a:lnTo>
                    <a:pt x="434203" y="665174"/>
                  </a:lnTo>
                  <a:lnTo>
                    <a:pt x="433793" y="665314"/>
                  </a:lnTo>
                  <a:lnTo>
                    <a:pt x="433611" y="665500"/>
                  </a:lnTo>
                  <a:lnTo>
                    <a:pt x="433383" y="665593"/>
                  </a:lnTo>
                  <a:lnTo>
                    <a:pt x="432927" y="665826"/>
                  </a:lnTo>
                  <a:lnTo>
                    <a:pt x="432107" y="666013"/>
                  </a:lnTo>
                  <a:lnTo>
                    <a:pt x="431242" y="666059"/>
                  </a:lnTo>
                  <a:lnTo>
                    <a:pt x="430467" y="666385"/>
                  </a:lnTo>
                  <a:lnTo>
                    <a:pt x="429693" y="666758"/>
                  </a:lnTo>
                  <a:lnTo>
                    <a:pt x="429237" y="666944"/>
                  </a:lnTo>
                  <a:lnTo>
                    <a:pt x="428918" y="667084"/>
                  </a:lnTo>
                  <a:lnTo>
                    <a:pt x="428371" y="667177"/>
                  </a:lnTo>
                  <a:lnTo>
                    <a:pt x="428098" y="667224"/>
                  </a:lnTo>
                  <a:lnTo>
                    <a:pt x="427916" y="667271"/>
                  </a:lnTo>
                  <a:lnTo>
                    <a:pt x="427688" y="667271"/>
                  </a:lnTo>
                  <a:lnTo>
                    <a:pt x="427551" y="667271"/>
                  </a:lnTo>
                  <a:lnTo>
                    <a:pt x="427232" y="667131"/>
                  </a:lnTo>
                  <a:lnTo>
                    <a:pt x="426822" y="667131"/>
                  </a:lnTo>
                  <a:lnTo>
                    <a:pt x="426367" y="667131"/>
                  </a:lnTo>
                  <a:lnTo>
                    <a:pt x="426230" y="667131"/>
                  </a:lnTo>
                  <a:lnTo>
                    <a:pt x="425729" y="667177"/>
                  </a:lnTo>
                  <a:lnTo>
                    <a:pt x="425455" y="667177"/>
                  </a:lnTo>
                  <a:lnTo>
                    <a:pt x="425182" y="667177"/>
                  </a:lnTo>
                  <a:lnTo>
                    <a:pt x="424817" y="667271"/>
                  </a:lnTo>
                  <a:lnTo>
                    <a:pt x="424590" y="667317"/>
                  </a:lnTo>
                  <a:lnTo>
                    <a:pt x="424362" y="667457"/>
                  </a:lnTo>
                  <a:lnTo>
                    <a:pt x="424134" y="667597"/>
                  </a:lnTo>
                  <a:lnTo>
                    <a:pt x="423861" y="667690"/>
                  </a:lnTo>
                  <a:lnTo>
                    <a:pt x="423405" y="667736"/>
                  </a:lnTo>
                  <a:lnTo>
                    <a:pt x="422949" y="667736"/>
                  </a:lnTo>
                  <a:lnTo>
                    <a:pt x="422494" y="667690"/>
                  </a:lnTo>
                  <a:lnTo>
                    <a:pt x="421947" y="667643"/>
                  </a:lnTo>
                  <a:lnTo>
                    <a:pt x="421628" y="667550"/>
                  </a:lnTo>
                  <a:lnTo>
                    <a:pt x="420808" y="667643"/>
                  </a:lnTo>
                  <a:lnTo>
                    <a:pt x="419942" y="667597"/>
                  </a:lnTo>
                  <a:lnTo>
                    <a:pt x="419715" y="667597"/>
                  </a:lnTo>
                  <a:lnTo>
                    <a:pt x="419213" y="667503"/>
                  </a:lnTo>
                  <a:lnTo>
                    <a:pt x="418758" y="667597"/>
                  </a:lnTo>
                  <a:lnTo>
                    <a:pt x="418393" y="667643"/>
                  </a:lnTo>
                  <a:lnTo>
                    <a:pt x="418257" y="667690"/>
                  </a:lnTo>
                  <a:lnTo>
                    <a:pt x="417436" y="667410"/>
                  </a:lnTo>
                  <a:lnTo>
                    <a:pt x="416616" y="667410"/>
                  </a:lnTo>
                  <a:lnTo>
                    <a:pt x="415477" y="667830"/>
                  </a:lnTo>
                  <a:lnTo>
                    <a:pt x="415341" y="667830"/>
                  </a:lnTo>
                  <a:lnTo>
                    <a:pt x="415067" y="667830"/>
                  </a:lnTo>
                  <a:lnTo>
                    <a:pt x="414885" y="667876"/>
                  </a:lnTo>
                  <a:lnTo>
                    <a:pt x="414521" y="667923"/>
                  </a:lnTo>
                  <a:lnTo>
                    <a:pt x="414019" y="668016"/>
                  </a:lnTo>
                  <a:lnTo>
                    <a:pt x="413700" y="668249"/>
                  </a:lnTo>
                  <a:lnTo>
                    <a:pt x="413290" y="668342"/>
                  </a:lnTo>
                  <a:lnTo>
                    <a:pt x="412607" y="668761"/>
                  </a:lnTo>
                  <a:lnTo>
                    <a:pt x="412015" y="668901"/>
                  </a:lnTo>
                  <a:lnTo>
                    <a:pt x="411787" y="668994"/>
                  </a:lnTo>
                  <a:lnTo>
                    <a:pt x="411012" y="669367"/>
                  </a:lnTo>
                  <a:lnTo>
                    <a:pt x="410192" y="669646"/>
                  </a:lnTo>
                  <a:lnTo>
                    <a:pt x="409964" y="669739"/>
                  </a:lnTo>
                  <a:lnTo>
                    <a:pt x="409418" y="669926"/>
                  </a:lnTo>
                  <a:lnTo>
                    <a:pt x="408825" y="669972"/>
                  </a:lnTo>
                  <a:lnTo>
                    <a:pt x="408597" y="669972"/>
                  </a:lnTo>
                  <a:lnTo>
                    <a:pt x="408051" y="670159"/>
                  </a:lnTo>
                  <a:lnTo>
                    <a:pt x="407504" y="670392"/>
                  </a:lnTo>
                  <a:lnTo>
                    <a:pt x="407504" y="670531"/>
                  </a:lnTo>
                  <a:lnTo>
                    <a:pt x="407367" y="670485"/>
                  </a:lnTo>
                  <a:lnTo>
                    <a:pt x="407048" y="670671"/>
                  </a:lnTo>
                  <a:lnTo>
                    <a:pt x="406775" y="670857"/>
                  </a:lnTo>
                  <a:lnTo>
                    <a:pt x="406502" y="670997"/>
                  </a:lnTo>
                  <a:lnTo>
                    <a:pt x="406319" y="671230"/>
                  </a:lnTo>
                  <a:lnTo>
                    <a:pt x="405909" y="671743"/>
                  </a:lnTo>
                  <a:lnTo>
                    <a:pt x="405727" y="672022"/>
                  </a:lnTo>
                  <a:lnTo>
                    <a:pt x="404770" y="672069"/>
                  </a:lnTo>
                  <a:lnTo>
                    <a:pt x="404588" y="671882"/>
                  </a:lnTo>
                  <a:lnTo>
                    <a:pt x="404497" y="671743"/>
                  </a:lnTo>
                  <a:lnTo>
                    <a:pt x="404360" y="671556"/>
                  </a:lnTo>
                  <a:lnTo>
                    <a:pt x="403905" y="670811"/>
                  </a:lnTo>
                  <a:lnTo>
                    <a:pt x="403631" y="670159"/>
                  </a:lnTo>
                  <a:lnTo>
                    <a:pt x="403176" y="669413"/>
                  </a:lnTo>
                  <a:lnTo>
                    <a:pt x="403039" y="669413"/>
                  </a:lnTo>
                  <a:lnTo>
                    <a:pt x="402674" y="668575"/>
                  </a:lnTo>
                  <a:lnTo>
                    <a:pt x="402401" y="667830"/>
                  </a:lnTo>
                  <a:lnTo>
                    <a:pt x="401125" y="665640"/>
                  </a:lnTo>
                  <a:lnTo>
                    <a:pt x="400442" y="665221"/>
                  </a:lnTo>
                  <a:lnTo>
                    <a:pt x="399531" y="664848"/>
                  </a:lnTo>
                  <a:lnTo>
                    <a:pt x="398118" y="664056"/>
                  </a:lnTo>
                  <a:lnTo>
                    <a:pt x="396569" y="663590"/>
                  </a:lnTo>
                  <a:lnTo>
                    <a:pt x="395704" y="663125"/>
                  </a:lnTo>
                  <a:lnTo>
                    <a:pt x="395157" y="662566"/>
                  </a:lnTo>
                  <a:lnTo>
                    <a:pt x="394291" y="662239"/>
                  </a:lnTo>
                  <a:lnTo>
                    <a:pt x="393425" y="662100"/>
                  </a:lnTo>
                  <a:lnTo>
                    <a:pt x="392605" y="662379"/>
                  </a:lnTo>
                  <a:lnTo>
                    <a:pt x="392150" y="662239"/>
                  </a:lnTo>
                  <a:lnTo>
                    <a:pt x="391785" y="662053"/>
                  </a:lnTo>
                  <a:lnTo>
                    <a:pt x="391330" y="661634"/>
                  </a:lnTo>
                  <a:lnTo>
                    <a:pt x="390965" y="661447"/>
                  </a:lnTo>
                  <a:lnTo>
                    <a:pt x="390282" y="661215"/>
                  </a:lnTo>
                  <a:lnTo>
                    <a:pt x="389689" y="661215"/>
                  </a:lnTo>
                  <a:lnTo>
                    <a:pt x="388960" y="661680"/>
                  </a:lnTo>
                  <a:lnTo>
                    <a:pt x="388323" y="662100"/>
                  </a:lnTo>
                  <a:lnTo>
                    <a:pt x="387502" y="662379"/>
                  </a:lnTo>
                  <a:lnTo>
                    <a:pt x="386956" y="662519"/>
                  </a:lnTo>
                  <a:lnTo>
                    <a:pt x="386363" y="662519"/>
                  </a:lnTo>
                  <a:lnTo>
                    <a:pt x="385498" y="662379"/>
                  </a:lnTo>
                  <a:lnTo>
                    <a:pt x="384541" y="662472"/>
                  </a:lnTo>
                  <a:lnTo>
                    <a:pt x="383083" y="662798"/>
                  </a:lnTo>
                  <a:lnTo>
                    <a:pt x="382172" y="663031"/>
                  </a:lnTo>
                  <a:lnTo>
                    <a:pt x="380623" y="663031"/>
                  </a:lnTo>
                  <a:lnTo>
                    <a:pt x="379210" y="663171"/>
                  </a:lnTo>
                  <a:lnTo>
                    <a:pt x="378846" y="663078"/>
                  </a:lnTo>
                  <a:lnTo>
                    <a:pt x="378527" y="663218"/>
                  </a:lnTo>
                  <a:lnTo>
                    <a:pt x="378162" y="663125"/>
                  </a:lnTo>
                  <a:lnTo>
                    <a:pt x="377752" y="663218"/>
                  </a:lnTo>
                  <a:lnTo>
                    <a:pt x="377524" y="663218"/>
                  </a:lnTo>
                  <a:lnTo>
                    <a:pt x="377160" y="663031"/>
                  </a:lnTo>
                  <a:lnTo>
                    <a:pt x="376568" y="662985"/>
                  </a:lnTo>
                  <a:lnTo>
                    <a:pt x="375884" y="662752"/>
                  </a:lnTo>
                  <a:lnTo>
                    <a:pt x="375747" y="662752"/>
                  </a:lnTo>
                  <a:lnTo>
                    <a:pt x="375474" y="662705"/>
                  </a:lnTo>
                  <a:lnTo>
                    <a:pt x="375292" y="662612"/>
                  </a:lnTo>
                  <a:lnTo>
                    <a:pt x="375155" y="662612"/>
                  </a:lnTo>
                  <a:lnTo>
                    <a:pt x="375018" y="662659"/>
                  </a:lnTo>
                  <a:lnTo>
                    <a:pt x="374882" y="662705"/>
                  </a:lnTo>
                  <a:lnTo>
                    <a:pt x="374745" y="662752"/>
                  </a:lnTo>
                  <a:lnTo>
                    <a:pt x="374472" y="662659"/>
                  </a:lnTo>
                  <a:lnTo>
                    <a:pt x="374289" y="662659"/>
                  </a:lnTo>
                  <a:lnTo>
                    <a:pt x="373971" y="662519"/>
                  </a:lnTo>
                  <a:lnTo>
                    <a:pt x="373560" y="662566"/>
                  </a:lnTo>
                  <a:lnTo>
                    <a:pt x="373333" y="662612"/>
                  </a:lnTo>
                  <a:lnTo>
                    <a:pt x="373105" y="662519"/>
                  </a:lnTo>
                  <a:lnTo>
                    <a:pt x="372832" y="662426"/>
                  </a:lnTo>
                  <a:lnTo>
                    <a:pt x="372558" y="662286"/>
                  </a:lnTo>
                  <a:lnTo>
                    <a:pt x="372330" y="662239"/>
                  </a:lnTo>
                  <a:lnTo>
                    <a:pt x="372194" y="662146"/>
                  </a:lnTo>
                  <a:lnTo>
                    <a:pt x="371920" y="662007"/>
                  </a:lnTo>
                  <a:lnTo>
                    <a:pt x="371784" y="661960"/>
                  </a:lnTo>
                  <a:lnTo>
                    <a:pt x="371647" y="661867"/>
                  </a:lnTo>
                  <a:lnTo>
                    <a:pt x="371419" y="661774"/>
                  </a:lnTo>
                  <a:lnTo>
                    <a:pt x="371237" y="661727"/>
                  </a:lnTo>
                  <a:lnTo>
                    <a:pt x="371009" y="661634"/>
                  </a:lnTo>
                  <a:lnTo>
                    <a:pt x="370781" y="661634"/>
                  </a:lnTo>
                  <a:lnTo>
                    <a:pt x="370599" y="661634"/>
                  </a:lnTo>
                  <a:lnTo>
                    <a:pt x="370371" y="661634"/>
                  </a:lnTo>
                  <a:lnTo>
                    <a:pt x="370189" y="661587"/>
                  </a:lnTo>
                  <a:lnTo>
                    <a:pt x="369916" y="661634"/>
                  </a:lnTo>
                  <a:lnTo>
                    <a:pt x="369733" y="661634"/>
                  </a:lnTo>
                  <a:lnTo>
                    <a:pt x="369551" y="661587"/>
                  </a:lnTo>
                  <a:lnTo>
                    <a:pt x="369323" y="661541"/>
                  </a:lnTo>
                  <a:lnTo>
                    <a:pt x="369095" y="661447"/>
                  </a:lnTo>
                  <a:lnTo>
                    <a:pt x="368868" y="661447"/>
                  </a:lnTo>
                  <a:lnTo>
                    <a:pt x="368685" y="661447"/>
                  </a:lnTo>
                  <a:lnTo>
                    <a:pt x="368458" y="661354"/>
                  </a:lnTo>
                  <a:lnTo>
                    <a:pt x="368275" y="661308"/>
                  </a:lnTo>
                  <a:lnTo>
                    <a:pt x="368048" y="661308"/>
                  </a:lnTo>
                  <a:lnTo>
                    <a:pt x="367820" y="661261"/>
                  </a:lnTo>
                  <a:lnTo>
                    <a:pt x="367637" y="661168"/>
                  </a:lnTo>
                  <a:lnTo>
                    <a:pt x="367410" y="661121"/>
                  </a:lnTo>
                  <a:lnTo>
                    <a:pt x="367227" y="661168"/>
                  </a:lnTo>
                  <a:lnTo>
                    <a:pt x="367000" y="661028"/>
                  </a:lnTo>
                  <a:lnTo>
                    <a:pt x="366817" y="660982"/>
                  </a:lnTo>
                  <a:lnTo>
                    <a:pt x="366590" y="660888"/>
                  </a:lnTo>
                  <a:lnTo>
                    <a:pt x="366362" y="660795"/>
                  </a:lnTo>
                  <a:lnTo>
                    <a:pt x="366179" y="660749"/>
                  </a:lnTo>
                  <a:lnTo>
                    <a:pt x="365952" y="660702"/>
                  </a:lnTo>
                  <a:lnTo>
                    <a:pt x="365769" y="660656"/>
                  </a:lnTo>
                  <a:lnTo>
                    <a:pt x="365542" y="660609"/>
                  </a:lnTo>
                  <a:lnTo>
                    <a:pt x="365359" y="660562"/>
                  </a:lnTo>
                  <a:lnTo>
                    <a:pt x="365132" y="660516"/>
                  </a:lnTo>
                  <a:lnTo>
                    <a:pt x="364904" y="660562"/>
                  </a:lnTo>
                  <a:lnTo>
                    <a:pt x="364722" y="660562"/>
                  </a:lnTo>
                  <a:lnTo>
                    <a:pt x="364494" y="660609"/>
                  </a:lnTo>
                  <a:lnTo>
                    <a:pt x="364311" y="660609"/>
                  </a:lnTo>
                  <a:lnTo>
                    <a:pt x="364084" y="660609"/>
                  </a:lnTo>
                  <a:lnTo>
                    <a:pt x="363856" y="660656"/>
                  </a:lnTo>
                  <a:lnTo>
                    <a:pt x="363628" y="660749"/>
                  </a:lnTo>
                  <a:lnTo>
                    <a:pt x="363400" y="660749"/>
                  </a:lnTo>
                  <a:lnTo>
                    <a:pt x="363264" y="660842"/>
                  </a:lnTo>
                  <a:lnTo>
                    <a:pt x="363036" y="660842"/>
                  </a:lnTo>
                  <a:lnTo>
                    <a:pt x="362853" y="660888"/>
                  </a:lnTo>
                  <a:lnTo>
                    <a:pt x="362626" y="660935"/>
                  </a:lnTo>
                  <a:lnTo>
                    <a:pt x="362398" y="661028"/>
                  </a:lnTo>
                  <a:lnTo>
                    <a:pt x="362261" y="661121"/>
                  </a:lnTo>
                  <a:lnTo>
                    <a:pt x="362033" y="661215"/>
                  </a:lnTo>
                  <a:lnTo>
                    <a:pt x="361806" y="661308"/>
                  </a:lnTo>
                  <a:lnTo>
                    <a:pt x="361623" y="661354"/>
                  </a:lnTo>
                  <a:lnTo>
                    <a:pt x="361395" y="661401"/>
                  </a:lnTo>
                  <a:lnTo>
                    <a:pt x="361213" y="661401"/>
                  </a:lnTo>
                  <a:lnTo>
                    <a:pt x="360894" y="661354"/>
                  </a:lnTo>
                  <a:lnTo>
                    <a:pt x="360712" y="661308"/>
                  </a:lnTo>
                  <a:lnTo>
                    <a:pt x="360484" y="661261"/>
                  </a:lnTo>
                  <a:lnTo>
                    <a:pt x="360256" y="661308"/>
                  </a:lnTo>
                  <a:lnTo>
                    <a:pt x="360074" y="661308"/>
                  </a:lnTo>
                  <a:lnTo>
                    <a:pt x="359801" y="661308"/>
                  </a:lnTo>
                  <a:lnTo>
                    <a:pt x="359619" y="661215"/>
                  </a:lnTo>
                  <a:lnTo>
                    <a:pt x="359391" y="661168"/>
                  </a:lnTo>
                  <a:lnTo>
                    <a:pt x="359163" y="661168"/>
                  </a:lnTo>
                  <a:lnTo>
                    <a:pt x="358981" y="661168"/>
                  </a:lnTo>
                  <a:lnTo>
                    <a:pt x="358753" y="661121"/>
                  </a:lnTo>
                  <a:lnTo>
                    <a:pt x="358571" y="661075"/>
                  </a:lnTo>
                  <a:lnTo>
                    <a:pt x="358343" y="660982"/>
                  </a:lnTo>
                  <a:lnTo>
                    <a:pt x="358024" y="660935"/>
                  </a:lnTo>
                  <a:lnTo>
                    <a:pt x="357295" y="660935"/>
                  </a:lnTo>
                  <a:lnTo>
                    <a:pt x="357067" y="660982"/>
                  </a:lnTo>
                  <a:lnTo>
                    <a:pt x="356839" y="661028"/>
                  </a:lnTo>
                  <a:lnTo>
                    <a:pt x="356657" y="661075"/>
                  </a:lnTo>
                  <a:lnTo>
                    <a:pt x="356247" y="661121"/>
                  </a:lnTo>
                  <a:lnTo>
                    <a:pt x="356019" y="661215"/>
                  </a:lnTo>
                  <a:lnTo>
                    <a:pt x="355791" y="661261"/>
                  </a:lnTo>
                  <a:lnTo>
                    <a:pt x="355609" y="661308"/>
                  </a:lnTo>
                  <a:lnTo>
                    <a:pt x="355381" y="661308"/>
                  </a:lnTo>
                  <a:lnTo>
                    <a:pt x="355154" y="661401"/>
                  </a:lnTo>
                  <a:lnTo>
                    <a:pt x="354971" y="661494"/>
                  </a:lnTo>
                  <a:lnTo>
                    <a:pt x="354743" y="661634"/>
                  </a:lnTo>
                  <a:lnTo>
                    <a:pt x="354561" y="661680"/>
                  </a:lnTo>
                  <a:lnTo>
                    <a:pt x="354333" y="661820"/>
                  </a:lnTo>
                  <a:lnTo>
                    <a:pt x="354197" y="661867"/>
                  </a:lnTo>
                  <a:lnTo>
                    <a:pt x="353923" y="661913"/>
                  </a:lnTo>
                  <a:lnTo>
                    <a:pt x="353741" y="661960"/>
                  </a:lnTo>
                  <a:lnTo>
                    <a:pt x="353468" y="662007"/>
                  </a:lnTo>
                  <a:lnTo>
                    <a:pt x="353331" y="662007"/>
                  </a:lnTo>
                  <a:lnTo>
                    <a:pt x="353103" y="662053"/>
                  </a:lnTo>
                  <a:lnTo>
                    <a:pt x="352921" y="662146"/>
                  </a:lnTo>
                  <a:lnTo>
                    <a:pt x="352739" y="662193"/>
                  </a:lnTo>
                  <a:lnTo>
                    <a:pt x="352511" y="662146"/>
                  </a:lnTo>
                  <a:lnTo>
                    <a:pt x="352283" y="662100"/>
                  </a:lnTo>
                  <a:lnTo>
                    <a:pt x="352055" y="662146"/>
                  </a:lnTo>
                  <a:lnTo>
                    <a:pt x="351873" y="662146"/>
                  </a:lnTo>
                  <a:lnTo>
                    <a:pt x="351645" y="662239"/>
                  </a:lnTo>
                  <a:lnTo>
                    <a:pt x="351417" y="662286"/>
                  </a:lnTo>
                  <a:lnTo>
                    <a:pt x="351235" y="662333"/>
                  </a:lnTo>
                  <a:lnTo>
                    <a:pt x="351007" y="662333"/>
                  </a:lnTo>
                  <a:lnTo>
                    <a:pt x="350825" y="662286"/>
                  </a:lnTo>
                  <a:lnTo>
                    <a:pt x="350597" y="662286"/>
                  </a:lnTo>
                  <a:lnTo>
                    <a:pt x="350233" y="662286"/>
                  </a:lnTo>
                  <a:lnTo>
                    <a:pt x="350005" y="662333"/>
                  </a:lnTo>
                  <a:lnTo>
                    <a:pt x="349868" y="662379"/>
                  </a:lnTo>
                  <a:lnTo>
                    <a:pt x="349003" y="662426"/>
                  </a:lnTo>
                  <a:lnTo>
                    <a:pt x="348183" y="662519"/>
                  </a:lnTo>
                  <a:lnTo>
                    <a:pt x="348046" y="662519"/>
                  </a:lnTo>
                  <a:lnTo>
                    <a:pt x="347818" y="662519"/>
                  </a:lnTo>
                  <a:lnTo>
                    <a:pt x="347681" y="662519"/>
                  </a:lnTo>
                  <a:lnTo>
                    <a:pt x="347545" y="662472"/>
                  </a:lnTo>
                  <a:lnTo>
                    <a:pt x="347226" y="662379"/>
                  </a:lnTo>
                  <a:lnTo>
                    <a:pt x="346907" y="662333"/>
                  </a:lnTo>
                  <a:lnTo>
                    <a:pt x="346725" y="662379"/>
                  </a:lnTo>
                  <a:lnTo>
                    <a:pt x="346406" y="662379"/>
                  </a:lnTo>
                  <a:lnTo>
                    <a:pt x="345768" y="662379"/>
                  </a:lnTo>
                  <a:lnTo>
                    <a:pt x="344811" y="662426"/>
                  </a:lnTo>
                  <a:lnTo>
                    <a:pt x="344492" y="662379"/>
                  </a:lnTo>
                  <a:lnTo>
                    <a:pt x="344310" y="662426"/>
                  </a:lnTo>
                  <a:lnTo>
                    <a:pt x="344082" y="662472"/>
                  </a:lnTo>
                  <a:lnTo>
                    <a:pt x="343854" y="662519"/>
                  </a:lnTo>
                  <a:lnTo>
                    <a:pt x="343490" y="662659"/>
                  </a:lnTo>
                  <a:lnTo>
                    <a:pt x="343262" y="662659"/>
                  </a:lnTo>
                  <a:lnTo>
                    <a:pt x="343080" y="662705"/>
                  </a:lnTo>
                  <a:lnTo>
                    <a:pt x="342396" y="662798"/>
                  </a:lnTo>
                  <a:lnTo>
                    <a:pt x="342214" y="662845"/>
                  </a:lnTo>
                  <a:lnTo>
                    <a:pt x="341941" y="662892"/>
                  </a:lnTo>
                  <a:lnTo>
                    <a:pt x="341576" y="663031"/>
                  </a:lnTo>
                  <a:lnTo>
                    <a:pt x="341394" y="663078"/>
                  </a:lnTo>
                  <a:lnTo>
                    <a:pt x="340847" y="663171"/>
                  </a:lnTo>
                  <a:lnTo>
                    <a:pt x="340528" y="663264"/>
                  </a:lnTo>
                  <a:lnTo>
                    <a:pt x="339890" y="663311"/>
                  </a:lnTo>
                  <a:lnTo>
                    <a:pt x="339344" y="663404"/>
                  </a:lnTo>
                  <a:lnTo>
                    <a:pt x="339070" y="663451"/>
                  </a:lnTo>
                  <a:lnTo>
                    <a:pt x="338706" y="663497"/>
                  </a:lnTo>
                  <a:lnTo>
                    <a:pt x="338569" y="663497"/>
                  </a:lnTo>
                  <a:lnTo>
                    <a:pt x="338296" y="663451"/>
                  </a:lnTo>
                  <a:lnTo>
                    <a:pt x="337840" y="663357"/>
                  </a:lnTo>
                  <a:lnTo>
                    <a:pt x="337612" y="663357"/>
                  </a:lnTo>
                  <a:lnTo>
                    <a:pt x="337476" y="663357"/>
                  </a:lnTo>
                  <a:lnTo>
                    <a:pt x="337339" y="663404"/>
                  </a:lnTo>
                  <a:lnTo>
                    <a:pt x="337157" y="663451"/>
                  </a:lnTo>
                  <a:lnTo>
                    <a:pt x="337020" y="663497"/>
                  </a:lnTo>
                  <a:lnTo>
                    <a:pt x="336838" y="663590"/>
                  </a:lnTo>
                  <a:lnTo>
                    <a:pt x="336701" y="663684"/>
                  </a:lnTo>
                  <a:lnTo>
                    <a:pt x="336519" y="663823"/>
                  </a:lnTo>
                  <a:lnTo>
                    <a:pt x="335972" y="664149"/>
                  </a:lnTo>
                  <a:lnTo>
                    <a:pt x="335790" y="664243"/>
                  </a:lnTo>
                  <a:lnTo>
                    <a:pt x="335425" y="664522"/>
                  </a:lnTo>
                  <a:lnTo>
                    <a:pt x="335289" y="664615"/>
                  </a:lnTo>
                  <a:lnTo>
                    <a:pt x="335152" y="664662"/>
                  </a:lnTo>
                  <a:lnTo>
                    <a:pt x="334970" y="664662"/>
                  </a:lnTo>
                  <a:lnTo>
                    <a:pt x="334742" y="664662"/>
                  </a:lnTo>
                  <a:lnTo>
                    <a:pt x="334468" y="664755"/>
                  </a:lnTo>
                  <a:lnTo>
                    <a:pt x="334286" y="664755"/>
                  </a:lnTo>
                  <a:lnTo>
                    <a:pt x="333557" y="664802"/>
                  </a:lnTo>
                  <a:lnTo>
                    <a:pt x="333421" y="664755"/>
                  </a:lnTo>
                  <a:lnTo>
                    <a:pt x="333102" y="664708"/>
                  </a:lnTo>
                  <a:lnTo>
                    <a:pt x="332919" y="664708"/>
                  </a:lnTo>
                  <a:lnTo>
                    <a:pt x="332692" y="664755"/>
                  </a:lnTo>
                  <a:lnTo>
                    <a:pt x="332509" y="664802"/>
                  </a:lnTo>
                  <a:lnTo>
                    <a:pt x="332327" y="664848"/>
                  </a:lnTo>
                  <a:lnTo>
                    <a:pt x="332190" y="664895"/>
                  </a:lnTo>
                  <a:lnTo>
                    <a:pt x="332054" y="664941"/>
                  </a:lnTo>
                  <a:lnTo>
                    <a:pt x="331780" y="665081"/>
                  </a:lnTo>
                  <a:lnTo>
                    <a:pt x="331461" y="665267"/>
                  </a:lnTo>
                  <a:lnTo>
                    <a:pt x="331234" y="665361"/>
                  </a:lnTo>
                  <a:lnTo>
                    <a:pt x="330960" y="665547"/>
                  </a:lnTo>
                  <a:lnTo>
                    <a:pt x="330732" y="665687"/>
                  </a:lnTo>
                  <a:lnTo>
                    <a:pt x="330550" y="665687"/>
                  </a:lnTo>
                  <a:lnTo>
                    <a:pt x="330003" y="665966"/>
                  </a:lnTo>
                  <a:lnTo>
                    <a:pt x="329685" y="666059"/>
                  </a:lnTo>
                  <a:lnTo>
                    <a:pt x="329092" y="666199"/>
                  </a:lnTo>
                  <a:lnTo>
                    <a:pt x="328956" y="666246"/>
                  </a:lnTo>
                  <a:lnTo>
                    <a:pt x="328819" y="666246"/>
                  </a:lnTo>
                  <a:lnTo>
                    <a:pt x="328227" y="666292"/>
                  </a:lnTo>
                  <a:lnTo>
                    <a:pt x="327361" y="666479"/>
                  </a:lnTo>
                  <a:lnTo>
                    <a:pt x="327133" y="666618"/>
                  </a:lnTo>
                  <a:lnTo>
                    <a:pt x="326996" y="666712"/>
                  </a:lnTo>
                  <a:lnTo>
                    <a:pt x="326860" y="666758"/>
                  </a:lnTo>
                  <a:lnTo>
                    <a:pt x="326586" y="666805"/>
                  </a:lnTo>
                  <a:lnTo>
                    <a:pt x="326450" y="666851"/>
                  </a:lnTo>
                  <a:lnTo>
                    <a:pt x="326131" y="666898"/>
                  </a:lnTo>
                  <a:lnTo>
                    <a:pt x="325766" y="666944"/>
                  </a:lnTo>
                  <a:lnTo>
                    <a:pt x="325584" y="666991"/>
                  </a:lnTo>
                  <a:lnTo>
                    <a:pt x="325356" y="667038"/>
                  </a:lnTo>
                  <a:lnTo>
                    <a:pt x="325083" y="667084"/>
                  </a:lnTo>
                  <a:lnTo>
                    <a:pt x="324946" y="667177"/>
                  </a:lnTo>
                  <a:lnTo>
                    <a:pt x="324673" y="667317"/>
                  </a:lnTo>
                  <a:lnTo>
                    <a:pt x="324126" y="667550"/>
                  </a:lnTo>
                  <a:lnTo>
                    <a:pt x="323898" y="667736"/>
                  </a:lnTo>
                  <a:lnTo>
                    <a:pt x="323488" y="668062"/>
                  </a:lnTo>
                  <a:lnTo>
                    <a:pt x="323351" y="668109"/>
                  </a:lnTo>
                  <a:lnTo>
                    <a:pt x="323169" y="668202"/>
                  </a:lnTo>
                  <a:lnTo>
                    <a:pt x="323032" y="668202"/>
                  </a:lnTo>
                  <a:lnTo>
                    <a:pt x="322668" y="668202"/>
                  </a:lnTo>
                  <a:lnTo>
                    <a:pt x="321893" y="668482"/>
                  </a:lnTo>
                  <a:lnTo>
                    <a:pt x="321073" y="668621"/>
                  </a:lnTo>
                  <a:lnTo>
                    <a:pt x="320162" y="668901"/>
                  </a:lnTo>
                  <a:lnTo>
                    <a:pt x="319615" y="669087"/>
                  </a:lnTo>
                  <a:lnTo>
                    <a:pt x="318704" y="669274"/>
                  </a:lnTo>
                  <a:lnTo>
                    <a:pt x="317930" y="669739"/>
                  </a:lnTo>
                  <a:lnTo>
                    <a:pt x="316699" y="670252"/>
                  </a:lnTo>
                  <a:lnTo>
                    <a:pt x="316062" y="670485"/>
                  </a:lnTo>
                  <a:lnTo>
                    <a:pt x="315743" y="670671"/>
                  </a:lnTo>
                  <a:lnTo>
                    <a:pt x="315150" y="670857"/>
                  </a:lnTo>
                  <a:lnTo>
                    <a:pt x="314330" y="671184"/>
                  </a:lnTo>
                  <a:lnTo>
                    <a:pt x="313875" y="671230"/>
                  </a:lnTo>
                  <a:lnTo>
                    <a:pt x="313191" y="671323"/>
                  </a:lnTo>
                  <a:lnTo>
                    <a:pt x="312599" y="671370"/>
                  </a:lnTo>
                  <a:lnTo>
                    <a:pt x="311688" y="671463"/>
                  </a:lnTo>
                  <a:lnTo>
                    <a:pt x="310867" y="671649"/>
                  </a:lnTo>
                  <a:lnTo>
                    <a:pt x="309546" y="671976"/>
                  </a:lnTo>
                  <a:lnTo>
                    <a:pt x="309273" y="672115"/>
                  </a:lnTo>
                  <a:lnTo>
                    <a:pt x="308043" y="672488"/>
                  </a:lnTo>
                  <a:lnTo>
                    <a:pt x="307040" y="672814"/>
                  </a:lnTo>
                  <a:lnTo>
                    <a:pt x="306585" y="673187"/>
                  </a:lnTo>
                  <a:lnTo>
                    <a:pt x="306448" y="673280"/>
                  </a:lnTo>
                  <a:lnTo>
                    <a:pt x="306266" y="673513"/>
                  </a:lnTo>
                  <a:lnTo>
                    <a:pt x="306084" y="673606"/>
                  </a:lnTo>
                  <a:lnTo>
                    <a:pt x="305901" y="673746"/>
                  </a:lnTo>
                  <a:lnTo>
                    <a:pt x="305719" y="673839"/>
                  </a:lnTo>
                  <a:lnTo>
                    <a:pt x="305355" y="673932"/>
                  </a:lnTo>
                  <a:lnTo>
                    <a:pt x="304853" y="674025"/>
                  </a:lnTo>
                  <a:lnTo>
                    <a:pt x="304398" y="674118"/>
                  </a:lnTo>
                  <a:lnTo>
                    <a:pt x="304170" y="674212"/>
                  </a:lnTo>
                  <a:lnTo>
                    <a:pt x="303942" y="674305"/>
                  </a:lnTo>
                  <a:lnTo>
                    <a:pt x="303714" y="674398"/>
                  </a:lnTo>
                  <a:lnTo>
                    <a:pt x="303350" y="674538"/>
                  </a:lnTo>
                  <a:lnTo>
                    <a:pt x="302985" y="674771"/>
                  </a:lnTo>
                  <a:lnTo>
                    <a:pt x="302575" y="674910"/>
                  </a:lnTo>
                  <a:lnTo>
                    <a:pt x="302393" y="674957"/>
                  </a:lnTo>
                  <a:lnTo>
                    <a:pt x="302074" y="674910"/>
                  </a:lnTo>
                  <a:lnTo>
                    <a:pt x="301892" y="674957"/>
                  </a:lnTo>
                  <a:lnTo>
                    <a:pt x="301163" y="675050"/>
                  </a:lnTo>
                  <a:lnTo>
                    <a:pt x="300844" y="675050"/>
                  </a:lnTo>
                  <a:lnTo>
                    <a:pt x="300388" y="675190"/>
                  </a:lnTo>
                  <a:lnTo>
                    <a:pt x="299659" y="675562"/>
                  </a:lnTo>
                  <a:lnTo>
                    <a:pt x="299021" y="675795"/>
                  </a:lnTo>
                  <a:lnTo>
                    <a:pt x="298566" y="675889"/>
                  </a:lnTo>
                  <a:lnTo>
                    <a:pt x="298065" y="675982"/>
                  </a:lnTo>
                  <a:lnTo>
                    <a:pt x="297245" y="675982"/>
                  </a:lnTo>
                  <a:lnTo>
                    <a:pt x="296698" y="676075"/>
                  </a:lnTo>
                  <a:lnTo>
                    <a:pt x="295878" y="676215"/>
                  </a:lnTo>
                  <a:lnTo>
                    <a:pt x="295058" y="676261"/>
                  </a:lnTo>
                  <a:lnTo>
                    <a:pt x="293827" y="676261"/>
                  </a:lnTo>
                  <a:lnTo>
                    <a:pt x="293007" y="676261"/>
                  </a:lnTo>
                  <a:lnTo>
                    <a:pt x="292324" y="676308"/>
                  </a:lnTo>
                  <a:lnTo>
                    <a:pt x="292142" y="676308"/>
                  </a:lnTo>
                  <a:lnTo>
                    <a:pt x="291640" y="676354"/>
                  </a:lnTo>
                  <a:lnTo>
                    <a:pt x="290684" y="676308"/>
                  </a:lnTo>
                  <a:lnTo>
                    <a:pt x="290274" y="676401"/>
                  </a:lnTo>
                  <a:lnTo>
                    <a:pt x="289590" y="676448"/>
                  </a:lnTo>
                  <a:lnTo>
                    <a:pt x="288907" y="676494"/>
                  </a:lnTo>
                  <a:lnTo>
                    <a:pt x="288588" y="676494"/>
                  </a:lnTo>
                  <a:lnTo>
                    <a:pt x="288087" y="676587"/>
                  </a:lnTo>
                  <a:lnTo>
                    <a:pt x="287768" y="676681"/>
                  </a:lnTo>
                  <a:lnTo>
                    <a:pt x="287266" y="676913"/>
                  </a:lnTo>
                  <a:lnTo>
                    <a:pt x="285854" y="677100"/>
                  </a:lnTo>
                  <a:lnTo>
                    <a:pt x="285034" y="677146"/>
                  </a:lnTo>
                  <a:lnTo>
                    <a:pt x="284533" y="677286"/>
                  </a:lnTo>
                  <a:lnTo>
                    <a:pt x="284259" y="677333"/>
                  </a:lnTo>
                  <a:lnTo>
                    <a:pt x="283713" y="677333"/>
                  </a:lnTo>
                  <a:lnTo>
                    <a:pt x="283394" y="677286"/>
                  </a:lnTo>
                  <a:lnTo>
                    <a:pt x="283075" y="677379"/>
                  </a:lnTo>
                  <a:lnTo>
                    <a:pt x="282710" y="677659"/>
                  </a:lnTo>
                  <a:lnTo>
                    <a:pt x="282209" y="677799"/>
                  </a:lnTo>
                  <a:lnTo>
                    <a:pt x="281754" y="677799"/>
                  </a:lnTo>
                  <a:lnTo>
                    <a:pt x="281480" y="677612"/>
                  </a:lnTo>
                  <a:lnTo>
                    <a:pt x="281298" y="677519"/>
                  </a:lnTo>
                  <a:lnTo>
                    <a:pt x="280888" y="677333"/>
                  </a:lnTo>
                  <a:lnTo>
                    <a:pt x="280387" y="677193"/>
                  </a:lnTo>
                  <a:lnTo>
                    <a:pt x="279840" y="677053"/>
                  </a:lnTo>
                  <a:lnTo>
                    <a:pt x="279567" y="677100"/>
                  </a:lnTo>
                  <a:lnTo>
                    <a:pt x="279248" y="677193"/>
                  </a:lnTo>
                  <a:lnTo>
                    <a:pt x="278974" y="677286"/>
                  </a:lnTo>
                  <a:lnTo>
                    <a:pt x="278519" y="677379"/>
                  </a:lnTo>
                  <a:lnTo>
                    <a:pt x="278245" y="677426"/>
                  </a:lnTo>
                  <a:lnTo>
                    <a:pt x="277881" y="677519"/>
                  </a:lnTo>
                  <a:lnTo>
                    <a:pt x="277197" y="677519"/>
                  </a:lnTo>
                  <a:lnTo>
                    <a:pt x="276878" y="677659"/>
                  </a:lnTo>
                  <a:lnTo>
                    <a:pt x="276605" y="677705"/>
                  </a:lnTo>
                  <a:lnTo>
                    <a:pt x="276195" y="677845"/>
                  </a:lnTo>
                  <a:lnTo>
                    <a:pt x="275648" y="677799"/>
                  </a:lnTo>
                  <a:lnTo>
                    <a:pt x="275284" y="677752"/>
                  </a:lnTo>
                  <a:lnTo>
                    <a:pt x="275010" y="677659"/>
                  </a:lnTo>
                  <a:lnTo>
                    <a:pt x="274737" y="677752"/>
                  </a:lnTo>
                  <a:lnTo>
                    <a:pt x="274327" y="677985"/>
                  </a:lnTo>
                  <a:lnTo>
                    <a:pt x="273826" y="678311"/>
                  </a:lnTo>
                  <a:lnTo>
                    <a:pt x="273552" y="678451"/>
                  </a:lnTo>
                  <a:lnTo>
                    <a:pt x="273279" y="678684"/>
                  </a:lnTo>
                  <a:lnTo>
                    <a:pt x="272960" y="678684"/>
                  </a:lnTo>
                  <a:lnTo>
                    <a:pt x="272687" y="678544"/>
                  </a:lnTo>
                  <a:lnTo>
                    <a:pt x="272368" y="678497"/>
                  </a:lnTo>
                  <a:lnTo>
                    <a:pt x="272094" y="678404"/>
                  </a:lnTo>
                  <a:lnTo>
                    <a:pt x="271730" y="678404"/>
                  </a:lnTo>
                  <a:lnTo>
                    <a:pt x="271548" y="678358"/>
                  </a:lnTo>
                  <a:lnTo>
                    <a:pt x="271274" y="678590"/>
                  </a:lnTo>
                  <a:lnTo>
                    <a:pt x="270955" y="678590"/>
                  </a:lnTo>
                  <a:lnTo>
                    <a:pt x="270545" y="678637"/>
                  </a:lnTo>
                  <a:lnTo>
                    <a:pt x="270181" y="678777"/>
                  </a:lnTo>
                  <a:lnTo>
                    <a:pt x="269816" y="678870"/>
                  </a:lnTo>
                  <a:lnTo>
                    <a:pt x="269452" y="679010"/>
                  </a:lnTo>
                  <a:lnTo>
                    <a:pt x="269224" y="679010"/>
                  </a:lnTo>
                  <a:lnTo>
                    <a:pt x="268860" y="679289"/>
                  </a:lnTo>
                  <a:lnTo>
                    <a:pt x="268541" y="679522"/>
                  </a:lnTo>
                  <a:lnTo>
                    <a:pt x="268358" y="679895"/>
                  </a:lnTo>
                  <a:lnTo>
                    <a:pt x="268222" y="680035"/>
                  </a:lnTo>
                  <a:lnTo>
                    <a:pt x="268039" y="679941"/>
                  </a:lnTo>
                  <a:lnTo>
                    <a:pt x="267720" y="679848"/>
                  </a:lnTo>
                  <a:lnTo>
                    <a:pt x="267447" y="679895"/>
                  </a:lnTo>
                  <a:lnTo>
                    <a:pt x="267128" y="679848"/>
                  </a:lnTo>
                  <a:lnTo>
                    <a:pt x="266809" y="679755"/>
                  </a:lnTo>
                  <a:lnTo>
                    <a:pt x="266445" y="679755"/>
                  </a:lnTo>
                  <a:lnTo>
                    <a:pt x="266080" y="679802"/>
                  </a:lnTo>
                  <a:lnTo>
                    <a:pt x="265625" y="679941"/>
                  </a:lnTo>
                  <a:lnTo>
                    <a:pt x="265215" y="680035"/>
                  </a:lnTo>
                  <a:lnTo>
                    <a:pt x="264896" y="680174"/>
                  </a:lnTo>
                  <a:lnTo>
                    <a:pt x="264622" y="680314"/>
                  </a:lnTo>
                  <a:lnTo>
                    <a:pt x="264167" y="680407"/>
                  </a:lnTo>
                  <a:lnTo>
                    <a:pt x="263848" y="680594"/>
                  </a:lnTo>
                  <a:lnTo>
                    <a:pt x="263665" y="680780"/>
                  </a:lnTo>
                  <a:lnTo>
                    <a:pt x="263483" y="680966"/>
                  </a:lnTo>
                  <a:lnTo>
                    <a:pt x="263255" y="681199"/>
                  </a:lnTo>
                  <a:lnTo>
                    <a:pt x="262937" y="681432"/>
                  </a:lnTo>
                  <a:lnTo>
                    <a:pt x="262572" y="681618"/>
                  </a:lnTo>
                  <a:lnTo>
                    <a:pt x="261889" y="681898"/>
                  </a:lnTo>
                  <a:lnTo>
                    <a:pt x="261160" y="682177"/>
                  </a:lnTo>
                  <a:lnTo>
                    <a:pt x="260567" y="682224"/>
                  </a:lnTo>
                  <a:lnTo>
                    <a:pt x="259884" y="682271"/>
                  </a:lnTo>
                  <a:lnTo>
                    <a:pt x="259018" y="682364"/>
                  </a:lnTo>
                  <a:lnTo>
                    <a:pt x="258198" y="680547"/>
                  </a:lnTo>
                  <a:lnTo>
                    <a:pt x="255874" y="678451"/>
                  </a:lnTo>
                  <a:lnTo>
                    <a:pt x="126479" y="477673"/>
                  </a:lnTo>
                  <a:lnTo>
                    <a:pt x="35492" y="338992"/>
                  </a:lnTo>
                  <a:lnTo>
                    <a:pt x="5239" y="290498"/>
                  </a:lnTo>
                  <a:lnTo>
                    <a:pt x="0" y="279178"/>
                  </a:lnTo>
                  <a:lnTo>
                    <a:pt x="81783" y="227330"/>
                  </a:lnTo>
                  <a:lnTo>
                    <a:pt x="169580" y="178184"/>
                  </a:lnTo>
                  <a:lnTo>
                    <a:pt x="184707" y="181258"/>
                  </a:lnTo>
                  <a:lnTo>
                    <a:pt x="200699" y="183634"/>
                  </a:lnTo>
                  <a:lnTo>
                    <a:pt x="206167" y="184147"/>
                  </a:lnTo>
                  <a:lnTo>
                    <a:pt x="214504" y="186848"/>
                  </a:lnTo>
                  <a:lnTo>
                    <a:pt x="223343" y="187221"/>
                  </a:lnTo>
                  <a:lnTo>
                    <a:pt x="242479" y="189597"/>
                  </a:lnTo>
                  <a:lnTo>
                    <a:pt x="253141" y="193510"/>
                  </a:lnTo>
                  <a:lnTo>
                    <a:pt x="260476" y="200311"/>
                  </a:lnTo>
                  <a:lnTo>
                    <a:pt x="267766" y="210001"/>
                  </a:lnTo>
                  <a:lnTo>
                    <a:pt x="277607" y="217687"/>
                  </a:lnTo>
                  <a:lnTo>
                    <a:pt x="285763" y="221088"/>
                  </a:lnTo>
                  <a:lnTo>
                    <a:pt x="293736" y="223976"/>
                  </a:lnTo>
                  <a:lnTo>
                    <a:pt x="302074" y="220715"/>
                  </a:lnTo>
                  <a:lnTo>
                    <a:pt x="310230" y="213914"/>
                  </a:lnTo>
                  <a:lnTo>
                    <a:pt x="318066" y="212050"/>
                  </a:lnTo>
                  <a:lnTo>
                    <a:pt x="327042" y="212050"/>
                  </a:lnTo>
                  <a:lnTo>
                    <a:pt x="333557" y="208324"/>
                  </a:lnTo>
                  <a:lnTo>
                    <a:pt x="339025" y="202361"/>
                  </a:lnTo>
                  <a:lnTo>
                    <a:pt x="346178" y="198448"/>
                  </a:lnTo>
                  <a:lnTo>
                    <a:pt x="352329" y="196631"/>
                  </a:lnTo>
                  <a:lnTo>
                    <a:pt x="361168" y="191460"/>
                  </a:lnTo>
                  <a:lnTo>
                    <a:pt x="372649" y="184659"/>
                  </a:lnTo>
                  <a:lnTo>
                    <a:pt x="381989" y="180047"/>
                  </a:lnTo>
                  <a:lnTo>
                    <a:pt x="391284" y="172035"/>
                  </a:lnTo>
                  <a:lnTo>
                    <a:pt x="398118" y="166445"/>
                  </a:lnTo>
                  <a:lnTo>
                    <a:pt x="410602" y="157268"/>
                  </a:lnTo>
                  <a:lnTo>
                    <a:pt x="419942" y="150094"/>
                  </a:lnTo>
                  <a:lnTo>
                    <a:pt x="428143" y="143525"/>
                  </a:lnTo>
                  <a:lnTo>
                    <a:pt x="431424" y="140916"/>
                  </a:lnTo>
                  <a:lnTo>
                    <a:pt x="440764" y="132904"/>
                  </a:lnTo>
                  <a:lnTo>
                    <a:pt x="450241" y="129317"/>
                  </a:lnTo>
                  <a:lnTo>
                    <a:pt x="458715" y="126801"/>
                  </a:lnTo>
                  <a:lnTo>
                    <a:pt x="467190" y="124239"/>
                  </a:lnTo>
                  <a:lnTo>
                    <a:pt x="475345" y="118929"/>
                  </a:lnTo>
                  <a:lnTo>
                    <a:pt x="484184" y="110963"/>
                  </a:lnTo>
                  <a:lnTo>
                    <a:pt x="497944" y="106584"/>
                  </a:lnTo>
                  <a:lnTo>
                    <a:pt x="509016" y="104022"/>
                  </a:lnTo>
                  <a:lnTo>
                    <a:pt x="509972" y="103789"/>
                  </a:lnTo>
                  <a:lnTo>
                    <a:pt x="516260" y="102624"/>
                  </a:lnTo>
                  <a:lnTo>
                    <a:pt x="520907" y="101739"/>
                  </a:lnTo>
                  <a:lnTo>
                    <a:pt x="547333" y="98804"/>
                  </a:lnTo>
                  <a:lnTo>
                    <a:pt x="561822" y="95870"/>
                  </a:lnTo>
                  <a:lnTo>
                    <a:pt x="578315" y="90000"/>
                  </a:lnTo>
                  <a:lnTo>
                    <a:pt x="584785" y="88929"/>
                  </a:lnTo>
                  <a:lnTo>
                    <a:pt x="586106" y="88696"/>
                  </a:lnTo>
                  <a:lnTo>
                    <a:pt x="599228" y="84503"/>
                  </a:lnTo>
                  <a:lnTo>
                    <a:pt x="611211" y="83106"/>
                  </a:lnTo>
                  <a:lnTo>
                    <a:pt x="615676" y="81102"/>
                  </a:lnTo>
                  <a:lnTo>
                    <a:pt x="620688" y="78866"/>
                  </a:lnTo>
                  <a:lnTo>
                    <a:pt x="628023" y="73556"/>
                  </a:lnTo>
                  <a:lnTo>
                    <a:pt x="632898" y="67267"/>
                  </a:lnTo>
                  <a:lnTo>
                    <a:pt x="636042" y="57577"/>
                  </a:lnTo>
                  <a:lnTo>
                    <a:pt x="639368" y="49332"/>
                  </a:lnTo>
                  <a:lnTo>
                    <a:pt x="648252" y="32748"/>
                  </a:lnTo>
                  <a:lnTo>
                    <a:pt x="655861" y="26320"/>
                  </a:lnTo>
                  <a:lnTo>
                    <a:pt x="664472" y="20450"/>
                  </a:lnTo>
                  <a:lnTo>
                    <a:pt x="667115" y="18726"/>
                  </a:lnTo>
                  <a:lnTo>
                    <a:pt x="670806" y="16304"/>
                  </a:lnTo>
                  <a:lnTo>
                    <a:pt x="678824" y="15139"/>
                  </a:lnTo>
                  <a:lnTo>
                    <a:pt x="688848" y="12903"/>
                  </a:lnTo>
                  <a:lnTo>
                    <a:pt x="693040" y="10295"/>
                  </a:lnTo>
                  <a:lnTo>
                    <a:pt x="697186" y="7686"/>
                  </a:lnTo>
                  <a:lnTo>
                    <a:pt x="702243" y="4425"/>
                  </a:lnTo>
                  <a:lnTo>
                    <a:pt x="703701" y="3913"/>
                  </a:lnTo>
                  <a:lnTo>
                    <a:pt x="707665" y="2515"/>
                  </a:lnTo>
                  <a:lnTo>
                    <a:pt x="713269" y="2515"/>
                  </a:lnTo>
                  <a:lnTo>
                    <a:pt x="7273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101894" y="2977790"/>
              <a:ext cx="390464" cy="415763"/>
            </a:xfrm>
            <a:custGeom>
              <a:avLst/>
              <a:pathLst>
                <a:path w="390464" h="415763">
                  <a:moveTo>
                    <a:pt x="101648" y="2236"/>
                  </a:moveTo>
                  <a:lnTo>
                    <a:pt x="103971" y="2888"/>
                  </a:lnTo>
                  <a:lnTo>
                    <a:pt x="105612" y="4145"/>
                  </a:lnTo>
                  <a:lnTo>
                    <a:pt x="106887" y="5496"/>
                  </a:lnTo>
                  <a:lnTo>
                    <a:pt x="107480" y="6242"/>
                  </a:lnTo>
                  <a:lnTo>
                    <a:pt x="107753" y="6521"/>
                  </a:lnTo>
                  <a:lnTo>
                    <a:pt x="108209" y="7220"/>
                  </a:lnTo>
                  <a:lnTo>
                    <a:pt x="108300" y="7732"/>
                  </a:lnTo>
                  <a:lnTo>
                    <a:pt x="108619" y="8385"/>
                  </a:lnTo>
                  <a:lnTo>
                    <a:pt x="108983" y="8944"/>
                  </a:lnTo>
                  <a:lnTo>
                    <a:pt x="109439" y="9503"/>
                  </a:lnTo>
                  <a:lnTo>
                    <a:pt x="109895" y="10015"/>
                  </a:lnTo>
                  <a:lnTo>
                    <a:pt x="112081" y="12764"/>
                  </a:lnTo>
                  <a:lnTo>
                    <a:pt x="112309" y="13043"/>
                  </a:lnTo>
                  <a:lnTo>
                    <a:pt x="112628" y="13416"/>
                  </a:lnTo>
                  <a:lnTo>
                    <a:pt x="112947" y="13742"/>
                  </a:lnTo>
                  <a:lnTo>
                    <a:pt x="113949" y="15093"/>
                  </a:lnTo>
                  <a:lnTo>
                    <a:pt x="116000" y="17701"/>
                  </a:lnTo>
                  <a:lnTo>
                    <a:pt x="116273" y="18121"/>
                  </a:lnTo>
                  <a:lnTo>
                    <a:pt x="121194" y="25341"/>
                  </a:lnTo>
                  <a:lnTo>
                    <a:pt x="122652" y="27438"/>
                  </a:lnTo>
                  <a:lnTo>
                    <a:pt x="120328" y="31723"/>
                  </a:lnTo>
                  <a:lnTo>
                    <a:pt x="115590" y="40248"/>
                  </a:lnTo>
                  <a:lnTo>
                    <a:pt x="116136" y="40574"/>
                  </a:lnTo>
                  <a:lnTo>
                    <a:pt x="124019" y="44953"/>
                  </a:lnTo>
                  <a:lnTo>
                    <a:pt x="127800" y="46956"/>
                  </a:lnTo>
                  <a:lnTo>
                    <a:pt x="129030" y="44813"/>
                  </a:lnTo>
                  <a:lnTo>
                    <a:pt x="130261" y="42671"/>
                  </a:lnTo>
                  <a:lnTo>
                    <a:pt x="132083" y="43509"/>
                  </a:lnTo>
                  <a:lnTo>
                    <a:pt x="132448" y="43043"/>
                  </a:lnTo>
                  <a:lnTo>
                    <a:pt x="133177" y="41692"/>
                  </a:lnTo>
                  <a:lnTo>
                    <a:pt x="137323" y="43789"/>
                  </a:lnTo>
                  <a:lnTo>
                    <a:pt x="137961" y="40341"/>
                  </a:lnTo>
                  <a:lnTo>
                    <a:pt x="138644" y="37500"/>
                  </a:lnTo>
                  <a:lnTo>
                    <a:pt x="139373" y="36242"/>
                  </a:lnTo>
                  <a:lnTo>
                    <a:pt x="139783" y="35590"/>
                  </a:lnTo>
                  <a:lnTo>
                    <a:pt x="140375" y="34658"/>
                  </a:lnTo>
                  <a:lnTo>
                    <a:pt x="141287" y="33307"/>
                  </a:lnTo>
                  <a:lnTo>
                    <a:pt x="142881" y="31723"/>
                  </a:lnTo>
                  <a:lnTo>
                    <a:pt x="143382" y="31211"/>
                  </a:lnTo>
                  <a:lnTo>
                    <a:pt x="144157" y="31723"/>
                  </a:lnTo>
                  <a:lnTo>
                    <a:pt x="150217" y="35310"/>
                  </a:lnTo>
                  <a:lnTo>
                    <a:pt x="156504" y="47236"/>
                  </a:lnTo>
                  <a:lnTo>
                    <a:pt x="158600" y="48633"/>
                  </a:lnTo>
                  <a:lnTo>
                    <a:pt x="159420" y="49099"/>
                  </a:lnTo>
                  <a:lnTo>
                    <a:pt x="159876" y="49332"/>
                  </a:lnTo>
                  <a:lnTo>
                    <a:pt x="158053" y="53245"/>
                  </a:lnTo>
                  <a:lnTo>
                    <a:pt x="159010" y="53804"/>
                  </a:lnTo>
                  <a:lnTo>
                    <a:pt x="160331" y="54503"/>
                  </a:lnTo>
                  <a:lnTo>
                    <a:pt x="160650" y="54736"/>
                  </a:lnTo>
                  <a:lnTo>
                    <a:pt x="160468" y="55248"/>
                  </a:lnTo>
                  <a:lnTo>
                    <a:pt x="160605" y="55668"/>
                  </a:lnTo>
                  <a:lnTo>
                    <a:pt x="161197" y="56832"/>
                  </a:lnTo>
                  <a:lnTo>
                    <a:pt x="183386" y="91165"/>
                  </a:lnTo>
                  <a:lnTo>
                    <a:pt x="182383" y="91724"/>
                  </a:lnTo>
                  <a:lnTo>
                    <a:pt x="183613" y="94286"/>
                  </a:lnTo>
                  <a:lnTo>
                    <a:pt x="185117" y="93447"/>
                  </a:lnTo>
                  <a:lnTo>
                    <a:pt x="186621" y="92283"/>
                  </a:lnTo>
                  <a:lnTo>
                    <a:pt x="187486" y="91398"/>
                  </a:lnTo>
                  <a:lnTo>
                    <a:pt x="187987" y="90745"/>
                  </a:lnTo>
                  <a:lnTo>
                    <a:pt x="189445" y="92143"/>
                  </a:lnTo>
                  <a:lnTo>
                    <a:pt x="190265" y="91630"/>
                  </a:lnTo>
                  <a:lnTo>
                    <a:pt x="191177" y="92469"/>
                  </a:lnTo>
                  <a:lnTo>
                    <a:pt x="191131" y="92842"/>
                  </a:lnTo>
                  <a:lnTo>
                    <a:pt x="191450" y="93214"/>
                  </a:lnTo>
                  <a:lnTo>
                    <a:pt x="191450" y="93494"/>
                  </a:lnTo>
                  <a:lnTo>
                    <a:pt x="191040" y="93727"/>
                  </a:lnTo>
                  <a:lnTo>
                    <a:pt x="190402" y="94053"/>
                  </a:lnTo>
                  <a:lnTo>
                    <a:pt x="189947" y="94379"/>
                  </a:lnTo>
                  <a:lnTo>
                    <a:pt x="189719" y="94891"/>
                  </a:lnTo>
                  <a:lnTo>
                    <a:pt x="189628" y="95404"/>
                  </a:lnTo>
                  <a:lnTo>
                    <a:pt x="189628" y="96009"/>
                  </a:lnTo>
                  <a:lnTo>
                    <a:pt x="189764" y="96522"/>
                  </a:lnTo>
                  <a:lnTo>
                    <a:pt x="189719" y="96941"/>
                  </a:lnTo>
                  <a:lnTo>
                    <a:pt x="190083" y="97081"/>
                  </a:lnTo>
                  <a:lnTo>
                    <a:pt x="190402" y="97221"/>
                  </a:lnTo>
                  <a:lnTo>
                    <a:pt x="190721" y="97547"/>
                  </a:lnTo>
                  <a:lnTo>
                    <a:pt x="191131" y="98059"/>
                  </a:lnTo>
                  <a:lnTo>
                    <a:pt x="191359" y="98572"/>
                  </a:lnTo>
                  <a:lnTo>
                    <a:pt x="192270" y="98385"/>
                  </a:lnTo>
                  <a:lnTo>
                    <a:pt x="192544" y="98572"/>
                  </a:lnTo>
                  <a:lnTo>
                    <a:pt x="193318" y="98758"/>
                  </a:lnTo>
                  <a:lnTo>
                    <a:pt x="193774" y="99131"/>
                  </a:lnTo>
                  <a:lnTo>
                    <a:pt x="194229" y="100062"/>
                  </a:lnTo>
                  <a:lnTo>
                    <a:pt x="194275" y="100342"/>
                  </a:lnTo>
                  <a:lnTo>
                    <a:pt x="194639" y="100947"/>
                  </a:lnTo>
                  <a:lnTo>
                    <a:pt x="195323" y="102158"/>
                  </a:lnTo>
                  <a:lnTo>
                    <a:pt x="196097" y="103370"/>
                  </a:lnTo>
                  <a:lnTo>
                    <a:pt x="196325" y="103463"/>
                  </a:lnTo>
                  <a:lnTo>
                    <a:pt x="200335" y="103882"/>
                  </a:lnTo>
                  <a:lnTo>
                    <a:pt x="200745" y="103789"/>
                  </a:lnTo>
                  <a:lnTo>
                    <a:pt x="203342" y="103323"/>
                  </a:lnTo>
                  <a:lnTo>
                    <a:pt x="205984" y="102112"/>
                  </a:lnTo>
                  <a:lnTo>
                    <a:pt x="208217" y="101180"/>
                  </a:lnTo>
                  <a:lnTo>
                    <a:pt x="211315" y="100761"/>
                  </a:lnTo>
                  <a:lnTo>
                    <a:pt x="215416" y="100854"/>
                  </a:lnTo>
                  <a:lnTo>
                    <a:pt x="219471" y="100155"/>
                  </a:lnTo>
                  <a:lnTo>
                    <a:pt x="224482" y="97919"/>
                  </a:lnTo>
                  <a:lnTo>
                    <a:pt x="227854" y="95357"/>
                  </a:lnTo>
                  <a:lnTo>
                    <a:pt x="231727" y="92655"/>
                  </a:lnTo>
                  <a:lnTo>
                    <a:pt x="234278" y="90000"/>
                  </a:lnTo>
                  <a:lnTo>
                    <a:pt x="235827" y="88416"/>
                  </a:lnTo>
                  <a:lnTo>
                    <a:pt x="238789" y="85062"/>
                  </a:lnTo>
                  <a:lnTo>
                    <a:pt x="246033" y="80683"/>
                  </a:lnTo>
                  <a:lnTo>
                    <a:pt x="250544" y="79286"/>
                  </a:lnTo>
                  <a:lnTo>
                    <a:pt x="257697" y="77935"/>
                  </a:lnTo>
                  <a:lnTo>
                    <a:pt x="262344" y="76165"/>
                  </a:lnTo>
                  <a:lnTo>
                    <a:pt x="268313" y="72997"/>
                  </a:lnTo>
                  <a:lnTo>
                    <a:pt x="270591" y="71972"/>
                  </a:lnTo>
                  <a:lnTo>
                    <a:pt x="275193" y="72717"/>
                  </a:lnTo>
                  <a:lnTo>
                    <a:pt x="280432" y="74441"/>
                  </a:lnTo>
                  <a:lnTo>
                    <a:pt x="285900" y="74907"/>
                  </a:lnTo>
                  <a:lnTo>
                    <a:pt x="294420" y="75186"/>
                  </a:lnTo>
                  <a:lnTo>
                    <a:pt x="303259" y="75000"/>
                  </a:lnTo>
                  <a:lnTo>
                    <a:pt x="308453" y="74953"/>
                  </a:lnTo>
                  <a:lnTo>
                    <a:pt x="314011" y="73043"/>
                  </a:lnTo>
                  <a:lnTo>
                    <a:pt x="322030" y="66615"/>
                  </a:lnTo>
                  <a:lnTo>
                    <a:pt x="326951" y="62050"/>
                  </a:lnTo>
                  <a:lnTo>
                    <a:pt x="329366" y="60279"/>
                  </a:lnTo>
                  <a:lnTo>
                    <a:pt x="334104" y="56413"/>
                  </a:lnTo>
                  <a:lnTo>
                    <a:pt x="336929" y="55994"/>
                  </a:lnTo>
                  <a:lnTo>
                    <a:pt x="343262" y="55714"/>
                  </a:lnTo>
                  <a:lnTo>
                    <a:pt x="345813" y="55341"/>
                  </a:lnTo>
                  <a:lnTo>
                    <a:pt x="349231" y="54829"/>
                  </a:lnTo>
                  <a:lnTo>
                    <a:pt x="353377" y="54643"/>
                  </a:lnTo>
                  <a:lnTo>
                    <a:pt x="356976" y="56087"/>
                  </a:lnTo>
                  <a:lnTo>
                    <a:pt x="357386" y="56273"/>
                  </a:lnTo>
                  <a:lnTo>
                    <a:pt x="362170" y="58463"/>
                  </a:lnTo>
                  <a:lnTo>
                    <a:pt x="367956" y="60186"/>
                  </a:lnTo>
                  <a:lnTo>
                    <a:pt x="371237" y="60233"/>
                  </a:lnTo>
                  <a:lnTo>
                    <a:pt x="378755" y="57531"/>
                  </a:lnTo>
                  <a:lnTo>
                    <a:pt x="381625" y="53944"/>
                  </a:lnTo>
                  <a:lnTo>
                    <a:pt x="390464" y="43649"/>
                  </a:lnTo>
                  <a:lnTo>
                    <a:pt x="387502" y="54130"/>
                  </a:lnTo>
                  <a:lnTo>
                    <a:pt x="387639" y="62888"/>
                  </a:lnTo>
                  <a:lnTo>
                    <a:pt x="385088" y="75047"/>
                  </a:lnTo>
                  <a:lnTo>
                    <a:pt x="384814" y="75792"/>
                  </a:lnTo>
                  <a:lnTo>
                    <a:pt x="381397" y="84177"/>
                  </a:lnTo>
                  <a:lnTo>
                    <a:pt x="378663" y="90932"/>
                  </a:lnTo>
                  <a:lnTo>
                    <a:pt x="378390" y="96382"/>
                  </a:lnTo>
                  <a:lnTo>
                    <a:pt x="380486" y="110683"/>
                  </a:lnTo>
                  <a:lnTo>
                    <a:pt x="380258" y="117857"/>
                  </a:lnTo>
                  <a:lnTo>
                    <a:pt x="380213" y="119860"/>
                  </a:lnTo>
                  <a:lnTo>
                    <a:pt x="383949" y="124146"/>
                  </a:lnTo>
                  <a:lnTo>
                    <a:pt x="386500" y="127034"/>
                  </a:lnTo>
                  <a:lnTo>
                    <a:pt x="386773" y="127826"/>
                  </a:lnTo>
                  <a:lnTo>
                    <a:pt x="388459" y="132904"/>
                  </a:lnTo>
                  <a:lnTo>
                    <a:pt x="385817" y="135187"/>
                  </a:lnTo>
                  <a:lnTo>
                    <a:pt x="379210" y="136025"/>
                  </a:lnTo>
                  <a:lnTo>
                    <a:pt x="368594" y="135466"/>
                  </a:lnTo>
                  <a:lnTo>
                    <a:pt x="355290" y="137609"/>
                  </a:lnTo>
                  <a:lnTo>
                    <a:pt x="349549" y="143059"/>
                  </a:lnTo>
                  <a:lnTo>
                    <a:pt x="343490" y="148789"/>
                  </a:lnTo>
                  <a:lnTo>
                    <a:pt x="338934" y="154938"/>
                  </a:lnTo>
                  <a:lnTo>
                    <a:pt x="337567" y="166724"/>
                  </a:lnTo>
                  <a:lnTo>
                    <a:pt x="335516" y="171010"/>
                  </a:lnTo>
                  <a:lnTo>
                    <a:pt x="331963" y="172873"/>
                  </a:lnTo>
                  <a:lnTo>
                    <a:pt x="321985" y="176507"/>
                  </a:lnTo>
                  <a:lnTo>
                    <a:pt x="320754" y="184240"/>
                  </a:lnTo>
                  <a:lnTo>
                    <a:pt x="319479" y="185451"/>
                  </a:lnTo>
                  <a:lnTo>
                    <a:pt x="316608" y="187128"/>
                  </a:lnTo>
                  <a:lnTo>
                    <a:pt x="315241" y="187407"/>
                  </a:lnTo>
                  <a:lnTo>
                    <a:pt x="312599" y="188013"/>
                  </a:lnTo>
                  <a:lnTo>
                    <a:pt x="311596" y="189038"/>
                  </a:lnTo>
                  <a:lnTo>
                    <a:pt x="311050" y="191088"/>
                  </a:lnTo>
                  <a:lnTo>
                    <a:pt x="311095" y="195094"/>
                  </a:lnTo>
                  <a:lnTo>
                    <a:pt x="310321" y="196864"/>
                  </a:lnTo>
                  <a:lnTo>
                    <a:pt x="305081" y="202221"/>
                  </a:lnTo>
                  <a:lnTo>
                    <a:pt x="300935" y="205203"/>
                  </a:lnTo>
                  <a:lnTo>
                    <a:pt x="297199" y="206414"/>
                  </a:lnTo>
                  <a:lnTo>
                    <a:pt x="290547" y="209302"/>
                  </a:lnTo>
                  <a:lnTo>
                    <a:pt x="286993" y="212889"/>
                  </a:lnTo>
                  <a:lnTo>
                    <a:pt x="285171" y="213401"/>
                  </a:lnTo>
                  <a:lnTo>
                    <a:pt x="283120" y="214985"/>
                  </a:lnTo>
                  <a:lnTo>
                    <a:pt x="280159" y="218106"/>
                  </a:lnTo>
                  <a:lnTo>
                    <a:pt x="277243" y="220389"/>
                  </a:lnTo>
                  <a:lnTo>
                    <a:pt x="273006" y="222392"/>
                  </a:lnTo>
                  <a:lnTo>
                    <a:pt x="271274" y="223091"/>
                  </a:lnTo>
                  <a:lnTo>
                    <a:pt x="268039" y="224442"/>
                  </a:lnTo>
                  <a:lnTo>
                    <a:pt x="265761" y="227377"/>
                  </a:lnTo>
                  <a:lnTo>
                    <a:pt x="257378" y="230591"/>
                  </a:lnTo>
                  <a:lnTo>
                    <a:pt x="257515" y="233852"/>
                  </a:lnTo>
                  <a:lnTo>
                    <a:pt x="263848" y="243867"/>
                  </a:lnTo>
                  <a:lnTo>
                    <a:pt x="265579" y="248712"/>
                  </a:lnTo>
                  <a:lnTo>
                    <a:pt x="265260" y="251135"/>
                  </a:lnTo>
                  <a:lnTo>
                    <a:pt x="261387" y="253790"/>
                  </a:lnTo>
                  <a:lnTo>
                    <a:pt x="258061" y="261197"/>
                  </a:lnTo>
                  <a:lnTo>
                    <a:pt x="256922" y="269395"/>
                  </a:lnTo>
                  <a:lnTo>
                    <a:pt x="257059" y="275219"/>
                  </a:lnTo>
                  <a:lnTo>
                    <a:pt x="253915" y="280855"/>
                  </a:lnTo>
                  <a:lnTo>
                    <a:pt x="254006" y="289101"/>
                  </a:lnTo>
                  <a:lnTo>
                    <a:pt x="248949" y="296834"/>
                  </a:lnTo>
                  <a:lnTo>
                    <a:pt x="243846" y="301678"/>
                  </a:lnTo>
                  <a:lnTo>
                    <a:pt x="241978" y="303448"/>
                  </a:lnTo>
                  <a:lnTo>
                    <a:pt x="234825" y="309039"/>
                  </a:lnTo>
                  <a:lnTo>
                    <a:pt x="226123" y="315607"/>
                  </a:lnTo>
                  <a:lnTo>
                    <a:pt x="220245" y="322082"/>
                  </a:lnTo>
                  <a:lnTo>
                    <a:pt x="216600" y="326787"/>
                  </a:lnTo>
                  <a:lnTo>
                    <a:pt x="211998" y="331213"/>
                  </a:lnTo>
                  <a:lnTo>
                    <a:pt x="206713" y="339598"/>
                  </a:lnTo>
                  <a:lnTo>
                    <a:pt x="201337" y="340529"/>
                  </a:lnTo>
                  <a:lnTo>
                    <a:pt x="197191" y="346213"/>
                  </a:lnTo>
                  <a:lnTo>
                    <a:pt x="194913" y="346399"/>
                  </a:lnTo>
                  <a:lnTo>
                    <a:pt x="190129" y="346259"/>
                  </a:lnTo>
                  <a:lnTo>
                    <a:pt x="184069" y="345980"/>
                  </a:lnTo>
                  <a:lnTo>
                    <a:pt x="180925" y="346539"/>
                  </a:lnTo>
                  <a:lnTo>
                    <a:pt x="178738" y="348542"/>
                  </a:lnTo>
                  <a:lnTo>
                    <a:pt x="177417" y="349241"/>
                  </a:lnTo>
                  <a:lnTo>
                    <a:pt x="176050" y="350405"/>
                  </a:lnTo>
                  <a:lnTo>
                    <a:pt x="171859" y="353061"/>
                  </a:lnTo>
                  <a:lnTo>
                    <a:pt x="168943" y="355017"/>
                  </a:lnTo>
                  <a:lnTo>
                    <a:pt x="165844" y="355716"/>
                  </a:lnTo>
                  <a:lnTo>
                    <a:pt x="164067" y="356368"/>
                  </a:lnTo>
                  <a:lnTo>
                    <a:pt x="162928" y="357207"/>
                  </a:lnTo>
                  <a:lnTo>
                    <a:pt x="157689" y="358045"/>
                  </a:lnTo>
                  <a:lnTo>
                    <a:pt x="155228" y="358744"/>
                  </a:lnTo>
                  <a:lnTo>
                    <a:pt x="152723" y="359908"/>
                  </a:lnTo>
                  <a:lnTo>
                    <a:pt x="150672" y="361679"/>
                  </a:lnTo>
                  <a:lnTo>
                    <a:pt x="145888" y="360933"/>
                  </a:lnTo>
                  <a:lnTo>
                    <a:pt x="142471" y="360700"/>
                  </a:lnTo>
                  <a:lnTo>
                    <a:pt x="140330" y="360933"/>
                  </a:lnTo>
                  <a:lnTo>
                    <a:pt x="137186" y="361912"/>
                  </a:lnTo>
                  <a:lnTo>
                    <a:pt x="135682" y="361818"/>
                  </a:lnTo>
                  <a:lnTo>
                    <a:pt x="133085" y="362331"/>
                  </a:lnTo>
                  <a:lnTo>
                    <a:pt x="129213" y="362843"/>
                  </a:lnTo>
                  <a:lnTo>
                    <a:pt x="125750" y="363263"/>
                  </a:lnTo>
                  <a:lnTo>
                    <a:pt x="124884" y="363728"/>
                  </a:lnTo>
                  <a:lnTo>
                    <a:pt x="119645" y="366244"/>
                  </a:lnTo>
                  <a:lnTo>
                    <a:pt x="117731" y="369458"/>
                  </a:lnTo>
                  <a:lnTo>
                    <a:pt x="116410" y="371508"/>
                  </a:lnTo>
                  <a:lnTo>
                    <a:pt x="113676" y="373884"/>
                  </a:lnTo>
                  <a:lnTo>
                    <a:pt x="109849" y="376492"/>
                  </a:lnTo>
                  <a:lnTo>
                    <a:pt x="106204" y="378449"/>
                  </a:lnTo>
                  <a:lnTo>
                    <a:pt x="104336" y="379008"/>
                  </a:lnTo>
                  <a:lnTo>
                    <a:pt x="102924" y="379986"/>
                  </a:lnTo>
                  <a:lnTo>
                    <a:pt x="101830" y="380405"/>
                  </a:lnTo>
                  <a:lnTo>
                    <a:pt x="99506" y="381011"/>
                  </a:lnTo>
                  <a:lnTo>
                    <a:pt x="98732" y="381756"/>
                  </a:lnTo>
                  <a:lnTo>
                    <a:pt x="98276" y="385157"/>
                  </a:lnTo>
                  <a:lnTo>
                    <a:pt x="97593" y="387673"/>
                  </a:lnTo>
                  <a:lnTo>
                    <a:pt x="96636" y="388977"/>
                  </a:lnTo>
                  <a:lnTo>
                    <a:pt x="95634" y="389676"/>
                  </a:lnTo>
                  <a:lnTo>
                    <a:pt x="95087" y="390840"/>
                  </a:lnTo>
                  <a:lnTo>
                    <a:pt x="94039" y="392704"/>
                  </a:lnTo>
                  <a:lnTo>
                    <a:pt x="92718" y="394241"/>
                  </a:lnTo>
                  <a:lnTo>
                    <a:pt x="91806" y="395126"/>
                  </a:lnTo>
                  <a:lnTo>
                    <a:pt x="91624" y="395312"/>
                  </a:lnTo>
                  <a:lnTo>
                    <a:pt x="91488" y="395452"/>
                  </a:lnTo>
                  <a:lnTo>
                    <a:pt x="89437" y="396710"/>
                  </a:lnTo>
                  <a:lnTo>
                    <a:pt x="88891" y="396943"/>
                  </a:lnTo>
                  <a:lnTo>
                    <a:pt x="88572" y="397083"/>
                  </a:lnTo>
                  <a:lnTo>
                    <a:pt x="88344" y="397222"/>
                  </a:lnTo>
                  <a:lnTo>
                    <a:pt x="87433" y="397688"/>
                  </a:lnTo>
                  <a:lnTo>
                    <a:pt x="86430" y="398201"/>
                  </a:lnTo>
                  <a:lnTo>
                    <a:pt x="85701" y="398387"/>
                  </a:lnTo>
                  <a:lnTo>
                    <a:pt x="85473" y="398480"/>
                  </a:lnTo>
                  <a:lnTo>
                    <a:pt x="84699" y="398806"/>
                  </a:lnTo>
                  <a:lnTo>
                    <a:pt x="84425" y="398946"/>
                  </a:lnTo>
                  <a:lnTo>
                    <a:pt x="83469" y="399552"/>
                  </a:lnTo>
                  <a:lnTo>
                    <a:pt x="83195" y="400250"/>
                  </a:lnTo>
                  <a:lnTo>
                    <a:pt x="82785" y="400576"/>
                  </a:lnTo>
                  <a:lnTo>
                    <a:pt x="82284" y="400902"/>
                  </a:lnTo>
                  <a:lnTo>
                    <a:pt x="81418" y="401741"/>
                  </a:lnTo>
                  <a:lnTo>
                    <a:pt x="80598" y="402393"/>
                  </a:lnTo>
                  <a:lnTo>
                    <a:pt x="80143" y="402766"/>
                  </a:lnTo>
                  <a:lnTo>
                    <a:pt x="79960" y="402952"/>
                  </a:lnTo>
                  <a:lnTo>
                    <a:pt x="79869" y="403139"/>
                  </a:lnTo>
                  <a:lnTo>
                    <a:pt x="79596" y="403511"/>
                  </a:lnTo>
                  <a:lnTo>
                    <a:pt x="79459" y="403744"/>
                  </a:lnTo>
                  <a:lnTo>
                    <a:pt x="79414" y="404117"/>
                  </a:lnTo>
                  <a:lnTo>
                    <a:pt x="79414" y="404257"/>
                  </a:lnTo>
                  <a:lnTo>
                    <a:pt x="79459" y="404443"/>
                  </a:lnTo>
                  <a:lnTo>
                    <a:pt x="79459" y="404769"/>
                  </a:lnTo>
                  <a:lnTo>
                    <a:pt x="79368" y="404955"/>
                  </a:lnTo>
                  <a:lnTo>
                    <a:pt x="79004" y="404909"/>
                  </a:lnTo>
                  <a:lnTo>
                    <a:pt x="78502" y="406213"/>
                  </a:lnTo>
                  <a:lnTo>
                    <a:pt x="78320" y="406399"/>
                  </a:lnTo>
                  <a:lnTo>
                    <a:pt x="78184" y="406493"/>
                  </a:lnTo>
                  <a:lnTo>
                    <a:pt x="76543" y="406539"/>
                  </a:lnTo>
                  <a:lnTo>
                    <a:pt x="76042" y="406306"/>
                  </a:lnTo>
                  <a:lnTo>
                    <a:pt x="75860" y="406306"/>
                  </a:lnTo>
                  <a:lnTo>
                    <a:pt x="75632" y="406260"/>
                  </a:lnTo>
                  <a:lnTo>
                    <a:pt x="75678" y="406027"/>
                  </a:lnTo>
                  <a:lnTo>
                    <a:pt x="75541" y="405794"/>
                  </a:lnTo>
                  <a:lnTo>
                    <a:pt x="75404" y="405654"/>
                  </a:lnTo>
                  <a:lnTo>
                    <a:pt x="75040" y="405980"/>
                  </a:lnTo>
                  <a:lnTo>
                    <a:pt x="74447" y="406539"/>
                  </a:lnTo>
                  <a:lnTo>
                    <a:pt x="74174" y="406772"/>
                  </a:lnTo>
                  <a:lnTo>
                    <a:pt x="74129" y="407005"/>
                  </a:lnTo>
                  <a:lnTo>
                    <a:pt x="73354" y="409241"/>
                  </a:lnTo>
                  <a:lnTo>
                    <a:pt x="72807" y="410871"/>
                  </a:lnTo>
                  <a:lnTo>
                    <a:pt x="72397" y="412129"/>
                  </a:lnTo>
                  <a:lnTo>
                    <a:pt x="72215" y="412595"/>
                  </a:lnTo>
                  <a:lnTo>
                    <a:pt x="72169" y="412875"/>
                  </a:lnTo>
                  <a:lnTo>
                    <a:pt x="72215" y="413201"/>
                  </a:lnTo>
                  <a:lnTo>
                    <a:pt x="72397" y="413853"/>
                  </a:lnTo>
                  <a:lnTo>
                    <a:pt x="72169" y="413853"/>
                  </a:lnTo>
                  <a:lnTo>
                    <a:pt x="71121" y="414132"/>
                  </a:lnTo>
                  <a:lnTo>
                    <a:pt x="70757" y="414226"/>
                  </a:lnTo>
                  <a:lnTo>
                    <a:pt x="69527" y="414552"/>
                  </a:lnTo>
                  <a:lnTo>
                    <a:pt x="65153" y="415763"/>
                  </a:lnTo>
                  <a:lnTo>
                    <a:pt x="65016" y="415716"/>
                  </a:lnTo>
                  <a:lnTo>
                    <a:pt x="63786" y="415344"/>
                  </a:lnTo>
                  <a:lnTo>
                    <a:pt x="61964" y="414738"/>
                  </a:lnTo>
                  <a:lnTo>
                    <a:pt x="61417" y="414552"/>
                  </a:lnTo>
                  <a:lnTo>
                    <a:pt x="61280" y="413760"/>
                  </a:lnTo>
                  <a:lnTo>
                    <a:pt x="61143" y="412968"/>
                  </a:lnTo>
                  <a:lnTo>
                    <a:pt x="60779" y="411104"/>
                  </a:lnTo>
                  <a:lnTo>
                    <a:pt x="60551" y="410173"/>
                  </a:lnTo>
                  <a:lnTo>
                    <a:pt x="59640" y="405607"/>
                  </a:lnTo>
                  <a:lnTo>
                    <a:pt x="59366" y="404443"/>
                  </a:lnTo>
                  <a:lnTo>
                    <a:pt x="58592" y="400949"/>
                  </a:lnTo>
                  <a:lnTo>
                    <a:pt x="58182" y="399179"/>
                  </a:lnTo>
                  <a:lnTo>
                    <a:pt x="58091" y="398713"/>
                  </a:lnTo>
                  <a:lnTo>
                    <a:pt x="57681" y="396803"/>
                  </a:lnTo>
                  <a:lnTo>
                    <a:pt x="56177" y="390002"/>
                  </a:lnTo>
                  <a:lnTo>
                    <a:pt x="54081" y="380359"/>
                  </a:lnTo>
                  <a:lnTo>
                    <a:pt x="50892" y="366617"/>
                  </a:lnTo>
                  <a:lnTo>
                    <a:pt x="49297" y="359769"/>
                  </a:lnTo>
                  <a:lnTo>
                    <a:pt x="49297" y="359629"/>
                  </a:lnTo>
                  <a:lnTo>
                    <a:pt x="49252" y="359489"/>
                  </a:lnTo>
                  <a:lnTo>
                    <a:pt x="49115" y="359023"/>
                  </a:lnTo>
                  <a:lnTo>
                    <a:pt x="46518" y="346120"/>
                  </a:lnTo>
                  <a:lnTo>
                    <a:pt x="46336" y="344862"/>
                  </a:lnTo>
                  <a:lnTo>
                    <a:pt x="46290" y="344536"/>
                  </a:lnTo>
                  <a:lnTo>
                    <a:pt x="46336" y="343045"/>
                  </a:lnTo>
                  <a:lnTo>
                    <a:pt x="45425" y="338666"/>
                  </a:lnTo>
                  <a:lnTo>
                    <a:pt x="41552" y="319520"/>
                  </a:lnTo>
                  <a:lnTo>
                    <a:pt x="41506" y="318169"/>
                  </a:lnTo>
                  <a:lnTo>
                    <a:pt x="41461" y="317563"/>
                  </a:lnTo>
                  <a:lnTo>
                    <a:pt x="41461" y="317237"/>
                  </a:lnTo>
                  <a:lnTo>
                    <a:pt x="41461" y="317051"/>
                  </a:lnTo>
                  <a:lnTo>
                    <a:pt x="41415" y="316632"/>
                  </a:lnTo>
                  <a:lnTo>
                    <a:pt x="39410" y="306244"/>
                  </a:lnTo>
                  <a:lnTo>
                    <a:pt x="38545" y="301212"/>
                  </a:lnTo>
                  <a:lnTo>
                    <a:pt x="33487" y="302004"/>
                  </a:lnTo>
                  <a:lnTo>
                    <a:pt x="28931" y="302750"/>
                  </a:lnTo>
                  <a:lnTo>
                    <a:pt x="17222" y="304473"/>
                  </a:lnTo>
                  <a:lnTo>
                    <a:pt x="16447" y="299209"/>
                  </a:lnTo>
                  <a:lnTo>
                    <a:pt x="16174" y="297579"/>
                  </a:lnTo>
                  <a:lnTo>
                    <a:pt x="15673" y="294225"/>
                  </a:lnTo>
                  <a:lnTo>
                    <a:pt x="15126" y="290731"/>
                  </a:lnTo>
                  <a:lnTo>
                    <a:pt x="14853" y="288914"/>
                  </a:lnTo>
                  <a:lnTo>
                    <a:pt x="14807" y="288681"/>
                  </a:lnTo>
                  <a:lnTo>
                    <a:pt x="13896" y="282812"/>
                  </a:lnTo>
                  <a:lnTo>
                    <a:pt x="13714" y="281554"/>
                  </a:lnTo>
                  <a:lnTo>
                    <a:pt x="13440" y="279784"/>
                  </a:lnTo>
                  <a:lnTo>
                    <a:pt x="13212" y="278340"/>
                  </a:lnTo>
                  <a:lnTo>
                    <a:pt x="12620" y="274473"/>
                  </a:lnTo>
                  <a:lnTo>
                    <a:pt x="12575" y="274194"/>
                  </a:lnTo>
                  <a:lnTo>
                    <a:pt x="11982" y="269815"/>
                  </a:lnTo>
                  <a:lnTo>
                    <a:pt x="11982" y="269302"/>
                  </a:lnTo>
                  <a:lnTo>
                    <a:pt x="11982" y="269163"/>
                  </a:lnTo>
                  <a:lnTo>
                    <a:pt x="11937" y="268697"/>
                  </a:lnTo>
                  <a:lnTo>
                    <a:pt x="11846" y="267392"/>
                  </a:lnTo>
                  <a:lnTo>
                    <a:pt x="11527" y="264551"/>
                  </a:lnTo>
                  <a:lnTo>
                    <a:pt x="11253" y="261430"/>
                  </a:lnTo>
                  <a:lnTo>
                    <a:pt x="11117" y="259566"/>
                  </a:lnTo>
                  <a:lnTo>
                    <a:pt x="10889" y="257190"/>
                  </a:lnTo>
                  <a:lnTo>
                    <a:pt x="10752" y="255840"/>
                  </a:lnTo>
                  <a:lnTo>
                    <a:pt x="10433" y="252625"/>
                  </a:lnTo>
                  <a:lnTo>
                    <a:pt x="10251" y="250482"/>
                  </a:lnTo>
                  <a:lnTo>
                    <a:pt x="9203" y="239256"/>
                  </a:lnTo>
                  <a:lnTo>
                    <a:pt x="8884" y="235436"/>
                  </a:lnTo>
                  <a:lnTo>
                    <a:pt x="8656" y="232361"/>
                  </a:lnTo>
                  <a:lnTo>
                    <a:pt x="8656" y="232082"/>
                  </a:lnTo>
                  <a:lnTo>
                    <a:pt x="8656" y="231429"/>
                  </a:lnTo>
                  <a:lnTo>
                    <a:pt x="8337" y="228308"/>
                  </a:lnTo>
                  <a:lnTo>
                    <a:pt x="7973" y="224582"/>
                  </a:lnTo>
                  <a:lnTo>
                    <a:pt x="7699" y="221460"/>
                  </a:lnTo>
                  <a:lnTo>
                    <a:pt x="7289" y="216895"/>
                  </a:lnTo>
                  <a:lnTo>
                    <a:pt x="6652" y="210001"/>
                  </a:lnTo>
                  <a:lnTo>
                    <a:pt x="6652" y="209814"/>
                  </a:lnTo>
                  <a:lnTo>
                    <a:pt x="6606" y="209488"/>
                  </a:lnTo>
                  <a:lnTo>
                    <a:pt x="6560" y="209069"/>
                  </a:lnTo>
                  <a:lnTo>
                    <a:pt x="6515" y="208557"/>
                  </a:lnTo>
                  <a:lnTo>
                    <a:pt x="5604" y="199100"/>
                  </a:lnTo>
                  <a:lnTo>
                    <a:pt x="5512" y="197889"/>
                  </a:lnTo>
                  <a:lnTo>
                    <a:pt x="4647" y="187966"/>
                  </a:lnTo>
                  <a:lnTo>
                    <a:pt x="4601" y="187314"/>
                  </a:lnTo>
                  <a:lnTo>
                    <a:pt x="3918" y="180047"/>
                  </a:lnTo>
                  <a:lnTo>
                    <a:pt x="3462" y="175528"/>
                  </a:lnTo>
                  <a:lnTo>
                    <a:pt x="3371" y="174737"/>
                  </a:lnTo>
                  <a:lnTo>
                    <a:pt x="3280" y="173991"/>
                  </a:lnTo>
                  <a:lnTo>
                    <a:pt x="3280" y="173805"/>
                  </a:lnTo>
                  <a:lnTo>
                    <a:pt x="3280" y="173665"/>
                  </a:lnTo>
                  <a:lnTo>
                    <a:pt x="3234" y="173246"/>
                  </a:lnTo>
                  <a:lnTo>
                    <a:pt x="3189" y="172640"/>
                  </a:lnTo>
                  <a:lnTo>
                    <a:pt x="3189" y="172501"/>
                  </a:lnTo>
                  <a:lnTo>
                    <a:pt x="3143" y="171942"/>
                  </a:lnTo>
                  <a:lnTo>
                    <a:pt x="3052" y="171103"/>
                  </a:lnTo>
                  <a:lnTo>
                    <a:pt x="3007" y="170264"/>
                  </a:lnTo>
                  <a:lnTo>
                    <a:pt x="2961" y="169938"/>
                  </a:lnTo>
                  <a:lnTo>
                    <a:pt x="2961" y="169705"/>
                  </a:lnTo>
                  <a:lnTo>
                    <a:pt x="2915" y="169426"/>
                  </a:lnTo>
                  <a:lnTo>
                    <a:pt x="2870" y="169007"/>
                  </a:lnTo>
                  <a:lnTo>
                    <a:pt x="2870" y="168587"/>
                  </a:lnTo>
                  <a:lnTo>
                    <a:pt x="2824" y="168075"/>
                  </a:lnTo>
                  <a:lnTo>
                    <a:pt x="2779" y="167842"/>
                  </a:lnTo>
                  <a:lnTo>
                    <a:pt x="2779" y="167609"/>
                  </a:lnTo>
                  <a:lnTo>
                    <a:pt x="2551" y="165280"/>
                  </a:lnTo>
                  <a:lnTo>
                    <a:pt x="2323" y="162858"/>
                  </a:lnTo>
                  <a:lnTo>
                    <a:pt x="2278" y="161879"/>
                  </a:lnTo>
                  <a:lnTo>
                    <a:pt x="1959" y="158898"/>
                  </a:lnTo>
                  <a:lnTo>
                    <a:pt x="1503" y="153867"/>
                  </a:lnTo>
                  <a:lnTo>
                    <a:pt x="1366" y="152516"/>
                  </a:lnTo>
                  <a:lnTo>
                    <a:pt x="182" y="140963"/>
                  </a:lnTo>
                  <a:lnTo>
                    <a:pt x="136" y="140684"/>
                  </a:lnTo>
                  <a:lnTo>
                    <a:pt x="136" y="140404"/>
                  </a:lnTo>
                  <a:lnTo>
                    <a:pt x="91" y="140171"/>
                  </a:lnTo>
                  <a:lnTo>
                    <a:pt x="91" y="139938"/>
                  </a:lnTo>
                  <a:lnTo>
                    <a:pt x="45" y="139752"/>
                  </a:lnTo>
                  <a:lnTo>
                    <a:pt x="0" y="139426"/>
                  </a:lnTo>
                  <a:lnTo>
                    <a:pt x="136" y="139286"/>
                  </a:lnTo>
                  <a:lnTo>
                    <a:pt x="1321" y="138261"/>
                  </a:lnTo>
                  <a:lnTo>
                    <a:pt x="2642" y="137283"/>
                  </a:lnTo>
                  <a:lnTo>
                    <a:pt x="3736" y="136491"/>
                  </a:lnTo>
                  <a:lnTo>
                    <a:pt x="4783" y="135187"/>
                  </a:lnTo>
                  <a:lnTo>
                    <a:pt x="5512" y="133556"/>
                  </a:lnTo>
                  <a:lnTo>
                    <a:pt x="6150" y="131646"/>
                  </a:lnTo>
                  <a:lnTo>
                    <a:pt x="6834" y="129457"/>
                  </a:lnTo>
                  <a:lnTo>
                    <a:pt x="7335" y="128339"/>
                  </a:lnTo>
                  <a:lnTo>
                    <a:pt x="7882" y="126242"/>
                  </a:lnTo>
                  <a:lnTo>
                    <a:pt x="8201" y="124659"/>
                  </a:lnTo>
                  <a:lnTo>
                    <a:pt x="8292" y="122842"/>
                  </a:lnTo>
                  <a:lnTo>
                    <a:pt x="8930" y="121817"/>
                  </a:lnTo>
                  <a:lnTo>
                    <a:pt x="9886" y="119628"/>
                  </a:lnTo>
                  <a:lnTo>
                    <a:pt x="10479" y="117951"/>
                  </a:lnTo>
                  <a:lnTo>
                    <a:pt x="10843" y="115854"/>
                  </a:lnTo>
                  <a:lnTo>
                    <a:pt x="11436" y="113618"/>
                  </a:lnTo>
                  <a:lnTo>
                    <a:pt x="12666" y="109659"/>
                  </a:lnTo>
                  <a:lnTo>
                    <a:pt x="13531" y="107609"/>
                  </a:lnTo>
                  <a:lnTo>
                    <a:pt x="14807" y="105932"/>
                  </a:lnTo>
                  <a:lnTo>
                    <a:pt x="16128" y="103836"/>
                  </a:lnTo>
                  <a:lnTo>
                    <a:pt x="17723" y="101646"/>
                  </a:lnTo>
                  <a:lnTo>
                    <a:pt x="18680" y="99596"/>
                  </a:lnTo>
                  <a:lnTo>
                    <a:pt x="20047" y="97826"/>
                  </a:lnTo>
                  <a:lnTo>
                    <a:pt x="21732" y="96475"/>
                  </a:lnTo>
                  <a:lnTo>
                    <a:pt x="24375" y="96009"/>
                  </a:lnTo>
                  <a:lnTo>
                    <a:pt x="26471" y="95404"/>
                  </a:lnTo>
                  <a:lnTo>
                    <a:pt x="28384" y="94146"/>
                  </a:lnTo>
                  <a:lnTo>
                    <a:pt x="29524" y="92283"/>
                  </a:lnTo>
                  <a:lnTo>
                    <a:pt x="30526" y="90419"/>
                  </a:lnTo>
                  <a:lnTo>
                    <a:pt x="31255" y="88556"/>
                  </a:lnTo>
                  <a:lnTo>
                    <a:pt x="31847" y="86693"/>
                  </a:lnTo>
                  <a:lnTo>
                    <a:pt x="32394" y="84783"/>
                  </a:lnTo>
                  <a:lnTo>
                    <a:pt x="32804" y="83152"/>
                  </a:lnTo>
                  <a:lnTo>
                    <a:pt x="33715" y="81289"/>
                  </a:lnTo>
                  <a:lnTo>
                    <a:pt x="34718" y="79425"/>
                  </a:lnTo>
                  <a:lnTo>
                    <a:pt x="35993" y="77189"/>
                  </a:lnTo>
                  <a:lnTo>
                    <a:pt x="36905" y="75652"/>
                  </a:lnTo>
                  <a:lnTo>
                    <a:pt x="37998" y="73649"/>
                  </a:lnTo>
                  <a:lnTo>
                    <a:pt x="38590" y="72484"/>
                  </a:lnTo>
                  <a:lnTo>
                    <a:pt x="39274" y="70481"/>
                  </a:lnTo>
                  <a:lnTo>
                    <a:pt x="40231" y="68711"/>
                  </a:lnTo>
                  <a:lnTo>
                    <a:pt x="40686" y="67127"/>
                  </a:lnTo>
                  <a:lnTo>
                    <a:pt x="41552" y="65357"/>
                  </a:lnTo>
                  <a:lnTo>
                    <a:pt x="42645" y="63354"/>
                  </a:lnTo>
                  <a:lnTo>
                    <a:pt x="44240" y="61118"/>
                  </a:lnTo>
                  <a:lnTo>
                    <a:pt x="45561" y="60140"/>
                  </a:lnTo>
                  <a:lnTo>
                    <a:pt x="47429" y="59022"/>
                  </a:lnTo>
                  <a:lnTo>
                    <a:pt x="48796" y="58276"/>
                  </a:lnTo>
                  <a:lnTo>
                    <a:pt x="50072" y="56459"/>
                  </a:lnTo>
                  <a:lnTo>
                    <a:pt x="51621" y="54550"/>
                  </a:lnTo>
                  <a:lnTo>
                    <a:pt x="52487" y="53105"/>
                  </a:lnTo>
                  <a:lnTo>
                    <a:pt x="52897" y="52733"/>
                  </a:lnTo>
                  <a:lnTo>
                    <a:pt x="53489" y="52267"/>
                  </a:lnTo>
                  <a:lnTo>
                    <a:pt x="55220" y="50450"/>
                  </a:lnTo>
                  <a:lnTo>
                    <a:pt x="56861" y="48494"/>
                  </a:lnTo>
                  <a:lnTo>
                    <a:pt x="58364" y="46630"/>
                  </a:lnTo>
                  <a:lnTo>
                    <a:pt x="59822" y="44301"/>
                  </a:lnTo>
                  <a:lnTo>
                    <a:pt x="61462" y="41692"/>
                  </a:lnTo>
                  <a:lnTo>
                    <a:pt x="63330" y="40435"/>
                  </a:lnTo>
                  <a:lnTo>
                    <a:pt x="64743" y="38618"/>
                  </a:lnTo>
                  <a:lnTo>
                    <a:pt x="66747" y="36289"/>
                  </a:lnTo>
                  <a:lnTo>
                    <a:pt x="69800" y="33633"/>
                  </a:lnTo>
                  <a:lnTo>
                    <a:pt x="72397" y="31118"/>
                  </a:lnTo>
                  <a:lnTo>
                    <a:pt x="73946" y="29441"/>
                  </a:lnTo>
                  <a:lnTo>
                    <a:pt x="76270" y="26459"/>
                  </a:lnTo>
                  <a:lnTo>
                    <a:pt x="78092" y="24130"/>
                  </a:lnTo>
                  <a:lnTo>
                    <a:pt x="80325" y="22080"/>
                  </a:lnTo>
                  <a:lnTo>
                    <a:pt x="81646" y="21382"/>
                  </a:lnTo>
                  <a:lnTo>
                    <a:pt x="83560" y="20031"/>
                  </a:lnTo>
                  <a:lnTo>
                    <a:pt x="83970" y="19239"/>
                  </a:lnTo>
                  <a:lnTo>
                    <a:pt x="84107" y="18866"/>
                  </a:lnTo>
                  <a:lnTo>
                    <a:pt x="84425" y="18307"/>
                  </a:lnTo>
                  <a:lnTo>
                    <a:pt x="84927" y="17236"/>
                  </a:lnTo>
                  <a:lnTo>
                    <a:pt x="85382" y="16071"/>
                  </a:lnTo>
                  <a:lnTo>
                    <a:pt x="85610" y="15139"/>
                  </a:lnTo>
                  <a:lnTo>
                    <a:pt x="86157" y="13975"/>
                  </a:lnTo>
                  <a:lnTo>
                    <a:pt x="86886" y="12857"/>
                  </a:lnTo>
                  <a:lnTo>
                    <a:pt x="87797" y="11552"/>
                  </a:lnTo>
                  <a:lnTo>
                    <a:pt x="87934" y="11319"/>
                  </a:lnTo>
                  <a:lnTo>
                    <a:pt x="89301" y="9503"/>
                  </a:lnTo>
                  <a:lnTo>
                    <a:pt x="91442" y="6521"/>
                  </a:lnTo>
                  <a:lnTo>
                    <a:pt x="93902" y="3913"/>
                  </a:lnTo>
                  <a:lnTo>
                    <a:pt x="96226" y="605"/>
                  </a:lnTo>
                  <a:lnTo>
                    <a:pt x="9777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381325" y="3598896"/>
              <a:ext cx="352511" cy="195140"/>
            </a:xfrm>
            <a:custGeom>
              <a:avLst/>
              <a:pathLst>
                <a:path w="352511" h="195140">
                  <a:moveTo>
                    <a:pt x="300434" y="232"/>
                  </a:moveTo>
                  <a:lnTo>
                    <a:pt x="304762" y="512"/>
                  </a:lnTo>
                  <a:lnTo>
                    <a:pt x="309592" y="745"/>
                  </a:lnTo>
                  <a:lnTo>
                    <a:pt x="312143" y="931"/>
                  </a:lnTo>
                  <a:lnTo>
                    <a:pt x="315150" y="1630"/>
                  </a:lnTo>
                  <a:lnTo>
                    <a:pt x="317109" y="1909"/>
                  </a:lnTo>
                  <a:lnTo>
                    <a:pt x="319296" y="2049"/>
                  </a:lnTo>
                  <a:lnTo>
                    <a:pt x="323215" y="1909"/>
                  </a:lnTo>
                  <a:lnTo>
                    <a:pt x="323443" y="1909"/>
                  </a:lnTo>
                  <a:lnTo>
                    <a:pt x="324673" y="1677"/>
                  </a:lnTo>
                  <a:lnTo>
                    <a:pt x="326677" y="1630"/>
                  </a:lnTo>
                  <a:lnTo>
                    <a:pt x="328090" y="1537"/>
                  </a:lnTo>
                  <a:lnTo>
                    <a:pt x="330459" y="1677"/>
                  </a:lnTo>
                  <a:lnTo>
                    <a:pt x="330778" y="1677"/>
                  </a:lnTo>
                  <a:lnTo>
                    <a:pt x="331644" y="1863"/>
                  </a:lnTo>
                  <a:lnTo>
                    <a:pt x="333922" y="1863"/>
                  </a:lnTo>
                  <a:lnTo>
                    <a:pt x="337521" y="2981"/>
                  </a:lnTo>
                  <a:lnTo>
                    <a:pt x="340756" y="3866"/>
                  </a:lnTo>
                  <a:lnTo>
                    <a:pt x="341667" y="4006"/>
                  </a:lnTo>
                  <a:lnTo>
                    <a:pt x="343307" y="4285"/>
                  </a:lnTo>
                  <a:lnTo>
                    <a:pt x="343945" y="4285"/>
                  </a:lnTo>
                  <a:lnTo>
                    <a:pt x="350780" y="5450"/>
                  </a:lnTo>
                  <a:lnTo>
                    <a:pt x="352511" y="5776"/>
                  </a:lnTo>
                  <a:lnTo>
                    <a:pt x="350688" y="6149"/>
                  </a:lnTo>
                  <a:lnTo>
                    <a:pt x="349458" y="6847"/>
                  </a:lnTo>
                  <a:lnTo>
                    <a:pt x="349185" y="6941"/>
                  </a:lnTo>
                  <a:lnTo>
                    <a:pt x="348866" y="7220"/>
                  </a:lnTo>
                  <a:lnTo>
                    <a:pt x="348137" y="7639"/>
                  </a:lnTo>
                  <a:lnTo>
                    <a:pt x="347590" y="7779"/>
                  </a:lnTo>
                  <a:lnTo>
                    <a:pt x="346998" y="7779"/>
                  </a:lnTo>
                  <a:lnTo>
                    <a:pt x="346087" y="7779"/>
                  </a:lnTo>
                  <a:lnTo>
                    <a:pt x="345722" y="7732"/>
                  </a:lnTo>
                  <a:lnTo>
                    <a:pt x="345494" y="7593"/>
                  </a:lnTo>
                  <a:lnTo>
                    <a:pt x="345267" y="7453"/>
                  </a:lnTo>
                  <a:lnTo>
                    <a:pt x="344993" y="7313"/>
                  </a:lnTo>
                  <a:lnTo>
                    <a:pt x="344629" y="7267"/>
                  </a:lnTo>
                  <a:lnTo>
                    <a:pt x="344128" y="7267"/>
                  </a:lnTo>
                  <a:lnTo>
                    <a:pt x="342715" y="7220"/>
                  </a:lnTo>
                  <a:lnTo>
                    <a:pt x="342214" y="7267"/>
                  </a:lnTo>
                  <a:lnTo>
                    <a:pt x="341941" y="7313"/>
                  </a:lnTo>
                  <a:lnTo>
                    <a:pt x="341667" y="7313"/>
                  </a:lnTo>
                  <a:lnTo>
                    <a:pt x="341166" y="7267"/>
                  </a:lnTo>
                  <a:lnTo>
                    <a:pt x="340802" y="7220"/>
                  </a:lnTo>
                  <a:lnTo>
                    <a:pt x="339936" y="7220"/>
                  </a:lnTo>
                  <a:lnTo>
                    <a:pt x="339207" y="7267"/>
                  </a:lnTo>
                  <a:lnTo>
                    <a:pt x="338523" y="7173"/>
                  </a:lnTo>
                  <a:lnTo>
                    <a:pt x="338068" y="7034"/>
                  </a:lnTo>
                  <a:lnTo>
                    <a:pt x="337202" y="6894"/>
                  </a:lnTo>
                  <a:lnTo>
                    <a:pt x="336655" y="6754"/>
                  </a:lnTo>
                  <a:lnTo>
                    <a:pt x="336018" y="6754"/>
                  </a:lnTo>
                  <a:lnTo>
                    <a:pt x="335197" y="6894"/>
                  </a:lnTo>
                  <a:lnTo>
                    <a:pt x="334514" y="7034"/>
                  </a:lnTo>
                  <a:lnTo>
                    <a:pt x="333056" y="6801"/>
                  </a:lnTo>
                  <a:lnTo>
                    <a:pt x="331871" y="6941"/>
                  </a:lnTo>
                  <a:lnTo>
                    <a:pt x="331279" y="7360"/>
                  </a:lnTo>
                  <a:lnTo>
                    <a:pt x="331051" y="7500"/>
                  </a:lnTo>
                  <a:lnTo>
                    <a:pt x="330413" y="7779"/>
                  </a:lnTo>
                  <a:lnTo>
                    <a:pt x="330003" y="7779"/>
                  </a:lnTo>
                  <a:lnTo>
                    <a:pt x="329502" y="7732"/>
                  </a:lnTo>
                  <a:lnTo>
                    <a:pt x="329138" y="7500"/>
                  </a:lnTo>
                  <a:lnTo>
                    <a:pt x="328637" y="7220"/>
                  </a:lnTo>
                  <a:lnTo>
                    <a:pt x="328135" y="7034"/>
                  </a:lnTo>
                  <a:lnTo>
                    <a:pt x="327862" y="7080"/>
                  </a:lnTo>
                  <a:lnTo>
                    <a:pt x="326996" y="7406"/>
                  </a:lnTo>
                  <a:lnTo>
                    <a:pt x="326450" y="7686"/>
                  </a:lnTo>
                  <a:lnTo>
                    <a:pt x="325630" y="7826"/>
                  </a:lnTo>
                  <a:lnTo>
                    <a:pt x="325219" y="7826"/>
                  </a:lnTo>
                  <a:lnTo>
                    <a:pt x="324946" y="7779"/>
                  </a:lnTo>
                  <a:lnTo>
                    <a:pt x="324445" y="7639"/>
                  </a:lnTo>
                  <a:lnTo>
                    <a:pt x="323488" y="7267"/>
                  </a:lnTo>
                  <a:lnTo>
                    <a:pt x="322987" y="7173"/>
                  </a:lnTo>
                  <a:lnTo>
                    <a:pt x="320162" y="7313"/>
                  </a:lnTo>
                  <a:lnTo>
                    <a:pt x="319433" y="7453"/>
                  </a:lnTo>
                  <a:lnTo>
                    <a:pt x="318977" y="7686"/>
                  </a:lnTo>
                  <a:lnTo>
                    <a:pt x="318704" y="7872"/>
                  </a:lnTo>
                  <a:lnTo>
                    <a:pt x="318157" y="8105"/>
                  </a:lnTo>
                  <a:lnTo>
                    <a:pt x="317565" y="8338"/>
                  </a:lnTo>
                  <a:lnTo>
                    <a:pt x="316973" y="8385"/>
                  </a:lnTo>
                  <a:lnTo>
                    <a:pt x="316608" y="8385"/>
                  </a:lnTo>
                  <a:lnTo>
                    <a:pt x="315743" y="8245"/>
                  </a:lnTo>
                  <a:lnTo>
                    <a:pt x="315059" y="8059"/>
                  </a:lnTo>
                  <a:lnTo>
                    <a:pt x="314193" y="8105"/>
                  </a:lnTo>
                  <a:lnTo>
                    <a:pt x="313282" y="8291"/>
                  </a:lnTo>
                  <a:lnTo>
                    <a:pt x="312827" y="8338"/>
                  </a:lnTo>
                  <a:lnTo>
                    <a:pt x="312553" y="8338"/>
                  </a:lnTo>
                  <a:lnTo>
                    <a:pt x="311688" y="8618"/>
                  </a:lnTo>
                  <a:lnTo>
                    <a:pt x="310867" y="8990"/>
                  </a:lnTo>
                  <a:lnTo>
                    <a:pt x="308270" y="9736"/>
                  </a:lnTo>
                  <a:lnTo>
                    <a:pt x="307131" y="9782"/>
                  </a:lnTo>
                  <a:lnTo>
                    <a:pt x="306357" y="9782"/>
                  </a:lnTo>
                  <a:lnTo>
                    <a:pt x="305719" y="9875"/>
                  </a:lnTo>
                  <a:lnTo>
                    <a:pt x="305127" y="9922"/>
                  </a:lnTo>
                  <a:lnTo>
                    <a:pt x="304853" y="10015"/>
                  </a:lnTo>
                  <a:lnTo>
                    <a:pt x="304443" y="10062"/>
                  </a:lnTo>
                  <a:lnTo>
                    <a:pt x="303942" y="10155"/>
                  </a:lnTo>
                  <a:lnTo>
                    <a:pt x="303168" y="10341"/>
                  </a:lnTo>
                  <a:lnTo>
                    <a:pt x="302849" y="10388"/>
                  </a:lnTo>
                  <a:lnTo>
                    <a:pt x="302712" y="10434"/>
                  </a:lnTo>
                  <a:lnTo>
                    <a:pt x="302484" y="10528"/>
                  </a:lnTo>
                  <a:lnTo>
                    <a:pt x="302211" y="10621"/>
                  </a:lnTo>
                  <a:lnTo>
                    <a:pt x="301755" y="10714"/>
                  </a:lnTo>
                  <a:lnTo>
                    <a:pt x="301436" y="10714"/>
                  </a:lnTo>
                  <a:lnTo>
                    <a:pt x="301026" y="10900"/>
                  </a:lnTo>
                  <a:lnTo>
                    <a:pt x="300571" y="11133"/>
                  </a:lnTo>
                  <a:lnTo>
                    <a:pt x="300388" y="11226"/>
                  </a:lnTo>
                  <a:lnTo>
                    <a:pt x="300160" y="11413"/>
                  </a:lnTo>
                  <a:lnTo>
                    <a:pt x="299477" y="11972"/>
                  </a:lnTo>
                  <a:lnTo>
                    <a:pt x="299295" y="12065"/>
                  </a:lnTo>
                  <a:lnTo>
                    <a:pt x="298885" y="12251"/>
                  </a:lnTo>
                  <a:lnTo>
                    <a:pt x="298566" y="12391"/>
                  </a:lnTo>
                  <a:lnTo>
                    <a:pt x="298110" y="12670"/>
                  </a:lnTo>
                  <a:lnTo>
                    <a:pt x="297062" y="13509"/>
                  </a:lnTo>
                  <a:lnTo>
                    <a:pt x="296151" y="13788"/>
                  </a:lnTo>
                  <a:lnTo>
                    <a:pt x="294511" y="13649"/>
                  </a:lnTo>
                  <a:lnTo>
                    <a:pt x="293326" y="13649"/>
                  </a:lnTo>
                  <a:lnTo>
                    <a:pt x="291959" y="14021"/>
                  </a:lnTo>
                  <a:lnTo>
                    <a:pt x="290911" y="14813"/>
                  </a:lnTo>
                  <a:lnTo>
                    <a:pt x="289818" y="14953"/>
                  </a:lnTo>
                  <a:lnTo>
                    <a:pt x="288998" y="15233"/>
                  </a:lnTo>
                  <a:lnTo>
                    <a:pt x="288132" y="15279"/>
                  </a:lnTo>
                  <a:lnTo>
                    <a:pt x="287403" y="15326"/>
                  </a:lnTo>
                  <a:lnTo>
                    <a:pt x="287084" y="15000"/>
                  </a:lnTo>
                  <a:lnTo>
                    <a:pt x="286355" y="14627"/>
                  </a:lnTo>
                  <a:lnTo>
                    <a:pt x="285307" y="15093"/>
                  </a:lnTo>
                  <a:lnTo>
                    <a:pt x="284351" y="15605"/>
                  </a:lnTo>
                  <a:lnTo>
                    <a:pt x="283257" y="15419"/>
                  </a:lnTo>
                  <a:lnTo>
                    <a:pt x="282619" y="15000"/>
                  </a:lnTo>
                  <a:lnTo>
                    <a:pt x="282072" y="14720"/>
                  </a:lnTo>
                  <a:lnTo>
                    <a:pt x="280706" y="14767"/>
                  </a:lnTo>
                  <a:lnTo>
                    <a:pt x="279020" y="15233"/>
                  </a:lnTo>
                  <a:lnTo>
                    <a:pt x="278291" y="15419"/>
                  </a:lnTo>
                  <a:lnTo>
                    <a:pt x="276605" y="15698"/>
                  </a:lnTo>
                  <a:lnTo>
                    <a:pt x="276286" y="16537"/>
                  </a:lnTo>
                  <a:lnTo>
                    <a:pt x="275785" y="16723"/>
                  </a:lnTo>
                  <a:lnTo>
                    <a:pt x="275466" y="16770"/>
                  </a:lnTo>
                  <a:lnTo>
                    <a:pt x="274965" y="16770"/>
                  </a:lnTo>
                  <a:lnTo>
                    <a:pt x="274600" y="16770"/>
                  </a:lnTo>
                  <a:lnTo>
                    <a:pt x="274327" y="16723"/>
                  </a:lnTo>
                  <a:lnTo>
                    <a:pt x="273644" y="16863"/>
                  </a:lnTo>
                  <a:lnTo>
                    <a:pt x="273233" y="17003"/>
                  </a:lnTo>
                  <a:lnTo>
                    <a:pt x="272915" y="17142"/>
                  </a:lnTo>
                  <a:lnTo>
                    <a:pt x="272550" y="17282"/>
                  </a:lnTo>
                  <a:lnTo>
                    <a:pt x="272322" y="17608"/>
                  </a:lnTo>
                  <a:lnTo>
                    <a:pt x="271912" y="17934"/>
                  </a:lnTo>
                  <a:lnTo>
                    <a:pt x="271548" y="18260"/>
                  </a:lnTo>
                  <a:lnTo>
                    <a:pt x="271001" y="18726"/>
                  </a:lnTo>
                  <a:lnTo>
                    <a:pt x="271183" y="19425"/>
                  </a:lnTo>
                  <a:lnTo>
                    <a:pt x="271411" y="19844"/>
                  </a:lnTo>
                  <a:lnTo>
                    <a:pt x="271457" y="20170"/>
                  </a:lnTo>
                  <a:lnTo>
                    <a:pt x="271411" y="20497"/>
                  </a:lnTo>
                  <a:lnTo>
                    <a:pt x="271274" y="21009"/>
                  </a:lnTo>
                  <a:lnTo>
                    <a:pt x="270819" y="21335"/>
                  </a:lnTo>
                  <a:lnTo>
                    <a:pt x="270409" y="21661"/>
                  </a:lnTo>
                  <a:lnTo>
                    <a:pt x="269999" y="22593"/>
                  </a:lnTo>
                  <a:lnTo>
                    <a:pt x="269816" y="23012"/>
                  </a:lnTo>
                  <a:lnTo>
                    <a:pt x="269361" y="24875"/>
                  </a:lnTo>
                  <a:lnTo>
                    <a:pt x="268768" y="25528"/>
                  </a:lnTo>
                  <a:lnTo>
                    <a:pt x="267903" y="26646"/>
                  </a:lnTo>
                  <a:lnTo>
                    <a:pt x="267402" y="26879"/>
                  </a:lnTo>
                  <a:lnTo>
                    <a:pt x="266673" y="27251"/>
                  </a:lnTo>
                  <a:lnTo>
                    <a:pt x="265716" y="29068"/>
                  </a:lnTo>
                  <a:lnTo>
                    <a:pt x="265488" y="29487"/>
                  </a:lnTo>
                  <a:lnTo>
                    <a:pt x="265260" y="29767"/>
                  </a:lnTo>
                  <a:lnTo>
                    <a:pt x="264896" y="30186"/>
                  </a:lnTo>
                  <a:lnTo>
                    <a:pt x="264577" y="30559"/>
                  </a:lnTo>
                  <a:lnTo>
                    <a:pt x="264258" y="30792"/>
                  </a:lnTo>
                  <a:lnTo>
                    <a:pt x="263119" y="32189"/>
                  </a:lnTo>
                  <a:lnTo>
                    <a:pt x="262845" y="32515"/>
                  </a:lnTo>
                  <a:lnTo>
                    <a:pt x="261843" y="33959"/>
                  </a:lnTo>
                  <a:lnTo>
                    <a:pt x="261433" y="34844"/>
                  </a:lnTo>
                  <a:lnTo>
                    <a:pt x="261160" y="35264"/>
                  </a:lnTo>
                  <a:lnTo>
                    <a:pt x="260750" y="36009"/>
                  </a:lnTo>
                  <a:lnTo>
                    <a:pt x="260385" y="36661"/>
                  </a:lnTo>
                  <a:lnTo>
                    <a:pt x="260066" y="37313"/>
                  </a:lnTo>
                  <a:lnTo>
                    <a:pt x="259747" y="38105"/>
                  </a:lnTo>
                  <a:lnTo>
                    <a:pt x="259610" y="38431"/>
                  </a:lnTo>
                  <a:lnTo>
                    <a:pt x="259383" y="38851"/>
                  </a:lnTo>
                  <a:lnTo>
                    <a:pt x="256284" y="39363"/>
                  </a:lnTo>
                  <a:lnTo>
                    <a:pt x="242434" y="41599"/>
                  </a:lnTo>
                  <a:lnTo>
                    <a:pt x="239700" y="42018"/>
                  </a:lnTo>
                  <a:lnTo>
                    <a:pt x="233139" y="43742"/>
                  </a:lnTo>
                  <a:lnTo>
                    <a:pt x="232866" y="43835"/>
                  </a:lnTo>
                  <a:lnTo>
                    <a:pt x="229084" y="45372"/>
                  </a:lnTo>
                  <a:lnTo>
                    <a:pt x="225302" y="47748"/>
                  </a:lnTo>
                  <a:lnTo>
                    <a:pt x="224391" y="48307"/>
                  </a:lnTo>
                  <a:lnTo>
                    <a:pt x="223389" y="49006"/>
                  </a:lnTo>
                  <a:lnTo>
                    <a:pt x="222295" y="49751"/>
                  </a:lnTo>
                  <a:lnTo>
                    <a:pt x="222113" y="49891"/>
                  </a:lnTo>
                  <a:lnTo>
                    <a:pt x="221703" y="50171"/>
                  </a:lnTo>
                  <a:lnTo>
                    <a:pt x="221521" y="50310"/>
                  </a:lnTo>
                  <a:lnTo>
                    <a:pt x="220837" y="50823"/>
                  </a:lnTo>
                  <a:lnTo>
                    <a:pt x="219516" y="51801"/>
                  </a:lnTo>
                  <a:lnTo>
                    <a:pt x="218149" y="52779"/>
                  </a:lnTo>
                  <a:lnTo>
                    <a:pt x="216509" y="54037"/>
                  </a:lnTo>
                  <a:lnTo>
                    <a:pt x="216236" y="54270"/>
                  </a:lnTo>
                  <a:lnTo>
                    <a:pt x="215598" y="54829"/>
                  </a:lnTo>
                  <a:lnTo>
                    <a:pt x="213137" y="56972"/>
                  </a:lnTo>
                  <a:lnTo>
                    <a:pt x="211452" y="58323"/>
                  </a:lnTo>
                  <a:lnTo>
                    <a:pt x="204071" y="64099"/>
                  </a:lnTo>
                  <a:lnTo>
                    <a:pt x="201337" y="66289"/>
                  </a:lnTo>
                  <a:lnTo>
                    <a:pt x="200699" y="66755"/>
                  </a:lnTo>
                  <a:lnTo>
                    <a:pt x="198831" y="68199"/>
                  </a:lnTo>
                  <a:lnTo>
                    <a:pt x="190767" y="74534"/>
                  </a:lnTo>
                  <a:lnTo>
                    <a:pt x="187577" y="77050"/>
                  </a:lnTo>
                  <a:lnTo>
                    <a:pt x="184844" y="79193"/>
                  </a:lnTo>
                  <a:lnTo>
                    <a:pt x="182110" y="81335"/>
                  </a:lnTo>
                  <a:lnTo>
                    <a:pt x="181973" y="81429"/>
                  </a:lnTo>
                  <a:lnTo>
                    <a:pt x="179376" y="83478"/>
                  </a:lnTo>
                  <a:lnTo>
                    <a:pt x="178465" y="84177"/>
                  </a:lnTo>
                  <a:lnTo>
                    <a:pt x="175914" y="85807"/>
                  </a:lnTo>
                  <a:lnTo>
                    <a:pt x="175002" y="86413"/>
                  </a:lnTo>
                  <a:lnTo>
                    <a:pt x="173818" y="87112"/>
                  </a:lnTo>
                  <a:lnTo>
                    <a:pt x="172724" y="87671"/>
                  </a:lnTo>
                  <a:lnTo>
                    <a:pt x="170628" y="88509"/>
                  </a:lnTo>
                  <a:lnTo>
                    <a:pt x="169489" y="88929"/>
                  </a:lnTo>
                  <a:lnTo>
                    <a:pt x="168031" y="89301"/>
                  </a:lnTo>
                  <a:lnTo>
                    <a:pt x="166118" y="89674"/>
                  </a:lnTo>
                  <a:lnTo>
                    <a:pt x="163976" y="89860"/>
                  </a:lnTo>
                  <a:lnTo>
                    <a:pt x="162154" y="89860"/>
                  </a:lnTo>
                  <a:lnTo>
                    <a:pt x="160514" y="89907"/>
                  </a:lnTo>
                  <a:lnTo>
                    <a:pt x="158281" y="89860"/>
                  </a:lnTo>
                  <a:lnTo>
                    <a:pt x="151902" y="89907"/>
                  </a:lnTo>
                  <a:lnTo>
                    <a:pt x="151720" y="89907"/>
                  </a:lnTo>
                  <a:lnTo>
                    <a:pt x="141788" y="89674"/>
                  </a:lnTo>
                  <a:lnTo>
                    <a:pt x="140284" y="89581"/>
                  </a:lnTo>
                  <a:lnTo>
                    <a:pt x="138917" y="89394"/>
                  </a:lnTo>
                  <a:lnTo>
                    <a:pt x="138644" y="89348"/>
                  </a:lnTo>
                  <a:lnTo>
                    <a:pt x="137778" y="89208"/>
                  </a:lnTo>
                  <a:lnTo>
                    <a:pt x="135455" y="88835"/>
                  </a:lnTo>
                  <a:lnTo>
                    <a:pt x="133404" y="88323"/>
                  </a:lnTo>
                  <a:lnTo>
                    <a:pt x="131491" y="87671"/>
                  </a:lnTo>
                  <a:lnTo>
                    <a:pt x="129896" y="87019"/>
                  </a:lnTo>
                  <a:lnTo>
                    <a:pt x="129441" y="86832"/>
                  </a:lnTo>
                  <a:lnTo>
                    <a:pt x="126661" y="85248"/>
                  </a:lnTo>
                  <a:lnTo>
                    <a:pt x="123973" y="87205"/>
                  </a:lnTo>
                  <a:lnTo>
                    <a:pt x="123335" y="87671"/>
                  </a:lnTo>
                  <a:lnTo>
                    <a:pt x="120328" y="87112"/>
                  </a:lnTo>
                  <a:lnTo>
                    <a:pt x="118506" y="86786"/>
                  </a:lnTo>
                  <a:lnTo>
                    <a:pt x="116683" y="86553"/>
                  </a:lnTo>
                  <a:lnTo>
                    <a:pt x="113904" y="86273"/>
                  </a:lnTo>
                  <a:lnTo>
                    <a:pt x="111990" y="86040"/>
                  </a:lnTo>
                  <a:lnTo>
                    <a:pt x="111717" y="85994"/>
                  </a:lnTo>
                  <a:lnTo>
                    <a:pt x="110122" y="85901"/>
                  </a:lnTo>
                  <a:lnTo>
                    <a:pt x="111034" y="88463"/>
                  </a:lnTo>
                  <a:lnTo>
                    <a:pt x="111763" y="90000"/>
                  </a:lnTo>
                  <a:lnTo>
                    <a:pt x="111990" y="90559"/>
                  </a:lnTo>
                  <a:lnTo>
                    <a:pt x="112674" y="91770"/>
                  </a:lnTo>
                  <a:lnTo>
                    <a:pt x="114223" y="94658"/>
                  </a:lnTo>
                  <a:lnTo>
                    <a:pt x="116319" y="97593"/>
                  </a:lnTo>
                  <a:lnTo>
                    <a:pt x="117868" y="99690"/>
                  </a:lnTo>
                  <a:lnTo>
                    <a:pt x="118141" y="100062"/>
                  </a:lnTo>
                  <a:lnTo>
                    <a:pt x="119827" y="101693"/>
                  </a:lnTo>
                  <a:lnTo>
                    <a:pt x="121103" y="102997"/>
                  </a:lnTo>
                  <a:lnTo>
                    <a:pt x="121239" y="103090"/>
                  </a:lnTo>
                  <a:lnTo>
                    <a:pt x="121376" y="103230"/>
                  </a:lnTo>
                  <a:lnTo>
                    <a:pt x="122743" y="104581"/>
                  </a:lnTo>
                  <a:lnTo>
                    <a:pt x="124155" y="105932"/>
                  </a:lnTo>
                  <a:lnTo>
                    <a:pt x="124884" y="106631"/>
                  </a:lnTo>
                  <a:lnTo>
                    <a:pt x="125158" y="106863"/>
                  </a:lnTo>
                  <a:lnTo>
                    <a:pt x="125431" y="107096"/>
                  </a:lnTo>
                  <a:lnTo>
                    <a:pt x="126251" y="107888"/>
                  </a:lnTo>
                  <a:lnTo>
                    <a:pt x="125796" y="108820"/>
                  </a:lnTo>
                  <a:lnTo>
                    <a:pt x="125021" y="110357"/>
                  </a:lnTo>
                  <a:lnTo>
                    <a:pt x="124930" y="110590"/>
                  </a:lnTo>
                  <a:lnTo>
                    <a:pt x="123563" y="114177"/>
                  </a:lnTo>
                  <a:lnTo>
                    <a:pt x="123335" y="114690"/>
                  </a:lnTo>
                  <a:lnTo>
                    <a:pt x="123244" y="115016"/>
                  </a:lnTo>
                  <a:lnTo>
                    <a:pt x="122788" y="116227"/>
                  </a:lnTo>
                  <a:lnTo>
                    <a:pt x="122424" y="117112"/>
                  </a:lnTo>
                  <a:lnTo>
                    <a:pt x="121467" y="119488"/>
                  </a:lnTo>
                  <a:lnTo>
                    <a:pt x="120647" y="121305"/>
                  </a:lnTo>
                  <a:lnTo>
                    <a:pt x="120419" y="121817"/>
                  </a:lnTo>
                  <a:lnTo>
                    <a:pt x="120146" y="122376"/>
                  </a:lnTo>
                  <a:lnTo>
                    <a:pt x="119007" y="122562"/>
                  </a:lnTo>
                  <a:lnTo>
                    <a:pt x="118506" y="122562"/>
                  </a:lnTo>
                  <a:lnTo>
                    <a:pt x="117777" y="122749"/>
                  </a:lnTo>
                  <a:lnTo>
                    <a:pt x="117594" y="122702"/>
                  </a:lnTo>
                  <a:lnTo>
                    <a:pt x="117458" y="122702"/>
                  </a:lnTo>
                  <a:lnTo>
                    <a:pt x="117230" y="122842"/>
                  </a:lnTo>
                  <a:lnTo>
                    <a:pt x="116820" y="122888"/>
                  </a:lnTo>
                  <a:lnTo>
                    <a:pt x="115681" y="122562"/>
                  </a:lnTo>
                  <a:lnTo>
                    <a:pt x="115681" y="122749"/>
                  </a:lnTo>
                  <a:lnTo>
                    <a:pt x="115590" y="123075"/>
                  </a:lnTo>
                  <a:lnTo>
                    <a:pt x="115407" y="123308"/>
                  </a:lnTo>
                  <a:lnTo>
                    <a:pt x="115134" y="123494"/>
                  </a:lnTo>
                  <a:lnTo>
                    <a:pt x="115043" y="123634"/>
                  </a:lnTo>
                  <a:lnTo>
                    <a:pt x="114906" y="123820"/>
                  </a:lnTo>
                  <a:lnTo>
                    <a:pt x="114770" y="123960"/>
                  </a:lnTo>
                  <a:lnTo>
                    <a:pt x="114177" y="124705"/>
                  </a:lnTo>
                  <a:lnTo>
                    <a:pt x="113767" y="124705"/>
                  </a:lnTo>
                  <a:lnTo>
                    <a:pt x="113403" y="124705"/>
                  </a:lnTo>
                  <a:lnTo>
                    <a:pt x="111034" y="125404"/>
                  </a:lnTo>
                  <a:lnTo>
                    <a:pt x="107389" y="126522"/>
                  </a:lnTo>
                  <a:lnTo>
                    <a:pt x="106067" y="128665"/>
                  </a:lnTo>
                  <a:lnTo>
                    <a:pt x="103151" y="132904"/>
                  </a:lnTo>
                  <a:lnTo>
                    <a:pt x="102559" y="133649"/>
                  </a:lnTo>
                  <a:lnTo>
                    <a:pt x="101557" y="136211"/>
                  </a:lnTo>
                  <a:lnTo>
                    <a:pt x="100372" y="138587"/>
                  </a:lnTo>
                  <a:lnTo>
                    <a:pt x="99552" y="139752"/>
                  </a:lnTo>
                  <a:lnTo>
                    <a:pt x="98458" y="141895"/>
                  </a:lnTo>
                  <a:lnTo>
                    <a:pt x="98003" y="143292"/>
                  </a:lnTo>
                  <a:lnTo>
                    <a:pt x="98322" y="144830"/>
                  </a:lnTo>
                  <a:lnTo>
                    <a:pt x="99461" y="146227"/>
                  </a:lnTo>
                  <a:lnTo>
                    <a:pt x="101283" y="147299"/>
                  </a:lnTo>
                  <a:lnTo>
                    <a:pt x="102058" y="148090"/>
                  </a:lnTo>
                  <a:lnTo>
                    <a:pt x="102832" y="149302"/>
                  </a:lnTo>
                  <a:lnTo>
                    <a:pt x="105019" y="150746"/>
                  </a:lnTo>
                  <a:lnTo>
                    <a:pt x="106067" y="152050"/>
                  </a:lnTo>
                  <a:lnTo>
                    <a:pt x="106614" y="153308"/>
                  </a:lnTo>
                  <a:lnTo>
                    <a:pt x="107434" y="154659"/>
                  </a:lnTo>
                  <a:lnTo>
                    <a:pt x="109849" y="156149"/>
                  </a:lnTo>
                  <a:lnTo>
                    <a:pt x="111580" y="157128"/>
                  </a:lnTo>
                  <a:lnTo>
                    <a:pt x="112309" y="158059"/>
                  </a:lnTo>
                  <a:lnTo>
                    <a:pt x="112810" y="159597"/>
                  </a:lnTo>
                  <a:lnTo>
                    <a:pt x="114223" y="160482"/>
                  </a:lnTo>
                  <a:lnTo>
                    <a:pt x="115544" y="161274"/>
                  </a:lnTo>
                  <a:lnTo>
                    <a:pt x="116410" y="162532"/>
                  </a:lnTo>
                  <a:lnTo>
                    <a:pt x="117594" y="163323"/>
                  </a:lnTo>
                  <a:lnTo>
                    <a:pt x="119280" y="163836"/>
                  </a:lnTo>
                  <a:lnTo>
                    <a:pt x="123654" y="162811"/>
                  </a:lnTo>
                  <a:lnTo>
                    <a:pt x="129167" y="162904"/>
                  </a:lnTo>
                  <a:lnTo>
                    <a:pt x="132584" y="161646"/>
                  </a:lnTo>
                  <a:lnTo>
                    <a:pt x="134999" y="160435"/>
                  </a:lnTo>
                  <a:lnTo>
                    <a:pt x="135865" y="159364"/>
                  </a:lnTo>
                  <a:lnTo>
                    <a:pt x="143337" y="158898"/>
                  </a:lnTo>
                  <a:lnTo>
                    <a:pt x="156368" y="158106"/>
                  </a:lnTo>
                  <a:lnTo>
                    <a:pt x="165981" y="153820"/>
                  </a:lnTo>
                  <a:lnTo>
                    <a:pt x="168624" y="152656"/>
                  </a:lnTo>
                  <a:lnTo>
                    <a:pt x="171631" y="159830"/>
                  </a:lnTo>
                  <a:lnTo>
                    <a:pt x="175412" y="168634"/>
                  </a:lnTo>
                  <a:lnTo>
                    <a:pt x="176916" y="172174"/>
                  </a:lnTo>
                  <a:lnTo>
                    <a:pt x="177463" y="173525"/>
                  </a:lnTo>
                  <a:lnTo>
                    <a:pt x="177645" y="173898"/>
                  </a:lnTo>
                  <a:lnTo>
                    <a:pt x="166254" y="179255"/>
                  </a:lnTo>
                  <a:lnTo>
                    <a:pt x="154727" y="184379"/>
                  </a:lnTo>
                  <a:lnTo>
                    <a:pt x="147027" y="189643"/>
                  </a:lnTo>
                  <a:lnTo>
                    <a:pt x="140922" y="193976"/>
                  </a:lnTo>
                  <a:lnTo>
                    <a:pt x="140466" y="194255"/>
                  </a:lnTo>
                  <a:lnTo>
                    <a:pt x="139419" y="194907"/>
                  </a:lnTo>
                  <a:lnTo>
                    <a:pt x="139236" y="195001"/>
                  </a:lnTo>
                  <a:lnTo>
                    <a:pt x="138917" y="195140"/>
                  </a:lnTo>
                  <a:lnTo>
                    <a:pt x="138826" y="194907"/>
                  </a:lnTo>
                  <a:lnTo>
                    <a:pt x="138690" y="194768"/>
                  </a:lnTo>
                  <a:lnTo>
                    <a:pt x="138553" y="194535"/>
                  </a:lnTo>
                  <a:lnTo>
                    <a:pt x="137869" y="194022"/>
                  </a:lnTo>
                  <a:lnTo>
                    <a:pt x="137550" y="193789"/>
                  </a:lnTo>
                  <a:lnTo>
                    <a:pt x="137414" y="193603"/>
                  </a:lnTo>
                  <a:lnTo>
                    <a:pt x="137140" y="193370"/>
                  </a:lnTo>
                  <a:lnTo>
                    <a:pt x="136822" y="193091"/>
                  </a:lnTo>
                  <a:lnTo>
                    <a:pt x="136366" y="192671"/>
                  </a:lnTo>
                  <a:lnTo>
                    <a:pt x="136138" y="192345"/>
                  </a:lnTo>
                  <a:lnTo>
                    <a:pt x="135910" y="192206"/>
                  </a:lnTo>
                  <a:lnTo>
                    <a:pt x="135774" y="192112"/>
                  </a:lnTo>
                  <a:lnTo>
                    <a:pt x="135637" y="191973"/>
                  </a:lnTo>
                  <a:lnTo>
                    <a:pt x="135500" y="191926"/>
                  </a:lnTo>
                  <a:lnTo>
                    <a:pt x="135546" y="191693"/>
                  </a:lnTo>
                  <a:lnTo>
                    <a:pt x="135591" y="191460"/>
                  </a:lnTo>
                  <a:lnTo>
                    <a:pt x="135591" y="191321"/>
                  </a:lnTo>
                  <a:lnTo>
                    <a:pt x="135637" y="191088"/>
                  </a:lnTo>
                  <a:lnTo>
                    <a:pt x="135637" y="190901"/>
                  </a:lnTo>
                  <a:lnTo>
                    <a:pt x="135591" y="190622"/>
                  </a:lnTo>
                  <a:lnTo>
                    <a:pt x="135546" y="190296"/>
                  </a:lnTo>
                  <a:lnTo>
                    <a:pt x="135591" y="189830"/>
                  </a:lnTo>
                  <a:lnTo>
                    <a:pt x="135682" y="189457"/>
                  </a:lnTo>
                  <a:lnTo>
                    <a:pt x="135774" y="189131"/>
                  </a:lnTo>
                  <a:lnTo>
                    <a:pt x="135819" y="188945"/>
                  </a:lnTo>
                  <a:lnTo>
                    <a:pt x="135819" y="188572"/>
                  </a:lnTo>
                  <a:lnTo>
                    <a:pt x="135865" y="188386"/>
                  </a:lnTo>
                  <a:lnTo>
                    <a:pt x="136138" y="188013"/>
                  </a:lnTo>
                  <a:lnTo>
                    <a:pt x="136275" y="187734"/>
                  </a:lnTo>
                  <a:lnTo>
                    <a:pt x="136320" y="187594"/>
                  </a:lnTo>
                  <a:lnTo>
                    <a:pt x="136320" y="186895"/>
                  </a:lnTo>
                  <a:lnTo>
                    <a:pt x="136275" y="186336"/>
                  </a:lnTo>
                  <a:lnTo>
                    <a:pt x="136229" y="185963"/>
                  </a:lnTo>
                  <a:lnTo>
                    <a:pt x="136275" y="185591"/>
                  </a:lnTo>
                  <a:lnTo>
                    <a:pt x="136366" y="185311"/>
                  </a:lnTo>
                  <a:lnTo>
                    <a:pt x="136184" y="184706"/>
                  </a:lnTo>
                  <a:lnTo>
                    <a:pt x="135910" y="183634"/>
                  </a:lnTo>
                  <a:lnTo>
                    <a:pt x="136366" y="183448"/>
                  </a:lnTo>
                  <a:lnTo>
                    <a:pt x="136685" y="183075"/>
                  </a:lnTo>
                  <a:lnTo>
                    <a:pt x="136548" y="182190"/>
                  </a:lnTo>
                  <a:lnTo>
                    <a:pt x="136457" y="182050"/>
                  </a:lnTo>
                  <a:lnTo>
                    <a:pt x="136320" y="181817"/>
                  </a:lnTo>
                  <a:lnTo>
                    <a:pt x="135682" y="181631"/>
                  </a:lnTo>
                  <a:lnTo>
                    <a:pt x="135409" y="181352"/>
                  </a:lnTo>
                  <a:lnTo>
                    <a:pt x="134270" y="180699"/>
                  </a:lnTo>
                  <a:lnTo>
                    <a:pt x="131764" y="180140"/>
                  </a:lnTo>
                  <a:lnTo>
                    <a:pt x="125750" y="179814"/>
                  </a:lnTo>
                  <a:lnTo>
                    <a:pt x="119690" y="179814"/>
                  </a:lnTo>
                  <a:lnTo>
                    <a:pt x="114997" y="179209"/>
                  </a:lnTo>
                  <a:lnTo>
                    <a:pt x="111535" y="177858"/>
                  </a:lnTo>
                  <a:lnTo>
                    <a:pt x="106887" y="175296"/>
                  </a:lnTo>
                  <a:lnTo>
                    <a:pt x="100418" y="169053"/>
                  </a:lnTo>
                  <a:lnTo>
                    <a:pt x="95315" y="165746"/>
                  </a:lnTo>
                  <a:lnTo>
                    <a:pt x="89893" y="164907"/>
                  </a:lnTo>
                  <a:lnTo>
                    <a:pt x="85747" y="165513"/>
                  </a:lnTo>
                  <a:lnTo>
                    <a:pt x="83514" y="167097"/>
                  </a:lnTo>
                  <a:lnTo>
                    <a:pt x="83195" y="167283"/>
                  </a:lnTo>
                  <a:lnTo>
                    <a:pt x="81828" y="169566"/>
                  </a:lnTo>
                  <a:lnTo>
                    <a:pt x="81418" y="169938"/>
                  </a:lnTo>
                  <a:lnTo>
                    <a:pt x="80826" y="170078"/>
                  </a:lnTo>
                  <a:lnTo>
                    <a:pt x="80325" y="170264"/>
                  </a:lnTo>
                  <a:lnTo>
                    <a:pt x="79915" y="170637"/>
                  </a:lnTo>
                  <a:lnTo>
                    <a:pt x="79687" y="170963"/>
                  </a:lnTo>
                  <a:lnTo>
                    <a:pt x="79505" y="171522"/>
                  </a:lnTo>
                  <a:lnTo>
                    <a:pt x="79414" y="171988"/>
                  </a:lnTo>
                  <a:lnTo>
                    <a:pt x="79368" y="172128"/>
                  </a:lnTo>
                  <a:lnTo>
                    <a:pt x="79186" y="172454"/>
                  </a:lnTo>
                  <a:lnTo>
                    <a:pt x="79004" y="172733"/>
                  </a:lnTo>
                  <a:lnTo>
                    <a:pt x="78958" y="172920"/>
                  </a:lnTo>
                  <a:lnTo>
                    <a:pt x="78776" y="173339"/>
                  </a:lnTo>
                  <a:lnTo>
                    <a:pt x="78685" y="173619"/>
                  </a:lnTo>
                  <a:lnTo>
                    <a:pt x="78594" y="173851"/>
                  </a:lnTo>
                  <a:lnTo>
                    <a:pt x="78548" y="174038"/>
                  </a:lnTo>
                  <a:lnTo>
                    <a:pt x="78457" y="174550"/>
                  </a:lnTo>
                  <a:lnTo>
                    <a:pt x="78275" y="175202"/>
                  </a:lnTo>
                  <a:lnTo>
                    <a:pt x="78184" y="175435"/>
                  </a:lnTo>
                  <a:lnTo>
                    <a:pt x="78001" y="175575"/>
                  </a:lnTo>
                  <a:lnTo>
                    <a:pt x="77865" y="175761"/>
                  </a:lnTo>
                  <a:lnTo>
                    <a:pt x="77044" y="176087"/>
                  </a:lnTo>
                  <a:lnTo>
                    <a:pt x="76908" y="176134"/>
                  </a:lnTo>
                  <a:lnTo>
                    <a:pt x="75632" y="176460"/>
                  </a:lnTo>
                  <a:lnTo>
                    <a:pt x="75085" y="176553"/>
                  </a:lnTo>
                  <a:lnTo>
                    <a:pt x="74129" y="176740"/>
                  </a:lnTo>
                  <a:lnTo>
                    <a:pt x="73172" y="177299"/>
                  </a:lnTo>
                  <a:lnTo>
                    <a:pt x="72215" y="178184"/>
                  </a:lnTo>
                  <a:lnTo>
                    <a:pt x="72033" y="178370"/>
                  </a:lnTo>
                  <a:lnTo>
                    <a:pt x="71805" y="178603"/>
                  </a:lnTo>
                  <a:lnTo>
                    <a:pt x="70757" y="179674"/>
                  </a:lnTo>
                  <a:lnTo>
                    <a:pt x="70119" y="180466"/>
                  </a:lnTo>
                  <a:lnTo>
                    <a:pt x="69709" y="181258"/>
                  </a:lnTo>
                  <a:lnTo>
                    <a:pt x="69527" y="181538"/>
                  </a:lnTo>
                  <a:lnTo>
                    <a:pt x="69117" y="182376"/>
                  </a:lnTo>
                  <a:lnTo>
                    <a:pt x="68889" y="182889"/>
                  </a:lnTo>
                  <a:lnTo>
                    <a:pt x="68752" y="183308"/>
                  </a:lnTo>
                  <a:lnTo>
                    <a:pt x="68707" y="183727"/>
                  </a:lnTo>
                  <a:lnTo>
                    <a:pt x="68707" y="184007"/>
                  </a:lnTo>
                  <a:lnTo>
                    <a:pt x="68707" y="184147"/>
                  </a:lnTo>
                  <a:lnTo>
                    <a:pt x="68661" y="184519"/>
                  </a:lnTo>
                  <a:lnTo>
                    <a:pt x="68616" y="184706"/>
                  </a:lnTo>
                  <a:lnTo>
                    <a:pt x="68251" y="185125"/>
                  </a:lnTo>
                  <a:lnTo>
                    <a:pt x="67431" y="185265"/>
                  </a:lnTo>
                  <a:lnTo>
                    <a:pt x="66747" y="185171"/>
                  </a:lnTo>
                  <a:lnTo>
                    <a:pt x="66565" y="185125"/>
                  </a:lnTo>
                  <a:lnTo>
                    <a:pt x="66155" y="185078"/>
                  </a:lnTo>
                  <a:lnTo>
                    <a:pt x="65290" y="184612"/>
                  </a:lnTo>
                  <a:lnTo>
                    <a:pt x="63832" y="183774"/>
                  </a:lnTo>
                  <a:lnTo>
                    <a:pt x="63649" y="183774"/>
                  </a:lnTo>
                  <a:lnTo>
                    <a:pt x="63239" y="183634"/>
                  </a:lnTo>
                  <a:lnTo>
                    <a:pt x="62966" y="183588"/>
                  </a:lnTo>
                  <a:lnTo>
                    <a:pt x="61781" y="183541"/>
                  </a:lnTo>
                  <a:lnTo>
                    <a:pt x="60870" y="183494"/>
                  </a:lnTo>
                  <a:lnTo>
                    <a:pt x="60323" y="183541"/>
                  </a:lnTo>
                  <a:lnTo>
                    <a:pt x="59002" y="183681"/>
                  </a:lnTo>
                  <a:lnTo>
                    <a:pt x="57498" y="183820"/>
                  </a:lnTo>
                  <a:lnTo>
                    <a:pt x="56952" y="183867"/>
                  </a:lnTo>
                  <a:lnTo>
                    <a:pt x="56678" y="183820"/>
                  </a:lnTo>
                  <a:lnTo>
                    <a:pt x="56587" y="184007"/>
                  </a:lnTo>
                  <a:lnTo>
                    <a:pt x="56314" y="185963"/>
                  </a:lnTo>
                  <a:lnTo>
                    <a:pt x="56040" y="188060"/>
                  </a:lnTo>
                  <a:lnTo>
                    <a:pt x="52942" y="188805"/>
                  </a:lnTo>
                  <a:lnTo>
                    <a:pt x="50983" y="189271"/>
                  </a:lnTo>
                  <a:lnTo>
                    <a:pt x="50391" y="189271"/>
                  </a:lnTo>
                  <a:lnTo>
                    <a:pt x="49070" y="189178"/>
                  </a:lnTo>
                  <a:lnTo>
                    <a:pt x="48386" y="189038"/>
                  </a:lnTo>
                  <a:lnTo>
                    <a:pt x="48067" y="188991"/>
                  </a:lnTo>
                  <a:lnTo>
                    <a:pt x="47885" y="188945"/>
                  </a:lnTo>
                  <a:lnTo>
                    <a:pt x="47566" y="188898"/>
                  </a:lnTo>
                  <a:lnTo>
                    <a:pt x="47156" y="188712"/>
                  </a:lnTo>
                  <a:lnTo>
                    <a:pt x="46837" y="188386"/>
                  </a:lnTo>
                  <a:lnTo>
                    <a:pt x="46518" y="188106"/>
                  </a:lnTo>
                  <a:lnTo>
                    <a:pt x="46245" y="187780"/>
                  </a:lnTo>
                  <a:lnTo>
                    <a:pt x="46062" y="187594"/>
                  </a:lnTo>
                  <a:lnTo>
                    <a:pt x="45652" y="187128"/>
                  </a:lnTo>
                  <a:lnTo>
                    <a:pt x="44103" y="186289"/>
                  </a:lnTo>
                  <a:lnTo>
                    <a:pt x="43875" y="186150"/>
                  </a:lnTo>
                  <a:lnTo>
                    <a:pt x="43283" y="185824"/>
                  </a:lnTo>
                  <a:lnTo>
                    <a:pt x="41962" y="185171"/>
                  </a:lnTo>
                  <a:lnTo>
                    <a:pt x="41597" y="184985"/>
                  </a:lnTo>
                  <a:lnTo>
                    <a:pt x="41051" y="184706"/>
                  </a:lnTo>
                  <a:lnTo>
                    <a:pt x="40641" y="184566"/>
                  </a:lnTo>
                  <a:lnTo>
                    <a:pt x="40231" y="184379"/>
                  </a:lnTo>
                  <a:lnTo>
                    <a:pt x="39729" y="184147"/>
                  </a:lnTo>
                  <a:lnTo>
                    <a:pt x="38499" y="183820"/>
                  </a:lnTo>
                  <a:lnTo>
                    <a:pt x="38271" y="183820"/>
                  </a:lnTo>
                  <a:lnTo>
                    <a:pt x="38044" y="183820"/>
                  </a:lnTo>
                  <a:lnTo>
                    <a:pt x="37588" y="183820"/>
                  </a:lnTo>
                  <a:lnTo>
                    <a:pt x="37360" y="183820"/>
                  </a:lnTo>
                  <a:lnTo>
                    <a:pt x="37087" y="183867"/>
                  </a:lnTo>
                  <a:lnTo>
                    <a:pt x="36449" y="183914"/>
                  </a:lnTo>
                  <a:lnTo>
                    <a:pt x="35948" y="183960"/>
                  </a:lnTo>
                  <a:lnTo>
                    <a:pt x="34945" y="183914"/>
                  </a:lnTo>
                  <a:lnTo>
                    <a:pt x="34216" y="183774"/>
                  </a:lnTo>
                  <a:lnTo>
                    <a:pt x="33897" y="183727"/>
                  </a:lnTo>
                  <a:lnTo>
                    <a:pt x="33579" y="183727"/>
                  </a:lnTo>
                  <a:lnTo>
                    <a:pt x="33168" y="183727"/>
                  </a:lnTo>
                  <a:lnTo>
                    <a:pt x="33032" y="183727"/>
                  </a:lnTo>
                  <a:lnTo>
                    <a:pt x="32667" y="183727"/>
                  </a:lnTo>
                  <a:lnTo>
                    <a:pt x="32531" y="183727"/>
                  </a:lnTo>
                  <a:lnTo>
                    <a:pt x="31984" y="183774"/>
                  </a:lnTo>
                  <a:lnTo>
                    <a:pt x="31710" y="183867"/>
                  </a:lnTo>
                  <a:lnTo>
                    <a:pt x="30480" y="184100"/>
                  </a:lnTo>
                  <a:lnTo>
                    <a:pt x="29751" y="184286"/>
                  </a:lnTo>
                  <a:lnTo>
                    <a:pt x="29432" y="184286"/>
                  </a:lnTo>
                  <a:lnTo>
                    <a:pt x="28612" y="184240"/>
                  </a:lnTo>
                  <a:lnTo>
                    <a:pt x="28248" y="184007"/>
                  </a:lnTo>
                  <a:lnTo>
                    <a:pt x="27747" y="183634"/>
                  </a:lnTo>
                  <a:lnTo>
                    <a:pt x="27154" y="183215"/>
                  </a:lnTo>
                  <a:lnTo>
                    <a:pt x="26471" y="182656"/>
                  </a:lnTo>
                  <a:lnTo>
                    <a:pt x="25879" y="182097"/>
                  </a:lnTo>
                  <a:lnTo>
                    <a:pt x="24922" y="181165"/>
                  </a:lnTo>
                  <a:lnTo>
                    <a:pt x="24193" y="179209"/>
                  </a:lnTo>
                  <a:lnTo>
                    <a:pt x="23099" y="176414"/>
                  </a:lnTo>
                  <a:lnTo>
                    <a:pt x="22826" y="175668"/>
                  </a:lnTo>
                  <a:lnTo>
                    <a:pt x="22689" y="175296"/>
                  </a:lnTo>
                  <a:lnTo>
                    <a:pt x="22279" y="174643"/>
                  </a:lnTo>
                  <a:lnTo>
                    <a:pt x="21322" y="173619"/>
                  </a:lnTo>
                  <a:lnTo>
                    <a:pt x="18953" y="171476"/>
                  </a:lnTo>
                  <a:lnTo>
                    <a:pt x="18406" y="171103"/>
                  </a:lnTo>
                  <a:lnTo>
                    <a:pt x="17814" y="170730"/>
                  </a:lnTo>
                  <a:lnTo>
                    <a:pt x="17359" y="170451"/>
                  </a:lnTo>
                  <a:lnTo>
                    <a:pt x="16584" y="169938"/>
                  </a:lnTo>
                  <a:lnTo>
                    <a:pt x="16447" y="169845"/>
                  </a:lnTo>
                  <a:lnTo>
                    <a:pt x="12848" y="166864"/>
                  </a:lnTo>
                  <a:lnTo>
                    <a:pt x="12711" y="166724"/>
                  </a:lnTo>
                  <a:lnTo>
                    <a:pt x="12119" y="166118"/>
                  </a:lnTo>
                  <a:lnTo>
                    <a:pt x="9157" y="163137"/>
                  </a:lnTo>
                  <a:lnTo>
                    <a:pt x="8064" y="161646"/>
                  </a:lnTo>
                  <a:lnTo>
                    <a:pt x="5604" y="158199"/>
                  </a:lnTo>
                  <a:lnTo>
                    <a:pt x="3918" y="155870"/>
                  </a:lnTo>
                  <a:lnTo>
                    <a:pt x="3280" y="154938"/>
                  </a:lnTo>
                  <a:lnTo>
                    <a:pt x="1868" y="153354"/>
                  </a:lnTo>
                  <a:lnTo>
                    <a:pt x="1412" y="152842"/>
                  </a:lnTo>
                  <a:lnTo>
                    <a:pt x="0" y="151538"/>
                  </a:lnTo>
                  <a:lnTo>
                    <a:pt x="410" y="149535"/>
                  </a:lnTo>
                  <a:lnTo>
                    <a:pt x="637" y="148696"/>
                  </a:lnTo>
                  <a:lnTo>
                    <a:pt x="1412" y="146274"/>
                  </a:lnTo>
                  <a:lnTo>
                    <a:pt x="1594" y="145715"/>
                  </a:lnTo>
                  <a:lnTo>
                    <a:pt x="1822" y="145156"/>
                  </a:lnTo>
                  <a:lnTo>
                    <a:pt x="2414" y="143572"/>
                  </a:lnTo>
                  <a:lnTo>
                    <a:pt x="2597" y="143106"/>
                  </a:lnTo>
                  <a:lnTo>
                    <a:pt x="2779" y="142547"/>
                  </a:lnTo>
                  <a:lnTo>
                    <a:pt x="2915" y="142081"/>
                  </a:lnTo>
                  <a:lnTo>
                    <a:pt x="2961" y="141941"/>
                  </a:lnTo>
                  <a:lnTo>
                    <a:pt x="3052" y="141755"/>
                  </a:lnTo>
                  <a:lnTo>
                    <a:pt x="3872" y="139146"/>
                  </a:lnTo>
                  <a:lnTo>
                    <a:pt x="4009" y="138727"/>
                  </a:lnTo>
                  <a:lnTo>
                    <a:pt x="4647" y="135792"/>
                  </a:lnTo>
                  <a:lnTo>
                    <a:pt x="4692" y="135606"/>
                  </a:lnTo>
                  <a:lnTo>
                    <a:pt x="5148" y="133603"/>
                  </a:lnTo>
                  <a:lnTo>
                    <a:pt x="5194" y="133323"/>
                  </a:lnTo>
                  <a:lnTo>
                    <a:pt x="5285" y="133090"/>
                  </a:lnTo>
                  <a:lnTo>
                    <a:pt x="5421" y="132345"/>
                  </a:lnTo>
                  <a:lnTo>
                    <a:pt x="5467" y="131926"/>
                  </a:lnTo>
                  <a:lnTo>
                    <a:pt x="5695" y="129084"/>
                  </a:lnTo>
                  <a:lnTo>
                    <a:pt x="5695" y="128898"/>
                  </a:lnTo>
                  <a:lnTo>
                    <a:pt x="5786" y="127873"/>
                  </a:lnTo>
                  <a:lnTo>
                    <a:pt x="6059" y="124193"/>
                  </a:lnTo>
                  <a:lnTo>
                    <a:pt x="6150" y="122469"/>
                  </a:lnTo>
                  <a:lnTo>
                    <a:pt x="6105" y="122003"/>
                  </a:lnTo>
                  <a:lnTo>
                    <a:pt x="5923" y="120233"/>
                  </a:lnTo>
                  <a:lnTo>
                    <a:pt x="5877" y="119721"/>
                  </a:lnTo>
                  <a:lnTo>
                    <a:pt x="5786" y="118975"/>
                  </a:lnTo>
                  <a:lnTo>
                    <a:pt x="5740" y="117997"/>
                  </a:lnTo>
                  <a:lnTo>
                    <a:pt x="5740" y="117391"/>
                  </a:lnTo>
                  <a:lnTo>
                    <a:pt x="5740" y="116972"/>
                  </a:lnTo>
                  <a:lnTo>
                    <a:pt x="5786" y="115435"/>
                  </a:lnTo>
                  <a:lnTo>
                    <a:pt x="5786" y="115202"/>
                  </a:lnTo>
                  <a:lnTo>
                    <a:pt x="6241" y="115202"/>
                  </a:lnTo>
                  <a:lnTo>
                    <a:pt x="6469" y="113618"/>
                  </a:lnTo>
                  <a:lnTo>
                    <a:pt x="6743" y="111615"/>
                  </a:lnTo>
                  <a:lnTo>
                    <a:pt x="6743" y="111336"/>
                  </a:lnTo>
                  <a:lnTo>
                    <a:pt x="6879" y="110357"/>
                  </a:lnTo>
                  <a:lnTo>
                    <a:pt x="6925" y="109845"/>
                  </a:lnTo>
                  <a:lnTo>
                    <a:pt x="6970" y="109519"/>
                  </a:lnTo>
                  <a:lnTo>
                    <a:pt x="6834" y="108587"/>
                  </a:lnTo>
                  <a:lnTo>
                    <a:pt x="6606" y="107096"/>
                  </a:lnTo>
                  <a:lnTo>
                    <a:pt x="6560" y="106817"/>
                  </a:lnTo>
                  <a:lnTo>
                    <a:pt x="6241" y="105419"/>
                  </a:lnTo>
                  <a:lnTo>
                    <a:pt x="6378" y="105373"/>
                  </a:lnTo>
                  <a:lnTo>
                    <a:pt x="9886" y="104115"/>
                  </a:lnTo>
                  <a:lnTo>
                    <a:pt x="10524" y="103882"/>
                  </a:lnTo>
                  <a:lnTo>
                    <a:pt x="11208" y="103649"/>
                  </a:lnTo>
                  <a:lnTo>
                    <a:pt x="12711" y="103137"/>
                  </a:lnTo>
                  <a:lnTo>
                    <a:pt x="16948" y="101693"/>
                  </a:lnTo>
                  <a:lnTo>
                    <a:pt x="22826" y="99690"/>
                  </a:lnTo>
                  <a:lnTo>
                    <a:pt x="23327" y="100342"/>
                  </a:lnTo>
                  <a:lnTo>
                    <a:pt x="24512" y="101087"/>
                  </a:lnTo>
                  <a:lnTo>
                    <a:pt x="22963" y="105513"/>
                  </a:lnTo>
                  <a:lnTo>
                    <a:pt x="22598" y="106537"/>
                  </a:lnTo>
                  <a:lnTo>
                    <a:pt x="19272" y="115342"/>
                  </a:lnTo>
                  <a:lnTo>
                    <a:pt x="17313" y="118183"/>
                  </a:lnTo>
                  <a:lnTo>
                    <a:pt x="17450" y="118463"/>
                  </a:lnTo>
                  <a:lnTo>
                    <a:pt x="17267" y="118696"/>
                  </a:lnTo>
                  <a:lnTo>
                    <a:pt x="17541" y="119069"/>
                  </a:lnTo>
                  <a:lnTo>
                    <a:pt x="17814" y="119395"/>
                  </a:lnTo>
                  <a:lnTo>
                    <a:pt x="17996" y="119674"/>
                  </a:lnTo>
                  <a:lnTo>
                    <a:pt x="18179" y="119954"/>
                  </a:lnTo>
                  <a:lnTo>
                    <a:pt x="18361" y="120280"/>
                  </a:lnTo>
                  <a:lnTo>
                    <a:pt x="18634" y="120792"/>
                  </a:lnTo>
                  <a:lnTo>
                    <a:pt x="18862" y="121165"/>
                  </a:lnTo>
                  <a:lnTo>
                    <a:pt x="18999" y="121491"/>
                  </a:lnTo>
                  <a:lnTo>
                    <a:pt x="19181" y="121770"/>
                  </a:lnTo>
                  <a:lnTo>
                    <a:pt x="18680" y="122283"/>
                  </a:lnTo>
                  <a:lnTo>
                    <a:pt x="18543" y="122469"/>
                  </a:lnTo>
                  <a:lnTo>
                    <a:pt x="18315" y="122888"/>
                  </a:lnTo>
                  <a:lnTo>
                    <a:pt x="18042" y="123541"/>
                  </a:lnTo>
                  <a:lnTo>
                    <a:pt x="18406" y="124146"/>
                  </a:lnTo>
                  <a:lnTo>
                    <a:pt x="18953" y="125124"/>
                  </a:lnTo>
                  <a:lnTo>
                    <a:pt x="19181" y="125590"/>
                  </a:lnTo>
                  <a:lnTo>
                    <a:pt x="19363" y="125916"/>
                  </a:lnTo>
                  <a:lnTo>
                    <a:pt x="19682" y="126429"/>
                  </a:lnTo>
                  <a:lnTo>
                    <a:pt x="20457" y="127687"/>
                  </a:lnTo>
                  <a:lnTo>
                    <a:pt x="20730" y="128152"/>
                  </a:lnTo>
                  <a:lnTo>
                    <a:pt x="20912" y="128339"/>
                  </a:lnTo>
                  <a:lnTo>
                    <a:pt x="21003" y="128479"/>
                  </a:lnTo>
                  <a:lnTo>
                    <a:pt x="21231" y="128758"/>
                  </a:lnTo>
                  <a:lnTo>
                    <a:pt x="21550" y="129084"/>
                  </a:lnTo>
                  <a:lnTo>
                    <a:pt x="22006" y="129550"/>
                  </a:lnTo>
                  <a:lnTo>
                    <a:pt x="22416" y="129829"/>
                  </a:lnTo>
                  <a:lnTo>
                    <a:pt x="22689" y="129969"/>
                  </a:lnTo>
                  <a:lnTo>
                    <a:pt x="22872" y="130109"/>
                  </a:lnTo>
                  <a:lnTo>
                    <a:pt x="23327" y="130621"/>
                  </a:lnTo>
                  <a:lnTo>
                    <a:pt x="23646" y="130901"/>
                  </a:lnTo>
                  <a:lnTo>
                    <a:pt x="24375" y="131786"/>
                  </a:lnTo>
                  <a:lnTo>
                    <a:pt x="24512" y="131926"/>
                  </a:lnTo>
                  <a:lnTo>
                    <a:pt x="25104" y="132485"/>
                  </a:lnTo>
                  <a:lnTo>
                    <a:pt x="25286" y="132578"/>
                  </a:lnTo>
                  <a:lnTo>
                    <a:pt x="26835" y="131367"/>
                  </a:lnTo>
                  <a:lnTo>
                    <a:pt x="27291" y="131041"/>
                  </a:lnTo>
                  <a:lnTo>
                    <a:pt x="27701" y="130761"/>
                  </a:lnTo>
                  <a:lnTo>
                    <a:pt x="28157" y="130388"/>
                  </a:lnTo>
                  <a:lnTo>
                    <a:pt x="28430" y="130249"/>
                  </a:lnTo>
                  <a:lnTo>
                    <a:pt x="28567" y="130109"/>
                  </a:lnTo>
                  <a:lnTo>
                    <a:pt x="29068" y="129736"/>
                  </a:lnTo>
                  <a:lnTo>
                    <a:pt x="29478" y="129410"/>
                  </a:lnTo>
                  <a:lnTo>
                    <a:pt x="29888" y="129084"/>
                  </a:lnTo>
                  <a:lnTo>
                    <a:pt x="30571" y="128525"/>
                  </a:lnTo>
                  <a:lnTo>
                    <a:pt x="31027" y="128152"/>
                  </a:lnTo>
                  <a:lnTo>
                    <a:pt x="31255" y="127873"/>
                  </a:lnTo>
                  <a:lnTo>
                    <a:pt x="31528" y="127640"/>
                  </a:lnTo>
                  <a:lnTo>
                    <a:pt x="32303" y="126895"/>
                  </a:lnTo>
                  <a:lnTo>
                    <a:pt x="33077" y="126149"/>
                  </a:lnTo>
                  <a:lnTo>
                    <a:pt x="33442" y="125730"/>
                  </a:lnTo>
                  <a:lnTo>
                    <a:pt x="33396" y="125451"/>
                  </a:lnTo>
                  <a:lnTo>
                    <a:pt x="33487" y="125218"/>
                  </a:lnTo>
                  <a:lnTo>
                    <a:pt x="33670" y="125031"/>
                  </a:lnTo>
                  <a:lnTo>
                    <a:pt x="33806" y="124892"/>
                  </a:lnTo>
                  <a:lnTo>
                    <a:pt x="34535" y="124426"/>
                  </a:lnTo>
                  <a:lnTo>
                    <a:pt x="35629" y="123960"/>
                  </a:lnTo>
                  <a:lnTo>
                    <a:pt x="35948" y="123727"/>
                  </a:lnTo>
                  <a:lnTo>
                    <a:pt x="36176" y="123587"/>
                  </a:lnTo>
                  <a:lnTo>
                    <a:pt x="36859" y="123168"/>
                  </a:lnTo>
                  <a:lnTo>
                    <a:pt x="37087" y="122982"/>
                  </a:lnTo>
                  <a:lnTo>
                    <a:pt x="37588" y="122609"/>
                  </a:lnTo>
                  <a:lnTo>
                    <a:pt x="38089" y="122376"/>
                  </a:lnTo>
                  <a:lnTo>
                    <a:pt x="38727" y="122050"/>
                  </a:lnTo>
                  <a:lnTo>
                    <a:pt x="38864" y="122003"/>
                  </a:lnTo>
                  <a:lnTo>
                    <a:pt x="39638" y="121817"/>
                  </a:lnTo>
                  <a:lnTo>
                    <a:pt x="40367" y="121537"/>
                  </a:lnTo>
                  <a:lnTo>
                    <a:pt x="41324" y="120978"/>
                  </a:lnTo>
                  <a:lnTo>
                    <a:pt x="41597" y="120746"/>
                  </a:lnTo>
                  <a:lnTo>
                    <a:pt x="41734" y="120652"/>
                  </a:lnTo>
                  <a:lnTo>
                    <a:pt x="42281" y="120187"/>
                  </a:lnTo>
                  <a:lnTo>
                    <a:pt x="42509" y="120000"/>
                  </a:lnTo>
                  <a:lnTo>
                    <a:pt x="42645" y="119860"/>
                  </a:lnTo>
                  <a:lnTo>
                    <a:pt x="42190" y="118556"/>
                  </a:lnTo>
                  <a:lnTo>
                    <a:pt x="41233" y="115808"/>
                  </a:lnTo>
                  <a:lnTo>
                    <a:pt x="40185" y="112733"/>
                  </a:lnTo>
                  <a:lnTo>
                    <a:pt x="40094" y="112500"/>
                  </a:lnTo>
                  <a:lnTo>
                    <a:pt x="39729" y="111429"/>
                  </a:lnTo>
                  <a:lnTo>
                    <a:pt x="39547" y="110963"/>
                  </a:lnTo>
                  <a:lnTo>
                    <a:pt x="34581" y="95870"/>
                  </a:lnTo>
                  <a:lnTo>
                    <a:pt x="34353" y="95916"/>
                  </a:lnTo>
                  <a:lnTo>
                    <a:pt x="33989" y="94705"/>
                  </a:lnTo>
                  <a:lnTo>
                    <a:pt x="32758" y="90186"/>
                  </a:lnTo>
                  <a:lnTo>
                    <a:pt x="31574" y="85761"/>
                  </a:lnTo>
                  <a:lnTo>
                    <a:pt x="31300" y="84829"/>
                  </a:lnTo>
                  <a:lnTo>
                    <a:pt x="31073" y="83898"/>
                  </a:lnTo>
                  <a:lnTo>
                    <a:pt x="30708" y="82220"/>
                  </a:lnTo>
                  <a:lnTo>
                    <a:pt x="30617" y="81755"/>
                  </a:lnTo>
                  <a:lnTo>
                    <a:pt x="30253" y="79752"/>
                  </a:lnTo>
                  <a:lnTo>
                    <a:pt x="30116" y="78960"/>
                  </a:lnTo>
                  <a:lnTo>
                    <a:pt x="30025" y="78773"/>
                  </a:lnTo>
                  <a:lnTo>
                    <a:pt x="29797" y="78121"/>
                  </a:lnTo>
                  <a:lnTo>
                    <a:pt x="29706" y="77888"/>
                  </a:lnTo>
                  <a:lnTo>
                    <a:pt x="28931" y="76630"/>
                  </a:lnTo>
                  <a:lnTo>
                    <a:pt x="26380" y="73602"/>
                  </a:lnTo>
                  <a:lnTo>
                    <a:pt x="24284" y="71133"/>
                  </a:lnTo>
                  <a:lnTo>
                    <a:pt x="24056" y="71366"/>
                  </a:lnTo>
                  <a:lnTo>
                    <a:pt x="18771" y="64751"/>
                  </a:lnTo>
                  <a:lnTo>
                    <a:pt x="17450" y="63214"/>
                  </a:lnTo>
                  <a:lnTo>
                    <a:pt x="16265" y="61630"/>
                  </a:lnTo>
                  <a:lnTo>
                    <a:pt x="16128" y="61351"/>
                  </a:lnTo>
                  <a:lnTo>
                    <a:pt x="15627" y="60373"/>
                  </a:lnTo>
                  <a:lnTo>
                    <a:pt x="19728" y="57577"/>
                  </a:lnTo>
                  <a:lnTo>
                    <a:pt x="15673" y="51382"/>
                  </a:lnTo>
                  <a:lnTo>
                    <a:pt x="14898" y="50124"/>
                  </a:lnTo>
                  <a:lnTo>
                    <a:pt x="14169" y="48959"/>
                  </a:lnTo>
                  <a:lnTo>
                    <a:pt x="11846" y="45279"/>
                  </a:lnTo>
                  <a:lnTo>
                    <a:pt x="11253" y="44394"/>
                  </a:lnTo>
                  <a:lnTo>
                    <a:pt x="11937" y="44068"/>
                  </a:lnTo>
                  <a:lnTo>
                    <a:pt x="15627" y="43043"/>
                  </a:lnTo>
                  <a:lnTo>
                    <a:pt x="20320" y="42112"/>
                  </a:lnTo>
                  <a:lnTo>
                    <a:pt x="22234" y="41413"/>
                  </a:lnTo>
                  <a:lnTo>
                    <a:pt x="26790" y="40621"/>
                  </a:lnTo>
                  <a:lnTo>
                    <a:pt x="27974" y="40574"/>
                  </a:lnTo>
                  <a:lnTo>
                    <a:pt x="28795" y="40435"/>
                  </a:lnTo>
                  <a:lnTo>
                    <a:pt x="32804" y="39782"/>
                  </a:lnTo>
                  <a:lnTo>
                    <a:pt x="37223" y="39130"/>
                  </a:lnTo>
                  <a:lnTo>
                    <a:pt x="39410" y="38105"/>
                  </a:lnTo>
                  <a:lnTo>
                    <a:pt x="42326" y="36801"/>
                  </a:lnTo>
                  <a:lnTo>
                    <a:pt x="45652" y="34984"/>
                  </a:lnTo>
                  <a:lnTo>
                    <a:pt x="46655" y="34332"/>
                  </a:lnTo>
                  <a:lnTo>
                    <a:pt x="51211" y="32888"/>
                  </a:lnTo>
                  <a:lnTo>
                    <a:pt x="56861" y="31071"/>
                  </a:lnTo>
                  <a:lnTo>
                    <a:pt x="58273" y="30978"/>
                  </a:lnTo>
                  <a:lnTo>
                    <a:pt x="60642" y="30838"/>
                  </a:lnTo>
                  <a:lnTo>
                    <a:pt x="62647" y="30419"/>
                  </a:lnTo>
                  <a:lnTo>
                    <a:pt x="66292" y="29161"/>
                  </a:lnTo>
                  <a:lnTo>
                    <a:pt x="67841" y="28882"/>
                  </a:lnTo>
                  <a:lnTo>
                    <a:pt x="69618" y="28602"/>
                  </a:lnTo>
                  <a:lnTo>
                    <a:pt x="71076" y="28323"/>
                  </a:lnTo>
                  <a:lnTo>
                    <a:pt x="74402" y="27391"/>
                  </a:lnTo>
                  <a:lnTo>
                    <a:pt x="74539" y="27391"/>
                  </a:lnTo>
                  <a:lnTo>
                    <a:pt x="76999" y="27670"/>
                  </a:lnTo>
                  <a:lnTo>
                    <a:pt x="78001" y="27624"/>
                  </a:lnTo>
                  <a:lnTo>
                    <a:pt x="78502" y="27624"/>
                  </a:lnTo>
                  <a:lnTo>
                    <a:pt x="81145" y="27857"/>
                  </a:lnTo>
                  <a:lnTo>
                    <a:pt x="83241" y="27810"/>
                  </a:lnTo>
                  <a:lnTo>
                    <a:pt x="86612" y="27438"/>
                  </a:lnTo>
                  <a:lnTo>
                    <a:pt x="90895" y="26552"/>
                  </a:lnTo>
                  <a:lnTo>
                    <a:pt x="92627" y="26506"/>
                  </a:lnTo>
                  <a:lnTo>
                    <a:pt x="94631" y="26832"/>
                  </a:lnTo>
                  <a:lnTo>
                    <a:pt x="95679" y="26879"/>
                  </a:lnTo>
                  <a:lnTo>
                    <a:pt x="106250" y="26832"/>
                  </a:lnTo>
                  <a:lnTo>
                    <a:pt x="110669" y="25947"/>
                  </a:lnTo>
                  <a:lnTo>
                    <a:pt x="117321" y="24969"/>
                  </a:lnTo>
                  <a:lnTo>
                    <a:pt x="118187" y="24549"/>
                  </a:lnTo>
                  <a:lnTo>
                    <a:pt x="122743" y="23664"/>
                  </a:lnTo>
                  <a:lnTo>
                    <a:pt x="129167" y="23105"/>
                  </a:lnTo>
                  <a:lnTo>
                    <a:pt x="132356" y="22360"/>
                  </a:lnTo>
                  <a:lnTo>
                    <a:pt x="134407" y="22127"/>
                  </a:lnTo>
                  <a:lnTo>
                    <a:pt x="137915" y="21056"/>
                  </a:lnTo>
                  <a:lnTo>
                    <a:pt x="141924" y="20357"/>
                  </a:lnTo>
                  <a:lnTo>
                    <a:pt x="144157" y="20357"/>
                  </a:lnTo>
                  <a:lnTo>
                    <a:pt x="145205" y="20450"/>
                  </a:lnTo>
                  <a:lnTo>
                    <a:pt x="146116" y="20590"/>
                  </a:lnTo>
                  <a:lnTo>
                    <a:pt x="146572" y="20729"/>
                  </a:lnTo>
                  <a:lnTo>
                    <a:pt x="148576" y="21475"/>
                  </a:lnTo>
                  <a:lnTo>
                    <a:pt x="149943" y="21661"/>
                  </a:lnTo>
                  <a:lnTo>
                    <a:pt x="153360" y="22034"/>
                  </a:lnTo>
                  <a:lnTo>
                    <a:pt x="154317" y="22174"/>
                  </a:lnTo>
                  <a:lnTo>
                    <a:pt x="158327" y="22919"/>
                  </a:lnTo>
                  <a:lnTo>
                    <a:pt x="159830" y="23198"/>
                  </a:lnTo>
                  <a:lnTo>
                    <a:pt x="162473" y="23618"/>
                  </a:lnTo>
                  <a:lnTo>
                    <a:pt x="167712" y="24549"/>
                  </a:lnTo>
                  <a:lnTo>
                    <a:pt x="168533" y="24456"/>
                  </a:lnTo>
                  <a:lnTo>
                    <a:pt x="170264" y="23478"/>
                  </a:lnTo>
                  <a:lnTo>
                    <a:pt x="170902" y="23431"/>
                  </a:lnTo>
                  <a:lnTo>
                    <a:pt x="172815" y="23385"/>
                  </a:lnTo>
                  <a:lnTo>
                    <a:pt x="174410" y="23198"/>
                  </a:lnTo>
                  <a:lnTo>
                    <a:pt x="177007" y="23245"/>
                  </a:lnTo>
                  <a:lnTo>
                    <a:pt x="178693" y="23618"/>
                  </a:lnTo>
                  <a:lnTo>
                    <a:pt x="180697" y="24643"/>
                  </a:lnTo>
                  <a:lnTo>
                    <a:pt x="183568" y="24549"/>
                  </a:lnTo>
                  <a:lnTo>
                    <a:pt x="185345" y="24037"/>
                  </a:lnTo>
                  <a:lnTo>
                    <a:pt x="188079" y="23944"/>
                  </a:lnTo>
                  <a:lnTo>
                    <a:pt x="192316" y="25015"/>
                  </a:lnTo>
                  <a:lnTo>
                    <a:pt x="198649" y="25388"/>
                  </a:lnTo>
                  <a:lnTo>
                    <a:pt x="200562" y="25714"/>
                  </a:lnTo>
                  <a:lnTo>
                    <a:pt x="211087" y="23664"/>
                  </a:lnTo>
                  <a:lnTo>
                    <a:pt x="212226" y="23431"/>
                  </a:lnTo>
                  <a:lnTo>
                    <a:pt x="222113" y="19751"/>
                  </a:lnTo>
                  <a:lnTo>
                    <a:pt x="242889" y="13229"/>
                  </a:lnTo>
                  <a:lnTo>
                    <a:pt x="246808" y="11972"/>
                  </a:lnTo>
                  <a:lnTo>
                    <a:pt x="264394" y="4937"/>
                  </a:lnTo>
                  <a:lnTo>
                    <a:pt x="267629" y="3586"/>
                  </a:lnTo>
                  <a:lnTo>
                    <a:pt x="273006" y="1444"/>
                  </a:lnTo>
                  <a:lnTo>
                    <a:pt x="291823" y="1118"/>
                  </a:lnTo>
                  <a:lnTo>
                    <a:pt x="293417" y="0"/>
                  </a:lnTo>
                  <a:lnTo>
                    <a:pt x="2962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136612" y="3317388"/>
              <a:ext cx="175822" cy="266041"/>
            </a:xfrm>
            <a:custGeom>
              <a:avLst/>
              <a:pathLst>
                <a:path w="175822" h="266041">
                  <a:moveTo>
                    <a:pt x="169990" y="8664"/>
                  </a:moveTo>
                  <a:lnTo>
                    <a:pt x="170765" y="15512"/>
                  </a:lnTo>
                  <a:lnTo>
                    <a:pt x="175822" y="25108"/>
                  </a:lnTo>
                  <a:lnTo>
                    <a:pt x="174820" y="27484"/>
                  </a:lnTo>
                  <a:lnTo>
                    <a:pt x="171950" y="33400"/>
                  </a:lnTo>
                  <a:lnTo>
                    <a:pt x="170036" y="35403"/>
                  </a:lnTo>
                  <a:lnTo>
                    <a:pt x="169626" y="36661"/>
                  </a:lnTo>
                  <a:lnTo>
                    <a:pt x="168624" y="38851"/>
                  </a:lnTo>
                  <a:lnTo>
                    <a:pt x="168031" y="40295"/>
                  </a:lnTo>
                  <a:lnTo>
                    <a:pt x="167075" y="41972"/>
                  </a:lnTo>
                  <a:lnTo>
                    <a:pt x="166619" y="47655"/>
                  </a:lnTo>
                  <a:lnTo>
                    <a:pt x="167621" y="49286"/>
                  </a:lnTo>
                  <a:lnTo>
                    <a:pt x="168715" y="50636"/>
                  </a:lnTo>
                  <a:lnTo>
                    <a:pt x="169398" y="51522"/>
                  </a:lnTo>
                  <a:lnTo>
                    <a:pt x="169535" y="52966"/>
                  </a:lnTo>
                  <a:lnTo>
                    <a:pt x="167712" y="55574"/>
                  </a:lnTo>
                  <a:lnTo>
                    <a:pt x="166346" y="57391"/>
                  </a:lnTo>
                  <a:lnTo>
                    <a:pt x="165662" y="59115"/>
                  </a:lnTo>
                  <a:lnTo>
                    <a:pt x="165070" y="62376"/>
                  </a:lnTo>
                  <a:lnTo>
                    <a:pt x="165525" y="67966"/>
                  </a:lnTo>
                  <a:lnTo>
                    <a:pt x="166118" y="70155"/>
                  </a:lnTo>
                  <a:lnTo>
                    <a:pt x="166710" y="72065"/>
                  </a:lnTo>
                  <a:lnTo>
                    <a:pt x="166619" y="75279"/>
                  </a:lnTo>
                  <a:lnTo>
                    <a:pt x="166209" y="79193"/>
                  </a:lnTo>
                  <a:lnTo>
                    <a:pt x="167075" y="81335"/>
                  </a:lnTo>
                  <a:lnTo>
                    <a:pt x="167576" y="82873"/>
                  </a:lnTo>
                  <a:lnTo>
                    <a:pt x="169079" y="83991"/>
                  </a:lnTo>
                  <a:lnTo>
                    <a:pt x="168943" y="86273"/>
                  </a:lnTo>
                  <a:lnTo>
                    <a:pt x="168487" y="88416"/>
                  </a:lnTo>
                  <a:lnTo>
                    <a:pt x="169079" y="89721"/>
                  </a:lnTo>
                  <a:lnTo>
                    <a:pt x="168715" y="90792"/>
                  </a:lnTo>
                  <a:lnTo>
                    <a:pt x="168214" y="92562"/>
                  </a:lnTo>
                  <a:lnTo>
                    <a:pt x="169307" y="95124"/>
                  </a:lnTo>
                  <a:lnTo>
                    <a:pt x="170401" y="97733"/>
                  </a:lnTo>
                  <a:lnTo>
                    <a:pt x="170173" y="98804"/>
                  </a:lnTo>
                  <a:lnTo>
                    <a:pt x="170583" y="101273"/>
                  </a:lnTo>
                  <a:lnTo>
                    <a:pt x="170036" y="102578"/>
                  </a:lnTo>
                  <a:lnTo>
                    <a:pt x="169034" y="104907"/>
                  </a:lnTo>
                  <a:lnTo>
                    <a:pt x="165799" y="108680"/>
                  </a:lnTo>
                  <a:lnTo>
                    <a:pt x="164569" y="110544"/>
                  </a:lnTo>
                  <a:lnTo>
                    <a:pt x="163247" y="113478"/>
                  </a:lnTo>
                  <a:lnTo>
                    <a:pt x="162928" y="114084"/>
                  </a:lnTo>
                  <a:lnTo>
                    <a:pt x="161744" y="116600"/>
                  </a:lnTo>
                  <a:lnTo>
                    <a:pt x="161470" y="119208"/>
                  </a:lnTo>
                  <a:lnTo>
                    <a:pt x="162883" y="122562"/>
                  </a:lnTo>
                  <a:lnTo>
                    <a:pt x="163475" y="124146"/>
                  </a:lnTo>
                  <a:lnTo>
                    <a:pt x="163931" y="125404"/>
                  </a:lnTo>
                  <a:lnTo>
                    <a:pt x="163931" y="126196"/>
                  </a:lnTo>
                  <a:lnTo>
                    <a:pt x="163293" y="128525"/>
                  </a:lnTo>
                  <a:lnTo>
                    <a:pt x="160286" y="135699"/>
                  </a:lnTo>
                  <a:lnTo>
                    <a:pt x="164067" y="147718"/>
                  </a:lnTo>
                  <a:lnTo>
                    <a:pt x="162792" y="152935"/>
                  </a:lnTo>
                  <a:lnTo>
                    <a:pt x="161607" y="158339"/>
                  </a:lnTo>
                  <a:lnTo>
                    <a:pt x="161197" y="166351"/>
                  </a:lnTo>
                  <a:lnTo>
                    <a:pt x="159921" y="168261"/>
                  </a:lnTo>
                  <a:lnTo>
                    <a:pt x="158919" y="169845"/>
                  </a:lnTo>
                  <a:lnTo>
                    <a:pt x="155228" y="177299"/>
                  </a:lnTo>
                  <a:lnTo>
                    <a:pt x="151857" y="182982"/>
                  </a:lnTo>
                  <a:lnTo>
                    <a:pt x="148394" y="187501"/>
                  </a:lnTo>
                  <a:lnTo>
                    <a:pt x="147346" y="188852"/>
                  </a:lnTo>
                  <a:lnTo>
                    <a:pt x="127345" y="203386"/>
                  </a:lnTo>
                  <a:lnTo>
                    <a:pt x="124383" y="205156"/>
                  </a:lnTo>
                  <a:lnTo>
                    <a:pt x="123609" y="206414"/>
                  </a:lnTo>
                  <a:lnTo>
                    <a:pt x="123472" y="208044"/>
                  </a:lnTo>
                  <a:lnTo>
                    <a:pt x="119417" y="212330"/>
                  </a:lnTo>
                  <a:lnTo>
                    <a:pt x="118004" y="213821"/>
                  </a:lnTo>
                  <a:lnTo>
                    <a:pt x="116273" y="215591"/>
                  </a:lnTo>
                  <a:lnTo>
                    <a:pt x="110487" y="221041"/>
                  </a:lnTo>
                  <a:lnTo>
                    <a:pt x="108710" y="225467"/>
                  </a:lnTo>
                  <a:lnTo>
                    <a:pt x="105976" y="228867"/>
                  </a:lnTo>
                  <a:lnTo>
                    <a:pt x="99825" y="232175"/>
                  </a:lnTo>
                  <a:lnTo>
                    <a:pt x="95998" y="238231"/>
                  </a:lnTo>
                  <a:lnTo>
                    <a:pt x="95588" y="243588"/>
                  </a:lnTo>
                  <a:lnTo>
                    <a:pt x="94449" y="247268"/>
                  </a:lnTo>
                  <a:lnTo>
                    <a:pt x="92535" y="249737"/>
                  </a:lnTo>
                  <a:lnTo>
                    <a:pt x="91852" y="251041"/>
                  </a:lnTo>
                  <a:lnTo>
                    <a:pt x="92171" y="252485"/>
                  </a:lnTo>
                  <a:lnTo>
                    <a:pt x="92535" y="254023"/>
                  </a:lnTo>
                  <a:lnTo>
                    <a:pt x="93264" y="255560"/>
                  </a:lnTo>
                  <a:lnTo>
                    <a:pt x="93173" y="257889"/>
                  </a:lnTo>
                  <a:lnTo>
                    <a:pt x="93037" y="259100"/>
                  </a:lnTo>
                  <a:lnTo>
                    <a:pt x="93993" y="260871"/>
                  </a:lnTo>
                  <a:lnTo>
                    <a:pt x="94221" y="261849"/>
                  </a:lnTo>
                  <a:lnTo>
                    <a:pt x="93993" y="263013"/>
                  </a:lnTo>
                  <a:lnTo>
                    <a:pt x="93037" y="264085"/>
                  </a:lnTo>
                  <a:lnTo>
                    <a:pt x="92444" y="264644"/>
                  </a:lnTo>
                  <a:lnTo>
                    <a:pt x="92171" y="265110"/>
                  </a:lnTo>
                  <a:lnTo>
                    <a:pt x="90440" y="265482"/>
                  </a:lnTo>
                  <a:lnTo>
                    <a:pt x="90303" y="265715"/>
                  </a:lnTo>
                  <a:lnTo>
                    <a:pt x="89984" y="265762"/>
                  </a:lnTo>
                  <a:lnTo>
                    <a:pt x="89711" y="265809"/>
                  </a:lnTo>
                  <a:lnTo>
                    <a:pt x="89528" y="265809"/>
                  </a:lnTo>
                  <a:lnTo>
                    <a:pt x="89118" y="265902"/>
                  </a:lnTo>
                  <a:lnTo>
                    <a:pt x="88617" y="265948"/>
                  </a:lnTo>
                  <a:lnTo>
                    <a:pt x="87934" y="265948"/>
                  </a:lnTo>
                  <a:lnTo>
                    <a:pt x="87250" y="265995"/>
                  </a:lnTo>
                  <a:lnTo>
                    <a:pt x="87068" y="265995"/>
                  </a:lnTo>
                  <a:lnTo>
                    <a:pt x="86704" y="265995"/>
                  </a:lnTo>
                  <a:lnTo>
                    <a:pt x="86567" y="265995"/>
                  </a:lnTo>
                  <a:lnTo>
                    <a:pt x="86202" y="265995"/>
                  </a:lnTo>
                  <a:lnTo>
                    <a:pt x="85838" y="266041"/>
                  </a:lnTo>
                  <a:lnTo>
                    <a:pt x="85701" y="266041"/>
                  </a:lnTo>
                  <a:lnTo>
                    <a:pt x="85565" y="266041"/>
                  </a:lnTo>
                  <a:lnTo>
                    <a:pt x="85337" y="266041"/>
                  </a:lnTo>
                  <a:lnTo>
                    <a:pt x="85200" y="266041"/>
                  </a:lnTo>
                  <a:lnTo>
                    <a:pt x="84881" y="266041"/>
                  </a:lnTo>
                  <a:lnTo>
                    <a:pt x="84562" y="266041"/>
                  </a:lnTo>
                  <a:lnTo>
                    <a:pt x="83696" y="266041"/>
                  </a:lnTo>
                  <a:lnTo>
                    <a:pt x="83378" y="265529"/>
                  </a:lnTo>
                  <a:lnTo>
                    <a:pt x="83286" y="265063"/>
                  </a:lnTo>
                  <a:lnTo>
                    <a:pt x="83241" y="264644"/>
                  </a:lnTo>
                  <a:lnTo>
                    <a:pt x="83104" y="264318"/>
                  </a:lnTo>
                  <a:lnTo>
                    <a:pt x="82466" y="263246"/>
                  </a:lnTo>
                  <a:lnTo>
                    <a:pt x="82147" y="262781"/>
                  </a:lnTo>
                  <a:lnTo>
                    <a:pt x="81965" y="262268"/>
                  </a:lnTo>
                  <a:lnTo>
                    <a:pt x="81828" y="261895"/>
                  </a:lnTo>
                  <a:lnTo>
                    <a:pt x="81783" y="261756"/>
                  </a:lnTo>
                  <a:lnTo>
                    <a:pt x="81737" y="261616"/>
                  </a:lnTo>
                  <a:lnTo>
                    <a:pt x="81646" y="261243"/>
                  </a:lnTo>
                  <a:lnTo>
                    <a:pt x="81601" y="260964"/>
                  </a:lnTo>
                  <a:lnTo>
                    <a:pt x="81601" y="260824"/>
                  </a:lnTo>
                  <a:lnTo>
                    <a:pt x="81555" y="260591"/>
                  </a:lnTo>
                  <a:lnTo>
                    <a:pt x="81510" y="260405"/>
                  </a:lnTo>
                  <a:lnTo>
                    <a:pt x="81510" y="260218"/>
                  </a:lnTo>
                  <a:lnTo>
                    <a:pt x="81510" y="260079"/>
                  </a:lnTo>
                  <a:lnTo>
                    <a:pt x="81510" y="259659"/>
                  </a:lnTo>
                  <a:lnTo>
                    <a:pt x="81510" y="259520"/>
                  </a:lnTo>
                  <a:lnTo>
                    <a:pt x="81464" y="259287"/>
                  </a:lnTo>
                  <a:lnTo>
                    <a:pt x="81464" y="258635"/>
                  </a:lnTo>
                  <a:lnTo>
                    <a:pt x="81418" y="258262"/>
                  </a:lnTo>
                  <a:lnTo>
                    <a:pt x="81418" y="257982"/>
                  </a:lnTo>
                  <a:lnTo>
                    <a:pt x="81282" y="257423"/>
                  </a:lnTo>
                  <a:lnTo>
                    <a:pt x="81191" y="257144"/>
                  </a:lnTo>
                  <a:lnTo>
                    <a:pt x="80735" y="256538"/>
                  </a:lnTo>
                  <a:lnTo>
                    <a:pt x="80644" y="256305"/>
                  </a:lnTo>
                  <a:lnTo>
                    <a:pt x="80279" y="255420"/>
                  </a:lnTo>
                  <a:lnTo>
                    <a:pt x="79004" y="253976"/>
                  </a:lnTo>
                  <a:lnTo>
                    <a:pt x="78411" y="253231"/>
                  </a:lnTo>
                  <a:lnTo>
                    <a:pt x="78411" y="253091"/>
                  </a:lnTo>
                  <a:lnTo>
                    <a:pt x="78457" y="252625"/>
                  </a:lnTo>
                  <a:lnTo>
                    <a:pt x="78502" y="252299"/>
                  </a:lnTo>
                  <a:lnTo>
                    <a:pt x="78685" y="251740"/>
                  </a:lnTo>
                  <a:lnTo>
                    <a:pt x="78776" y="251554"/>
                  </a:lnTo>
                  <a:lnTo>
                    <a:pt x="79004" y="251135"/>
                  </a:lnTo>
                  <a:lnTo>
                    <a:pt x="79004" y="250995"/>
                  </a:lnTo>
                  <a:lnTo>
                    <a:pt x="79095" y="250669"/>
                  </a:lnTo>
                  <a:lnTo>
                    <a:pt x="78958" y="249970"/>
                  </a:lnTo>
                  <a:lnTo>
                    <a:pt x="78366" y="249877"/>
                  </a:lnTo>
                  <a:lnTo>
                    <a:pt x="78138" y="249830"/>
                  </a:lnTo>
                  <a:lnTo>
                    <a:pt x="77500" y="248107"/>
                  </a:lnTo>
                  <a:lnTo>
                    <a:pt x="77455" y="247920"/>
                  </a:lnTo>
                  <a:lnTo>
                    <a:pt x="77363" y="247687"/>
                  </a:lnTo>
                  <a:lnTo>
                    <a:pt x="77455" y="247035"/>
                  </a:lnTo>
                  <a:lnTo>
                    <a:pt x="77819" y="244939"/>
                  </a:lnTo>
                  <a:lnTo>
                    <a:pt x="78229" y="243262"/>
                  </a:lnTo>
                  <a:lnTo>
                    <a:pt x="78275" y="242982"/>
                  </a:lnTo>
                  <a:lnTo>
                    <a:pt x="78275" y="242563"/>
                  </a:lnTo>
                  <a:lnTo>
                    <a:pt x="78229" y="242330"/>
                  </a:lnTo>
                  <a:lnTo>
                    <a:pt x="78092" y="242097"/>
                  </a:lnTo>
                  <a:lnTo>
                    <a:pt x="77956" y="241957"/>
                  </a:lnTo>
                  <a:lnTo>
                    <a:pt x="77682" y="241818"/>
                  </a:lnTo>
                  <a:lnTo>
                    <a:pt x="76680" y="241398"/>
                  </a:lnTo>
                  <a:lnTo>
                    <a:pt x="76270" y="241166"/>
                  </a:lnTo>
                  <a:lnTo>
                    <a:pt x="76088" y="240886"/>
                  </a:lnTo>
                  <a:lnTo>
                    <a:pt x="76042" y="240746"/>
                  </a:lnTo>
                  <a:lnTo>
                    <a:pt x="76042" y="240187"/>
                  </a:lnTo>
                  <a:lnTo>
                    <a:pt x="76042" y="240047"/>
                  </a:lnTo>
                  <a:lnTo>
                    <a:pt x="76042" y="239861"/>
                  </a:lnTo>
                  <a:lnTo>
                    <a:pt x="76133" y="238883"/>
                  </a:lnTo>
                  <a:lnTo>
                    <a:pt x="76133" y="238370"/>
                  </a:lnTo>
                  <a:lnTo>
                    <a:pt x="76088" y="237858"/>
                  </a:lnTo>
                  <a:lnTo>
                    <a:pt x="75997" y="237718"/>
                  </a:lnTo>
                  <a:lnTo>
                    <a:pt x="75723" y="236926"/>
                  </a:lnTo>
                  <a:lnTo>
                    <a:pt x="75632" y="236647"/>
                  </a:lnTo>
                  <a:lnTo>
                    <a:pt x="75495" y="236321"/>
                  </a:lnTo>
                  <a:lnTo>
                    <a:pt x="75176" y="235529"/>
                  </a:lnTo>
                  <a:lnTo>
                    <a:pt x="74766" y="234504"/>
                  </a:lnTo>
                  <a:lnTo>
                    <a:pt x="74584" y="234131"/>
                  </a:lnTo>
                  <a:lnTo>
                    <a:pt x="74265" y="233619"/>
                  </a:lnTo>
                  <a:lnTo>
                    <a:pt x="73810" y="233386"/>
                  </a:lnTo>
                  <a:lnTo>
                    <a:pt x="72215" y="232641"/>
                  </a:lnTo>
                  <a:lnTo>
                    <a:pt x="71623" y="232408"/>
                  </a:lnTo>
                  <a:lnTo>
                    <a:pt x="71213" y="232221"/>
                  </a:lnTo>
                  <a:lnTo>
                    <a:pt x="65107" y="233246"/>
                  </a:lnTo>
                  <a:lnTo>
                    <a:pt x="60506" y="234178"/>
                  </a:lnTo>
                  <a:lnTo>
                    <a:pt x="59458" y="234364"/>
                  </a:lnTo>
                  <a:lnTo>
                    <a:pt x="59321" y="234411"/>
                  </a:lnTo>
                  <a:lnTo>
                    <a:pt x="59275" y="234085"/>
                  </a:lnTo>
                  <a:lnTo>
                    <a:pt x="59184" y="233665"/>
                  </a:lnTo>
                  <a:lnTo>
                    <a:pt x="58592" y="231010"/>
                  </a:lnTo>
                  <a:lnTo>
                    <a:pt x="56405" y="220808"/>
                  </a:lnTo>
                  <a:lnTo>
                    <a:pt x="55722" y="217687"/>
                  </a:lnTo>
                  <a:lnTo>
                    <a:pt x="52031" y="218246"/>
                  </a:lnTo>
                  <a:lnTo>
                    <a:pt x="48887" y="218665"/>
                  </a:lnTo>
                  <a:lnTo>
                    <a:pt x="40777" y="219877"/>
                  </a:lnTo>
                  <a:lnTo>
                    <a:pt x="39638" y="220016"/>
                  </a:lnTo>
                  <a:lnTo>
                    <a:pt x="37497" y="220342"/>
                  </a:lnTo>
                  <a:lnTo>
                    <a:pt x="33396" y="220948"/>
                  </a:lnTo>
                  <a:lnTo>
                    <a:pt x="30298" y="221367"/>
                  </a:lnTo>
                  <a:lnTo>
                    <a:pt x="21505" y="222672"/>
                  </a:lnTo>
                  <a:lnTo>
                    <a:pt x="21414" y="222113"/>
                  </a:lnTo>
                  <a:lnTo>
                    <a:pt x="21231" y="221088"/>
                  </a:lnTo>
                  <a:lnTo>
                    <a:pt x="21186" y="220948"/>
                  </a:lnTo>
                  <a:lnTo>
                    <a:pt x="21140" y="220482"/>
                  </a:lnTo>
                  <a:lnTo>
                    <a:pt x="20047" y="213727"/>
                  </a:lnTo>
                  <a:lnTo>
                    <a:pt x="19819" y="212377"/>
                  </a:lnTo>
                  <a:lnTo>
                    <a:pt x="18589" y="204644"/>
                  </a:lnTo>
                  <a:lnTo>
                    <a:pt x="18452" y="203945"/>
                  </a:lnTo>
                  <a:lnTo>
                    <a:pt x="18406" y="203619"/>
                  </a:lnTo>
                  <a:lnTo>
                    <a:pt x="18179" y="202035"/>
                  </a:lnTo>
                  <a:lnTo>
                    <a:pt x="17905" y="200032"/>
                  </a:lnTo>
                  <a:lnTo>
                    <a:pt x="17860" y="199380"/>
                  </a:lnTo>
                  <a:lnTo>
                    <a:pt x="17860" y="198634"/>
                  </a:lnTo>
                  <a:lnTo>
                    <a:pt x="17814" y="198401"/>
                  </a:lnTo>
                  <a:lnTo>
                    <a:pt x="17814" y="197796"/>
                  </a:lnTo>
                  <a:lnTo>
                    <a:pt x="17814" y="197330"/>
                  </a:lnTo>
                  <a:lnTo>
                    <a:pt x="17814" y="196678"/>
                  </a:lnTo>
                  <a:lnTo>
                    <a:pt x="17769" y="195979"/>
                  </a:lnTo>
                  <a:lnTo>
                    <a:pt x="17677" y="195187"/>
                  </a:lnTo>
                  <a:lnTo>
                    <a:pt x="17495" y="194022"/>
                  </a:lnTo>
                  <a:lnTo>
                    <a:pt x="16903" y="190156"/>
                  </a:lnTo>
                  <a:lnTo>
                    <a:pt x="16311" y="186289"/>
                  </a:lnTo>
                  <a:lnTo>
                    <a:pt x="15308" y="179814"/>
                  </a:lnTo>
                  <a:lnTo>
                    <a:pt x="15217" y="178976"/>
                  </a:lnTo>
                  <a:lnTo>
                    <a:pt x="14762" y="176227"/>
                  </a:lnTo>
                  <a:lnTo>
                    <a:pt x="14351" y="173479"/>
                  </a:lnTo>
                  <a:lnTo>
                    <a:pt x="14260" y="172966"/>
                  </a:lnTo>
                  <a:lnTo>
                    <a:pt x="14124" y="171848"/>
                  </a:lnTo>
                  <a:lnTo>
                    <a:pt x="13896" y="170404"/>
                  </a:lnTo>
                  <a:lnTo>
                    <a:pt x="13577" y="168401"/>
                  </a:lnTo>
                  <a:lnTo>
                    <a:pt x="13258" y="166351"/>
                  </a:lnTo>
                  <a:lnTo>
                    <a:pt x="13076" y="164907"/>
                  </a:lnTo>
                  <a:lnTo>
                    <a:pt x="12347" y="160156"/>
                  </a:lnTo>
                  <a:lnTo>
                    <a:pt x="11846" y="157035"/>
                  </a:lnTo>
                  <a:lnTo>
                    <a:pt x="11709" y="156149"/>
                  </a:lnTo>
                  <a:lnTo>
                    <a:pt x="11663" y="155684"/>
                  </a:lnTo>
                  <a:lnTo>
                    <a:pt x="11253" y="153028"/>
                  </a:lnTo>
                  <a:lnTo>
                    <a:pt x="11071" y="152004"/>
                  </a:lnTo>
                  <a:lnTo>
                    <a:pt x="10615" y="148882"/>
                  </a:lnTo>
                  <a:lnTo>
                    <a:pt x="10296" y="146693"/>
                  </a:lnTo>
                  <a:lnTo>
                    <a:pt x="9841" y="143805"/>
                  </a:lnTo>
                  <a:lnTo>
                    <a:pt x="9750" y="143292"/>
                  </a:lnTo>
                  <a:lnTo>
                    <a:pt x="9750" y="143153"/>
                  </a:lnTo>
                  <a:lnTo>
                    <a:pt x="9659" y="142733"/>
                  </a:lnTo>
                  <a:lnTo>
                    <a:pt x="9431" y="141196"/>
                  </a:lnTo>
                  <a:lnTo>
                    <a:pt x="8930" y="137982"/>
                  </a:lnTo>
                  <a:lnTo>
                    <a:pt x="8793" y="137143"/>
                  </a:lnTo>
                  <a:lnTo>
                    <a:pt x="8747" y="136724"/>
                  </a:lnTo>
                  <a:lnTo>
                    <a:pt x="8520" y="135326"/>
                  </a:lnTo>
                  <a:lnTo>
                    <a:pt x="7381" y="127873"/>
                  </a:lnTo>
                  <a:lnTo>
                    <a:pt x="7335" y="127314"/>
                  </a:lnTo>
                  <a:lnTo>
                    <a:pt x="4328" y="107376"/>
                  </a:lnTo>
                  <a:lnTo>
                    <a:pt x="546" y="82174"/>
                  </a:lnTo>
                  <a:lnTo>
                    <a:pt x="410" y="81429"/>
                  </a:lnTo>
                  <a:lnTo>
                    <a:pt x="0" y="78261"/>
                  </a:lnTo>
                  <a:lnTo>
                    <a:pt x="6879" y="77376"/>
                  </a:lnTo>
                  <a:lnTo>
                    <a:pt x="26198" y="74301"/>
                  </a:lnTo>
                  <a:lnTo>
                    <a:pt x="26562" y="74255"/>
                  </a:lnTo>
                  <a:lnTo>
                    <a:pt x="26790" y="75000"/>
                  </a:lnTo>
                  <a:lnTo>
                    <a:pt x="27245" y="75140"/>
                  </a:lnTo>
                  <a:lnTo>
                    <a:pt x="29068" y="75745"/>
                  </a:lnTo>
                  <a:lnTo>
                    <a:pt x="30298" y="76118"/>
                  </a:lnTo>
                  <a:lnTo>
                    <a:pt x="30526" y="76165"/>
                  </a:lnTo>
                  <a:lnTo>
                    <a:pt x="34809" y="74953"/>
                  </a:lnTo>
                  <a:lnTo>
                    <a:pt x="36130" y="74581"/>
                  </a:lnTo>
                  <a:lnTo>
                    <a:pt x="36403" y="74534"/>
                  </a:lnTo>
                  <a:lnTo>
                    <a:pt x="37451" y="74255"/>
                  </a:lnTo>
                  <a:lnTo>
                    <a:pt x="37679" y="74255"/>
                  </a:lnTo>
                  <a:lnTo>
                    <a:pt x="37497" y="73602"/>
                  </a:lnTo>
                  <a:lnTo>
                    <a:pt x="37451" y="73276"/>
                  </a:lnTo>
                  <a:lnTo>
                    <a:pt x="37497" y="72997"/>
                  </a:lnTo>
                  <a:lnTo>
                    <a:pt x="37679" y="72531"/>
                  </a:lnTo>
                  <a:lnTo>
                    <a:pt x="38089" y="71273"/>
                  </a:lnTo>
                  <a:lnTo>
                    <a:pt x="38636" y="69643"/>
                  </a:lnTo>
                  <a:lnTo>
                    <a:pt x="39410" y="67407"/>
                  </a:lnTo>
                  <a:lnTo>
                    <a:pt x="39456" y="67174"/>
                  </a:lnTo>
                  <a:lnTo>
                    <a:pt x="39729" y="66941"/>
                  </a:lnTo>
                  <a:lnTo>
                    <a:pt x="40413" y="66289"/>
                  </a:lnTo>
                  <a:lnTo>
                    <a:pt x="40686" y="66056"/>
                  </a:lnTo>
                  <a:lnTo>
                    <a:pt x="40914" y="66289"/>
                  </a:lnTo>
                  <a:lnTo>
                    <a:pt x="41005" y="66522"/>
                  </a:lnTo>
                  <a:lnTo>
                    <a:pt x="41005" y="66661"/>
                  </a:lnTo>
                  <a:lnTo>
                    <a:pt x="41142" y="66708"/>
                  </a:lnTo>
                  <a:lnTo>
                    <a:pt x="41324" y="66708"/>
                  </a:lnTo>
                  <a:lnTo>
                    <a:pt x="41825" y="66941"/>
                  </a:lnTo>
                  <a:lnTo>
                    <a:pt x="43465" y="66894"/>
                  </a:lnTo>
                  <a:lnTo>
                    <a:pt x="43602" y="66755"/>
                  </a:lnTo>
                  <a:lnTo>
                    <a:pt x="43830" y="66568"/>
                  </a:lnTo>
                  <a:lnTo>
                    <a:pt x="44286" y="65310"/>
                  </a:lnTo>
                  <a:lnTo>
                    <a:pt x="44650" y="65357"/>
                  </a:lnTo>
                  <a:lnTo>
                    <a:pt x="44741" y="65078"/>
                  </a:lnTo>
                  <a:lnTo>
                    <a:pt x="44741" y="64845"/>
                  </a:lnTo>
                  <a:lnTo>
                    <a:pt x="44696" y="64658"/>
                  </a:lnTo>
                  <a:lnTo>
                    <a:pt x="44696" y="64519"/>
                  </a:lnTo>
                  <a:lnTo>
                    <a:pt x="44741" y="64146"/>
                  </a:lnTo>
                  <a:lnTo>
                    <a:pt x="44878" y="63913"/>
                  </a:lnTo>
                  <a:lnTo>
                    <a:pt x="45151" y="63540"/>
                  </a:lnTo>
                  <a:lnTo>
                    <a:pt x="45242" y="63354"/>
                  </a:lnTo>
                  <a:lnTo>
                    <a:pt x="45425" y="63168"/>
                  </a:lnTo>
                  <a:lnTo>
                    <a:pt x="45880" y="62795"/>
                  </a:lnTo>
                  <a:lnTo>
                    <a:pt x="46700" y="62143"/>
                  </a:lnTo>
                  <a:lnTo>
                    <a:pt x="47566" y="61304"/>
                  </a:lnTo>
                  <a:lnTo>
                    <a:pt x="48067" y="60978"/>
                  </a:lnTo>
                  <a:lnTo>
                    <a:pt x="48477" y="60652"/>
                  </a:lnTo>
                  <a:lnTo>
                    <a:pt x="48751" y="59953"/>
                  </a:lnTo>
                  <a:lnTo>
                    <a:pt x="49707" y="59348"/>
                  </a:lnTo>
                  <a:lnTo>
                    <a:pt x="49981" y="59208"/>
                  </a:lnTo>
                  <a:lnTo>
                    <a:pt x="50755" y="58882"/>
                  </a:lnTo>
                  <a:lnTo>
                    <a:pt x="50983" y="58789"/>
                  </a:lnTo>
                  <a:lnTo>
                    <a:pt x="51712" y="58602"/>
                  </a:lnTo>
                  <a:lnTo>
                    <a:pt x="52714" y="58090"/>
                  </a:lnTo>
                  <a:lnTo>
                    <a:pt x="53626" y="57624"/>
                  </a:lnTo>
                  <a:lnTo>
                    <a:pt x="53854" y="57484"/>
                  </a:lnTo>
                  <a:lnTo>
                    <a:pt x="54172" y="57345"/>
                  </a:lnTo>
                  <a:lnTo>
                    <a:pt x="54719" y="57112"/>
                  </a:lnTo>
                  <a:lnTo>
                    <a:pt x="56769" y="55854"/>
                  </a:lnTo>
                  <a:lnTo>
                    <a:pt x="56906" y="55714"/>
                  </a:lnTo>
                  <a:lnTo>
                    <a:pt x="57088" y="55528"/>
                  </a:lnTo>
                  <a:lnTo>
                    <a:pt x="58000" y="54643"/>
                  </a:lnTo>
                  <a:lnTo>
                    <a:pt x="59321" y="53105"/>
                  </a:lnTo>
                  <a:lnTo>
                    <a:pt x="60369" y="51242"/>
                  </a:lnTo>
                  <a:lnTo>
                    <a:pt x="60916" y="50077"/>
                  </a:lnTo>
                  <a:lnTo>
                    <a:pt x="61918" y="49379"/>
                  </a:lnTo>
                  <a:lnTo>
                    <a:pt x="62875" y="48074"/>
                  </a:lnTo>
                  <a:lnTo>
                    <a:pt x="63558" y="45559"/>
                  </a:lnTo>
                  <a:lnTo>
                    <a:pt x="64014" y="42158"/>
                  </a:lnTo>
                  <a:lnTo>
                    <a:pt x="64788" y="41413"/>
                  </a:lnTo>
                  <a:lnTo>
                    <a:pt x="67112" y="40807"/>
                  </a:lnTo>
                  <a:lnTo>
                    <a:pt x="68205" y="40388"/>
                  </a:lnTo>
                  <a:lnTo>
                    <a:pt x="69618" y="39410"/>
                  </a:lnTo>
                  <a:lnTo>
                    <a:pt x="71486" y="38851"/>
                  </a:lnTo>
                  <a:lnTo>
                    <a:pt x="75131" y="36894"/>
                  </a:lnTo>
                  <a:lnTo>
                    <a:pt x="78958" y="34285"/>
                  </a:lnTo>
                  <a:lnTo>
                    <a:pt x="81692" y="31910"/>
                  </a:lnTo>
                  <a:lnTo>
                    <a:pt x="83013" y="29860"/>
                  </a:lnTo>
                  <a:lnTo>
                    <a:pt x="84927" y="26646"/>
                  </a:lnTo>
                  <a:lnTo>
                    <a:pt x="90166" y="24130"/>
                  </a:lnTo>
                  <a:lnTo>
                    <a:pt x="91032" y="23664"/>
                  </a:lnTo>
                  <a:lnTo>
                    <a:pt x="94495" y="23245"/>
                  </a:lnTo>
                  <a:lnTo>
                    <a:pt x="98367" y="22733"/>
                  </a:lnTo>
                  <a:lnTo>
                    <a:pt x="100964" y="22220"/>
                  </a:lnTo>
                  <a:lnTo>
                    <a:pt x="102468" y="22313"/>
                  </a:lnTo>
                  <a:lnTo>
                    <a:pt x="105612" y="21335"/>
                  </a:lnTo>
                  <a:lnTo>
                    <a:pt x="107753" y="21102"/>
                  </a:lnTo>
                  <a:lnTo>
                    <a:pt x="111170" y="21335"/>
                  </a:lnTo>
                  <a:lnTo>
                    <a:pt x="115954" y="22080"/>
                  </a:lnTo>
                  <a:lnTo>
                    <a:pt x="118004" y="20310"/>
                  </a:lnTo>
                  <a:lnTo>
                    <a:pt x="120510" y="19146"/>
                  </a:lnTo>
                  <a:lnTo>
                    <a:pt x="122971" y="18447"/>
                  </a:lnTo>
                  <a:lnTo>
                    <a:pt x="128210" y="17608"/>
                  </a:lnTo>
                  <a:lnTo>
                    <a:pt x="129349" y="16770"/>
                  </a:lnTo>
                  <a:lnTo>
                    <a:pt x="131126" y="16118"/>
                  </a:lnTo>
                  <a:lnTo>
                    <a:pt x="134224" y="15419"/>
                  </a:lnTo>
                  <a:lnTo>
                    <a:pt x="137140" y="13462"/>
                  </a:lnTo>
                  <a:lnTo>
                    <a:pt x="141332" y="10807"/>
                  </a:lnTo>
                  <a:lnTo>
                    <a:pt x="142699" y="9642"/>
                  </a:lnTo>
                  <a:lnTo>
                    <a:pt x="144020" y="8944"/>
                  </a:lnTo>
                  <a:lnTo>
                    <a:pt x="146207" y="6941"/>
                  </a:lnTo>
                  <a:lnTo>
                    <a:pt x="149351" y="6382"/>
                  </a:lnTo>
                  <a:lnTo>
                    <a:pt x="155411" y="6661"/>
                  </a:lnTo>
                  <a:lnTo>
                    <a:pt x="160195" y="6801"/>
                  </a:lnTo>
                  <a:lnTo>
                    <a:pt x="162473" y="6614"/>
                  </a:lnTo>
                  <a:lnTo>
                    <a:pt x="166619" y="931"/>
                  </a:lnTo>
                  <a:lnTo>
                    <a:pt x="1719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149734" y="3799674"/>
              <a:ext cx="122242" cy="134302"/>
            </a:xfrm>
            <a:custGeom>
              <a:avLst/>
              <a:pathLst>
                <a:path w="122242" h="134302">
                  <a:moveTo>
                    <a:pt x="116319" y="1211"/>
                  </a:moveTo>
                  <a:lnTo>
                    <a:pt x="115499" y="5962"/>
                  </a:lnTo>
                  <a:lnTo>
                    <a:pt x="115225" y="7453"/>
                  </a:lnTo>
                  <a:lnTo>
                    <a:pt x="115180" y="7686"/>
                  </a:lnTo>
                  <a:lnTo>
                    <a:pt x="114770" y="10434"/>
                  </a:lnTo>
                  <a:lnTo>
                    <a:pt x="113813" y="16211"/>
                  </a:lnTo>
                  <a:lnTo>
                    <a:pt x="113995" y="17282"/>
                  </a:lnTo>
                  <a:lnTo>
                    <a:pt x="113995" y="17469"/>
                  </a:lnTo>
                  <a:lnTo>
                    <a:pt x="114223" y="18819"/>
                  </a:lnTo>
                  <a:lnTo>
                    <a:pt x="114268" y="19146"/>
                  </a:lnTo>
                  <a:lnTo>
                    <a:pt x="114405" y="20124"/>
                  </a:lnTo>
                  <a:lnTo>
                    <a:pt x="114451" y="20264"/>
                  </a:lnTo>
                  <a:lnTo>
                    <a:pt x="114451" y="20497"/>
                  </a:lnTo>
                  <a:lnTo>
                    <a:pt x="114542" y="21056"/>
                  </a:lnTo>
                  <a:lnTo>
                    <a:pt x="114587" y="21195"/>
                  </a:lnTo>
                  <a:lnTo>
                    <a:pt x="115590" y="27810"/>
                  </a:lnTo>
                  <a:lnTo>
                    <a:pt x="115726" y="28882"/>
                  </a:lnTo>
                  <a:lnTo>
                    <a:pt x="115772" y="29021"/>
                  </a:lnTo>
                  <a:lnTo>
                    <a:pt x="116501" y="34099"/>
                  </a:lnTo>
                  <a:lnTo>
                    <a:pt x="117276" y="39084"/>
                  </a:lnTo>
                  <a:lnTo>
                    <a:pt x="117777" y="42298"/>
                  </a:lnTo>
                  <a:lnTo>
                    <a:pt x="117868" y="42997"/>
                  </a:lnTo>
                  <a:lnTo>
                    <a:pt x="117959" y="43649"/>
                  </a:lnTo>
                  <a:lnTo>
                    <a:pt x="118004" y="43789"/>
                  </a:lnTo>
                  <a:lnTo>
                    <a:pt x="118050" y="44208"/>
                  </a:lnTo>
                  <a:lnTo>
                    <a:pt x="118096" y="44534"/>
                  </a:lnTo>
                  <a:lnTo>
                    <a:pt x="118278" y="45792"/>
                  </a:lnTo>
                  <a:lnTo>
                    <a:pt x="118506" y="47329"/>
                  </a:lnTo>
                  <a:lnTo>
                    <a:pt x="118597" y="47702"/>
                  </a:lnTo>
                  <a:lnTo>
                    <a:pt x="118642" y="48167"/>
                  </a:lnTo>
                  <a:lnTo>
                    <a:pt x="118688" y="48540"/>
                  </a:lnTo>
                  <a:lnTo>
                    <a:pt x="118733" y="48866"/>
                  </a:lnTo>
                  <a:lnTo>
                    <a:pt x="118825" y="49239"/>
                  </a:lnTo>
                  <a:lnTo>
                    <a:pt x="119098" y="51289"/>
                  </a:lnTo>
                  <a:lnTo>
                    <a:pt x="119280" y="52267"/>
                  </a:lnTo>
                  <a:lnTo>
                    <a:pt x="119371" y="52826"/>
                  </a:lnTo>
                  <a:lnTo>
                    <a:pt x="119508" y="53804"/>
                  </a:lnTo>
                  <a:lnTo>
                    <a:pt x="119645" y="54922"/>
                  </a:lnTo>
                  <a:lnTo>
                    <a:pt x="120191" y="58509"/>
                  </a:lnTo>
                  <a:lnTo>
                    <a:pt x="120237" y="58742"/>
                  </a:lnTo>
                  <a:lnTo>
                    <a:pt x="121422" y="67127"/>
                  </a:lnTo>
                  <a:lnTo>
                    <a:pt x="122151" y="72158"/>
                  </a:lnTo>
                  <a:lnTo>
                    <a:pt x="122242" y="72857"/>
                  </a:lnTo>
                  <a:lnTo>
                    <a:pt x="121877" y="72950"/>
                  </a:lnTo>
                  <a:lnTo>
                    <a:pt x="121422" y="72997"/>
                  </a:lnTo>
                  <a:lnTo>
                    <a:pt x="116501" y="73742"/>
                  </a:lnTo>
                  <a:lnTo>
                    <a:pt x="115590" y="73882"/>
                  </a:lnTo>
                  <a:lnTo>
                    <a:pt x="112674" y="74301"/>
                  </a:lnTo>
                  <a:lnTo>
                    <a:pt x="112081" y="74394"/>
                  </a:lnTo>
                  <a:lnTo>
                    <a:pt x="111899" y="74441"/>
                  </a:lnTo>
                  <a:lnTo>
                    <a:pt x="106568" y="75233"/>
                  </a:lnTo>
                  <a:lnTo>
                    <a:pt x="103835" y="75606"/>
                  </a:lnTo>
                  <a:lnTo>
                    <a:pt x="100008" y="76118"/>
                  </a:lnTo>
                  <a:lnTo>
                    <a:pt x="97502" y="76397"/>
                  </a:lnTo>
                  <a:lnTo>
                    <a:pt x="97092" y="81475"/>
                  </a:lnTo>
                  <a:lnTo>
                    <a:pt x="96682" y="87065"/>
                  </a:lnTo>
                  <a:lnTo>
                    <a:pt x="90030" y="88090"/>
                  </a:lnTo>
                  <a:lnTo>
                    <a:pt x="88572" y="88276"/>
                  </a:lnTo>
                  <a:lnTo>
                    <a:pt x="83605" y="87997"/>
                  </a:lnTo>
                  <a:lnTo>
                    <a:pt x="79778" y="87857"/>
                  </a:lnTo>
                  <a:lnTo>
                    <a:pt x="79231" y="87811"/>
                  </a:lnTo>
                  <a:lnTo>
                    <a:pt x="76862" y="87717"/>
                  </a:lnTo>
                  <a:lnTo>
                    <a:pt x="75905" y="88603"/>
                  </a:lnTo>
                  <a:lnTo>
                    <a:pt x="73126" y="91025"/>
                  </a:lnTo>
                  <a:lnTo>
                    <a:pt x="70666" y="93214"/>
                  </a:lnTo>
                  <a:lnTo>
                    <a:pt x="68889" y="94798"/>
                  </a:lnTo>
                  <a:lnTo>
                    <a:pt x="67294" y="96242"/>
                  </a:lnTo>
                  <a:lnTo>
                    <a:pt x="66337" y="97034"/>
                  </a:lnTo>
                  <a:lnTo>
                    <a:pt x="66201" y="97174"/>
                  </a:lnTo>
                  <a:lnTo>
                    <a:pt x="66019" y="97360"/>
                  </a:lnTo>
                  <a:lnTo>
                    <a:pt x="65563" y="97826"/>
                  </a:lnTo>
                  <a:lnTo>
                    <a:pt x="64743" y="98525"/>
                  </a:lnTo>
                  <a:lnTo>
                    <a:pt x="62829" y="100714"/>
                  </a:lnTo>
                  <a:lnTo>
                    <a:pt x="61872" y="101879"/>
                  </a:lnTo>
                  <a:lnTo>
                    <a:pt x="61690" y="102112"/>
                  </a:lnTo>
                  <a:lnTo>
                    <a:pt x="60278" y="104395"/>
                  </a:lnTo>
                  <a:lnTo>
                    <a:pt x="59503" y="105932"/>
                  </a:lnTo>
                  <a:lnTo>
                    <a:pt x="58364" y="108121"/>
                  </a:lnTo>
                  <a:lnTo>
                    <a:pt x="58227" y="108354"/>
                  </a:lnTo>
                  <a:lnTo>
                    <a:pt x="57180" y="110450"/>
                  </a:lnTo>
                  <a:lnTo>
                    <a:pt x="54537" y="115621"/>
                  </a:lnTo>
                  <a:lnTo>
                    <a:pt x="53671" y="117345"/>
                  </a:lnTo>
                  <a:lnTo>
                    <a:pt x="49799" y="125124"/>
                  </a:lnTo>
                  <a:lnTo>
                    <a:pt x="48751" y="127314"/>
                  </a:lnTo>
                  <a:lnTo>
                    <a:pt x="45060" y="134302"/>
                  </a:lnTo>
                  <a:lnTo>
                    <a:pt x="41825" y="132112"/>
                  </a:lnTo>
                  <a:lnTo>
                    <a:pt x="39866" y="130761"/>
                  </a:lnTo>
                  <a:lnTo>
                    <a:pt x="39729" y="130668"/>
                  </a:lnTo>
                  <a:lnTo>
                    <a:pt x="39000" y="130156"/>
                  </a:lnTo>
                  <a:lnTo>
                    <a:pt x="38545" y="129829"/>
                  </a:lnTo>
                  <a:lnTo>
                    <a:pt x="37816" y="129364"/>
                  </a:lnTo>
                  <a:lnTo>
                    <a:pt x="37360" y="129038"/>
                  </a:lnTo>
                  <a:lnTo>
                    <a:pt x="37223" y="128944"/>
                  </a:lnTo>
                  <a:lnTo>
                    <a:pt x="37041" y="128805"/>
                  </a:lnTo>
                  <a:lnTo>
                    <a:pt x="35902" y="128059"/>
                  </a:lnTo>
                  <a:lnTo>
                    <a:pt x="34672" y="127174"/>
                  </a:lnTo>
                  <a:lnTo>
                    <a:pt x="33396" y="126336"/>
                  </a:lnTo>
                  <a:lnTo>
                    <a:pt x="31710" y="125124"/>
                  </a:lnTo>
                  <a:lnTo>
                    <a:pt x="31164" y="124798"/>
                  </a:lnTo>
                  <a:lnTo>
                    <a:pt x="30982" y="124659"/>
                  </a:lnTo>
                  <a:lnTo>
                    <a:pt x="29660" y="123774"/>
                  </a:lnTo>
                  <a:lnTo>
                    <a:pt x="28703" y="123121"/>
                  </a:lnTo>
                  <a:lnTo>
                    <a:pt x="26790" y="121817"/>
                  </a:lnTo>
                  <a:lnTo>
                    <a:pt x="24785" y="120419"/>
                  </a:lnTo>
                  <a:lnTo>
                    <a:pt x="24421" y="120233"/>
                  </a:lnTo>
                  <a:lnTo>
                    <a:pt x="20366" y="117438"/>
                  </a:lnTo>
                  <a:lnTo>
                    <a:pt x="12985" y="112547"/>
                  </a:lnTo>
                  <a:lnTo>
                    <a:pt x="6970" y="108634"/>
                  </a:lnTo>
                  <a:lnTo>
                    <a:pt x="182" y="103882"/>
                  </a:lnTo>
                  <a:lnTo>
                    <a:pt x="0" y="103742"/>
                  </a:lnTo>
                  <a:lnTo>
                    <a:pt x="1822" y="101553"/>
                  </a:lnTo>
                  <a:lnTo>
                    <a:pt x="3872" y="98991"/>
                  </a:lnTo>
                  <a:lnTo>
                    <a:pt x="7153" y="94985"/>
                  </a:lnTo>
                  <a:lnTo>
                    <a:pt x="7563" y="94426"/>
                  </a:lnTo>
                  <a:lnTo>
                    <a:pt x="11436" y="89674"/>
                  </a:lnTo>
                  <a:lnTo>
                    <a:pt x="14762" y="85528"/>
                  </a:lnTo>
                  <a:lnTo>
                    <a:pt x="18406" y="81056"/>
                  </a:lnTo>
                  <a:lnTo>
                    <a:pt x="18862" y="80497"/>
                  </a:lnTo>
                  <a:lnTo>
                    <a:pt x="21824" y="76491"/>
                  </a:lnTo>
                  <a:lnTo>
                    <a:pt x="25195" y="72624"/>
                  </a:lnTo>
                  <a:lnTo>
                    <a:pt x="27701" y="69503"/>
                  </a:lnTo>
                  <a:lnTo>
                    <a:pt x="28066" y="69084"/>
                  </a:lnTo>
                  <a:lnTo>
                    <a:pt x="29842" y="66848"/>
                  </a:lnTo>
                  <a:lnTo>
                    <a:pt x="31710" y="64519"/>
                  </a:lnTo>
                  <a:lnTo>
                    <a:pt x="35401" y="59907"/>
                  </a:lnTo>
                  <a:lnTo>
                    <a:pt x="39092" y="55295"/>
                  </a:lnTo>
                  <a:lnTo>
                    <a:pt x="41005" y="52919"/>
                  </a:lnTo>
                  <a:lnTo>
                    <a:pt x="42554" y="51009"/>
                  </a:lnTo>
                  <a:lnTo>
                    <a:pt x="42782" y="50683"/>
                  </a:lnTo>
                  <a:lnTo>
                    <a:pt x="46427" y="46211"/>
                  </a:lnTo>
                  <a:lnTo>
                    <a:pt x="48295" y="43835"/>
                  </a:lnTo>
                  <a:lnTo>
                    <a:pt x="50072" y="41599"/>
                  </a:lnTo>
                  <a:lnTo>
                    <a:pt x="53808" y="36987"/>
                  </a:lnTo>
                  <a:lnTo>
                    <a:pt x="57453" y="32469"/>
                  </a:lnTo>
                  <a:lnTo>
                    <a:pt x="57544" y="32329"/>
                  </a:lnTo>
                  <a:lnTo>
                    <a:pt x="61098" y="27857"/>
                  </a:lnTo>
                  <a:lnTo>
                    <a:pt x="64743" y="23385"/>
                  </a:lnTo>
                  <a:lnTo>
                    <a:pt x="64925" y="23152"/>
                  </a:lnTo>
                  <a:lnTo>
                    <a:pt x="68524" y="18773"/>
                  </a:lnTo>
                  <a:lnTo>
                    <a:pt x="72306" y="14068"/>
                  </a:lnTo>
                  <a:lnTo>
                    <a:pt x="76133" y="9409"/>
                  </a:lnTo>
                  <a:lnTo>
                    <a:pt x="79641" y="4844"/>
                  </a:lnTo>
                  <a:lnTo>
                    <a:pt x="79960" y="5077"/>
                  </a:lnTo>
                  <a:lnTo>
                    <a:pt x="88480" y="3913"/>
                  </a:lnTo>
                  <a:lnTo>
                    <a:pt x="89346" y="3773"/>
                  </a:lnTo>
                  <a:lnTo>
                    <a:pt x="90030" y="3680"/>
                  </a:lnTo>
                  <a:lnTo>
                    <a:pt x="96454" y="2748"/>
                  </a:lnTo>
                  <a:lnTo>
                    <a:pt x="96727" y="2701"/>
                  </a:lnTo>
                  <a:lnTo>
                    <a:pt x="97092" y="2655"/>
                  </a:lnTo>
                  <a:lnTo>
                    <a:pt x="98276" y="2515"/>
                  </a:lnTo>
                  <a:lnTo>
                    <a:pt x="103607" y="1770"/>
                  </a:lnTo>
                  <a:lnTo>
                    <a:pt x="108300" y="1118"/>
                  </a:lnTo>
                  <a:lnTo>
                    <a:pt x="112081" y="605"/>
                  </a:lnTo>
                  <a:lnTo>
                    <a:pt x="112674" y="512"/>
                  </a:lnTo>
                  <a:lnTo>
                    <a:pt x="1165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46395" y="3765155"/>
              <a:ext cx="421036" cy="310762"/>
            </a:xfrm>
            <a:custGeom>
              <a:avLst/>
              <a:pathLst>
                <a:path w="421036" h="310762">
                  <a:moveTo>
                    <a:pt x="143975" y="186"/>
                  </a:moveTo>
                  <a:lnTo>
                    <a:pt x="145752" y="3260"/>
                  </a:lnTo>
                  <a:lnTo>
                    <a:pt x="145934" y="3586"/>
                  </a:lnTo>
                  <a:lnTo>
                    <a:pt x="146435" y="4425"/>
                  </a:lnTo>
                  <a:lnTo>
                    <a:pt x="147118" y="5590"/>
                  </a:lnTo>
                  <a:lnTo>
                    <a:pt x="150080" y="10667"/>
                  </a:lnTo>
                  <a:lnTo>
                    <a:pt x="150536" y="11506"/>
                  </a:lnTo>
                  <a:lnTo>
                    <a:pt x="150900" y="12111"/>
                  </a:lnTo>
                  <a:lnTo>
                    <a:pt x="154181" y="17795"/>
                  </a:lnTo>
                  <a:lnTo>
                    <a:pt x="154545" y="18354"/>
                  </a:lnTo>
                  <a:lnTo>
                    <a:pt x="156413" y="21661"/>
                  </a:lnTo>
                  <a:lnTo>
                    <a:pt x="158327" y="24969"/>
                  </a:lnTo>
                  <a:lnTo>
                    <a:pt x="158418" y="25155"/>
                  </a:lnTo>
                  <a:lnTo>
                    <a:pt x="158646" y="25528"/>
                  </a:lnTo>
                  <a:lnTo>
                    <a:pt x="159648" y="27484"/>
                  </a:lnTo>
                  <a:lnTo>
                    <a:pt x="160058" y="28276"/>
                  </a:lnTo>
                  <a:lnTo>
                    <a:pt x="163384" y="34192"/>
                  </a:lnTo>
                  <a:lnTo>
                    <a:pt x="163840" y="35823"/>
                  </a:lnTo>
                  <a:lnTo>
                    <a:pt x="164113" y="36521"/>
                  </a:lnTo>
                  <a:lnTo>
                    <a:pt x="167075" y="37872"/>
                  </a:lnTo>
                  <a:lnTo>
                    <a:pt x="180880" y="33959"/>
                  </a:lnTo>
                  <a:lnTo>
                    <a:pt x="182110" y="33587"/>
                  </a:lnTo>
                  <a:lnTo>
                    <a:pt x="182884" y="33633"/>
                  </a:lnTo>
                  <a:lnTo>
                    <a:pt x="183203" y="33633"/>
                  </a:lnTo>
                  <a:lnTo>
                    <a:pt x="184388" y="33447"/>
                  </a:lnTo>
                  <a:lnTo>
                    <a:pt x="185026" y="33400"/>
                  </a:lnTo>
                  <a:lnTo>
                    <a:pt x="185573" y="33726"/>
                  </a:lnTo>
                  <a:lnTo>
                    <a:pt x="186302" y="33587"/>
                  </a:lnTo>
                  <a:lnTo>
                    <a:pt x="187304" y="33167"/>
                  </a:lnTo>
                  <a:lnTo>
                    <a:pt x="188625" y="32748"/>
                  </a:lnTo>
                  <a:lnTo>
                    <a:pt x="189764" y="32795"/>
                  </a:lnTo>
                  <a:lnTo>
                    <a:pt x="190448" y="32934"/>
                  </a:lnTo>
                  <a:lnTo>
                    <a:pt x="191405" y="33028"/>
                  </a:lnTo>
                  <a:lnTo>
                    <a:pt x="194412" y="31118"/>
                  </a:lnTo>
                  <a:lnTo>
                    <a:pt x="199560" y="29767"/>
                  </a:lnTo>
                  <a:lnTo>
                    <a:pt x="206030" y="30186"/>
                  </a:lnTo>
                  <a:lnTo>
                    <a:pt x="212773" y="33540"/>
                  </a:lnTo>
                  <a:lnTo>
                    <a:pt x="214960" y="35124"/>
                  </a:lnTo>
                  <a:lnTo>
                    <a:pt x="216327" y="36102"/>
                  </a:lnTo>
                  <a:lnTo>
                    <a:pt x="221521" y="39503"/>
                  </a:lnTo>
                  <a:lnTo>
                    <a:pt x="224163" y="40202"/>
                  </a:lnTo>
                  <a:lnTo>
                    <a:pt x="225667" y="40574"/>
                  </a:lnTo>
                  <a:lnTo>
                    <a:pt x="227398" y="40994"/>
                  </a:lnTo>
                  <a:lnTo>
                    <a:pt x="232046" y="39643"/>
                  </a:lnTo>
                  <a:lnTo>
                    <a:pt x="235235" y="39782"/>
                  </a:lnTo>
                  <a:lnTo>
                    <a:pt x="236420" y="40761"/>
                  </a:lnTo>
                  <a:lnTo>
                    <a:pt x="238607" y="42112"/>
                  </a:lnTo>
                  <a:lnTo>
                    <a:pt x="242662" y="42950"/>
                  </a:lnTo>
                  <a:lnTo>
                    <a:pt x="247035" y="43230"/>
                  </a:lnTo>
                  <a:lnTo>
                    <a:pt x="248721" y="43369"/>
                  </a:lnTo>
                  <a:lnTo>
                    <a:pt x="249815" y="43602"/>
                  </a:lnTo>
                  <a:lnTo>
                    <a:pt x="250772" y="42624"/>
                  </a:lnTo>
                  <a:lnTo>
                    <a:pt x="251637" y="40341"/>
                  </a:lnTo>
                  <a:lnTo>
                    <a:pt x="252366" y="38152"/>
                  </a:lnTo>
                  <a:lnTo>
                    <a:pt x="253505" y="37220"/>
                  </a:lnTo>
                  <a:lnTo>
                    <a:pt x="256831" y="35217"/>
                  </a:lnTo>
                  <a:lnTo>
                    <a:pt x="258244" y="33866"/>
                  </a:lnTo>
                  <a:lnTo>
                    <a:pt x="260112" y="31211"/>
                  </a:lnTo>
                  <a:lnTo>
                    <a:pt x="260704" y="29347"/>
                  </a:lnTo>
                  <a:lnTo>
                    <a:pt x="261023" y="27950"/>
                  </a:lnTo>
                  <a:lnTo>
                    <a:pt x="261433" y="26366"/>
                  </a:lnTo>
                  <a:lnTo>
                    <a:pt x="263119" y="24223"/>
                  </a:lnTo>
                  <a:lnTo>
                    <a:pt x="264805" y="23105"/>
                  </a:lnTo>
                  <a:lnTo>
                    <a:pt x="266991" y="21521"/>
                  </a:lnTo>
                  <a:lnTo>
                    <a:pt x="268358" y="20124"/>
                  </a:lnTo>
                  <a:lnTo>
                    <a:pt x="269999" y="19099"/>
                  </a:lnTo>
                  <a:lnTo>
                    <a:pt x="271912" y="17888"/>
                  </a:lnTo>
                  <a:lnTo>
                    <a:pt x="272869" y="16583"/>
                  </a:lnTo>
                  <a:lnTo>
                    <a:pt x="274281" y="15372"/>
                  </a:lnTo>
                  <a:lnTo>
                    <a:pt x="279248" y="14627"/>
                  </a:lnTo>
                  <a:lnTo>
                    <a:pt x="282255" y="13462"/>
                  </a:lnTo>
                  <a:lnTo>
                    <a:pt x="284077" y="13183"/>
                  </a:lnTo>
                  <a:lnTo>
                    <a:pt x="286127" y="13183"/>
                  </a:lnTo>
                  <a:lnTo>
                    <a:pt x="287768" y="13229"/>
                  </a:lnTo>
                  <a:lnTo>
                    <a:pt x="289499" y="13229"/>
                  </a:lnTo>
                  <a:lnTo>
                    <a:pt x="291048" y="13136"/>
                  </a:lnTo>
                  <a:lnTo>
                    <a:pt x="293144" y="13882"/>
                  </a:lnTo>
                  <a:lnTo>
                    <a:pt x="295331" y="14114"/>
                  </a:lnTo>
                  <a:lnTo>
                    <a:pt x="296197" y="14254"/>
                  </a:lnTo>
                  <a:lnTo>
                    <a:pt x="299614" y="14347"/>
                  </a:lnTo>
                  <a:lnTo>
                    <a:pt x="301527" y="14534"/>
                  </a:lnTo>
                  <a:lnTo>
                    <a:pt x="303441" y="13835"/>
                  </a:lnTo>
                  <a:lnTo>
                    <a:pt x="305901" y="12950"/>
                  </a:lnTo>
                  <a:lnTo>
                    <a:pt x="307223" y="12717"/>
                  </a:lnTo>
                  <a:lnTo>
                    <a:pt x="310366" y="12764"/>
                  </a:lnTo>
                  <a:lnTo>
                    <a:pt x="313966" y="13183"/>
                  </a:lnTo>
                  <a:lnTo>
                    <a:pt x="315697" y="12717"/>
                  </a:lnTo>
                  <a:lnTo>
                    <a:pt x="317155" y="12857"/>
                  </a:lnTo>
                  <a:lnTo>
                    <a:pt x="319798" y="13462"/>
                  </a:lnTo>
                  <a:lnTo>
                    <a:pt x="321256" y="13323"/>
                  </a:lnTo>
                  <a:lnTo>
                    <a:pt x="322622" y="13183"/>
                  </a:lnTo>
                  <a:lnTo>
                    <a:pt x="324901" y="12810"/>
                  </a:lnTo>
                  <a:lnTo>
                    <a:pt x="327133" y="12018"/>
                  </a:lnTo>
                  <a:lnTo>
                    <a:pt x="330505" y="12251"/>
                  </a:lnTo>
                  <a:lnTo>
                    <a:pt x="332190" y="13043"/>
                  </a:lnTo>
                  <a:lnTo>
                    <a:pt x="333011" y="14394"/>
                  </a:lnTo>
                  <a:lnTo>
                    <a:pt x="333922" y="15372"/>
                  </a:lnTo>
                  <a:lnTo>
                    <a:pt x="335152" y="15792"/>
                  </a:lnTo>
                  <a:lnTo>
                    <a:pt x="336610" y="16723"/>
                  </a:lnTo>
                  <a:lnTo>
                    <a:pt x="336883" y="16816"/>
                  </a:lnTo>
                  <a:lnTo>
                    <a:pt x="338615" y="17515"/>
                  </a:lnTo>
                  <a:lnTo>
                    <a:pt x="339799" y="17375"/>
                  </a:lnTo>
                  <a:lnTo>
                    <a:pt x="341622" y="16397"/>
                  </a:lnTo>
                  <a:lnTo>
                    <a:pt x="343080" y="15233"/>
                  </a:lnTo>
                  <a:lnTo>
                    <a:pt x="343718" y="15000"/>
                  </a:lnTo>
                  <a:lnTo>
                    <a:pt x="345403" y="14347"/>
                  </a:lnTo>
                  <a:lnTo>
                    <a:pt x="346633" y="13555"/>
                  </a:lnTo>
                  <a:lnTo>
                    <a:pt x="348410" y="12717"/>
                  </a:lnTo>
                  <a:lnTo>
                    <a:pt x="350688" y="11925"/>
                  </a:lnTo>
                  <a:lnTo>
                    <a:pt x="352465" y="11413"/>
                  </a:lnTo>
                  <a:lnTo>
                    <a:pt x="353969" y="11226"/>
                  </a:lnTo>
                  <a:lnTo>
                    <a:pt x="355564" y="10993"/>
                  </a:lnTo>
                  <a:lnTo>
                    <a:pt x="356885" y="10993"/>
                  </a:lnTo>
                  <a:lnTo>
                    <a:pt x="358069" y="11226"/>
                  </a:lnTo>
                  <a:lnTo>
                    <a:pt x="363218" y="9782"/>
                  </a:lnTo>
                  <a:lnTo>
                    <a:pt x="383584" y="9829"/>
                  </a:lnTo>
                  <a:lnTo>
                    <a:pt x="396205" y="11925"/>
                  </a:lnTo>
                  <a:lnTo>
                    <a:pt x="393881" y="21754"/>
                  </a:lnTo>
                  <a:lnTo>
                    <a:pt x="392560" y="29301"/>
                  </a:lnTo>
                  <a:lnTo>
                    <a:pt x="391831" y="31164"/>
                  </a:lnTo>
                  <a:lnTo>
                    <a:pt x="387867" y="41459"/>
                  </a:lnTo>
                  <a:lnTo>
                    <a:pt x="387138" y="48494"/>
                  </a:lnTo>
                  <a:lnTo>
                    <a:pt x="389598" y="59394"/>
                  </a:lnTo>
                  <a:lnTo>
                    <a:pt x="390191" y="65497"/>
                  </a:lnTo>
                  <a:lnTo>
                    <a:pt x="390464" y="68432"/>
                  </a:lnTo>
                  <a:lnTo>
                    <a:pt x="392742" y="82220"/>
                  </a:lnTo>
                  <a:lnTo>
                    <a:pt x="394246" y="86879"/>
                  </a:lnTo>
                  <a:lnTo>
                    <a:pt x="395612" y="92981"/>
                  </a:lnTo>
                  <a:lnTo>
                    <a:pt x="399986" y="93214"/>
                  </a:lnTo>
                  <a:lnTo>
                    <a:pt x="404406" y="92842"/>
                  </a:lnTo>
                  <a:lnTo>
                    <a:pt x="408734" y="90839"/>
                  </a:lnTo>
                  <a:lnTo>
                    <a:pt x="410055" y="90652"/>
                  </a:lnTo>
                  <a:lnTo>
                    <a:pt x="412288" y="91118"/>
                  </a:lnTo>
                  <a:lnTo>
                    <a:pt x="413290" y="96801"/>
                  </a:lnTo>
                  <a:lnTo>
                    <a:pt x="413063" y="108541"/>
                  </a:lnTo>
                  <a:lnTo>
                    <a:pt x="413199" y="124426"/>
                  </a:lnTo>
                  <a:lnTo>
                    <a:pt x="412744" y="128106"/>
                  </a:lnTo>
                  <a:lnTo>
                    <a:pt x="411331" y="130668"/>
                  </a:lnTo>
                  <a:lnTo>
                    <a:pt x="410238" y="131600"/>
                  </a:lnTo>
                  <a:lnTo>
                    <a:pt x="409463" y="132205"/>
                  </a:lnTo>
                  <a:lnTo>
                    <a:pt x="407823" y="132904"/>
                  </a:lnTo>
                  <a:lnTo>
                    <a:pt x="408461" y="133975"/>
                  </a:lnTo>
                  <a:lnTo>
                    <a:pt x="408461" y="135233"/>
                  </a:lnTo>
                  <a:lnTo>
                    <a:pt x="409190" y="137143"/>
                  </a:lnTo>
                  <a:lnTo>
                    <a:pt x="411103" y="139659"/>
                  </a:lnTo>
                  <a:lnTo>
                    <a:pt x="414202" y="142221"/>
                  </a:lnTo>
                  <a:lnTo>
                    <a:pt x="415250" y="144084"/>
                  </a:lnTo>
                  <a:lnTo>
                    <a:pt x="418302" y="146367"/>
                  </a:lnTo>
                  <a:lnTo>
                    <a:pt x="420854" y="149581"/>
                  </a:lnTo>
                  <a:lnTo>
                    <a:pt x="421036" y="152563"/>
                  </a:lnTo>
                  <a:lnTo>
                    <a:pt x="420079" y="154146"/>
                  </a:lnTo>
                  <a:lnTo>
                    <a:pt x="418484" y="156243"/>
                  </a:lnTo>
                  <a:lnTo>
                    <a:pt x="417118" y="158199"/>
                  </a:lnTo>
                  <a:lnTo>
                    <a:pt x="415523" y="159876"/>
                  </a:lnTo>
                  <a:lnTo>
                    <a:pt x="413928" y="162718"/>
                  </a:lnTo>
                  <a:lnTo>
                    <a:pt x="411878" y="164535"/>
                  </a:lnTo>
                  <a:lnTo>
                    <a:pt x="409737" y="163929"/>
                  </a:lnTo>
                  <a:lnTo>
                    <a:pt x="404998" y="164162"/>
                  </a:lnTo>
                  <a:lnTo>
                    <a:pt x="401991" y="165420"/>
                  </a:lnTo>
                  <a:lnTo>
                    <a:pt x="400396" y="167097"/>
                  </a:lnTo>
                  <a:lnTo>
                    <a:pt x="398346" y="167190"/>
                  </a:lnTo>
                  <a:lnTo>
                    <a:pt x="396205" y="167330"/>
                  </a:lnTo>
                  <a:lnTo>
                    <a:pt x="392742" y="167330"/>
                  </a:lnTo>
                  <a:lnTo>
                    <a:pt x="390828" y="168075"/>
                  </a:lnTo>
                  <a:lnTo>
                    <a:pt x="386454" y="168028"/>
                  </a:lnTo>
                  <a:lnTo>
                    <a:pt x="384176" y="169938"/>
                  </a:lnTo>
                  <a:lnTo>
                    <a:pt x="382673" y="171103"/>
                  </a:lnTo>
                  <a:lnTo>
                    <a:pt x="382172" y="173432"/>
                  </a:lnTo>
                  <a:lnTo>
                    <a:pt x="382946" y="177159"/>
                  </a:lnTo>
                  <a:lnTo>
                    <a:pt x="384222" y="179395"/>
                  </a:lnTo>
                  <a:lnTo>
                    <a:pt x="384541" y="181258"/>
                  </a:lnTo>
                  <a:lnTo>
                    <a:pt x="386272" y="183401"/>
                  </a:lnTo>
                  <a:lnTo>
                    <a:pt x="390191" y="191321"/>
                  </a:lnTo>
                  <a:lnTo>
                    <a:pt x="390920" y="194675"/>
                  </a:lnTo>
                  <a:lnTo>
                    <a:pt x="391557" y="199473"/>
                  </a:lnTo>
                  <a:lnTo>
                    <a:pt x="390464" y="203619"/>
                  </a:lnTo>
                  <a:lnTo>
                    <a:pt x="387457" y="208929"/>
                  </a:lnTo>
                  <a:lnTo>
                    <a:pt x="383083" y="215358"/>
                  </a:lnTo>
                  <a:lnTo>
                    <a:pt x="379210" y="220389"/>
                  </a:lnTo>
                  <a:lnTo>
                    <a:pt x="371738" y="228355"/>
                  </a:lnTo>
                  <a:lnTo>
                    <a:pt x="366544" y="239535"/>
                  </a:lnTo>
                  <a:lnTo>
                    <a:pt x="364630" y="248852"/>
                  </a:lnTo>
                  <a:lnTo>
                    <a:pt x="363856" y="257144"/>
                  </a:lnTo>
                  <a:lnTo>
                    <a:pt x="363719" y="258681"/>
                  </a:lnTo>
                  <a:lnTo>
                    <a:pt x="362170" y="260405"/>
                  </a:lnTo>
                  <a:lnTo>
                    <a:pt x="358206" y="264784"/>
                  </a:lnTo>
                  <a:lnTo>
                    <a:pt x="356338" y="266554"/>
                  </a:lnTo>
                  <a:lnTo>
                    <a:pt x="354379" y="267998"/>
                  </a:lnTo>
                  <a:lnTo>
                    <a:pt x="341804" y="264691"/>
                  </a:lnTo>
                  <a:lnTo>
                    <a:pt x="334332" y="262874"/>
                  </a:lnTo>
                  <a:lnTo>
                    <a:pt x="332373" y="263246"/>
                  </a:lnTo>
                  <a:lnTo>
                    <a:pt x="329047" y="266787"/>
                  </a:lnTo>
                  <a:lnTo>
                    <a:pt x="327816" y="267299"/>
                  </a:lnTo>
                  <a:lnTo>
                    <a:pt x="327042" y="268231"/>
                  </a:lnTo>
                  <a:lnTo>
                    <a:pt x="325675" y="269582"/>
                  </a:lnTo>
                  <a:lnTo>
                    <a:pt x="325538" y="269768"/>
                  </a:lnTo>
                  <a:lnTo>
                    <a:pt x="321210" y="272284"/>
                  </a:lnTo>
                  <a:lnTo>
                    <a:pt x="319433" y="273402"/>
                  </a:lnTo>
                  <a:lnTo>
                    <a:pt x="318567" y="273914"/>
                  </a:lnTo>
                  <a:lnTo>
                    <a:pt x="317246" y="275871"/>
                  </a:lnTo>
                  <a:lnTo>
                    <a:pt x="317474" y="277827"/>
                  </a:lnTo>
                  <a:lnTo>
                    <a:pt x="316654" y="280622"/>
                  </a:lnTo>
                  <a:lnTo>
                    <a:pt x="315196" y="284629"/>
                  </a:lnTo>
                  <a:lnTo>
                    <a:pt x="314740" y="285653"/>
                  </a:lnTo>
                  <a:lnTo>
                    <a:pt x="312918" y="289986"/>
                  </a:lnTo>
                  <a:lnTo>
                    <a:pt x="310321" y="291243"/>
                  </a:lnTo>
                  <a:lnTo>
                    <a:pt x="307496" y="292874"/>
                  </a:lnTo>
                  <a:lnTo>
                    <a:pt x="303350" y="294504"/>
                  </a:lnTo>
                  <a:lnTo>
                    <a:pt x="300388" y="296647"/>
                  </a:lnTo>
                  <a:lnTo>
                    <a:pt x="298566" y="302657"/>
                  </a:lnTo>
                  <a:lnTo>
                    <a:pt x="297928" y="304799"/>
                  </a:lnTo>
                  <a:lnTo>
                    <a:pt x="297563" y="305265"/>
                  </a:lnTo>
                  <a:lnTo>
                    <a:pt x="293782" y="302610"/>
                  </a:lnTo>
                  <a:lnTo>
                    <a:pt x="292962" y="302191"/>
                  </a:lnTo>
                  <a:lnTo>
                    <a:pt x="288952" y="300141"/>
                  </a:lnTo>
                  <a:lnTo>
                    <a:pt x="286993" y="299489"/>
                  </a:lnTo>
                  <a:lnTo>
                    <a:pt x="284032" y="299256"/>
                  </a:lnTo>
                  <a:lnTo>
                    <a:pt x="283303" y="299535"/>
                  </a:lnTo>
                  <a:lnTo>
                    <a:pt x="282300" y="299862"/>
                  </a:lnTo>
                  <a:lnTo>
                    <a:pt x="280523" y="299908"/>
                  </a:lnTo>
                  <a:lnTo>
                    <a:pt x="279156" y="299303"/>
                  </a:lnTo>
                  <a:lnTo>
                    <a:pt x="277562" y="297113"/>
                  </a:lnTo>
                  <a:lnTo>
                    <a:pt x="275830" y="295855"/>
                  </a:lnTo>
                  <a:lnTo>
                    <a:pt x="272823" y="295389"/>
                  </a:lnTo>
                  <a:lnTo>
                    <a:pt x="267310" y="289893"/>
                  </a:lnTo>
                  <a:lnTo>
                    <a:pt x="264394" y="289380"/>
                  </a:lnTo>
                  <a:lnTo>
                    <a:pt x="261980" y="289753"/>
                  </a:lnTo>
                  <a:lnTo>
                    <a:pt x="260932" y="289846"/>
                  </a:lnTo>
                  <a:lnTo>
                    <a:pt x="258654" y="290824"/>
                  </a:lnTo>
                  <a:lnTo>
                    <a:pt x="255647" y="290452"/>
                  </a:lnTo>
                  <a:lnTo>
                    <a:pt x="253323" y="289753"/>
                  </a:lnTo>
                  <a:lnTo>
                    <a:pt x="252776" y="289613"/>
                  </a:lnTo>
                  <a:lnTo>
                    <a:pt x="252457" y="289939"/>
                  </a:lnTo>
                  <a:lnTo>
                    <a:pt x="251318" y="291011"/>
                  </a:lnTo>
                  <a:lnTo>
                    <a:pt x="249724" y="293759"/>
                  </a:lnTo>
                  <a:lnTo>
                    <a:pt x="247218" y="295716"/>
                  </a:lnTo>
                  <a:lnTo>
                    <a:pt x="243527" y="296181"/>
                  </a:lnTo>
                  <a:lnTo>
                    <a:pt x="241933" y="296181"/>
                  </a:lnTo>
                  <a:lnTo>
                    <a:pt x="240338" y="296228"/>
                  </a:lnTo>
                  <a:lnTo>
                    <a:pt x="237786" y="297253"/>
                  </a:lnTo>
                  <a:lnTo>
                    <a:pt x="237604" y="297346"/>
                  </a:lnTo>
                  <a:lnTo>
                    <a:pt x="233458" y="298371"/>
                  </a:lnTo>
                  <a:lnTo>
                    <a:pt x="227945" y="301492"/>
                  </a:lnTo>
                  <a:lnTo>
                    <a:pt x="226760" y="302144"/>
                  </a:lnTo>
                  <a:lnTo>
                    <a:pt x="224391" y="303029"/>
                  </a:lnTo>
                  <a:lnTo>
                    <a:pt x="220291" y="303495"/>
                  </a:lnTo>
                  <a:lnTo>
                    <a:pt x="216874" y="304520"/>
                  </a:lnTo>
                  <a:lnTo>
                    <a:pt x="215507" y="305312"/>
                  </a:lnTo>
                  <a:lnTo>
                    <a:pt x="211042" y="308060"/>
                  </a:lnTo>
                  <a:lnTo>
                    <a:pt x="206713" y="309411"/>
                  </a:lnTo>
                  <a:lnTo>
                    <a:pt x="202613" y="309598"/>
                  </a:lnTo>
                  <a:lnTo>
                    <a:pt x="194913" y="309411"/>
                  </a:lnTo>
                  <a:lnTo>
                    <a:pt x="188580" y="310762"/>
                  </a:lnTo>
                  <a:lnTo>
                    <a:pt x="187076" y="310483"/>
                  </a:lnTo>
                  <a:lnTo>
                    <a:pt x="182155" y="307501"/>
                  </a:lnTo>
                  <a:lnTo>
                    <a:pt x="179832" y="306756"/>
                  </a:lnTo>
                  <a:lnTo>
                    <a:pt x="177554" y="306756"/>
                  </a:lnTo>
                  <a:lnTo>
                    <a:pt x="175822" y="306197"/>
                  </a:lnTo>
                  <a:lnTo>
                    <a:pt x="174228" y="305917"/>
                  </a:lnTo>
                  <a:lnTo>
                    <a:pt x="167712" y="304893"/>
                  </a:lnTo>
                  <a:lnTo>
                    <a:pt x="164295" y="304380"/>
                  </a:lnTo>
                  <a:lnTo>
                    <a:pt x="160833" y="304473"/>
                  </a:lnTo>
                  <a:lnTo>
                    <a:pt x="160650" y="302983"/>
                  </a:lnTo>
                  <a:lnTo>
                    <a:pt x="159511" y="301073"/>
                  </a:lnTo>
                  <a:lnTo>
                    <a:pt x="158691" y="299629"/>
                  </a:lnTo>
                  <a:lnTo>
                    <a:pt x="157461" y="298650"/>
                  </a:lnTo>
                  <a:lnTo>
                    <a:pt x="157279" y="298464"/>
                  </a:lnTo>
                  <a:lnTo>
                    <a:pt x="153907" y="298697"/>
                  </a:lnTo>
                  <a:lnTo>
                    <a:pt x="150672" y="297346"/>
                  </a:lnTo>
                  <a:lnTo>
                    <a:pt x="148576" y="296554"/>
                  </a:lnTo>
                  <a:lnTo>
                    <a:pt x="147027" y="295157"/>
                  </a:lnTo>
                  <a:lnTo>
                    <a:pt x="144749" y="291989"/>
                  </a:lnTo>
                  <a:lnTo>
                    <a:pt x="141924" y="289986"/>
                  </a:lnTo>
                  <a:lnTo>
                    <a:pt x="139327" y="288542"/>
                  </a:lnTo>
                  <a:lnTo>
                    <a:pt x="136822" y="288588"/>
                  </a:lnTo>
                  <a:lnTo>
                    <a:pt x="134635" y="288309"/>
                  </a:lnTo>
                  <a:lnTo>
                    <a:pt x="131081" y="285933"/>
                  </a:lnTo>
                  <a:lnTo>
                    <a:pt x="129805" y="284955"/>
                  </a:lnTo>
                  <a:lnTo>
                    <a:pt x="129122" y="282951"/>
                  </a:lnTo>
                  <a:lnTo>
                    <a:pt x="131445" y="280250"/>
                  </a:lnTo>
                  <a:lnTo>
                    <a:pt x="131491" y="279504"/>
                  </a:lnTo>
                  <a:lnTo>
                    <a:pt x="130853" y="278340"/>
                  </a:lnTo>
                  <a:lnTo>
                    <a:pt x="129213" y="275405"/>
                  </a:lnTo>
                  <a:lnTo>
                    <a:pt x="129213" y="273402"/>
                  </a:lnTo>
                  <a:lnTo>
                    <a:pt x="128803" y="271585"/>
                  </a:lnTo>
                  <a:lnTo>
                    <a:pt x="126935" y="268743"/>
                  </a:lnTo>
                  <a:lnTo>
                    <a:pt x="126251" y="264271"/>
                  </a:lnTo>
                  <a:lnTo>
                    <a:pt x="125021" y="261523"/>
                  </a:lnTo>
                  <a:lnTo>
                    <a:pt x="124657" y="257377"/>
                  </a:lnTo>
                  <a:lnTo>
                    <a:pt x="124975" y="252346"/>
                  </a:lnTo>
                  <a:lnTo>
                    <a:pt x="125386" y="247920"/>
                  </a:lnTo>
                  <a:lnTo>
                    <a:pt x="120283" y="244659"/>
                  </a:lnTo>
                  <a:lnTo>
                    <a:pt x="118597" y="241678"/>
                  </a:lnTo>
                  <a:lnTo>
                    <a:pt x="116638" y="237485"/>
                  </a:lnTo>
                  <a:lnTo>
                    <a:pt x="115453" y="232082"/>
                  </a:lnTo>
                  <a:lnTo>
                    <a:pt x="115453" y="228401"/>
                  </a:lnTo>
                  <a:lnTo>
                    <a:pt x="114678" y="225467"/>
                  </a:lnTo>
                  <a:lnTo>
                    <a:pt x="114360" y="221880"/>
                  </a:lnTo>
                  <a:lnTo>
                    <a:pt x="111352" y="220622"/>
                  </a:lnTo>
                  <a:lnTo>
                    <a:pt x="110305" y="218945"/>
                  </a:lnTo>
                  <a:lnTo>
                    <a:pt x="108391" y="216709"/>
                  </a:lnTo>
                  <a:lnTo>
                    <a:pt x="106523" y="213495"/>
                  </a:lnTo>
                  <a:lnTo>
                    <a:pt x="103880" y="210746"/>
                  </a:lnTo>
                  <a:lnTo>
                    <a:pt x="100509" y="205855"/>
                  </a:lnTo>
                  <a:lnTo>
                    <a:pt x="98732" y="203991"/>
                  </a:lnTo>
                  <a:lnTo>
                    <a:pt x="90850" y="197376"/>
                  </a:lnTo>
                  <a:lnTo>
                    <a:pt x="87934" y="195560"/>
                  </a:lnTo>
                  <a:lnTo>
                    <a:pt x="83560" y="189550"/>
                  </a:lnTo>
                  <a:lnTo>
                    <a:pt x="83788" y="186010"/>
                  </a:lnTo>
                  <a:lnTo>
                    <a:pt x="81373" y="180932"/>
                  </a:lnTo>
                  <a:lnTo>
                    <a:pt x="81327" y="180792"/>
                  </a:lnTo>
                  <a:lnTo>
                    <a:pt x="78821" y="176879"/>
                  </a:lnTo>
                  <a:lnTo>
                    <a:pt x="77637" y="175109"/>
                  </a:lnTo>
                  <a:lnTo>
                    <a:pt x="75541" y="172174"/>
                  </a:lnTo>
                  <a:lnTo>
                    <a:pt x="74265" y="170684"/>
                  </a:lnTo>
                  <a:lnTo>
                    <a:pt x="72260" y="168914"/>
                  </a:lnTo>
                  <a:lnTo>
                    <a:pt x="72078" y="168774"/>
                  </a:lnTo>
                  <a:lnTo>
                    <a:pt x="71942" y="168541"/>
                  </a:lnTo>
                  <a:lnTo>
                    <a:pt x="71714" y="168075"/>
                  </a:lnTo>
                  <a:lnTo>
                    <a:pt x="71486" y="167702"/>
                  </a:lnTo>
                  <a:lnTo>
                    <a:pt x="70939" y="166678"/>
                  </a:lnTo>
                  <a:lnTo>
                    <a:pt x="70620" y="166072"/>
                  </a:lnTo>
                  <a:lnTo>
                    <a:pt x="70529" y="165886"/>
                  </a:lnTo>
                  <a:lnTo>
                    <a:pt x="68980" y="162438"/>
                  </a:lnTo>
                  <a:lnTo>
                    <a:pt x="67795" y="158572"/>
                  </a:lnTo>
                  <a:lnTo>
                    <a:pt x="67112" y="153960"/>
                  </a:lnTo>
                  <a:lnTo>
                    <a:pt x="67021" y="149255"/>
                  </a:lnTo>
                  <a:lnTo>
                    <a:pt x="67659" y="146041"/>
                  </a:lnTo>
                  <a:lnTo>
                    <a:pt x="68707" y="141848"/>
                  </a:lnTo>
                  <a:lnTo>
                    <a:pt x="69663" y="140218"/>
                  </a:lnTo>
                  <a:lnTo>
                    <a:pt x="69663" y="140078"/>
                  </a:lnTo>
                  <a:lnTo>
                    <a:pt x="70757" y="138354"/>
                  </a:lnTo>
                  <a:lnTo>
                    <a:pt x="72397" y="135559"/>
                  </a:lnTo>
                  <a:lnTo>
                    <a:pt x="72944" y="133184"/>
                  </a:lnTo>
                  <a:lnTo>
                    <a:pt x="72033" y="127873"/>
                  </a:lnTo>
                  <a:lnTo>
                    <a:pt x="71759" y="125683"/>
                  </a:lnTo>
                  <a:lnTo>
                    <a:pt x="72716" y="125404"/>
                  </a:lnTo>
                  <a:lnTo>
                    <a:pt x="74174" y="123354"/>
                  </a:lnTo>
                  <a:lnTo>
                    <a:pt x="75268" y="121258"/>
                  </a:lnTo>
                  <a:lnTo>
                    <a:pt x="76589" y="119208"/>
                  </a:lnTo>
                  <a:lnTo>
                    <a:pt x="78685" y="115342"/>
                  </a:lnTo>
                  <a:lnTo>
                    <a:pt x="80689" y="112547"/>
                  </a:lnTo>
                  <a:lnTo>
                    <a:pt x="83059" y="109798"/>
                  </a:lnTo>
                  <a:lnTo>
                    <a:pt x="84425" y="108727"/>
                  </a:lnTo>
                  <a:lnTo>
                    <a:pt x="83651" y="107749"/>
                  </a:lnTo>
                  <a:lnTo>
                    <a:pt x="80279" y="105652"/>
                  </a:lnTo>
                  <a:lnTo>
                    <a:pt x="80917" y="104627"/>
                  </a:lnTo>
                  <a:lnTo>
                    <a:pt x="76133" y="100342"/>
                  </a:lnTo>
                  <a:lnTo>
                    <a:pt x="77044" y="99177"/>
                  </a:lnTo>
                  <a:lnTo>
                    <a:pt x="78320" y="98012"/>
                  </a:lnTo>
                  <a:lnTo>
                    <a:pt x="79459" y="97127"/>
                  </a:lnTo>
                  <a:lnTo>
                    <a:pt x="80917" y="96289"/>
                  </a:lnTo>
                  <a:lnTo>
                    <a:pt x="81920" y="95823"/>
                  </a:lnTo>
                  <a:lnTo>
                    <a:pt x="82922" y="95404"/>
                  </a:lnTo>
                  <a:lnTo>
                    <a:pt x="83469" y="94938"/>
                  </a:lnTo>
                  <a:lnTo>
                    <a:pt x="84198" y="93540"/>
                  </a:lnTo>
                  <a:lnTo>
                    <a:pt x="84243" y="91910"/>
                  </a:lnTo>
                  <a:lnTo>
                    <a:pt x="84015" y="91165"/>
                  </a:lnTo>
                  <a:lnTo>
                    <a:pt x="83742" y="90792"/>
                  </a:lnTo>
                  <a:lnTo>
                    <a:pt x="82831" y="90140"/>
                  </a:lnTo>
                  <a:lnTo>
                    <a:pt x="82284" y="89860"/>
                  </a:lnTo>
                  <a:lnTo>
                    <a:pt x="81510" y="89488"/>
                  </a:lnTo>
                  <a:lnTo>
                    <a:pt x="80370" y="89115"/>
                  </a:lnTo>
                  <a:lnTo>
                    <a:pt x="80052" y="89115"/>
                  </a:lnTo>
                  <a:lnTo>
                    <a:pt x="79368" y="88929"/>
                  </a:lnTo>
                  <a:lnTo>
                    <a:pt x="78320" y="88742"/>
                  </a:lnTo>
                  <a:lnTo>
                    <a:pt x="77227" y="88556"/>
                  </a:lnTo>
                  <a:lnTo>
                    <a:pt x="76133" y="88370"/>
                  </a:lnTo>
                  <a:lnTo>
                    <a:pt x="75085" y="88276"/>
                  </a:lnTo>
                  <a:lnTo>
                    <a:pt x="73992" y="88183"/>
                  </a:lnTo>
                  <a:lnTo>
                    <a:pt x="73035" y="88230"/>
                  </a:lnTo>
                  <a:lnTo>
                    <a:pt x="72078" y="88276"/>
                  </a:lnTo>
                  <a:lnTo>
                    <a:pt x="71121" y="88370"/>
                  </a:lnTo>
                  <a:lnTo>
                    <a:pt x="70165" y="88463"/>
                  </a:lnTo>
                  <a:lnTo>
                    <a:pt x="69208" y="88649"/>
                  </a:lnTo>
                  <a:lnTo>
                    <a:pt x="68752" y="88696"/>
                  </a:lnTo>
                  <a:lnTo>
                    <a:pt x="66246" y="89301"/>
                  </a:lnTo>
                  <a:lnTo>
                    <a:pt x="65472" y="89534"/>
                  </a:lnTo>
                  <a:lnTo>
                    <a:pt x="64561" y="89814"/>
                  </a:lnTo>
                  <a:lnTo>
                    <a:pt x="63649" y="90140"/>
                  </a:lnTo>
                  <a:lnTo>
                    <a:pt x="63330" y="90280"/>
                  </a:lnTo>
                  <a:lnTo>
                    <a:pt x="62693" y="90559"/>
                  </a:lnTo>
                  <a:lnTo>
                    <a:pt x="60779" y="91398"/>
                  </a:lnTo>
                  <a:lnTo>
                    <a:pt x="60141" y="91724"/>
                  </a:lnTo>
                  <a:lnTo>
                    <a:pt x="59093" y="92376"/>
                  </a:lnTo>
                  <a:lnTo>
                    <a:pt x="58091" y="93075"/>
                  </a:lnTo>
                  <a:lnTo>
                    <a:pt x="57590" y="93447"/>
                  </a:lnTo>
                  <a:lnTo>
                    <a:pt x="57088" y="93820"/>
                  </a:lnTo>
                  <a:lnTo>
                    <a:pt x="56086" y="94565"/>
                  </a:lnTo>
                  <a:lnTo>
                    <a:pt x="55129" y="95357"/>
                  </a:lnTo>
                  <a:lnTo>
                    <a:pt x="54172" y="96149"/>
                  </a:lnTo>
                  <a:lnTo>
                    <a:pt x="53261" y="96988"/>
                  </a:lnTo>
                  <a:lnTo>
                    <a:pt x="52350" y="97873"/>
                  </a:lnTo>
                  <a:lnTo>
                    <a:pt x="51484" y="98758"/>
                  </a:lnTo>
                  <a:lnTo>
                    <a:pt x="50619" y="99643"/>
                  </a:lnTo>
                  <a:lnTo>
                    <a:pt x="49799" y="100575"/>
                  </a:lnTo>
                  <a:lnTo>
                    <a:pt x="48978" y="101506"/>
                  </a:lnTo>
                  <a:lnTo>
                    <a:pt x="48204" y="102485"/>
                  </a:lnTo>
                  <a:lnTo>
                    <a:pt x="47794" y="103044"/>
                  </a:lnTo>
                  <a:lnTo>
                    <a:pt x="46883" y="104348"/>
                  </a:lnTo>
                  <a:lnTo>
                    <a:pt x="46609" y="104767"/>
                  </a:lnTo>
                  <a:lnTo>
                    <a:pt x="46199" y="105373"/>
                  </a:lnTo>
                  <a:lnTo>
                    <a:pt x="45971" y="105745"/>
                  </a:lnTo>
                  <a:lnTo>
                    <a:pt x="45789" y="106025"/>
                  </a:lnTo>
                  <a:lnTo>
                    <a:pt x="45652" y="106258"/>
                  </a:lnTo>
                  <a:lnTo>
                    <a:pt x="45470" y="106537"/>
                  </a:lnTo>
                  <a:lnTo>
                    <a:pt x="44422" y="108261"/>
                  </a:lnTo>
                  <a:lnTo>
                    <a:pt x="43511" y="109752"/>
                  </a:lnTo>
                  <a:lnTo>
                    <a:pt x="42463" y="111429"/>
                  </a:lnTo>
                  <a:lnTo>
                    <a:pt x="42281" y="111755"/>
                  </a:lnTo>
                  <a:lnTo>
                    <a:pt x="42007" y="112081"/>
                  </a:lnTo>
                  <a:lnTo>
                    <a:pt x="41187" y="113292"/>
                  </a:lnTo>
                  <a:lnTo>
                    <a:pt x="40094" y="114410"/>
                  </a:lnTo>
                  <a:lnTo>
                    <a:pt x="39410" y="115109"/>
                  </a:lnTo>
                  <a:lnTo>
                    <a:pt x="38909" y="115575"/>
                  </a:lnTo>
                  <a:lnTo>
                    <a:pt x="38226" y="116087"/>
                  </a:lnTo>
                  <a:lnTo>
                    <a:pt x="37952" y="116367"/>
                  </a:lnTo>
                  <a:lnTo>
                    <a:pt x="37497" y="116646"/>
                  </a:lnTo>
                  <a:lnTo>
                    <a:pt x="36631" y="117252"/>
                  </a:lnTo>
                  <a:lnTo>
                    <a:pt x="34308" y="118882"/>
                  </a:lnTo>
                  <a:lnTo>
                    <a:pt x="31027" y="121072"/>
                  </a:lnTo>
                  <a:lnTo>
                    <a:pt x="30526" y="121398"/>
                  </a:lnTo>
                  <a:lnTo>
                    <a:pt x="30344" y="121957"/>
                  </a:lnTo>
                  <a:lnTo>
                    <a:pt x="29979" y="122935"/>
                  </a:lnTo>
                  <a:lnTo>
                    <a:pt x="29842" y="123261"/>
                  </a:lnTo>
                  <a:lnTo>
                    <a:pt x="29660" y="123680"/>
                  </a:lnTo>
                  <a:lnTo>
                    <a:pt x="29615" y="123913"/>
                  </a:lnTo>
                  <a:lnTo>
                    <a:pt x="29569" y="124100"/>
                  </a:lnTo>
                  <a:lnTo>
                    <a:pt x="29478" y="124286"/>
                  </a:lnTo>
                  <a:lnTo>
                    <a:pt x="29341" y="124472"/>
                  </a:lnTo>
                  <a:lnTo>
                    <a:pt x="29159" y="124705"/>
                  </a:lnTo>
                  <a:lnTo>
                    <a:pt x="28977" y="124892"/>
                  </a:lnTo>
                  <a:lnTo>
                    <a:pt x="28749" y="125031"/>
                  </a:lnTo>
                  <a:lnTo>
                    <a:pt x="28521" y="125218"/>
                  </a:lnTo>
                  <a:lnTo>
                    <a:pt x="28293" y="125264"/>
                  </a:lnTo>
                  <a:lnTo>
                    <a:pt x="28066" y="125357"/>
                  </a:lnTo>
                  <a:lnTo>
                    <a:pt x="27838" y="125404"/>
                  </a:lnTo>
                  <a:lnTo>
                    <a:pt x="27564" y="125404"/>
                  </a:lnTo>
                  <a:lnTo>
                    <a:pt x="27337" y="125404"/>
                  </a:lnTo>
                  <a:lnTo>
                    <a:pt x="27109" y="125357"/>
                  </a:lnTo>
                  <a:lnTo>
                    <a:pt x="26835" y="125264"/>
                  </a:lnTo>
                  <a:lnTo>
                    <a:pt x="26653" y="125171"/>
                  </a:lnTo>
                  <a:lnTo>
                    <a:pt x="26425" y="125078"/>
                  </a:lnTo>
                  <a:lnTo>
                    <a:pt x="26243" y="124938"/>
                  </a:lnTo>
                  <a:lnTo>
                    <a:pt x="26061" y="124752"/>
                  </a:lnTo>
                  <a:lnTo>
                    <a:pt x="25879" y="124565"/>
                  </a:lnTo>
                  <a:lnTo>
                    <a:pt x="25696" y="124379"/>
                  </a:lnTo>
                  <a:lnTo>
                    <a:pt x="25560" y="124379"/>
                  </a:lnTo>
                  <a:lnTo>
                    <a:pt x="25332" y="124379"/>
                  </a:lnTo>
                  <a:lnTo>
                    <a:pt x="25104" y="124379"/>
                  </a:lnTo>
                  <a:lnTo>
                    <a:pt x="24785" y="124426"/>
                  </a:lnTo>
                  <a:lnTo>
                    <a:pt x="24648" y="124426"/>
                  </a:lnTo>
                  <a:lnTo>
                    <a:pt x="22872" y="124612"/>
                  </a:lnTo>
                  <a:lnTo>
                    <a:pt x="22416" y="124659"/>
                  </a:lnTo>
                  <a:lnTo>
                    <a:pt x="22234" y="124705"/>
                  </a:lnTo>
                  <a:lnTo>
                    <a:pt x="21915" y="124752"/>
                  </a:lnTo>
                  <a:lnTo>
                    <a:pt x="21778" y="124798"/>
                  </a:lnTo>
                  <a:lnTo>
                    <a:pt x="18680" y="125218"/>
                  </a:lnTo>
                  <a:lnTo>
                    <a:pt x="17586" y="125357"/>
                  </a:lnTo>
                  <a:lnTo>
                    <a:pt x="16903" y="125497"/>
                  </a:lnTo>
                  <a:lnTo>
                    <a:pt x="15582" y="125683"/>
                  </a:lnTo>
                  <a:lnTo>
                    <a:pt x="15445" y="125730"/>
                  </a:lnTo>
                  <a:lnTo>
                    <a:pt x="15080" y="125777"/>
                  </a:lnTo>
                  <a:lnTo>
                    <a:pt x="14762" y="125823"/>
                  </a:lnTo>
                  <a:lnTo>
                    <a:pt x="14443" y="125870"/>
                  </a:lnTo>
                  <a:lnTo>
                    <a:pt x="14306" y="125870"/>
                  </a:lnTo>
                  <a:lnTo>
                    <a:pt x="14033" y="124333"/>
                  </a:lnTo>
                  <a:lnTo>
                    <a:pt x="13941" y="123727"/>
                  </a:lnTo>
                  <a:lnTo>
                    <a:pt x="13714" y="123308"/>
                  </a:lnTo>
                  <a:lnTo>
                    <a:pt x="13395" y="122749"/>
                  </a:lnTo>
                  <a:lnTo>
                    <a:pt x="12848" y="121910"/>
                  </a:lnTo>
                  <a:lnTo>
                    <a:pt x="12438" y="121305"/>
                  </a:lnTo>
                  <a:lnTo>
                    <a:pt x="12073" y="120746"/>
                  </a:lnTo>
                  <a:lnTo>
                    <a:pt x="11663" y="120047"/>
                  </a:lnTo>
                  <a:lnTo>
                    <a:pt x="11253" y="119395"/>
                  </a:lnTo>
                  <a:lnTo>
                    <a:pt x="11071" y="118882"/>
                  </a:lnTo>
                  <a:lnTo>
                    <a:pt x="10661" y="117997"/>
                  </a:lnTo>
                  <a:lnTo>
                    <a:pt x="10479" y="117485"/>
                  </a:lnTo>
                  <a:lnTo>
                    <a:pt x="10296" y="117345"/>
                  </a:lnTo>
                  <a:lnTo>
                    <a:pt x="10205" y="117112"/>
                  </a:lnTo>
                  <a:lnTo>
                    <a:pt x="10114" y="116367"/>
                  </a:lnTo>
                  <a:lnTo>
                    <a:pt x="10023" y="115388"/>
                  </a:lnTo>
                  <a:lnTo>
                    <a:pt x="10069" y="114037"/>
                  </a:lnTo>
                  <a:lnTo>
                    <a:pt x="10160" y="112221"/>
                  </a:lnTo>
                  <a:lnTo>
                    <a:pt x="10296" y="108261"/>
                  </a:lnTo>
                  <a:lnTo>
                    <a:pt x="10479" y="106025"/>
                  </a:lnTo>
                  <a:lnTo>
                    <a:pt x="10296" y="104581"/>
                  </a:lnTo>
                  <a:lnTo>
                    <a:pt x="10296" y="104395"/>
                  </a:lnTo>
                  <a:lnTo>
                    <a:pt x="10114" y="103509"/>
                  </a:lnTo>
                  <a:lnTo>
                    <a:pt x="9431" y="101040"/>
                  </a:lnTo>
                  <a:lnTo>
                    <a:pt x="9249" y="100249"/>
                  </a:lnTo>
                  <a:lnTo>
                    <a:pt x="7791" y="95823"/>
                  </a:lnTo>
                  <a:lnTo>
                    <a:pt x="7153" y="96429"/>
                  </a:lnTo>
                  <a:lnTo>
                    <a:pt x="6697" y="96801"/>
                  </a:lnTo>
                  <a:lnTo>
                    <a:pt x="6150" y="97593"/>
                  </a:lnTo>
                  <a:lnTo>
                    <a:pt x="5695" y="98991"/>
                  </a:lnTo>
                  <a:lnTo>
                    <a:pt x="5512" y="99922"/>
                  </a:lnTo>
                  <a:lnTo>
                    <a:pt x="5467" y="101134"/>
                  </a:lnTo>
                  <a:lnTo>
                    <a:pt x="5786" y="102438"/>
                  </a:lnTo>
                  <a:lnTo>
                    <a:pt x="5330" y="102252"/>
                  </a:lnTo>
                  <a:lnTo>
                    <a:pt x="4191" y="101879"/>
                  </a:lnTo>
                  <a:lnTo>
                    <a:pt x="0" y="100109"/>
                  </a:lnTo>
                  <a:lnTo>
                    <a:pt x="91" y="99783"/>
                  </a:lnTo>
                  <a:lnTo>
                    <a:pt x="820" y="98106"/>
                  </a:lnTo>
                  <a:lnTo>
                    <a:pt x="3599" y="91444"/>
                  </a:lnTo>
                  <a:lnTo>
                    <a:pt x="4237" y="89814"/>
                  </a:lnTo>
                  <a:lnTo>
                    <a:pt x="5968" y="85621"/>
                  </a:lnTo>
                  <a:lnTo>
                    <a:pt x="6333" y="84643"/>
                  </a:lnTo>
                  <a:lnTo>
                    <a:pt x="9203" y="77609"/>
                  </a:lnTo>
                  <a:lnTo>
                    <a:pt x="10388" y="74674"/>
                  </a:lnTo>
                  <a:lnTo>
                    <a:pt x="10479" y="74488"/>
                  </a:lnTo>
                  <a:lnTo>
                    <a:pt x="11208" y="72671"/>
                  </a:lnTo>
                  <a:lnTo>
                    <a:pt x="12392" y="69876"/>
                  </a:lnTo>
                  <a:lnTo>
                    <a:pt x="15126" y="63168"/>
                  </a:lnTo>
                  <a:lnTo>
                    <a:pt x="16447" y="60046"/>
                  </a:lnTo>
                  <a:lnTo>
                    <a:pt x="16493" y="59860"/>
                  </a:lnTo>
                  <a:lnTo>
                    <a:pt x="16766" y="59208"/>
                  </a:lnTo>
                  <a:lnTo>
                    <a:pt x="18088" y="56040"/>
                  </a:lnTo>
                  <a:lnTo>
                    <a:pt x="19591" y="51522"/>
                  </a:lnTo>
                  <a:lnTo>
                    <a:pt x="19682" y="51335"/>
                  </a:lnTo>
                  <a:lnTo>
                    <a:pt x="20776" y="46910"/>
                  </a:lnTo>
                  <a:lnTo>
                    <a:pt x="22188" y="47189"/>
                  </a:lnTo>
                  <a:lnTo>
                    <a:pt x="23646" y="47655"/>
                  </a:lnTo>
                  <a:lnTo>
                    <a:pt x="24740" y="47888"/>
                  </a:lnTo>
                  <a:lnTo>
                    <a:pt x="26289" y="48121"/>
                  </a:lnTo>
                  <a:lnTo>
                    <a:pt x="27974" y="47376"/>
                  </a:lnTo>
                  <a:lnTo>
                    <a:pt x="30617" y="45931"/>
                  </a:lnTo>
                  <a:lnTo>
                    <a:pt x="36130" y="41553"/>
                  </a:lnTo>
                  <a:lnTo>
                    <a:pt x="37451" y="40528"/>
                  </a:lnTo>
                  <a:lnTo>
                    <a:pt x="40094" y="39503"/>
                  </a:lnTo>
                  <a:lnTo>
                    <a:pt x="48113" y="36382"/>
                  </a:lnTo>
                  <a:lnTo>
                    <a:pt x="50619" y="35403"/>
                  </a:lnTo>
                  <a:lnTo>
                    <a:pt x="54036" y="34052"/>
                  </a:lnTo>
                  <a:lnTo>
                    <a:pt x="54355" y="33913"/>
                  </a:lnTo>
                  <a:lnTo>
                    <a:pt x="55722" y="33307"/>
                  </a:lnTo>
                  <a:lnTo>
                    <a:pt x="67613" y="28136"/>
                  </a:lnTo>
                  <a:lnTo>
                    <a:pt x="69345" y="27391"/>
                  </a:lnTo>
                  <a:lnTo>
                    <a:pt x="75268" y="25248"/>
                  </a:lnTo>
                  <a:lnTo>
                    <a:pt x="77591" y="24410"/>
                  </a:lnTo>
                  <a:lnTo>
                    <a:pt x="78821" y="23990"/>
                  </a:lnTo>
                  <a:lnTo>
                    <a:pt x="79733" y="23664"/>
                  </a:lnTo>
                  <a:lnTo>
                    <a:pt x="87387" y="22826"/>
                  </a:lnTo>
                  <a:lnTo>
                    <a:pt x="88480" y="22686"/>
                  </a:lnTo>
                  <a:lnTo>
                    <a:pt x="96089" y="21894"/>
                  </a:lnTo>
                  <a:lnTo>
                    <a:pt x="101101" y="21335"/>
                  </a:lnTo>
                  <a:lnTo>
                    <a:pt x="103926" y="20031"/>
                  </a:lnTo>
                  <a:lnTo>
                    <a:pt x="106432" y="18913"/>
                  </a:lnTo>
                  <a:lnTo>
                    <a:pt x="108573" y="17981"/>
                  </a:lnTo>
                  <a:lnTo>
                    <a:pt x="111261" y="16770"/>
                  </a:lnTo>
                  <a:lnTo>
                    <a:pt x="112947" y="15978"/>
                  </a:lnTo>
                  <a:lnTo>
                    <a:pt x="116228" y="14534"/>
                  </a:lnTo>
                  <a:lnTo>
                    <a:pt x="116638" y="14301"/>
                  </a:lnTo>
                  <a:lnTo>
                    <a:pt x="119690" y="12717"/>
                  </a:lnTo>
                  <a:lnTo>
                    <a:pt x="125294" y="9736"/>
                  </a:lnTo>
                  <a:lnTo>
                    <a:pt x="126160" y="9316"/>
                  </a:lnTo>
                  <a:lnTo>
                    <a:pt x="129896" y="7313"/>
                  </a:lnTo>
                  <a:lnTo>
                    <a:pt x="135409" y="4425"/>
                  </a:lnTo>
                  <a:lnTo>
                    <a:pt x="143701" y="46"/>
                  </a:lnTo>
                  <a:lnTo>
                    <a:pt x="1438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76259" y="3768323"/>
              <a:ext cx="178055" cy="155264"/>
            </a:xfrm>
            <a:custGeom>
              <a:avLst/>
              <a:pathLst>
                <a:path w="178055" h="155264">
                  <a:moveTo>
                    <a:pt x="82421" y="2096"/>
                  </a:moveTo>
                  <a:lnTo>
                    <a:pt x="83013" y="3819"/>
                  </a:lnTo>
                  <a:lnTo>
                    <a:pt x="85337" y="6149"/>
                  </a:lnTo>
                  <a:lnTo>
                    <a:pt x="85428" y="6382"/>
                  </a:lnTo>
                  <a:lnTo>
                    <a:pt x="85473" y="6521"/>
                  </a:lnTo>
                  <a:lnTo>
                    <a:pt x="85747" y="7173"/>
                  </a:lnTo>
                  <a:lnTo>
                    <a:pt x="87022" y="10341"/>
                  </a:lnTo>
                  <a:lnTo>
                    <a:pt x="88435" y="13928"/>
                  </a:lnTo>
                  <a:lnTo>
                    <a:pt x="90121" y="18167"/>
                  </a:lnTo>
                  <a:lnTo>
                    <a:pt x="93128" y="17748"/>
                  </a:lnTo>
                  <a:lnTo>
                    <a:pt x="93356" y="17701"/>
                  </a:lnTo>
                  <a:lnTo>
                    <a:pt x="97228" y="17189"/>
                  </a:lnTo>
                  <a:lnTo>
                    <a:pt x="97456" y="17142"/>
                  </a:lnTo>
                  <a:lnTo>
                    <a:pt x="102103" y="16490"/>
                  </a:lnTo>
                  <a:lnTo>
                    <a:pt x="106250" y="15978"/>
                  </a:lnTo>
                  <a:lnTo>
                    <a:pt x="110168" y="15465"/>
                  </a:lnTo>
                  <a:lnTo>
                    <a:pt x="114451" y="14906"/>
                  </a:lnTo>
                  <a:lnTo>
                    <a:pt x="118004" y="14441"/>
                  </a:lnTo>
                  <a:lnTo>
                    <a:pt x="122652" y="13788"/>
                  </a:lnTo>
                  <a:lnTo>
                    <a:pt x="127709" y="13136"/>
                  </a:lnTo>
                  <a:lnTo>
                    <a:pt x="128165" y="13090"/>
                  </a:lnTo>
                  <a:lnTo>
                    <a:pt x="128848" y="13695"/>
                  </a:lnTo>
                  <a:lnTo>
                    <a:pt x="130033" y="14720"/>
                  </a:lnTo>
                  <a:lnTo>
                    <a:pt x="131400" y="15698"/>
                  </a:lnTo>
                  <a:lnTo>
                    <a:pt x="132311" y="16304"/>
                  </a:lnTo>
                  <a:lnTo>
                    <a:pt x="132584" y="16444"/>
                  </a:lnTo>
                  <a:lnTo>
                    <a:pt x="133131" y="16723"/>
                  </a:lnTo>
                  <a:lnTo>
                    <a:pt x="135136" y="17562"/>
                  </a:lnTo>
                  <a:lnTo>
                    <a:pt x="136776" y="18307"/>
                  </a:lnTo>
                  <a:lnTo>
                    <a:pt x="137550" y="18913"/>
                  </a:lnTo>
                  <a:lnTo>
                    <a:pt x="140649" y="21195"/>
                  </a:lnTo>
                  <a:lnTo>
                    <a:pt x="141970" y="21847"/>
                  </a:lnTo>
                  <a:lnTo>
                    <a:pt x="144020" y="22686"/>
                  </a:lnTo>
                  <a:lnTo>
                    <a:pt x="144339" y="22826"/>
                  </a:lnTo>
                  <a:lnTo>
                    <a:pt x="144886" y="23059"/>
                  </a:lnTo>
                  <a:lnTo>
                    <a:pt x="146617" y="23757"/>
                  </a:lnTo>
                  <a:lnTo>
                    <a:pt x="148075" y="24410"/>
                  </a:lnTo>
                  <a:lnTo>
                    <a:pt x="149032" y="24782"/>
                  </a:lnTo>
                  <a:lnTo>
                    <a:pt x="150217" y="25202"/>
                  </a:lnTo>
                  <a:lnTo>
                    <a:pt x="153133" y="26413"/>
                  </a:lnTo>
                  <a:lnTo>
                    <a:pt x="155320" y="26972"/>
                  </a:lnTo>
                  <a:lnTo>
                    <a:pt x="156413" y="27158"/>
                  </a:lnTo>
                  <a:lnTo>
                    <a:pt x="157507" y="27298"/>
                  </a:lnTo>
                  <a:lnTo>
                    <a:pt x="158600" y="27438"/>
                  </a:lnTo>
                  <a:lnTo>
                    <a:pt x="159967" y="27717"/>
                  </a:lnTo>
                  <a:lnTo>
                    <a:pt x="160833" y="27857"/>
                  </a:lnTo>
                  <a:lnTo>
                    <a:pt x="161516" y="27997"/>
                  </a:lnTo>
                  <a:lnTo>
                    <a:pt x="161698" y="28323"/>
                  </a:lnTo>
                  <a:lnTo>
                    <a:pt x="163293" y="31071"/>
                  </a:lnTo>
                  <a:lnTo>
                    <a:pt x="163794" y="31770"/>
                  </a:lnTo>
                  <a:lnTo>
                    <a:pt x="165662" y="34239"/>
                  </a:lnTo>
                  <a:lnTo>
                    <a:pt x="168305" y="37686"/>
                  </a:lnTo>
                  <a:lnTo>
                    <a:pt x="171357" y="41739"/>
                  </a:lnTo>
                  <a:lnTo>
                    <a:pt x="173954" y="45093"/>
                  </a:lnTo>
                  <a:lnTo>
                    <a:pt x="178055" y="50450"/>
                  </a:lnTo>
                  <a:lnTo>
                    <a:pt x="171585" y="54223"/>
                  </a:lnTo>
                  <a:lnTo>
                    <a:pt x="171221" y="54456"/>
                  </a:lnTo>
                  <a:lnTo>
                    <a:pt x="168806" y="55854"/>
                  </a:lnTo>
                  <a:lnTo>
                    <a:pt x="162154" y="59767"/>
                  </a:lnTo>
                  <a:lnTo>
                    <a:pt x="159101" y="61491"/>
                  </a:lnTo>
                  <a:lnTo>
                    <a:pt x="148166" y="67873"/>
                  </a:lnTo>
                  <a:lnTo>
                    <a:pt x="147711" y="68152"/>
                  </a:lnTo>
                  <a:lnTo>
                    <a:pt x="146617" y="68804"/>
                  </a:lnTo>
                  <a:lnTo>
                    <a:pt x="145205" y="69596"/>
                  </a:lnTo>
                  <a:lnTo>
                    <a:pt x="143747" y="70481"/>
                  </a:lnTo>
                  <a:lnTo>
                    <a:pt x="142745" y="71040"/>
                  </a:lnTo>
                  <a:lnTo>
                    <a:pt x="141924" y="71553"/>
                  </a:lnTo>
                  <a:lnTo>
                    <a:pt x="141013" y="72065"/>
                  </a:lnTo>
                  <a:lnTo>
                    <a:pt x="137323" y="74208"/>
                  </a:lnTo>
                  <a:lnTo>
                    <a:pt x="136685" y="74581"/>
                  </a:lnTo>
                  <a:lnTo>
                    <a:pt x="136275" y="74814"/>
                  </a:lnTo>
                  <a:lnTo>
                    <a:pt x="135682" y="75186"/>
                  </a:lnTo>
                  <a:lnTo>
                    <a:pt x="135546" y="75279"/>
                  </a:lnTo>
                  <a:lnTo>
                    <a:pt x="135272" y="75419"/>
                  </a:lnTo>
                  <a:lnTo>
                    <a:pt x="132174" y="77236"/>
                  </a:lnTo>
                  <a:lnTo>
                    <a:pt x="128028" y="79658"/>
                  </a:lnTo>
                  <a:lnTo>
                    <a:pt x="125294" y="81289"/>
                  </a:lnTo>
                  <a:lnTo>
                    <a:pt x="123563" y="82500"/>
                  </a:lnTo>
                  <a:lnTo>
                    <a:pt x="120738" y="84457"/>
                  </a:lnTo>
                  <a:lnTo>
                    <a:pt x="118096" y="86693"/>
                  </a:lnTo>
                  <a:lnTo>
                    <a:pt x="117822" y="86879"/>
                  </a:lnTo>
                  <a:lnTo>
                    <a:pt x="117549" y="87252"/>
                  </a:lnTo>
                  <a:lnTo>
                    <a:pt x="117230" y="87624"/>
                  </a:lnTo>
                  <a:lnTo>
                    <a:pt x="116136" y="89441"/>
                  </a:lnTo>
                  <a:lnTo>
                    <a:pt x="115590" y="90186"/>
                  </a:lnTo>
                  <a:lnTo>
                    <a:pt x="115453" y="90419"/>
                  </a:lnTo>
                  <a:lnTo>
                    <a:pt x="115225" y="91025"/>
                  </a:lnTo>
                  <a:lnTo>
                    <a:pt x="115134" y="91444"/>
                  </a:lnTo>
                  <a:lnTo>
                    <a:pt x="114906" y="92795"/>
                  </a:lnTo>
                  <a:lnTo>
                    <a:pt x="114678" y="94099"/>
                  </a:lnTo>
                  <a:lnTo>
                    <a:pt x="114496" y="95311"/>
                  </a:lnTo>
                  <a:lnTo>
                    <a:pt x="114405" y="95544"/>
                  </a:lnTo>
                  <a:lnTo>
                    <a:pt x="114132" y="96196"/>
                  </a:lnTo>
                  <a:lnTo>
                    <a:pt x="113995" y="96429"/>
                  </a:lnTo>
                  <a:lnTo>
                    <a:pt x="114041" y="96662"/>
                  </a:lnTo>
                  <a:lnTo>
                    <a:pt x="114496" y="97686"/>
                  </a:lnTo>
                  <a:lnTo>
                    <a:pt x="115407" y="99643"/>
                  </a:lnTo>
                  <a:lnTo>
                    <a:pt x="116182" y="100761"/>
                  </a:lnTo>
                  <a:lnTo>
                    <a:pt x="117184" y="101832"/>
                  </a:lnTo>
                  <a:lnTo>
                    <a:pt x="117367" y="101972"/>
                  </a:lnTo>
                  <a:lnTo>
                    <a:pt x="118050" y="102717"/>
                  </a:lnTo>
                  <a:lnTo>
                    <a:pt x="119189" y="103556"/>
                  </a:lnTo>
                  <a:lnTo>
                    <a:pt x="119554" y="103742"/>
                  </a:lnTo>
                  <a:lnTo>
                    <a:pt x="120283" y="104162"/>
                  </a:lnTo>
                  <a:lnTo>
                    <a:pt x="120419" y="104255"/>
                  </a:lnTo>
                  <a:lnTo>
                    <a:pt x="121923" y="104907"/>
                  </a:lnTo>
                  <a:lnTo>
                    <a:pt x="122287" y="105047"/>
                  </a:lnTo>
                  <a:lnTo>
                    <a:pt x="126160" y="106118"/>
                  </a:lnTo>
                  <a:lnTo>
                    <a:pt x="126433" y="106211"/>
                  </a:lnTo>
                  <a:lnTo>
                    <a:pt x="127390" y="106491"/>
                  </a:lnTo>
                  <a:lnTo>
                    <a:pt x="128666" y="106817"/>
                  </a:lnTo>
                  <a:lnTo>
                    <a:pt x="129076" y="106910"/>
                  </a:lnTo>
                  <a:lnTo>
                    <a:pt x="130306" y="107236"/>
                  </a:lnTo>
                  <a:lnTo>
                    <a:pt x="130762" y="107329"/>
                  </a:lnTo>
                  <a:lnTo>
                    <a:pt x="131263" y="107562"/>
                  </a:lnTo>
                  <a:lnTo>
                    <a:pt x="132949" y="108261"/>
                  </a:lnTo>
                  <a:lnTo>
                    <a:pt x="133769" y="108634"/>
                  </a:lnTo>
                  <a:lnTo>
                    <a:pt x="135272" y="109565"/>
                  </a:lnTo>
                  <a:lnTo>
                    <a:pt x="137095" y="111009"/>
                  </a:lnTo>
                  <a:lnTo>
                    <a:pt x="137459" y="111289"/>
                  </a:lnTo>
                  <a:lnTo>
                    <a:pt x="137733" y="111708"/>
                  </a:lnTo>
                  <a:lnTo>
                    <a:pt x="138735" y="112873"/>
                  </a:lnTo>
                  <a:lnTo>
                    <a:pt x="139145" y="113385"/>
                  </a:lnTo>
                  <a:lnTo>
                    <a:pt x="139874" y="114736"/>
                  </a:lnTo>
                  <a:lnTo>
                    <a:pt x="140558" y="115901"/>
                  </a:lnTo>
                  <a:lnTo>
                    <a:pt x="140740" y="116180"/>
                  </a:lnTo>
                  <a:lnTo>
                    <a:pt x="141150" y="117252"/>
                  </a:lnTo>
                  <a:lnTo>
                    <a:pt x="141378" y="117811"/>
                  </a:lnTo>
                  <a:lnTo>
                    <a:pt x="141560" y="118370"/>
                  </a:lnTo>
                  <a:lnTo>
                    <a:pt x="141605" y="118556"/>
                  </a:lnTo>
                  <a:lnTo>
                    <a:pt x="141879" y="119721"/>
                  </a:lnTo>
                  <a:lnTo>
                    <a:pt x="142016" y="120419"/>
                  </a:lnTo>
                  <a:lnTo>
                    <a:pt x="142107" y="120839"/>
                  </a:lnTo>
                  <a:lnTo>
                    <a:pt x="142152" y="121072"/>
                  </a:lnTo>
                  <a:lnTo>
                    <a:pt x="142198" y="121351"/>
                  </a:lnTo>
                  <a:lnTo>
                    <a:pt x="142243" y="121770"/>
                  </a:lnTo>
                  <a:lnTo>
                    <a:pt x="142334" y="123447"/>
                  </a:lnTo>
                  <a:lnTo>
                    <a:pt x="142334" y="123680"/>
                  </a:lnTo>
                  <a:lnTo>
                    <a:pt x="142334" y="123913"/>
                  </a:lnTo>
                  <a:lnTo>
                    <a:pt x="134771" y="125078"/>
                  </a:lnTo>
                  <a:lnTo>
                    <a:pt x="134498" y="125124"/>
                  </a:lnTo>
                  <a:lnTo>
                    <a:pt x="126525" y="126196"/>
                  </a:lnTo>
                  <a:lnTo>
                    <a:pt x="123928" y="126615"/>
                  </a:lnTo>
                  <a:lnTo>
                    <a:pt x="120920" y="127034"/>
                  </a:lnTo>
                  <a:lnTo>
                    <a:pt x="115407" y="127780"/>
                  </a:lnTo>
                  <a:lnTo>
                    <a:pt x="115544" y="129317"/>
                  </a:lnTo>
                  <a:lnTo>
                    <a:pt x="115544" y="130482"/>
                  </a:lnTo>
                  <a:lnTo>
                    <a:pt x="115407" y="131926"/>
                  </a:lnTo>
                  <a:lnTo>
                    <a:pt x="115407" y="132159"/>
                  </a:lnTo>
                  <a:lnTo>
                    <a:pt x="115134" y="133603"/>
                  </a:lnTo>
                  <a:lnTo>
                    <a:pt x="114952" y="135047"/>
                  </a:lnTo>
                  <a:lnTo>
                    <a:pt x="114952" y="135839"/>
                  </a:lnTo>
                  <a:lnTo>
                    <a:pt x="114906" y="136258"/>
                  </a:lnTo>
                  <a:lnTo>
                    <a:pt x="114952" y="136817"/>
                  </a:lnTo>
                  <a:lnTo>
                    <a:pt x="115043" y="137609"/>
                  </a:lnTo>
                  <a:lnTo>
                    <a:pt x="115089" y="138075"/>
                  </a:lnTo>
                  <a:lnTo>
                    <a:pt x="115499" y="140963"/>
                  </a:lnTo>
                  <a:lnTo>
                    <a:pt x="115681" y="142407"/>
                  </a:lnTo>
                  <a:lnTo>
                    <a:pt x="116319" y="146739"/>
                  </a:lnTo>
                  <a:lnTo>
                    <a:pt x="110715" y="147531"/>
                  </a:lnTo>
                  <a:lnTo>
                    <a:pt x="104655" y="148463"/>
                  </a:lnTo>
                  <a:lnTo>
                    <a:pt x="99279" y="149302"/>
                  </a:lnTo>
                  <a:lnTo>
                    <a:pt x="98276" y="149441"/>
                  </a:lnTo>
                  <a:lnTo>
                    <a:pt x="95588" y="149861"/>
                  </a:lnTo>
                  <a:lnTo>
                    <a:pt x="95269" y="149907"/>
                  </a:lnTo>
                  <a:lnTo>
                    <a:pt x="88207" y="150885"/>
                  </a:lnTo>
                  <a:lnTo>
                    <a:pt x="73946" y="152842"/>
                  </a:lnTo>
                  <a:lnTo>
                    <a:pt x="57134" y="155264"/>
                  </a:lnTo>
                  <a:lnTo>
                    <a:pt x="56906" y="154193"/>
                  </a:lnTo>
                  <a:lnTo>
                    <a:pt x="56542" y="153122"/>
                  </a:lnTo>
                  <a:lnTo>
                    <a:pt x="55949" y="151864"/>
                  </a:lnTo>
                  <a:lnTo>
                    <a:pt x="54491" y="149581"/>
                  </a:lnTo>
                  <a:lnTo>
                    <a:pt x="53489" y="147904"/>
                  </a:lnTo>
                  <a:lnTo>
                    <a:pt x="52122" y="145621"/>
                  </a:lnTo>
                  <a:lnTo>
                    <a:pt x="52031" y="145482"/>
                  </a:lnTo>
                  <a:lnTo>
                    <a:pt x="51621" y="144736"/>
                  </a:lnTo>
                  <a:lnTo>
                    <a:pt x="51348" y="144271"/>
                  </a:lnTo>
                  <a:lnTo>
                    <a:pt x="50528" y="142780"/>
                  </a:lnTo>
                  <a:lnTo>
                    <a:pt x="50254" y="142267"/>
                  </a:lnTo>
                  <a:lnTo>
                    <a:pt x="49799" y="141103"/>
                  </a:lnTo>
                  <a:lnTo>
                    <a:pt x="49662" y="140823"/>
                  </a:lnTo>
                  <a:lnTo>
                    <a:pt x="49161" y="139472"/>
                  </a:lnTo>
                  <a:lnTo>
                    <a:pt x="48751" y="138494"/>
                  </a:lnTo>
                  <a:lnTo>
                    <a:pt x="48432" y="137702"/>
                  </a:lnTo>
                  <a:lnTo>
                    <a:pt x="48295" y="137330"/>
                  </a:lnTo>
                  <a:lnTo>
                    <a:pt x="46154" y="131879"/>
                  </a:lnTo>
                  <a:lnTo>
                    <a:pt x="45971" y="131320"/>
                  </a:lnTo>
                  <a:lnTo>
                    <a:pt x="45698" y="130575"/>
                  </a:lnTo>
                  <a:lnTo>
                    <a:pt x="44422" y="127407"/>
                  </a:lnTo>
                  <a:lnTo>
                    <a:pt x="43055" y="123913"/>
                  </a:lnTo>
                  <a:lnTo>
                    <a:pt x="41916" y="120978"/>
                  </a:lnTo>
                  <a:lnTo>
                    <a:pt x="40048" y="116134"/>
                  </a:lnTo>
                  <a:lnTo>
                    <a:pt x="38180" y="111336"/>
                  </a:lnTo>
                  <a:lnTo>
                    <a:pt x="36677" y="107562"/>
                  </a:lnTo>
                  <a:lnTo>
                    <a:pt x="36494" y="107050"/>
                  </a:lnTo>
                  <a:lnTo>
                    <a:pt x="36267" y="106444"/>
                  </a:lnTo>
                  <a:lnTo>
                    <a:pt x="35401" y="104255"/>
                  </a:lnTo>
                  <a:lnTo>
                    <a:pt x="35173" y="103649"/>
                  </a:lnTo>
                  <a:lnTo>
                    <a:pt x="35037" y="103323"/>
                  </a:lnTo>
                  <a:lnTo>
                    <a:pt x="33396" y="99084"/>
                  </a:lnTo>
                  <a:lnTo>
                    <a:pt x="33305" y="98898"/>
                  </a:lnTo>
                  <a:lnTo>
                    <a:pt x="32986" y="98106"/>
                  </a:lnTo>
                  <a:lnTo>
                    <a:pt x="32257" y="96382"/>
                  </a:lnTo>
                  <a:lnTo>
                    <a:pt x="29706" y="90326"/>
                  </a:lnTo>
                  <a:lnTo>
                    <a:pt x="29387" y="89581"/>
                  </a:lnTo>
                  <a:lnTo>
                    <a:pt x="27610" y="85714"/>
                  </a:lnTo>
                  <a:lnTo>
                    <a:pt x="27337" y="85109"/>
                  </a:lnTo>
                  <a:lnTo>
                    <a:pt x="25195" y="80264"/>
                  </a:lnTo>
                  <a:lnTo>
                    <a:pt x="23190" y="75140"/>
                  </a:lnTo>
                  <a:lnTo>
                    <a:pt x="21368" y="70574"/>
                  </a:lnTo>
                  <a:lnTo>
                    <a:pt x="17677" y="60326"/>
                  </a:lnTo>
                  <a:lnTo>
                    <a:pt x="16402" y="56273"/>
                  </a:lnTo>
                  <a:lnTo>
                    <a:pt x="16219" y="55714"/>
                  </a:lnTo>
                  <a:lnTo>
                    <a:pt x="15308" y="53385"/>
                  </a:lnTo>
                  <a:lnTo>
                    <a:pt x="14124" y="50264"/>
                  </a:lnTo>
                  <a:lnTo>
                    <a:pt x="12256" y="44953"/>
                  </a:lnTo>
                  <a:lnTo>
                    <a:pt x="9157" y="36428"/>
                  </a:lnTo>
                  <a:lnTo>
                    <a:pt x="8884" y="35636"/>
                  </a:lnTo>
                  <a:lnTo>
                    <a:pt x="4328" y="23152"/>
                  </a:lnTo>
                  <a:lnTo>
                    <a:pt x="2870" y="19099"/>
                  </a:lnTo>
                  <a:lnTo>
                    <a:pt x="2505" y="18400"/>
                  </a:lnTo>
                  <a:lnTo>
                    <a:pt x="2095" y="17841"/>
                  </a:lnTo>
                  <a:lnTo>
                    <a:pt x="1685" y="17329"/>
                  </a:lnTo>
                  <a:lnTo>
                    <a:pt x="1366" y="16490"/>
                  </a:lnTo>
                  <a:lnTo>
                    <a:pt x="273" y="13509"/>
                  </a:lnTo>
                  <a:lnTo>
                    <a:pt x="182" y="12670"/>
                  </a:lnTo>
                  <a:lnTo>
                    <a:pt x="136" y="12391"/>
                  </a:lnTo>
                  <a:lnTo>
                    <a:pt x="0" y="10807"/>
                  </a:lnTo>
                  <a:lnTo>
                    <a:pt x="2642" y="10434"/>
                  </a:lnTo>
                  <a:lnTo>
                    <a:pt x="8702" y="9596"/>
                  </a:lnTo>
                  <a:lnTo>
                    <a:pt x="11618" y="9223"/>
                  </a:lnTo>
                  <a:lnTo>
                    <a:pt x="17723" y="8385"/>
                  </a:lnTo>
                  <a:lnTo>
                    <a:pt x="17951" y="8338"/>
                  </a:lnTo>
                  <a:lnTo>
                    <a:pt x="24831" y="7406"/>
                  </a:lnTo>
                  <a:lnTo>
                    <a:pt x="25241" y="7360"/>
                  </a:lnTo>
                  <a:lnTo>
                    <a:pt x="31574" y="6475"/>
                  </a:lnTo>
                  <a:lnTo>
                    <a:pt x="39410" y="5403"/>
                  </a:lnTo>
                  <a:lnTo>
                    <a:pt x="48022" y="4239"/>
                  </a:lnTo>
                  <a:lnTo>
                    <a:pt x="48295" y="4192"/>
                  </a:lnTo>
                  <a:lnTo>
                    <a:pt x="49981" y="4006"/>
                  </a:lnTo>
                  <a:lnTo>
                    <a:pt x="55448" y="3307"/>
                  </a:lnTo>
                  <a:lnTo>
                    <a:pt x="61736" y="2468"/>
                  </a:lnTo>
                  <a:lnTo>
                    <a:pt x="64469" y="2142"/>
                  </a:lnTo>
                  <a:lnTo>
                    <a:pt x="67978" y="1677"/>
                  </a:lnTo>
                  <a:lnTo>
                    <a:pt x="68114" y="1677"/>
                  </a:lnTo>
                  <a:lnTo>
                    <a:pt x="72306" y="1118"/>
                  </a:lnTo>
                  <a:lnTo>
                    <a:pt x="76680" y="559"/>
                  </a:lnTo>
                  <a:lnTo>
                    <a:pt x="76908" y="559"/>
                  </a:lnTo>
                  <a:lnTo>
                    <a:pt x="81555" y="46"/>
                  </a:lnTo>
                  <a:lnTo>
                    <a:pt x="816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034599" y="3643291"/>
              <a:ext cx="394792" cy="229240"/>
            </a:xfrm>
            <a:custGeom>
              <a:avLst/>
              <a:pathLst>
                <a:path w="394792" h="229240">
                  <a:moveTo>
                    <a:pt x="358571" y="885"/>
                  </a:moveTo>
                  <a:lnTo>
                    <a:pt x="360894" y="4565"/>
                  </a:lnTo>
                  <a:lnTo>
                    <a:pt x="361623" y="5729"/>
                  </a:lnTo>
                  <a:lnTo>
                    <a:pt x="362398" y="6987"/>
                  </a:lnTo>
                  <a:lnTo>
                    <a:pt x="366453" y="13183"/>
                  </a:lnTo>
                  <a:lnTo>
                    <a:pt x="362352" y="15978"/>
                  </a:lnTo>
                  <a:lnTo>
                    <a:pt x="362853" y="16956"/>
                  </a:lnTo>
                  <a:lnTo>
                    <a:pt x="362990" y="17236"/>
                  </a:lnTo>
                  <a:lnTo>
                    <a:pt x="364175" y="18819"/>
                  </a:lnTo>
                  <a:lnTo>
                    <a:pt x="365496" y="20357"/>
                  </a:lnTo>
                  <a:lnTo>
                    <a:pt x="370781" y="26972"/>
                  </a:lnTo>
                  <a:lnTo>
                    <a:pt x="371009" y="26739"/>
                  </a:lnTo>
                  <a:lnTo>
                    <a:pt x="373105" y="29208"/>
                  </a:lnTo>
                  <a:lnTo>
                    <a:pt x="375702" y="32329"/>
                  </a:lnTo>
                  <a:lnTo>
                    <a:pt x="376431" y="33493"/>
                  </a:lnTo>
                  <a:lnTo>
                    <a:pt x="376522" y="33726"/>
                  </a:lnTo>
                  <a:lnTo>
                    <a:pt x="376750" y="34379"/>
                  </a:lnTo>
                  <a:lnTo>
                    <a:pt x="376841" y="34565"/>
                  </a:lnTo>
                  <a:lnTo>
                    <a:pt x="376978" y="35357"/>
                  </a:lnTo>
                  <a:lnTo>
                    <a:pt x="377342" y="37360"/>
                  </a:lnTo>
                  <a:lnTo>
                    <a:pt x="377433" y="37919"/>
                  </a:lnTo>
                  <a:lnTo>
                    <a:pt x="377798" y="39503"/>
                  </a:lnTo>
                  <a:lnTo>
                    <a:pt x="378026" y="40435"/>
                  </a:lnTo>
                  <a:lnTo>
                    <a:pt x="378299" y="41366"/>
                  </a:lnTo>
                  <a:lnTo>
                    <a:pt x="379484" y="45792"/>
                  </a:lnTo>
                  <a:lnTo>
                    <a:pt x="380714" y="50310"/>
                  </a:lnTo>
                  <a:lnTo>
                    <a:pt x="381078" y="51522"/>
                  </a:lnTo>
                  <a:lnTo>
                    <a:pt x="381306" y="51475"/>
                  </a:lnTo>
                  <a:lnTo>
                    <a:pt x="386272" y="66568"/>
                  </a:lnTo>
                  <a:lnTo>
                    <a:pt x="386454" y="67034"/>
                  </a:lnTo>
                  <a:lnTo>
                    <a:pt x="386819" y="68105"/>
                  </a:lnTo>
                  <a:lnTo>
                    <a:pt x="386910" y="68338"/>
                  </a:lnTo>
                  <a:lnTo>
                    <a:pt x="387958" y="71413"/>
                  </a:lnTo>
                  <a:lnTo>
                    <a:pt x="388915" y="74161"/>
                  </a:lnTo>
                  <a:lnTo>
                    <a:pt x="389370" y="75466"/>
                  </a:lnTo>
                  <a:lnTo>
                    <a:pt x="389234" y="75606"/>
                  </a:lnTo>
                  <a:lnTo>
                    <a:pt x="389006" y="75792"/>
                  </a:lnTo>
                  <a:lnTo>
                    <a:pt x="388459" y="76258"/>
                  </a:lnTo>
                  <a:lnTo>
                    <a:pt x="388323" y="76351"/>
                  </a:lnTo>
                  <a:lnTo>
                    <a:pt x="388049" y="76584"/>
                  </a:lnTo>
                  <a:lnTo>
                    <a:pt x="387047" y="77143"/>
                  </a:lnTo>
                  <a:lnTo>
                    <a:pt x="386363" y="77422"/>
                  </a:lnTo>
                  <a:lnTo>
                    <a:pt x="385589" y="77609"/>
                  </a:lnTo>
                  <a:lnTo>
                    <a:pt x="385452" y="77655"/>
                  </a:lnTo>
                  <a:lnTo>
                    <a:pt x="384814" y="77981"/>
                  </a:lnTo>
                  <a:lnTo>
                    <a:pt x="384313" y="78214"/>
                  </a:lnTo>
                  <a:lnTo>
                    <a:pt x="383812" y="78587"/>
                  </a:lnTo>
                  <a:lnTo>
                    <a:pt x="383584" y="78773"/>
                  </a:lnTo>
                  <a:lnTo>
                    <a:pt x="382901" y="79193"/>
                  </a:lnTo>
                  <a:lnTo>
                    <a:pt x="382673" y="79332"/>
                  </a:lnTo>
                  <a:lnTo>
                    <a:pt x="382354" y="79565"/>
                  </a:lnTo>
                  <a:lnTo>
                    <a:pt x="381169" y="80078"/>
                  </a:lnTo>
                  <a:lnTo>
                    <a:pt x="380531" y="80497"/>
                  </a:lnTo>
                  <a:lnTo>
                    <a:pt x="380395" y="80637"/>
                  </a:lnTo>
                  <a:lnTo>
                    <a:pt x="380213" y="80823"/>
                  </a:lnTo>
                  <a:lnTo>
                    <a:pt x="380121" y="81056"/>
                  </a:lnTo>
                  <a:lnTo>
                    <a:pt x="380121" y="81429"/>
                  </a:lnTo>
                  <a:lnTo>
                    <a:pt x="379802" y="81755"/>
                  </a:lnTo>
                  <a:lnTo>
                    <a:pt x="379028" y="82500"/>
                  </a:lnTo>
                  <a:lnTo>
                    <a:pt x="378253" y="83245"/>
                  </a:lnTo>
                  <a:lnTo>
                    <a:pt x="377980" y="83478"/>
                  </a:lnTo>
                  <a:lnTo>
                    <a:pt x="377752" y="83758"/>
                  </a:lnTo>
                  <a:lnTo>
                    <a:pt x="377297" y="84130"/>
                  </a:lnTo>
                  <a:lnTo>
                    <a:pt x="376613" y="84689"/>
                  </a:lnTo>
                  <a:lnTo>
                    <a:pt x="376203" y="85016"/>
                  </a:lnTo>
                  <a:lnTo>
                    <a:pt x="375793" y="85342"/>
                  </a:lnTo>
                  <a:lnTo>
                    <a:pt x="375292" y="85714"/>
                  </a:lnTo>
                  <a:lnTo>
                    <a:pt x="375110" y="85854"/>
                  </a:lnTo>
                  <a:lnTo>
                    <a:pt x="374882" y="85994"/>
                  </a:lnTo>
                  <a:lnTo>
                    <a:pt x="374426" y="86366"/>
                  </a:lnTo>
                  <a:lnTo>
                    <a:pt x="374016" y="86646"/>
                  </a:lnTo>
                  <a:lnTo>
                    <a:pt x="373560" y="86972"/>
                  </a:lnTo>
                  <a:lnTo>
                    <a:pt x="372011" y="88137"/>
                  </a:lnTo>
                  <a:lnTo>
                    <a:pt x="371601" y="87997"/>
                  </a:lnTo>
                  <a:lnTo>
                    <a:pt x="371237" y="87531"/>
                  </a:lnTo>
                  <a:lnTo>
                    <a:pt x="371100" y="87391"/>
                  </a:lnTo>
                  <a:lnTo>
                    <a:pt x="370371" y="86506"/>
                  </a:lnTo>
                  <a:lnTo>
                    <a:pt x="369961" y="86134"/>
                  </a:lnTo>
                  <a:lnTo>
                    <a:pt x="369597" y="85714"/>
                  </a:lnTo>
                  <a:lnTo>
                    <a:pt x="369414" y="85575"/>
                  </a:lnTo>
                  <a:lnTo>
                    <a:pt x="369141" y="85435"/>
                  </a:lnTo>
                  <a:lnTo>
                    <a:pt x="368549" y="85016"/>
                  </a:lnTo>
                  <a:lnTo>
                    <a:pt x="368275" y="84689"/>
                  </a:lnTo>
                  <a:lnTo>
                    <a:pt x="367956" y="84363"/>
                  </a:lnTo>
                  <a:lnTo>
                    <a:pt x="367729" y="84084"/>
                  </a:lnTo>
                  <a:lnTo>
                    <a:pt x="367637" y="83944"/>
                  </a:lnTo>
                  <a:lnTo>
                    <a:pt x="367455" y="83758"/>
                  </a:lnTo>
                  <a:lnTo>
                    <a:pt x="367091" y="83199"/>
                  </a:lnTo>
                  <a:lnTo>
                    <a:pt x="366407" y="82034"/>
                  </a:lnTo>
                  <a:lnTo>
                    <a:pt x="366088" y="81522"/>
                  </a:lnTo>
                  <a:lnTo>
                    <a:pt x="365906" y="81196"/>
                  </a:lnTo>
                  <a:lnTo>
                    <a:pt x="365678" y="80730"/>
                  </a:lnTo>
                  <a:lnTo>
                    <a:pt x="365132" y="79752"/>
                  </a:lnTo>
                  <a:lnTo>
                    <a:pt x="364676" y="79053"/>
                  </a:lnTo>
                  <a:lnTo>
                    <a:pt x="365040" y="78494"/>
                  </a:lnTo>
                  <a:lnTo>
                    <a:pt x="365268" y="78074"/>
                  </a:lnTo>
                  <a:lnTo>
                    <a:pt x="365405" y="77888"/>
                  </a:lnTo>
                  <a:lnTo>
                    <a:pt x="365906" y="77376"/>
                  </a:lnTo>
                  <a:lnTo>
                    <a:pt x="365724" y="77096"/>
                  </a:lnTo>
                  <a:lnTo>
                    <a:pt x="365542" y="76677"/>
                  </a:lnTo>
                  <a:lnTo>
                    <a:pt x="365359" y="76397"/>
                  </a:lnTo>
                  <a:lnTo>
                    <a:pt x="365086" y="75885"/>
                  </a:lnTo>
                  <a:lnTo>
                    <a:pt x="364858" y="75512"/>
                  </a:lnTo>
                  <a:lnTo>
                    <a:pt x="364722" y="75279"/>
                  </a:lnTo>
                  <a:lnTo>
                    <a:pt x="364539" y="75000"/>
                  </a:lnTo>
                  <a:lnTo>
                    <a:pt x="364266" y="74674"/>
                  </a:lnTo>
                  <a:lnTo>
                    <a:pt x="363993" y="74301"/>
                  </a:lnTo>
                  <a:lnTo>
                    <a:pt x="364175" y="74068"/>
                  </a:lnTo>
                  <a:lnTo>
                    <a:pt x="364038" y="73789"/>
                  </a:lnTo>
                  <a:lnTo>
                    <a:pt x="365997" y="70947"/>
                  </a:lnTo>
                  <a:lnTo>
                    <a:pt x="369323" y="62143"/>
                  </a:lnTo>
                  <a:lnTo>
                    <a:pt x="369688" y="61118"/>
                  </a:lnTo>
                  <a:lnTo>
                    <a:pt x="371237" y="56692"/>
                  </a:lnTo>
                  <a:lnTo>
                    <a:pt x="370052" y="55947"/>
                  </a:lnTo>
                  <a:lnTo>
                    <a:pt x="369551" y="55295"/>
                  </a:lnTo>
                  <a:lnTo>
                    <a:pt x="363674" y="57298"/>
                  </a:lnTo>
                  <a:lnTo>
                    <a:pt x="359436" y="58742"/>
                  </a:lnTo>
                  <a:lnTo>
                    <a:pt x="357933" y="59255"/>
                  </a:lnTo>
                  <a:lnTo>
                    <a:pt x="357249" y="59487"/>
                  </a:lnTo>
                  <a:lnTo>
                    <a:pt x="356612" y="59720"/>
                  </a:lnTo>
                  <a:lnTo>
                    <a:pt x="353103" y="60978"/>
                  </a:lnTo>
                  <a:lnTo>
                    <a:pt x="352967" y="61025"/>
                  </a:lnTo>
                  <a:lnTo>
                    <a:pt x="353285" y="62422"/>
                  </a:lnTo>
                  <a:lnTo>
                    <a:pt x="353331" y="62702"/>
                  </a:lnTo>
                  <a:lnTo>
                    <a:pt x="353559" y="64192"/>
                  </a:lnTo>
                  <a:lnTo>
                    <a:pt x="353696" y="65124"/>
                  </a:lnTo>
                  <a:lnTo>
                    <a:pt x="353650" y="65450"/>
                  </a:lnTo>
                  <a:lnTo>
                    <a:pt x="353604" y="65963"/>
                  </a:lnTo>
                  <a:lnTo>
                    <a:pt x="353468" y="66941"/>
                  </a:lnTo>
                  <a:lnTo>
                    <a:pt x="353468" y="67220"/>
                  </a:lnTo>
                  <a:lnTo>
                    <a:pt x="353194" y="69224"/>
                  </a:lnTo>
                  <a:lnTo>
                    <a:pt x="352967" y="70807"/>
                  </a:lnTo>
                  <a:lnTo>
                    <a:pt x="352511" y="70807"/>
                  </a:lnTo>
                  <a:lnTo>
                    <a:pt x="352511" y="71040"/>
                  </a:lnTo>
                  <a:lnTo>
                    <a:pt x="352465" y="72578"/>
                  </a:lnTo>
                  <a:lnTo>
                    <a:pt x="352465" y="72997"/>
                  </a:lnTo>
                  <a:lnTo>
                    <a:pt x="352465" y="73602"/>
                  </a:lnTo>
                  <a:lnTo>
                    <a:pt x="352511" y="74581"/>
                  </a:lnTo>
                  <a:lnTo>
                    <a:pt x="352602" y="75326"/>
                  </a:lnTo>
                  <a:lnTo>
                    <a:pt x="352648" y="75838"/>
                  </a:lnTo>
                  <a:lnTo>
                    <a:pt x="352830" y="77655"/>
                  </a:lnTo>
                  <a:lnTo>
                    <a:pt x="352875" y="78168"/>
                  </a:lnTo>
                  <a:lnTo>
                    <a:pt x="352784" y="79798"/>
                  </a:lnTo>
                  <a:lnTo>
                    <a:pt x="352511" y="83478"/>
                  </a:lnTo>
                  <a:lnTo>
                    <a:pt x="352420" y="84503"/>
                  </a:lnTo>
                  <a:lnTo>
                    <a:pt x="352420" y="84689"/>
                  </a:lnTo>
                  <a:lnTo>
                    <a:pt x="352192" y="87531"/>
                  </a:lnTo>
                  <a:lnTo>
                    <a:pt x="352146" y="87950"/>
                  </a:lnTo>
                  <a:lnTo>
                    <a:pt x="352010" y="88696"/>
                  </a:lnTo>
                  <a:lnTo>
                    <a:pt x="351919" y="88929"/>
                  </a:lnTo>
                  <a:lnTo>
                    <a:pt x="351873" y="89208"/>
                  </a:lnTo>
                  <a:lnTo>
                    <a:pt x="351417" y="91211"/>
                  </a:lnTo>
                  <a:lnTo>
                    <a:pt x="351372" y="91398"/>
                  </a:lnTo>
                  <a:lnTo>
                    <a:pt x="350734" y="94332"/>
                  </a:lnTo>
                  <a:lnTo>
                    <a:pt x="350597" y="94752"/>
                  </a:lnTo>
                  <a:lnTo>
                    <a:pt x="349777" y="97360"/>
                  </a:lnTo>
                  <a:lnTo>
                    <a:pt x="349686" y="97547"/>
                  </a:lnTo>
                  <a:lnTo>
                    <a:pt x="349641" y="97686"/>
                  </a:lnTo>
                  <a:lnTo>
                    <a:pt x="349504" y="98152"/>
                  </a:lnTo>
                  <a:lnTo>
                    <a:pt x="349322" y="98711"/>
                  </a:lnTo>
                  <a:lnTo>
                    <a:pt x="349139" y="99177"/>
                  </a:lnTo>
                  <a:lnTo>
                    <a:pt x="348547" y="100761"/>
                  </a:lnTo>
                  <a:lnTo>
                    <a:pt x="348319" y="101320"/>
                  </a:lnTo>
                  <a:lnTo>
                    <a:pt x="348091" y="101926"/>
                  </a:lnTo>
                  <a:lnTo>
                    <a:pt x="347362" y="104301"/>
                  </a:lnTo>
                  <a:lnTo>
                    <a:pt x="347135" y="105140"/>
                  </a:lnTo>
                  <a:lnTo>
                    <a:pt x="346725" y="107143"/>
                  </a:lnTo>
                  <a:lnTo>
                    <a:pt x="348137" y="108447"/>
                  </a:lnTo>
                  <a:lnTo>
                    <a:pt x="348593" y="108960"/>
                  </a:lnTo>
                  <a:lnTo>
                    <a:pt x="350005" y="110544"/>
                  </a:lnTo>
                  <a:lnTo>
                    <a:pt x="350643" y="111475"/>
                  </a:lnTo>
                  <a:lnTo>
                    <a:pt x="352329" y="113805"/>
                  </a:lnTo>
                  <a:lnTo>
                    <a:pt x="354789" y="117252"/>
                  </a:lnTo>
                  <a:lnTo>
                    <a:pt x="355883" y="118742"/>
                  </a:lnTo>
                  <a:lnTo>
                    <a:pt x="358844" y="121724"/>
                  </a:lnTo>
                  <a:lnTo>
                    <a:pt x="359436" y="122329"/>
                  </a:lnTo>
                  <a:lnTo>
                    <a:pt x="359573" y="122469"/>
                  </a:lnTo>
                  <a:lnTo>
                    <a:pt x="363172" y="125451"/>
                  </a:lnTo>
                  <a:lnTo>
                    <a:pt x="363309" y="125544"/>
                  </a:lnTo>
                  <a:lnTo>
                    <a:pt x="364084" y="126056"/>
                  </a:lnTo>
                  <a:lnTo>
                    <a:pt x="364539" y="126336"/>
                  </a:lnTo>
                  <a:lnTo>
                    <a:pt x="365132" y="126708"/>
                  </a:lnTo>
                  <a:lnTo>
                    <a:pt x="365678" y="127081"/>
                  </a:lnTo>
                  <a:lnTo>
                    <a:pt x="368048" y="129224"/>
                  </a:lnTo>
                  <a:lnTo>
                    <a:pt x="369004" y="130249"/>
                  </a:lnTo>
                  <a:lnTo>
                    <a:pt x="369414" y="130901"/>
                  </a:lnTo>
                  <a:lnTo>
                    <a:pt x="369551" y="131274"/>
                  </a:lnTo>
                  <a:lnTo>
                    <a:pt x="369824" y="132019"/>
                  </a:lnTo>
                  <a:lnTo>
                    <a:pt x="370918" y="134814"/>
                  </a:lnTo>
                  <a:lnTo>
                    <a:pt x="371647" y="136770"/>
                  </a:lnTo>
                  <a:lnTo>
                    <a:pt x="372604" y="137702"/>
                  </a:lnTo>
                  <a:lnTo>
                    <a:pt x="373196" y="138261"/>
                  </a:lnTo>
                  <a:lnTo>
                    <a:pt x="373879" y="138820"/>
                  </a:lnTo>
                  <a:lnTo>
                    <a:pt x="374472" y="139239"/>
                  </a:lnTo>
                  <a:lnTo>
                    <a:pt x="374973" y="139612"/>
                  </a:lnTo>
                  <a:lnTo>
                    <a:pt x="375337" y="139892"/>
                  </a:lnTo>
                  <a:lnTo>
                    <a:pt x="376158" y="139892"/>
                  </a:lnTo>
                  <a:lnTo>
                    <a:pt x="376613" y="139845"/>
                  </a:lnTo>
                  <a:lnTo>
                    <a:pt x="377205" y="139705"/>
                  </a:lnTo>
                  <a:lnTo>
                    <a:pt x="378436" y="139472"/>
                  </a:lnTo>
                  <a:lnTo>
                    <a:pt x="378709" y="139379"/>
                  </a:lnTo>
                  <a:lnTo>
                    <a:pt x="379256" y="139333"/>
                  </a:lnTo>
                  <a:lnTo>
                    <a:pt x="379392" y="139333"/>
                  </a:lnTo>
                  <a:lnTo>
                    <a:pt x="379757" y="139333"/>
                  </a:lnTo>
                  <a:lnTo>
                    <a:pt x="379894" y="139333"/>
                  </a:lnTo>
                  <a:lnTo>
                    <a:pt x="380304" y="139333"/>
                  </a:lnTo>
                  <a:lnTo>
                    <a:pt x="380623" y="139333"/>
                  </a:lnTo>
                  <a:lnTo>
                    <a:pt x="380941" y="139379"/>
                  </a:lnTo>
                  <a:lnTo>
                    <a:pt x="381670" y="139519"/>
                  </a:lnTo>
                  <a:lnTo>
                    <a:pt x="382718" y="139566"/>
                  </a:lnTo>
                  <a:lnTo>
                    <a:pt x="383174" y="139519"/>
                  </a:lnTo>
                  <a:lnTo>
                    <a:pt x="383812" y="139472"/>
                  </a:lnTo>
                  <a:lnTo>
                    <a:pt x="384085" y="139426"/>
                  </a:lnTo>
                  <a:lnTo>
                    <a:pt x="384313" y="139426"/>
                  </a:lnTo>
                  <a:lnTo>
                    <a:pt x="384769" y="139426"/>
                  </a:lnTo>
                  <a:lnTo>
                    <a:pt x="385088" y="139426"/>
                  </a:lnTo>
                  <a:lnTo>
                    <a:pt x="385224" y="139426"/>
                  </a:lnTo>
                  <a:lnTo>
                    <a:pt x="386454" y="139752"/>
                  </a:lnTo>
                  <a:lnTo>
                    <a:pt x="386956" y="139985"/>
                  </a:lnTo>
                  <a:lnTo>
                    <a:pt x="387366" y="140171"/>
                  </a:lnTo>
                  <a:lnTo>
                    <a:pt x="387776" y="140311"/>
                  </a:lnTo>
                  <a:lnTo>
                    <a:pt x="388368" y="140590"/>
                  </a:lnTo>
                  <a:lnTo>
                    <a:pt x="388687" y="140777"/>
                  </a:lnTo>
                  <a:lnTo>
                    <a:pt x="390008" y="141429"/>
                  </a:lnTo>
                  <a:lnTo>
                    <a:pt x="390601" y="141755"/>
                  </a:lnTo>
                  <a:lnTo>
                    <a:pt x="390920" y="141941"/>
                  </a:lnTo>
                  <a:lnTo>
                    <a:pt x="392378" y="142733"/>
                  </a:lnTo>
                  <a:lnTo>
                    <a:pt x="392788" y="143199"/>
                  </a:lnTo>
                  <a:lnTo>
                    <a:pt x="392970" y="143385"/>
                  </a:lnTo>
                  <a:lnTo>
                    <a:pt x="393243" y="143712"/>
                  </a:lnTo>
                  <a:lnTo>
                    <a:pt x="393562" y="143991"/>
                  </a:lnTo>
                  <a:lnTo>
                    <a:pt x="393881" y="144317"/>
                  </a:lnTo>
                  <a:lnTo>
                    <a:pt x="394291" y="144503"/>
                  </a:lnTo>
                  <a:lnTo>
                    <a:pt x="394610" y="144550"/>
                  </a:lnTo>
                  <a:lnTo>
                    <a:pt x="394792" y="144597"/>
                  </a:lnTo>
                  <a:lnTo>
                    <a:pt x="394564" y="145389"/>
                  </a:lnTo>
                  <a:lnTo>
                    <a:pt x="393152" y="145062"/>
                  </a:lnTo>
                  <a:lnTo>
                    <a:pt x="389689" y="144084"/>
                  </a:lnTo>
                  <a:lnTo>
                    <a:pt x="388687" y="147485"/>
                  </a:lnTo>
                  <a:lnTo>
                    <a:pt x="388277" y="148789"/>
                  </a:lnTo>
                  <a:lnTo>
                    <a:pt x="386546" y="148090"/>
                  </a:lnTo>
                  <a:lnTo>
                    <a:pt x="385999" y="147858"/>
                  </a:lnTo>
                  <a:lnTo>
                    <a:pt x="385680" y="147718"/>
                  </a:lnTo>
                  <a:lnTo>
                    <a:pt x="383630" y="146879"/>
                  </a:lnTo>
                  <a:lnTo>
                    <a:pt x="382308" y="146227"/>
                  </a:lnTo>
                  <a:lnTo>
                    <a:pt x="379210" y="143944"/>
                  </a:lnTo>
                  <a:lnTo>
                    <a:pt x="378436" y="143339"/>
                  </a:lnTo>
                  <a:lnTo>
                    <a:pt x="376750" y="142594"/>
                  </a:lnTo>
                  <a:lnTo>
                    <a:pt x="374791" y="141755"/>
                  </a:lnTo>
                  <a:lnTo>
                    <a:pt x="374244" y="141475"/>
                  </a:lnTo>
                  <a:lnTo>
                    <a:pt x="373971" y="141336"/>
                  </a:lnTo>
                  <a:lnTo>
                    <a:pt x="373059" y="140730"/>
                  </a:lnTo>
                  <a:lnTo>
                    <a:pt x="371692" y="139752"/>
                  </a:lnTo>
                  <a:lnTo>
                    <a:pt x="370508" y="138727"/>
                  </a:lnTo>
                  <a:lnTo>
                    <a:pt x="369824" y="138121"/>
                  </a:lnTo>
                  <a:lnTo>
                    <a:pt x="369369" y="138168"/>
                  </a:lnTo>
                  <a:lnTo>
                    <a:pt x="364311" y="138820"/>
                  </a:lnTo>
                  <a:lnTo>
                    <a:pt x="359664" y="139472"/>
                  </a:lnTo>
                  <a:lnTo>
                    <a:pt x="356110" y="139938"/>
                  </a:lnTo>
                  <a:lnTo>
                    <a:pt x="351828" y="140497"/>
                  </a:lnTo>
                  <a:lnTo>
                    <a:pt x="347909" y="141010"/>
                  </a:lnTo>
                  <a:lnTo>
                    <a:pt x="343763" y="141522"/>
                  </a:lnTo>
                  <a:lnTo>
                    <a:pt x="339116" y="142174"/>
                  </a:lnTo>
                  <a:lnTo>
                    <a:pt x="338888" y="142221"/>
                  </a:lnTo>
                  <a:lnTo>
                    <a:pt x="335015" y="142733"/>
                  </a:lnTo>
                  <a:lnTo>
                    <a:pt x="334787" y="142780"/>
                  </a:lnTo>
                  <a:lnTo>
                    <a:pt x="331780" y="143199"/>
                  </a:lnTo>
                  <a:lnTo>
                    <a:pt x="330095" y="138960"/>
                  </a:lnTo>
                  <a:lnTo>
                    <a:pt x="328682" y="135373"/>
                  </a:lnTo>
                  <a:lnTo>
                    <a:pt x="327406" y="132205"/>
                  </a:lnTo>
                  <a:lnTo>
                    <a:pt x="327133" y="131553"/>
                  </a:lnTo>
                  <a:lnTo>
                    <a:pt x="327087" y="131413"/>
                  </a:lnTo>
                  <a:lnTo>
                    <a:pt x="326996" y="131180"/>
                  </a:lnTo>
                  <a:lnTo>
                    <a:pt x="324673" y="128851"/>
                  </a:lnTo>
                  <a:lnTo>
                    <a:pt x="324080" y="127128"/>
                  </a:lnTo>
                  <a:lnTo>
                    <a:pt x="323351" y="125031"/>
                  </a:lnTo>
                  <a:lnTo>
                    <a:pt x="323215" y="125078"/>
                  </a:lnTo>
                  <a:lnTo>
                    <a:pt x="318567" y="125590"/>
                  </a:lnTo>
                  <a:lnTo>
                    <a:pt x="318340" y="125590"/>
                  </a:lnTo>
                  <a:lnTo>
                    <a:pt x="313966" y="126149"/>
                  </a:lnTo>
                  <a:lnTo>
                    <a:pt x="309774" y="126708"/>
                  </a:lnTo>
                  <a:lnTo>
                    <a:pt x="309637" y="126708"/>
                  </a:lnTo>
                  <a:lnTo>
                    <a:pt x="306129" y="127174"/>
                  </a:lnTo>
                  <a:lnTo>
                    <a:pt x="303395" y="127500"/>
                  </a:lnTo>
                  <a:lnTo>
                    <a:pt x="297108" y="128339"/>
                  </a:lnTo>
                  <a:lnTo>
                    <a:pt x="291640" y="129038"/>
                  </a:lnTo>
                  <a:lnTo>
                    <a:pt x="289955" y="129224"/>
                  </a:lnTo>
                  <a:lnTo>
                    <a:pt x="289681" y="129270"/>
                  </a:lnTo>
                  <a:lnTo>
                    <a:pt x="281070" y="130435"/>
                  </a:lnTo>
                  <a:lnTo>
                    <a:pt x="273233" y="131506"/>
                  </a:lnTo>
                  <a:lnTo>
                    <a:pt x="266900" y="132392"/>
                  </a:lnTo>
                  <a:lnTo>
                    <a:pt x="266490" y="132438"/>
                  </a:lnTo>
                  <a:lnTo>
                    <a:pt x="259610" y="133370"/>
                  </a:lnTo>
                  <a:lnTo>
                    <a:pt x="259383" y="133416"/>
                  </a:lnTo>
                  <a:lnTo>
                    <a:pt x="253277" y="134255"/>
                  </a:lnTo>
                  <a:lnTo>
                    <a:pt x="250361" y="134628"/>
                  </a:lnTo>
                  <a:lnTo>
                    <a:pt x="244302" y="135466"/>
                  </a:lnTo>
                  <a:lnTo>
                    <a:pt x="241659" y="135839"/>
                  </a:lnTo>
                  <a:lnTo>
                    <a:pt x="241796" y="137423"/>
                  </a:lnTo>
                  <a:lnTo>
                    <a:pt x="241841" y="137702"/>
                  </a:lnTo>
                  <a:lnTo>
                    <a:pt x="241933" y="138541"/>
                  </a:lnTo>
                  <a:lnTo>
                    <a:pt x="243026" y="141522"/>
                  </a:lnTo>
                  <a:lnTo>
                    <a:pt x="243345" y="142361"/>
                  </a:lnTo>
                  <a:lnTo>
                    <a:pt x="243755" y="142873"/>
                  </a:lnTo>
                  <a:lnTo>
                    <a:pt x="244165" y="143432"/>
                  </a:lnTo>
                  <a:lnTo>
                    <a:pt x="244530" y="144131"/>
                  </a:lnTo>
                  <a:lnTo>
                    <a:pt x="245988" y="148184"/>
                  </a:lnTo>
                  <a:lnTo>
                    <a:pt x="250544" y="160668"/>
                  </a:lnTo>
                  <a:lnTo>
                    <a:pt x="250817" y="161460"/>
                  </a:lnTo>
                  <a:lnTo>
                    <a:pt x="253915" y="169985"/>
                  </a:lnTo>
                  <a:lnTo>
                    <a:pt x="255783" y="175296"/>
                  </a:lnTo>
                  <a:lnTo>
                    <a:pt x="256968" y="178417"/>
                  </a:lnTo>
                  <a:lnTo>
                    <a:pt x="257879" y="180746"/>
                  </a:lnTo>
                  <a:lnTo>
                    <a:pt x="258061" y="181305"/>
                  </a:lnTo>
                  <a:lnTo>
                    <a:pt x="259337" y="185358"/>
                  </a:lnTo>
                  <a:lnTo>
                    <a:pt x="263028" y="195606"/>
                  </a:lnTo>
                  <a:lnTo>
                    <a:pt x="264850" y="200171"/>
                  </a:lnTo>
                  <a:lnTo>
                    <a:pt x="266855" y="205296"/>
                  </a:lnTo>
                  <a:lnTo>
                    <a:pt x="268996" y="210140"/>
                  </a:lnTo>
                  <a:lnTo>
                    <a:pt x="269270" y="210746"/>
                  </a:lnTo>
                  <a:lnTo>
                    <a:pt x="271046" y="214613"/>
                  </a:lnTo>
                  <a:lnTo>
                    <a:pt x="271365" y="215358"/>
                  </a:lnTo>
                  <a:lnTo>
                    <a:pt x="273917" y="221414"/>
                  </a:lnTo>
                  <a:lnTo>
                    <a:pt x="274646" y="223137"/>
                  </a:lnTo>
                  <a:lnTo>
                    <a:pt x="274965" y="223929"/>
                  </a:lnTo>
                  <a:lnTo>
                    <a:pt x="274828" y="223929"/>
                  </a:lnTo>
                  <a:lnTo>
                    <a:pt x="273871" y="224069"/>
                  </a:lnTo>
                  <a:lnTo>
                    <a:pt x="272641" y="224255"/>
                  </a:lnTo>
                  <a:lnTo>
                    <a:pt x="272459" y="224302"/>
                  </a:lnTo>
                  <a:lnTo>
                    <a:pt x="272231" y="224302"/>
                  </a:lnTo>
                  <a:lnTo>
                    <a:pt x="266764" y="225094"/>
                  </a:lnTo>
                  <a:lnTo>
                    <a:pt x="266581" y="225141"/>
                  </a:lnTo>
                  <a:lnTo>
                    <a:pt x="265078" y="225327"/>
                  </a:lnTo>
                  <a:lnTo>
                    <a:pt x="261433" y="225839"/>
                  </a:lnTo>
                  <a:lnTo>
                    <a:pt x="260886" y="225933"/>
                  </a:lnTo>
                  <a:lnTo>
                    <a:pt x="260066" y="226026"/>
                  </a:lnTo>
                  <a:lnTo>
                    <a:pt x="258471" y="226259"/>
                  </a:lnTo>
                  <a:lnTo>
                    <a:pt x="258198" y="226305"/>
                  </a:lnTo>
                  <a:lnTo>
                    <a:pt x="257059" y="226492"/>
                  </a:lnTo>
                  <a:lnTo>
                    <a:pt x="256831" y="226492"/>
                  </a:lnTo>
                  <a:lnTo>
                    <a:pt x="255829" y="226631"/>
                  </a:lnTo>
                  <a:lnTo>
                    <a:pt x="254963" y="226771"/>
                  </a:lnTo>
                  <a:lnTo>
                    <a:pt x="252731" y="227097"/>
                  </a:lnTo>
                  <a:lnTo>
                    <a:pt x="251683" y="227237"/>
                  </a:lnTo>
                  <a:lnTo>
                    <a:pt x="251182" y="227283"/>
                  </a:lnTo>
                  <a:lnTo>
                    <a:pt x="247992" y="227749"/>
                  </a:lnTo>
                  <a:lnTo>
                    <a:pt x="247582" y="227796"/>
                  </a:lnTo>
                  <a:lnTo>
                    <a:pt x="242525" y="228541"/>
                  </a:lnTo>
                  <a:lnTo>
                    <a:pt x="238333" y="229100"/>
                  </a:lnTo>
                  <a:lnTo>
                    <a:pt x="237376" y="229240"/>
                  </a:lnTo>
                  <a:lnTo>
                    <a:pt x="237285" y="228541"/>
                  </a:lnTo>
                  <a:lnTo>
                    <a:pt x="236556" y="223510"/>
                  </a:lnTo>
                  <a:lnTo>
                    <a:pt x="235372" y="215125"/>
                  </a:lnTo>
                  <a:lnTo>
                    <a:pt x="235326" y="214892"/>
                  </a:lnTo>
                  <a:lnTo>
                    <a:pt x="234779" y="211305"/>
                  </a:lnTo>
                  <a:lnTo>
                    <a:pt x="234643" y="210187"/>
                  </a:lnTo>
                  <a:lnTo>
                    <a:pt x="234460" y="209162"/>
                  </a:lnTo>
                  <a:lnTo>
                    <a:pt x="234415" y="208650"/>
                  </a:lnTo>
                  <a:lnTo>
                    <a:pt x="234233" y="207672"/>
                  </a:lnTo>
                  <a:lnTo>
                    <a:pt x="233959" y="205622"/>
                  </a:lnTo>
                  <a:lnTo>
                    <a:pt x="233868" y="205156"/>
                  </a:lnTo>
                  <a:lnTo>
                    <a:pt x="233823" y="204923"/>
                  </a:lnTo>
                  <a:lnTo>
                    <a:pt x="233777" y="204550"/>
                  </a:lnTo>
                  <a:lnTo>
                    <a:pt x="233731" y="204085"/>
                  </a:lnTo>
                  <a:lnTo>
                    <a:pt x="233640" y="203712"/>
                  </a:lnTo>
                  <a:lnTo>
                    <a:pt x="233412" y="202175"/>
                  </a:lnTo>
                  <a:lnTo>
                    <a:pt x="233230" y="200917"/>
                  </a:lnTo>
                  <a:lnTo>
                    <a:pt x="233185" y="200591"/>
                  </a:lnTo>
                  <a:lnTo>
                    <a:pt x="233139" y="200171"/>
                  </a:lnTo>
                  <a:lnTo>
                    <a:pt x="233094" y="200032"/>
                  </a:lnTo>
                  <a:lnTo>
                    <a:pt x="233002" y="199380"/>
                  </a:lnTo>
                  <a:lnTo>
                    <a:pt x="232911" y="198681"/>
                  </a:lnTo>
                  <a:lnTo>
                    <a:pt x="232410" y="195466"/>
                  </a:lnTo>
                  <a:lnTo>
                    <a:pt x="231636" y="190482"/>
                  </a:lnTo>
                  <a:lnTo>
                    <a:pt x="230907" y="185404"/>
                  </a:lnTo>
                  <a:lnTo>
                    <a:pt x="230861" y="185218"/>
                  </a:lnTo>
                  <a:lnTo>
                    <a:pt x="230724" y="184193"/>
                  </a:lnTo>
                  <a:lnTo>
                    <a:pt x="229722" y="177578"/>
                  </a:lnTo>
                  <a:lnTo>
                    <a:pt x="229676" y="177438"/>
                  </a:lnTo>
                  <a:lnTo>
                    <a:pt x="229585" y="176879"/>
                  </a:lnTo>
                  <a:lnTo>
                    <a:pt x="229585" y="176647"/>
                  </a:lnTo>
                  <a:lnTo>
                    <a:pt x="229494" y="176227"/>
                  </a:lnTo>
                  <a:lnTo>
                    <a:pt x="229403" y="175528"/>
                  </a:lnTo>
                  <a:lnTo>
                    <a:pt x="229357" y="175202"/>
                  </a:lnTo>
                  <a:lnTo>
                    <a:pt x="229130" y="173851"/>
                  </a:lnTo>
                  <a:lnTo>
                    <a:pt x="229130" y="173665"/>
                  </a:lnTo>
                  <a:lnTo>
                    <a:pt x="228947" y="172547"/>
                  </a:lnTo>
                  <a:lnTo>
                    <a:pt x="229904" y="166817"/>
                  </a:lnTo>
                  <a:lnTo>
                    <a:pt x="230314" y="164069"/>
                  </a:lnTo>
                  <a:lnTo>
                    <a:pt x="230360" y="163836"/>
                  </a:lnTo>
                  <a:lnTo>
                    <a:pt x="230633" y="162345"/>
                  </a:lnTo>
                  <a:lnTo>
                    <a:pt x="231453" y="157594"/>
                  </a:lnTo>
                  <a:lnTo>
                    <a:pt x="231681" y="156382"/>
                  </a:lnTo>
                  <a:lnTo>
                    <a:pt x="227808" y="156895"/>
                  </a:lnTo>
                  <a:lnTo>
                    <a:pt x="227125" y="156988"/>
                  </a:lnTo>
                  <a:lnTo>
                    <a:pt x="223434" y="157500"/>
                  </a:lnTo>
                  <a:lnTo>
                    <a:pt x="218742" y="158153"/>
                  </a:lnTo>
                  <a:lnTo>
                    <a:pt x="213411" y="158898"/>
                  </a:lnTo>
                  <a:lnTo>
                    <a:pt x="212226" y="159038"/>
                  </a:lnTo>
                  <a:lnTo>
                    <a:pt x="211862" y="159084"/>
                  </a:lnTo>
                  <a:lnTo>
                    <a:pt x="211588" y="159131"/>
                  </a:lnTo>
                  <a:lnTo>
                    <a:pt x="205164" y="160063"/>
                  </a:lnTo>
                  <a:lnTo>
                    <a:pt x="204481" y="160156"/>
                  </a:lnTo>
                  <a:lnTo>
                    <a:pt x="203615" y="160295"/>
                  </a:lnTo>
                  <a:lnTo>
                    <a:pt x="195095" y="161460"/>
                  </a:lnTo>
                  <a:lnTo>
                    <a:pt x="194776" y="161227"/>
                  </a:lnTo>
                  <a:lnTo>
                    <a:pt x="196690" y="158898"/>
                  </a:lnTo>
                  <a:lnTo>
                    <a:pt x="201246" y="153261"/>
                  </a:lnTo>
                  <a:lnTo>
                    <a:pt x="202704" y="151444"/>
                  </a:lnTo>
                  <a:lnTo>
                    <a:pt x="203934" y="149907"/>
                  </a:lnTo>
                  <a:lnTo>
                    <a:pt x="205210" y="148323"/>
                  </a:lnTo>
                  <a:lnTo>
                    <a:pt x="205756" y="147671"/>
                  </a:lnTo>
                  <a:lnTo>
                    <a:pt x="206121" y="147252"/>
                  </a:lnTo>
                  <a:lnTo>
                    <a:pt x="206349" y="146926"/>
                  </a:lnTo>
                  <a:lnTo>
                    <a:pt x="207078" y="145948"/>
                  </a:lnTo>
                  <a:lnTo>
                    <a:pt x="208490" y="144224"/>
                  </a:lnTo>
                  <a:lnTo>
                    <a:pt x="210085" y="142267"/>
                  </a:lnTo>
                  <a:lnTo>
                    <a:pt x="210313" y="141988"/>
                  </a:lnTo>
                  <a:lnTo>
                    <a:pt x="210905" y="141149"/>
                  </a:lnTo>
                  <a:lnTo>
                    <a:pt x="211953" y="139752"/>
                  </a:lnTo>
                  <a:lnTo>
                    <a:pt x="211771" y="139612"/>
                  </a:lnTo>
                  <a:lnTo>
                    <a:pt x="211588" y="139379"/>
                  </a:lnTo>
                  <a:lnTo>
                    <a:pt x="211452" y="139146"/>
                  </a:lnTo>
                  <a:lnTo>
                    <a:pt x="211315" y="138913"/>
                  </a:lnTo>
                  <a:lnTo>
                    <a:pt x="211224" y="138634"/>
                  </a:lnTo>
                  <a:lnTo>
                    <a:pt x="211133" y="138354"/>
                  </a:lnTo>
                  <a:lnTo>
                    <a:pt x="211087" y="138075"/>
                  </a:lnTo>
                  <a:lnTo>
                    <a:pt x="211087" y="137795"/>
                  </a:lnTo>
                  <a:lnTo>
                    <a:pt x="211133" y="137516"/>
                  </a:lnTo>
                  <a:lnTo>
                    <a:pt x="211178" y="137283"/>
                  </a:lnTo>
                  <a:lnTo>
                    <a:pt x="211269" y="137003"/>
                  </a:lnTo>
                  <a:lnTo>
                    <a:pt x="211406" y="136770"/>
                  </a:lnTo>
                  <a:lnTo>
                    <a:pt x="211543" y="136491"/>
                  </a:lnTo>
                  <a:lnTo>
                    <a:pt x="211725" y="136305"/>
                  </a:lnTo>
                  <a:lnTo>
                    <a:pt x="211907" y="136118"/>
                  </a:lnTo>
                  <a:lnTo>
                    <a:pt x="212135" y="135932"/>
                  </a:lnTo>
                  <a:lnTo>
                    <a:pt x="212408" y="135792"/>
                  </a:lnTo>
                  <a:lnTo>
                    <a:pt x="212636" y="135699"/>
                  </a:lnTo>
                  <a:lnTo>
                    <a:pt x="212910" y="135606"/>
                  </a:lnTo>
                  <a:lnTo>
                    <a:pt x="213229" y="135559"/>
                  </a:lnTo>
                  <a:lnTo>
                    <a:pt x="212636" y="127733"/>
                  </a:lnTo>
                  <a:lnTo>
                    <a:pt x="212317" y="123587"/>
                  </a:lnTo>
                  <a:lnTo>
                    <a:pt x="211953" y="119162"/>
                  </a:lnTo>
                  <a:lnTo>
                    <a:pt x="211588" y="115249"/>
                  </a:lnTo>
                  <a:lnTo>
                    <a:pt x="211224" y="111662"/>
                  </a:lnTo>
                  <a:lnTo>
                    <a:pt x="211178" y="111009"/>
                  </a:lnTo>
                  <a:lnTo>
                    <a:pt x="210768" y="106165"/>
                  </a:lnTo>
                  <a:lnTo>
                    <a:pt x="210404" y="101506"/>
                  </a:lnTo>
                  <a:lnTo>
                    <a:pt x="210267" y="100109"/>
                  </a:lnTo>
                  <a:lnTo>
                    <a:pt x="209811" y="94239"/>
                  </a:lnTo>
                  <a:lnTo>
                    <a:pt x="205756" y="93960"/>
                  </a:lnTo>
                  <a:lnTo>
                    <a:pt x="204435" y="93820"/>
                  </a:lnTo>
                  <a:lnTo>
                    <a:pt x="201656" y="93634"/>
                  </a:lnTo>
                  <a:lnTo>
                    <a:pt x="198968" y="93447"/>
                  </a:lnTo>
                  <a:lnTo>
                    <a:pt x="197009" y="93308"/>
                  </a:lnTo>
                  <a:lnTo>
                    <a:pt x="196234" y="93261"/>
                  </a:lnTo>
                  <a:lnTo>
                    <a:pt x="194457" y="93075"/>
                  </a:lnTo>
                  <a:lnTo>
                    <a:pt x="189491" y="92143"/>
                  </a:lnTo>
                  <a:lnTo>
                    <a:pt x="188443" y="91957"/>
                  </a:lnTo>
                  <a:lnTo>
                    <a:pt x="187714" y="91817"/>
                  </a:lnTo>
                  <a:lnTo>
                    <a:pt x="187122" y="91677"/>
                  </a:lnTo>
                  <a:lnTo>
                    <a:pt x="184069" y="91071"/>
                  </a:lnTo>
                  <a:lnTo>
                    <a:pt x="180561" y="90326"/>
                  </a:lnTo>
                  <a:lnTo>
                    <a:pt x="179285" y="90093"/>
                  </a:lnTo>
                  <a:lnTo>
                    <a:pt x="178556" y="89953"/>
                  </a:lnTo>
                  <a:lnTo>
                    <a:pt x="172861" y="88835"/>
                  </a:lnTo>
                  <a:lnTo>
                    <a:pt x="164159" y="87158"/>
                  </a:lnTo>
                  <a:lnTo>
                    <a:pt x="159921" y="86366"/>
                  </a:lnTo>
                  <a:lnTo>
                    <a:pt x="159785" y="86320"/>
                  </a:lnTo>
                  <a:lnTo>
                    <a:pt x="157917" y="85994"/>
                  </a:lnTo>
                  <a:lnTo>
                    <a:pt x="156276" y="89581"/>
                  </a:lnTo>
                  <a:lnTo>
                    <a:pt x="154864" y="92422"/>
                  </a:lnTo>
                  <a:lnTo>
                    <a:pt x="153953" y="94332"/>
                  </a:lnTo>
                  <a:lnTo>
                    <a:pt x="153816" y="94705"/>
                  </a:lnTo>
                  <a:lnTo>
                    <a:pt x="153543" y="95683"/>
                  </a:lnTo>
                  <a:lnTo>
                    <a:pt x="153269" y="96568"/>
                  </a:lnTo>
                  <a:lnTo>
                    <a:pt x="150490" y="102205"/>
                  </a:lnTo>
                  <a:lnTo>
                    <a:pt x="147984" y="105513"/>
                  </a:lnTo>
                  <a:lnTo>
                    <a:pt x="145888" y="108308"/>
                  </a:lnTo>
                  <a:lnTo>
                    <a:pt x="143337" y="111848"/>
                  </a:lnTo>
                  <a:lnTo>
                    <a:pt x="143200" y="112034"/>
                  </a:lnTo>
                  <a:lnTo>
                    <a:pt x="142334" y="113246"/>
                  </a:lnTo>
                  <a:lnTo>
                    <a:pt x="142152" y="113572"/>
                  </a:lnTo>
                  <a:lnTo>
                    <a:pt x="141150" y="115062"/>
                  </a:lnTo>
                  <a:lnTo>
                    <a:pt x="140649" y="115994"/>
                  </a:lnTo>
                  <a:lnTo>
                    <a:pt x="140239" y="116879"/>
                  </a:lnTo>
                  <a:lnTo>
                    <a:pt x="139965" y="117811"/>
                  </a:lnTo>
                  <a:lnTo>
                    <a:pt x="139737" y="118882"/>
                  </a:lnTo>
                  <a:lnTo>
                    <a:pt x="139145" y="121677"/>
                  </a:lnTo>
                  <a:lnTo>
                    <a:pt x="138644" y="123680"/>
                  </a:lnTo>
                  <a:lnTo>
                    <a:pt x="137824" y="126755"/>
                  </a:lnTo>
                  <a:lnTo>
                    <a:pt x="137232" y="128479"/>
                  </a:lnTo>
                  <a:lnTo>
                    <a:pt x="136730" y="129829"/>
                  </a:lnTo>
                  <a:lnTo>
                    <a:pt x="136457" y="130715"/>
                  </a:lnTo>
                  <a:lnTo>
                    <a:pt x="136275" y="131460"/>
                  </a:lnTo>
                  <a:lnTo>
                    <a:pt x="136138" y="132205"/>
                  </a:lnTo>
                  <a:lnTo>
                    <a:pt x="135728" y="135326"/>
                  </a:lnTo>
                  <a:lnTo>
                    <a:pt x="134726" y="139286"/>
                  </a:lnTo>
                  <a:lnTo>
                    <a:pt x="134042" y="141615"/>
                  </a:lnTo>
                  <a:lnTo>
                    <a:pt x="133678" y="142780"/>
                  </a:lnTo>
                  <a:lnTo>
                    <a:pt x="132675" y="145994"/>
                  </a:lnTo>
                  <a:lnTo>
                    <a:pt x="130169" y="153401"/>
                  </a:lnTo>
                  <a:lnTo>
                    <a:pt x="129805" y="154426"/>
                  </a:lnTo>
                  <a:lnTo>
                    <a:pt x="128347" y="158665"/>
                  </a:lnTo>
                  <a:lnTo>
                    <a:pt x="127664" y="160668"/>
                  </a:lnTo>
                  <a:lnTo>
                    <a:pt x="125112" y="168122"/>
                  </a:lnTo>
                  <a:lnTo>
                    <a:pt x="123928" y="171848"/>
                  </a:lnTo>
                  <a:lnTo>
                    <a:pt x="122788" y="171895"/>
                  </a:lnTo>
                  <a:lnTo>
                    <a:pt x="120510" y="171942"/>
                  </a:lnTo>
                  <a:lnTo>
                    <a:pt x="119645" y="171988"/>
                  </a:lnTo>
                  <a:lnTo>
                    <a:pt x="107753" y="172501"/>
                  </a:lnTo>
                  <a:lnTo>
                    <a:pt x="107161" y="172547"/>
                  </a:lnTo>
                  <a:lnTo>
                    <a:pt x="104473" y="172547"/>
                  </a:lnTo>
                  <a:lnTo>
                    <a:pt x="103698" y="172594"/>
                  </a:lnTo>
                  <a:lnTo>
                    <a:pt x="103288" y="172594"/>
                  </a:lnTo>
                  <a:lnTo>
                    <a:pt x="100919" y="172640"/>
                  </a:lnTo>
                  <a:lnTo>
                    <a:pt x="94905" y="172827"/>
                  </a:lnTo>
                  <a:lnTo>
                    <a:pt x="89027" y="172966"/>
                  </a:lnTo>
                  <a:lnTo>
                    <a:pt x="87022" y="173013"/>
                  </a:lnTo>
                  <a:lnTo>
                    <a:pt x="85109" y="173060"/>
                  </a:lnTo>
                  <a:lnTo>
                    <a:pt x="82603" y="173106"/>
                  </a:lnTo>
                  <a:lnTo>
                    <a:pt x="81510" y="173153"/>
                  </a:lnTo>
                  <a:lnTo>
                    <a:pt x="76543" y="173292"/>
                  </a:lnTo>
                  <a:lnTo>
                    <a:pt x="73035" y="173386"/>
                  </a:lnTo>
                  <a:lnTo>
                    <a:pt x="70529" y="173432"/>
                  </a:lnTo>
                  <a:lnTo>
                    <a:pt x="67021" y="173525"/>
                  </a:lnTo>
                  <a:lnTo>
                    <a:pt x="66110" y="173572"/>
                  </a:lnTo>
                  <a:lnTo>
                    <a:pt x="61326" y="173665"/>
                  </a:lnTo>
                  <a:lnTo>
                    <a:pt x="58546" y="174224"/>
                  </a:lnTo>
                  <a:lnTo>
                    <a:pt x="58000" y="174364"/>
                  </a:lnTo>
                  <a:lnTo>
                    <a:pt x="57681" y="174410"/>
                  </a:lnTo>
                  <a:lnTo>
                    <a:pt x="57088" y="174597"/>
                  </a:lnTo>
                  <a:lnTo>
                    <a:pt x="56815" y="174690"/>
                  </a:lnTo>
                  <a:lnTo>
                    <a:pt x="53079" y="175622"/>
                  </a:lnTo>
                  <a:lnTo>
                    <a:pt x="51484" y="175994"/>
                  </a:lnTo>
                  <a:lnTo>
                    <a:pt x="49981" y="176274"/>
                  </a:lnTo>
                  <a:lnTo>
                    <a:pt x="49388" y="176367"/>
                  </a:lnTo>
                  <a:lnTo>
                    <a:pt x="49024" y="176320"/>
                  </a:lnTo>
                  <a:lnTo>
                    <a:pt x="48887" y="176320"/>
                  </a:lnTo>
                  <a:lnTo>
                    <a:pt x="48659" y="176274"/>
                  </a:lnTo>
                  <a:lnTo>
                    <a:pt x="48386" y="176227"/>
                  </a:lnTo>
                  <a:lnTo>
                    <a:pt x="48386" y="174876"/>
                  </a:lnTo>
                  <a:lnTo>
                    <a:pt x="48341" y="171988"/>
                  </a:lnTo>
                  <a:lnTo>
                    <a:pt x="48295" y="170917"/>
                  </a:lnTo>
                  <a:lnTo>
                    <a:pt x="48204" y="169240"/>
                  </a:lnTo>
                  <a:lnTo>
                    <a:pt x="48158" y="168308"/>
                  </a:lnTo>
                  <a:lnTo>
                    <a:pt x="47794" y="165327"/>
                  </a:lnTo>
                  <a:lnTo>
                    <a:pt x="47384" y="162485"/>
                  </a:lnTo>
                  <a:lnTo>
                    <a:pt x="47384" y="162345"/>
                  </a:lnTo>
                  <a:lnTo>
                    <a:pt x="47110" y="160575"/>
                  </a:lnTo>
                  <a:lnTo>
                    <a:pt x="46791" y="158525"/>
                  </a:lnTo>
                  <a:lnTo>
                    <a:pt x="46336" y="156429"/>
                  </a:lnTo>
                  <a:lnTo>
                    <a:pt x="46245" y="156103"/>
                  </a:lnTo>
                  <a:lnTo>
                    <a:pt x="45197" y="151724"/>
                  </a:lnTo>
                  <a:lnTo>
                    <a:pt x="44559" y="148789"/>
                  </a:lnTo>
                  <a:lnTo>
                    <a:pt x="44331" y="147997"/>
                  </a:lnTo>
                  <a:lnTo>
                    <a:pt x="44149" y="147019"/>
                  </a:lnTo>
                  <a:lnTo>
                    <a:pt x="43329" y="143432"/>
                  </a:lnTo>
                  <a:lnTo>
                    <a:pt x="43101" y="142407"/>
                  </a:lnTo>
                  <a:lnTo>
                    <a:pt x="42691" y="140404"/>
                  </a:lnTo>
                  <a:lnTo>
                    <a:pt x="42463" y="138261"/>
                  </a:lnTo>
                  <a:lnTo>
                    <a:pt x="42326" y="137749"/>
                  </a:lnTo>
                  <a:lnTo>
                    <a:pt x="32303" y="140311"/>
                  </a:lnTo>
                  <a:lnTo>
                    <a:pt x="31574" y="140497"/>
                  </a:lnTo>
                  <a:lnTo>
                    <a:pt x="30617" y="140684"/>
                  </a:lnTo>
                  <a:lnTo>
                    <a:pt x="28931" y="141056"/>
                  </a:lnTo>
                  <a:lnTo>
                    <a:pt x="25514" y="141569"/>
                  </a:lnTo>
                  <a:lnTo>
                    <a:pt x="24648" y="141708"/>
                  </a:lnTo>
                  <a:lnTo>
                    <a:pt x="24466" y="141708"/>
                  </a:lnTo>
                  <a:lnTo>
                    <a:pt x="20183" y="142174"/>
                  </a:lnTo>
                  <a:lnTo>
                    <a:pt x="17222" y="142454"/>
                  </a:lnTo>
                  <a:lnTo>
                    <a:pt x="17040" y="142454"/>
                  </a:lnTo>
                  <a:lnTo>
                    <a:pt x="16493" y="142407"/>
                  </a:lnTo>
                  <a:lnTo>
                    <a:pt x="16128" y="142454"/>
                  </a:lnTo>
                  <a:lnTo>
                    <a:pt x="14124" y="142733"/>
                  </a:lnTo>
                  <a:lnTo>
                    <a:pt x="11663" y="143106"/>
                  </a:lnTo>
                  <a:lnTo>
                    <a:pt x="9431" y="143432"/>
                  </a:lnTo>
                  <a:lnTo>
                    <a:pt x="8520" y="143572"/>
                  </a:lnTo>
                  <a:lnTo>
                    <a:pt x="5968" y="143758"/>
                  </a:lnTo>
                  <a:lnTo>
                    <a:pt x="5923" y="143292"/>
                  </a:lnTo>
                  <a:lnTo>
                    <a:pt x="5877" y="143106"/>
                  </a:lnTo>
                  <a:lnTo>
                    <a:pt x="4373" y="142873"/>
                  </a:lnTo>
                  <a:lnTo>
                    <a:pt x="2323" y="141522"/>
                  </a:lnTo>
                  <a:lnTo>
                    <a:pt x="1321" y="140823"/>
                  </a:lnTo>
                  <a:lnTo>
                    <a:pt x="1093" y="140497"/>
                  </a:lnTo>
                  <a:lnTo>
                    <a:pt x="865" y="139426"/>
                  </a:lnTo>
                  <a:lnTo>
                    <a:pt x="683" y="138634"/>
                  </a:lnTo>
                  <a:lnTo>
                    <a:pt x="683" y="138308"/>
                  </a:lnTo>
                  <a:lnTo>
                    <a:pt x="683" y="137376"/>
                  </a:lnTo>
                  <a:lnTo>
                    <a:pt x="728" y="137236"/>
                  </a:lnTo>
                  <a:lnTo>
                    <a:pt x="1093" y="136398"/>
                  </a:lnTo>
                  <a:lnTo>
                    <a:pt x="1549" y="136398"/>
                  </a:lnTo>
                  <a:lnTo>
                    <a:pt x="2414" y="135699"/>
                  </a:lnTo>
                  <a:lnTo>
                    <a:pt x="2186" y="134674"/>
                  </a:lnTo>
                  <a:lnTo>
                    <a:pt x="2870" y="133975"/>
                  </a:lnTo>
                  <a:lnTo>
                    <a:pt x="2141" y="132997"/>
                  </a:lnTo>
                  <a:lnTo>
                    <a:pt x="1549" y="133463"/>
                  </a:lnTo>
                  <a:lnTo>
                    <a:pt x="1366" y="133277"/>
                  </a:lnTo>
                  <a:lnTo>
                    <a:pt x="455" y="132065"/>
                  </a:lnTo>
                  <a:lnTo>
                    <a:pt x="318" y="131833"/>
                  </a:lnTo>
                  <a:lnTo>
                    <a:pt x="45" y="131413"/>
                  </a:lnTo>
                  <a:lnTo>
                    <a:pt x="0" y="130668"/>
                  </a:lnTo>
                  <a:lnTo>
                    <a:pt x="45" y="129969"/>
                  </a:lnTo>
                  <a:lnTo>
                    <a:pt x="182" y="128805"/>
                  </a:lnTo>
                  <a:lnTo>
                    <a:pt x="273" y="128199"/>
                  </a:lnTo>
                  <a:lnTo>
                    <a:pt x="364" y="127547"/>
                  </a:lnTo>
                  <a:lnTo>
                    <a:pt x="592" y="125171"/>
                  </a:lnTo>
                  <a:lnTo>
                    <a:pt x="774" y="123308"/>
                  </a:lnTo>
                  <a:lnTo>
                    <a:pt x="1275" y="119022"/>
                  </a:lnTo>
                  <a:lnTo>
                    <a:pt x="1731" y="114876"/>
                  </a:lnTo>
                  <a:lnTo>
                    <a:pt x="1776" y="114643"/>
                  </a:lnTo>
                  <a:lnTo>
                    <a:pt x="2004" y="112127"/>
                  </a:lnTo>
                  <a:lnTo>
                    <a:pt x="2460" y="108261"/>
                  </a:lnTo>
                  <a:lnTo>
                    <a:pt x="2733" y="105699"/>
                  </a:lnTo>
                  <a:lnTo>
                    <a:pt x="3007" y="102950"/>
                  </a:lnTo>
                  <a:lnTo>
                    <a:pt x="3371" y="99503"/>
                  </a:lnTo>
                  <a:lnTo>
                    <a:pt x="3417" y="99084"/>
                  </a:lnTo>
                  <a:lnTo>
                    <a:pt x="3462" y="98245"/>
                  </a:lnTo>
                  <a:lnTo>
                    <a:pt x="8109" y="97407"/>
                  </a:lnTo>
                  <a:lnTo>
                    <a:pt x="13258" y="96475"/>
                  </a:lnTo>
                  <a:lnTo>
                    <a:pt x="13805" y="96382"/>
                  </a:lnTo>
                  <a:lnTo>
                    <a:pt x="17814" y="95683"/>
                  </a:lnTo>
                  <a:lnTo>
                    <a:pt x="18406" y="95544"/>
                  </a:lnTo>
                  <a:lnTo>
                    <a:pt x="19682" y="95311"/>
                  </a:lnTo>
                  <a:lnTo>
                    <a:pt x="22051" y="94891"/>
                  </a:lnTo>
                  <a:lnTo>
                    <a:pt x="25469" y="94286"/>
                  </a:lnTo>
                  <a:lnTo>
                    <a:pt x="25742" y="94239"/>
                  </a:lnTo>
                  <a:lnTo>
                    <a:pt x="29934" y="93494"/>
                  </a:lnTo>
                  <a:lnTo>
                    <a:pt x="28476" y="85342"/>
                  </a:lnTo>
                  <a:lnTo>
                    <a:pt x="27701" y="81196"/>
                  </a:lnTo>
                  <a:lnTo>
                    <a:pt x="27063" y="76397"/>
                  </a:lnTo>
                  <a:lnTo>
                    <a:pt x="30207" y="76025"/>
                  </a:lnTo>
                  <a:lnTo>
                    <a:pt x="31027" y="75978"/>
                  </a:lnTo>
                  <a:lnTo>
                    <a:pt x="30982" y="75652"/>
                  </a:lnTo>
                  <a:lnTo>
                    <a:pt x="30663" y="71599"/>
                  </a:lnTo>
                  <a:lnTo>
                    <a:pt x="30344" y="67220"/>
                  </a:lnTo>
                  <a:lnTo>
                    <a:pt x="30298" y="67081"/>
                  </a:lnTo>
                  <a:lnTo>
                    <a:pt x="30253" y="66615"/>
                  </a:lnTo>
                  <a:lnTo>
                    <a:pt x="25970" y="66941"/>
                  </a:lnTo>
                  <a:lnTo>
                    <a:pt x="25833" y="64938"/>
                  </a:lnTo>
                  <a:lnTo>
                    <a:pt x="25787" y="64751"/>
                  </a:lnTo>
                  <a:lnTo>
                    <a:pt x="25332" y="58602"/>
                  </a:lnTo>
                  <a:lnTo>
                    <a:pt x="25104" y="55947"/>
                  </a:lnTo>
                  <a:lnTo>
                    <a:pt x="24967" y="53897"/>
                  </a:lnTo>
                  <a:lnTo>
                    <a:pt x="24922" y="53338"/>
                  </a:lnTo>
                  <a:lnTo>
                    <a:pt x="24694" y="50636"/>
                  </a:lnTo>
                  <a:lnTo>
                    <a:pt x="24648" y="49658"/>
                  </a:lnTo>
                  <a:lnTo>
                    <a:pt x="24329" y="45978"/>
                  </a:lnTo>
                  <a:lnTo>
                    <a:pt x="23965" y="41273"/>
                  </a:lnTo>
                  <a:lnTo>
                    <a:pt x="23874" y="39922"/>
                  </a:lnTo>
                  <a:lnTo>
                    <a:pt x="26198" y="39689"/>
                  </a:lnTo>
                  <a:lnTo>
                    <a:pt x="26106" y="38757"/>
                  </a:lnTo>
                  <a:lnTo>
                    <a:pt x="26061" y="38431"/>
                  </a:lnTo>
                  <a:lnTo>
                    <a:pt x="25924" y="37546"/>
                  </a:lnTo>
                  <a:lnTo>
                    <a:pt x="25605" y="35031"/>
                  </a:lnTo>
                  <a:lnTo>
                    <a:pt x="25514" y="34052"/>
                  </a:lnTo>
                  <a:lnTo>
                    <a:pt x="25332" y="32608"/>
                  </a:lnTo>
                  <a:lnTo>
                    <a:pt x="25241" y="31956"/>
                  </a:lnTo>
                  <a:lnTo>
                    <a:pt x="24876" y="28975"/>
                  </a:lnTo>
                  <a:lnTo>
                    <a:pt x="24831" y="28649"/>
                  </a:lnTo>
                  <a:lnTo>
                    <a:pt x="24557" y="26459"/>
                  </a:lnTo>
                  <a:lnTo>
                    <a:pt x="25058" y="26320"/>
                  </a:lnTo>
                  <a:lnTo>
                    <a:pt x="25970" y="26087"/>
                  </a:lnTo>
                  <a:lnTo>
                    <a:pt x="27428" y="25854"/>
                  </a:lnTo>
                  <a:lnTo>
                    <a:pt x="29159" y="25621"/>
                  </a:lnTo>
                  <a:lnTo>
                    <a:pt x="30890" y="25202"/>
                  </a:lnTo>
                  <a:lnTo>
                    <a:pt x="31437" y="25062"/>
                  </a:lnTo>
                  <a:lnTo>
                    <a:pt x="33077" y="24689"/>
                  </a:lnTo>
                  <a:lnTo>
                    <a:pt x="34171" y="24456"/>
                  </a:lnTo>
                  <a:lnTo>
                    <a:pt x="34900" y="24177"/>
                  </a:lnTo>
                  <a:lnTo>
                    <a:pt x="36859" y="23618"/>
                  </a:lnTo>
                  <a:lnTo>
                    <a:pt x="39228" y="22919"/>
                  </a:lnTo>
                  <a:lnTo>
                    <a:pt x="40231" y="22826"/>
                  </a:lnTo>
                  <a:lnTo>
                    <a:pt x="40641" y="22779"/>
                  </a:lnTo>
                  <a:lnTo>
                    <a:pt x="41871" y="22686"/>
                  </a:lnTo>
                  <a:lnTo>
                    <a:pt x="42372" y="22686"/>
                  </a:lnTo>
                  <a:lnTo>
                    <a:pt x="43921" y="22733"/>
                  </a:lnTo>
                  <a:lnTo>
                    <a:pt x="44286" y="22686"/>
                  </a:lnTo>
                  <a:lnTo>
                    <a:pt x="46336" y="22453"/>
                  </a:lnTo>
                  <a:lnTo>
                    <a:pt x="47201" y="22313"/>
                  </a:lnTo>
                  <a:lnTo>
                    <a:pt x="47520" y="22313"/>
                  </a:lnTo>
                  <a:lnTo>
                    <a:pt x="47703" y="22267"/>
                  </a:lnTo>
                  <a:lnTo>
                    <a:pt x="49297" y="21661"/>
                  </a:lnTo>
                  <a:lnTo>
                    <a:pt x="49707" y="21568"/>
                  </a:lnTo>
                  <a:lnTo>
                    <a:pt x="50254" y="21382"/>
                  </a:lnTo>
                  <a:lnTo>
                    <a:pt x="51029" y="21149"/>
                  </a:lnTo>
                  <a:lnTo>
                    <a:pt x="51302" y="21102"/>
                  </a:lnTo>
                  <a:lnTo>
                    <a:pt x="53261" y="20590"/>
                  </a:lnTo>
                  <a:lnTo>
                    <a:pt x="54628" y="20357"/>
                  </a:lnTo>
                  <a:lnTo>
                    <a:pt x="56040" y="20077"/>
                  </a:lnTo>
                  <a:lnTo>
                    <a:pt x="56997" y="19891"/>
                  </a:lnTo>
                  <a:lnTo>
                    <a:pt x="57271" y="19844"/>
                  </a:lnTo>
                  <a:lnTo>
                    <a:pt x="58911" y="19658"/>
                  </a:lnTo>
                  <a:lnTo>
                    <a:pt x="59731" y="19565"/>
                  </a:lnTo>
                  <a:lnTo>
                    <a:pt x="60460" y="19472"/>
                  </a:lnTo>
                  <a:lnTo>
                    <a:pt x="60597" y="19425"/>
                  </a:lnTo>
                  <a:lnTo>
                    <a:pt x="62100" y="19332"/>
                  </a:lnTo>
                  <a:lnTo>
                    <a:pt x="63877" y="19285"/>
                  </a:lnTo>
                  <a:lnTo>
                    <a:pt x="64697" y="19192"/>
                  </a:lnTo>
                  <a:lnTo>
                    <a:pt x="65062" y="19146"/>
                  </a:lnTo>
                  <a:lnTo>
                    <a:pt x="65517" y="19099"/>
                  </a:lnTo>
                  <a:lnTo>
                    <a:pt x="66429" y="18959"/>
                  </a:lnTo>
                  <a:lnTo>
                    <a:pt x="67431" y="18726"/>
                  </a:lnTo>
                  <a:lnTo>
                    <a:pt x="68843" y="18354"/>
                  </a:lnTo>
                  <a:lnTo>
                    <a:pt x="69436" y="18214"/>
                  </a:lnTo>
                  <a:lnTo>
                    <a:pt x="70392" y="17981"/>
                  </a:lnTo>
                  <a:lnTo>
                    <a:pt x="70757" y="17934"/>
                  </a:lnTo>
                  <a:lnTo>
                    <a:pt x="71486" y="17748"/>
                  </a:lnTo>
                  <a:lnTo>
                    <a:pt x="72716" y="17562"/>
                  </a:lnTo>
                  <a:lnTo>
                    <a:pt x="73992" y="17375"/>
                  </a:lnTo>
                  <a:lnTo>
                    <a:pt x="75176" y="17329"/>
                  </a:lnTo>
                  <a:lnTo>
                    <a:pt x="76361" y="17282"/>
                  </a:lnTo>
                  <a:lnTo>
                    <a:pt x="77728" y="17236"/>
                  </a:lnTo>
                  <a:lnTo>
                    <a:pt x="78320" y="17282"/>
                  </a:lnTo>
                  <a:lnTo>
                    <a:pt x="79004" y="17282"/>
                  </a:lnTo>
                  <a:lnTo>
                    <a:pt x="79778" y="17422"/>
                  </a:lnTo>
                  <a:lnTo>
                    <a:pt x="80279" y="17515"/>
                  </a:lnTo>
                  <a:lnTo>
                    <a:pt x="80826" y="17515"/>
                  </a:lnTo>
                  <a:lnTo>
                    <a:pt x="81236" y="17422"/>
                  </a:lnTo>
                  <a:lnTo>
                    <a:pt x="81418" y="17329"/>
                  </a:lnTo>
                  <a:lnTo>
                    <a:pt x="82193" y="17189"/>
                  </a:lnTo>
                  <a:lnTo>
                    <a:pt x="82740" y="17096"/>
                  </a:lnTo>
                  <a:lnTo>
                    <a:pt x="82876" y="17049"/>
                  </a:lnTo>
                  <a:lnTo>
                    <a:pt x="83605" y="16956"/>
                  </a:lnTo>
                  <a:lnTo>
                    <a:pt x="84380" y="17003"/>
                  </a:lnTo>
                  <a:lnTo>
                    <a:pt x="84517" y="17049"/>
                  </a:lnTo>
                  <a:lnTo>
                    <a:pt x="85382" y="17282"/>
                  </a:lnTo>
                  <a:lnTo>
                    <a:pt x="86111" y="17515"/>
                  </a:lnTo>
                  <a:lnTo>
                    <a:pt x="86977" y="17795"/>
                  </a:lnTo>
                  <a:lnTo>
                    <a:pt x="87660" y="18074"/>
                  </a:lnTo>
                  <a:lnTo>
                    <a:pt x="88253" y="18307"/>
                  </a:lnTo>
                  <a:lnTo>
                    <a:pt x="88982" y="18540"/>
                  </a:lnTo>
                  <a:lnTo>
                    <a:pt x="89756" y="18913"/>
                  </a:lnTo>
                  <a:lnTo>
                    <a:pt x="90485" y="19052"/>
                  </a:lnTo>
                  <a:lnTo>
                    <a:pt x="91305" y="19192"/>
                  </a:lnTo>
                  <a:lnTo>
                    <a:pt x="92353" y="19285"/>
                  </a:lnTo>
                  <a:lnTo>
                    <a:pt x="93173" y="19332"/>
                  </a:lnTo>
                  <a:lnTo>
                    <a:pt x="93993" y="19332"/>
                  </a:lnTo>
                  <a:lnTo>
                    <a:pt x="94996" y="19378"/>
                  </a:lnTo>
                  <a:lnTo>
                    <a:pt x="95861" y="19332"/>
                  </a:lnTo>
                  <a:lnTo>
                    <a:pt x="97046" y="19332"/>
                  </a:lnTo>
                  <a:lnTo>
                    <a:pt x="98048" y="19332"/>
                  </a:lnTo>
                  <a:lnTo>
                    <a:pt x="98732" y="19378"/>
                  </a:lnTo>
                  <a:lnTo>
                    <a:pt x="98869" y="19425"/>
                  </a:lnTo>
                  <a:lnTo>
                    <a:pt x="99142" y="19425"/>
                  </a:lnTo>
                  <a:lnTo>
                    <a:pt x="100099" y="19565"/>
                  </a:lnTo>
                  <a:lnTo>
                    <a:pt x="101056" y="19751"/>
                  </a:lnTo>
                  <a:lnTo>
                    <a:pt x="102559" y="20031"/>
                  </a:lnTo>
                  <a:lnTo>
                    <a:pt x="102741" y="20077"/>
                  </a:lnTo>
                  <a:lnTo>
                    <a:pt x="103926" y="20264"/>
                  </a:lnTo>
                  <a:lnTo>
                    <a:pt x="104154" y="20264"/>
                  </a:lnTo>
                  <a:lnTo>
                    <a:pt x="104792" y="20310"/>
                  </a:lnTo>
                  <a:lnTo>
                    <a:pt x="105293" y="20357"/>
                  </a:lnTo>
                  <a:lnTo>
                    <a:pt x="105703" y="20357"/>
                  </a:lnTo>
                  <a:lnTo>
                    <a:pt x="106022" y="20357"/>
                  </a:lnTo>
                  <a:lnTo>
                    <a:pt x="106204" y="20357"/>
                  </a:lnTo>
                  <a:lnTo>
                    <a:pt x="106660" y="20357"/>
                  </a:lnTo>
                  <a:lnTo>
                    <a:pt x="106796" y="20357"/>
                  </a:lnTo>
                  <a:lnTo>
                    <a:pt x="107024" y="20403"/>
                  </a:lnTo>
                  <a:lnTo>
                    <a:pt x="107389" y="20403"/>
                  </a:lnTo>
                  <a:lnTo>
                    <a:pt x="107844" y="20450"/>
                  </a:lnTo>
                  <a:lnTo>
                    <a:pt x="108118" y="20497"/>
                  </a:lnTo>
                  <a:lnTo>
                    <a:pt x="108345" y="20497"/>
                  </a:lnTo>
                  <a:lnTo>
                    <a:pt x="108892" y="20543"/>
                  </a:lnTo>
                  <a:lnTo>
                    <a:pt x="109712" y="20636"/>
                  </a:lnTo>
                  <a:lnTo>
                    <a:pt x="110715" y="20729"/>
                  </a:lnTo>
                  <a:lnTo>
                    <a:pt x="111444" y="20823"/>
                  </a:lnTo>
                  <a:lnTo>
                    <a:pt x="111626" y="20823"/>
                  </a:lnTo>
                  <a:lnTo>
                    <a:pt x="111854" y="20823"/>
                  </a:lnTo>
                  <a:lnTo>
                    <a:pt x="112492" y="20869"/>
                  </a:lnTo>
                  <a:lnTo>
                    <a:pt x="112947" y="20869"/>
                  </a:lnTo>
                  <a:lnTo>
                    <a:pt x="113494" y="21009"/>
                  </a:lnTo>
                  <a:lnTo>
                    <a:pt x="114041" y="21056"/>
                  </a:lnTo>
                  <a:lnTo>
                    <a:pt x="114496" y="21056"/>
                  </a:lnTo>
                  <a:lnTo>
                    <a:pt x="115089" y="21102"/>
                  </a:lnTo>
                  <a:lnTo>
                    <a:pt x="115407" y="21149"/>
                  </a:lnTo>
                  <a:lnTo>
                    <a:pt x="115863" y="21149"/>
                  </a:lnTo>
                  <a:lnTo>
                    <a:pt x="116000" y="21149"/>
                  </a:lnTo>
                  <a:lnTo>
                    <a:pt x="116319" y="21195"/>
                  </a:lnTo>
                  <a:lnTo>
                    <a:pt x="116820" y="21195"/>
                  </a:lnTo>
                  <a:lnTo>
                    <a:pt x="117230" y="21288"/>
                  </a:lnTo>
                  <a:lnTo>
                    <a:pt x="117458" y="21335"/>
                  </a:lnTo>
                  <a:lnTo>
                    <a:pt x="117868" y="21428"/>
                  </a:lnTo>
                  <a:lnTo>
                    <a:pt x="118278" y="21521"/>
                  </a:lnTo>
                  <a:lnTo>
                    <a:pt x="118642" y="21568"/>
                  </a:lnTo>
                  <a:lnTo>
                    <a:pt x="118916" y="21615"/>
                  </a:lnTo>
                  <a:lnTo>
                    <a:pt x="119326" y="21661"/>
                  </a:lnTo>
                  <a:lnTo>
                    <a:pt x="119645" y="21708"/>
                  </a:lnTo>
                  <a:lnTo>
                    <a:pt x="119918" y="21801"/>
                  </a:lnTo>
                  <a:lnTo>
                    <a:pt x="120237" y="21847"/>
                  </a:lnTo>
                  <a:lnTo>
                    <a:pt x="120374" y="21847"/>
                  </a:lnTo>
                  <a:lnTo>
                    <a:pt x="120602" y="21847"/>
                  </a:lnTo>
                  <a:lnTo>
                    <a:pt x="120966" y="21894"/>
                  </a:lnTo>
                  <a:lnTo>
                    <a:pt x="121239" y="21941"/>
                  </a:lnTo>
                  <a:lnTo>
                    <a:pt x="121649" y="22034"/>
                  </a:lnTo>
                  <a:lnTo>
                    <a:pt x="122105" y="22220"/>
                  </a:lnTo>
                  <a:lnTo>
                    <a:pt x="122333" y="22313"/>
                  </a:lnTo>
                  <a:lnTo>
                    <a:pt x="122561" y="22406"/>
                  </a:lnTo>
                  <a:lnTo>
                    <a:pt x="123016" y="22500"/>
                  </a:lnTo>
                  <a:lnTo>
                    <a:pt x="123381" y="22593"/>
                  </a:lnTo>
                  <a:lnTo>
                    <a:pt x="123791" y="22733"/>
                  </a:lnTo>
                  <a:lnTo>
                    <a:pt x="123928" y="22779"/>
                  </a:lnTo>
                  <a:lnTo>
                    <a:pt x="124429" y="22919"/>
                  </a:lnTo>
                  <a:lnTo>
                    <a:pt x="124748" y="23012"/>
                  </a:lnTo>
                  <a:lnTo>
                    <a:pt x="125112" y="23059"/>
                  </a:lnTo>
                  <a:lnTo>
                    <a:pt x="125386" y="23059"/>
                  </a:lnTo>
                  <a:lnTo>
                    <a:pt x="125796" y="23152"/>
                  </a:lnTo>
                  <a:lnTo>
                    <a:pt x="126114" y="23245"/>
                  </a:lnTo>
                  <a:lnTo>
                    <a:pt x="126388" y="23245"/>
                  </a:lnTo>
                  <a:lnTo>
                    <a:pt x="126616" y="23338"/>
                  </a:lnTo>
                  <a:lnTo>
                    <a:pt x="126935" y="23431"/>
                  </a:lnTo>
                  <a:lnTo>
                    <a:pt x="127208" y="23524"/>
                  </a:lnTo>
                  <a:lnTo>
                    <a:pt x="127618" y="23618"/>
                  </a:lnTo>
                  <a:lnTo>
                    <a:pt x="127983" y="23757"/>
                  </a:lnTo>
                  <a:lnTo>
                    <a:pt x="128347" y="23897"/>
                  </a:lnTo>
                  <a:lnTo>
                    <a:pt x="128666" y="24037"/>
                  </a:lnTo>
                  <a:lnTo>
                    <a:pt x="128939" y="24130"/>
                  </a:lnTo>
                  <a:lnTo>
                    <a:pt x="129349" y="24270"/>
                  </a:lnTo>
                  <a:lnTo>
                    <a:pt x="129759" y="24316"/>
                  </a:lnTo>
                  <a:lnTo>
                    <a:pt x="130169" y="24363"/>
                  </a:lnTo>
                  <a:lnTo>
                    <a:pt x="130397" y="24363"/>
                  </a:lnTo>
                  <a:lnTo>
                    <a:pt x="130944" y="24410"/>
                  </a:lnTo>
                  <a:lnTo>
                    <a:pt x="131172" y="24410"/>
                  </a:lnTo>
                  <a:lnTo>
                    <a:pt x="131491" y="24456"/>
                  </a:lnTo>
                  <a:lnTo>
                    <a:pt x="131764" y="24503"/>
                  </a:lnTo>
                  <a:lnTo>
                    <a:pt x="132038" y="24549"/>
                  </a:lnTo>
                  <a:lnTo>
                    <a:pt x="132311" y="24549"/>
                  </a:lnTo>
                  <a:lnTo>
                    <a:pt x="132493" y="24503"/>
                  </a:lnTo>
                  <a:lnTo>
                    <a:pt x="132767" y="24503"/>
                  </a:lnTo>
                  <a:lnTo>
                    <a:pt x="133085" y="24549"/>
                  </a:lnTo>
                  <a:lnTo>
                    <a:pt x="133404" y="24643"/>
                  </a:lnTo>
                  <a:lnTo>
                    <a:pt x="133678" y="24736"/>
                  </a:lnTo>
                  <a:lnTo>
                    <a:pt x="133951" y="24829"/>
                  </a:lnTo>
                  <a:lnTo>
                    <a:pt x="134270" y="24922"/>
                  </a:lnTo>
                  <a:lnTo>
                    <a:pt x="134589" y="25015"/>
                  </a:lnTo>
                  <a:lnTo>
                    <a:pt x="134862" y="25108"/>
                  </a:lnTo>
                  <a:lnTo>
                    <a:pt x="135045" y="25108"/>
                  </a:lnTo>
                  <a:lnTo>
                    <a:pt x="135272" y="25155"/>
                  </a:lnTo>
                  <a:lnTo>
                    <a:pt x="135591" y="25295"/>
                  </a:lnTo>
                  <a:lnTo>
                    <a:pt x="135910" y="25434"/>
                  </a:lnTo>
                  <a:lnTo>
                    <a:pt x="136184" y="25621"/>
                  </a:lnTo>
                  <a:lnTo>
                    <a:pt x="136411" y="25667"/>
                  </a:lnTo>
                  <a:lnTo>
                    <a:pt x="136685" y="25714"/>
                  </a:lnTo>
                  <a:lnTo>
                    <a:pt x="136958" y="25807"/>
                  </a:lnTo>
                  <a:lnTo>
                    <a:pt x="137232" y="25854"/>
                  </a:lnTo>
                  <a:lnTo>
                    <a:pt x="137505" y="25900"/>
                  </a:lnTo>
                  <a:lnTo>
                    <a:pt x="137778" y="25947"/>
                  </a:lnTo>
                  <a:lnTo>
                    <a:pt x="137961" y="25947"/>
                  </a:lnTo>
                  <a:lnTo>
                    <a:pt x="138188" y="26040"/>
                  </a:lnTo>
                  <a:lnTo>
                    <a:pt x="138325" y="26040"/>
                  </a:lnTo>
                  <a:lnTo>
                    <a:pt x="138507" y="26087"/>
                  </a:lnTo>
                  <a:lnTo>
                    <a:pt x="138690" y="26087"/>
                  </a:lnTo>
                  <a:lnTo>
                    <a:pt x="138826" y="26180"/>
                  </a:lnTo>
                  <a:lnTo>
                    <a:pt x="138963" y="26180"/>
                  </a:lnTo>
                  <a:lnTo>
                    <a:pt x="139145" y="26180"/>
                  </a:lnTo>
                  <a:lnTo>
                    <a:pt x="139327" y="26226"/>
                  </a:lnTo>
                  <a:lnTo>
                    <a:pt x="139510" y="26320"/>
                  </a:lnTo>
                  <a:lnTo>
                    <a:pt x="139737" y="26413"/>
                  </a:lnTo>
                  <a:lnTo>
                    <a:pt x="140056" y="26506"/>
                  </a:lnTo>
                  <a:lnTo>
                    <a:pt x="140330" y="26599"/>
                  </a:lnTo>
                  <a:lnTo>
                    <a:pt x="140512" y="26692"/>
                  </a:lnTo>
                  <a:lnTo>
                    <a:pt x="140740" y="26739"/>
                  </a:lnTo>
                  <a:lnTo>
                    <a:pt x="140922" y="26879"/>
                  </a:lnTo>
                  <a:lnTo>
                    <a:pt x="141104" y="26972"/>
                  </a:lnTo>
                  <a:lnTo>
                    <a:pt x="141332" y="27065"/>
                  </a:lnTo>
                  <a:lnTo>
                    <a:pt x="141605" y="27111"/>
                  </a:lnTo>
                  <a:lnTo>
                    <a:pt x="141788" y="27158"/>
                  </a:lnTo>
                  <a:lnTo>
                    <a:pt x="141970" y="27251"/>
                  </a:lnTo>
                  <a:lnTo>
                    <a:pt x="142152" y="27298"/>
                  </a:lnTo>
                  <a:lnTo>
                    <a:pt x="142334" y="27391"/>
                  </a:lnTo>
                  <a:lnTo>
                    <a:pt x="142471" y="27391"/>
                  </a:lnTo>
                  <a:lnTo>
                    <a:pt x="142653" y="27438"/>
                  </a:lnTo>
                  <a:lnTo>
                    <a:pt x="143018" y="27484"/>
                  </a:lnTo>
                  <a:lnTo>
                    <a:pt x="143246" y="27484"/>
                  </a:lnTo>
                  <a:lnTo>
                    <a:pt x="143519" y="27438"/>
                  </a:lnTo>
                  <a:lnTo>
                    <a:pt x="143838" y="27438"/>
                  </a:lnTo>
                  <a:lnTo>
                    <a:pt x="144111" y="27438"/>
                  </a:lnTo>
                  <a:lnTo>
                    <a:pt x="144248" y="27438"/>
                  </a:lnTo>
                  <a:lnTo>
                    <a:pt x="144476" y="27438"/>
                  </a:lnTo>
                  <a:lnTo>
                    <a:pt x="144613" y="27391"/>
                  </a:lnTo>
                  <a:lnTo>
                    <a:pt x="144795" y="27391"/>
                  </a:lnTo>
                  <a:lnTo>
                    <a:pt x="145023" y="27344"/>
                  </a:lnTo>
                  <a:lnTo>
                    <a:pt x="145250" y="27298"/>
                  </a:lnTo>
                  <a:lnTo>
                    <a:pt x="145433" y="27251"/>
                  </a:lnTo>
                  <a:lnTo>
                    <a:pt x="145660" y="27251"/>
                  </a:lnTo>
                  <a:lnTo>
                    <a:pt x="145888" y="27251"/>
                  </a:lnTo>
                  <a:lnTo>
                    <a:pt x="146207" y="27205"/>
                  </a:lnTo>
                  <a:lnTo>
                    <a:pt x="146572" y="27205"/>
                  </a:lnTo>
                  <a:lnTo>
                    <a:pt x="146982" y="27158"/>
                  </a:lnTo>
                  <a:lnTo>
                    <a:pt x="147164" y="27158"/>
                  </a:lnTo>
                  <a:lnTo>
                    <a:pt x="147437" y="27065"/>
                  </a:lnTo>
                  <a:lnTo>
                    <a:pt x="147620" y="27018"/>
                  </a:lnTo>
                  <a:lnTo>
                    <a:pt x="147802" y="26972"/>
                  </a:lnTo>
                  <a:lnTo>
                    <a:pt x="147939" y="26925"/>
                  </a:lnTo>
                  <a:lnTo>
                    <a:pt x="148303" y="26925"/>
                  </a:lnTo>
                  <a:lnTo>
                    <a:pt x="148531" y="26925"/>
                  </a:lnTo>
                  <a:lnTo>
                    <a:pt x="148804" y="26879"/>
                  </a:lnTo>
                  <a:lnTo>
                    <a:pt x="148987" y="26832"/>
                  </a:lnTo>
                  <a:lnTo>
                    <a:pt x="149260" y="26879"/>
                  </a:lnTo>
                  <a:lnTo>
                    <a:pt x="149488" y="26879"/>
                  </a:lnTo>
                  <a:lnTo>
                    <a:pt x="149715" y="26879"/>
                  </a:lnTo>
                  <a:lnTo>
                    <a:pt x="150080" y="26879"/>
                  </a:lnTo>
                  <a:lnTo>
                    <a:pt x="150217" y="26925"/>
                  </a:lnTo>
                  <a:lnTo>
                    <a:pt x="150444" y="26925"/>
                  </a:lnTo>
                  <a:lnTo>
                    <a:pt x="150672" y="26925"/>
                  </a:lnTo>
                  <a:lnTo>
                    <a:pt x="150900" y="26925"/>
                  </a:lnTo>
                  <a:lnTo>
                    <a:pt x="151128" y="26925"/>
                  </a:lnTo>
                  <a:lnTo>
                    <a:pt x="151310" y="26972"/>
                  </a:lnTo>
                  <a:lnTo>
                    <a:pt x="151447" y="26972"/>
                  </a:lnTo>
                  <a:lnTo>
                    <a:pt x="151629" y="27018"/>
                  </a:lnTo>
                  <a:lnTo>
                    <a:pt x="151766" y="27065"/>
                  </a:lnTo>
                  <a:lnTo>
                    <a:pt x="151948" y="27111"/>
                  </a:lnTo>
                  <a:lnTo>
                    <a:pt x="152130" y="27205"/>
                  </a:lnTo>
                  <a:lnTo>
                    <a:pt x="152313" y="27251"/>
                  </a:lnTo>
                  <a:lnTo>
                    <a:pt x="152449" y="27298"/>
                  </a:lnTo>
                  <a:lnTo>
                    <a:pt x="152586" y="27391"/>
                  </a:lnTo>
                  <a:lnTo>
                    <a:pt x="152768" y="27438"/>
                  </a:lnTo>
                  <a:lnTo>
                    <a:pt x="152905" y="27484"/>
                  </a:lnTo>
                  <a:lnTo>
                    <a:pt x="153042" y="27484"/>
                  </a:lnTo>
                  <a:lnTo>
                    <a:pt x="153178" y="27531"/>
                  </a:lnTo>
                  <a:lnTo>
                    <a:pt x="153315" y="27531"/>
                  </a:lnTo>
                  <a:lnTo>
                    <a:pt x="153452" y="27577"/>
                  </a:lnTo>
                  <a:lnTo>
                    <a:pt x="153679" y="27577"/>
                  </a:lnTo>
                  <a:lnTo>
                    <a:pt x="154089" y="27717"/>
                  </a:lnTo>
                  <a:lnTo>
                    <a:pt x="154272" y="27764"/>
                  </a:lnTo>
                  <a:lnTo>
                    <a:pt x="154454" y="27810"/>
                  </a:lnTo>
                  <a:lnTo>
                    <a:pt x="154682" y="27857"/>
                  </a:lnTo>
                  <a:lnTo>
                    <a:pt x="154818" y="27903"/>
                  </a:lnTo>
                  <a:lnTo>
                    <a:pt x="155046" y="27950"/>
                  </a:lnTo>
                  <a:lnTo>
                    <a:pt x="155228" y="28043"/>
                  </a:lnTo>
                  <a:lnTo>
                    <a:pt x="155456" y="28090"/>
                  </a:lnTo>
                  <a:lnTo>
                    <a:pt x="155639" y="28136"/>
                  </a:lnTo>
                  <a:lnTo>
                    <a:pt x="155821" y="28183"/>
                  </a:lnTo>
                  <a:lnTo>
                    <a:pt x="155957" y="28229"/>
                  </a:lnTo>
                  <a:lnTo>
                    <a:pt x="156140" y="28276"/>
                  </a:lnTo>
                  <a:lnTo>
                    <a:pt x="156368" y="28323"/>
                  </a:lnTo>
                  <a:lnTo>
                    <a:pt x="156504" y="28369"/>
                  </a:lnTo>
                  <a:lnTo>
                    <a:pt x="156686" y="28416"/>
                  </a:lnTo>
                  <a:lnTo>
                    <a:pt x="157005" y="28509"/>
                  </a:lnTo>
                  <a:lnTo>
                    <a:pt x="157142" y="28556"/>
                  </a:lnTo>
                  <a:lnTo>
                    <a:pt x="157324" y="28556"/>
                  </a:lnTo>
                  <a:lnTo>
                    <a:pt x="157507" y="28602"/>
                  </a:lnTo>
                  <a:lnTo>
                    <a:pt x="157643" y="28602"/>
                  </a:lnTo>
                  <a:lnTo>
                    <a:pt x="157825" y="28649"/>
                  </a:lnTo>
                  <a:lnTo>
                    <a:pt x="158008" y="28695"/>
                  </a:lnTo>
                  <a:lnTo>
                    <a:pt x="158236" y="28742"/>
                  </a:lnTo>
                  <a:lnTo>
                    <a:pt x="158418" y="28788"/>
                  </a:lnTo>
                  <a:lnTo>
                    <a:pt x="158600" y="28835"/>
                  </a:lnTo>
                  <a:lnTo>
                    <a:pt x="158828" y="28882"/>
                  </a:lnTo>
                  <a:lnTo>
                    <a:pt x="158965" y="28928"/>
                  </a:lnTo>
                  <a:lnTo>
                    <a:pt x="159101" y="28975"/>
                  </a:lnTo>
                  <a:lnTo>
                    <a:pt x="159238" y="29021"/>
                  </a:lnTo>
                  <a:lnTo>
                    <a:pt x="159375" y="29068"/>
                  </a:lnTo>
                  <a:lnTo>
                    <a:pt x="159557" y="29068"/>
                  </a:lnTo>
                  <a:lnTo>
                    <a:pt x="159694" y="29068"/>
                  </a:lnTo>
                  <a:lnTo>
                    <a:pt x="159830" y="29115"/>
                  </a:lnTo>
                  <a:lnTo>
                    <a:pt x="159967" y="29161"/>
                  </a:lnTo>
                  <a:lnTo>
                    <a:pt x="160104" y="29161"/>
                  </a:lnTo>
                  <a:lnTo>
                    <a:pt x="160240" y="29208"/>
                  </a:lnTo>
                  <a:lnTo>
                    <a:pt x="160377" y="29254"/>
                  </a:lnTo>
                  <a:lnTo>
                    <a:pt x="160605" y="29254"/>
                  </a:lnTo>
                  <a:lnTo>
                    <a:pt x="160833" y="29254"/>
                  </a:lnTo>
                  <a:lnTo>
                    <a:pt x="161106" y="29208"/>
                  </a:lnTo>
                  <a:lnTo>
                    <a:pt x="161243" y="29115"/>
                  </a:lnTo>
                  <a:lnTo>
                    <a:pt x="161425" y="29115"/>
                  </a:lnTo>
                  <a:lnTo>
                    <a:pt x="161789" y="29068"/>
                  </a:lnTo>
                  <a:lnTo>
                    <a:pt x="161972" y="29021"/>
                  </a:lnTo>
                  <a:lnTo>
                    <a:pt x="162154" y="28975"/>
                  </a:lnTo>
                  <a:lnTo>
                    <a:pt x="162291" y="28928"/>
                  </a:lnTo>
                  <a:lnTo>
                    <a:pt x="162473" y="28928"/>
                  </a:lnTo>
                  <a:lnTo>
                    <a:pt x="162655" y="28835"/>
                  </a:lnTo>
                  <a:lnTo>
                    <a:pt x="162883" y="28742"/>
                  </a:lnTo>
                  <a:lnTo>
                    <a:pt x="163065" y="28649"/>
                  </a:lnTo>
                  <a:lnTo>
                    <a:pt x="163293" y="28602"/>
                  </a:lnTo>
                  <a:lnTo>
                    <a:pt x="163430" y="28556"/>
                  </a:lnTo>
                  <a:lnTo>
                    <a:pt x="163566" y="28462"/>
                  </a:lnTo>
                  <a:lnTo>
                    <a:pt x="163885" y="28323"/>
                  </a:lnTo>
                  <a:lnTo>
                    <a:pt x="164067" y="28229"/>
                  </a:lnTo>
                  <a:lnTo>
                    <a:pt x="164250" y="28136"/>
                  </a:lnTo>
                  <a:lnTo>
                    <a:pt x="164386" y="28090"/>
                  </a:lnTo>
                  <a:lnTo>
                    <a:pt x="164523" y="28043"/>
                  </a:lnTo>
                  <a:lnTo>
                    <a:pt x="164705" y="27950"/>
                  </a:lnTo>
                  <a:lnTo>
                    <a:pt x="164979" y="27810"/>
                  </a:lnTo>
                  <a:lnTo>
                    <a:pt x="165252" y="27717"/>
                  </a:lnTo>
                  <a:lnTo>
                    <a:pt x="165480" y="27624"/>
                  </a:lnTo>
                  <a:lnTo>
                    <a:pt x="165708" y="27484"/>
                  </a:lnTo>
                  <a:lnTo>
                    <a:pt x="165890" y="27344"/>
                  </a:lnTo>
                  <a:lnTo>
                    <a:pt x="166118" y="27205"/>
                  </a:lnTo>
                  <a:lnTo>
                    <a:pt x="166346" y="27111"/>
                  </a:lnTo>
                  <a:lnTo>
                    <a:pt x="166573" y="26972"/>
                  </a:lnTo>
                  <a:lnTo>
                    <a:pt x="166801" y="26832"/>
                  </a:lnTo>
                  <a:lnTo>
                    <a:pt x="167075" y="26692"/>
                  </a:lnTo>
                  <a:lnTo>
                    <a:pt x="167393" y="26459"/>
                  </a:lnTo>
                  <a:lnTo>
                    <a:pt x="167712" y="26273"/>
                  </a:lnTo>
                  <a:lnTo>
                    <a:pt x="167895" y="26180"/>
                  </a:lnTo>
                  <a:lnTo>
                    <a:pt x="168031" y="26087"/>
                  </a:lnTo>
                  <a:lnTo>
                    <a:pt x="168168" y="26040"/>
                  </a:lnTo>
                  <a:lnTo>
                    <a:pt x="168441" y="25854"/>
                  </a:lnTo>
                  <a:lnTo>
                    <a:pt x="168715" y="25761"/>
                  </a:lnTo>
                  <a:lnTo>
                    <a:pt x="168988" y="25621"/>
                  </a:lnTo>
                  <a:lnTo>
                    <a:pt x="169261" y="25528"/>
                  </a:lnTo>
                  <a:lnTo>
                    <a:pt x="169535" y="25481"/>
                  </a:lnTo>
                  <a:lnTo>
                    <a:pt x="169763" y="25434"/>
                  </a:lnTo>
                  <a:lnTo>
                    <a:pt x="170036" y="25388"/>
                  </a:lnTo>
                  <a:lnTo>
                    <a:pt x="170264" y="25295"/>
                  </a:lnTo>
                  <a:lnTo>
                    <a:pt x="170446" y="25202"/>
                  </a:lnTo>
                  <a:lnTo>
                    <a:pt x="170719" y="25155"/>
                  </a:lnTo>
                  <a:lnTo>
                    <a:pt x="170993" y="25062"/>
                  </a:lnTo>
                  <a:lnTo>
                    <a:pt x="171266" y="24969"/>
                  </a:lnTo>
                  <a:lnTo>
                    <a:pt x="171540" y="24922"/>
                  </a:lnTo>
                  <a:lnTo>
                    <a:pt x="171722" y="24875"/>
                  </a:lnTo>
                  <a:lnTo>
                    <a:pt x="171995" y="24829"/>
                  </a:lnTo>
                  <a:lnTo>
                    <a:pt x="172269" y="24782"/>
                  </a:lnTo>
                  <a:lnTo>
                    <a:pt x="172588" y="24689"/>
                  </a:lnTo>
                  <a:lnTo>
                    <a:pt x="172906" y="24643"/>
                  </a:lnTo>
                  <a:lnTo>
                    <a:pt x="173134" y="24596"/>
                  </a:lnTo>
                  <a:lnTo>
                    <a:pt x="173408" y="24503"/>
                  </a:lnTo>
                  <a:lnTo>
                    <a:pt x="173772" y="24410"/>
                  </a:lnTo>
                  <a:lnTo>
                    <a:pt x="174137" y="24316"/>
                  </a:lnTo>
                  <a:lnTo>
                    <a:pt x="174456" y="24223"/>
                  </a:lnTo>
                  <a:lnTo>
                    <a:pt x="174774" y="24177"/>
                  </a:lnTo>
                  <a:lnTo>
                    <a:pt x="175093" y="24130"/>
                  </a:lnTo>
                  <a:lnTo>
                    <a:pt x="175549" y="24083"/>
                  </a:lnTo>
                  <a:lnTo>
                    <a:pt x="175777" y="24037"/>
                  </a:lnTo>
                  <a:lnTo>
                    <a:pt x="176141" y="24037"/>
                  </a:lnTo>
                  <a:lnTo>
                    <a:pt x="176597" y="23990"/>
                  </a:lnTo>
                  <a:lnTo>
                    <a:pt x="176916" y="23944"/>
                  </a:lnTo>
                  <a:lnTo>
                    <a:pt x="177371" y="23897"/>
                  </a:lnTo>
                  <a:lnTo>
                    <a:pt x="177690" y="23897"/>
                  </a:lnTo>
                  <a:lnTo>
                    <a:pt x="178055" y="23851"/>
                  </a:lnTo>
                  <a:lnTo>
                    <a:pt x="178419" y="23851"/>
                  </a:lnTo>
                  <a:lnTo>
                    <a:pt x="178647" y="23851"/>
                  </a:lnTo>
                  <a:lnTo>
                    <a:pt x="179012" y="23804"/>
                  </a:lnTo>
                  <a:lnTo>
                    <a:pt x="179422" y="23804"/>
                  </a:lnTo>
                  <a:lnTo>
                    <a:pt x="179695" y="23757"/>
                  </a:lnTo>
                  <a:lnTo>
                    <a:pt x="179969" y="23711"/>
                  </a:lnTo>
                  <a:lnTo>
                    <a:pt x="180379" y="23524"/>
                  </a:lnTo>
                  <a:lnTo>
                    <a:pt x="180652" y="23478"/>
                  </a:lnTo>
                  <a:lnTo>
                    <a:pt x="180834" y="23431"/>
                  </a:lnTo>
                  <a:lnTo>
                    <a:pt x="181335" y="23385"/>
                  </a:lnTo>
                  <a:lnTo>
                    <a:pt x="181654" y="23431"/>
                  </a:lnTo>
                  <a:lnTo>
                    <a:pt x="181928" y="23431"/>
                  </a:lnTo>
                  <a:lnTo>
                    <a:pt x="182201" y="23524"/>
                  </a:lnTo>
                  <a:lnTo>
                    <a:pt x="182520" y="23571"/>
                  </a:lnTo>
                  <a:lnTo>
                    <a:pt x="182748" y="23618"/>
                  </a:lnTo>
                  <a:lnTo>
                    <a:pt x="183021" y="23664"/>
                  </a:lnTo>
                  <a:lnTo>
                    <a:pt x="183249" y="23757"/>
                  </a:lnTo>
                  <a:lnTo>
                    <a:pt x="183477" y="23851"/>
                  </a:lnTo>
                  <a:lnTo>
                    <a:pt x="183659" y="23944"/>
                  </a:lnTo>
                  <a:lnTo>
                    <a:pt x="183841" y="24037"/>
                  </a:lnTo>
                  <a:lnTo>
                    <a:pt x="183978" y="24130"/>
                  </a:lnTo>
                  <a:lnTo>
                    <a:pt x="184069" y="24316"/>
                  </a:lnTo>
                  <a:lnTo>
                    <a:pt x="184297" y="24456"/>
                  </a:lnTo>
                  <a:lnTo>
                    <a:pt x="184434" y="24549"/>
                  </a:lnTo>
                  <a:lnTo>
                    <a:pt x="184570" y="24689"/>
                  </a:lnTo>
                  <a:lnTo>
                    <a:pt x="184661" y="24829"/>
                  </a:lnTo>
                  <a:lnTo>
                    <a:pt x="184844" y="24969"/>
                  </a:lnTo>
                  <a:lnTo>
                    <a:pt x="184935" y="25108"/>
                  </a:lnTo>
                  <a:lnTo>
                    <a:pt x="185436" y="25761"/>
                  </a:lnTo>
                  <a:lnTo>
                    <a:pt x="185709" y="26040"/>
                  </a:lnTo>
                  <a:lnTo>
                    <a:pt x="185937" y="26320"/>
                  </a:lnTo>
                  <a:lnTo>
                    <a:pt x="186119" y="26459"/>
                  </a:lnTo>
                  <a:lnTo>
                    <a:pt x="186256" y="26552"/>
                  </a:lnTo>
                  <a:lnTo>
                    <a:pt x="186438" y="26692"/>
                  </a:lnTo>
                  <a:lnTo>
                    <a:pt x="186621" y="26785"/>
                  </a:lnTo>
                  <a:lnTo>
                    <a:pt x="187350" y="27438"/>
                  </a:lnTo>
                  <a:lnTo>
                    <a:pt x="187714" y="27810"/>
                  </a:lnTo>
                  <a:lnTo>
                    <a:pt x="188079" y="28136"/>
                  </a:lnTo>
                  <a:lnTo>
                    <a:pt x="188625" y="29208"/>
                  </a:lnTo>
                  <a:lnTo>
                    <a:pt x="188671" y="29347"/>
                  </a:lnTo>
                  <a:lnTo>
                    <a:pt x="188853" y="29860"/>
                  </a:lnTo>
                  <a:lnTo>
                    <a:pt x="188944" y="30093"/>
                  </a:lnTo>
                  <a:lnTo>
                    <a:pt x="189309" y="30698"/>
                  </a:lnTo>
                  <a:lnTo>
                    <a:pt x="189536" y="31071"/>
                  </a:lnTo>
                  <a:lnTo>
                    <a:pt x="189947" y="31584"/>
                  </a:lnTo>
                  <a:lnTo>
                    <a:pt x="190129" y="31770"/>
                  </a:lnTo>
                  <a:lnTo>
                    <a:pt x="190493" y="32189"/>
                  </a:lnTo>
                  <a:lnTo>
                    <a:pt x="190812" y="32795"/>
                  </a:lnTo>
                  <a:lnTo>
                    <a:pt x="191313" y="33680"/>
                  </a:lnTo>
                  <a:lnTo>
                    <a:pt x="191541" y="34146"/>
                  </a:lnTo>
                  <a:lnTo>
                    <a:pt x="191632" y="34285"/>
                  </a:lnTo>
                  <a:lnTo>
                    <a:pt x="192088" y="34891"/>
                  </a:lnTo>
                  <a:lnTo>
                    <a:pt x="192316" y="35217"/>
                  </a:lnTo>
                  <a:lnTo>
                    <a:pt x="192544" y="35636"/>
                  </a:lnTo>
                  <a:lnTo>
                    <a:pt x="192726" y="36009"/>
                  </a:lnTo>
                  <a:lnTo>
                    <a:pt x="193364" y="36661"/>
                  </a:lnTo>
                  <a:lnTo>
                    <a:pt x="193728" y="37080"/>
                  </a:lnTo>
                  <a:lnTo>
                    <a:pt x="193910" y="37174"/>
                  </a:lnTo>
                  <a:lnTo>
                    <a:pt x="195049" y="37733"/>
                  </a:lnTo>
                  <a:lnTo>
                    <a:pt x="195186" y="37779"/>
                  </a:lnTo>
                  <a:lnTo>
                    <a:pt x="195915" y="38059"/>
                  </a:lnTo>
                  <a:lnTo>
                    <a:pt x="196735" y="38292"/>
                  </a:lnTo>
                  <a:lnTo>
                    <a:pt x="197145" y="38431"/>
                  </a:lnTo>
                  <a:lnTo>
                    <a:pt x="197282" y="38478"/>
                  </a:lnTo>
                  <a:lnTo>
                    <a:pt x="197555" y="38525"/>
                  </a:lnTo>
                  <a:lnTo>
                    <a:pt x="198148" y="38757"/>
                  </a:lnTo>
                  <a:lnTo>
                    <a:pt x="199241" y="38804"/>
                  </a:lnTo>
                  <a:lnTo>
                    <a:pt x="199423" y="38804"/>
                  </a:lnTo>
                  <a:lnTo>
                    <a:pt x="200654" y="38618"/>
                  </a:lnTo>
                  <a:lnTo>
                    <a:pt x="200881" y="38571"/>
                  </a:lnTo>
                  <a:lnTo>
                    <a:pt x="201701" y="38478"/>
                  </a:lnTo>
                  <a:lnTo>
                    <a:pt x="202339" y="38478"/>
                  </a:lnTo>
                  <a:lnTo>
                    <a:pt x="202613" y="38431"/>
                  </a:lnTo>
                  <a:lnTo>
                    <a:pt x="204481" y="38385"/>
                  </a:lnTo>
                  <a:lnTo>
                    <a:pt x="204982" y="38245"/>
                  </a:lnTo>
                  <a:lnTo>
                    <a:pt x="205255" y="38245"/>
                  </a:lnTo>
                  <a:lnTo>
                    <a:pt x="205529" y="38245"/>
                  </a:lnTo>
                  <a:lnTo>
                    <a:pt x="206622" y="38245"/>
                  </a:lnTo>
                  <a:lnTo>
                    <a:pt x="208672" y="38245"/>
                  </a:lnTo>
                  <a:lnTo>
                    <a:pt x="210677" y="38198"/>
                  </a:lnTo>
                  <a:lnTo>
                    <a:pt x="210996" y="38198"/>
                  </a:lnTo>
                  <a:lnTo>
                    <a:pt x="213365" y="38105"/>
                  </a:lnTo>
                  <a:lnTo>
                    <a:pt x="215735" y="37966"/>
                  </a:lnTo>
                  <a:lnTo>
                    <a:pt x="217010" y="38012"/>
                  </a:lnTo>
                  <a:lnTo>
                    <a:pt x="217921" y="38059"/>
                  </a:lnTo>
                  <a:lnTo>
                    <a:pt x="218787" y="38105"/>
                  </a:lnTo>
                  <a:lnTo>
                    <a:pt x="219288" y="38198"/>
                  </a:lnTo>
                  <a:lnTo>
                    <a:pt x="221156" y="38571"/>
                  </a:lnTo>
                  <a:lnTo>
                    <a:pt x="222478" y="39084"/>
                  </a:lnTo>
                  <a:lnTo>
                    <a:pt x="223890" y="39689"/>
                  </a:lnTo>
                  <a:lnTo>
                    <a:pt x="224027" y="39736"/>
                  </a:lnTo>
                  <a:lnTo>
                    <a:pt x="224619" y="39922"/>
                  </a:lnTo>
                  <a:lnTo>
                    <a:pt x="225075" y="40108"/>
                  </a:lnTo>
                  <a:lnTo>
                    <a:pt x="225530" y="40248"/>
                  </a:lnTo>
                  <a:lnTo>
                    <a:pt x="226168" y="40435"/>
                  </a:lnTo>
                  <a:lnTo>
                    <a:pt x="227216" y="40854"/>
                  </a:lnTo>
                  <a:lnTo>
                    <a:pt x="227489" y="40947"/>
                  </a:lnTo>
                  <a:lnTo>
                    <a:pt x="227945" y="41133"/>
                  </a:lnTo>
                  <a:lnTo>
                    <a:pt x="229084" y="41599"/>
                  </a:lnTo>
                  <a:lnTo>
                    <a:pt x="229449" y="41785"/>
                  </a:lnTo>
                  <a:lnTo>
                    <a:pt x="230405" y="42298"/>
                  </a:lnTo>
                  <a:lnTo>
                    <a:pt x="231636" y="42997"/>
                  </a:lnTo>
                  <a:lnTo>
                    <a:pt x="234233" y="44487"/>
                  </a:lnTo>
                  <a:lnTo>
                    <a:pt x="235007" y="44860"/>
                  </a:lnTo>
                  <a:lnTo>
                    <a:pt x="236738" y="45699"/>
                  </a:lnTo>
                  <a:lnTo>
                    <a:pt x="236921" y="45745"/>
                  </a:lnTo>
                  <a:lnTo>
                    <a:pt x="238424" y="46537"/>
                  </a:lnTo>
                  <a:lnTo>
                    <a:pt x="238834" y="46723"/>
                  </a:lnTo>
                  <a:lnTo>
                    <a:pt x="240201" y="47422"/>
                  </a:lnTo>
                  <a:lnTo>
                    <a:pt x="241431" y="47888"/>
                  </a:lnTo>
                  <a:lnTo>
                    <a:pt x="242251" y="48214"/>
                  </a:lnTo>
                  <a:lnTo>
                    <a:pt x="243846" y="48820"/>
                  </a:lnTo>
                  <a:lnTo>
                    <a:pt x="244666" y="49053"/>
                  </a:lnTo>
                  <a:lnTo>
                    <a:pt x="245851" y="49425"/>
                  </a:lnTo>
                  <a:lnTo>
                    <a:pt x="246079" y="49518"/>
                  </a:lnTo>
                  <a:lnTo>
                    <a:pt x="247537" y="49984"/>
                  </a:lnTo>
                  <a:lnTo>
                    <a:pt x="247673" y="49984"/>
                  </a:lnTo>
                  <a:lnTo>
                    <a:pt x="248357" y="50264"/>
                  </a:lnTo>
                  <a:lnTo>
                    <a:pt x="249860" y="50823"/>
                  </a:lnTo>
                  <a:lnTo>
                    <a:pt x="251774" y="51522"/>
                  </a:lnTo>
                  <a:lnTo>
                    <a:pt x="252548" y="51941"/>
                  </a:lnTo>
                  <a:lnTo>
                    <a:pt x="255237" y="53338"/>
                  </a:lnTo>
                  <a:lnTo>
                    <a:pt x="256740" y="54130"/>
                  </a:lnTo>
                  <a:lnTo>
                    <a:pt x="257515" y="54550"/>
                  </a:lnTo>
                  <a:lnTo>
                    <a:pt x="258973" y="55202"/>
                  </a:lnTo>
                  <a:lnTo>
                    <a:pt x="259292" y="55295"/>
                  </a:lnTo>
                  <a:lnTo>
                    <a:pt x="261433" y="56227"/>
                  </a:lnTo>
                  <a:lnTo>
                    <a:pt x="261570" y="56273"/>
                  </a:lnTo>
                  <a:lnTo>
                    <a:pt x="262435" y="56646"/>
                  </a:lnTo>
                  <a:lnTo>
                    <a:pt x="263255" y="57018"/>
                  </a:lnTo>
                  <a:lnTo>
                    <a:pt x="263711" y="57205"/>
                  </a:lnTo>
                  <a:lnTo>
                    <a:pt x="265716" y="57997"/>
                  </a:lnTo>
                  <a:lnTo>
                    <a:pt x="266445" y="58323"/>
                  </a:lnTo>
                  <a:lnTo>
                    <a:pt x="267402" y="58695"/>
                  </a:lnTo>
                  <a:lnTo>
                    <a:pt x="267629" y="58789"/>
                  </a:lnTo>
                  <a:lnTo>
                    <a:pt x="268677" y="59208"/>
                  </a:lnTo>
                  <a:lnTo>
                    <a:pt x="271593" y="59627"/>
                  </a:lnTo>
                  <a:lnTo>
                    <a:pt x="273598" y="59907"/>
                  </a:lnTo>
                  <a:lnTo>
                    <a:pt x="276058" y="59907"/>
                  </a:lnTo>
                  <a:lnTo>
                    <a:pt x="276559" y="59953"/>
                  </a:lnTo>
                  <a:lnTo>
                    <a:pt x="278473" y="59953"/>
                  </a:lnTo>
                  <a:lnTo>
                    <a:pt x="282574" y="60046"/>
                  </a:lnTo>
                  <a:lnTo>
                    <a:pt x="283667" y="60093"/>
                  </a:lnTo>
                  <a:lnTo>
                    <a:pt x="284897" y="60186"/>
                  </a:lnTo>
                  <a:lnTo>
                    <a:pt x="289499" y="60419"/>
                  </a:lnTo>
                  <a:lnTo>
                    <a:pt x="289818" y="60466"/>
                  </a:lnTo>
                  <a:lnTo>
                    <a:pt x="290911" y="60792"/>
                  </a:lnTo>
                  <a:lnTo>
                    <a:pt x="291732" y="61071"/>
                  </a:lnTo>
                  <a:lnTo>
                    <a:pt x="295058" y="61491"/>
                  </a:lnTo>
                  <a:lnTo>
                    <a:pt x="297472" y="61770"/>
                  </a:lnTo>
                  <a:lnTo>
                    <a:pt x="302757" y="62143"/>
                  </a:lnTo>
                  <a:lnTo>
                    <a:pt x="303259" y="62189"/>
                  </a:lnTo>
                  <a:lnTo>
                    <a:pt x="304352" y="62282"/>
                  </a:lnTo>
                  <a:lnTo>
                    <a:pt x="309774" y="62795"/>
                  </a:lnTo>
                  <a:lnTo>
                    <a:pt x="311004" y="62935"/>
                  </a:lnTo>
                  <a:lnTo>
                    <a:pt x="313328" y="62655"/>
                  </a:lnTo>
                  <a:lnTo>
                    <a:pt x="314968" y="62469"/>
                  </a:lnTo>
                  <a:lnTo>
                    <a:pt x="316699" y="62282"/>
                  </a:lnTo>
                  <a:lnTo>
                    <a:pt x="318750" y="61956"/>
                  </a:lnTo>
                  <a:lnTo>
                    <a:pt x="320344" y="61723"/>
                  </a:lnTo>
                  <a:lnTo>
                    <a:pt x="320527" y="61677"/>
                  </a:lnTo>
                  <a:lnTo>
                    <a:pt x="320982" y="61584"/>
                  </a:lnTo>
                  <a:lnTo>
                    <a:pt x="321939" y="61304"/>
                  </a:lnTo>
                  <a:lnTo>
                    <a:pt x="324217" y="60792"/>
                  </a:lnTo>
                  <a:lnTo>
                    <a:pt x="328318" y="59720"/>
                  </a:lnTo>
                  <a:lnTo>
                    <a:pt x="328682" y="59627"/>
                  </a:lnTo>
                  <a:lnTo>
                    <a:pt x="328819" y="59627"/>
                  </a:lnTo>
                  <a:lnTo>
                    <a:pt x="329047" y="59534"/>
                  </a:lnTo>
                  <a:lnTo>
                    <a:pt x="329639" y="59208"/>
                  </a:lnTo>
                  <a:lnTo>
                    <a:pt x="330322" y="58789"/>
                  </a:lnTo>
                  <a:lnTo>
                    <a:pt x="330778" y="58509"/>
                  </a:lnTo>
                  <a:lnTo>
                    <a:pt x="332919" y="57251"/>
                  </a:lnTo>
                  <a:lnTo>
                    <a:pt x="333102" y="57018"/>
                  </a:lnTo>
                  <a:lnTo>
                    <a:pt x="334013" y="55900"/>
                  </a:lnTo>
                  <a:lnTo>
                    <a:pt x="335699" y="53944"/>
                  </a:lnTo>
                  <a:lnTo>
                    <a:pt x="336200" y="53338"/>
                  </a:lnTo>
                  <a:lnTo>
                    <a:pt x="336701" y="52500"/>
                  </a:lnTo>
                  <a:lnTo>
                    <a:pt x="338432" y="49192"/>
                  </a:lnTo>
                  <a:lnTo>
                    <a:pt x="338523" y="49053"/>
                  </a:lnTo>
                  <a:lnTo>
                    <a:pt x="339571" y="46490"/>
                  </a:lnTo>
                  <a:lnTo>
                    <a:pt x="339708" y="46118"/>
                  </a:lnTo>
                  <a:lnTo>
                    <a:pt x="339936" y="45652"/>
                  </a:lnTo>
                  <a:lnTo>
                    <a:pt x="340073" y="45279"/>
                  </a:lnTo>
                  <a:lnTo>
                    <a:pt x="340300" y="44813"/>
                  </a:lnTo>
                  <a:lnTo>
                    <a:pt x="341394" y="43183"/>
                  </a:lnTo>
                  <a:lnTo>
                    <a:pt x="341941" y="42344"/>
                  </a:lnTo>
                  <a:lnTo>
                    <a:pt x="342214" y="41925"/>
                  </a:lnTo>
                  <a:lnTo>
                    <a:pt x="342396" y="41646"/>
                  </a:lnTo>
                  <a:lnTo>
                    <a:pt x="342761" y="41087"/>
                  </a:lnTo>
                  <a:lnTo>
                    <a:pt x="343444" y="38198"/>
                  </a:lnTo>
                  <a:lnTo>
                    <a:pt x="343535" y="37872"/>
                  </a:lnTo>
                  <a:lnTo>
                    <a:pt x="343809" y="35823"/>
                  </a:lnTo>
                  <a:lnTo>
                    <a:pt x="343945" y="35077"/>
                  </a:lnTo>
                  <a:lnTo>
                    <a:pt x="344173" y="33354"/>
                  </a:lnTo>
                  <a:lnTo>
                    <a:pt x="344173" y="31537"/>
                  </a:lnTo>
                  <a:lnTo>
                    <a:pt x="344173" y="31397"/>
                  </a:lnTo>
                  <a:lnTo>
                    <a:pt x="344264" y="30931"/>
                  </a:lnTo>
                  <a:lnTo>
                    <a:pt x="345768" y="26133"/>
                  </a:lnTo>
                  <a:lnTo>
                    <a:pt x="346679" y="20403"/>
                  </a:lnTo>
                  <a:lnTo>
                    <a:pt x="347089" y="18773"/>
                  </a:lnTo>
                  <a:lnTo>
                    <a:pt x="347317" y="17701"/>
                  </a:lnTo>
                  <a:lnTo>
                    <a:pt x="348319" y="12810"/>
                  </a:lnTo>
                  <a:lnTo>
                    <a:pt x="352420" y="4285"/>
                  </a:lnTo>
                  <a:lnTo>
                    <a:pt x="353650" y="2701"/>
                  </a:lnTo>
                  <a:lnTo>
                    <a:pt x="357705" y="93"/>
                  </a:lnTo>
                  <a:lnTo>
                    <a:pt x="35797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215753" y="3867221"/>
              <a:ext cx="117640" cy="61258"/>
            </a:xfrm>
            <a:custGeom>
              <a:avLst/>
              <a:pathLst>
                <a:path w="117640" h="61258">
                  <a:moveTo>
                    <a:pt x="93902" y="186"/>
                  </a:moveTo>
                  <a:lnTo>
                    <a:pt x="95543" y="4425"/>
                  </a:lnTo>
                  <a:lnTo>
                    <a:pt x="95679" y="4751"/>
                  </a:lnTo>
                  <a:lnTo>
                    <a:pt x="95907" y="5357"/>
                  </a:lnTo>
                  <a:lnTo>
                    <a:pt x="96773" y="7546"/>
                  </a:lnTo>
                  <a:lnTo>
                    <a:pt x="97001" y="8152"/>
                  </a:lnTo>
                  <a:lnTo>
                    <a:pt x="97183" y="8664"/>
                  </a:lnTo>
                  <a:lnTo>
                    <a:pt x="98686" y="12437"/>
                  </a:lnTo>
                  <a:lnTo>
                    <a:pt x="100554" y="17236"/>
                  </a:lnTo>
                  <a:lnTo>
                    <a:pt x="102422" y="22080"/>
                  </a:lnTo>
                  <a:lnTo>
                    <a:pt x="103561" y="25015"/>
                  </a:lnTo>
                  <a:lnTo>
                    <a:pt x="104928" y="28509"/>
                  </a:lnTo>
                  <a:lnTo>
                    <a:pt x="106204" y="31677"/>
                  </a:lnTo>
                  <a:lnTo>
                    <a:pt x="106477" y="32422"/>
                  </a:lnTo>
                  <a:lnTo>
                    <a:pt x="106660" y="32981"/>
                  </a:lnTo>
                  <a:lnTo>
                    <a:pt x="108801" y="38431"/>
                  </a:lnTo>
                  <a:lnTo>
                    <a:pt x="108938" y="38804"/>
                  </a:lnTo>
                  <a:lnTo>
                    <a:pt x="109257" y="39596"/>
                  </a:lnTo>
                  <a:lnTo>
                    <a:pt x="109667" y="40574"/>
                  </a:lnTo>
                  <a:lnTo>
                    <a:pt x="110168" y="41925"/>
                  </a:lnTo>
                  <a:lnTo>
                    <a:pt x="110305" y="42205"/>
                  </a:lnTo>
                  <a:lnTo>
                    <a:pt x="110760" y="43369"/>
                  </a:lnTo>
                  <a:lnTo>
                    <a:pt x="111034" y="43882"/>
                  </a:lnTo>
                  <a:lnTo>
                    <a:pt x="111854" y="45419"/>
                  </a:lnTo>
                  <a:lnTo>
                    <a:pt x="112127" y="45838"/>
                  </a:lnTo>
                  <a:lnTo>
                    <a:pt x="112537" y="46584"/>
                  </a:lnTo>
                  <a:lnTo>
                    <a:pt x="112628" y="46723"/>
                  </a:lnTo>
                  <a:lnTo>
                    <a:pt x="114041" y="49099"/>
                  </a:lnTo>
                  <a:lnTo>
                    <a:pt x="114997" y="50683"/>
                  </a:lnTo>
                  <a:lnTo>
                    <a:pt x="116455" y="52966"/>
                  </a:lnTo>
                  <a:lnTo>
                    <a:pt x="117048" y="54223"/>
                  </a:lnTo>
                  <a:lnTo>
                    <a:pt x="117412" y="55295"/>
                  </a:lnTo>
                  <a:lnTo>
                    <a:pt x="117640" y="56366"/>
                  </a:lnTo>
                  <a:lnTo>
                    <a:pt x="87569" y="60745"/>
                  </a:lnTo>
                  <a:lnTo>
                    <a:pt x="84334" y="61211"/>
                  </a:lnTo>
                  <a:lnTo>
                    <a:pt x="84015" y="61258"/>
                  </a:lnTo>
                  <a:lnTo>
                    <a:pt x="85063" y="57857"/>
                  </a:lnTo>
                  <a:lnTo>
                    <a:pt x="83286" y="57624"/>
                  </a:lnTo>
                  <a:lnTo>
                    <a:pt x="79733" y="57158"/>
                  </a:lnTo>
                  <a:lnTo>
                    <a:pt x="75586" y="56646"/>
                  </a:lnTo>
                  <a:lnTo>
                    <a:pt x="69937" y="55900"/>
                  </a:lnTo>
                  <a:lnTo>
                    <a:pt x="68980" y="55761"/>
                  </a:lnTo>
                  <a:lnTo>
                    <a:pt x="68752" y="55761"/>
                  </a:lnTo>
                  <a:lnTo>
                    <a:pt x="68707" y="55528"/>
                  </a:lnTo>
                  <a:lnTo>
                    <a:pt x="68114" y="51568"/>
                  </a:lnTo>
                  <a:lnTo>
                    <a:pt x="67659" y="48587"/>
                  </a:lnTo>
                  <a:lnTo>
                    <a:pt x="67659" y="48447"/>
                  </a:lnTo>
                  <a:lnTo>
                    <a:pt x="54947" y="50171"/>
                  </a:lnTo>
                  <a:lnTo>
                    <a:pt x="47703" y="51242"/>
                  </a:lnTo>
                  <a:lnTo>
                    <a:pt x="43420" y="51848"/>
                  </a:lnTo>
                  <a:lnTo>
                    <a:pt x="43238" y="51848"/>
                  </a:lnTo>
                  <a:lnTo>
                    <a:pt x="42007" y="52034"/>
                  </a:lnTo>
                  <a:lnTo>
                    <a:pt x="41005" y="52174"/>
                  </a:lnTo>
                  <a:lnTo>
                    <a:pt x="40094" y="52313"/>
                  </a:lnTo>
                  <a:lnTo>
                    <a:pt x="38955" y="52500"/>
                  </a:lnTo>
                  <a:lnTo>
                    <a:pt x="38408" y="52546"/>
                  </a:lnTo>
                  <a:lnTo>
                    <a:pt x="36859" y="52779"/>
                  </a:lnTo>
                  <a:lnTo>
                    <a:pt x="36586" y="52826"/>
                  </a:lnTo>
                  <a:lnTo>
                    <a:pt x="35811" y="52919"/>
                  </a:lnTo>
                  <a:lnTo>
                    <a:pt x="35310" y="53012"/>
                  </a:lnTo>
                  <a:lnTo>
                    <a:pt x="34125" y="53152"/>
                  </a:lnTo>
                  <a:lnTo>
                    <a:pt x="33123" y="53292"/>
                  </a:lnTo>
                  <a:lnTo>
                    <a:pt x="32394" y="53431"/>
                  </a:lnTo>
                  <a:lnTo>
                    <a:pt x="32029" y="53478"/>
                  </a:lnTo>
                  <a:lnTo>
                    <a:pt x="31802" y="53478"/>
                  </a:lnTo>
                  <a:lnTo>
                    <a:pt x="26106" y="54317"/>
                  </a:lnTo>
                  <a:lnTo>
                    <a:pt x="24603" y="54550"/>
                  </a:lnTo>
                  <a:lnTo>
                    <a:pt x="25150" y="58230"/>
                  </a:lnTo>
                  <a:lnTo>
                    <a:pt x="20274" y="58928"/>
                  </a:lnTo>
                  <a:lnTo>
                    <a:pt x="20138" y="58975"/>
                  </a:lnTo>
                  <a:lnTo>
                    <a:pt x="20001" y="58975"/>
                  </a:lnTo>
                  <a:lnTo>
                    <a:pt x="15172" y="59674"/>
                  </a:lnTo>
                  <a:lnTo>
                    <a:pt x="14853" y="59674"/>
                  </a:lnTo>
                  <a:lnTo>
                    <a:pt x="9795" y="60373"/>
                  </a:lnTo>
                  <a:lnTo>
                    <a:pt x="9613" y="58975"/>
                  </a:lnTo>
                  <a:lnTo>
                    <a:pt x="4692" y="59627"/>
                  </a:lnTo>
                  <a:lnTo>
                    <a:pt x="4419" y="59674"/>
                  </a:lnTo>
                  <a:lnTo>
                    <a:pt x="4373" y="59255"/>
                  </a:lnTo>
                  <a:lnTo>
                    <a:pt x="4191" y="57997"/>
                  </a:lnTo>
                  <a:lnTo>
                    <a:pt x="4054" y="56879"/>
                  </a:lnTo>
                  <a:lnTo>
                    <a:pt x="4009" y="56599"/>
                  </a:lnTo>
                  <a:lnTo>
                    <a:pt x="3280" y="50963"/>
                  </a:lnTo>
                  <a:lnTo>
                    <a:pt x="3234" y="50776"/>
                  </a:lnTo>
                  <a:lnTo>
                    <a:pt x="3189" y="50450"/>
                  </a:lnTo>
                  <a:lnTo>
                    <a:pt x="2642" y="46863"/>
                  </a:lnTo>
                  <a:lnTo>
                    <a:pt x="2323" y="44720"/>
                  </a:lnTo>
                  <a:lnTo>
                    <a:pt x="2278" y="44581"/>
                  </a:lnTo>
                  <a:lnTo>
                    <a:pt x="2232" y="44348"/>
                  </a:lnTo>
                  <a:lnTo>
                    <a:pt x="2141" y="43509"/>
                  </a:lnTo>
                  <a:lnTo>
                    <a:pt x="1184" y="37500"/>
                  </a:lnTo>
                  <a:lnTo>
                    <a:pt x="1047" y="36754"/>
                  </a:lnTo>
                  <a:lnTo>
                    <a:pt x="774" y="34844"/>
                  </a:lnTo>
                  <a:lnTo>
                    <a:pt x="364" y="31956"/>
                  </a:lnTo>
                  <a:lnTo>
                    <a:pt x="0" y="29813"/>
                  </a:lnTo>
                  <a:lnTo>
                    <a:pt x="182" y="29627"/>
                  </a:lnTo>
                  <a:lnTo>
                    <a:pt x="318" y="29487"/>
                  </a:lnTo>
                  <a:lnTo>
                    <a:pt x="1275" y="28695"/>
                  </a:lnTo>
                  <a:lnTo>
                    <a:pt x="2961" y="27158"/>
                  </a:lnTo>
                  <a:lnTo>
                    <a:pt x="4647" y="25667"/>
                  </a:lnTo>
                  <a:lnTo>
                    <a:pt x="7107" y="23478"/>
                  </a:lnTo>
                  <a:lnTo>
                    <a:pt x="9886" y="21056"/>
                  </a:lnTo>
                  <a:lnTo>
                    <a:pt x="10843" y="20170"/>
                  </a:lnTo>
                  <a:lnTo>
                    <a:pt x="13212" y="20264"/>
                  </a:lnTo>
                  <a:lnTo>
                    <a:pt x="13759" y="20310"/>
                  </a:lnTo>
                  <a:lnTo>
                    <a:pt x="17586" y="20450"/>
                  </a:lnTo>
                  <a:lnTo>
                    <a:pt x="22598" y="20729"/>
                  </a:lnTo>
                  <a:lnTo>
                    <a:pt x="24011" y="20543"/>
                  </a:lnTo>
                  <a:lnTo>
                    <a:pt x="30663" y="19518"/>
                  </a:lnTo>
                  <a:lnTo>
                    <a:pt x="31073" y="13928"/>
                  </a:lnTo>
                  <a:lnTo>
                    <a:pt x="31483" y="8850"/>
                  </a:lnTo>
                  <a:lnTo>
                    <a:pt x="33989" y="8571"/>
                  </a:lnTo>
                  <a:lnTo>
                    <a:pt x="37816" y="8059"/>
                  </a:lnTo>
                  <a:lnTo>
                    <a:pt x="40549" y="7686"/>
                  </a:lnTo>
                  <a:lnTo>
                    <a:pt x="45880" y="6894"/>
                  </a:lnTo>
                  <a:lnTo>
                    <a:pt x="46062" y="6847"/>
                  </a:lnTo>
                  <a:lnTo>
                    <a:pt x="46655" y="6754"/>
                  </a:lnTo>
                  <a:lnTo>
                    <a:pt x="49571" y="6335"/>
                  </a:lnTo>
                  <a:lnTo>
                    <a:pt x="50482" y="6195"/>
                  </a:lnTo>
                  <a:lnTo>
                    <a:pt x="55403" y="5450"/>
                  </a:lnTo>
                  <a:lnTo>
                    <a:pt x="55858" y="5403"/>
                  </a:lnTo>
                  <a:lnTo>
                    <a:pt x="56223" y="5310"/>
                  </a:lnTo>
                  <a:lnTo>
                    <a:pt x="57180" y="5170"/>
                  </a:lnTo>
                  <a:lnTo>
                    <a:pt x="61690" y="4565"/>
                  </a:lnTo>
                  <a:lnTo>
                    <a:pt x="66429" y="3866"/>
                  </a:lnTo>
                  <a:lnTo>
                    <a:pt x="66839" y="3819"/>
                  </a:lnTo>
                  <a:lnTo>
                    <a:pt x="70028" y="3354"/>
                  </a:lnTo>
                  <a:lnTo>
                    <a:pt x="70529" y="3307"/>
                  </a:lnTo>
                  <a:lnTo>
                    <a:pt x="71577" y="3167"/>
                  </a:lnTo>
                  <a:lnTo>
                    <a:pt x="73810" y="2841"/>
                  </a:lnTo>
                  <a:lnTo>
                    <a:pt x="74675" y="2701"/>
                  </a:lnTo>
                  <a:lnTo>
                    <a:pt x="75678" y="2562"/>
                  </a:lnTo>
                  <a:lnTo>
                    <a:pt x="75905" y="2562"/>
                  </a:lnTo>
                  <a:lnTo>
                    <a:pt x="77044" y="2375"/>
                  </a:lnTo>
                  <a:lnTo>
                    <a:pt x="77318" y="2329"/>
                  </a:lnTo>
                  <a:lnTo>
                    <a:pt x="78912" y="2096"/>
                  </a:lnTo>
                  <a:lnTo>
                    <a:pt x="79778" y="2003"/>
                  </a:lnTo>
                  <a:lnTo>
                    <a:pt x="80279" y="1909"/>
                  </a:lnTo>
                  <a:lnTo>
                    <a:pt x="83924" y="1397"/>
                  </a:lnTo>
                  <a:lnTo>
                    <a:pt x="85428" y="1211"/>
                  </a:lnTo>
                  <a:lnTo>
                    <a:pt x="85610" y="1164"/>
                  </a:lnTo>
                  <a:lnTo>
                    <a:pt x="91077" y="372"/>
                  </a:lnTo>
                  <a:lnTo>
                    <a:pt x="91305" y="372"/>
                  </a:lnTo>
                  <a:lnTo>
                    <a:pt x="91488" y="326"/>
                  </a:lnTo>
                  <a:lnTo>
                    <a:pt x="92718" y="139"/>
                  </a:lnTo>
                  <a:lnTo>
                    <a:pt x="93675" y="0"/>
                  </a:lnTo>
                  <a:lnTo>
                    <a:pt x="938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36741" y="3117309"/>
              <a:ext cx="126433" cy="442316"/>
            </a:xfrm>
            <a:custGeom>
              <a:avLst/>
              <a:pathLst>
                <a:path w="126433" h="442316">
                  <a:moveTo>
                    <a:pt x="65153" y="0"/>
                  </a:moveTo>
                  <a:lnTo>
                    <a:pt x="65198" y="232"/>
                  </a:lnTo>
                  <a:lnTo>
                    <a:pt x="65244" y="419"/>
                  </a:lnTo>
                  <a:lnTo>
                    <a:pt x="65244" y="652"/>
                  </a:lnTo>
                  <a:lnTo>
                    <a:pt x="65290" y="885"/>
                  </a:lnTo>
                  <a:lnTo>
                    <a:pt x="65290" y="1164"/>
                  </a:lnTo>
                  <a:lnTo>
                    <a:pt x="65335" y="1444"/>
                  </a:lnTo>
                  <a:lnTo>
                    <a:pt x="66520" y="12996"/>
                  </a:lnTo>
                  <a:lnTo>
                    <a:pt x="66656" y="14347"/>
                  </a:lnTo>
                  <a:lnTo>
                    <a:pt x="67112" y="19378"/>
                  </a:lnTo>
                  <a:lnTo>
                    <a:pt x="67431" y="22360"/>
                  </a:lnTo>
                  <a:lnTo>
                    <a:pt x="67476" y="23338"/>
                  </a:lnTo>
                  <a:lnTo>
                    <a:pt x="67704" y="25761"/>
                  </a:lnTo>
                  <a:lnTo>
                    <a:pt x="67932" y="28183"/>
                  </a:lnTo>
                  <a:lnTo>
                    <a:pt x="67978" y="28416"/>
                  </a:lnTo>
                  <a:lnTo>
                    <a:pt x="67978" y="28602"/>
                  </a:lnTo>
                  <a:lnTo>
                    <a:pt x="68023" y="29068"/>
                  </a:lnTo>
                  <a:lnTo>
                    <a:pt x="68023" y="29487"/>
                  </a:lnTo>
                  <a:lnTo>
                    <a:pt x="68069" y="29953"/>
                  </a:lnTo>
                  <a:lnTo>
                    <a:pt x="68114" y="30186"/>
                  </a:lnTo>
                  <a:lnTo>
                    <a:pt x="68114" y="30419"/>
                  </a:lnTo>
                  <a:lnTo>
                    <a:pt x="68160" y="30792"/>
                  </a:lnTo>
                  <a:lnTo>
                    <a:pt x="68205" y="31584"/>
                  </a:lnTo>
                  <a:lnTo>
                    <a:pt x="68297" y="32422"/>
                  </a:lnTo>
                  <a:lnTo>
                    <a:pt x="68342" y="32981"/>
                  </a:lnTo>
                  <a:lnTo>
                    <a:pt x="68342" y="33121"/>
                  </a:lnTo>
                  <a:lnTo>
                    <a:pt x="68388" y="33726"/>
                  </a:lnTo>
                  <a:lnTo>
                    <a:pt x="68433" y="34146"/>
                  </a:lnTo>
                  <a:lnTo>
                    <a:pt x="68433" y="34332"/>
                  </a:lnTo>
                  <a:lnTo>
                    <a:pt x="68433" y="34472"/>
                  </a:lnTo>
                  <a:lnTo>
                    <a:pt x="68524" y="35217"/>
                  </a:lnTo>
                  <a:lnTo>
                    <a:pt x="68616" y="36009"/>
                  </a:lnTo>
                  <a:lnTo>
                    <a:pt x="69071" y="40574"/>
                  </a:lnTo>
                  <a:lnTo>
                    <a:pt x="69755" y="47795"/>
                  </a:lnTo>
                  <a:lnTo>
                    <a:pt x="69800" y="48447"/>
                  </a:lnTo>
                  <a:lnTo>
                    <a:pt x="70666" y="58369"/>
                  </a:lnTo>
                  <a:lnTo>
                    <a:pt x="70757" y="59581"/>
                  </a:lnTo>
                  <a:lnTo>
                    <a:pt x="71668" y="69037"/>
                  </a:lnTo>
                  <a:lnTo>
                    <a:pt x="71714" y="69550"/>
                  </a:lnTo>
                  <a:lnTo>
                    <a:pt x="71759" y="69969"/>
                  </a:lnTo>
                  <a:lnTo>
                    <a:pt x="71805" y="70295"/>
                  </a:lnTo>
                  <a:lnTo>
                    <a:pt x="71805" y="70481"/>
                  </a:lnTo>
                  <a:lnTo>
                    <a:pt x="72443" y="77376"/>
                  </a:lnTo>
                  <a:lnTo>
                    <a:pt x="72853" y="81941"/>
                  </a:lnTo>
                  <a:lnTo>
                    <a:pt x="73126" y="85062"/>
                  </a:lnTo>
                  <a:lnTo>
                    <a:pt x="73491" y="88789"/>
                  </a:lnTo>
                  <a:lnTo>
                    <a:pt x="73810" y="91910"/>
                  </a:lnTo>
                  <a:lnTo>
                    <a:pt x="73810" y="92562"/>
                  </a:lnTo>
                  <a:lnTo>
                    <a:pt x="73810" y="92842"/>
                  </a:lnTo>
                  <a:lnTo>
                    <a:pt x="74037" y="95916"/>
                  </a:lnTo>
                  <a:lnTo>
                    <a:pt x="74356" y="99736"/>
                  </a:lnTo>
                  <a:lnTo>
                    <a:pt x="75404" y="110963"/>
                  </a:lnTo>
                  <a:lnTo>
                    <a:pt x="75586" y="113106"/>
                  </a:lnTo>
                  <a:lnTo>
                    <a:pt x="75905" y="116320"/>
                  </a:lnTo>
                  <a:lnTo>
                    <a:pt x="76042" y="117671"/>
                  </a:lnTo>
                  <a:lnTo>
                    <a:pt x="76270" y="120047"/>
                  </a:lnTo>
                  <a:lnTo>
                    <a:pt x="76407" y="121910"/>
                  </a:lnTo>
                  <a:lnTo>
                    <a:pt x="76680" y="125031"/>
                  </a:lnTo>
                  <a:lnTo>
                    <a:pt x="76999" y="127873"/>
                  </a:lnTo>
                  <a:lnTo>
                    <a:pt x="77090" y="129177"/>
                  </a:lnTo>
                  <a:lnTo>
                    <a:pt x="77136" y="129643"/>
                  </a:lnTo>
                  <a:lnTo>
                    <a:pt x="77136" y="129829"/>
                  </a:lnTo>
                  <a:lnTo>
                    <a:pt x="77136" y="130295"/>
                  </a:lnTo>
                  <a:lnTo>
                    <a:pt x="77728" y="134674"/>
                  </a:lnTo>
                  <a:lnTo>
                    <a:pt x="77773" y="134954"/>
                  </a:lnTo>
                  <a:lnTo>
                    <a:pt x="78366" y="138820"/>
                  </a:lnTo>
                  <a:lnTo>
                    <a:pt x="78594" y="140264"/>
                  </a:lnTo>
                  <a:lnTo>
                    <a:pt x="78867" y="142034"/>
                  </a:lnTo>
                  <a:lnTo>
                    <a:pt x="79049" y="143292"/>
                  </a:lnTo>
                  <a:lnTo>
                    <a:pt x="79960" y="149162"/>
                  </a:lnTo>
                  <a:lnTo>
                    <a:pt x="80006" y="149395"/>
                  </a:lnTo>
                  <a:lnTo>
                    <a:pt x="80279" y="151212"/>
                  </a:lnTo>
                  <a:lnTo>
                    <a:pt x="80826" y="154705"/>
                  </a:lnTo>
                  <a:lnTo>
                    <a:pt x="81327" y="158059"/>
                  </a:lnTo>
                  <a:lnTo>
                    <a:pt x="81601" y="159690"/>
                  </a:lnTo>
                  <a:lnTo>
                    <a:pt x="82375" y="164954"/>
                  </a:lnTo>
                  <a:lnTo>
                    <a:pt x="94085" y="163230"/>
                  </a:lnTo>
                  <a:lnTo>
                    <a:pt x="98641" y="162485"/>
                  </a:lnTo>
                  <a:lnTo>
                    <a:pt x="103698" y="161740"/>
                  </a:lnTo>
                  <a:lnTo>
                    <a:pt x="104564" y="166724"/>
                  </a:lnTo>
                  <a:lnTo>
                    <a:pt x="106568" y="177112"/>
                  </a:lnTo>
                  <a:lnTo>
                    <a:pt x="106614" y="177532"/>
                  </a:lnTo>
                  <a:lnTo>
                    <a:pt x="106614" y="177718"/>
                  </a:lnTo>
                  <a:lnTo>
                    <a:pt x="106614" y="178044"/>
                  </a:lnTo>
                  <a:lnTo>
                    <a:pt x="106660" y="178650"/>
                  </a:lnTo>
                  <a:lnTo>
                    <a:pt x="106705" y="180001"/>
                  </a:lnTo>
                  <a:lnTo>
                    <a:pt x="110578" y="199147"/>
                  </a:lnTo>
                  <a:lnTo>
                    <a:pt x="111489" y="203526"/>
                  </a:lnTo>
                  <a:lnTo>
                    <a:pt x="111444" y="205016"/>
                  </a:lnTo>
                  <a:lnTo>
                    <a:pt x="111489" y="205342"/>
                  </a:lnTo>
                  <a:lnTo>
                    <a:pt x="111671" y="206600"/>
                  </a:lnTo>
                  <a:lnTo>
                    <a:pt x="114268" y="219504"/>
                  </a:lnTo>
                  <a:lnTo>
                    <a:pt x="114405" y="219970"/>
                  </a:lnTo>
                  <a:lnTo>
                    <a:pt x="114451" y="220109"/>
                  </a:lnTo>
                  <a:lnTo>
                    <a:pt x="114451" y="220249"/>
                  </a:lnTo>
                  <a:lnTo>
                    <a:pt x="116045" y="227097"/>
                  </a:lnTo>
                  <a:lnTo>
                    <a:pt x="119235" y="240839"/>
                  </a:lnTo>
                  <a:lnTo>
                    <a:pt x="121331" y="250482"/>
                  </a:lnTo>
                  <a:lnTo>
                    <a:pt x="122834" y="257284"/>
                  </a:lnTo>
                  <a:lnTo>
                    <a:pt x="123244" y="259194"/>
                  </a:lnTo>
                  <a:lnTo>
                    <a:pt x="123335" y="259659"/>
                  </a:lnTo>
                  <a:lnTo>
                    <a:pt x="123745" y="261430"/>
                  </a:lnTo>
                  <a:lnTo>
                    <a:pt x="124520" y="264923"/>
                  </a:lnTo>
                  <a:lnTo>
                    <a:pt x="124793" y="266088"/>
                  </a:lnTo>
                  <a:lnTo>
                    <a:pt x="125704" y="270653"/>
                  </a:lnTo>
                  <a:lnTo>
                    <a:pt x="125932" y="271585"/>
                  </a:lnTo>
                  <a:lnTo>
                    <a:pt x="126297" y="273448"/>
                  </a:lnTo>
                  <a:lnTo>
                    <a:pt x="126433" y="274333"/>
                  </a:lnTo>
                  <a:lnTo>
                    <a:pt x="126069" y="274380"/>
                  </a:lnTo>
                  <a:lnTo>
                    <a:pt x="106751" y="277455"/>
                  </a:lnTo>
                  <a:lnTo>
                    <a:pt x="99871" y="278340"/>
                  </a:lnTo>
                  <a:lnTo>
                    <a:pt x="100327" y="281554"/>
                  </a:lnTo>
                  <a:lnTo>
                    <a:pt x="100418" y="282253"/>
                  </a:lnTo>
                  <a:lnTo>
                    <a:pt x="104199" y="307455"/>
                  </a:lnTo>
                  <a:lnTo>
                    <a:pt x="107206" y="327393"/>
                  </a:lnTo>
                  <a:lnTo>
                    <a:pt x="107252" y="327952"/>
                  </a:lnTo>
                  <a:lnTo>
                    <a:pt x="108391" y="335405"/>
                  </a:lnTo>
                  <a:lnTo>
                    <a:pt x="108619" y="336896"/>
                  </a:lnTo>
                  <a:lnTo>
                    <a:pt x="108664" y="337222"/>
                  </a:lnTo>
                  <a:lnTo>
                    <a:pt x="108801" y="338060"/>
                  </a:lnTo>
                  <a:lnTo>
                    <a:pt x="109302" y="341275"/>
                  </a:lnTo>
                  <a:lnTo>
                    <a:pt x="109530" y="342812"/>
                  </a:lnTo>
                  <a:lnTo>
                    <a:pt x="109621" y="343231"/>
                  </a:lnTo>
                  <a:lnTo>
                    <a:pt x="109621" y="343371"/>
                  </a:lnTo>
                  <a:lnTo>
                    <a:pt x="109712" y="343884"/>
                  </a:lnTo>
                  <a:lnTo>
                    <a:pt x="110168" y="346772"/>
                  </a:lnTo>
                  <a:lnTo>
                    <a:pt x="110487" y="348961"/>
                  </a:lnTo>
                  <a:lnTo>
                    <a:pt x="110942" y="352082"/>
                  </a:lnTo>
                  <a:lnTo>
                    <a:pt x="111125" y="353107"/>
                  </a:lnTo>
                  <a:lnTo>
                    <a:pt x="111535" y="355762"/>
                  </a:lnTo>
                  <a:lnTo>
                    <a:pt x="111580" y="356228"/>
                  </a:lnTo>
                  <a:lnTo>
                    <a:pt x="111717" y="357113"/>
                  </a:lnTo>
                  <a:lnTo>
                    <a:pt x="112218" y="360235"/>
                  </a:lnTo>
                  <a:lnTo>
                    <a:pt x="112947" y="364986"/>
                  </a:lnTo>
                  <a:lnTo>
                    <a:pt x="113129" y="366430"/>
                  </a:lnTo>
                  <a:lnTo>
                    <a:pt x="113448" y="368480"/>
                  </a:lnTo>
                  <a:lnTo>
                    <a:pt x="113767" y="370483"/>
                  </a:lnTo>
                  <a:lnTo>
                    <a:pt x="113995" y="371927"/>
                  </a:lnTo>
                  <a:lnTo>
                    <a:pt x="114132" y="373045"/>
                  </a:lnTo>
                  <a:lnTo>
                    <a:pt x="114223" y="373558"/>
                  </a:lnTo>
                  <a:lnTo>
                    <a:pt x="114633" y="376306"/>
                  </a:lnTo>
                  <a:lnTo>
                    <a:pt x="115089" y="379055"/>
                  </a:lnTo>
                  <a:lnTo>
                    <a:pt x="115180" y="379893"/>
                  </a:lnTo>
                  <a:lnTo>
                    <a:pt x="116182" y="386368"/>
                  </a:lnTo>
                  <a:lnTo>
                    <a:pt x="116774" y="390235"/>
                  </a:lnTo>
                  <a:lnTo>
                    <a:pt x="117367" y="394101"/>
                  </a:lnTo>
                  <a:lnTo>
                    <a:pt x="117549" y="395266"/>
                  </a:lnTo>
                  <a:lnTo>
                    <a:pt x="117640" y="396058"/>
                  </a:lnTo>
                  <a:lnTo>
                    <a:pt x="117686" y="396756"/>
                  </a:lnTo>
                  <a:lnTo>
                    <a:pt x="117686" y="397409"/>
                  </a:lnTo>
                  <a:lnTo>
                    <a:pt x="117686" y="397968"/>
                  </a:lnTo>
                  <a:lnTo>
                    <a:pt x="117686" y="398480"/>
                  </a:lnTo>
                  <a:lnTo>
                    <a:pt x="117731" y="398713"/>
                  </a:lnTo>
                  <a:lnTo>
                    <a:pt x="117731" y="399458"/>
                  </a:lnTo>
                  <a:lnTo>
                    <a:pt x="117777" y="400111"/>
                  </a:lnTo>
                  <a:lnTo>
                    <a:pt x="118050" y="402114"/>
                  </a:lnTo>
                  <a:lnTo>
                    <a:pt x="118278" y="403698"/>
                  </a:lnTo>
                  <a:lnTo>
                    <a:pt x="118323" y="404024"/>
                  </a:lnTo>
                  <a:lnTo>
                    <a:pt x="118460" y="404722"/>
                  </a:lnTo>
                  <a:lnTo>
                    <a:pt x="119690" y="412455"/>
                  </a:lnTo>
                  <a:lnTo>
                    <a:pt x="119918" y="413806"/>
                  </a:lnTo>
                  <a:lnTo>
                    <a:pt x="121012" y="420561"/>
                  </a:lnTo>
                  <a:lnTo>
                    <a:pt x="121057" y="421027"/>
                  </a:lnTo>
                  <a:lnTo>
                    <a:pt x="121103" y="421167"/>
                  </a:lnTo>
                  <a:lnTo>
                    <a:pt x="121285" y="422191"/>
                  </a:lnTo>
                  <a:lnTo>
                    <a:pt x="121376" y="422750"/>
                  </a:lnTo>
                  <a:lnTo>
                    <a:pt x="119781" y="423030"/>
                  </a:lnTo>
                  <a:lnTo>
                    <a:pt x="116592" y="423496"/>
                  </a:lnTo>
                  <a:lnTo>
                    <a:pt x="115043" y="423729"/>
                  </a:lnTo>
                  <a:lnTo>
                    <a:pt x="110077" y="424427"/>
                  </a:lnTo>
                  <a:lnTo>
                    <a:pt x="109302" y="424567"/>
                  </a:lnTo>
                  <a:lnTo>
                    <a:pt x="108163" y="424754"/>
                  </a:lnTo>
                  <a:lnTo>
                    <a:pt x="106705" y="425080"/>
                  </a:lnTo>
                  <a:lnTo>
                    <a:pt x="106568" y="425080"/>
                  </a:lnTo>
                  <a:lnTo>
                    <a:pt x="104974" y="425545"/>
                  </a:lnTo>
                  <a:lnTo>
                    <a:pt x="102787" y="426244"/>
                  </a:lnTo>
                  <a:lnTo>
                    <a:pt x="101557" y="426664"/>
                  </a:lnTo>
                  <a:lnTo>
                    <a:pt x="97411" y="428061"/>
                  </a:lnTo>
                  <a:lnTo>
                    <a:pt x="96818" y="428294"/>
                  </a:lnTo>
                  <a:lnTo>
                    <a:pt x="89255" y="430856"/>
                  </a:lnTo>
                  <a:lnTo>
                    <a:pt x="87524" y="431462"/>
                  </a:lnTo>
                  <a:lnTo>
                    <a:pt x="87205" y="431555"/>
                  </a:lnTo>
                  <a:lnTo>
                    <a:pt x="82284" y="433325"/>
                  </a:lnTo>
                  <a:lnTo>
                    <a:pt x="80006" y="434070"/>
                  </a:lnTo>
                  <a:lnTo>
                    <a:pt x="79550" y="434257"/>
                  </a:lnTo>
                  <a:lnTo>
                    <a:pt x="77728" y="434862"/>
                  </a:lnTo>
                  <a:lnTo>
                    <a:pt x="75723" y="435468"/>
                  </a:lnTo>
                  <a:lnTo>
                    <a:pt x="74675" y="435747"/>
                  </a:lnTo>
                  <a:lnTo>
                    <a:pt x="73764" y="435934"/>
                  </a:lnTo>
                  <a:lnTo>
                    <a:pt x="72762" y="436167"/>
                  </a:lnTo>
                  <a:lnTo>
                    <a:pt x="72215" y="436260"/>
                  </a:lnTo>
                  <a:lnTo>
                    <a:pt x="71121" y="436446"/>
                  </a:lnTo>
                  <a:lnTo>
                    <a:pt x="69117" y="436819"/>
                  </a:lnTo>
                  <a:lnTo>
                    <a:pt x="68524" y="436912"/>
                  </a:lnTo>
                  <a:lnTo>
                    <a:pt x="67841" y="437052"/>
                  </a:lnTo>
                  <a:lnTo>
                    <a:pt x="61280" y="438170"/>
                  </a:lnTo>
                  <a:lnTo>
                    <a:pt x="59868" y="438403"/>
                  </a:lnTo>
                  <a:lnTo>
                    <a:pt x="55448" y="439148"/>
                  </a:lnTo>
                  <a:lnTo>
                    <a:pt x="54765" y="439288"/>
                  </a:lnTo>
                  <a:lnTo>
                    <a:pt x="53398" y="439521"/>
                  </a:lnTo>
                  <a:lnTo>
                    <a:pt x="46245" y="440639"/>
                  </a:lnTo>
                  <a:lnTo>
                    <a:pt x="44559" y="440918"/>
                  </a:lnTo>
                  <a:lnTo>
                    <a:pt x="44240" y="441011"/>
                  </a:lnTo>
                  <a:lnTo>
                    <a:pt x="39912" y="441803"/>
                  </a:lnTo>
                  <a:lnTo>
                    <a:pt x="38864" y="441990"/>
                  </a:lnTo>
                  <a:lnTo>
                    <a:pt x="36996" y="442316"/>
                  </a:lnTo>
                  <a:lnTo>
                    <a:pt x="36312" y="440918"/>
                  </a:lnTo>
                  <a:lnTo>
                    <a:pt x="35310" y="438822"/>
                  </a:lnTo>
                  <a:lnTo>
                    <a:pt x="35173" y="438403"/>
                  </a:lnTo>
                  <a:lnTo>
                    <a:pt x="35037" y="438170"/>
                  </a:lnTo>
                  <a:lnTo>
                    <a:pt x="34581" y="437192"/>
                  </a:lnTo>
                  <a:lnTo>
                    <a:pt x="34444" y="436912"/>
                  </a:lnTo>
                  <a:lnTo>
                    <a:pt x="33670" y="435375"/>
                  </a:lnTo>
                  <a:lnTo>
                    <a:pt x="33214" y="434396"/>
                  </a:lnTo>
                  <a:lnTo>
                    <a:pt x="32212" y="432347"/>
                  </a:lnTo>
                  <a:lnTo>
                    <a:pt x="31619" y="431182"/>
                  </a:lnTo>
                  <a:lnTo>
                    <a:pt x="31209" y="430390"/>
                  </a:lnTo>
                  <a:lnTo>
                    <a:pt x="30526" y="428993"/>
                  </a:lnTo>
                  <a:lnTo>
                    <a:pt x="30207" y="428387"/>
                  </a:lnTo>
                  <a:lnTo>
                    <a:pt x="29751" y="427409"/>
                  </a:lnTo>
                  <a:lnTo>
                    <a:pt x="29569" y="427036"/>
                  </a:lnTo>
                  <a:lnTo>
                    <a:pt x="28931" y="425732"/>
                  </a:lnTo>
                  <a:lnTo>
                    <a:pt x="28430" y="424427"/>
                  </a:lnTo>
                  <a:lnTo>
                    <a:pt x="28293" y="424055"/>
                  </a:lnTo>
                  <a:lnTo>
                    <a:pt x="28111" y="423682"/>
                  </a:lnTo>
                  <a:lnTo>
                    <a:pt x="28020" y="423449"/>
                  </a:lnTo>
                  <a:lnTo>
                    <a:pt x="27564" y="422424"/>
                  </a:lnTo>
                  <a:lnTo>
                    <a:pt x="27291" y="421446"/>
                  </a:lnTo>
                  <a:lnTo>
                    <a:pt x="26744" y="419303"/>
                  </a:lnTo>
                  <a:lnTo>
                    <a:pt x="26243" y="417626"/>
                  </a:lnTo>
                  <a:lnTo>
                    <a:pt x="26152" y="417300"/>
                  </a:lnTo>
                  <a:lnTo>
                    <a:pt x="26061" y="416927"/>
                  </a:lnTo>
                  <a:lnTo>
                    <a:pt x="25332" y="414365"/>
                  </a:lnTo>
                  <a:lnTo>
                    <a:pt x="25241" y="413993"/>
                  </a:lnTo>
                  <a:lnTo>
                    <a:pt x="25241" y="413853"/>
                  </a:lnTo>
                  <a:lnTo>
                    <a:pt x="25058" y="412921"/>
                  </a:lnTo>
                  <a:lnTo>
                    <a:pt x="24694" y="411337"/>
                  </a:lnTo>
                  <a:lnTo>
                    <a:pt x="24011" y="408356"/>
                  </a:lnTo>
                  <a:lnTo>
                    <a:pt x="23737" y="407238"/>
                  </a:lnTo>
                  <a:lnTo>
                    <a:pt x="23600" y="406725"/>
                  </a:lnTo>
                  <a:lnTo>
                    <a:pt x="22917" y="403558"/>
                  </a:lnTo>
                  <a:lnTo>
                    <a:pt x="22644" y="402393"/>
                  </a:lnTo>
                  <a:lnTo>
                    <a:pt x="22507" y="401648"/>
                  </a:lnTo>
                  <a:lnTo>
                    <a:pt x="22416" y="401275"/>
                  </a:lnTo>
                  <a:lnTo>
                    <a:pt x="22188" y="400204"/>
                  </a:lnTo>
                  <a:lnTo>
                    <a:pt x="21960" y="399272"/>
                  </a:lnTo>
                  <a:lnTo>
                    <a:pt x="21824" y="398666"/>
                  </a:lnTo>
                  <a:lnTo>
                    <a:pt x="21186" y="395778"/>
                  </a:lnTo>
                  <a:lnTo>
                    <a:pt x="21095" y="395452"/>
                  </a:lnTo>
                  <a:lnTo>
                    <a:pt x="21049" y="395173"/>
                  </a:lnTo>
                  <a:lnTo>
                    <a:pt x="20912" y="394520"/>
                  </a:lnTo>
                  <a:lnTo>
                    <a:pt x="20274" y="391586"/>
                  </a:lnTo>
                  <a:lnTo>
                    <a:pt x="20229" y="391446"/>
                  </a:lnTo>
                  <a:lnTo>
                    <a:pt x="20138" y="391073"/>
                  </a:lnTo>
                  <a:lnTo>
                    <a:pt x="19682" y="389024"/>
                  </a:lnTo>
                  <a:lnTo>
                    <a:pt x="19591" y="388697"/>
                  </a:lnTo>
                  <a:lnTo>
                    <a:pt x="19363" y="387719"/>
                  </a:lnTo>
                  <a:lnTo>
                    <a:pt x="19181" y="386834"/>
                  </a:lnTo>
                  <a:lnTo>
                    <a:pt x="19135" y="386694"/>
                  </a:lnTo>
                  <a:lnTo>
                    <a:pt x="18680" y="384878"/>
                  </a:lnTo>
                  <a:lnTo>
                    <a:pt x="18452" y="383992"/>
                  </a:lnTo>
                  <a:lnTo>
                    <a:pt x="18315" y="383433"/>
                  </a:lnTo>
                  <a:lnTo>
                    <a:pt x="18133" y="382595"/>
                  </a:lnTo>
                  <a:lnTo>
                    <a:pt x="18042" y="382409"/>
                  </a:lnTo>
                  <a:lnTo>
                    <a:pt x="17677" y="380871"/>
                  </a:lnTo>
                  <a:lnTo>
                    <a:pt x="17222" y="379055"/>
                  </a:lnTo>
                  <a:lnTo>
                    <a:pt x="16948" y="377983"/>
                  </a:lnTo>
                  <a:lnTo>
                    <a:pt x="16721" y="376912"/>
                  </a:lnTo>
                  <a:lnTo>
                    <a:pt x="16447" y="375933"/>
                  </a:lnTo>
                  <a:lnTo>
                    <a:pt x="16311" y="375374"/>
                  </a:lnTo>
                  <a:lnTo>
                    <a:pt x="15901" y="373278"/>
                  </a:lnTo>
                  <a:lnTo>
                    <a:pt x="15855" y="372905"/>
                  </a:lnTo>
                  <a:lnTo>
                    <a:pt x="15764" y="372579"/>
                  </a:lnTo>
                  <a:lnTo>
                    <a:pt x="14989" y="368573"/>
                  </a:lnTo>
                  <a:lnTo>
                    <a:pt x="14807" y="367828"/>
                  </a:lnTo>
                  <a:lnTo>
                    <a:pt x="14853" y="366430"/>
                  </a:lnTo>
                  <a:lnTo>
                    <a:pt x="15126" y="365172"/>
                  </a:lnTo>
                  <a:lnTo>
                    <a:pt x="15263" y="364707"/>
                  </a:lnTo>
                  <a:lnTo>
                    <a:pt x="16584" y="361446"/>
                  </a:lnTo>
                  <a:lnTo>
                    <a:pt x="16721" y="361073"/>
                  </a:lnTo>
                  <a:lnTo>
                    <a:pt x="17267" y="359815"/>
                  </a:lnTo>
                  <a:lnTo>
                    <a:pt x="17586" y="359163"/>
                  </a:lnTo>
                  <a:lnTo>
                    <a:pt x="17905" y="358464"/>
                  </a:lnTo>
                  <a:lnTo>
                    <a:pt x="18179" y="357766"/>
                  </a:lnTo>
                  <a:lnTo>
                    <a:pt x="18498" y="357067"/>
                  </a:lnTo>
                  <a:lnTo>
                    <a:pt x="18908" y="356275"/>
                  </a:lnTo>
                  <a:lnTo>
                    <a:pt x="19409" y="355157"/>
                  </a:lnTo>
                  <a:lnTo>
                    <a:pt x="19910" y="354039"/>
                  </a:lnTo>
                  <a:lnTo>
                    <a:pt x="20229" y="353340"/>
                  </a:lnTo>
                  <a:lnTo>
                    <a:pt x="21322" y="350778"/>
                  </a:lnTo>
                  <a:lnTo>
                    <a:pt x="24831" y="343744"/>
                  </a:lnTo>
                  <a:lnTo>
                    <a:pt x="25332" y="342859"/>
                  </a:lnTo>
                  <a:lnTo>
                    <a:pt x="25377" y="342719"/>
                  </a:lnTo>
                  <a:lnTo>
                    <a:pt x="25514" y="342439"/>
                  </a:lnTo>
                  <a:lnTo>
                    <a:pt x="27792" y="338107"/>
                  </a:lnTo>
                  <a:lnTo>
                    <a:pt x="28339" y="336989"/>
                  </a:lnTo>
                  <a:lnTo>
                    <a:pt x="28840" y="336011"/>
                  </a:lnTo>
                  <a:lnTo>
                    <a:pt x="31665" y="330141"/>
                  </a:lnTo>
                  <a:lnTo>
                    <a:pt x="31802" y="329955"/>
                  </a:lnTo>
                  <a:lnTo>
                    <a:pt x="34125" y="325483"/>
                  </a:lnTo>
                  <a:lnTo>
                    <a:pt x="34626" y="324598"/>
                  </a:lnTo>
                  <a:lnTo>
                    <a:pt x="35538" y="322781"/>
                  </a:lnTo>
                  <a:lnTo>
                    <a:pt x="37406" y="319334"/>
                  </a:lnTo>
                  <a:lnTo>
                    <a:pt x="37588" y="319054"/>
                  </a:lnTo>
                  <a:lnTo>
                    <a:pt x="39410" y="315886"/>
                  </a:lnTo>
                  <a:lnTo>
                    <a:pt x="39593" y="315607"/>
                  </a:lnTo>
                  <a:lnTo>
                    <a:pt x="40777" y="313464"/>
                  </a:lnTo>
                  <a:lnTo>
                    <a:pt x="41415" y="312160"/>
                  </a:lnTo>
                  <a:lnTo>
                    <a:pt x="41552" y="311927"/>
                  </a:lnTo>
                  <a:lnTo>
                    <a:pt x="41825" y="311275"/>
                  </a:lnTo>
                  <a:lnTo>
                    <a:pt x="42007" y="310809"/>
                  </a:lnTo>
                  <a:lnTo>
                    <a:pt x="42235" y="310203"/>
                  </a:lnTo>
                  <a:lnTo>
                    <a:pt x="42509" y="309225"/>
                  </a:lnTo>
                  <a:lnTo>
                    <a:pt x="42782" y="308153"/>
                  </a:lnTo>
                  <a:lnTo>
                    <a:pt x="43283" y="305452"/>
                  </a:lnTo>
                  <a:lnTo>
                    <a:pt x="43329" y="305265"/>
                  </a:lnTo>
                  <a:lnTo>
                    <a:pt x="43374" y="305079"/>
                  </a:lnTo>
                  <a:lnTo>
                    <a:pt x="36677" y="304380"/>
                  </a:lnTo>
                  <a:lnTo>
                    <a:pt x="33396" y="304054"/>
                  </a:lnTo>
                  <a:lnTo>
                    <a:pt x="32941" y="304008"/>
                  </a:lnTo>
                  <a:lnTo>
                    <a:pt x="31209" y="303821"/>
                  </a:lnTo>
                  <a:lnTo>
                    <a:pt x="30708" y="303775"/>
                  </a:lnTo>
                  <a:lnTo>
                    <a:pt x="28384" y="303542"/>
                  </a:lnTo>
                  <a:lnTo>
                    <a:pt x="23919" y="303076"/>
                  </a:lnTo>
                  <a:lnTo>
                    <a:pt x="20366" y="302750"/>
                  </a:lnTo>
                  <a:lnTo>
                    <a:pt x="14853" y="302237"/>
                  </a:lnTo>
                  <a:lnTo>
                    <a:pt x="9795" y="301771"/>
                  </a:lnTo>
                  <a:lnTo>
                    <a:pt x="9294" y="301725"/>
                  </a:lnTo>
                  <a:lnTo>
                    <a:pt x="9340" y="301585"/>
                  </a:lnTo>
                  <a:lnTo>
                    <a:pt x="9431" y="301445"/>
                  </a:lnTo>
                  <a:lnTo>
                    <a:pt x="11846" y="296042"/>
                  </a:lnTo>
                  <a:lnTo>
                    <a:pt x="13349" y="292781"/>
                  </a:lnTo>
                  <a:lnTo>
                    <a:pt x="13440" y="292501"/>
                  </a:lnTo>
                  <a:lnTo>
                    <a:pt x="14260" y="290684"/>
                  </a:lnTo>
                  <a:lnTo>
                    <a:pt x="17040" y="284163"/>
                  </a:lnTo>
                  <a:lnTo>
                    <a:pt x="17541" y="283091"/>
                  </a:lnTo>
                  <a:lnTo>
                    <a:pt x="17860" y="282253"/>
                  </a:lnTo>
                  <a:lnTo>
                    <a:pt x="20685" y="275684"/>
                  </a:lnTo>
                  <a:lnTo>
                    <a:pt x="20912" y="275265"/>
                  </a:lnTo>
                  <a:lnTo>
                    <a:pt x="21095" y="274799"/>
                  </a:lnTo>
                  <a:lnTo>
                    <a:pt x="21277" y="274333"/>
                  </a:lnTo>
                  <a:lnTo>
                    <a:pt x="20502" y="274054"/>
                  </a:lnTo>
                  <a:lnTo>
                    <a:pt x="19682" y="273868"/>
                  </a:lnTo>
                  <a:lnTo>
                    <a:pt x="18725" y="273635"/>
                  </a:lnTo>
                  <a:lnTo>
                    <a:pt x="18543" y="273588"/>
                  </a:lnTo>
                  <a:lnTo>
                    <a:pt x="18224" y="273495"/>
                  </a:lnTo>
                  <a:lnTo>
                    <a:pt x="17632" y="273355"/>
                  </a:lnTo>
                  <a:lnTo>
                    <a:pt x="16356" y="273029"/>
                  </a:lnTo>
                  <a:lnTo>
                    <a:pt x="15399" y="272796"/>
                  </a:lnTo>
                  <a:lnTo>
                    <a:pt x="14625" y="272563"/>
                  </a:lnTo>
                  <a:lnTo>
                    <a:pt x="13850" y="272284"/>
                  </a:lnTo>
                  <a:lnTo>
                    <a:pt x="13531" y="272144"/>
                  </a:lnTo>
                  <a:lnTo>
                    <a:pt x="13167" y="272004"/>
                  </a:lnTo>
                  <a:lnTo>
                    <a:pt x="13030" y="271958"/>
                  </a:lnTo>
                  <a:lnTo>
                    <a:pt x="12802" y="271864"/>
                  </a:lnTo>
                  <a:lnTo>
                    <a:pt x="12666" y="271818"/>
                  </a:lnTo>
                  <a:lnTo>
                    <a:pt x="12483" y="271725"/>
                  </a:lnTo>
                  <a:lnTo>
                    <a:pt x="12301" y="271632"/>
                  </a:lnTo>
                  <a:lnTo>
                    <a:pt x="12119" y="271538"/>
                  </a:lnTo>
                  <a:lnTo>
                    <a:pt x="11800" y="271399"/>
                  </a:lnTo>
                  <a:lnTo>
                    <a:pt x="11527" y="271259"/>
                  </a:lnTo>
                  <a:lnTo>
                    <a:pt x="11208" y="271073"/>
                  </a:lnTo>
                  <a:lnTo>
                    <a:pt x="10889" y="270886"/>
                  </a:lnTo>
                  <a:lnTo>
                    <a:pt x="10342" y="270560"/>
                  </a:lnTo>
                  <a:lnTo>
                    <a:pt x="9795" y="270234"/>
                  </a:lnTo>
                  <a:lnTo>
                    <a:pt x="9385" y="269955"/>
                  </a:lnTo>
                  <a:lnTo>
                    <a:pt x="8884" y="269582"/>
                  </a:lnTo>
                  <a:lnTo>
                    <a:pt x="8520" y="269302"/>
                  </a:lnTo>
                  <a:lnTo>
                    <a:pt x="8064" y="268883"/>
                  </a:lnTo>
                  <a:lnTo>
                    <a:pt x="7472" y="268371"/>
                  </a:lnTo>
                  <a:lnTo>
                    <a:pt x="6424" y="267439"/>
                  </a:lnTo>
                  <a:lnTo>
                    <a:pt x="6059" y="267066"/>
                  </a:lnTo>
                  <a:lnTo>
                    <a:pt x="5923" y="266973"/>
                  </a:lnTo>
                  <a:lnTo>
                    <a:pt x="5467" y="266554"/>
                  </a:lnTo>
                  <a:lnTo>
                    <a:pt x="5330" y="266414"/>
                  </a:lnTo>
                  <a:lnTo>
                    <a:pt x="4601" y="265622"/>
                  </a:lnTo>
                  <a:lnTo>
                    <a:pt x="4237" y="265250"/>
                  </a:lnTo>
                  <a:lnTo>
                    <a:pt x="3827" y="264784"/>
                  </a:lnTo>
                  <a:lnTo>
                    <a:pt x="1959" y="263107"/>
                  </a:lnTo>
                  <a:lnTo>
                    <a:pt x="1776" y="262920"/>
                  </a:lnTo>
                  <a:lnTo>
                    <a:pt x="1412" y="262594"/>
                  </a:lnTo>
                  <a:lnTo>
                    <a:pt x="637" y="261849"/>
                  </a:lnTo>
                  <a:lnTo>
                    <a:pt x="455" y="261476"/>
                  </a:lnTo>
                  <a:lnTo>
                    <a:pt x="318" y="261290"/>
                  </a:lnTo>
                  <a:lnTo>
                    <a:pt x="0" y="260684"/>
                  </a:lnTo>
                  <a:lnTo>
                    <a:pt x="1503" y="259799"/>
                  </a:lnTo>
                  <a:lnTo>
                    <a:pt x="2460" y="259194"/>
                  </a:lnTo>
                  <a:lnTo>
                    <a:pt x="3553" y="258588"/>
                  </a:lnTo>
                  <a:lnTo>
                    <a:pt x="5695" y="256445"/>
                  </a:lnTo>
                  <a:lnTo>
                    <a:pt x="7608" y="254256"/>
                  </a:lnTo>
                  <a:lnTo>
                    <a:pt x="12164" y="248433"/>
                  </a:lnTo>
                  <a:lnTo>
                    <a:pt x="12392" y="248060"/>
                  </a:lnTo>
                  <a:lnTo>
                    <a:pt x="12620" y="247501"/>
                  </a:lnTo>
                  <a:lnTo>
                    <a:pt x="14534" y="244287"/>
                  </a:lnTo>
                  <a:lnTo>
                    <a:pt x="16083" y="241212"/>
                  </a:lnTo>
                  <a:lnTo>
                    <a:pt x="17131" y="239162"/>
                  </a:lnTo>
                  <a:lnTo>
                    <a:pt x="18452" y="236274"/>
                  </a:lnTo>
                  <a:lnTo>
                    <a:pt x="18817" y="235389"/>
                  </a:lnTo>
                  <a:lnTo>
                    <a:pt x="18908" y="235110"/>
                  </a:lnTo>
                  <a:lnTo>
                    <a:pt x="19591" y="231057"/>
                  </a:lnTo>
                  <a:lnTo>
                    <a:pt x="19728" y="229799"/>
                  </a:lnTo>
                  <a:lnTo>
                    <a:pt x="20001" y="227144"/>
                  </a:lnTo>
                  <a:lnTo>
                    <a:pt x="20274" y="224628"/>
                  </a:lnTo>
                  <a:lnTo>
                    <a:pt x="19135" y="224628"/>
                  </a:lnTo>
                  <a:lnTo>
                    <a:pt x="18999" y="223370"/>
                  </a:lnTo>
                  <a:lnTo>
                    <a:pt x="18999" y="222998"/>
                  </a:lnTo>
                  <a:lnTo>
                    <a:pt x="18999" y="222718"/>
                  </a:lnTo>
                  <a:lnTo>
                    <a:pt x="19500" y="222159"/>
                  </a:lnTo>
                  <a:lnTo>
                    <a:pt x="20047" y="221181"/>
                  </a:lnTo>
                  <a:lnTo>
                    <a:pt x="20092" y="220016"/>
                  </a:lnTo>
                  <a:lnTo>
                    <a:pt x="19864" y="218013"/>
                  </a:lnTo>
                  <a:lnTo>
                    <a:pt x="19819" y="217780"/>
                  </a:lnTo>
                  <a:lnTo>
                    <a:pt x="19500" y="215544"/>
                  </a:lnTo>
                  <a:lnTo>
                    <a:pt x="19181" y="213448"/>
                  </a:lnTo>
                  <a:lnTo>
                    <a:pt x="18270" y="207625"/>
                  </a:lnTo>
                  <a:lnTo>
                    <a:pt x="17996" y="205855"/>
                  </a:lnTo>
                  <a:lnTo>
                    <a:pt x="17404" y="201849"/>
                  </a:lnTo>
                  <a:lnTo>
                    <a:pt x="16311" y="194116"/>
                  </a:lnTo>
                  <a:lnTo>
                    <a:pt x="15673" y="189737"/>
                  </a:lnTo>
                  <a:lnTo>
                    <a:pt x="15217" y="186522"/>
                  </a:lnTo>
                  <a:lnTo>
                    <a:pt x="14898" y="184286"/>
                  </a:lnTo>
                  <a:lnTo>
                    <a:pt x="13395" y="173665"/>
                  </a:lnTo>
                  <a:lnTo>
                    <a:pt x="13349" y="173525"/>
                  </a:lnTo>
                  <a:lnTo>
                    <a:pt x="12848" y="169193"/>
                  </a:lnTo>
                  <a:lnTo>
                    <a:pt x="12620" y="168261"/>
                  </a:lnTo>
                  <a:lnTo>
                    <a:pt x="12529" y="167889"/>
                  </a:lnTo>
                  <a:lnTo>
                    <a:pt x="12483" y="167749"/>
                  </a:lnTo>
                  <a:lnTo>
                    <a:pt x="12347" y="167143"/>
                  </a:lnTo>
                  <a:lnTo>
                    <a:pt x="11663" y="162345"/>
                  </a:lnTo>
                  <a:lnTo>
                    <a:pt x="11344" y="160156"/>
                  </a:lnTo>
                  <a:lnTo>
                    <a:pt x="10342" y="153261"/>
                  </a:lnTo>
                  <a:lnTo>
                    <a:pt x="9886" y="150000"/>
                  </a:lnTo>
                  <a:lnTo>
                    <a:pt x="9385" y="146134"/>
                  </a:lnTo>
                  <a:lnTo>
                    <a:pt x="8565" y="140031"/>
                  </a:lnTo>
                  <a:lnTo>
                    <a:pt x="8474" y="138261"/>
                  </a:lnTo>
                  <a:lnTo>
                    <a:pt x="8565" y="137982"/>
                  </a:lnTo>
                  <a:lnTo>
                    <a:pt x="8884" y="137050"/>
                  </a:lnTo>
                  <a:lnTo>
                    <a:pt x="9431" y="135420"/>
                  </a:lnTo>
                  <a:lnTo>
                    <a:pt x="10114" y="133323"/>
                  </a:lnTo>
                  <a:lnTo>
                    <a:pt x="11846" y="128246"/>
                  </a:lnTo>
                  <a:lnTo>
                    <a:pt x="12620" y="126056"/>
                  </a:lnTo>
                  <a:lnTo>
                    <a:pt x="12985" y="124985"/>
                  </a:lnTo>
                  <a:lnTo>
                    <a:pt x="13622" y="123075"/>
                  </a:lnTo>
                  <a:lnTo>
                    <a:pt x="14078" y="121770"/>
                  </a:lnTo>
                  <a:lnTo>
                    <a:pt x="14716" y="119860"/>
                  </a:lnTo>
                  <a:lnTo>
                    <a:pt x="14989" y="119069"/>
                  </a:lnTo>
                  <a:lnTo>
                    <a:pt x="15308" y="118183"/>
                  </a:lnTo>
                  <a:lnTo>
                    <a:pt x="16083" y="115714"/>
                  </a:lnTo>
                  <a:lnTo>
                    <a:pt x="16128" y="115482"/>
                  </a:lnTo>
                  <a:lnTo>
                    <a:pt x="16356" y="114829"/>
                  </a:lnTo>
                  <a:lnTo>
                    <a:pt x="17450" y="111196"/>
                  </a:lnTo>
                  <a:lnTo>
                    <a:pt x="17951" y="109565"/>
                  </a:lnTo>
                  <a:lnTo>
                    <a:pt x="18452" y="107982"/>
                  </a:lnTo>
                  <a:lnTo>
                    <a:pt x="18771" y="106817"/>
                  </a:lnTo>
                  <a:lnTo>
                    <a:pt x="18817" y="106677"/>
                  </a:lnTo>
                  <a:lnTo>
                    <a:pt x="18725" y="105745"/>
                  </a:lnTo>
                  <a:lnTo>
                    <a:pt x="18725" y="105326"/>
                  </a:lnTo>
                  <a:lnTo>
                    <a:pt x="18589" y="103183"/>
                  </a:lnTo>
                  <a:lnTo>
                    <a:pt x="18589" y="102671"/>
                  </a:lnTo>
                  <a:lnTo>
                    <a:pt x="18452" y="99690"/>
                  </a:lnTo>
                  <a:lnTo>
                    <a:pt x="17996" y="91351"/>
                  </a:lnTo>
                  <a:lnTo>
                    <a:pt x="17860" y="89441"/>
                  </a:lnTo>
                  <a:lnTo>
                    <a:pt x="17860" y="89255"/>
                  </a:lnTo>
                  <a:lnTo>
                    <a:pt x="17860" y="88696"/>
                  </a:lnTo>
                  <a:lnTo>
                    <a:pt x="18042" y="88556"/>
                  </a:lnTo>
                  <a:lnTo>
                    <a:pt x="18908" y="87857"/>
                  </a:lnTo>
                  <a:lnTo>
                    <a:pt x="19090" y="87671"/>
                  </a:lnTo>
                  <a:lnTo>
                    <a:pt x="20183" y="86832"/>
                  </a:lnTo>
                  <a:lnTo>
                    <a:pt x="20639" y="86460"/>
                  </a:lnTo>
                  <a:lnTo>
                    <a:pt x="21003" y="86134"/>
                  </a:lnTo>
                  <a:lnTo>
                    <a:pt x="21960" y="85295"/>
                  </a:lnTo>
                  <a:lnTo>
                    <a:pt x="22644" y="84829"/>
                  </a:lnTo>
                  <a:lnTo>
                    <a:pt x="23327" y="83571"/>
                  </a:lnTo>
                  <a:lnTo>
                    <a:pt x="24056" y="81848"/>
                  </a:lnTo>
                  <a:lnTo>
                    <a:pt x="24375" y="81056"/>
                  </a:lnTo>
                  <a:lnTo>
                    <a:pt x="24785" y="80357"/>
                  </a:lnTo>
                  <a:lnTo>
                    <a:pt x="25195" y="79099"/>
                  </a:lnTo>
                  <a:lnTo>
                    <a:pt x="25560" y="78354"/>
                  </a:lnTo>
                  <a:lnTo>
                    <a:pt x="25742" y="77376"/>
                  </a:lnTo>
                  <a:lnTo>
                    <a:pt x="27154" y="74488"/>
                  </a:lnTo>
                  <a:lnTo>
                    <a:pt x="28476" y="71599"/>
                  </a:lnTo>
                  <a:lnTo>
                    <a:pt x="28840" y="69922"/>
                  </a:lnTo>
                  <a:lnTo>
                    <a:pt x="29615" y="67686"/>
                  </a:lnTo>
                  <a:lnTo>
                    <a:pt x="30389" y="66149"/>
                  </a:lnTo>
                  <a:lnTo>
                    <a:pt x="31027" y="65031"/>
                  </a:lnTo>
                  <a:lnTo>
                    <a:pt x="33077" y="63447"/>
                  </a:lnTo>
                  <a:lnTo>
                    <a:pt x="34490" y="62609"/>
                  </a:lnTo>
                  <a:lnTo>
                    <a:pt x="35128" y="62189"/>
                  </a:lnTo>
                  <a:lnTo>
                    <a:pt x="35993" y="61584"/>
                  </a:lnTo>
                  <a:lnTo>
                    <a:pt x="37861" y="60093"/>
                  </a:lnTo>
                  <a:lnTo>
                    <a:pt x="39684" y="58556"/>
                  </a:lnTo>
                  <a:lnTo>
                    <a:pt x="42645" y="56273"/>
                  </a:lnTo>
                  <a:lnTo>
                    <a:pt x="45835" y="53385"/>
                  </a:lnTo>
                  <a:lnTo>
                    <a:pt x="47247" y="50869"/>
                  </a:lnTo>
                  <a:lnTo>
                    <a:pt x="48477" y="47422"/>
                  </a:lnTo>
                  <a:lnTo>
                    <a:pt x="48978" y="44813"/>
                  </a:lnTo>
                  <a:lnTo>
                    <a:pt x="49206" y="41692"/>
                  </a:lnTo>
                  <a:lnTo>
                    <a:pt x="49388" y="38198"/>
                  </a:lnTo>
                  <a:lnTo>
                    <a:pt x="49981" y="34472"/>
                  </a:lnTo>
                  <a:lnTo>
                    <a:pt x="50026" y="32841"/>
                  </a:lnTo>
                  <a:lnTo>
                    <a:pt x="49707" y="30000"/>
                  </a:lnTo>
                  <a:lnTo>
                    <a:pt x="49844" y="28136"/>
                  </a:lnTo>
                  <a:lnTo>
                    <a:pt x="50209" y="27391"/>
                  </a:lnTo>
                  <a:lnTo>
                    <a:pt x="50892" y="26087"/>
                  </a:lnTo>
                  <a:lnTo>
                    <a:pt x="52988" y="22034"/>
                  </a:lnTo>
                  <a:lnTo>
                    <a:pt x="54765" y="18493"/>
                  </a:lnTo>
                  <a:lnTo>
                    <a:pt x="56815" y="14673"/>
                  </a:lnTo>
                  <a:lnTo>
                    <a:pt x="58865" y="10947"/>
                  </a:lnTo>
                  <a:lnTo>
                    <a:pt x="60597" y="6614"/>
                  </a:lnTo>
                  <a:lnTo>
                    <a:pt x="61462" y="4518"/>
                  </a:lnTo>
                  <a:lnTo>
                    <a:pt x="61827" y="3540"/>
                  </a:lnTo>
                  <a:lnTo>
                    <a:pt x="62647" y="2608"/>
                  </a:lnTo>
                  <a:lnTo>
                    <a:pt x="63558" y="1583"/>
                  </a:lnTo>
                  <a:lnTo>
                    <a:pt x="64788" y="2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575235" y="2916113"/>
              <a:ext cx="1472009" cy="691727"/>
            </a:xfrm>
            <a:custGeom>
              <a:avLst/>
              <a:pathLst>
                <a:path w="1472009" h="691727">
                  <a:moveTo>
                    <a:pt x="1106968" y="5403"/>
                  </a:moveTo>
                  <a:lnTo>
                    <a:pt x="1109064" y="11925"/>
                  </a:lnTo>
                  <a:lnTo>
                    <a:pt x="1112026" y="16956"/>
                  </a:lnTo>
                  <a:lnTo>
                    <a:pt x="1115716" y="20869"/>
                  </a:lnTo>
                  <a:lnTo>
                    <a:pt x="1116172" y="21335"/>
                  </a:lnTo>
                  <a:lnTo>
                    <a:pt x="1120910" y="25481"/>
                  </a:lnTo>
                  <a:lnTo>
                    <a:pt x="1126560" y="29720"/>
                  </a:lnTo>
                  <a:lnTo>
                    <a:pt x="1130706" y="36708"/>
                  </a:lnTo>
                  <a:lnTo>
                    <a:pt x="1134852" y="42112"/>
                  </a:lnTo>
                  <a:lnTo>
                    <a:pt x="1140684" y="49099"/>
                  </a:lnTo>
                  <a:lnTo>
                    <a:pt x="1144101" y="54829"/>
                  </a:lnTo>
                  <a:lnTo>
                    <a:pt x="1145969" y="58602"/>
                  </a:lnTo>
                  <a:lnTo>
                    <a:pt x="1147974" y="60792"/>
                  </a:lnTo>
                  <a:lnTo>
                    <a:pt x="1152621" y="61304"/>
                  </a:lnTo>
                  <a:lnTo>
                    <a:pt x="1162964" y="64612"/>
                  </a:lnTo>
                  <a:lnTo>
                    <a:pt x="1167566" y="66428"/>
                  </a:lnTo>
                  <a:lnTo>
                    <a:pt x="1172714" y="70342"/>
                  </a:lnTo>
                  <a:lnTo>
                    <a:pt x="1175220" y="75606"/>
                  </a:lnTo>
                  <a:lnTo>
                    <a:pt x="1177361" y="79425"/>
                  </a:lnTo>
                  <a:lnTo>
                    <a:pt x="1179366" y="82034"/>
                  </a:lnTo>
                  <a:lnTo>
                    <a:pt x="1185198" y="83245"/>
                  </a:lnTo>
                  <a:lnTo>
                    <a:pt x="1192989" y="83245"/>
                  </a:lnTo>
                  <a:lnTo>
                    <a:pt x="1200689" y="81568"/>
                  </a:lnTo>
                  <a:lnTo>
                    <a:pt x="1210758" y="78447"/>
                  </a:lnTo>
                  <a:lnTo>
                    <a:pt x="1213446" y="78960"/>
                  </a:lnTo>
                  <a:lnTo>
                    <a:pt x="1225247" y="84363"/>
                  </a:lnTo>
                  <a:lnTo>
                    <a:pt x="1228391" y="85621"/>
                  </a:lnTo>
                  <a:lnTo>
                    <a:pt x="1235954" y="88603"/>
                  </a:lnTo>
                  <a:lnTo>
                    <a:pt x="1246797" y="94845"/>
                  </a:lnTo>
                  <a:lnTo>
                    <a:pt x="1255773" y="102578"/>
                  </a:lnTo>
                  <a:lnTo>
                    <a:pt x="1257869" y="109938"/>
                  </a:lnTo>
                  <a:lnTo>
                    <a:pt x="1259418" y="120513"/>
                  </a:lnTo>
                  <a:lnTo>
                    <a:pt x="1261651" y="127407"/>
                  </a:lnTo>
                  <a:lnTo>
                    <a:pt x="1266617" y="132205"/>
                  </a:lnTo>
                  <a:lnTo>
                    <a:pt x="1273087" y="139472"/>
                  </a:lnTo>
                  <a:lnTo>
                    <a:pt x="1277369" y="145249"/>
                  </a:lnTo>
                  <a:lnTo>
                    <a:pt x="1283110" y="150792"/>
                  </a:lnTo>
                  <a:lnTo>
                    <a:pt x="1288669" y="154519"/>
                  </a:lnTo>
                  <a:lnTo>
                    <a:pt x="1291129" y="155917"/>
                  </a:lnTo>
                  <a:lnTo>
                    <a:pt x="1296141" y="158851"/>
                  </a:lnTo>
                  <a:lnTo>
                    <a:pt x="1304296" y="165466"/>
                  </a:lnTo>
                  <a:lnTo>
                    <a:pt x="1309855" y="170171"/>
                  </a:lnTo>
                  <a:lnTo>
                    <a:pt x="1311586" y="173851"/>
                  </a:lnTo>
                  <a:lnTo>
                    <a:pt x="1311860" y="174457"/>
                  </a:lnTo>
                  <a:lnTo>
                    <a:pt x="1312498" y="177625"/>
                  </a:lnTo>
                  <a:lnTo>
                    <a:pt x="1313682" y="181771"/>
                  </a:lnTo>
                  <a:lnTo>
                    <a:pt x="1314138" y="183401"/>
                  </a:lnTo>
                  <a:lnTo>
                    <a:pt x="1314593" y="184706"/>
                  </a:lnTo>
                  <a:lnTo>
                    <a:pt x="1315459" y="188479"/>
                  </a:lnTo>
                  <a:lnTo>
                    <a:pt x="1316416" y="190156"/>
                  </a:lnTo>
                  <a:lnTo>
                    <a:pt x="1319013" y="191553"/>
                  </a:lnTo>
                  <a:lnTo>
                    <a:pt x="1324936" y="193976"/>
                  </a:lnTo>
                  <a:lnTo>
                    <a:pt x="1330267" y="196119"/>
                  </a:lnTo>
                  <a:lnTo>
                    <a:pt x="1332864" y="196911"/>
                  </a:lnTo>
                  <a:lnTo>
                    <a:pt x="1334823" y="196911"/>
                  </a:lnTo>
                  <a:lnTo>
                    <a:pt x="1336372" y="196724"/>
                  </a:lnTo>
                  <a:lnTo>
                    <a:pt x="1338012" y="197004"/>
                  </a:lnTo>
                  <a:lnTo>
                    <a:pt x="1338832" y="197889"/>
                  </a:lnTo>
                  <a:lnTo>
                    <a:pt x="1339333" y="198215"/>
                  </a:lnTo>
                  <a:lnTo>
                    <a:pt x="1340245" y="199426"/>
                  </a:lnTo>
                  <a:lnTo>
                    <a:pt x="1340564" y="200032"/>
                  </a:lnTo>
                  <a:lnTo>
                    <a:pt x="1341612" y="201895"/>
                  </a:lnTo>
                  <a:lnTo>
                    <a:pt x="1343161" y="203526"/>
                  </a:lnTo>
                  <a:lnTo>
                    <a:pt x="1344209" y="204644"/>
                  </a:lnTo>
                  <a:lnTo>
                    <a:pt x="1348901" y="209581"/>
                  </a:lnTo>
                  <a:lnTo>
                    <a:pt x="1350906" y="212004"/>
                  </a:lnTo>
                  <a:lnTo>
                    <a:pt x="1352820" y="213075"/>
                  </a:lnTo>
                  <a:lnTo>
                    <a:pt x="1353503" y="213960"/>
                  </a:lnTo>
                  <a:lnTo>
                    <a:pt x="1353640" y="214380"/>
                  </a:lnTo>
                  <a:lnTo>
                    <a:pt x="1354505" y="215078"/>
                  </a:lnTo>
                  <a:lnTo>
                    <a:pt x="1356146" y="215498"/>
                  </a:lnTo>
                  <a:lnTo>
                    <a:pt x="1356556" y="215591"/>
                  </a:lnTo>
                  <a:lnTo>
                    <a:pt x="1358652" y="215964"/>
                  </a:lnTo>
                  <a:lnTo>
                    <a:pt x="1360975" y="216103"/>
                  </a:lnTo>
                  <a:lnTo>
                    <a:pt x="1364073" y="216383"/>
                  </a:lnTo>
                  <a:lnTo>
                    <a:pt x="1367354" y="216988"/>
                  </a:lnTo>
                  <a:lnTo>
                    <a:pt x="1368311" y="217314"/>
                  </a:lnTo>
                  <a:lnTo>
                    <a:pt x="1368630" y="218013"/>
                  </a:lnTo>
                  <a:lnTo>
                    <a:pt x="1369131" y="219597"/>
                  </a:lnTo>
                  <a:lnTo>
                    <a:pt x="1369678" y="223743"/>
                  </a:lnTo>
                  <a:lnTo>
                    <a:pt x="1370270" y="226818"/>
                  </a:lnTo>
                  <a:lnTo>
                    <a:pt x="1371363" y="228308"/>
                  </a:lnTo>
                  <a:lnTo>
                    <a:pt x="1366853" y="234271"/>
                  </a:lnTo>
                  <a:lnTo>
                    <a:pt x="1365941" y="237159"/>
                  </a:lnTo>
                  <a:lnTo>
                    <a:pt x="1363800" y="240280"/>
                  </a:lnTo>
                  <a:lnTo>
                    <a:pt x="1361887" y="245172"/>
                  </a:lnTo>
                  <a:lnTo>
                    <a:pt x="1360064" y="248386"/>
                  </a:lnTo>
                  <a:lnTo>
                    <a:pt x="1357923" y="253417"/>
                  </a:lnTo>
                  <a:lnTo>
                    <a:pt x="1359700" y="258122"/>
                  </a:lnTo>
                  <a:lnTo>
                    <a:pt x="1362752" y="263246"/>
                  </a:lnTo>
                  <a:lnTo>
                    <a:pt x="1369268" y="270653"/>
                  </a:lnTo>
                  <a:lnTo>
                    <a:pt x="1381159" y="275358"/>
                  </a:lnTo>
                  <a:lnTo>
                    <a:pt x="1388449" y="280483"/>
                  </a:lnTo>
                  <a:lnTo>
                    <a:pt x="1400295" y="289101"/>
                  </a:lnTo>
                  <a:lnTo>
                    <a:pt x="1405671" y="295343"/>
                  </a:lnTo>
                  <a:lnTo>
                    <a:pt x="1415649" y="305545"/>
                  </a:lnTo>
                  <a:lnTo>
                    <a:pt x="1434785" y="323573"/>
                  </a:lnTo>
                  <a:lnTo>
                    <a:pt x="1443989" y="334147"/>
                  </a:lnTo>
                  <a:lnTo>
                    <a:pt x="1450869" y="343138"/>
                  </a:lnTo>
                  <a:lnTo>
                    <a:pt x="1462760" y="354085"/>
                  </a:lnTo>
                  <a:lnTo>
                    <a:pt x="1469321" y="362051"/>
                  </a:lnTo>
                  <a:lnTo>
                    <a:pt x="1470734" y="364940"/>
                  </a:lnTo>
                  <a:lnTo>
                    <a:pt x="1470870" y="371322"/>
                  </a:lnTo>
                  <a:lnTo>
                    <a:pt x="1472009" y="379055"/>
                  </a:lnTo>
                  <a:lnTo>
                    <a:pt x="1472009" y="387440"/>
                  </a:lnTo>
                  <a:lnTo>
                    <a:pt x="1471189" y="400343"/>
                  </a:lnTo>
                  <a:lnTo>
                    <a:pt x="1467362" y="407750"/>
                  </a:lnTo>
                  <a:lnTo>
                    <a:pt x="1463899" y="419117"/>
                  </a:lnTo>
                  <a:lnTo>
                    <a:pt x="1463717" y="426803"/>
                  </a:lnTo>
                  <a:lnTo>
                    <a:pt x="1464492" y="432440"/>
                  </a:lnTo>
                  <a:lnTo>
                    <a:pt x="1455880" y="440685"/>
                  </a:lnTo>
                  <a:lnTo>
                    <a:pt x="1446677" y="447347"/>
                  </a:lnTo>
                  <a:lnTo>
                    <a:pt x="1439023" y="449303"/>
                  </a:lnTo>
                  <a:lnTo>
                    <a:pt x="1435560" y="453216"/>
                  </a:lnTo>
                  <a:lnTo>
                    <a:pt x="1433646" y="461415"/>
                  </a:lnTo>
                  <a:lnTo>
                    <a:pt x="1427906" y="468869"/>
                  </a:lnTo>
                  <a:lnTo>
                    <a:pt x="1420206" y="473993"/>
                  </a:lnTo>
                  <a:lnTo>
                    <a:pt x="1412187" y="478651"/>
                  </a:lnTo>
                  <a:lnTo>
                    <a:pt x="1404897" y="486897"/>
                  </a:lnTo>
                  <a:lnTo>
                    <a:pt x="1395329" y="487689"/>
                  </a:lnTo>
                  <a:lnTo>
                    <a:pt x="1388039" y="487689"/>
                  </a:lnTo>
                  <a:lnTo>
                    <a:pt x="1375418" y="493558"/>
                  </a:lnTo>
                  <a:lnTo>
                    <a:pt x="1368493" y="495515"/>
                  </a:lnTo>
                  <a:lnTo>
                    <a:pt x="1361978" y="493186"/>
                  </a:lnTo>
                  <a:lnTo>
                    <a:pt x="1355098" y="491974"/>
                  </a:lnTo>
                  <a:lnTo>
                    <a:pt x="1349767" y="492114"/>
                  </a:lnTo>
                  <a:lnTo>
                    <a:pt x="1343981" y="497471"/>
                  </a:lnTo>
                  <a:lnTo>
                    <a:pt x="1335552" y="508465"/>
                  </a:lnTo>
                  <a:lnTo>
                    <a:pt x="1329811" y="515872"/>
                  </a:lnTo>
                  <a:lnTo>
                    <a:pt x="1322157" y="521369"/>
                  </a:lnTo>
                  <a:lnTo>
                    <a:pt x="1315641" y="528822"/>
                  </a:lnTo>
                  <a:lnTo>
                    <a:pt x="1300697" y="535065"/>
                  </a:lnTo>
                  <a:lnTo>
                    <a:pt x="1293407" y="535484"/>
                  </a:lnTo>
                  <a:lnTo>
                    <a:pt x="1287575" y="533527"/>
                  </a:lnTo>
                  <a:lnTo>
                    <a:pt x="1278463" y="528403"/>
                  </a:lnTo>
                  <a:lnTo>
                    <a:pt x="1271583" y="523326"/>
                  </a:lnTo>
                  <a:lnTo>
                    <a:pt x="1264475" y="522906"/>
                  </a:lnTo>
                  <a:lnTo>
                    <a:pt x="1259464" y="521509"/>
                  </a:lnTo>
                  <a:lnTo>
                    <a:pt x="1255318" y="522161"/>
                  </a:lnTo>
                  <a:lnTo>
                    <a:pt x="1247800" y="522021"/>
                  </a:lnTo>
                  <a:lnTo>
                    <a:pt x="1239416" y="520763"/>
                  </a:lnTo>
                  <a:lnTo>
                    <a:pt x="1234268" y="519040"/>
                  </a:lnTo>
                  <a:lnTo>
                    <a:pt x="1229028" y="518621"/>
                  </a:lnTo>
                  <a:lnTo>
                    <a:pt x="1222149" y="522953"/>
                  </a:lnTo>
                  <a:lnTo>
                    <a:pt x="1211806" y="531571"/>
                  </a:lnTo>
                  <a:lnTo>
                    <a:pt x="1199550" y="541726"/>
                  </a:lnTo>
                  <a:lnTo>
                    <a:pt x="1190346" y="548807"/>
                  </a:lnTo>
                  <a:lnTo>
                    <a:pt x="1183467" y="551556"/>
                  </a:lnTo>
                  <a:lnTo>
                    <a:pt x="1172350" y="551136"/>
                  </a:lnTo>
                  <a:lnTo>
                    <a:pt x="1161688" y="548854"/>
                  </a:lnTo>
                  <a:lnTo>
                    <a:pt x="1159683" y="537813"/>
                  </a:lnTo>
                  <a:lnTo>
                    <a:pt x="1152439" y="529614"/>
                  </a:lnTo>
                  <a:lnTo>
                    <a:pt x="1140912" y="521369"/>
                  </a:lnTo>
                  <a:lnTo>
                    <a:pt x="1135171" y="515127"/>
                  </a:lnTo>
                  <a:lnTo>
                    <a:pt x="1133258" y="510282"/>
                  </a:lnTo>
                  <a:lnTo>
                    <a:pt x="1132483" y="508465"/>
                  </a:lnTo>
                  <a:lnTo>
                    <a:pt x="1131936" y="506462"/>
                  </a:lnTo>
                  <a:lnTo>
                    <a:pt x="1127517" y="490437"/>
                  </a:lnTo>
                  <a:lnTo>
                    <a:pt x="1122915" y="477114"/>
                  </a:lnTo>
                  <a:lnTo>
                    <a:pt x="1123690" y="464164"/>
                  </a:lnTo>
                  <a:lnTo>
                    <a:pt x="1120637" y="455546"/>
                  </a:lnTo>
                  <a:lnTo>
                    <a:pt x="1114486" y="444226"/>
                  </a:lnTo>
                  <a:lnTo>
                    <a:pt x="1109110" y="437145"/>
                  </a:lnTo>
                  <a:lnTo>
                    <a:pt x="1101091" y="426570"/>
                  </a:lnTo>
                  <a:lnTo>
                    <a:pt x="1096125" y="417952"/>
                  </a:lnTo>
                  <a:lnTo>
                    <a:pt x="1091295" y="412176"/>
                  </a:lnTo>
                  <a:lnTo>
                    <a:pt x="1089427" y="408356"/>
                  </a:lnTo>
                  <a:lnTo>
                    <a:pt x="1088334" y="406725"/>
                  </a:lnTo>
                  <a:lnTo>
                    <a:pt x="1086693" y="405328"/>
                  </a:lnTo>
                  <a:lnTo>
                    <a:pt x="1082502" y="405514"/>
                  </a:lnTo>
                  <a:lnTo>
                    <a:pt x="1082137" y="405607"/>
                  </a:lnTo>
                  <a:lnTo>
                    <a:pt x="1078948" y="406260"/>
                  </a:lnTo>
                  <a:lnTo>
                    <a:pt x="1077946" y="406446"/>
                  </a:lnTo>
                  <a:lnTo>
                    <a:pt x="1074392" y="407098"/>
                  </a:lnTo>
                  <a:lnTo>
                    <a:pt x="1073025" y="407331"/>
                  </a:lnTo>
                  <a:lnTo>
                    <a:pt x="1067740" y="408868"/>
                  </a:lnTo>
                  <a:lnTo>
                    <a:pt x="1064550" y="409893"/>
                  </a:lnTo>
                  <a:lnTo>
                    <a:pt x="1064368" y="409986"/>
                  </a:lnTo>
                  <a:lnTo>
                    <a:pt x="1063548" y="410732"/>
                  </a:lnTo>
                  <a:lnTo>
                    <a:pt x="1062865" y="411337"/>
                  </a:lnTo>
                  <a:lnTo>
                    <a:pt x="1062227" y="411803"/>
                  </a:lnTo>
                  <a:lnTo>
                    <a:pt x="1061680" y="412129"/>
                  </a:lnTo>
                  <a:lnTo>
                    <a:pt x="1061179" y="412362"/>
                  </a:lnTo>
                  <a:lnTo>
                    <a:pt x="1060632" y="412735"/>
                  </a:lnTo>
                  <a:lnTo>
                    <a:pt x="1060085" y="413061"/>
                  </a:lnTo>
                  <a:lnTo>
                    <a:pt x="1059402" y="413434"/>
                  </a:lnTo>
                  <a:lnTo>
                    <a:pt x="1058810" y="413667"/>
                  </a:lnTo>
                  <a:lnTo>
                    <a:pt x="1058400" y="413993"/>
                  </a:lnTo>
                  <a:lnTo>
                    <a:pt x="1057853" y="414458"/>
                  </a:lnTo>
                  <a:lnTo>
                    <a:pt x="1057078" y="415204"/>
                  </a:lnTo>
                  <a:lnTo>
                    <a:pt x="1055985" y="416229"/>
                  </a:lnTo>
                  <a:lnTo>
                    <a:pt x="1054846" y="416834"/>
                  </a:lnTo>
                  <a:lnTo>
                    <a:pt x="1053524" y="417533"/>
                  </a:lnTo>
                  <a:lnTo>
                    <a:pt x="1052659" y="417952"/>
                  </a:lnTo>
                  <a:lnTo>
                    <a:pt x="1052021" y="418511"/>
                  </a:lnTo>
                  <a:lnTo>
                    <a:pt x="1051019" y="418977"/>
                  </a:lnTo>
                  <a:lnTo>
                    <a:pt x="1050062" y="419583"/>
                  </a:lnTo>
                  <a:lnTo>
                    <a:pt x="1048968" y="420188"/>
                  </a:lnTo>
                  <a:lnTo>
                    <a:pt x="1048103" y="420468"/>
                  </a:lnTo>
                  <a:lnTo>
                    <a:pt x="1047374" y="420794"/>
                  </a:lnTo>
                  <a:lnTo>
                    <a:pt x="1046690" y="420887"/>
                  </a:lnTo>
                  <a:lnTo>
                    <a:pt x="1046052" y="420980"/>
                  </a:lnTo>
                  <a:lnTo>
                    <a:pt x="1045278" y="421073"/>
                  </a:lnTo>
                  <a:lnTo>
                    <a:pt x="1044594" y="421120"/>
                  </a:lnTo>
                  <a:lnTo>
                    <a:pt x="1044002" y="421120"/>
                  </a:lnTo>
                  <a:lnTo>
                    <a:pt x="1043319" y="421073"/>
                  </a:lnTo>
                  <a:lnTo>
                    <a:pt x="1042863" y="421073"/>
                  </a:lnTo>
                  <a:lnTo>
                    <a:pt x="1041952" y="421073"/>
                  </a:lnTo>
                  <a:lnTo>
                    <a:pt x="1041496" y="421213"/>
                  </a:lnTo>
                  <a:lnTo>
                    <a:pt x="1040949" y="421632"/>
                  </a:lnTo>
                  <a:lnTo>
                    <a:pt x="1040676" y="422005"/>
                  </a:lnTo>
                  <a:lnTo>
                    <a:pt x="1040494" y="422238"/>
                  </a:lnTo>
                  <a:lnTo>
                    <a:pt x="1039947" y="422611"/>
                  </a:lnTo>
                  <a:lnTo>
                    <a:pt x="1039446" y="422844"/>
                  </a:lnTo>
                  <a:lnTo>
                    <a:pt x="1038854" y="423216"/>
                  </a:lnTo>
                  <a:lnTo>
                    <a:pt x="1037897" y="423356"/>
                  </a:lnTo>
                  <a:lnTo>
                    <a:pt x="1036803" y="423729"/>
                  </a:lnTo>
                  <a:lnTo>
                    <a:pt x="1035892" y="424055"/>
                  </a:lnTo>
                  <a:lnTo>
                    <a:pt x="1035072" y="424334"/>
                  </a:lnTo>
                  <a:lnTo>
                    <a:pt x="1034115" y="424567"/>
                  </a:lnTo>
                  <a:lnTo>
                    <a:pt x="1033022" y="424893"/>
                  </a:lnTo>
                  <a:lnTo>
                    <a:pt x="1032429" y="425313"/>
                  </a:lnTo>
                  <a:lnTo>
                    <a:pt x="1031837" y="425778"/>
                  </a:lnTo>
                  <a:lnTo>
                    <a:pt x="1031381" y="426384"/>
                  </a:lnTo>
                  <a:lnTo>
                    <a:pt x="1030971" y="426990"/>
                  </a:lnTo>
                  <a:lnTo>
                    <a:pt x="1030698" y="427875"/>
                  </a:lnTo>
                  <a:lnTo>
                    <a:pt x="1030333" y="428573"/>
                  </a:lnTo>
                  <a:lnTo>
                    <a:pt x="1030106" y="429179"/>
                  </a:lnTo>
                  <a:lnTo>
                    <a:pt x="1029741" y="429691"/>
                  </a:lnTo>
                  <a:lnTo>
                    <a:pt x="1029286" y="430437"/>
                  </a:lnTo>
                  <a:lnTo>
                    <a:pt x="1028875" y="430996"/>
                  </a:lnTo>
                  <a:lnTo>
                    <a:pt x="1028420" y="431601"/>
                  </a:lnTo>
                  <a:lnTo>
                    <a:pt x="1028055" y="431928"/>
                  </a:lnTo>
                  <a:lnTo>
                    <a:pt x="1027281" y="432300"/>
                  </a:lnTo>
                  <a:lnTo>
                    <a:pt x="1026734" y="432626"/>
                  </a:lnTo>
                  <a:lnTo>
                    <a:pt x="1026278" y="432813"/>
                  </a:lnTo>
                  <a:lnTo>
                    <a:pt x="1025641" y="432999"/>
                  </a:lnTo>
                  <a:lnTo>
                    <a:pt x="1025231" y="432999"/>
                  </a:lnTo>
                  <a:lnTo>
                    <a:pt x="1024820" y="432999"/>
                  </a:lnTo>
                  <a:lnTo>
                    <a:pt x="1024274" y="433046"/>
                  </a:lnTo>
                  <a:lnTo>
                    <a:pt x="1023089" y="433372"/>
                  </a:lnTo>
                  <a:lnTo>
                    <a:pt x="1022087" y="433558"/>
                  </a:lnTo>
                  <a:lnTo>
                    <a:pt x="1021084" y="433837"/>
                  </a:lnTo>
                  <a:lnTo>
                    <a:pt x="1019854" y="434070"/>
                  </a:lnTo>
                  <a:lnTo>
                    <a:pt x="1019034" y="434070"/>
                  </a:lnTo>
                  <a:lnTo>
                    <a:pt x="1017895" y="434164"/>
                  </a:lnTo>
                  <a:lnTo>
                    <a:pt x="1016847" y="434164"/>
                  </a:lnTo>
                  <a:lnTo>
                    <a:pt x="1015890" y="434024"/>
                  </a:lnTo>
                  <a:lnTo>
                    <a:pt x="1014842" y="433931"/>
                  </a:lnTo>
                  <a:lnTo>
                    <a:pt x="1013977" y="433884"/>
                  </a:lnTo>
                  <a:lnTo>
                    <a:pt x="1012838" y="433931"/>
                  </a:lnTo>
                  <a:lnTo>
                    <a:pt x="1011881" y="433931"/>
                  </a:lnTo>
                  <a:lnTo>
                    <a:pt x="1010696" y="433931"/>
                  </a:lnTo>
                  <a:lnTo>
                    <a:pt x="1009740" y="433931"/>
                  </a:lnTo>
                  <a:lnTo>
                    <a:pt x="1008919" y="434210"/>
                  </a:lnTo>
                  <a:lnTo>
                    <a:pt x="1008145" y="434443"/>
                  </a:lnTo>
                  <a:lnTo>
                    <a:pt x="1007553" y="434909"/>
                  </a:lnTo>
                  <a:lnTo>
                    <a:pt x="1006778" y="435608"/>
                  </a:lnTo>
                  <a:lnTo>
                    <a:pt x="1006095" y="436353"/>
                  </a:lnTo>
                  <a:lnTo>
                    <a:pt x="1005183" y="437098"/>
                  </a:lnTo>
                  <a:lnTo>
                    <a:pt x="1004181" y="437704"/>
                  </a:lnTo>
                  <a:lnTo>
                    <a:pt x="1003224" y="438077"/>
                  </a:lnTo>
                  <a:lnTo>
                    <a:pt x="1002404" y="438403"/>
                  </a:lnTo>
                  <a:lnTo>
                    <a:pt x="1001584" y="438449"/>
                  </a:lnTo>
                  <a:lnTo>
                    <a:pt x="1000673" y="438542"/>
                  </a:lnTo>
                  <a:lnTo>
                    <a:pt x="999807" y="438542"/>
                  </a:lnTo>
                  <a:lnTo>
                    <a:pt x="998896" y="438589"/>
                  </a:lnTo>
                  <a:lnTo>
                    <a:pt x="998030" y="438589"/>
                  </a:lnTo>
                  <a:lnTo>
                    <a:pt x="996982" y="438822"/>
                  </a:lnTo>
                  <a:lnTo>
                    <a:pt x="996117" y="439055"/>
                  </a:lnTo>
                  <a:lnTo>
                    <a:pt x="995296" y="439521"/>
                  </a:lnTo>
                  <a:lnTo>
                    <a:pt x="994340" y="440080"/>
                  </a:lnTo>
                  <a:lnTo>
                    <a:pt x="993383" y="440732"/>
                  </a:lnTo>
                  <a:lnTo>
                    <a:pt x="992563" y="441198"/>
                  </a:lnTo>
                  <a:lnTo>
                    <a:pt x="991652" y="441757"/>
                  </a:lnTo>
                  <a:lnTo>
                    <a:pt x="990786" y="442316"/>
                  </a:lnTo>
                  <a:lnTo>
                    <a:pt x="989920" y="442735"/>
                  </a:lnTo>
                  <a:lnTo>
                    <a:pt x="989009" y="443247"/>
                  </a:lnTo>
                  <a:lnTo>
                    <a:pt x="987597" y="443900"/>
                  </a:lnTo>
                  <a:lnTo>
                    <a:pt x="986412" y="444412"/>
                  </a:lnTo>
                  <a:lnTo>
                    <a:pt x="984954" y="444831"/>
                  </a:lnTo>
                  <a:lnTo>
                    <a:pt x="983450" y="445204"/>
                  </a:lnTo>
                  <a:lnTo>
                    <a:pt x="982311" y="445623"/>
                  </a:lnTo>
                  <a:lnTo>
                    <a:pt x="981127" y="446089"/>
                  </a:lnTo>
                  <a:lnTo>
                    <a:pt x="979897" y="446508"/>
                  </a:lnTo>
                  <a:lnTo>
                    <a:pt x="978302" y="447440"/>
                  </a:lnTo>
                  <a:lnTo>
                    <a:pt x="976935" y="448046"/>
                  </a:lnTo>
                  <a:lnTo>
                    <a:pt x="975705" y="448605"/>
                  </a:lnTo>
                  <a:lnTo>
                    <a:pt x="974338" y="449070"/>
                  </a:lnTo>
                  <a:lnTo>
                    <a:pt x="973017" y="449350"/>
                  </a:lnTo>
                  <a:lnTo>
                    <a:pt x="971878" y="449629"/>
                  </a:lnTo>
                  <a:lnTo>
                    <a:pt x="970830" y="449676"/>
                  </a:lnTo>
                  <a:lnTo>
                    <a:pt x="969235" y="449536"/>
                  </a:lnTo>
                  <a:lnTo>
                    <a:pt x="968233" y="449490"/>
                  </a:lnTo>
                  <a:lnTo>
                    <a:pt x="967230" y="449303"/>
                  </a:lnTo>
                  <a:lnTo>
                    <a:pt x="966000" y="449117"/>
                  </a:lnTo>
                  <a:lnTo>
                    <a:pt x="964907" y="449070"/>
                  </a:lnTo>
                  <a:lnTo>
                    <a:pt x="963996" y="449070"/>
                  </a:lnTo>
                  <a:lnTo>
                    <a:pt x="962811" y="449257"/>
                  </a:lnTo>
                  <a:lnTo>
                    <a:pt x="961763" y="449350"/>
                  </a:lnTo>
                  <a:lnTo>
                    <a:pt x="960670" y="449536"/>
                  </a:lnTo>
                  <a:lnTo>
                    <a:pt x="959120" y="449350"/>
                  </a:lnTo>
                  <a:lnTo>
                    <a:pt x="958072" y="449210"/>
                  </a:lnTo>
                  <a:lnTo>
                    <a:pt x="956569" y="448977"/>
                  </a:lnTo>
                  <a:lnTo>
                    <a:pt x="955794" y="448884"/>
                  </a:lnTo>
                  <a:lnTo>
                    <a:pt x="954929" y="449070"/>
                  </a:lnTo>
                  <a:lnTo>
                    <a:pt x="954017" y="449117"/>
                  </a:lnTo>
                  <a:lnTo>
                    <a:pt x="952286" y="449117"/>
                  </a:lnTo>
                  <a:lnTo>
                    <a:pt x="951466" y="449257"/>
                  </a:lnTo>
                  <a:lnTo>
                    <a:pt x="950691" y="449303"/>
                  </a:lnTo>
                  <a:lnTo>
                    <a:pt x="949917" y="449490"/>
                  </a:lnTo>
                  <a:lnTo>
                    <a:pt x="949416" y="449490"/>
                  </a:lnTo>
                  <a:lnTo>
                    <a:pt x="948732" y="449723"/>
                  </a:lnTo>
                  <a:lnTo>
                    <a:pt x="948186" y="449676"/>
                  </a:lnTo>
                  <a:lnTo>
                    <a:pt x="947639" y="449676"/>
                  </a:lnTo>
                  <a:lnTo>
                    <a:pt x="946955" y="449723"/>
                  </a:lnTo>
                  <a:lnTo>
                    <a:pt x="945999" y="449723"/>
                  </a:lnTo>
                  <a:lnTo>
                    <a:pt x="945224" y="449909"/>
                  </a:lnTo>
                  <a:lnTo>
                    <a:pt x="944632" y="450188"/>
                  </a:lnTo>
                  <a:lnTo>
                    <a:pt x="943857" y="450375"/>
                  </a:lnTo>
                  <a:lnTo>
                    <a:pt x="943037" y="450561"/>
                  </a:lnTo>
                  <a:lnTo>
                    <a:pt x="942263" y="450608"/>
                  </a:lnTo>
                  <a:lnTo>
                    <a:pt x="941670" y="450701"/>
                  </a:lnTo>
                  <a:lnTo>
                    <a:pt x="940850" y="451167"/>
                  </a:lnTo>
                  <a:lnTo>
                    <a:pt x="939757" y="452005"/>
                  </a:lnTo>
                  <a:lnTo>
                    <a:pt x="938754" y="452844"/>
                  </a:lnTo>
                  <a:lnTo>
                    <a:pt x="937889" y="453403"/>
                  </a:lnTo>
                  <a:lnTo>
                    <a:pt x="936932" y="453729"/>
                  </a:lnTo>
                  <a:lnTo>
                    <a:pt x="935702" y="454195"/>
                  </a:lnTo>
                  <a:lnTo>
                    <a:pt x="934563" y="454754"/>
                  </a:lnTo>
                  <a:lnTo>
                    <a:pt x="933515" y="455220"/>
                  </a:lnTo>
                  <a:lnTo>
                    <a:pt x="932467" y="455639"/>
                  </a:lnTo>
                  <a:lnTo>
                    <a:pt x="930735" y="456244"/>
                  </a:lnTo>
                  <a:lnTo>
                    <a:pt x="930098" y="456384"/>
                  </a:lnTo>
                  <a:lnTo>
                    <a:pt x="929323" y="456617"/>
                  </a:lnTo>
                  <a:lnTo>
                    <a:pt x="928594" y="456757"/>
                  </a:lnTo>
                  <a:lnTo>
                    <a:pt x="927455" y="457036"/>
                  </a:lnTo>
                  <a:lnTo>
                    <a:pt x="926772" y="457130"/>
                  </a:lnTo>
                  <a:lnTo>
                    <a:pt x="926179" y="457316"/>
                  </a:lnTo>
                  <a:lnTo>
                    <a:pt x="925450" y="457269"/>
                  </a:lnTo>
                  <a:lnTo>
                    <a:pt x="924812" y="457083"/>
                  </a:lnTo>
                  <a:lnTo>
                    <a:pt x="923354" y="457409"/>
                  </a:lnTo>
                  <a:lnTo>
                    <a:pt x="922261" y="457782"/>
                  </a:lnTo>
                  <a:lnTo>
                    <a:pt x="920985" y="458061"/>
                  </a:lnTo>
                  <a:lnTo>
                    <a:pt x="919573" y="458248"/>
                  </a:lnTo>
                  <a:lnTo>
                    <a:pt x="918479" y="458667"/>
                  </a:lnTo>
                  <a:lnTo>
                    <a:pt x="917431" y="459133"/>
                  </a:lnTo>
                  <a:lnTo>
                    <a:pt x="916247" y="459738"/>
                  </a:lnTo>
                  <a:lnTo>
                    <a:pt x="915518" y="460157"/>
                  </a:lnTo>
                  <a:lnTo>
                    <a:pt x="914561" y="460763"/>
                  </a:lnTo>
                  <a:lnTo>
                    <a:pt x="913559" y="461555"/>
                  </a:lnTo>
                  <a:lnTo>
                    <a:pt x="912739" y="462254"/>
                  </a:lnTo>
                  <a:lnTo>
                    <a:pt x="912055" y="462999"/>
                  </a:lnTo>
                  <a:lnTo>
                    <a:pt x="911417" y="463558"/>
                  </a:lnTo>
                  <a:lnTo>
                    <a:pt x="910962" y="463791"/>
                  </a:lnTo>
                  <a:lnTo>
                    <a:pt x="910233" y="464071"/>
                  </a:lnTo>
                  <a:lnTo>
                    <a:pt x="909458" y="464164"/>
                  </a:lnTo>
                  <a:lnTo>
                    <a:pt x="908592" y="464257"/>
                  </a:lnTo>
                  <a:lnTo>
                    <a:pt x="907727" y="464397"/>
                  </a:lnTo>
                  <a:lnTo>
                    <a:pt x="906907" y="464583"/>
                  </a:lnTo>
                  <a:lnTo>
                    <a:pt x="905950" y="464862"/>
                  </a:lnTo>
                  <a:lnTo>
                    <a:pt x="905266" y="465049"/>
                  </a:lnTo>
                  <a:lnTo>
                    <a:pt x="904583" y="465049"/>
                  </a:lnTo>
                  <a:lnTo>
                    <a:pt x="903808" y="465049"/>
                  </a:lnTo>
                  <a:lnTo>
                    <a:pt x="903079" y="465049"/>
                  </a:lnTo>
                  <a:lnTo>
                    <a:pt x="902350" y="465049"/>
                  </a:lnTo>
                  <a:lnTo>
                    <a:pt x="901713" y="465002"/>
                  </a:lnTo>
                  <a:lnTo>
                    <a:pt x="900847" y="464909"/>
                  </a:lnTo>
                  <a:lnTo>
                    <a:pt x="900118" y="464862"/>
                  </a:lnTo>
                  <a:lnTo>
                    <a:pt x="899480" y="464723"/>
                  </a:lnTo>
                  <a:lnTo>
                    <a:pt x="898660" y="464583"/>
                  </a:lnTo>
                  <a:lnTo>
                    <a:pt x="897339" y="464303"/>
                  </a:lnTo>
                  <a:lnTo>
                    <a:pt x="896519" y="464350"/>
                  </a:lnTo>
                  <a:lnTo>
                    <a:pt x="896063" y="464350"/>
                  </a:lnTo>
                  <a:lnTo>
                    <a:pt x="895197" y="464164"/>
                  </a:lnTo>
                  <a:lnTo>
                    <a:pt x="894377" y="464210"/>
                  </a:lnTo>
                  <a:lnTo>
                    <a:pt x="894149" y="464210"/>
                  </a:lnTo>
                  <a:lnTo>
                    <a:pt x="893466" y="464350"/>
                  </a:lnTo>
                  <a:lnTo>
                    <a:pt x="893284" y="464303"/>
                  </a:lnTo>
                  <a:lnTo>
                    <a:pt x="892691" y="464397"/>
                  </a:lnTo>
                  <a:lnTo>
                    <a:pt x="892281" y="464443"/>
                  </a:lnTo>
                  <a:lnTo>
                    <a:pt x="891552" y="464723"/>
                  </a:lnTo>
                  <a:lnTo>
                    <a:pt x="890823" y="465002"/>
                  </a:lnTo>
                  <a:lnTo>
                    <a:pt x="890231" y="465282"/>
                  </a:lnTo>
                  <a:lnTo>
                    <a:pt x="889593" y="465468"/>
                  </a:lnTo>
                  <a:lnTo>
                    <a:pt x="889001" y="465701"/>
                  </a:lnTo>
                  <a:lnTo>
                    <a:pt x="888500" y="465981"/>
                  </a:lnTo>
                  <a:lnTo>
                    <a:pt x="887907" y="466400"/>
                  </a:lnTo>
                  <a:lnTo>
                    <a:pt x="887361" y="466866"/>
                  </a:lnTo>
                  <a:lnTo>
                    <a:pt x="886951" y="467099"/>
                  </a:lnTo>
                  <a:lnTo>
                    <a:pt x="886449" y="467471"/>
                  </a:lnTo>
                  <a:lnTo>
                    <a:pt x="885903" y="467797"/>
                  </a:lnTo>
                  <a:lnTo>
                    <a:pt x="885493" y="468170"/>
                  </a:lnTo>
                  <a:lnTo>
                    <a:pt x="884946" y="468543"/>
                  </a:lnTo>
                  <a:lnTo>
                    <a:pt x="883169" y="469008"/>
                  </a:lnTo>
                  <a:lnTo>
                    <a:pt x="881255" y="469008"/>
                  </a:lnTo>
                  <a:lnTo>
                    <a:pt x="877793" y="469008"/>
                  </a:lnTo>
                  <a:lnTo>
                    <a:pt x="876061" y="469008"/>
                  </a:lnTo>
                  <a:lnTo>
                    <a:pt x="874603" y="469661"/>
                  </a:lnTo>
                  <a:lnTo>
                    <a:pt x="872826" y="470033"/>
                  </a:lnTo>
                  <a:lnTo>
                    <a:pt x="871004" y="469055"/>
                  </a:lnTo>
                  <a:lnTo>
                    <a:pt x="869865" y="469008"/>
                  </a:lnTo>
                  <a:lnTo>
                    <a:pt x="868452" y="470033"/>
                  </a:lnTo>
                  <a:lnTo>
                    <a:pt x="867541" y="471245"/>
                  </a:lnTo>
                  <a:lnTo>
                    <a:pt x="866266" y="471571"/>
                  </a:lnTo>
                  <a:lnTo>
                    <a:pt x="864853" y="472223"/>
                  </a:lnTo>
                  <a:lnTo>
                    <a:pt x="863623" y="472642"/>
                  </a:lnTo>
                  <a:lnTo>
                    <a:pt x="862165" y="472502"/>
                  </a:lnTo>
                  <a:lnTo>
                    <a:pt x="860798" y="472083"/>
                  </a:lnTo>
                  <a:lnTo>
                    <a:pt x="859295" y="472223"/>
                  </a:lnTo>
                  <a:lnTo>
                    <a:pt x="857427" y="473248"/>
                  </a:lnTo>
                  <a:lnTo>
                    <a:pt x="856287" y="474086"/>
                  </a:lnTo>
                  <a:lnTo>
                    <a:pt x="854101" y="473993"/>
                  </a:lnTo>
                  <a:lnTo>
                    <a:pt x="851822" y="474412"/>
                  </a:lnTo>
                  <a:lnTo>
                    <a:pt x="850319" y="475437"/>
                  </a:lnTo>
                  <a:lnTo>
                    <a:pt x="849499" y="477068"/>
                  </a:lnTo>
                  <a:lnTo>
                    <a:pt x="848223" y="478046"/>
                  </a:lnTo>
                  <a:lnTo>
                    <a:pt x="846674" y="478558"/>
                  </a:lnTo>
                  <a:lnTo>
                    <a:pt x="845125" y="478838"/>
                  </a:lnTo>
                  <a:lnTo>
                    <a:pt x="843621" y="479536"/>
                  </a:lnTo>
                  <a:lnTo>
                    <a:pt x="841525" y="479676"/>
                  </a:lnTo>
                  <a:lnTo>
                    <a:pt x="839840" y="479676"/>
                  </a:lnTo>
                  <a:lnTo>
                    <a:pt x="837926" y="479676"/>
                  </a:lnTo>
                  <a:lnTo>
                    <a:pt x="836149" y="479630"/>
                  </a:lnTo>
                  <a:lnTo>
                    <a:pt x="834053" y="479397"/>
                  </a:lnTo>
                  <a:lnTo>
                    <a:pt x="832914" y="479490"/>
                  </a:lnTo>
                  <a:lnTo>
                    <a:pt x="831684" y="479769"/>
                  </a:lnTo>
                  <a:lnTo>
                    <a:pt x="830454" y="479769"/>
                  </a:lnTo>
                  <a:lnTo>
                    <a:pt x="829224" y="479676"/>
                  </a:lnTo>
                  <a:lnTo>
                    <a:pt x="827675" y="479909"/>
                  </a:lnTo>
                  <a:lnTo>
                    <a:pt x="825716" y="479676"/>
                  </a:lnTo>
                  <a:lnTo>
                    <a:pt x="824576" y="480049"/>
                  </a:lnTo>
                  <a:lnTo>
                    <a:pt x="823392" y="480189"/>
                  </a:lnTo>
                  <a:lnTo>
                    <a:pt x="822435" y="480235"/>
                  </a:lnTo>
                  <a:lnTo>
                    <a:pt x="820704" y="479769"/>
                  </a:lnTo>
                  <a:lnTo>
                    <a:pt x="819064" y="479769"/>
                  </a:lnTo>
                  <a:lnTo>
                    <a:pt x="817833" y="480189"/>
                  </a:lnTo>
                  <a:lnTo>
                    <a:pt x="816421" y="481307"/>
                  </a:lnTo>
                  <a:lnTo>
                    <a:pt x="814963" y="482611"/>
                  </a:lnTo>
                  <a:lnTo>
                    <a:pt x="813277" y="482844"/>
                  </a:lnTo>
                  <a:lnTo>
                    <a:pt x="810954" y="483030"/>
                  </a:lnTo>
                  <a:lnTo>
                    <a:pt x="808493" y="483822"/>
                  </a:lnTo>
                  <a:lnTo>
                    <a:pt x="806853" y="484614"/>
                  </a:lnTo>
                  <a:lnTo>
                    <a:pt x="805851" y="485173"/>
                  </a:lnTo>
                  <a:lnTo>
                    <a:pt x="804347" y="485779"/>
                  </a:lnTo>
                  <a:lnTo>
                    <a:pt x="802525" y="485592"/>
                  </a:lnTo>
                  <a:lnTo>
                    <a:pt x="800657" y="485313"/>
                  </a:lnTo>
                  <a:lnTo>
                    <a:pt x="798697" y="485313"/>
                  </a:lnTo>
                  <a:lnTo>
                    <a:pt x="796693" y="485965"/>
                  </a:lnTo>
                  <a:lnTo>
                    <a:pt x="795508" y="487037"/>
                  </a:lnTo>
                  <a:lnTo>
                    <a:pt x="794460" y="487922"/>
                  </a:lnTo>
                  <a:lnTo>
                    <a:pt x="794050" y="488294"/>
                  </a:lnTo>
                  <a:lnTo>
                    <a:pt x="792410" y="489505"/>
                  </a:lnTo>
                  <a:lnTo>
                    <a:pt x="790861" y="490577"/>
                  </a:lnTo>
                  <a:lnTo>
                    <a:pt x="788993" y="491089"/>
                  </a:lnTo>
                  <a:lnTo>
                    <a:pt x="787398" y="491183"/>
                  </a:lnTo>
                  <a:lnTo>
                    <a:pt x="785986" y="491509"/>
                  </a:lnTo>
                  <a:lnTo>
                    <a:pt x="784072" y="492953"/>
                  </a:lnTo>
                  <a:lnTo>
                    <a:pt x="782295" y="494490"/>
                  </a:lnTo>
                  <a:lnTo>
                    <a:pt x="780518" y="494676"/>
                  </a:lnTo>
                  <a:lnTo>
                    <a:pt x="778696" y="495468"/>
                  </a:lnTo>
                  <a:lnTo>
                    <a:pt x="776509" y="496214"/>
                  </a:lnTo>
                  <a:lnTo>
                    <a:pt x="775051" y="496726"/>
                  </a:lnTo>
                  <a:lnTo>
                    <a:pt x="773411" y="497518"/>
                  </a:lnTo>
                  <a:lnTo>
                    <a:pt x="771543" y="498496"/>
                  </a:lnTo>
                  <a:lnTo>
                    <a:pt x="769082" y="499381"/>
                  </a:lnTo>
                  <a:lnTo>
                    <a:pt x="767351" y="499847"/>
                  </a:lnTo>
                  <a:lnTo>
                    <a:pt x="764936" y="500080"/>
                  </a:lnTo>
                  <a:lnTo>
                    <a:pt x="763250" y="500732"/>
                  </a:lnTo>
                  <a:lnTo>
                    <a:pt x="760836" y="502270"/>
                  </a:lnTo>
                  <a:lnTo>
                    <a:pt x="758922" y="502596"/>
                  </a:lnTo>
                  <a:lnTo>
                    <a:pt x="756507" y="503201"/>
                  </a:lnTo>
                  <a:lnTo>
                    <a:pt x="754411" y="503853"/>
                  </a:lnTo>
                  <a:lnTo>
                    <a:pt x="751951" y="504599"/>
                  </a:lnTo>
                  <a:lnTo>
                    <a:pt x="749992" y="505391"/>
                  </a:lnTo>
                  <a:lnTo>
                    <a:pt x="748443" y="506136"/>
                  </a:lnTo>
                  <a:lnTo>
                    <a:pt x="746529" y="506322"/>
                  </a:lnTo>
                  <a:lnTo>
                    <a:pt x="743841" y="506555"/>
                  </a:lnTo>
                  <a:lnTo>
                    <a:pt x="740880" y="506928"/>
                  </a:lnTo>
                  <a:lnTo>
                    <a:pt x="739148" y="507673"/>
                  </a:lnTo>
                  <a:lnTo>
                    <a:pt x="736779" y="508186"/>
                  </a:lnTo>
                  <a:lnTo>
                    <a:pt x="734455" y="508372"/>
                  </a:lnTo>
                  <a:lnTo>
                    <a:pt x="733407" y="507953"/>
                  </a:lnTo>
                  <a:lnTo>
                    <a:pt x="731585" y="507906"/>
                  </a:lnTo>
                  <a:lnTo>
                    <a:pt x="729762" y="507906"/>
                  </a:lnTo>
                  <a:lnTo>
                    <a:pt x="727029" y="507068"/>
                  </a:lnTo>
                  <a:lnTo>
                    <a:pt x="724568" y="506928"/>
                  </a:lnTo>
                  <a:lnTo>
                    <a:pt x="722108" y="506975"/>
                  </a:lnTo>
                  <a:lnTo>
                    <a:pt x="719602" y="507813"/>
                  </a:lnTo>
                  <a:lnTo>
                    <a:pt x="717142" y="507906"/>
                  </a:lnTo>
                  <a:lnTo>
                    <a:pt x="715092" y="507068"/>
                  </a:lnTo>
                  <a:lnTo>
                    <a:pt x="712403" y="507347"/>
                  </a:lnTo>
                  <a:lnTo>
                    <a:pt x="709305" y="507347"/>
                  </a:lnTo>
                  <a:lnTo>
                    <a:pt x="706207" y="508325"/>
                  </a:lnTo>
                  <a:lnTo>
                    <a:pt x="703656" y="509164"/>
                  </a:lnTo>
                  <a:lnTo>
                    <a:pt x="701742" y="509909"/>
                  </a:lnTo>
                  <a:lnTo>
                    <a:pt x="699327" y="511121"/>
                  </a:lnTo>
                  <a:lnTo>
                    <a:pt x="696776" y="512192"/>
                  </a:lnTo>
                  <a:lnTo>
                    <a:pt x="694270" y="513217"/>
                  </a:lnTo>
                  <a:lnTo>
                    <a:pt x="691445" y="514475"/>
                  </a:lnTo>
                  <a:lnTo>
                    <a:pt x="688620" y="515406"/>
                  </a:lnTo>
                  <a:lnTo>
                    <a:pt x="686570" y="515639"/>
                  </a:lnTo>
                  <a:lnTo>
                    <a:pt x="684428" y="515826"/>
                  </a:lnTo>
                  <a:lnTo>
                    <a:pt x="682515" y="516478"/>
                  </a:lnTo>
                  <a:lnTo>
                    <a:pt x="681467" y="517223"/>
                  </a:lnTo>
                  <a:lnTo>
                    <a:pt x="680055" y="518574"/>
                  </a:lnTo>
                  <a:lnTo>
                    <a:pt x="678824" y="520158"/>
                  </a:lnTo>
                  <a:lnTo>
                    <a:pt x="677230" y="521369"/>
                  </a:lnTo>
                  <a:lnTo>
                    <a:pt x="676865" y="521416"/>
                  </a:lnTo>
                  <a:lnTo>
                    <a:pt x="674952" y="522068"/>
                  </a:lnTo>
                  <a:lnTo>
                    <a:pt x="672810" y="522534"/>
                  </a:lnTo>
                  <a:lnTo>
                    <a:pt x="670851" y="523093"/>
                  </a:lnTo>
                  <a:lnTo>
                    <a:pt x="669211" y="523232"/>
                  </a:lnTo>
                  <a:lnTo>
                    <a:pt x="666751" y="523279"/>
                  </a:lnTo>
                  <a:lnTo>
                    <a:pt x="664655" y="524444"/>
                  </a:lnTo>
                  <a:lnTo>
                    <a:pt x="662103" y="525888"/>
                  </a:lnTo>
                  <a:lnTo>
                    <a:pt x="660144" y="526354"/>
                  </a:lnTo>
                  <a:lnTo>
                    <a:pt x="658823" y="526074"/>
                  </a:lnTo>
                  <a:lnTo>
                    <a:pt x="656408" y="525888"/>
                  </a:lnTo>
                  <a:lnTo>
                    <a:pt x="655132" y="526260"/>
                  </a:lnTo>
                  <a:lnTo>
                    <a:pt x="653446" y="527751"/>
                  </a:lnTo>
                  <a:lnTo>
                    <a:pt x="652216" y="528543"/>
                  </a:lnTo>
                  <a:lnTo>
                    <a:pt x="650120" y="528124"/>
                  </a:lnTo>
                  <a:lnTo>
                    <a:pt x="648571" y="528217"/>
                  </a:lnTo>
                  <a:lnTo>
                    <a:pt x="647022" y="529847"/>
                  </a:lnTo>
                  <a:lnTo>
                    <a:pt x="646111" y="531431"/>
                  </a:lnTo>
                  <a:lnTo>
                    <a:pt x="645245" y="532689"/>
                  </a:lnTo>
                  <a:lnTo>
                    <a:pt x="641236" y="535298"/>
                  </a:lnTo>
                  <a:lnTo>
                    <a:pt x="636224" y="537534"/>
                  </a:lnTo>
                  <a:lnTo>
                    <a:pt x="633809" y="538186"/>
                  </a:lnTo>
                  <a:lnTo>
                    <a:pt x="631440" y="538791"/>
                  </a:lnTo>
                  <a:lnTo>
                    <a:pt x="625790" y="540096"/>
                  </a:lnTo>
                  <a:lnTo>
                    <a:pt x="622100" y="541680"/>
                  </a:lnTo>
                  <a:lnTo>
                    <a:pt x="617270" y="544754"/>
                  </a:lnTo>
                  <a:lnTo>
                    <a:pt x="612942" y="545500"/>
                  </a:lnTo>
                  <a:lnTo>
                    <a:pt x="612623" y="545546"/>
                  </a:lnTo>
                  <a:lnTo>
                    <a:pt x="606837" y="546804"/>
                  </a:lnTo>
                  <a:lnTo>
                    <a:pt x="605607" y="547410"/>
                  </a:lnTo>
                  <a:lnTo>
                    <a:pt x="603283" y="548574"/>
                  </a:lnTo>
                  <a:lnTo>
                    <a:pt x="602372" y="549506"/>
                  </a:lnTo>
                  <a:lnTo>
                    <a:pt x="601688" y="550251"/>
                  </a:lnTo>
                  <a:lnTo>
                    <a:pt x="600640" y="551276"/>
                  </a:lnTo>
                  <a:lnTo>
                    <a:pt x="599729" y="552254"/>
                  </a:lnTo>
                  <a:lnTo>
                    <a:pt x="598180" y="553838"/>
                  </a:lnTo>
                  <a:lnTo>
                    <a:pt x="594763" y="557379"/>
                  </a:lnTo>
                  <a:lnTo>
                    <a:pt x="594626" y="557658"/>
                  </a:lnTo>
                  <a:lnTo>
                    <a:pt x="592713" y="561245"/>
                  </a:lnTo>
                  <a:lnTo>
                    <a:pt x="591391" y="565903"/>
                  </a:lnTo>
                  <a:lnTo>
                    <a:pt x="590845" y="567021"/>
                  </a:lnTo>
                  <a:lnTo>
                    <a:pt x="590799" y="567161"/>
                  </a:lnTo>
                  <a:lnTo>
                    <a:pt x="589614" y="569444"/>
                  </a:lnTo>
                  <a:lnTo>
                    <a:pt x="588658" y="573450"/>
                  </a:lnTo>
                  <a:lnTo>
                    <a:pt x="588521" y="578435"/>
                  </a:lnTo>
                  <a:lnTo>
                    <a:pt x="585468" y="582254"/>
                  </a:lnTo>
                  <a:lnTo>
                    <a:pt x="581778" y="586773"/>
                  </a:lnTo>
                  <a:lnTo>
                    <a:pt x="579500" y="591758"/>
                  </a:lnTo>
                  <a:lnTo>
                    <a:pt x="574807" y="595438"/>
                  </a:lnTo>
                  <a:lnTo>
                    <a:pt x="572757" y="597022"/>
                  </a:lnTo>
                  <a:lnTo>
                    <a:pt x="571435" y="597720"/>
                  </a:lnTo>
                  <a:lnTo>
                    <a:pt x="563918" y="601540"/>
                  </a:lnTo>
                  <a:lnTo>
                    <a:pt x="556218" y="604242"/>
                  </a:lnTo>
                  <a:lnTo>
                    <a:pt x="555853" y="604429"/>
                  </a:lnTo>
                  <a:lnTo>
                    <a:pt x="552983" y="605733"/>
                  </a:lnTo>
                  <a:lnTo>
                    <a:pt x="547561" y="608248"/>
                  </a:lnTo>
                  <a:lnTo>
                    <a:pt x="543278" y="608994"/>
                  </a:lnTo>
                  <a:lnTo>
                    <a:pt x="538084" y="609832"/>
                  </a:lnTo>
                  <a:lnTo>
                    <a:pt x="527149" y="610019"/>
                  </a:lnTo>
                  <a:lnTo>
                    <a:pt x="524051" y="610531"/>
                  </a:lnTo>
                  <a:lnTo>
                    <a:pt x="521135" y="611043"/>
                  </a:lnTo>
                  <a:lnTo>
                    <a:pt x="517171" y="611742"/>
                  </a:lnTo>
                  <a:lnTo>
                    <a:pt x="513754" y="612348"/>
                  </a:lnTo>
                  <a:lnTo>
                    <a:pt x="507740" y="613373"/>
                  </a:lnTo>
                  <a:lnTo>
                    <a:pt x="499994" y="614211"/>
                  </a:lnTo>
                  <a:lnTo>
                    <a:pt x="498126" y="614444"/>
                  </a:lnTo>
                  <a:lnTo>
                    <a:pt x="497762" y="614491"/>
                  </a:lnTo>
                  <a:lnTo>
                    <a:pt x="495347" y="614724"/>
                  </a:lnTo>
                  <a:lnTo>
                    <a:pt x="492477" y="615003"/>
                  </a:lnTo>
                  <a:lnTo>
                    <a:pt x="484549" y="615329"/>
                  </a:lnTo>
                  <a:lnTo>
                    <a:pt x="482180" y="615422"/>
                  </a:lnTo>
                  <a:lnTo>
                    <a:pt x="468283" y="617798"/>
                  </a:lnTo>
                  <a:lnTo>
                    <a:pt x="454752" y="621991"/>
                  </a:lnTo>
                  <a:lnTo>
                    <a:pt x="434568" y="625252"/>
                  </a:lnTo>
                  <a:lnTo>
                    <a:pt x="430513" y="625624"/>
                  </a:lnTo>
                  <a:lnTo>
                    <a:pt x="424134" y="626789"/>
                  </a:lnTo>
                  <a:lnTo>
                    <a:pt x="420261" y="627534"/>
                  </a:lnTo>
                  <a:lnTo>
                    <a:pt x="413883" y="629118"/>
                  </a:lnTo>
                  <a:lnTo>
                    <a:pt x="393881" y="634103"/>
                  </a:lnTo>
                  <a:lnTo>
                    <a:pt x="381762" y="637084"/>
                  </a:lnTo>
                  <a:lnTo>
                    <a:pt x="366043" y="642441"/>
                  </a:lnTo>
                  <a:lnTo>
                    <a:pt x="357204" y="644537"/>
                  </a:lnTo>
                  <a:lnTo>
                    <a:pt x="356019" y="644537"/>
                  </a:lnTo>
                  <a:lnTo>
                    <a:pt x="354014" y="644724"/>
                  </a:lnTo>
                  <a:lnTo>
                    <a:pt x="352329" y="644864"/>
                  </a:lnTo>
                  <a:lnTo>
                    <a:pt x="350051" y="644631"/>
                  </a:lnTo>
                  <a:lnTo>
                    <a:pt x="347727" y="645143"/>
                  </a:lnTo>
                  <a:lnTo>
                    <a:pt x="343034" y="645143"/>
                  </a:lnTo>
                  <a:lnTo>
                    <a:pt x="341075" y="644864"/>
                  </a:lnTo>
                  <a:lnTo>
                    <a:pt x="339389" y="644817"/>
                  </a:lnTo>
                  <a:lnTo>
                    <a:pt x="337612" y="645003"/>
                  </a:lnTo>
                  <a:lnTo>
                    <a:pt x="334787" y="645283"/>
                  </a:lnTo>
                  <a:lnTo>
                    <a:pt x="332099" y="645702"/>
                  </a:lnTo>
                  <a:lnTo>
                    <a:pt x="330778" y="645516"/>
                  </a:lnTo>
                  <a:lnTo>
                    <a:pt x="330277" y="645562"/>
                  </a:lnTo>
                  <a:lnTo>
                    <a:pt x="329867" y="645609"/>
                  </a:lnTo>
                  <a:lnTo>
                    <a:pt x="326495" y="647146"/>
                  </a:lnTo>
                  <a:lnTo>
                    <a:pt x="326085" y="647286"/>
                  </a:lnTo>
                  <a:lnTo>
                    <a:pt x="324855" y="647845"/>
                  </a:lnTo>
                  <a:lnTo>
                    <a:pt x="324217" y="648311"/>
                  </a:lnTo>
                  <a:lnTo>
                    <a:pt x="322941" y="648544"/>
                  </a:lnTo>
                  <a:lnTo>
                    <a:pt x="320800" y="649662"/>
                  </a:lnTo>
                  <a:lnTo>
                    <a:pt x="318886" y="649988"/>
                  </a:lnTo>
                  <a:lnTo>
                    <a:pt x="314239" y="652550"/>
                  </a:lnTo>
                  <a:lnTo>
                    <a:pt x="308134" y="655857"/>
                  </a:lnTo>
                  <a:lnTo>
                    <a:pt x="305309" y="657534"/>
                  </a:lnTo>
                  <a:lnTo>
                    <a:pt x="299067" y="662239"/>
                  </a:lnTo>
                  <a:lnTo>
                    <a:pt x="292871" y="666292"/>
                  </a:lnTo>
                  <a:lnTo>
                    <a:pt x="281526" y="670485"/>
                  </a:lnTo>
                  <a:lnTo>
                    <a:pt x="278655" y="671323"/>
                  </a:lnTo>
                  <a:lnTo>
                    <a:pt x="273461" y="672255"/>
                  </a:lnTo>
                  <a:lnTo>
                    <a:pt x="270682" y="673140"/>
                  </a:lnTo>
                  <a:lnTo>
                    <a:pt x="268222" y="674212"/>
                  </a:lnTo>
                  <a:lnTo>
                    <a:pt x="265123" y="676448"/>
                  </a:lnTo>
                  <a:lnTo>
                    <a:pt x="264030" y="677985"/>
                  </a:lnTo>
                  <a:lnTo>
                    <a:pt x="263893" y="678078"/>
                  </a:lnTo>
                  <a:lnTo>
                    <a:pt x="263392" y="678404"/>
                  </a:lnTo>
                  <a:lnTo>
                    <a:pt x="260476" y="679289"/>
                  </a:lnTo>
                  <a:lnTo>
                    <a:pt x="258153" y="680407"/>
                  </a:lnTo>
                  <a:lnTo>
                    <a:pt x="256649" y="680594"/>
                  </a:lnTo>
                  <a:lnTo>
                    <a:pt x="252229" y="681246"/>
                  </a:lnTo>
                  <a:lnTo>
                    <a:pt x="247947" y="682830"/>
                  </a:lnTo>
                  <a:lnTo>
                    <a:pt x="243527" y="684181"/>
                  </a:lnTo>
                  <a:lnTo>
                    <a:pt x="237467" y="685252"/>
                  </a:lnTo>
                  <a:lnTo>
                    <a:pt x="235189" y="685299"/>
                  </a:lnTo>
                  <a:lnTo>
                    <a:pt x="232365" y="685764"/>
                  </a:lnTo>
                  <a:lnTo>
                    <a:pt x="226852" y="687954"/>
                  </a:lnTo>
                  <a:lnTo>
                    <a:pt x="225211" y="688559"/>
                  </a:lnTo>
                  <a:lnTo>
                    <a:pt x="221475" y="689445"/>
                  </a:lnTo>
                  <a:lnTo>
                    <a:pt x="218605" y="689538"/>
                  </a:lnTo>
                  <a:lnTo>
                    <a:pt x="215552" y="689398"/>
                  </a:lnTo>
                  <a:lnTo>
                    <a:pt x="212773" y="689212"/>
                  </a:lnTo>
                  <a:lnTo>
                    <a:pt x="212500" y="689165"/>
                  </a:lnTo>
                  <a:lnTo>
                    <a:pt x="206804" y="689724"/>
                  </a:lnTo>
                  <a:lnTo>
                    <a:pt x="204800" y="689864"/>
                  </a:lnTo>
                  <a:lnTo>
                    <a:pt x="199879" y="691494"/>
                  </a:lnTo>
                  <a:lnTo>
                    <a:pt x="193865" y="691727"/>
                  </a:lnTo>
                  <a:lnTo>
                    <a:pt x="186757" y="689398"/>
                  </a:lnTo>
                  <a:lnTo>
                    <a:pt x="183522" y="689445"/>
                  </a:lnTo>
                  <a:lnTo>
                    <a:pt x="179604" y="689398"/>
                  </a:lnTo>
                  <a:lnTo>
                    <a:pt x="173316" y="689445"/>
                  </a:lnTo>
                  <a:lnTo>
                    <a:pt x="166664" y="689817"/>
                  </a:lnTo>
                  <a:lnTo>
                    <a:pt x="159511" y="688606"/>
                  </a:lnTo>
                  <a:lnTo>
                    <a:pt x="158554" y="688513"/>
                  </a:lnTo>
                  <a:lnTo>
                    <a:pt x="156869" y="688233"/>
                  </a:lnTo>
                  <a:lnTo>
                    <a:pt x="150034" y="687069"/>
                  </a:lnTo>
                  <a:lnTo>
                    <a:pt x="149397" y="687069"/>
                  </a:lnTo>
                  <a:lnTo>
                    <a:pt x="147756" y="686789"/>
                  </a:lnTo>
                  <a:lnTo>
                    <a:pt x="146845" y="686650"/>
                  </a:lnTo>
                  <a:lnTo>
                    <a:pt x="143610" y="685764"/>
                  </a:lnTo>
                  <a:lnTo>
                    <a:pt x="140011" y="684646"/>
                  </a:lnTo>
                  <a:lnTo>
                    <a:pt x="137642" y="684646"/>
                  </a:lnTo>
                  <a:lnTo>
                    <a:pt x="136867" y="684460"/>
                  </a:lnTo>
                  <a:lnTo>
                    <a:pt x="136548" y="684460"/>
                  </a:lnTo>
                  <a:lnTo>
                    <a:pt x="134179" y="684320"/>
                  </a:lnTo>
                  <a:lnTo>
                    <a:pt x="132767" y="684413"/>
                  </a:lnTo>
                  <a:lnTo>
                    <a:pt x="130762" y="684460"/>
                  </a:lnTo>
                  <a:lnTo>
                    <a:pt x="129532" y="684693"/>
                  </a:lnTo>
                  <a:lnTo>
                    <a:pt x="129304" y="684693"/>
                  </a:lnTo>
                  <a:lnTo>
                    <a:pt x="125386" y="684833"/>
                  </a:lnTo>
                  <a:lnTo>
                    <a:pt x="123199" y="684693"/>
                  </a:lnTo>
                  <a:lnTo>
                    <a:pt x="121239" y="684413"/>
                  </a:lnTo>
                  <a:lnTo>
                    <a:pt x="118232" y="683715"/>
                  </a:lnTo>
                  <a:lnTo>
                    <a:pt x="115681" y="683528"/>
                  </a:lnTo>
                  <a:lnTo>
                    <a:pt x="110851" y="683295"/>
                  </a:lnTo>
                  <a:lnTo>
                    <a:pt x="106523" y="683016"/>
                  </a:lnTo>
                  <a:lnTo>
                    <a:pt x="102331" y="682783"/>
                  </a:lnTo>
                  <a:lnTo>
                    <a:pt x="99506" y="682783"/>
                  </a:lnTo>
                  <a:lnTo>
                    <a:pt x="97912" y="683901"/>
                  </a:lnTo>
                  <a:lnTo>
                    <a:pt x="79095" y="684227"/>
                  </a:lnTo>
                  <a:lnTo>
                    <a:pt x="78092" y="681432"/>
                  </a:lnTo>
                  <a:lnTo>
                    <a:pt x="79505" y="677985"/>
                  </a:lnTo>
                  <a:lnTo>
                    <a:pt x="80553" y="673466"/>
                  </a:lnTo>
                  <a:lnTo>
                    <a:pt x="80689" y="671370"/>
                  </a:lnTo>
                  <a:lnTo>
                    <a:pt x="80325" y="671044"/>
                  </a:lnTo>
                  <a:lnTo>
                    <a:pt x="80052" y="669507"/>
                  </a:lnTo>
                  <a:lnTo>
                    <a:pt x="79778" y="668016"/>
                  </a:lnTo>
                  <a:lnTo>
                    <a:pt x="79824" y="667084"/>
                  </a:lnTo>
                  <a:lnTo>
                    <a:pt x="80006" y="664708"/>
                  </a:lnTo>
                  <a:lnTo>
                    <a:pt x="78685" y="664802"/>
                  </a:lnTo>
                  <a:lnTo>
                    <a:pt x="77272" y="664382"/>
                  </a:lnTo>
                  <a:lnTo>
                    <a:pt x="76999" y="663684"/>
                  </a:lnTo>
                  <a:lnTo>
                    <a:pt x="76680" y="662798"/>
                  </a:lnTo>
                  <a:lnTo>
                    <a:pt x="74539" y="657488"/>
                  </a:lnTo>
                  <a:lnTo>
                    <a:pt x="73718" y="657302"/>
                  </a:lnTo>
                  <a:lnTo>
                    <a:pt x="72488" y="657208"/>
                  </a:lnTo>
                  <a:lnTo>
                    <a:pt x="71167" y="656463"/>
                  </a:lnTo>
                  <a:lnTo>
                    <a:pt x="70210" y="655718"/>
                  </a:lnTo>
                  <a:lnTo>
                    <a:pt x="69527" y="654041"/>
                  </a:lnTo>
                  <a:lnTo>
                    <a:pt x="69800" y="652550"/>
                  </a:lnTo>
                  <a:lnTo>
                    <a:pt x="70392" y="651246"/>
                  </a:lnTo>
                  <a:lnTo>
                    <a:pt x="70347" y="650174"/>
                  </a:lnTo>
                  <a:lnTo>
                    <a:pt x="71167" y="649708"/>
                  </a:lnTo>
                  <a:lnTo>
                    <a:pt x="72671" y="647333"/>
                  </a:lnTo>
                  <a:lnTo>
                    <a:pt x="71714" y="644025"/>
                  </a:lnTo>
                  <a:lnTo>
                    <a:pt x="69299" y="641183"/>
                  </a:lnTo>
                  <a:lnTo>
                    <a:pt x="66702" y="639600"/>
                  </a:lnTo>
                  <a:lnTo>
                    <a:pt x="65836" y="638062"/>
                  </a:lnTo>
                  <a:lnTo>
                    <a:pt x="64971" y="636106"/>
                  </a:lnTo>
                  <a:lnTo>
                    <a:pt x="64242" y="634056"/>
                  </a:lnTo>
                  <a:lnTo>
                    <a:pt x="63194" y="631960"/>
                  </a:lnTo>
                  <a:lnTo>
                    <a:pt x="61508" y="630143"/>
                  </a:lnTo>
                  <a:lnTo>
                    <a:pt x="58956" y="629491"/>
                  </a:lnTo>
                  <a:lnTo>
                    <a:pt x="56587" y="628419"/>
                  </a:lnTo>
                  <a:lnTo>
                    <a:pt x="54993" y="627674"/>
                  </a:lnTo>
                  <a:lnTo>
                    <a:pt x="52942" y="627255"/>
                  </a:lnTo>
                  <a:lnTo>
                    <a:pt x="51302" y="626323"/>
                  </a:lnTo>
                  <a:lnTo>
                    <a:pt x="50300" y="624786"/>
                  </a:lnTo>
                  <a:lnTo>
                    <a:pt x="49434" y="622130"/>
                  </a:lnTo>
                  <a:lnTo>
                    <a:pt x="47156" y="621059"/>
                  </a:lnTo>
                  <a:lnTo>
                    <a:pt x="46245" y="619568"/>
                  </a:lnTo>
                  <a:lnTo>
                    <a:pt x="45652" y="617612"/>
                  </a:lnTo>
                  <a:lnTo>
                    <a:pt x="44103" y="615189"/>
                  </a:lnTo>
                  <a:lnTo>
                    <a:pt x="41780" y="615189"/>
                  </a:lnTo>
                  <a:lnTo>
                    <a:pt x="39502" y="615189"/>
                  </a:lnTo>
                  <a:lnTo>
                    <a:pt x="37360" y="613839"/>
                  </a:lnTo>
                  <a:lnTo>
                    <a:pt x="36631" y="613699"/>
                  </a:lnTo>
                  <a:lnTo>
                    <a:pt x="29478" y="612301"/>
                  </a:lnTo>
                  <a:lnTo>
                    <a:pt x="21596" y="608668"/>
                  </a:lnTo>
                  <a:lnTo>
                    <a:pt x="16037" y="606991"/>
                  </a:lnTo>
                  <a:lnTo>
                    <a:pt x="10707" y="604382"/>
                  </a:lnTo>
                  <a:lnTo>
                    <a:pt x="2688" y="586866"/>
                  </a:lnTo>
                  <a:lnTo>
                    <a:pt x="501" y="580577"/>
                  </a:lnTo>
                  <a:lnTo>
                    <a:pt x="592" y="577829"/>
                  </a:lnTo>
                  <a:lnTo>
                    <a:pt x="455" y="575360"/>
                  </a:lnTo>
                  <a:lnTo>
                    <a:pt x="0" y="568419"/>
                  </a:lnTo>
                  <a:lnTo>
                    <a:pt x="1640" y="560826"/>
                  </a:lnTo>
                  <a:lnTo>
                    <a:pt x="7062" y="554537"/>
                  </a:lnTo>
                  <a:lnTo>
                    <a:pt x="12666" y="549646"/>
                  </a:lnTo>
                  <a:lnTo>
                    <a:pt x="14989" y="544056"/>
                  </a:lnTo>
                  <a:lnTo>
                    <a:pt x="17359" y="540888"/>
                  </a:lnTo>
                  <a:lnTo>
                    <a:pt x="20138" y="533481"/>
                  </a:lnTo>
                  <a:lnTo>
                    <a:pt x="27063" y="527565"/>
                  </a:lnTo>
                  <a:lnTo>
                    <a:pt x="27838" y="524863"/>
                  </a:lnTo>
                  <a:lnTo>
                    <a:pt x="27337" y="520531"/>
                  </a:lnTo>
                  <a:lnTo>
                    <a:pt x="29888" y="517968"/>
                  </a:lnTo>
                  <a:lnTo>
                    <a:pt x="30936" y="514428"/>
                  </a:lnTo>
                  <a:lnTo>
                    <a:pt x="33624" y="508978"/>
                  </a:lnTo>
                  <a:lnTo>
                    <a:pt x="39866" y="499428"/>
                  </a:lnTo>
                  <a:lnTo>
                    <a:pt x="48204" y="486804"/>
                  </a:lnTo>
                  <a:lnTo>
                    <a:pt x="53945" y="474412"/>
                  </a:lnTo>
                  <a:lnTo>
                    <a:pt x="54810" y="472549"/>
                  </a:lnTo>
                  <a:lnTo>
                    <a:pt x="58592" y="466213"/>
                  </a:lnTo>
                  <a:lnTo>
                    <a:pt x="68479" y="452844"/>
                  </a:lnTo>
                  <a:lnTo>
                    <a:pt x="70165" y="449629"/>
                  </a:lnTo>
                  <a:lnTo>
                    <a:pt x="74083" y="442083"/>
                  </a:lnTo>
                  <a:lnTo>
                    <a:pt x="86202" y="410033"/>
                  </a:lnTo>
                  <a:lnTo>
                    <a:pt x="87478" y="401415"/>
                  </a:lnTo>
                  <a:lnTo>
                    <a:pt x="88799" y="388278"/>
                  </a:lnTo>
                  <a:lnTo>
                    <a:pt x="89847" y="377191"/>
                  </a:lnTo>
                  <a:lnTo>
                    <a:pt x="89255" y="368992"/>
                  </a:lnTo>
                  <a:lnTo>
                    <a:pt x="91260" y="366523"/>
                  </a:lnTo>
                  <a:lnTo>
                    <a:pt x="93629" y="363589"/>
                  </a:lnTo>
                  <a:lnTo>
                    <a:pt x="98595" y="361399"/>
                  </a:lnTo>
                  <a:lnTo>
                    <a:pt x="107297" y="362983"/>
                  </a:lnTo>
                  <a:lnTo>
                    <a:pt x="114496" y="366011"/>
                  </a:lnTo>
                  <a:lnTo>
                    <a:pt x="123472" y="364660"/>
                  </a:lnTo>
                  <a:lnTo>
                    <a:pt x="131491" y="362005"/>
                  </a:lnTo>
                  <a:lnTo>
                    <a:pt x="136776" y="357533"/>
                  </a:lnTo>
                  <a:lnTo>
                    <a:pt x="140558" y="351663"/>
                  </a:lnTo>
                  <a:lnTo>
                    <a:pt x="142471" y="347703"/>
                  </a:lnTo>
                  <a:lnTo>
                    <a:pt x="143975" y="344675"/>
                  </a:lnTo>
                  <a:lnTo>
                    <a:pt x="144430" y="343697"/>
                  </a:lnTo>
                  <a:lnTo>
                    <a:pt x="148668" y="340297"/>
                  </a:lnTo>
                  <a:lnTo>
                    <a:pt x="155639" y="336430"/>
                  </a:lnTo>
                  <a:lnTo>
                    <a:pt x="158691" y="335079"/>
                  </a:lnTo>
                  <a:lnTo>
                    <a:pt x="164979" y="332237"/>
                  </a:lnTo>
                  <a:lnTo>
                    <a:pt x="170264" y="326787"/>
                  </a:lnTo>
                  <a:lnTo>
                    <a:pt x="171904" y="320312"/>
                  </a:lnTo>
                  <a:lnTo>
                    <a:pt x="174911" y="315048"/>
                  </a:lnTo>
                  <a:lnTo>
                    <a:pt x="185026" y="317983"/>
                  </a:lnTo>
                  <a:lnTo>
                    <a:pt x="191405" y="321523"/>
                  </a:lnTo>
                  <a:lnTo>
                    <a:pt x="200426" y="328604"/>
                  </a:lnTo>
                  <a:lnTo>
                    <a:pt x="210814" y="338946"/>
                  </a:lnTo>
                  <a:lnTo>
                    <a:pt x="216372" y="351710"/>
                  </a:lnTo>
                  <a:lnTo>
                    <a:pt x="223844" y="369086"/>
                  </a:lnTo>
                  <a:lnTo>
                    <a:pt x="225166" y="382129"/>
                  </a:lnTo>
                  <a:lnTo>
                    <a:pt x="225667" y="387859"/>
                  </a:lnTo>
                  <a:lnTo>
                    <a:pt x="228856" y="393822"/>
                  </a:lnTo>
                  <a:lnTo>
                    <a:pt x="234552" y="398294"/>
                  </a:lnTo>
                  <a:lnTo>
                    <a:pt x="242434" y="397362"/>
                  </a:lnTo>
                  <a:lnTo>
                    <a:pt x="249587" y="389489"/>
                  </a:lnTo>
                  <a:lnTo>
                    <a:pt x="256239" y="383480"/>
                  </a:lnTo>
                  <a:lnTo>
                    <a:pt x="262344" y="377797"/>
                  </a:lnTo>
                  <a:lnTo>
                    <a:pt x="270318" y="372905"/>
                  </a:lnTo>
                  <a:lnTo>
                    <a:pt x="275603" y="371881"/>
                  </a:lnTo>
                  <a:lnTo>
                    <a:pt x="281480" y="370716"/>
                  </a:lnTo>
                  <a:lnTo>
                    <a:pt x="291321" y="373185"/>
                  </a:lnTo>
                  <a:lnTo>
                    <a:pt x="306721" y="374536"/>
                  </a:lnTo>
                  <a:lnTo>
                    <a:pt x="318431" y="376958"/>
                  </a:lnTo>
                  <a:lnTo>
                    <a:pt x="335972" y="380778"/>
                  </a:lnTo>
                  <a:lnTo>
                    <a:pt x="346315" y="380499"/>
                  </a:lnTo>
                  <a:lnTo>
                    <a:pt x="360940" y="374256"/>
                  </a:lnTo>
                  <a:lnTo>
                    <a:pt x="379802" y="362284"/>
                  </a:lnTo>
                  <a:lnTo>
                    <a:pt x="393653" y="358511"/>
                  </a:lnTo>
                  <a:lnTo>
                    <a:pt x="400351" y="356787"/>
                  </a:lnTo>
                  <a:lnTo>
                    <a:pt x="409782" y="356554"/>
                  </a:lnTo>
                  <a:lnTo>
                    <a:pt x="416343" y="355902"/>
                  </a:lnTo>
                  <a:lnTo>
                    <a:pt x="424088" y="350498"/>
                  </a:lnTo>
                  <a:lnTo>
                    <a:pt x="435935" y="344443"/>
                  </a:lnTo>
                  <a:lnTo>
                    <a:pt x="458032" y="339365"/>
                  </a:lnTo>
                  <a:lnTo>
                    <a:pt x="473250" y="334520"/>
                  </a:lnTo>
                  <a:lnTo>
                    <a:pt x="484184" y="328511"/>
                  </a:lnTo>
                  <a:lnTo>
                    <a:pt x="493525" y="322501"/>
                  </a:lnTo>
                  <a:lnTo>
                    <a:pt x="502227" y="317051"/>
                  </a:lnTo>
                  <a:lnTo>
                    <a:pt x="512205" y="308480"/>
                  </a:lnTo>
                  <a:lnTo>
                    <a:pt x="519358" y="299582"/>
                  </a:lnTo>
                  <a:lnTo>
                    <a:pt x="524324" y="291942"/>
                  </a:lnTo>
                  <a:lnTo>
                    <a:pt x="534302" y="285560"/>
                  </a:lnTo>
                  <a:lnTo>
                    <a:pt x="544189" y="282392"/>
                  </a:lnTo>
                  <a:lnTo>
                    <a:pt x="550112" y="282020"/>
                  </a:lnTo>
                  <a:lnTo>
                    <a:pt x="550978" y="281973"/>
                  </a:lnTo>
                  <a:lnTo>
                    <a:pt x="560227" y="282532"/>
                  </a:lnTo>
                  <a:lnTo>
                    <a:pt x="566150" y="285281"/>
                  </a:lnTo>
                  <a:lnTo>
                    <a:pt x="570205" y="289566"/>
                  </a:lnTo>
                  <a:lnTo>
                    <a:pt x="572574" y="292594"/>
                  </a:lnTo>
                  <a:lnTo>
                    <a:pt x="578087" y="299675"/>
                  </a:lnTo>
                  <a:lnTo>
                    <a:pt x="592166" y="311414"/>
                  </a:lnTo>
                  <a:lnTo>
                    <a:pt x="596130" y="313837"/>
                  </a:lnTo>
                  <a:lnTo>
                    <a:pt x="604832" y="318961"/>
                  </a:lnTo>
                  <a:lnTo>
                    <a:pt x="612486" y="323293"/>
                  </a:lnTo>
                  <a:lnTo>
                    <a:pt x="621371" y="326275"/>
                  </a:lnTo>
                  <a:lnTo>
                    <a:pt x="621508" y="326321"/>
                  </a:lnTo>
                  <a:lnTo>
                    <a:pt x="627659" y="328977"/>
                  </a:lnTo>
                  <a:lnTo>
                    <a:pt x="634812" y="329023"/>
                  </a:lnTo>
                  <a:lnTo>
                    <a:pt x="639915" y="328185"/>
                  </a:lnTo>
                  <a:lnTo>
                    <a:pt x="644061" y="325343"/>
                  </a:lnTo>
                  <a:lnTo>
                    <a:pt x="647113" y="322781"/>
                  </a:lnTo>
                  <a:lnTo>
                    <a:pt x="648252" y="321896"/>
                  </a:lnTo>
                  <a:lnTo>
                    <a:pt x="650485" y="319427"/>
                  </a:lnTo>
                  <a:lnTo>
                    <a:pt x="652854" y="315840"/>
                  </a:lnTo>
                  <a:lnTo>
                    <a:pt x="655451" y="309737"/>
                  </a:lnTo>
                  <a:lnTo>
                    <a:pt x="655406" y="297439"/>
                  </a:lnTo>
                  <a:lnTo>
                    <a:pt x="654859" y="289007"/>
                  </a:lnTo>
                  <a:lnTo>
                    <a:pt x="656043" y="285374"/>
                  </a:lnTo>
                  <a:lnTo>
                    <a:pt x="658276" y="278433"/>
                  </a:lnTo>
                  <a:lnTo>
                    <a:pt x="669074" y="267579"/>
                  </a:lnTo>
                  <a:lnTo>
                    <a:pt x="681513" y="253510"/>
                  </a:lnTo>
                  <a:lnTo>
                    <a:pt x="690716" y="247827"/>
                  </a:lnTo>
                  <a:lnTo>
                    <a:pt x="691217" y="247594"/>
                  </a:lnTo>
                  <a:lnTo>
                    <a:pt x="694817" y="245871"/>
                  </a:lnTo>
                  <a:lnTo>
                    <a:pt x="698872" y="243541"/>
                  </a:lnTo>
                  <a:lnTo>
                    <a:pt x="703245" y="242843"/>
                  </a:lnTo>
                  <a:lnTo>
                    <a:pt x="706344" y="243169"/>
                  </a:lnTo>
                  <a:lnTo>
                    <a:pt x="706799" y="243215"/>
                  </a:lnTo>
                  <a:lnTo>
                    <a:pt x="709442" y="244752"/>
                  </a:lnTo>
                  <a:lnTo>
                    <a:pt x="713315" y="246989"/>
                  </a:lnTo>
                  <a:lnTo>
                    <a:pt x="718008" y="249178"/>
                  </a:lnTo>
                  <a:lnTo>
                    <a:pt x="723794" y="249923"/>
                  </a:lnTo>
                  <a:lnTo>
                    <a:pt x="730446" y="248712"/>
                  </a:lnTo>
                  <a:lnTo>
                    <a:pt x="738966" y="247641"/>
                  </a:lnTo>
                  <a:lnTo>
                    <a:pt x="747167" y="248572"/>
                  </a:lnTo>
                  <a:lnTo>
                    <a:pt x="753773" y="249597"/>
                  </a:lnTo>
                  <a:lnTo>
                    <a:pt x="760608" y="250669"/>
                  </a:lnTo>
                  <a:lnTo>
                    <a:pt x="763068" y="250529"/>
                  </a:lnTo>
                  <a:lnTo>
                    <a:pt x="769082" y="251461"/>
                  </a:lnTo>
                  <a:lnTo>
                    <a:pt x="771360" y="252439"/>
                  </a:lnTo>
                  <a:lnTo>
                    <a:pt x="772818" y="253091"/>
                  </a:lnTo>
                  <a:lnTo>
                    <a:pt x="773228" y="253184"/>
                  </a:lnTo>
                  <a:lnTo>
                    <a:pt x="777374" y="254256"/>
                  </a:lnTo>
                  <a:lnTo>
                    <a:pt x="782523" y="255374"/>
                  </a:lnTo>
                  <a:lnTo>
                    <a:pt x="792045" y="254256"/>
                  </a:lnTo>
                  <a:lnTo>
                    <a:pt x="795371" y="253650"/>
                  </a:lnTo>
                  <a:lnTo>
                    <a:pt x="803071" y="250063"/>
                  </a:lnTo>
                  <a:lnTo>
                    <a:pt x="808129" y="247967"/>
                  </a:lnTo>
                  <a:lnTo>
                    <a:pt x="811364" y="247221"/>
                  </a:lnTo>
                  <a:lnTo>
                    <a:pt x="815327" y="242563"/>
                  </a:lnTo>
                  <a:lnTo>
                    <a:pt x="819155" y="238277"/>
                  </a:lnTo>
                  <a:lnTo>
                    <a:pt x="820203" y="237113"/>
                  </a:lnTo>
                  <a:lnTo>
                    <a:pt x="823665" y="229147"/>
                  </a:lnTo>
                  <a:lnTo>
                    <a:pt x="826581" y="223603"/>
                  </a:lnTo>
                  <a:lnTo>
                    <a:pt x="833370" y="216569"/>
                  </a:lnTo>
                  <a:lnTo>
                    <a:pt x="840933" y="209302"/>
                  </a:lnTo>
                  <a:lnTo>
                    <a:pt x="842072" y="208137"/>
                  </a:lnTo>
                  <a:lnTo>
                    <a:pt x="849408" y="203619"/>
                  </a:lnTo>
                  <a:lnTo>
                    <a:pt x="855240" y="198541"/>
                  </a:lnTo>
                  <a:lnTo>
                    <a:pt x="863714" y="192159"/>
                  </a:lnTo>
                  <a:lnTo>
                    <a:pt x="866539" y="190668"/>
                  </a:lnTo>
                  <a:lnTo>
                    <a:pt x="870093" y="189597"/>
                  </a:lnTo>
                  <a:lnTo>
                    <a:pt x="873191" y="190435"/>
                  </a:lnTo>
                  <a:lnTo>
                    <a:pt x="875423" y="191880"/>
                  </a:lnTo>
                  <a:lnTo>
                    <a:pt x="878431" y="191693"/>
                  </a:lnTo>
                  <a:lnTo>
                    <a:pt x="885447" y="186848"/>
                  </a:lnTo>
                  <a:lnTo>
                    <a:pt x="897475" y="180047"/>
                  </a:lnTo>
                  <a:lnTo>
                    <a:pt x="906770" y="169892"/>
                  </a:lnTo>
                  <a:lnTo>
                    <a:pt x="915062" y="162951"/>
                  </a:lnTo>
                  <a:lnTo>
                    <a:pt x="918570" y="160948"/>
                  </a:lnTo>
                  <a:lnTo>
                    <a:pt x="927865" y="154519"/>
                  </a:lnTo>
                  <a:lnTo>
                    <a:pt x="936658" y="148137"/>
                  </a:lnTo>
                  <a:lnTo>
                    <a:pt x="942627" y="144224"/>
                  </a:lnTo>
                  <a:lnTo>
                    <a:pt x="951876" y="140637"/>
                  </a:lnTo>
                  <a:lnTo>
                    <a:pt x="955977" y="138587"/>
                  </a:lnTo>
                  <a:lnTo>
                    <a:pt x="961672" y="136025"/>
                  </a:lnTo>
                  <a:lnTo>
                    <a:pt x="969098" y="132112"/>
                  </a:lnTo>
                  <a:lnTo>
                    <a:pt x="973062" y="127314"/>
                  </a:lnTo>
                  <a:lnTo>
                    <a:pt x="979350" y="120233"/>
                  </a:lnTo>
                  <a:lnTo>
                    <a:pt x="983359" y="113572"/>
                  </a:lnTo>
                  <a:lnTo>
                    <a:pt x="988189" y="110078"/>
                  </a:lnTo>
                  <a:lnTo>
                    <a:pt x="991560" y="108261"/>
                  </a:lnTo>
                  <a:lnTo>
                    <a:pt x="996891" y="103556"/>
                  </a:lnTo>
                  <a:lnTo>
                    <a:pt x="1003133" y="96755"/>
                  </a:lnTo>
                  <a:lnTo>
                    <a:pt x="1007416" y="94519"/>
                  </a:lnTo>
                  <a:lnTo>
                    <a:pt x="1009694" y="93354"/>
                  </a:lnTo>
                  <a:lnTo>
                    <a:pt x="1014888" y="92469"/>
                  </a:lnTo>
                  <a:lnTo>
                    <a:pt x="1018579" y="93168"/>
                  </a:lnTo>
                  <a:lnTo>
                    <a:pt x="1023271" y="94053"/>
                  </a:lnTo>
                  <a:lnTo>
                    <a:pt x="1028465" y="94565"/>
                  </a:lnTo>
                  <a:lnTo>
                    <a:pt x="1035117" y="95217"/>
                  </a:lnTo>
                  <a:lnTo>
                    <a:pt x="1039127" y="95311"/>
                  </a:lnTo>
                  <a:lnTo>
                    <a:pt x="1040995" y="94239"/>
                  </a:lnTo>
                  <a:lnTo>
                    <a:pt x="1043136" y="93028"/>
                  </a:lnTo>
                  <a:lnTo>
                    <a:pt x="1045733" y="91071"/>
                  </a:lnTo>
                  <a:lnTo>
                    <a:pt x="1048604" y="89721"/>
                  </a:lnTo>
                  <a:lnTo>
                    <a:pt x="1051975" y="87484"/>
                  </a:lnTo>
                  <a:lnTo>
                    <a:pt x="1054982" y="83245"/>
                  </a:lnTo>
                  <a:lnTo>
                    <a:pt x="1057260" y="79938"/>
                  </a:lnTo>
                  <a:lnTo>
                    <a:pt x="1063275" y="73183"/>
                  </a:lnTo>
                  <a:lnTo>
                    <a:pt x="1069380" y="64006"/>
                  </a:lnTo>
                  <a:lnTo>
                    <a:pt x="1072843" y="59674"/>
                  </a:lnTo>
                  <a:lnTo>
                    <a:pt x="1076943" y="55155"/>
                  </a:lnTo>
                  <a:lnTo>
                    <a:pt x="1077854" y="52966"/>
                  </a:lnTo>
                  <a:lnTo>
                    <a:pt x="1081727" y="44813"/>
                  </a:lnTo>
                  <a:lnTo>
                    <a:pt x="1085964" y="37872"/>
                  </a:lnTo>
                  <a:lnTo>
                    <a:pt x="1086785" y="35403"/>
                  </a:lnTo>
                  <a:lnTo>
                    <a:pt x="1087832" y="33261"/>
                  </a:lnTo>
                  <a:lnTo>
                    <a:pt x="1087969" y="32981"/>
                  </a:lnTo>
                  <a:lnTo>
                    <a:pt x="1088288" y="31910"/>
                  </a:lnTo>
                  <a:lnTo>
                    <a:pt x="1089245" y="21801"/>
                  </a:lnTo>
                  <a:lnTo>
                    <a:pt x="1090931" y="18680"/>
                  </a:lnTo>
                  <a:lnTo>
                    <a:pt x="1093801" y="14813"/>
                  </a:lnTo>
                  <a:lnTo>
                    <a:pt x="1096717" y="11646"/>
                  </a:lnTo>
                  <a:lnTo>
                    <a:pt x="1101774" y="5450"/>
                  </a:lnTo>
                  <a:lnTo>
                    <a:pt x="1102093" y="5170"/>
                  </a:lnTo>
                  <a:lnTo>
                    <a:pt x="1105055" y="2282"/>
                  </a:lnTo>
                  <a:lnTo>
                    <a:pt x="1106012" y="1211"/>
                  </a:lnTo>
                  <a:lnTo>
                    <a:pt x="11075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709734" y="4266447"/>
              <a:ext cx="1267574" cy="686137"/>
            </a:xfrm>
            <a:custGeom>
              <a:avLst/>
              <a:pathLst>
                <a:path w="1267574" h="686137">
                  <a:moveTo>
                    <a:pt x="946454" y="419"/>
                  </a:moveTo>
                  <a:lnTo>
                    <a:pt x="953334" y="2282"/>
                  </a:lnTo>
                  <a:lnTo>
                    <a:pt x="963494" y="3959"/>
                  </a:lnTo>
                  <a:lnTo>
                    <a:pt x="964998" y="4239"/>
                  </a:lnTo>
                  <a:lnTo>
                    <a:pt x="969281" y="5124"/>
                  </a:lnTo>
                  <a:lnTo>
                    <a:pt x="972014" y="5683"/>
                  </a:lnTo>
                  <a:lnTo>
                    <a:pt x="980261" y="8711"/>
                  </a:lnTo>
                  <a:lnTo>
                    <a:pt x="989783" y="11832"/>
                  </a:lnTo>
                  <a:lnTo>
                    <a:pt x="990695" y="12111"/>
                  </a:lnTo>
                  <a:lnTo>
                    <a:pt x="993064" y="12950"/>
                  </a:lnTo>
                  <a:lnTo>
                    <a:pt x="1002359" y="16164"/>
                  </a:lnTo>
                  <a:lnTo>
                    <a:pt x="1009421" y="17841"/>
                  </a:lnTo>
                  <a:lnTo>
                    <a:pt x="1020355" y="19052"/>
                  </a:lnTo>
                  <a:lnTo>
                    <a:pt x="1032703" y="20916"/>
                  </a:lnTo>
                  <a:lnTo>
                    <a:pt x="1043865" y="24875"/>
                  </a:lnTo>
                  <a:lnTo>
                    <a:pt x="1044777" y="25388"/>
                  </a:lnTo>
                  <a:lnTo>
                    <a:pt x="1051748" y="29627"/>
                  </a:lnTo>
                  <a:lnTo>
                    <a:pt x="1059037" y="40388"/>
                  </a:lnTo>
                  <a:lnTo>
                    <a:pt x="1065097" y="50730"/>
                  </a:lnTo>
                  <a:lnTo>
                    <a:pt x="1069562" y="57345"/>
                  </a:lnTo>
                  <a:lnTo>
                    <a:pt x="1075030" y="62515"/>
                  </a:lnTo>
                  <a:lnTo>
                    <a:pt x="1080315" y="63773"/>
                  </a:lnTo>
                  <a:lnTo>
                    <a:pt x="1081363" y="64053"/>
                  </a:lnTo>
                  <a:lnTo>
                    <a:pt x="1083732" y="64612"/>
                  </a:lnTo>
                  <a:lnTo>
                    <a:pt x="1091204" y="64751"/>
                  </a:lnTo>
                  <a:lnTo>
                    <a:pt x="1093847" y="64798"/>
                  </a:lnTo>
                  <a:lnTo>
                    <a:pt x="1100134" y="67081"/>
                  </a:lnTo>
                  <a:lnTo>
                    <a:pt x="1104873" y="68618"/>
                  </a:lnTo>
                  <a:lnTo>
                    <a:pt x="1112481" y="71040"/>
                  </a:lnTo>
                  <a:lnTo>
                    <a:pt x="1122004" y="72671"/>
                  </a:lnTo>
                  <a:lnTo>
                    <a:pt x="1133121" y="77842"/>
                  </a:lnTo>
                  <a:lnTo>
                    <a:pt x="1138998" y="80963"/>
                  </a:lnTo>
                  <a:lnTo>
                    <a:pt x="1145878" y="78261"/>
                  </a:lnTo>
                  <a:lnTo>
                    <a:pt x="1154808" y="70202"/>
                  </a:lnTo>
                  <a:lnTo>
                    <a:pt x="1165515" y="60233"/>
                  </a:lnTo>
                  <a:lnTo>
                    <a:pt x="1177088" y="55481"/>
                  </a:lnTo>
                  <a:lnTo>
                    <a:pt x="1187020" y="53851"/>
                  </a:lnTo>
                  <a:lnTo>
                    <a:pt x="1194584" y="52640"/>
                  </a:lnTo>
                  <a:lnTo>
                    <a:pt x="1198730" y="51987"/>
                  </a:lnTo>
                  <a:lnTo>
                    <a:pt x="1207660" y="53618"/>
                  </a:lnTo>
                  <a:lnTo>
                    <a:pt x="1209027" y="54503"/>
                  </a:lnTo>
                  <a:lnTo>
                    <a:pt x="1213947" y="57577"/>
                  </a:lnTo>
                  <a:lnTo>
                    <a:pt x="1223288" y="62422"/>
                  </a:lnTo>
                  <a:lnTo>
                    <a:pt x="1233174" y="69363"/>
                  </a:lnTo>
                  <a:lnTo>
                    <a:pt x="1243745" y="72391"/>
                  </a:lnTo>
                  <a:lnTo>
                    <a:pt x="1249896" y="73276"/>
                  </a:lnTo>
                  <a:lnTo>
                    <a:pt x="1256593" y="68059"/>
                  </a:lnTo>
                  <a:lnTo>
                    <a:pt x="1262152" y="63866"/>
                  </a:lnTo>
                  <a:lnTo>
                    <a:pt x="1267574" y="63121"/>
                  </a:lnTo>
                  <a:lnTo>
                    <a:pt x="1264384" y="70807"/>
                  </a:lnTo>
                  <a:lnTo>
                    <a:pt x="1259600" y="85994"/>
                  </a:lnTo>
                  <a:lnTo>
                    <a:pt x="1256867" y="92516"/>
                  </a:lnTo>
                  <a:lnTo>
                    <a:pt x="1256229" y="94006"/>
                  </a:lnTo>
                  <a:lnTo>
                    <a:pt x="1255318" y="95450"/>
                  </a:lnTo>
                  <a:lnTo>
                    <a:pt x="1253586" y="97127"/>
                  </a:lnTo>
                  <a:lnTo>
                    <a:pt x="1249759" y="99643"/>
                  </a:lnTo>
                  <a:lnTo>
                    <a:pt x="1242970" y="102345"/>
                  </a:lnTo>
                  <a:lnTo>
                    <a:pt x="1239735" y="104208"/>
                  </a:lnTo>
                  <a:lnTo>
                    <a:pt x="1235726" y="105326"/>
                  </a:lnTo>
                  <a:lnTo>
                    <a:pt x="1232127" y="107329"/>
                  </a:lnTo>
                  <a:lnTo>
                    <a:pt x="1228072" y="108960"/>
                  </a:lnTo>
                  <a:lnTo>
                    <a:pt x="1224244" y="111895"/>
                  </a:lnTo>
                  <a:lnTo>
                    <a:pt x="1219825" y="112780"/>
                  </a:lnTo>
                  <a:lnTo>
                    <a:pt x="1217911" y="113572"/>
                  </a:lnTo>
                  <a:lnTo>
                    <a:pt x="1214676" y="116134"/>
                  </a:lnTo>
                  <a:lnTo>
                    <a:pt x="1213583" y="117857"/>
                  </a:lnTo>
                  <a:lnTo>
                    <a:pt x="1212581" y="120047"/>
                  </a:lnTo>
                  <a:lnTo>
                    <a:pt x="1211442" y="121118"/>
                  </a:lnTo>
                  <a:lnTo>
                    <a:pt x="1207751" y="122795"/>
                  </a:lnTo>
                  <a:lnTo>
                    <a:pt x="1202830" y="123541"/>
                  </a:lnTo>
                  <a:lnTo>
                    <a:pt x="1201053" y="124379"/>
                  </a:lnTo>
                  <a:lnTo>
                    <a:pt x="1199504" y="125916"/>
                  </a:lnTo>
                  <a:lnTo>
                    <a:pt x="1196680" y="129643"/>
                  </a:lnTo>
                  <a:lnTo>
                    <a:pt x="1190984" y="133836"/>
                  </a:lnTo>
                  <a:lnTo>
                    <a:pt x="1190027" y="134721"/>
                  </a:lnTo>
                  <a:lnTo>
                    <a:pt x="1188296" y="136910"/>
                  </a:lnTo>
                  <a:lnTo>
                    <a:pt x="1187522" y="137562"/>
                  </a:lnTo>
                  <a:lnTo>
                    <a:pt x="1186383" y="137842"/>
                  </a:lnTo>
                  <a:lnTo>
                    <a:pt x="1184059" y="137749"/>
                  </a:lnTo>
                  <a:lnTo>
                    <a:pt x="1179138" y="136817"/>
                  </a:lnTo>
                  <a:lnTo>
                    <a:pt x="1177361" y="136677"/>
                  </a:lnTo>
                  <a:lnTo>
                    <a:pt x="1175903" y="136957"/>
                  </a:lnTo>
                  <a:lnTo>
                    <a:pt x="1174582" y="137889"/>
                  </a:lnTo>
                  <a:lnTo>
                    <a:pt x="1173944" y="138820"/>
                  </a:lnTo>
                  <a:lnTo>
                    <a:pt x="1172668" y="141522"/>
                  </a:lnTo>
                  <a:lnTo>
                    <a:pt x="1170983" y="144084"/>
                  </a:lnTo>
                  <a:lnTo>
                    <a:pt x="1169251" y="147811"/>
                  </a:lnTo>
                  <a:lnTo>
                    <a:pt x="1168932" y="150094"/>
                  </a:lnTo>
                  <a:lnTo>
                    <a:pt x="1169388" y="154938"/>
                  </a:lnTo>
                  <a:lnTo>
                    <a:pt x="1169115" y="155777"/>
                  </a:lnTo>
                  <a:lnTo>
                    <a:pt x="1168295" y="156941"/>
                  </a:lnTo>
                  <a:lnTo>
                    <a:pt x="1166745" y="158339"/>
                  </a:lnTo>
                  <a:lnTo>
                    <a:pt x="1164695" y="160854"/>
                  </a:lnTo>
                  <a:lnTo>
                    <a:pt x="1163511" y="161833"/>
                  </a:lnTo>
                  <a:lnTo>
                    <a:pt x="1162098" y="162625"/>
                  </a:lnTo>
                  <a:lnTo>
                    <a:pt x="1159410" y="163650"/>
                  </a:lnTo>
                  <a:lnTo>
                    <a:pt x="1157269" y="165187"/>
                  </a:lnTo>
                  <a:lnTo>
                    <a:pt x="1154945" y="167143"/>
                  </a:lnTo>
                  <a:lnTo>
                    <a:pt x="1150024" y="170917"/>
                  </a:lnTo>
                  <a:lnTo>
                    <a:pt x="1148840" y="171615"/>
                  </a:lnTo>
                  <a:lnTo>
                    <a:pt x="1143873" y="173665"/>
                  </a:lnTo>
                  <a:lnTo>
                    <a:pt x="1139591" y="176740"/>
                  </a:lnTo>
                  <a:lnTo>
                    <a:pt x="1138816" y="177578"/>
                  </a:lnTo>
                  <a:lnTo>
                    <a:pt x="1137677" y="179395"/>
                  </a:lnTo>
                  <a:lnTo>
                    <a:pt x="1136766" y="183261"/>
                  </a:lnTo>
                  <a:lnTo>
                    <a:pt x="1135763" y="184752"/>
                  </a:lnTo>
                  <a:lnTo>
                    <a:pt x="1135171" y="185311"/>
                  </a:lnTo>
                  <a:lnTo>
                    <a:pt x="1133622" y="186196"/>
                  </a:lnTo>
                  <a:lnTo>
                    <a:pt x="1131025" y="186988"/>
                  </a:lnTo>
                  <a:lnTo>
                    <a:pt x="1129749" y="187734"/>
                  </a:lnTo>
                  <a:lnTo>
                    <a:pt x="1128565" y="189317"/>
                  </a:lnTo>
                  <a:lnTo>
                    <a:pt x="1127517" y="192718"/>
                  </a:lnTo>
                  <a:lnTo>
                    <a:pt x="1126469" y="194721"/>
                  </a:lnTo>
                  <a:lnTo>
                    <a:pt x="1123735" y="197796"/>
                  </a:lnTo>
                  <a:lnTo>
                    <a:pt x="1119133" y="201243"/>
                  </a:lnTo>
                  <a:lnTo>
                    <a:pt x="1117493" y="203060"/>
                  </a:lnTo>
                  <a:lnTo>
                    <a:pt x="1116309" y="205762"/>
                  </a:lnTo>
                  <a:lnTo>
                    <a:pt x="1116126" y="206880"/>
                  </a:lnTo>
                  <a:lnTo>
                    <a:pt x="1116263" y="207858"/>
                  </a:lnTo>
                  <a:lnTo>
                    <a:pt x="1117129" y="209022"/>
                  </a:lnTo>
                  <a:lnTo>
                    <a:pt x="1120090" y="210979"/>
                  </a:lnTo>
                  <a:lnTo>
                    <a:pt x="1121093" y="212097"/>
                  </a:lnTo>
                  <a:lnTo>
                    <a:pt x="1121594" y="213075"/>
                  </a:lnTo>
                  <a:lnTo>
                    <a:pt x="1121503" y="214426"/>
                  </a:lnTo>
                  <a:lnTo>
                    <a:pt x="1120728" y="215544"/>
                  </a:lnTo>
                  <a:lnTo>
                    <a:pt x="1116263" y="220203"/>
                  </a:lnTo>
                  <a:lnTo>
                    <a:pt x="1115443" y="221460"/>
                  </a:lnTo>
                  <a:lnTo>
                    <a:pt x="1111479" y="227610"/>
                  </a:lnTo>
                  <a:lnTo>
                    <a:pt x="1110522" y="229799"/>
                  </a:lnTo>
                  <a:lnTo>
                    <a:pt x="1110203" y="231849"/>
                  </a:lnTo>
                  <a:lnTo>
                    <a:pt x="1110112" y="234364"/>
                  </a:lnTo>
                  <a:lnTo>
                    <a:pt x="1109155" y="237951"/>
                  </a:lnTo>
                  <a:lnTo>
                    <a:pt x="1107925" y="240607"/>
                  </a:lnTo>
                  <a:lnTo>
                    <a:pt x="1105966" y="243402"/>
                  </a:lnTo>
                  <a:lnTo>
                    <a:pt x="1105009" y="245638"/>
                  </a:lnTo>
                  <a:lnTo>
                    <a:pt x="1104235" y="246523"/>
                  </a:lnTo>
                  <a:lnTo>
                    <a:pt x="1103369" y="247035"/>
                  </a:lnTo>
                  <a:lnTo>
                    <a:pt x="1102686" y="247175"/>
                  </a:lnTo>
                  <a:lnTo>
                    <a:pt x="1100362" y="246476"/>
                  </a:lnTo>
                  <a:lnTo>
                    <a:pt x="1099542" y="246569"/>
                  </a:lnTo>
                  <a:lnTo>
                    <a:pt x="1099041" y="247035"/>
                  </a:lnTo>
                  <a:lnTo>
                    <a:pt x="1097856" y="248992"/>
                  </a:lnTo>
                  <a:lnTo>
                    <a:pt x="1097036" y="249784"/>
                  </a:lnTo>
                  <a:lnTo>
                    <a:pt x="1094895" y="251041"/>
                  </a:lnTo>
                  <a:lnTo>
                    <a:pt x="1092844" y="251461"/>
                  </a:lnTo>
                  <a:lnTo>
                    <a:pt x="1091979" y="251880"/>
                  </a:lnTo>
                  <a:lnTo>
                    <a:pt x="1087058" y="255746"/>
                  </a:lnTo>
                  <a:lnTo>
                    <a:pt x="1083322" y="257377"/>
                  </a:lnTo>
                  <a:lnTo>
                    <a:pt x="1076670" y="258029"/>
                  </a:lnTo>
                  <a:lnTo>
                    <a:pt x="1074847" y="258541"/>
                  </a:lnTo>
                  <a:lnTo>
                    <a:pt x="1070337" y="261150"/>
                  </a:lnTo>
                  <a:lnTo>
                    <a:pt x="1068651" y="262781"/>
                  </a:lnTo>
                  <a:lnTo>
                    <a:pt x="1066418" y="266600"/>
                  </a:lnTo>
                  <a:lnTo>
                    <a:pt x="1063685" y="270048"/>
                  </a:lnTo>
                  <a:lnTo>
                    <a:pt x="1062044" y="271352"/>
                  </a:lnTo>
                  <a:lnTo>
                    <a:pt x="1059447" y="272750"/>
                  </a:lnTo>
                  <a:lnTo>
                    <a:pt x="1054253" y="274147"/>
                  </a:lnTo>
                  <a:lnTo>
                    <a:pt x="1053661" y="274240"/>
                  </a:lnTo>
                  <a:lnTo>
                    <a:pt x="1050244" y="274753"/>
                  </a:lnTo>
                  <a:lnTo>
                    <a:pt x="1042772" y="274846"/>
                  </a:lnTo>
                  <a:lnTo>
                    <a:pt x="1038808" y="275405"/>
                  </a:lnTo>
                  <a:lnTo>
                    <a:pt x="1035801" y="276057"/>
                  </a:lnTo>
                  <a:lnTo>
                    <a:pt x="1033295" y="276942"/>
                  </a:lnTo>
                  <a:lnTo>
                    <a:pt x="1028420" y="281274"/>
                  </a:lnTo>
                  <a:lnTo>
                    <a:pt x="1025914" y="284582"/>
                  </a:lnTo>
                  <a:lnTo>
                    <a:pt x="1024638" y="287796"/>
                  </a:lnTo>
                  <a:lnTo>
                    <a:pt x="1022907" y="290452"/>
                  </a:lnTo>
                  <a:lnTo>
                    <a:pt x="1020857" y="292501"/>
                  </a:lnTo>
                  <a:lnTo>
                    <a:pt x="1018670" y="294318"/>
                  </a:lnTo>
                  <a:lnTo>
                    <a:pt x="1015708" y="296321"/>
                  </a:lnTo>
                  <a:lnTo>
                    <a:pt x="1011334" y="301073"/>
                  </a:lnTo>
                  <a:lnTo>
                    <a:pt x="1010150" y="303216"/>
                  </a:lnTo>
                  <a:lnTo>
                    <a:pt x="1008692" y="306989"/>
                  </a:lnTo>
                  <a:lnTo>
                    <a:pt x="1002632" y="317517"/>
                  </a:lnTo>
                  <a:lnTo>
                    <a:pt x="1001311" y="321011"/>
                  </a:lnTo>
                  <a:lnTo>
                    <a:pt x="997848" y="328744"/>
                  </a:lnTo>
                  <a:lnTo>
                    <a:pt x="997119" y="330840"/>
                  </a:lnTo>
                  <a:lnTo>
                    <a:pt x="996982" y="332843"/>
                  </a:lnTo>
                  <a:lnTo>
                    <a:pt x="998668" y="342206"/>
                  </a:lnTo>
                  <a:lnTo>
                    <a:pt x="1000263" y="348356"/>
                  </a:lnTo>
                  <a:lnTo>
                    <a:pt x="1000445" y="350312"/>
                  </a:lnTo>
                  <a:lnTo>
                    <a:pt x="1000582" y="354971"/>
                  </a:lnTo>
                  <a:lnTo>
                    <a:pt x="1000263" y="356554"/>
                  </a:lnTo>
                  <a:lnTo>
                    <a:pt x="999716" y="357905"/>
                  </a:lnTo>
                  <a:lnTo>
                    <a:pt x="998486" y="359908"/>
                  </a:lnTo>
                  <a:lnTo>
                    <a:pt x="996208" y="362797"/>
                  </a:lnTo>
                  <a:lnTo>
                    <a:pt x="994157" y="364334"/>
                  </a:lnTo>
                  <a:lnTo>
                    <a:pt x="989055" y="370436"/>
                  </a:lnTo>
                  <a:lnTo>
                    <a:pt x="980717" y="372346"/>
                  </a:lnTo>
                  <a:lnTo>
                    <a:pt x="968962" y="374070"/>
                  </a:lnTo>
                  <a:lnTo>
                    <a:pt x="964952" y="375794"/>
                  </a:lnTo>
                  <a:lnTo>
                    <a:pt x="963175" y="376586"/>
                  </a:lnTo>
                  <a:lnTo>
                    <a:pt x="958255" y="378309"/>
                  </a:lnTo>
                  <a:lnTo>
                    <a:pt x="953881" y="380778"/>
                  </a:lnTo>
                  <a:lnTo>
                    <a:pt x="952423" y="382176"/>
                  </a:lnTo>
                  <a:lnTo>
                    <a:pt x="948368" y="386834"/>
                  </a:lnTo>
                  <a:lnTo>
                    <a:pt x="945543" y="389583"/>
                  </a:lnTo>
                  <a:lnTo>
                    <a:pt x="943812" y="392657"/>
                  </a:lnTo>
                  <a:lnTo>
                    <a:pt x="943083" y="394614"/>
                  </a:lnTo>
                  <a:lnTo>
                    <a:pt x="942035" y="396570"/>
                  </a:lnTo>
                  <a:lnTo>
                    <a:pt x="941807" y="398154"/>
                  </a:lnTo>
                  <a:lnTo>
                    <a:pt x="940303" y="398946"/>
                  </a:lnTo>
                  <a:lnTo>
                    <a:pt x="938572" y="400856"/>
                  </a:lnTo>
                  <a:lnTo>
                    <a:pt x="937296" y="402999"/>
                  </a:lnTo>
                  <a:lnTo>
                    <a:pt x="935975" y="405794"/>
                  </a:lnTo>
                  <a:lnTo>
                    <a:pt x="935155" y="406958"/>
                  </a:lnTo>
                  <a:lnTo>
                    <a:pt x="932057" y="409008"/>
                  </a:lnTo>
                  <a:lnTo>
                    <a:pt x="928503" y="410545"/>
                  </a:lnTo>
                  <a:lnTo>
                    <a:pt x="923856" y="411244"/>
                  </a:lnTo>
                  <a:lnTo>
                    <a:pt x="920530" y="412176"/>
                  </a:lnTo>
                  <a:lnTo>
                    <a:pt x="912010" y="415670"/>
                  </a:lnTo>
                  <a:lnTo>
                    <a:pt x="908957" y="415949"/>
                  </a:lnTo>
                  <a:lnTo>
                    <a:pt x="905266" y="415576"/>
                  </a:lnTo>
                  <a:lnTo>
                    <a:pt x="900163" y="414598"/>
                  </a:lnTo>
                  <a:lnTo>
                    <a:pt x="889639" y="414365"/>
                  </a:lnTo>
                  <a:lnTo>
                    <a:pt x="878339" y="414598"/>
                  </a:lnTo>
                  <a:lnTo>
                    <a:pt x="875287" y="414272"/>
                  </a:lnTo>
                  <a:lnTo>
                    <a:pt x="872189" y="413247"/>
                  </a:lnTo>
                  <a:lnTo>
                    <a:pt x="866858" y="410685"/>
                  </a:lnTo>
                  <a:lnTo>
                    <a:pt x="859796" y="407704"/>
                  </a:lnTo>
                  <a:lnTo>
                    <a:pt x="857244" y="407052"/>
                  </a:lnTo>
                  <a:lnTo>
                    <a:pt x="855103" y="407145"/>
                  </a:lnTo>
                  <a:lnTo>
                    <a:pt x="853098" y="407750"/>
                  </a:lnTo>
                  <a:lnTo>
                    <a:pt x="850000" y="409614"/>
                  </a:lnTo>
                  <a:lnTo>
                    <a:pt x="846993" y="410359"/>
                  </a:lnTo>
                  <a:lnTo>
                    <a:pt x="843986" y="411990"/>
                  </a:lnTo>
                  <a:lnTo>
                    <a:pt x="842528" y="412502"/>
                  </a:lnTo>
                  <a:lnTo>
                    <a:pt x="839475" y="412781"/>
                  </a:lnTo>
                  <a:lnTo>
                    <a:pt x="835466" y="412549"/>
                  </a:lnTo>
                  <a:lnTo>
                    <a:pt x="833598" y="411617"/>
                  </a:lnTo>
                  <a:lnTo>
                    <a:pt x="832504" y="410266"/>
                  </a:lnTo>
                  <a:lnTo>
                    <a:pt x="831411" y="408076"/>
                  </a:lnTo>
                  <a:lnTo>
                    <a:pt x="829771" y="402999"/>
                  </a:lnTo>
                  <a:lnTo>
                    <a:pt x="828404" y="400530"/>
                  </a:lnTo>
                  <a:lnTo>
                    <a:pt x="827675" y="400064"/>
                  </a:lnTo>
                  <a:lnTo>
                    <a:pt x="826171" y="399505"/>
                  </a:lnTo>
                  <a:lnTo>
                    <a:pt x="825078" y="399365"/>
                  </a:lnTo>
                  <a:lnTo>
                    <a:pt x="824212" y="399458"/>
                  </a:lnTo>
                  <a:lnTo>
                    <a:pt x="822617" y="400437"/>
                  </a:lnTo>
                  <a:lnTo>
                    <a:pt x="819565" y="403185"/>
                  </a:lnTo>
                  <a:lnTo>
                    <a:pt x="817742" y="404210"/>
                  </a:lnTo>
                  <a:lnTo>
                    <a:pt x="811227" y="406958"/>
                  </a:lnTo>
                  <a:lnTo>
                    <a:pt x="805805" y="408729"/>
                  </a:lnTo>
                  <a:lnTo>
                    <a:pt x="804256" y="410126"/>
                  </a:lnTo>
                  <a:lnTo>
                    <a:pt x="803162" y="411990"/>
                  </a:lnTo>
                  <a:lnTo>
                    <a:pt x="801112" y="416462"/>
                  </a:lnTo>
                  <a:lnTo>
                    <a:pt x="797741" y="421073"/>
                  </a:lnTo>
                  <a:lnTo>
                    <a:pt x="795690" y="425173"/>
                  </a:lnTo>
                  <a:lnTo>
                    <a:pt x="794916" y="427549"/>
                  </a:lnTo>
                  <a:lnTo>
                    <a:pt x="792820" y="431136"/>
                  </a:lnTo>
                  <a:lnTo>
                    <a:pt x="792182" y="433092"/>
                  </a:lnTo>
                  <a:lnTo>
                    <a:pt x="792182" y="435561"/>
                  </a:lnTo>
                  <a:lnTo>
                    <a:pt x="792045" y="437471"/>
                  </a:lnTo>
                  <a:lnTo>
                    <a:pt x="791408" y="440080"/>
                  </a:lnTo>
                  <a:lnTo>
                    <a:pt x="790861" y="441338"/>
                  </a:lnTo>
                  <a:lnTo>
                    <a:pt x="789038" y="444133"/>
                  </a:lnTo>
                  <a:lnTo>
                    <a:pt x="785940" y="447440"/>
                  </a:lnTo>
                  <a:lnTo>
                    <a:pt x="784482" y="448325"/>
                  </a:lnTo>
                  <a:lnTo>
                    <a:pt x="779470" y="449350"/>
                  </a:lnTo>
                  <a:lnTo>
                    <a:pt x="773411" y="449257"/>
                  </a:lnTo>
                  <a:lnTo>
                    <a:pt x="770722" y="449583"/>
                  </a:lnTo>
                  <a:lnTo>
                    <a:pt x="769173" y="450328"/>
                  </a:lnTo>
                  <a:lnTo>
                    <a:pt x="766986" y="451446"/>
                  </a:lnTo>
                  <a:lnTo>
                    <a:pt x="761610" y="455546"/>
                  </a:lnTo>
                  <a:lnTo>
                    <a:pt x="758512" y="456571"/>
                  </a:lnTo>
                  <a:lnTo>
                    <a:pt x="756188" y="456897"/>
                  </a:lnTo>
                  <a:lnTo>
                    <a:pt x="750766" y="456850"/>
                  </a:lnTo>
                  <a:lnTo>
                    <a:pt x="744524" y="456431"/>
                  </a:lnTo>
                  <a:lnTo>
                    <a:pt x="742474" y="456617"/>
                  </a:lnTo>
                  <a:lnTo>
                    <a:pt x="734273" y="460996"/>
                  </a:lnTo>
                  <a:lnTo>
                    <a:pt x="730446" y="463698"/>
                  </a:lnTo>
                  <a:lnTo>
                    <a:pt x="728532" y="464350"/>
                  </a:lnTo>
                  <a:lnTo>
                    <a:pt x="724751" y="464676"/>
                  </a:lnTo>
                  <a:lnTo>
                    <a:pt x="722381" y="464350"/>
                  </a:lnTo>
                  <a:lnTo>
                    <a:pt x="714955" y="463977"/>
                  </a:lnTo>
                  <a:lnTo>
                    <a:pt x="709077" y="462533"/>
                  </a:lnTo>
                  <a:lnTo>
                    <a:pt x="703701" y="461928"/>
                  </a:lnTo>
                  <a:lnTo>
                    <a:pt x="699919" y="460623"/>
                  </a:lnTo>
                  <a:lnTo>
                    <a:pt x="696502" y="460623"/>
                  </a:lnTo>
                  <a:lnTo>
                    <a:pt x="694589" y="461369"/>
                  </a:lnTo>
                  <a:lnTo>
                    <a:pt x="691627" y="463791"/>
                  </a:lnTo>
                  <a:lnTo>
                    <a:pt x="688757" y="465701"/>
                  </a:lnTo>
                  <a:lnTo>
                    <a:pt x="687390" y="465841"/>
                  </a:lnTo>
                  <a:lnTo>
                    <a:pt x="684383" y="465608"/>
                  </a:lnTo>
                  <a:lnTo>
                    <a:pt x="682834" y="465887"/>
                  </a:lnTo>
                  <a:lnTo>
                    <a:pt x="681467" y="466400"/>
                  </a:lnTo>
                  <a:lnTo>
                    <a:pt x="675453" y="469474"/>
                  </a:lnTo>
                  <a:lnTo>
                    <a:pt x="673448" y="470965"/>
                  </a:lnTo>
                  <a:lnTo>
                    <a:pt x="667525" y="476695"/>
                  </a:lnTo>
                  <a:lnTo>
                    <a:pt x="663743" y="479536"/>
                  </a:lnTo>
                  <a:lnTo>
                    <a:pt x="658823" y="482704"/>
                  </a:lnTo>
                  <a:lnTo>
                    <a:pt x="657319" y="484381"/>
                  </a:lnTo>
                  <a:lnTo>
                    <a:pt x="656043" y="486850"/>
                  </a:lnTo>
                  <a:lnTo>
                    <a:pt x="651761" y="490530"/>
                  </a:lnTo>
                  <a:lnTo>
                    <a:pt x="650941" y="491695"/>
                  </a:lnTo>
                  <a:lnTo>
                    <a:pt x="649938" y="493884"/>
                  </a:lnTo>
                  <a:lnTo>
                    <a:pt x="647888" y="497099"/>
                  </a:lnTo>
                  <a:lnTo>
                    <a:pt x="644106" y="501990"/>
                  </a:lnTo>
                  <a:lnTo>
                    <a:pt x="643970" y="502176"/>
                  </a:lnTo>
                  <a:lnTo>
                    <a:pt x="642102" y="505065"/>
                  </a:lnTo>
                  <a:lnTo>
                    <a:pt x="635313" y="511959"/>
                  </a:lnTo>
                  <a:lnTo>
                    <a:pt x="615175" y="526400"/>
                  </a:lnTo>
                  <a:lnTo>
                    <a:pt x="601324" y="534366"/>
                  </a:lnTo>
                  <a:lnTo>
                    <a:pt x="572711" y="545313"/>
                  </a:lnTo>
                  <a:lnTo>
                    <a:pt x="566287" y="546804"/>
                  </a:lnTo>
                  <a:lnTo>
                    <a:pt x="554304" y="550065"/>
                  </a:lnTo>
                  <a:lnTo>
                    <a:pt x="551297" y="551742"/>
                  </a:lnTo>
                  <a:lnTo>
                    <a:pt x="551024" y="552301"/>
                  </a:lnTo>
                  <a:lnTo>
                    <a:pt x="549247" y="556121"/>
                  </a:lnTo>
                  <a:lnTo>
                    <a:pt x="546376" y="561478"/>
                  </a:lnTo>
                  <a:lnTo>
                    <a:pt x="539405" y="568186"/>
                  </a:lnTo>
                  <a:lnTo>
                    <a:pt x="529974" y="578807"/>
                  </a:lnTo>
                  <a:lnTo>
                    <a:pt x="511658" y="594273"/>
                  </a:lnTo>
                  <a:lnTo>
                    <a:pt x="505097" y="603357"/>
                  </a:lnTo>
                  <a:lnTo>
                    <a:pt x="475619" y="644677"/>
                  </a:lnTo>
                  <a:lnTo>
                    <a:pt x="461495" y="664429"/>
                  </a:lnTo>
                  <a:lnTo>
                    <a:pt x="460401" y="667690"/>
                  </a:lnTo>
                  <a:lnTo>
                    <a:pt x="447279" y="680966"/>
                  </a:lnTo>
                  <a:lnTo>
                    <a:pt x="442587" y="686137"/>
                  </a:lnTo>
                  <a:lnTo>
                    <a:pt x="442222" y="684972"/>
                  </a:lnTo>
                  <a:lnTo>
                    <a:pt x="441812" y="683202"/>
                  </a:lnTo>
                  <a:lnTo>
                    <a:pt x="441037" y="681665"/>
                  </a:lnTo>
                  <a:lnTo>
                    <a:pt x="440901" y="681386"/>
                  </a:lnTo>
                  <a:lnTo>
                    <a:pt x="439625" y="679569"/>
                  </a:lnTo>
                  <a:lnTo>
                    <a:pt x="438532" y="678637"/>
                  </a:lnTo>
                  <a:lnTo>
                    <a:pt x="438304" y="678358"/>
                  </a:lnTo>
                  <a:lnTo>
                    <a:pt x="437438" y="677659"/>
                  </a:lnTo>
                  <a:lnTo>
                    <a:pt x="436709" y="677100"/>
                  </a:lnTo>
                  <a:lnTo>
                    <a:pt x="435935" y="675376"/>
                  </a:lnTo>
                  <a:lnTo>
                    <a:pt x="434294" y="674025"/>
                  </a:lnTo>
                  <a:lnTo>
                    <a:pt x="433930" y="673233"/>
                  </a:lnTo>
                  <a:lnTo>
                    <a:pt x="432335" y="671649"/>
                  </a:lnTo>
                  <a:lnTo>
                    <a:pt x="430741" y="670205"/>
                  </a:lnTo>
                  <a:lnTo>
                    <a:pt x="429100" y="668342"/>
                  </a:lnTo>
                  <a:lnTo>
                    <a:pt x="427870" y="667084"/>
                  </a:lnTo>
                  <a:lnTo>
                    <a:pt x="427096" y="666246"/>
                  </a:lnTo>
                  <a:lnTo>
                    <a:pt x="424499" y="664010"/>
                  </a:lnTo>
                  <a:lnTo>
                    <a:pt x="423724" y="663730"/>
                  </a:lnTo>
                  <a:lnTo>
                    <a:pt x="420671" y="661215"/>
                  </a:lnTo>
                  <a:lnTo>
                    <a:pt x="419942" y="660935"/>
                  </a:lnTo>
                  <a:lnTo>
                    <a:pt x="419350" y="660609"/>
                  </a:lnTo>
                  <a:lnTo>
                    <a:pt x="419122" y="660423"/>
                  </a:lnTo>
                  <a:lnTo>
                    <a:pt x="418530" y="659957"/>
                  </a:lnTo>
                  <a:lnTo>
                    <a:pt x="418120" y="659677"/>
                  </a:lnTo>
                  <a:lnTo>
                    <a:pt x="417664" y="659491"/>
                  </a:lnTo>
                  <a:lnTo>
                    <a:pt x="417209" y="659351"/>
                  </a:lnTo>
                  <a:lnTo>
                    <a:pt x="416844" y="659305"/>
                  </a:lnTo>
                  <a:lnTo>
                    <a:pt x="416434" y="659305"/>
                  </a:lnTo>
                  <a:lnTo>
                    <a:pt x="415933" y="659258"/>
                  </a:lnTo>
                  <a:lnTo>
                    <a:pt x="415432" y="659118"/>
                  </a:lnTo>
                  <a:lnTo>
                    <a:pt x="415158" y="658839"/>
                  </a:lnTo>
                  <a:lnTo>
                    <a:pt x="414885" y="658373"/>
                  </a:lnTo>
                  <a:lnTo>
                    <a:pt x="414475" y="657721"/>
                  </a:lnTo>
                  <a:lnTo>
                    <a:pt x="413928" y="657208"/>
                  </a:lnTo>
                  <a:lnTo>
                    <a:pt x="413564" y="656743"/>
                  </a:lnTo>
                  <a:lnTo>
                    <a:pt x="413518" y="656416"/>
                  </a:lnTo>
                  <a:lnTo>
                    <a:pt x="413427" y="655718"/>
                  </a:lnTo>
                  <a:lnTo>
                    <a:pt x="413108" y="654739"/>
                  </a:lnTo>
                  <a:lnTo>
                    <a:pt x="412698" y="654180"/>
                  </a:lnTo>
                  <a:lnTo>
                    <a:pt x="411969" y="653295"/>
                  </a:lnTo>
                  <a:lnTo>
                    <a:pt x="409873" y="651432"/>
                  </a:lnTo>
                  <a:lnTo>
                    <a:pt x="409554" y="651106"/>
                  </a:lnTo>
                  <a:lnTo>
                    <a:pt x="407094" y="649242"/>
                  </a:lnTo>
                  <a:lnTo>
                    <a:pt x="405682" y="648124"/>
                  </a:lnTo>
                  <a:lnTo>
                    <a:pt x="403631" y="646634"/>
                  </a:lnTo>
                  <a:lnTo>
                    <a:pt x="401444" y="645143"/>
                  </a:lnTo>
                  <a:lnTo>
                    <a:pt x="398938" y="643746"/>
                  </a:lnTo>
                  <a:lnTo>
                    <a:pt x="396205" y="641789"/>
                  </a:lnTo>
                  <a:lnTo>
                    <a:pt x="393744" y="639134"/>
                  </a:lnTo>
                  <a:lnTo>
                    <a:pt x="391967" y="636618"/>
                  </a:lnTo>
                  <a:lnTo>
                    <a:pt x="389462" y="634289"/>
                  </a:lnTo>
                  <a:lnTo>
                    <a:pt x="387047" y="632519"/>
                  </a:lnTo>
                  <a:lnTo>
                    <a:pt x="384769" y="631960"/>
                  </a:lnTo>
                  <a:lnTo>
                    <a:pt x="383037" y="630516"/>
                  </a:lnTo>
                  <a:lnTo>
                    <a:pt x="380167" y="629258"/>
                  </a:lnTo>
                  <a:lnTo>
                    <a:pt x="376932" y="627395"/>
                  </a:lnTo>
                  <a:lnTo>
                    <a:pt x="375018" y="625531"/>
                  </a:lnTo>
                  <a:lnTo>
                    <a:pt x="372558" y="623761"/>
                  </a:lnTo>
                  <a:lnTo>
                    <a:pt x="368777" y="620919"/>
                  </a:lnTo>
                  <a:lnTo>
                    <a:pt x="366225" y="619475"/>
                  </a:lnTo>
                  <a:lnTo>
                    <a:pt x="361942" y="617239"/>
                  </a:lnTo>
                  <a:lnTo>
                    <a:pt x="358707" y="613745"/>
                  </a:lnTo>
                  <a:lnTo>
                    <a:pt x="356748" y="612534"/>
                  </a:lnTo>
                  <a:lnTo>
                    <a:pt x="353194" y="612115"/>
                  </a:lnTo>
                  <a:lnTo>
                    <a:pt x="346041" y="609320"/>
                  </a:lnTo>
                  <a:lnTo>
                    <a:pt x="341212" y="607037"/>
                  </a:lnTo>
                  <a:lnTo>
                    <a:pt x="338615" y="605873"/>
                  </a:lnTo>
                  <a:lnTo>
                    <a:pt x="336701" y="604848"/>
                  </a:lnTo>
                  <a:lnTo>
                    <a:pt x="335790" y="604382"/>
                  </a:lnTo>
                  <a:lnTo>
                    <a:pt x="333831" y="603497"/>
                  </a:lnTo>
                  <a:lnTo>
                    <a:pt x="331325" y="602332"/>
                  </a:lnTo>
                  <a:lnTo>
                    <a:pt x="329457" y="601540"/>
                  </a:lnTo>
                  <a:lnTo>
                    <a:pt x="327816" y="600748"/>
                  </a:lnTo>
                  <a:lnTo>
                    <a:pt x="327133" y="600143"/>
                  </a:lnTo>
                  <a:lnTo>
                    <a:pt x="326040" y="599863"/>
                  </a:lnTo>
                  <a:lnTo>
                    <a:pt x="325675" y="599444"/>
                  </a:lnTo>
                  <a:lnTo>
                    <a:pt x="324673" y="599258"/>
                  </a:lnTo>
                  <a:lnTo>
                    <a:pt x="323579" y="598652"/>
                  </a:lnTo>
                  <a:lnTo>
                    <a:pt x="323124" y="598466"/>
                  </a:lnTo>
                  <a:lnTo>
                    <a:pt x="322258" y="597627"/>
                  </a:lnTo>
                  <a:lnTo>
                    <a:pt x="320982" y="596742"/>
                  </a:lnTo>
                  <a:lnTo>
                    <a:pt x="319752" y="596090"/>
                  </a:lnTo>
                  <a:lnTo>
                    <a:pt x="317930" y="595717"/>
                  </a:lnTo>
                  <a:lnTo>
                    <a:pt x="315378" y="595112"/>
                  </a:lnTo>
                  <a:lnTo>
                    <a:pt x="314512" y="594925"/>
                  </a:lnTo>
                  <a:lnTo>
                    <a:pt x="312234" y="594180"/>
                  </a:lnTo>
                  <a:lnTo>
                    <a:pt x="310822" y="593388"/>
                  </a:lnTo>
                  <a:lnTo>
                    <a:pt x="309136" y="592829"/>
                  </a:lnTo>
                  <a:lnTo>
                    <a:pt x="307724" y="592410"/>
                  </a:lnTo>
                  <a:lnTo>
                    <a:pt x="306448" y="591944"/>
                  </a:lnTo>
                  <a:lnTo>
                    <a:pt x="306038" y="591432"/>
                  </a:lnTo>
                  <a:lnTo>
                    <a:pt x="305491" y="591059"/>
                  </a:lnTo>
                  <a:lnTo>
                    <a:pt x="304626" y="591012"/>
                  </a:lnTo>
                  <a:lnTo>
                    <a:pt x="304033" y="590407"/>
                  </a:lnTo>
                  <a:lnTo>
                    <a:pt x="303304" y="590453"/>
                  </a:lnTo>
                  <a:lnTo>
                    <a:pt x="302530" y="589941"/>
                  </a:lnTo>
                  <a:lnTo>
                    <a:pt x="301983" y="589615"/>
                  </a:lnTo>
                  <a:lnTo>
                    <a:pt x="301391" y="589568"/>
                  </a:lnTo>
                  <a:lnTo>
                    <a:pt x="300889" y="589382"/>
                  </a:lnTo>
                  <a:lnTo>
                    <a:pt x="300525" y="588869"/>
                  </a:lnTo>
                  <a:lnTo>
                    <a:pt x="299796" y="588730"/>
                  </a:lnTo>
                  <a:lnTo>
                    <a:pt x="298885" y="588077"/>
                  </a:lnTo>
                  <a:lnTo>
                    <a:pt x="298156" y="587984"/>
                  </a:lnTo>
                  <a:lnTo>
                    <a:pt x="297472" y="587658"/>
                  </a:lnTo>
                  <a:lnTo>
                    <a:pt x="297108" y="587192"/>
                  </a:lnTo>
                  <a:lnTo>
                    <a:pt x="296516" y="587006"/>
                  </a:lnTo>
                  <a:lnTo>
                    <a:pt x="295923" y="586913"/>
                  </a:lnTo>
                  <a:lnTo>
                    <a:pt x="295559" y="586633"/>
                  </a:lnTo>
                  <a:lnTo>
                    <a:pt x="294602" y="586354"/>
                  </a:lnTo>
                  <a:lnTo>
                    <a:pt x="293463" y="585562"/>
                  </a:lnTo>
                  <a:lnTo>
                    <a:pt x="293053" y="585469"/>
                  </a:lnTo>
                  <a:lnTo>
                    <a:pt x="292461" y="584956"/>
                  </a:lnTo>
                  <a:lnTo>
                    <a:pt x="292096" y="584956"/>
                  </a:lnTo>
                  <a:lnTo>
                    <a:pt x="291321" y="584817"/>
                  </a:lnTo>
                  <a:lnTo>
                    <a:pt x="290775" y="584491"/>
                  </a:lnTo>
                  <a:lnTo>
                    <a:pt x="290228" y="584444"/>
                  </a:lnTo>
                  <a:lnTo>
                    <a:pt x="289727" y="584071"/>
                  </a:lnTo>
                  <a:lnTo>
                    <a:pt x="289362" y="583699"/>
                  </a:lnTo>
                  <a:lnTo>
                    <a:pt x="288451" y="583512"/>
                  </a:lnTo>
                  <a:lnTo>
                    <a:pt x="288041" y="583233"/>
                  </a:lnTo>
                  <a:lnTo>
                    <a:pt x="287904" y="583000"/>
                  </a:lnTo>
                  <a:lnTo>
                    <a:pt x="287585" y="582860"/>
                  </a:lnTo>
                  <a:lnTo>
                    <a:pt x="287175" y="582907"/>
                  </a:lnTo>
                  <a:lnTo>
                    <a:pt x="286355" y="582301"/>
                  </a:lnTo>
                  <a:lnTo>
                    <a:pt x="285763" y="582161"/>
                  </a:lnTo>
                  <a:lnTo>
                    <a:pt x="285262" y="582115"/>
                  </a:lnTo>
                  <a:lnTo>
                    <a:pt x="284852" y="581928"/>
                  </a:lnTo>
                  <a:lnTo>
                    <a:pt x="284715" y="581556"/>
                  </a:lnTo>
                  <a:lnTo>
                    <a:pt x="284168" y="581323"/>
                  </a:lnTo>
                  <a:lnTo>
                    <a:pt x="283166" y="581230"/>
                  </a:lnTo>
                  <a:lnTo>
                    <a:pt x="282346" y="580484"/>
                  </a:lnTo>
                  <a:lnTo>
                    <a:pt x="281754" y="580345"/>
                  </a:lnTo>
                  <a:lnTo>
                    <a:pt x="281116" y="580345"/>
                  </a:lnTo>
                  <a:lnTo>
                    <a:pt x="280614" y="580205"/>
                  </a:lnTo>
                  <a:lnTo>
                    <a:pt x="280068" y="579553"/>
                  </a:lnTo>
                  <a:lnTo>
                    <a:pt x="279065" y="579413"/>
                  </a:lnTo>
                  <a:lnTo>
                    <a:pt x="278382" y="578854"/>
                  </a:lnTo>
                  <a:lnTo>
                    <a:pt x="277881" y="578435"/>
                  </a:lnTo>
                  <a:lnTo>
                    <a:pt x="277334" y="578341"/>
                  </a:lnTo>
                  <a:lnTo>
                    <a:pt x="276878" y="578062"/>
                  </a:lnTo>
                  <a:lnTo>
                    <a:pt x="276195" y="577410"/>
                  </a:lnTo>
                  <a:lnTo>
                    <a:pt x="275830" y="577270"/>
                  </a:lnTo>
                  <a:lnTo>
                    <a:pt x="274828" y="577270"/>
                  </a:lnTo>
                  <a:lnTo>
                    <a:pt x="274281" y="576851"/>
                  </a:lnTo>
                  <a:lnTo>
                    <a:pt x="273826" y="576571"/>
                  </a:lnTo>
                  <a:lnTo>
                    <a:pt x="272915" y="576292"/>
                  </a:lnTo>
                  <a:lnTo>
                    <a:pt x="272231" y="575546"/>
                  </a:lnTo>
                  <a:lnTo>
                    <a:pt x="271730" y="575500"/>
                  </a:lnTo>
                  <a:lnTo>
                    <a:pt x="271046" y="574894"/>
                  </a:lnTo>
                  <a:lnTo>
                    <a:pt x="269953" y="574754"/>
                  </a:lnTo>
                  <a:lnTo>
                    <a:pt x="269452" y="574568"/>
                  </a:lnTo>
                  <a:lnTo>
                    <a:pt x="269178" y="574242"/>
                  </a:lnTo>
                  <a:lnTo>
                    <a:pt x="268404" y="574242"/>
                  </a:lnTo>
                  <a:lnTo>
                    <a:pt x="267766" y="573636"/>
                  </a:lnTo>
                  <a:lnTo>
                    <a:pt x="266991" y="573590"/>
                  </a:lnTo>
                  <a:lnTo>
                    <a:pt x="266490" y="573310"/>
                  </a:lnTo>
                  <a:lnTo>
                    <a:pt x="266171" y="572891"/>
                  </a:lnTo>
                  <a:lnTo>
                    <a:pt x="265761" y="572612"/>
                  </a:lnTo>
                  <a:lnTo>
                    <a:pt x="264713" y="572379"/>
                  </a:lnTo>
                  <a:lnTo>
                    <a:pt x="264212" y="572099"/>
                  </a:lnTo>
                  <a:lnTo>
                    <a:pt x="263984" y="571773"/>
                  </a:lnTo>
                  <a:lnTo>
                    <a:pt x="263529" y="571680"/>
                  </a:lnTo>
                  <a:lnTo>
                    <a:pt x="263255" y="571773"/>
                  </a:lnTo>
                  <a:lnTo>
                    <a:pt x="262800" y="571633"/>
                  </a:lnTo>
                  <a:lnTo>
                    <a:pt x="262071" y="571121"/>
                  </a:lnTo>
                  <a:lnTo>
                    <a:pt x="261433" y="570841"/>
                  </a:lnTo>
                  <a:lnTo>
                    <a:pt x="260977" y="570795"/>
                  </a:lnTo>
                  <a:lnTo>
                    <a:pt x="260203" y="570608"/>
                  </a:lnTo>
                  <a:lnTo>
                    <a:pt x="259838" y="570329"/>
                  </a:lnTo>
                  <a:lnTo>
                    <a:pt x="259519" y="569770"/>
                  </a:lnTo>
                  <a:lnTo>
                    <a:pt x="258836" y="569630"/>
                  </a:lnTo>
                  <a:lnTo>
                    <a:pt x="258426" y="569584"/>
                  </a:lnTo>
                  <a:lnTo>
                    <a:pt x="257788" y="569164"/>
                  </a:lnTo>
                  <a:lnTo>
                    <a:pt x="256284" y="568978"/>
                  </a:lnTo>
                  <a:lnTo>
                    <a:pt x="255829" y="568466"/>
                  </a:lnTo>
                  <a:lnTo>
                    <a:pt x="255373" y="568000"/>
                  </a:lnTo>
                  <a:lnTo>
                    <a:pt x="254781" y="567953"/>
                  </a:lnTo>
                  <a:lnTo>
                    <a:pt x="254644" y="567674"/>
                  </a:lnTo>
                  <a:lnTo>
                    <a:pt x="253414" y="567161"/>
                  </a:lnTo>
                  <a:lnTo>
                    <a:pt x="252640" y="567254"/>
                  </a:lnTo>
                  <a:lnTo>
                    <a:pt x="252002" y="566695"/>
                  </a:lnTo>
                  <a:lnTo>
                    <a:pt x="251683" y="566695"/>
                  </a:lnTo>
                  <a:lnTo>
                    <a:pt x="250999" y="566416"/>
                  </a:lnTo>
                  <a:lnTo>
                    <a:pt x="250453" y="566462"/>
                  </a:lnTo>
                  <a:lnTo>
                    <a:pt x="249222" y="565903"/>
                  </a:lnTo>
                  <a:lnTo>
                    <a:pt x="248220" y="565764"/>
                  </a:lnTo>
                  <a:lnTo>
                    <a:pt x="247309" y="565205"/>
                  </a:lnTo>
                  <a:lnTo>
                    <a:pt x="246489" y="565158"/>
                  </a:lnTo>
                  <a:lnTo>
                    <a:pt x="245942" y="565018"/>
                  </a:lnTo>
                  <a:lnTo>
                    <a:pt x="245304" y="564459"/>
                  </a:lnTo>
                  <a:lnTo>
                    <a:pt x="244848" y="564459"/>
                  </a:lnTo>
                  <a:lnTo>
                    <a:pt x="244165" y="564133"/>
                  </a:lnTo>
                  <a:lnTo>
                    <a:pt x="243390" y="564040"/>
                  </a:lnTo>
                  <a:lnTo>
                    <a:pt x="242798" y="563714"/>
                  </a:lnTo>
                  <a:lnTo>
                    <a:pt x="242388" y="563621"/>
                  </a:lnTo>
                  <a:lnTo>
                    <a:pt x="241522" y="563155"/>
                  </a:lnTo>
                  <a:lnTo>
                    <a:pt x="240657" y="562782"/>
                  </a:lnTo>
                  <a:lnTo>
                    <a:pt x="239973" y="562596"/>
                  </a:lnTo>
                  <a:lnTo>
                    <a:pt x="239518" y="562782"/>
                  </a:lnTo>
                  <a:lnTo>
                    <a:pt x="239062" y="562736"/>
                  </a:lnTo>
                  <a:lnTo>
                    <a:pt x="238743" y="562363"/>
                  </a:lnTo>
                  <a:lnTo>
                    <a:pt x="238333" y="562177"/>
                  </a:lnTo>
                  <a:lnTo>
                    <a:pt x="237559" y="562130"/>
                  </a:lnTo>
                  <a:lnTo>
                    <a:pt x="237240" y="561804"/>
                  </a:lnTo>
                  <a:lnTo>
                    <a:pt x="237103" y="561431"/>
                  </a:lnTo>
                  <a:lnTo>
                    <a:pt x="236511" y="561245"/>
                  </a:lnTo>
                  <a:lnTo>
                    <a:pt x="236146" y="561152"/>
                  </a:lnTo>
                  <a:lnTo>
                    <a:pt x="235827" y="561245"/>
                  </a:lnTo>
                  <a:lnTo>
                    <a:pt x="235235" y="561245"/>
                  </a:lnTo>
                  <a:lnTo>
                    <a:pt x="234506" y="560546"/>
                  </a:lnTo>
                  <a:lnTo>
                    <a:pt x="233686" y="560360"/>
                  </a:lnTo>
                  <a:lnTo>
                    <a:pt x="233276" y="559894"/>
                  </a:lnTo>
                  <a:lnTo>
                    <a:pt x="232775" y="559708"/>
                  </a:lnTo>
                  <a:lnTo>
                    <a:pt x="232319" y="559428"/>
                  </a:lnTo>
                  <a:lnTo>
                    <a:pt x="232000" y="559102"/>
                  </a:lnTo>
                  <a:lnTo>
                    <a:pt x="231681" y="558916"/>
                  </a:lnTo>
                  <a:lnTo>
                    <a:pt x="231271" y="559009"/>
                  </a:lnTo>
                  <a:lnTo>
                    <a:pt x="230679" y="558730"/>
                  </a:lnTo>
                  <a:lnTo>
                    <a:pt x="228628" y="557705"/>
                  </a:lnTo>
                  <a:lnTo>
                    <a:pt x="227079" y="556913"/>
                  </a:lnTo>
                  <a:lnTo>
                    <a:pt x="223753" y="554863"/>
                  </a:lnTo>
                  <a:lnTo>
                    <a:pt x="223070" y="554397"/>
                  </a:lnTo>
                  <a:lnTo>
                    <a:pt x="222387" y="553838"/>
                  </a:lnTo>
                  <a:lnTo>
                    <a:pt x="221293" y="553326"/>
                  </a:lnTo>
                  <a:lnTo>
                    <a:pt x="220473" y="552674"/>
                  </a:lnTo>
                  <a:lnTo>
                    <a:pt x="219243" y="551835"/>
                  </a:lnTo>
                  <a:lnTo>
                    <a:pt x="218468" y="551323"/>
                  </a:lnTo>
                  <a:lnTo>
                    <a:pt x="217056" y="549925"/>
                  </a:lnTo>
                  <a:lnTo>
                    <a:pt x="216600" y="549785"/>
                  </a:lnTo>
                  <a:lnTo>
                    <a:pt x="215826" y="549180"/>
                  </a:lnTo>
                  <a:lnTo>
                    <a:pt x="214960" y="548621"/>
                  </a:lnTo>
                  <a:lnTo>
                    <a:pt x="214231" y="548295"/>
                  </a:lnTo>
                  <a:lnTo>
                    <a:pt x="213912" y="547875"/>
                  </a:lnTo>
                  <a:lnTo>
                    <a:pt x="213137" y="547410"/>
                  </a:lnTo>
                  <a:lnTo>
                    <a:pt x="212545" y="546897"/>
                  </a:lnTo>
                  <a:lnTo>
                    <a:pt x="212135" y="546571"/>
                  </a:lnTo>
                  <a:lnTo>
                    <a:pt x="211497" y="546245"/>
                  </a:lnTo>
                  <a:lnTo>
                    <a:pt x="210586" y="545546"/>
                  </a:lnTo>
                  <a:lnTo>
                    <a:pt x="209766" y="545034"/>
                  </a:lnTo>
                  <a:lnTo>
                    <a:pt x="209356" y="544847"/>
                  </a:lnTo>
                  <a:lnTo>
                    <a:pt x="208445" y="544195"/>
                  </a:lnTo>
                  <a:lnTo>
                    <a:pt x="208080" y="544056"/>
                  </a:lnTo>
                  <a:lnTo>
                    <a:pt x="207989" y="543683"/>
                  </a:lnTo>
                  <a:lnTo>
                    <a:pt x="207306" y="543264"/>
                  </a:lnTo>
                  <a:lnTo>
                    <a:pt x="206075" y="542565"/>
                  </a:lnTo>
                  <a:lnTo>
                    <a:pt x="205574" y="542285"/>
                  </a:lnTo>
                  <a:lnTo>
                    <a:pt x="204845" y="541726"/>
                  </a:lnTo>
                  <a:lnTo>
                    <a:pt x="204390" y="541447"/>
                  </a:lnTo>
                  <a:lnTo>
                    <a:pt x="204116" y="541074"/>
                  </a:lnTo>
                  <a:lnTo>
                    <a:pt x="203797" y="540748"/>
                  </a:lnTo>
                  <a:lnTo>
                    <a:pt x="203433" y="540375"/>
                  </a:lnTo>
                  <a:lnTo>
                    <a:pt x="202977" y="539816"/>
                  </a:lnTo>
                  <a:lnTo>
                    <a:pt x="202704" y="539351"/>
                  </a:lnTo>
                  <a:lnTo>
                    <a:pt x="202203" y="538791"/>
                  </a:lnTo>
                  <a:lnTo>
                    <a:pt x="202020" y="538512"/>
                  </a:lnTo>
                  <a:lnTo>
                    <a:pt x="201109" y="537906"/>
                  </a:lnTo>
                  <a:lnTo>
                    <a:pt x="200471" y="537347"/>
                  </a:lnTo>
                  <a:lnTo>
                    <a:pt x="199469" y="536323"/>
                  </a:lnTo>
                  <a:lnTo>
                    <a:pt x="198740" y="535717"/>
                  </a:lnTo>
                  <a:lnTo>
                    <a:pt x="198011" y="534878"/>
                  </a:lnTo>
                  <a:lnTo>
                    <a:pt x="197373" y="534226"/>
                  </a:lnTo>
                  <a:lnTo>
                    <a:pt x="197100" y="533947"/>
                  </a:lnTo>
                  <a:lnTo>
                    <a:pt x="194731" y="533062"/>
                  </a:lnTo>
                  <a:lnTo>
                    <a:pt x="192954" y="530919"/>
                  </a:lnTo>
                  <a:lnTo>
                    <a:pt x="192134" y="530267"/>
                  </a:lnTo>
                  <a:lnTo>
                    <a:pt x="191177" y="529102"/>
                  </a:lnTo>
                  <a:lnTo>
                    <a:pt x="189992" y="527658"/>
                  </a:lnTo>
                  <a:lnTo>
                    <a:pt x="188671" y="526633"/>
                  </a:lnTo>
                  <a:lnTo>
                    <a:pt x="187350" y="524770"/>
                  </a:lnTo>
                  <a:lnTo>
                    <a:pt x="186848" y="523745"/>
                  </a:lnTo>
                  <a:lnTo>
                    <a:pt x="185481" y="522347"/>
                  </a:lnTo>
                  <a:lnTo>
                    <a:pt x="184570" y="521695"/>
                  </a:lnTo>
                  <a:lnTo>
                    <a:pt x="183295" y="520531"/>
                  </a:lnTo>
                  <a:lnTo>
                    <a:pt x="181928" y="519645"/>
                  </a:lnTo>
                  <a:lnTo>
                    <a:pt x="181290" y="518947"/>
                  </a:lnTo>
                  <a:lnTo>
                    <a:pt x="180470" y="518574"/>
                  </a:lnTo>
                  <a:lnTo>
                    <a:pt x="178647" y="516897"/>
                  </a:lnTo>
                  <a:lnTo>
                    <a:pt x="176961" y="515779"/>
                  </a:lnTo>
                  <a:lnTo>
                    <a:pt x="174729" y="513962"/>
                  </a:lnTo>
                  <a:lnTo>
                    <a:pt x="172998" y="513217"/>
                  </a:lnTo>
                  <a:lnTo>
                    <a:pt x="172496" y="512285"/>
                  </a:lnTo>
                  <a:lnTo>
                    <a:pt x="172405" y="510934"/>
                  </a:lnTo>
                  <a:lnTo>
                    <a:pt x="171631" y="510096"/>
                  </a:lnTo>
                  <a:lnTo>
                    <a:pt x="171038" y="508745"/>
                  </a:lnTo>
                  <a:lnTo>
                    <a:pt x="169854" y="508558"/>
                  </a:lnTo>
                  <a:lnTo>
                    <a:pt x="169079" y="508419"/>
                  </a:lnTo>
                  <a:lnTo>
                    <a:pt x="168031" y="507534"/>
                  </a:lnTo>
                  <a:lnTo>
                    <a:pt x="166664" y="506928"/>
                  </a:lnTo>
                  <a:lnTo>
                    <a:pt x="165753" y="506742"/>
                  </a:lnTo>
                  <a:lnTo>
                    <a:pt x="165206" y="506369"/>
                  </a:lnTo>
                  <a:lnTo>
                    <a:pt x="164204" y="505298"/>
                  </a:lnTo>
                  <a:lnTo>
                    <a:pt x="162974" y="503993"/>
                  </a:lnTo>
                  <a:lnTo>
                    <a:pt x="161470" y="503294"/>
                  </a:lnTo>
                  <a:lnTo>
                    <a:pt x="160423" y="502037"/>
                  </a:lnTo>
                  <a:lnTo>
                    <a:pt x="158463" y="501012"/>
                  </a:lnTo>
                  <a:lnTo>
                    <a:pt x="156869" y="500686"/>
                  </a:lnTo>
                  <a:lnTo>
                    <a:pt x="155684" y="499568"/>
                  </a:lnTo>
                  <a:lnTo>
                    <a:pt x="154044" y="497565"/>
                  </a:lnTo>
                  <a:lnTo>
                    <a:pt x="153224" y="496726"/>
                  </a:lnTo>
                  <a:lnTo>
                    <a:pt x="151629" y="495655"/>
                  </a:lnTo>
                  <a:lnTo>
                    <a:pt x="150672" y="494816"/>
                  </a:lnTo>
                  <a:lnTo>
                    <a:pt x="149533" y="494537"/>
                  </a:lnTo>
                  <a:lnTo>
                    <a:pt x="148440" y="493978"/>
                  </a:lnTo>
                  <a:lnTo>
                    <a:pt x="147118" y="493186"/>
                  </a:lnTo>
                  <a:lnTo>
                    <a:pt x="146207" y="491928"/>
                  </a:lnTo>
                  <a:lnTo>
                    <a:pt x="145296" y="491322"/>
                  </a:lnTo>
                  <a:lnTo>
                    <a:pt x="143291" y="489645"/>
                  </a:lnTo>
                  <a:lnTo>
                    <a:pt x="141742" y="489040"/>
                  </a:lnTo>
                  <a:lnTo>
                    <a:pt x="140512" y="487828"/>
                  </a:lnTo>
                  <a:lnTo>
                    <a:pt x="139464" y="487130"/>
                  </a:lnTo>
                  <a:lnTo>
                    <a:pt x="138781" y="486897"/>
                  </a:lnTo>
                  <a:lnTo>
                    <a:pt x="137824" y="486571"/>
                  </a:lnTo>
                  <a:lnTo>
                    <a:pt x="136822" y="485965"/>
                  </a:lnTo>
                  <a:lnTo>
                    <a:pt x="136229" y="485127"/>
                  </a:lnTo>
                  <a:lnTo>
                    <a:pt x="135728" y="484940"/>
                  </a:lnTo>
                  <a:lnTo>
                    <a:pt x="135136" y="484381"/>
                  </a:lnTo>
                  <a:lnTo>
                    <a:pt x="134407" y="484055"/>
                  </a:lnTo>
                  <a:lnTo>
                    <a:pt x="133860" y="483869"/>
                  </a:lnTo>
                  <a:lnTo>
                    <a:pt x="133040" y="483217"/>
                  </a:lnTo>
                  <a:lnTo>
                    <a:pt x="132448" y="483077"/>
                  </a:lnTo>
                  <a:lnTo>
                    <a:pt x="131582" y="482238"/>
                  </a:lnTo>
                  <a:lnTo>
                    <a:pt x="130078" y="481167"/>
                  </a:lnTo>
                  <a:lnTo>
                    <a:pt x="129167" y="480189"/>
                  </a:lnTo>
                  <a:lnTo>
                    <a:pt x="128028" y="479024"/>
                  </a:lnTo>
                  <a:lnTo>
                    <a:pt x="126980" y="478232"/>
                  </a:lnTo>
                  <a:lnTo>
                    <a:pt x="126251" y="477906"/>
                  </a:lnTo>
                  <a:lnTo>
                    <a:pt x="125340" y="477440"/>
                  </a:lnTo>
                  <a:lnTo>
                    <a:pt x="124474" y="476741"/>
                  </a:lnTo>
                  <a:lnTo>
                    <a:pt x="123426" y="475903"/>
                  </a:lnTo>
                  <a:lnTo>
                    <a:pt x="122515" y="474878"/>
                  </a:lnTo>
                  <a:lnTo>
                    <a:pt x="121741" y="474412"/>
                  </a:lnTo>
                  <a:lnTo>
                    <a:pt x="120738" y="474086"/>
                  </a:lnTo>
                  <a:lnTo>
                    <a:pt x="119508" y="473341"/>
                  </a:lnTo>
                  <a:lnTo>
                    <a:pt x="118779" y="472875"/>
                  </a:lnTo>
                  <a:lnTo>
                    <a:pt x="117594" y="472130"/>
                  </a:lnTo>
                  <a:lnTo>
                    <a:pt x="116683" y="471617"/>
                  </a:lnTo>
                  <a:lnTo>
                    <a:pt x="115316" y="470546"/>
                  </a:lnTo>
                  <a:lnTo>
                    <a:pt x="114451" y="469800"/>
                  </a:lnTo>
                  <a:lnTo>
                    <a:pt x="113403" y="469102"/>
                  </a:lnTo>
                  <a:lnTo>
                    <a:pt x="112036" y="468869"/>
                  </a:lnTo>
                  <a:lnTo>
                    <a:pt x="111125" y="467844"/>
                  </a:lnTo>
                  <a:lnTo>
                    <a:pt x="110213" y="466772"/>
                  </a:lnTo>
                  <a:lnTo>
                    <a:pt x="108437" y="465981"/>
                  </a:lnTo>
                  <a:lnTo>
                    <a:pt x="107297" y="465095"/>
                  </a:lnTo>
                  <a:lnTo>
                    <a:pt x="106614" y="464071"/>
                  </a:lnTo>
                  <a:lnTo>
                    <a:pt x="105338" y="462999"/>
                  </a:lnTo>
                  <a:lnTo>
                    <a:pt x="104518" y="462067"/>
                  </a:lnTo>
                  <a:lnTo>
                    <a:pt x="103516" y="461089"/>
                  </a:lnTo>
                  <a:lnTo>
                    <a:pt x="102331" y="460344"/>
                  </a:lnTo>
                  <a:lnTo>
                    <a:pt x="101147" y="459738"/>
                  </a:lnTo>
                  <a:lnTo>
                    <a:pt x="99233" y="459086"/>
                  </a:lnTo>
                  <a:lnTo>
                    <a:pt x="98276" y="458201"/>
                  </a:lnTo>
                  <a:lnTo>
                    <a:pt x="97821" y="457036"/>
                  </a:lnTo>
                  <a:lnTo>
                    <a:pt x="96818" y="456198"/>
                  </a:lnTo>
                  <a:lnTo>
                    <a:pt x="95132" y="454987"/>
                  </a:lnTo>
                  <a:lnTo>
                    <a:pt x="94403" y="454195"/>
                  </a:lnTo>
                  <a:lnTo>
                    <a:pt x="93538" y="453123"/>
                  </a:lnTo>
                  <a:lnTo>
                    <a:pt x="92718" y="452238"/>
                  </a:lnTo>
                  <a:lnTo>
                    <a:pt x="92217" y="451959"/>
                  </a:lnTo>
                  <a:lnTo>
                    <a:pt x="91260" y="451446"/>
                  </a:lnTo>
                  <a:lnTo>
                    <a:pt x="90485" y="451027"/>
                  </a:lnTo>
                  <a:lnTo>
                    <a:pt x="89528" y="450235"/>
                  </a:lnTo>
                  <a:lnTo>
                    <a:pt x="87250" y="449350"/>
                  </a:lnTo>
                  <a:lnTo>
                    <a:pt x="85610" y="448139"/>
                  </a:lnTo>
                  <a:lnTo>
                    <a:pt x="84517" y="447347"/>
                  </a:lnTo>
                  <a:lnTo>
                    <a:pt x="83605" y="446462"/>
                  </a:lnTo>
                  <a:lnTo>
                    <a:pt x="81965" y="445530"/>
                  </a:lnTo>
                  <a:lnTo>
                    <a:pt x="80507" y="444459"/>
                  </a:lnTo>
                  <a:lnTo>
                    <a:pt x="79277" y="443574"/>
                  </a:lnTo>
                  <a:lnTo>
                    <a:pt x="77956" y="442456"/>
                  </a:lnTo>
                  <a:lnTo>
                    <a:pt x="76634" y="441524"/>
                  </a:lnTo>
                  <a:lnTo>
                    <a:pt x="75723" y="441244"/>
                  </a:lnTo>
                  <a:lnTo>
                    <a:pt x="74402" y="440313"/>
                  </a:lnTo>
                  <a:lnTo>
                    <a:pt x="73081" y="438775"/>
                  </a:lnTo>
                  <a:lnTo>
                    <a:pt x="71805" y="438403"/>
                  </a:lnTo>
                  <a:lnTo>
                    <a:pt x="70210" y="437611"/>
                  </a:lnTo>
                  <a:lnTo>
                    <a:pt x="68889" y="437005"/>
                  </a:lnTo>
                  <a:lnTo>
                    <a:pt x="67704" y="435468"/>
                  </a:lnTo>
                  <a:lnTo>
                    <a:pt x="65426" y="434070"/>
                  </a:lnTo>
                  <a:lnTo>
                    <a:pt x="62920" y="432114"/>
                  </a:lnTo>
                  <a:lnTo>
                    <a:pt x="62009" y="431042"/>
                  </a:lnTo>
                  <a:lnTo>
                    <a:pt x="60961" y="430297"/>
                  </a:lnTo>
                  <a:lnTo>
                    <a:pt x="59868" y="429505"/>
                  </a:lnTo>
                  <a:lnTo>
                    <a:pt x="58820" y="428573"/>
                  </a:lnTo>
                  <a:lnTo>
                    <a:pt x="57225" y="427083"/>
                  </a:lnTo>
                  <a:lnTo>
                    <a:pt x="55767" y="426570"/>
                  </a:lnTo>
                  <a:lnTo>
                    <a:pt x="54810" y="425406"/>
                  </a:lnTo>
                  <a:lnTo>
                    <a:pt x="53079" y="424427"/>
                  </a:lnTo>
                  <a:lnTo>
                    <a:pt x="51393" y="423403"/>
                  </a:lnTo>
                  <a:lnTo>
                    <a:pt x="50072" y="422191"/>
                  </a:lnTo>
                  <a:lnTo>
                    <a:pt x="49115" y="421586"/>
                  </a:lnTo>
                  <a:lnTo>
                    <a:pt x="47839" y="421446"/>
                  </a:lnTo>
                  <a:lnTo>
                    <a:pt x="46928" y="420608"/>
                  </a:lnTo>
                  <a:lnTo>
                    <a:pt x="44832" y="419257"/>
                  </a:lnTo>
                  <a:lnTo>
                    <a:pt x="44240" y="418558"/>
                  </a:lnTo>
                  <a:lnTo>
                    <a:pt x="42873" y="417952"/>
                  </a:lnTo>
                  <a:lnTo>
                    <a:pt x="41825" y="417254"/>
                  </a:lnTo>
                  <a:lnTo>
                    <a:pt x="40185" y="416182"/>
                  </a:lnTo>
                  <a:lnTo>
                    <a:pt x="38545" y="415111"/>
                  </a:lnTo>
                  <a:lnTo>
                    <a:pt x="37451" y="413946"/>
                  </a:lnTo>
                  <a:lnTo>
                    <a:pt x="35857" y="412968"/>
                  </a:lnTo>
                  <a:lnTo>
                    <a:pt x="34399" y="412222"/>
                  </a:lnTo>
                  <a:lnTo>
                    <a:pt x="33715" y="411803"/>
                  </a:lnTo>
                  <a:lnTo>
                    <a:pt x="32531" y="411198"/>
                  </a:lnTo>
                  <a:lnTo>
                    <a:pt x="31073" y="410452"/>
                  </a:lnTo>
                  <a:lnTo>
                    <a:pt x="30663" y="409521"/>
                  </a:lnTo>
                  <a:lnTo>
                    <a:pt x="29751" y="409194"/>
                  </a:lnTo>
                  <a:lnTo>
                    <a:pt x="28886" y="408309"/>
                  </a:lnTo>
                  <a:lnTo>
                    <a:pt x="26198" y="407238"/>
                  </a:lnTo>
                  <a:lnTo>
                    <a:pt x="23783" y="404909"/>
                  </a:lnTo>
                  <a:lnTo>
                    <a:pt x="21641" y="403837"/>
                  </a:lnTo>
                  <a:lnTo>
                    <a:pt x="20639" y="403045"/>
                  </a:lnTo>
                  <a:lnTo>
                    <a:pt x="19591" y="402300"/>
                  </a:lnTo>
                  <a:lnTo>
                    <a:pt x="19272" y="402067"/>
                  </a:lnTo>
                  <a:lnTo>
                    <a:pt x="18817" y="401881"/>
                  </a:lnTo>
                  <a:lnTo>
                    <a:pt x="17905" y="401275"/>
                  </a:lnTo>
                  <a:lnTo>
                    <a:pt x="16721" y="400623"/>
                  </a:lnTo>
                  <a:lnTo>
                    <a:pt x="15263" y="399738"/>
                  </a:lnTo>
                  <a:lnTo>
                    <a:pt x="13714" y="398853"/>
                  </a:lnTo>
                  <a:lnTo>
                    <a:pt x="12438" y="398061"/>
                  </a:lnTo>
                  <a:lnTo>
                    <a:pt x="10798" y="396710"/>
                  </a:lnTo>
                  <a:lnTo>
                    <a:pt x="9613" y="396384"/>
                  </a:lnTo>
                  <a:lnTo>
                    <a:pt x="8793" y="395406"/>
                  </a:lnTo>
                  <a:lnTo>
                    <a:pt x="6925" y="394334"/>
                  </a:lnTo>
                  <a:lnTo>
                    <a:pt x="5831" y="393915"/>
                  </a:lnTo>
                  <a:lnTo>
                    <a:pt x="5285" y="393309"/>
                  </a:lnTo>
                  <a:lnTo>
                    <a:pt x="3644" y="392051"/>
                  </a:lnTo>
                  <a:lnTo>
                    <a:pt x="1321" y="391353"/>
                  </a:lnTo>
                  <a:lnTo>
                    <a:pt x="0" y="390701"/>
                  </a:lnTo>
                  <a:lnTo>
                    <a:pt x="9249" y="377191"/>
                  </a:lnTo>
                  <a:lnTo>
                    <a:pt x="21186" y="383666"/>
                  </a:lnTo>
                  <a:lnTo>
                    <a:pt x="23327" y="384924"/>
                  </a:lnTo>
                  <a:lnTo>
                    <a:pt x="24603" y="385669"/>
                  </a:lnTo>
                  <a:lnTo>
                    <a:pt x="25514" y="386322"/>
                  </a:lnTo>
                  <a:lnTo>
                    <a:pt x="26881" y="387207"/>
                  </a:lnTo>
                  <a:lnTo>
                    <a:pt x="29524" y="389163"/>
                  </a:lnTo>
                  <a:lnTo>
                    <a:pt x="31027" y="390374"/>
                  </a:lnTo>
                  <a:lnTo>
                    <a:pt x="31483" y="390701"/>
                  </a:lnTo>
                  <a:lnTo>
                    <a:pt x="31938" y="391027"/>
                  </a:lnTo>
                  <a:lnTo>
                    <a:pt x="32667" y="391632"/>
                  </a:lnTo>
                  <a:lnTo>
                    <a:pt x="33351" y="392191"/>
                  </a:lnTo>
                  <a:lnTo>
                    <a:pt x="33579" y="392331"/>
                  </a:lnTo>
                  <a:lnTo>
                    <a:pt x="39684" y="397129"/>
                  </a:lnTo>
                  <a:lnTo>
                    <a:pt x="47384" y="403092"/>
                  </a:lnTo>
                  <a:lnTo>
                    <a:pt x="52669" y="407285"/>
                  </a:lnTo>
                  <a:lnTo>
                    <a:pt x="55220" y="409288"/>
                  </a:lnTo>
                  <a:lnTo>
                    <a:pt x="57544" y="411011"/>
                  </a:lnTo>
                  <a:lnTo>
                    <a:pt x="57954" y="411244"/>
                  </a:lnTo>
                  <a:lnTo>
                    <a:pt x="58227" y="410452"/>
                  </a:lnTo>
                  <a:lnTo>
                    <a:pt x="58273" y="410266"/>
                  </a:lnTo>
                  <a:lnTo>
                    <a:pt x="58319" y="410126"/>
                  </a:lnTo>
                  <a:lnTo>
                    <a:pt x="58501" y="409567"/>
                  </a:lnTo>
                  <a:lnTo>
                    <a:pt x="58956" y="408868"/>
                  </a:lnTo>
                  <a:lnTo>
                    <a:pt x="59230" y="408309"/>
                  </a:lnTo>
                  <a:lnTo>
                    <a:pt x="59777" y="407378"/>
                  </a:lnTo>
                  <a:lnTo>
                    <a:pt x="60095" y="406912"/>
                  </a:lnTo>
                  <a:lnTo>
                    <a:pt x="60597" y="406539"/>
                  </a:lnTo>
                  <a:lnTo>
                    <a:pt x="61007" y="406120"/>
                  </a:lnTo>
                  <a:lnTo>
                    <a:pt x="61326" y="405747"/>
                  </a:lnTo>
                  <a:lnTo>
                    <a:pt x="61508" y="405561"/>
                  </a:lnTo>
                  <a:lnTo>
                    <a:pt x="61690" y="405281"/>
                  </a:lnTo>
                  <a:lnTo>
                    <a:pt x="61827" y="405048"/>
                  </a:lnTo>
                  <a:lnTo>
                    <a:pt x="61326" y="404629"/>
                  </a:lnTo>
                  <a:lnTo>
                    <a:pt x="60688" y="404070"/>
                  </a:lnTo>
                  <a:lnTo>
                    <a:pt x="60551" y="403930"/>
                  </a:lnTo>
                  <a:lnTo>
                    <a:pt x="59913" y="403371"/>
                  </a:lnTo>
                  <a:lnTo>
                    <a:pt x="58455" y="400902"/>
                  </a:lnTo>
                  <a:lnTo>
                    <a:pt x="58182" y="400390"/>
                  </a:lnTo>
                  <a:lnTo>
                    <a:pt x="58091" y="400250"/>
                  </a:lnTo>
                  <a:lnTo>
                    <a:pt x="58319" y="399039"/>
                  </a:lnTo>
                  <a:lnTo>
                    <a:pt x="58546" y="397129"/>
                  </a:lnTo>
                  <a:lnTo>
                    <a:pt x="58592" y="396850"/>
                  </a:lnTo>
                  <a:lnTo>
                    <a:pt x="59048" y="394614"/>
                  </a:lnTo>
                  <a:lnTo>
                    <a:pt x="59366" y="392937"/>
                  </a:lnTo>
                  <a:lnTo>
                    <a:pt x="59412" y="391492"/>
                  </a:lnTo>
                  <a:lnTo>
                    <a:pt x="59366" y="389489"/>
                  </a:lnTo>
                  <a:lnTo>
                    <a:pt x="59412" y="388138"/>
                  </a:lnTo>
                  <a:lnTo>
                    <a:pt x="59321" y="385576"/>
                  </a:lnTo>
                  <a:lnTo>
                    <a:pt x="61189" y="385576"/>
                  </a:lnTo>
                  <a:lnTo>
                    <a:pt x="62647" y="385530"/>
                  </a:lnTo>
                  <a:lnTo>
                    <a:pt x="63740" y="385437"/>
                  </a:lnTo>
                  <a:lnTo>
                    <a:pt x="64788" y="385297"/>
                  </a:lnTo>
                  <a:lnTo>
                    <a:pt x="65062" y="385297"/>
                  </a:lnTo>
                  <a:lnTo>
                    <a:pt x="65882" y="385157"/>
                  </a:lnTo>
                  <a:lnTo>
                    <a:pt x="65927" y="385343"/>
                  </a:lnTo>
                  <a:lnTo>
                    <a:pt x="66611" y="385483"/>
                  </a:lnTo>
                  <a:lnTo>
                    <a:pt x="68889" y="385902"/>
                  </a:lnTo>
                  <a:lnTo>
                    <a:pt x="69846" y="386089"/>
                  </a:lnTo>
                  <a:lnTo>
                    <a:pt x="71076" y="386275"/>
                  </a:lnTo>
                  <a:lnTo>
                    <a:pt x="72944" y="386508"/>
                  </a:lnTo>
                  <a:lnTo>
                    <a:pt x="74129" y="386648"/>
                  </a:lnTo>
                  <a:lnTo>
                    <a:pt x="77181" y="387020"/>
                  </a:lnTo>
                  <a:lnTo>
                    <a:pt x="79960" y="387393"/>
                  </a:lnTo>
                  <a:lnTo>
                    <a:pt x="82466" y="387719"/>
                  </a:lnTo>
                  <a:lnTo>
                    <a:pt x="85473" y="388092"/>
                  </a:lnTo>
                  <a:lnTo>
                    <a:pt x="88708" y="388511"/>
                  </a:lnTo>
                  <a:lnTo>
                    <a:pt x="92535" y="389070"/>
                  </a:lnTo>
                  <a:lnTo>
                    <a:pt x="96864" y="389629"/>
                  </a:lnTo>
                  <a:lnTo>
                    <a:pt x="97319" y="389676"/>
                  </a:lnTo>
                  <a:lnTo>
                    <a:pt x="100327" y="390048"/>
                  </a:lnTo>
                  <a:lnTo>
                    <a:pt x="100281" y="390840"/>
                  </a:lnTo>
                  <a:lnTo>
                    <a:pt x="99780" y="396896"/>
                  </a:lnTo>
                  <a:lnTo>
                    <a:pt x="100144" y="396989"/>
                  </a:lnTo>
                  <a:lnTo>
                    <a:pt x="104427" y="397688"/>
                  </a:lnTo>
                  <a:lnTo>
                    <a:pt x="104427" y="399225"/>
                  </a:lnTo>
                  <a:lnTo>
                    <a:pt x="105247" y="399319"/>
                  </a:lnTo>
                  <a:lnTo>
                    <a:pt x="110077" y="397409"/>
                  </a:lnTo>
                  <a:lnTo>
                    <a:pt x="112537" y="396430"/>
                  </a:lnTo>
                  <a:lnTo>
                    <a:pt x="115544" y="393822"/>
                  </a:lnTo>
                  <a:lnTo>
                    <a:pt x="116455" y="390561"/>
                  </a:lnTo>
                  <a:lnTo>
                    <a:pt x="115635" y="386182"/>
                  </a:lnTo>
                  <a:lnTo>
                    <a:pt x="114496" y="382269"/>
                  </a:lnTo>
                  <a:lnTo>
                    <a:pt x="115225" y="377145"/>
                  </a:lnTo>
                  <a:lnTo>
                    <a:pt x="119827" y="370436"/>
                  </a:lnTo>
                  <a:lnTo>
                    <a:pt x="125067" y="365825"/>
                  </a:lnTo>
                  <a:lnTo>
                    <a:pt x="129896" y="361818"/>
                  </a:lnTo>
                  <a:lnTo>
                    <a:pt x="131810" y="359582"/>
                  </a:lnTo>
                  <a:lnTo>
                    <a:pt x="132356" y="358977"/>
                  </a:lnTo>
                  <a:lnTo>
                    <a:pt x="131901" y="358231"/>
                  </a:lnTo>
                  <a:lnTo>
                    <a:pt x="131126" y="357067"/>
                  </a:lnTo>
                  <a:lnTo>
                    <a:pt x="130169" y="355297"/>
                  </a:lnTo>
                  <a:lnTo>
                    <a:pt x="129942" y="354924"/>
                  </a:lnTo>
                  <a:lnTo>
                    <a:pt x="128484" y="352781"/>
                  </a:lnTo>
                  <a:lnTo>
                    <a:pt x="127254" y="351290"/>
                  </a:lnTo>
                  <a:lnTo>
                    <a:pt x="126707" y="349101"/>
                  </a:lnTo>
                  <a:lnTo>
                    <a:pt x="126206" y="346772"/>
                  </a:lnTo>
                  <a:lnTo>
                    <a:pt x="126069" y="345840"/>
                  </a:lnTo>
                  <a:lnTo>
                    <a:pt x="125978" y="345095"/>
                  </a:lnTo>
                  <a:lnTo>
                    <a:pt x="125887" y="344536"/>
                  </a:lnTo>
                  <a:lnTo>
                    <a:pt x="125887" y="343930"/>
                  </a:lnTo>
                  <a:lnTo>
                    <a:pt x="125932" y="342765"/>
                  </a:lnTo>
                  <a:lnTo>
                    <a:pt x="125932" y="342439"/>
                  </a:lnTo>
                  <a:lnTo>
                    <a:pt x="126069" y="341182"/>
                  </a:lnTo>
                  <a:lnTo>
                    <a:pt x="126297" y="340110"/>
                  </a:lnTo>
                  <a:lnTo>
                    <a:pt x="126616" y="338899"/>
                  </a:lnTo>
                  <a:lnTo>
                    <a:pt x="126889" y="338060"/>
                  </a:lnTo>
                  <a:lnTo>
                    <a:pt x="127254" y="337129"/>
                  </a:lnTo>
                  <a:lnTo>
                    <a:pt x="127572" y="336337"/>
                  </a:lnTo>
                  <a:lnTo>
                    <a:pt x="128210" y="334660"/>
                  </a:lnTo>
                  <a:lnTo>
                    <a:pt x="128484" y="333868"/>
                  </a:lnTo>
                  <a:lnTo>
                    <a:pt x="132448" y="323573"/>
                  </a:lnTo>
                  <a:lnTo>
                    <a:pt x="132767" y="322781"/>
                  </a:lnTo>
                  <a:lnTo>
                    <a:pt x="132903" y="322362"/>
                  </a:lnTo>
                  <a:lnTo>
                    <a:pt x="133222" y="321570"/>
                  </a:lnTo>
                  <a:lnTo>
                    <a:pt x="145478" y="326321"/>
                  </a:lnTo>
                  <a:lnTo>
                    <a:pt x="146845" y="326414"/>
                  </a:lnTo>
                  <a:lnTo>
                    <a:pt x="147392" y="326275"/>
                  </a:lnTo>
                  <a:lnTo>
                    <a:pt x="148622" y="325669"/>
                  </a:lnTo>
                  <a:lnTo>
                    <a:pt x="151082" y="324178"/>
                  </a:lnTo>
                  <a:lnTo>
                    <a:pt x="159739" y="312346"/>
                  </a:lnTo>
                  <a:lnTo>
                    <a:pt x="173909" y="292594"/>
                  </a:lnTo>
                  <a:lnTo>
                    <a:pt x="176278" y="286352"/>
                  </a:lnTo>
                  <a:lnTo>
                    <a:pt x="180014" y="278666"/>
                  </a:lnTo>
                  <a:lnTo>
                    <a:pt x="184434" y="271399"/>
                  </a:lnTo>
                  <a:lnTo>
                    <a:pt x="191086" y="262874"/>
                  </a:lnTo>
                  <a:lnTo>
                    <a:pt x="198831" y="253464"/>
                  </a:lnTo>
                  <a:lnTo>
                    <a:pt x="203888" y="249737"/>
                  </a:lnTo>
                  <a:lnTo>
                    <a:pt x="231818" y="233339"/>
                  </a:lnTo>
                  <a:lnTo>
                    <a:pt x="232182" y="231709"/>
                  </a:lnTo>
                  <a:lnTo>
                    <a:pt x="231271" y="226631"/>
                  </a:lnTo>
                  <a:lnTo>
                    <a:pt x="229039" y="219271"/>
                  </a:lnTo>
                  <a:lnTo>
                    <a:pt x="226852" y="211771"/>
                  </a:lnTo>
                  <a:lnTo>
                    <a:pt x="224573" y="201942"/>
                  </a:lnTo>
                  <a:lnTo>
                    <a:pt x="226669" y="204224"/>
                  </a:lnTo>
                  <a:lnTo>
                    <a:pt x="229859" y="207485"/>
                  </a:lnTo>
                  <a:lnTo>
                    <a:pt x="232866" y="209721"/>
                  </a:lnTo>
                  <a:lnTo>
                    <a:pt x="236192" y="210653"/>
                  </a:lnTo>
                  <a:lnTo>
                    <a:pt x="240657" y="212889"/>
                  </a:lnTo>
                  <a:lnTo>
                    <a:pt x="245486" y="213867"/>
                  </a:lnTo>
                  <a:lnTo>
                    <a:pt x="250179" y="213867"/>
                  </a:lnTo>
                  <a:lnTo>
                    <a:pt x="254006" y="214240"/>
                  </a:lnTo>
                  <a:lnTo>
                    <a:pt x="255874" y="214892"/>
                  </a:lnTo>
                  <a:lnTo>
                    <a:pt x="258061" y="216569"/>
                  </a:lnTo>
                  <a:lnTo>
                    <a:pt x="259884" y="219877"/>
                  </a:lnTo>
                  <a:lnTo>
                    <a:pt x="262891" y="223184"/>
                  </a:lnTo>
                  <a:lnTo>
                    <a:pt x="265260" y="225933"/>
                  </a:lnTo>
                  <a:lnTo>
                    <a:pt x="267174" y="229193"/>
                  </a:lnTo>
                  <a:lnTo>
                    <a:pt x="273097" y="233153"/>
                  </a:lnTo>
                  <a:lnTo>
                    <a:pt x="275739" y="235343"/>
                  </a:lnTo>
                  <a:lnTo>
                    <a:pt x="277699" y="237020"/>
                  </a:lnTo>
                  <a:lnTo>
                    <a:pt x="279384" y="239349"/>
                  </a:lnTo>
                  <a:lnTo>
                    <a:pt x="279794" y="239721"/>
                  </a:lnTo>
                  <a:lnTo>
                    <a:pt x="283849" y="243308"/>
                  </a:lnTo>
                  <a:lnTo>
                    <a:pt x="286310" y="247082"/>
                  </a:lnTo>
                  <a:lnTo>
                    <a:pt x="288497" y="248246"/>
                  </a:lnTo>
                  <a:lnTo>
                    <a:pt x="293691" y="251880"/>
                  </a:lnTo>
                  <a:lnTo>
                    <a:pt x="295969" y="253044"/>
                  </a:lnTo>
                  <a:lnTo>
                    <a:pt x="296516" y="253417"/>
                  </a:lnTo>
                  <a:lnTo>
                    <a:pt x="298247" y="254535"/>
                  </a:lnTo>
                  <a:lnTo>
                    <a:pt x="301300" y="256864"/>
                  </a:lnTo>
                  <a:lnTo>
                    <a:pt x="302621" y="257144"/>
                  </a:lnTo>
                  <a:lnTo>
                    <a:pt x="306585" y="257377"/>
                  </a:lnTo>
                  <a:lnTo>
                    <a:pt x="307815" y="257656"/>
                  </a:lnTo>
                  <a:lnTo>
                    <a:pt x="309774" y="258867"/>
                  </a:lnTo>
                  <a:lnTo>
                    <a:pt x="313282" y="260964"/>
                  </a:lnTo>
                  <a:lnTo>
                    <a:pt x="315606" y="261663"/>
                  </a:lnTo>
                  <a:lnTo>
                    <a:pt x="316335" y="261942"/>
                  </a:lnTo>
                  <a:lnTo>
                    <a:pt x="315515" y="262687"/>
                  </a:lnTo>
                  <a:lnTo>
                    <a:pt x="314786" y="263340"/>
                  </a:lnTo>
                  <a:lnTo>
                    <a:pt x="314467" y="263945"/>
                  </a:lnTo>
                  <a:lnTo>
                    <a:pt x="314740" y="264737"/>
                  </a:lnTo>
                  <a:lnTo>
                    <a:pt x="314558" y="267486"/>
                  </a:lnTo>
                  <a:lnTo>
                    <a:pt x="313465" y="269815"/>
                  </a:lnTo>
                  <a:lnTo>
                    <a:pt x="309865" y="276010"/>
                  </a:lnTo>
                  <a:lnTo>
                    <a:pt x="308589" y="278992"/>
                  </a:lnTo>
                  <a:lnTo>
                    <a:pt x="307952" y="282579"/>
                  </a:lnTo>
                  <a:lnTo>
                    <a:pt x="309273" y="284815"/>
                  </a:lnTo>
                  <a:lnTo>
                    <a:pt x="312143" y="288588"/>
                  </a:lnTo>
                  <a:lnTo>
                    <a:pt x="315287" y="291989"/>
                  </a:lnTo>
                  <a:lnTo>
                    <a:pt x="316244" y="293666"/>
                  </a:lnTo>
                  <a:lnTo>
                    <a:pt x="317656" y="295529"/>
                  </a:lnTo>
                  <a:lnTo>
                    <a:pt x="327452" y="303262"/>
                  </a:lnTo>
                  <a:lnTo>
                    <a:pt x="328819" y="304427"/>
                  </a:lnTo>
                  <a:lnTo>
                    <a:pt x="331325" y="309458"/>
                  </a:lnTo>
                  <a:lnTo>
                    <a:pt x="335152" y="316818"/>
                  </a:lnTo>
                  <a:lnTo>
                    <a:pt x="335152" y="317843"/>
                  </a:lnTo>
                  <a:lnTo>
                    <a:pt x="334241" y="320079"/>
                  </a:lnTo>
                  <a:lnTo>
                    <a:pt x="334423" y="322129"/>
                  </a:lnTo>
                  <a:lnTo>
                    <a:pt x="336063" y="324644"/>
                  </a:lnTo>
                  <a:lnTo>
                    <a:pt x="340893" y="327998"/>
                  </a:lnTo>
                  <a:lnTo>
                    <a:pt x="338979" y="333123"/>
                  </a:lnTo>
                  <a:lnTo>
                    <a:pt x="335653" y="341368"/>
                  </a:lnTo>
                  <a:lnTo>
                    <a:pt x="335197" y="342533"/>
                  </a:lnTo>
                  <a:lnTo>
                    <a:pt x="333694" y="346166"/>
                  </a:lnTo>
                  <a:lnTo>
                    <a:pt x="334560" y="346446"/>
                  </a:lnTo>
                  <a:lnTo>
                    <a:pt x="338523" y="348030"/>
                  </a:lnTo>
                  <a:lnTo>
                    <a:pt x="339161" y="348309"/>
                  </a:lnTo>
                  <a:lnTo>
                    <a:pt x="339389" y="348402"/>
                  </a:lnTo>
                  <a:lnTo>
                    <a:pt x="339754" y="348542"/>
                  </a:lnTo>
                  <a:lnTo>
                    <a:pt x="339799" y="348356"/>
                  </a:lnTo>
                  <a:lnTo>
                    <a:pt x="341348" y="344303"/>
                  </a:lnTo>
                  <a:lnTo>
                    <a:pt x="341531" y="343651"/>
                  </a:lnTo>
                  <a:lnTo>
                    <a:pt x="342032" y="343045"/>
                  </a:lnTo>
                  <a:lnTo>
                    <a:pt x="342533" y="342439"/>
                  </a:lnTo>
                  <a:lnTo>
                    <a:pt x="344629" y="339831"/>
                  </a:lnTo>
                  <a:lnTo>
                    <a:pt x="345312" y="339085"/>
                  </a:lnTo>
                  <a:lnTo>
                    <a:pt x="348319" y="335452"/>
                  </a:lnTo>
                  <a:lnTo>
                    <a:pt x="351099" y="332098"/>
                  </a:lnTo>
                  <a:lnTo>
                    <a:pt x="351326" y="332377"/>
                  </a:lnTo>
                  <a:lnTo>
                    <a:pt x="351600" y="332610"/>
                  </a:lnTo>
                  <a:lnTo>
                    <a:pt x="352192" y="333123"/>
                  </a:lnTo>
                  <a:lnTo>
                    <a:pt x="353468" y="334194"/>
                  </a:lnTo>
                  <a:lnTo>
                    <a:pt x="353923" y="334567"/>
                  </a:lnTo>
                  <a:lnTo>
                    <a:pt x="354333" y="334893"/>
                  </a:lnTo>
                  <a:lnTo>
                    <a:pt x="354561" y="335079"/>
                  </a:lnTo>
                  <a:lnTo>
                    <a:pt x="354926" y="335359"/>
                  </a:lnTo>
                  <a:lnTo>
                    <a:pt x="355290" y="335545"/>
                  </a:lnTo>
                  <a:lnTo>
                    <a:pt x="355883" y="335685"/>
                  </a:lnTo>
                  <a:lnTo>
                    <a:pt x="356520" y="335824"/>
                  </a:lnTo>
                  <a:lnTo>
                    <a:pt x="356885" y="335871"/>
                  </a:lnTo>
                  <a:lnTo>
                    <a:pt x="357523" y="335918"/>
                  </a:lnTo>
                  <a:lnTo>
                    <a:pt x="357842" y="336104"/>
                  </a:lnTo>
                  <a:lnTo>
                    <a:pt x="358753" y="336756"/>
                  </a:lnTo>
                  <a:lnTo>
                    <a:pt x="358753" y="336896"/>
                  </a:lnTo>
                  <a:lnTo>
                    <a:pt x="358753" y="337175"/>
                  </a:lnTo>
                  <a:lnTo>
                    <a:pt x="358707" y="338526"/>
                  </a:lnTo>
                  <a:lnTo>
                    <a:pt x="358571" y="338899"/>
                  </a:lnTo>
                  <a:lnTo>
                    <a:pt x="358525" y="339179"/>
                  </a:lnTo>
                  <a:lnTo>
                    <a:pt x="358480" y="339411"/>
                  </a:lnTo>
                  <a:lnTo>
                    <a:pt x="358525" y="339738"/>
                  </a:lnTo>
                  <a:lnTo>
                    <a:pt x="358571" y="339924"/>
                  </a:lnTo>
                  <a:lnTo>
                    <a:pt x="358707" y="340250"/>
                  </a:lnTo>
                  <a:lnTo>
                    <a:pt x="359619" y="341321"/>
                  </a:lnTo>
                  <a:lnTo>
                    <a:pt x="359983" y="341694"/>
                  </a:lnTo>
                  <a:lnTo>
                    <a:pt x="360120" y="341787"/>
                  </a:lnTo>
                  <a:lnTo>
                    <a:pt x="360302" y="341834"/>
                  </a:lnTo>
                  <a:lnTo>
                    <a:pt x="360484" y="341834"/>
                  </a:lnTo>
                  <a:lnTo>
                    <a:pt x="360712" y="341834"/>
                  </a:lnTo>
                  <a:lnTo>
                    <a:pt x="360940" y="341834"/>
                  </a:lnTo>
                  <a:lnTo>
                    <a:pt x="361168" y="341927"/>
                  </a:lnTo>
                  <a:lnTo>
                    <a:pt x="361350" y="342067"/>
                  </a:lnTo>
                  <a:lnTo>
                    <a:pt x="361669" y="342253"/>
                  </a:lnTo>
                  <a:lnTo>
                    <a:pt x="361851" y="342300"/>
                  </a:lnTo>
                  <a:lnTo>
                    <a:pt x="362033" y="342533"/>
                  </a:lnTo>
                  <a:lnTo>
                    <a:pt x="362124" y="342765"/>
                  </a:lnTo>
                  <a:lnTo>
                    <a:pt x="362170" y="342905"/>
                  </a:lnTo>
                  <a:lnTo>
                    <a:pt x="362216" y="343045"/>
                  </a:lnTo>
                  <a:lnTo>
                    <a:pt x="362352" y="343418"/>
                  </a:lnTo>
                  <a:lnTo>
                    <a:pt x="362398" y="343557"/>
                  </a:lnTo>
                  <a:lnTo>
                    <a:pt x="362398" y="343697"/>
                  </a:lnTo>
                  <a:lnTo>
                    <a:pt x="362535" y="344023"/>
                  </a:lnTo>
                  <a:lnTo>
                    <a:pt x="362899" y="344303"/>
                  </a:lnTo>
                  <a:lnTo>
                    <a:pt x="363582" y="345095"/>
                  </a:lnTo>
                  <a:lnTo>
                    <a:pt x="363674" y="345234"/>
                  </a:lnTo>
                  <a:lnTo>
                    <a:pt x="363810" y="345421"/>
                  </a:lnTo>
                  <a:lnTo>
                    <a:pt x="364084" y="345654"/>
                  </a:lnTo>
                  <a:lnTo>
                    <a:pt x="364266" y="345654"/>
                  </a:lnTo>
                  <a:lnTo>
                    <a:pt x="365086" y="345793"/>
                  </a:lnTo>
                  <a:lnTo>
                    <a:pt x="365359" y="345887"/>
                  </a:lnTo>
                  <a:lnTo>
                    <a:pt x="365587" y="345887"/>
                  </a:lnTo>
                  <a:lnTo>
                    <a:pt x="366088" y="345980"/>
                  </a:lnTo>
                  <a:lnTo>
                    <a:pt x="366225" y="346073"/>
                  </a:lnTo>
                  <a:lnTo>
                    <a:pt x="366590" y="346213"/>
                  </a:lnTo>
                  <a:lnTo>
                    <a:pt x="366817" y="346399"/>
                  </a:lnTo>
                  <a:lnTo>
                    <a:pt x="366954" y="346585"/>
                  </a:lnTo>
                  <a:lnTo>
                    <a:pt x="367182" y="346772"/>
                  </a:lnTo>
                  <a:lnTo>
                    <a:pt x="368913" y="342719"/>
                  </a:lnTo>
                  <a:lnTo>
                    <a:pt x="370189" y="339272"/>
                  </a:lnTo>
                  <a:lnTo>
                    <a:pt x="370599" y="337222"/>
                  </a:lnTo>
                  <a:lnTo>
                    <a:pt x="372330" y="335312"/>
                  </a:lnTo>
                  <a:lnTo>
                    <a:pt x="373560" y="334008"/>
                  </a:lnTo>
                  <a:lnTo>
                    <a:pt x="375520" y="331911"/>
                  </a:lnTo>
                  <a:lnTo>
                    <a:pt x="377980" y="329955"/>
                  </a:lnTo>
                  <a:lnTo>
                    <a:pt x="379392" y="328837"/>
                  </a:lnTo>
                  <a:lnTo>
                    <a:pt x="380987" y="326834"/>
                  </a:lnTo>
                  <a:lnTo>
                    <a:pt x="382855" y="322734"/>
                  </a:lnTo>
                  <a:lnTo>
                    <a:pt x="384996" y="320964"/>
                  </a:lnTo>
                  <a:lnTo>
                    <a:pt x="387685" y="319939"/>
                  </a:lnTo>
                  <a:lnTo>
                    <a:pt x="388824" y="320265"/>
                  </a:lnTo>
                  <a:lnTo>
                    <a:pt x="390099" y="322036"/>
                  </a:lnTo>
                  <a:lnTo>
                    <a:pt x="391512" y="323619"/>
                  </a:lnTo>
                  <a:lnTo>
                    <a:pt x="393198" y="325296"/>
                  </a:lnTo>
                  <a:lnTo>
                    <a:pt x="394656" y="326694"/>
                  </a:lnTo>
                  <a:lnTo>
                    <a:pt x="394929" y="326787"/>
                  </a:lnTo>
                  <a:lnTo>
                    <a:pt x="395795" y="327067"/>
                  </a:lnTo>
                  <a:lnTo>
                    <a:pt x="396660" y="327300"/>
                  </a:lnTo>
                  <a:lnTo>
                    <a:pt x="398437" y="327253"/>
                  </a:lnTo>
                  <a:lnTo>
                    <a:pt x="399531" y="328045"/>
                  </a:lnTo>
                  <a:lnTo>
                    <a:pt x="400624" y="329489"/>
                  </a:lnTo>
                  <a:lnTo>
                    <a:pt x="402993" y="334520"/>
                  </a:lnTo>
                  <a:lnTo>
                    <a:pt x="404360" y="337595"/>
                  </a:lnTo>
                  <a:lnTo>
                    <a:pt x="404998" y="340110"/>
                  </a:lnTo>
                  <a:lnTo>
                    <a:pt x="405454" y="342439"/>
                  </a:lnTo>
                  <a:lnTo>
                    <a:pt x="405955" y="344070"/>
                  </a:lnTo>
                  <a:lnTo>
                    <a:pt x="408415" y="346446"/>
                  </a:lnTo>
                  <a:lnTo>
                    <a:pt x="410602" y="348356"/>
                  </a:lnTo>
                  <a:lnTo>
                    <a:pt x="412242" y="349893"/>
                  </a:lnTo>
                  <a:lnTo>
                    <a:pt x="414612" y="349800"/>
                  </a:lnTo>
                  <a:lnTo>
                    <a:pt x="421856" y="345514"/>
                  </a:lnTo>
                  <a:lnTo>
                    <a:pt x="428326" y="341741"/>
                  </a:lnTo>
                  <a:lnTo>
                    <a:pt x="441766" y="334986"/>
                  </a:lnTo>
                  <a:lnTo>
                    <a:pt x="443179" y="333076"/>
                  </a:lnTo>
                  <a:lnTo>
                    <a:pt x="441949" y="326927"/>
                  </a:lnTo>
                  <a:lnTo>
                    <a:pt x="439534" y="320405"/>
                  </a:lnTo>
                  <a:lnTo>
                    <a:pt x="439625" y="319986"/>
                  </a:lnTo>
                  <a:lnTo>
                    <a:pt x="440445" y="316725"/>
                  </a:lnTo>
                  <a:lnTo>
                    <a:pt x="440308" y="316073"/>
                  </a:lnTo>
                  <a:lnTo>
                    <a:pt x="439853" y="313790"/>
                  </a:lnTo>
                  <a:lnTo>
                    <a:pt x="436664" y="310669"/>
                  </a:lnTo>
                  <a:lnTo>
                    <a:pt x="436709" y="309504"/>
                  </a:lnTo>
                  <a:lnTo>
                    <a:pt x="436755" y="307408"/>
                  </a:lnTo>
                  <a:lnTo>
                    <a:pt x="439898" y="305032"/>
                  </a:lnTo>
                  <a:lnTo>
                    <a:pt x="441721" y="302983"/>
                  </a:lnTo>
                  <a:lnTo>
                    <a:pt x="442268" y="300001"/>
                  </a:lnTo>
                  <a:lnTo>
                    <a:pt x="442450" y="298417"/>
                  </a:lnTo>
                  <a:lnTo>
                    <a:pt x="442541" y="297532"/>
                  </a:lnTo>
                  <a:lnTo>
                    <a:pt x="442359" y="295948"/>
                  </a:lnTo>
                  <a:lnTo>
                    <a:pt x="441539" y="295296"/>
                  </a:lnTo>
                  <a:lnTo>
                    <a:pt x="440263" y="294598"/>
                  </a:lnTo>
                  <a:lnTo>
                    <a:pt x="439488" y="293712"/>
                  </a:lnTo>
                  <a:lnTo>
                    <a:pt x="439352" y="292548"/>
                  </a:lnTo>
                  <a:lnTo>
                    <a:pt x="439078" y="290219"/>
                  </a:lnTo>
                  <a:lnTo>
                    <a:pt x="439078" y="286166"/>
                  </a:lnTo>
                  <a:lnTo>
                    <a:pt x="435843" y="280995"/>
                  </a:lnTo>
                  <a:lnTo>
                    <a:pt x="434477" y="278200"/>
                  </a:lnTo>
                  <a:lnTo>
                    <a:pt x="434294" y="277175"/>
                  </a:lnTo>
                  <a:lnTo>
                    <a:pt x="435342" y="276523"/>
                  </a:lnTo>
                  <a:lnTo>
                    <a:pt x="435889" y="276150"/>
                  </a:lnTo>
                  <a:lnTo>
                    <a:pt x="438122" y="274566"/>
                  </a:lnTo>
                  <a:lnTo>
                    <a:pt x="437347" y="272423"/>
                  </a:lnTo>
                  <a:lnTo>
                    <a:pt x="434841" y="267346"/>
                  </a:lnTo>
                  <a:lnTo>
                    <a:pt x="434340" y="266414"/>
                  </a:lnTo>
                  <a:lnTo>
                    <a:pt x="433383" y="264225"/>
                  </a:lnTo>
                  <a:lnTo>
                    <a:pt x="432973" y="263386"/>
                  </a:lnTo>
                  <a:lnTo>
                    <a:pt x="432517" y="262548"/>
                  </a:lnTo>
                  <a:lnTo>
                    <a:pt x="431925" y="262361"/>
                  </a:lnTo>
                  <a:lnTo>
                    <a:pt x="431515" y="262408"/>
                  </a:lnTo>
                  <a:lnTo>
                    <a:pt x="431287" y="262315"/>
                  </a:lnTo>
                  <a:lnTo>
                    <a:pt x="431606" y="261756"/>
                  </a:lnTo>
                  <a:lnTo>
                    <a:pt x="432973" y="259706"/>
                  </a:lnTo>
                  <a:lnTo>
                    <a:pt x="433930" y="258169"/>
                  </a:lnTo>
                  <a:lnTo>
                    <a:pt x="435479" y="256958"/>
                  </a:lnTo>
                  <a:lnTo>
                    <a:pt x="437210" y="256771"/>
                  </a:lnTo>
                  <a:lnTo>
                    <a:pt x="438532" y="255187"/>
                  </a:lnTo>
                  <a:lnTo>
                    <a:pt x="439352" y="254489"/>
                  </a:lnTo>
                  <a:lnTo>
                    <a:pt x="439716" y="254069"/>
                  </a:lnTo>
                  <a:lnTo>
                    <a:pt x="440081" y="253697"/>
                  </a:lnTo>
                  <a:lnTo>
                    <a:pt x="440263" y="253184"/>
                  </a:lnTo>
                  <a:lnTo>
                    <a:pt x="440491" y="252765"/>
                  </a:lnTo>
                  <a:lnTo>
                    <a:pt x="440673" y="252346"/>
                  </a:lnTo>
                  <a:lnTo>
                    <a:pt x="440901" y="251880"/>
                  </a:lnTo>
                  <a:lnTo>
                    <a:pt x="441220" y="251507"/>
                  </a:lnTo>
                  <a:lnTo>
                    <a:pt x="441630" y="251135"/>
                  </a:lnTo>
                  <a:lnTo>
                    <a:pt x="442040" y="250808"/>
                  </a:lnTo>
                  <a:lnTo>
                    <a:pt x="442404" y="250529"/>
                  </a:lnTo>
                  <a:lnTo>
                    <a:pt x="442814" y="250296"/>
                  </a:lnTo>
                  <a:lnTo>
                    <a:pt x="443224" y="250017"/>
                  </a:lnTo>
                  <a:lnTo>
                    <a:pt x="443634" y="249737"/>
                  </a:lnTo>
                  <a:lnTo>
                    <a:pt x="444045" y="249504"/>
                  </a:lnTo>
                  <a:lnTo>
                    <a:pt x="444546" y="249271"/>
                  </a:lnTo>
                  <a:lnTo>
                    <a:pt x="445001" y="248992"/>
                  </a:lnTo>
                  <a:lnTo>
                    <a:pt x="445457" y="248759"/>
                  </a:lnTo>
                  <a:lnTo>
                    <a:pt x="445867" y="248479"/>
                  </a:lnTo>
                  <a:lnTo>
                    <a:pt x="446277" y="248153"/>
                  </a:lnTo>
                  <a:lnTo>
                    <a:pt x="446687" y="247874"/>
                  </a:lnTo>
                  <a:lnTo>
                    <a:pt x="447097" y="247641"/>
                  </a:lnTo>
                  <a:lnTo>
                    <a:pt x="447507" y="247408"/>
                  </a:lnTo>
                  <a:lnTo>
                    <a:pt x="447917" y="247175"/>
                  </a:lnTo>
                  <a:lnTo>
                    <a:pt x="448373" y="246895"/>
                  </a:lnTo>
                  <a:lnTo>
                    <a:pt x="448829" y="246569"/>
                  </a:lnTo>
                  <a:lnTo>
                    <a:pt x="449193" y="246197"/>
                  </a:lnTo>
                  <a:lnTo>
                    <a:pt x="449603" y="245964"/>
                  </a:lnTo>
                  <a:lnTo>
                    <a:pt x="450013" y="245731"/>
                  </a:lnTo>
                  <a:lnTo>
                    <a:pt x="450469" y="245358"/>
                  </a:lnTo>
                  <a:lnTo>
                    <a:pt x="451107" y="245079"/>
                  </a:lnTo>
                  <a:lnTo>
                    <a:pt x="451653" y="244846"/>
                  </a:lnTo>
                  <a:lnTo>
                    <a:pt x="452063" y="244659"/>
                  </a:lnTo>
                  <a:lnTo>
                    <a:pt x="452473" y="244473"/>
                  </a:lnTo>
                  <a:lnTo>
                    <a:pt x="452929" y="244287"/>
                  </a:lnTo>
                  <a:lnTo>
                    <a:pt x="453339" y="244100"/>
                  </a:lnTo>
                  <a:lnTo>
                    <a:pt x="453795" y="243961"/>
                  </a:lnTo>
                  <a:lnTo>
                    <a:pt x="454205" y="243914"/>
                  </a:lnTo>
                  <a:lnTo>
                    <a:pt x="454660" y="243867"/>
                  </a:lnTo>
                  <a:lnTo>
                    <a:pt x="455162" y="243774"/>
                  </a:lnTo>
                  <a:lnTo>
                    <a:pt x="455663" y="243681"/>
                  </a:lnTo>
                  <a:lnTo>
                    <a:pt x="456164" y="243588"/>
                  </a:lnTo>
                  <a:lnTo>
                    <a:pt x="456665" y="243448"/>
                  </a:lnTo>
                  <a:lnTo>
                    <a:pt x="457166" y="243308"/>
                  </a:lnTo>
                  <a:lnTo>
                    <a:pt x="457713" y="243215"/>
                  </a:lnTo>
                  <a:lnTo>
                    <a:pt x="458169" y="243169"/>
                  </a:lnTo>
                  <a:lnTo>
                    <a:pt x="458624" y="243029"/>
                  </a:lnTo>
                  <a:lnTo>
                    <a:pt x="459262" y="242889"/>
                  </a:lnTo>
                  <a:lnTo>
                    <a:pt x="459763" y="242703"/>
                  </a:lnTo>
                  <a:lnTo>
                    <a:pt x="460219" y="242470"/>
                  </a:lnTo>
                  <a:lnTo>
                    <a:pt x="460629" y="242237"/>
                  </a:lnTo>
                  <a:lnTo>
                    <a:pt x="461130" y="242004"/>
                  </a:lnTo>
                  <a:lnTo>
                    <a:pt x="461723" y="241725"/>
                  </a:lnTo>
                  <a:lnTo>
                    <a:pt x="462087" y="241445"/>
                  </a:lnTo>
                  <a:lnTo>
                    <a:pt x="462497" y="241212"/>
                  </a:lnTo>
                  <a:lnTo>
                    <a:pt x="462862" y="240979"/>
                  </a:lnTo>
                  <a:lnTo>
                    <a:pt x="463317" y="240700"/>
                  </a:lnTo>
                  <a:lnTo>
                    <a:pt x="463773" y="240420"/>
                  </a:lnTo>
                  <a:lnTo>
                    <a:pt x="464228" y="240047"/>
                  </a:lnTo>
                  <a:lnTo>
                    <a:pt x="464684" y="239721"/>
                  </a:lnTo>
                  <a:lnTo>
                    <a:pt x="465140" y="239395"/>
                  </a:lnTo>
                  <a:lnTo>
                    <a:pt x="465550" y="239256"/>
                  </a:lnTo>
                  <a:lnTo>
                    <a:pt x="466142" y="239023"/>
                  </a:lnTo>
                  <a:lnTo>
                    <a:pt x="466734" y="238883"/>
                  </a:lnTo>
                  <a:lnTo>
                    <a:pt x="467281" y="238790"/>
                  </a:lnTo>
                  <a:lnTo>
                    <a:pt x="467782" y="238743"/>
                  </a:lnTo>
                  <a:lnTo>
                    <a:pt x="468283" y="238743"/>
                  </a:lnTo>
                  <a:lnTo>
                    <a:pt x="468739" y="238743"/>
                  </a:lnTo>
                  <a:lnTo>
                    <a:pt x="469240" y="238697"/>
                  </a:lnTo>
                  <a:lnTo>
                    <a:pt x="469741" y="238697"/>
                  </a:lnTo>
                  <a:lnTo>
                    <a:pt x="470243" y="238697"/>
                  </a:lnTo>
                  <a:lnTo>
                    <a:pt x="470744" y="238697"/>
                  </a:lnTo>
                  <a:lnTo>
                    <a:pt x="471199" y="238790"/>
                  </a:lnTo>
                  <a:lnTo>
                    <a:pt x="471655" y="238790"/>
                  </a:lnTo>
                  <a:lnTo>
                    <a:pt x="472111" y="238790"/>
                  </a:lnTo>
                  <a:lnTo>
                    <a:pt x="472521" y="238929"/>
                  </a:lnTo>
                  <a:lnTo>
                    <a:pt x="472976" y="238976"/>
                  </a:lnTo>
                  <a:lnTo>
                    <a:pt x="473432" y="239023"/>
                  </a:lnTo>
                  <a:lnTo>
                    <a:pt x="473888" y="239069"/>
                  </a:lnTo>
                  <a:lnTo>
                    <a:pt x="474434" y="239116"/>
                  </a:lnTo>
                  <a:lnTo>
                    <a:pt x="474890" y="239162"/>
                  </a:lnTo>
                  <a:lnTo>
                    <a:pt x="475391" y="239162"/>
                  </a:lnTo>
                  <a:lnTo>
                    <a:pt x="475892" y="239209"/>
                  </a:lnTo>
                  <a:lnTo>
                    <a:pt x="476348" y="239256"/>
                  </a:lnTo>
                  <a:lnTo>
                    <a:pt x="476803" y="239256"/>
                  </a:lnTo>
                  <a:lnTo>
                    <a:pt x="477214" y="239256"/>
                  </a:lnTo>
                  <a:lnTo>
                    <a:pt x="477669" y="239302"/>
                  </a:lnTo>
                  <a:lnTo>
                    <a:pt x="478444" y="239349"/>
                  </a:lnTo>
                  <a:lnTo>
                    <a:pt x="478945" y="239302"/>
                  </a:lnTo>
                  <a:lnTo>
                    <a:pt x="479492" y="239256"/>
                  </a:lnTo>
                  <a:lnTo>
                    <a:pt x="479947" y="239116"/>
                  </a:lnTo>
                  <a:lnTo>
                    <a:pt x="480494" y="239209"/>
                  </a:lnTo>
                  <a:lnTo>
                    <a:pt x="480904" y="239256"/>
                  </a:lnTo>
                  <a:lnTo>
                    <a:pt x="481405" y="239302"/>
                  </a:lnTo>
                  <a:lnTo>
                    <a:pt x="481906" y="239349"/>
                  </a:lnTo>
                  <a:lnTo>
                    <a:pt x="482453" y="239442"/>
                  </a:lnTo>
                  <a:lnTo>
                    <a:pt x="482954" y="239535"/>
                  </a:lnTo>
                  <a:lnTo>
                    <a:pt x="483455" y="239628"/>
                  </a:lnTo>
                  <a:lnTo>
                    <a:pt x="484002" y="239721"/>
                  </a:lnTo>
                  <a:lnTo>
                    <a:pt x="484503" y="239675"/>
                  </a:lnTo>
                  <a:lnTo>
                    <a:pt x="484959" y="239582"/>
                  </a:lnTo>
                  <a:lnTo>
                    <a:pt x="485460" y="239535"/>
                  </a:lnTo>
                  <a:lnTo>
                    <a:pt x="485961" y="239582"/>
                  </a:lnTo>
                  <a:lnTo>
                    <a:pt x="486508" y="239535"/>
                  </a:lnTo>
                  <a:lnTo>
                    <a:pt x="487100" y="239442"/>
                  </a:lnTo>
                  <a:lnTo>
                    <a:pt x="487693" y="239395"/>
                  </a:lnTo>
                  <a:lnTo>
                    <a:pt x="488239" y="239349"/>
                  </a:lnTo>
                  <a:lnTo>
                    <a:pt x="488832" y="239302"/>
                  </a:lnTo>
                  <a:lnTo>
                    <a:pt x="489470" y="239302"/>
                  </a:lnTo>
                  <a:lnTo>
                    <a:pt x="490108" y="239209"/>
                  </a:lnTo>
                  <a:lnTo>
                    <a:pt x="490700" y="239116"/>
                  </a:lnTo>
                  <a:lnTo>
                    <a:pt x="491292" y="239116"/>
                  </a:lnTo>
                  <a:lnTo>
                    <a:pt x="491884" y="239069"/>
                  </a:lnTo>
                  <a:lnTo>
                    <a:pt x="492431" y="239069"/>
                  </a:lnTo>
                  <a:lnTo>
                    <a:pt x="492978" y="239023"/>
                  </a:lnTo>
                  <a:lnTo>
                    <a:pt x="493525" y="238976"/>
                  </a:lnTo>
                  <a:lnTo>
                    <a:pt x="494071" y="238929"/>
                  </a:lnTo>
                  <a:lnTo>
                    <a:pt x="494527" y="238836"/>
                  </a:lnTo>
                  <a:lnTo>
                    <a:pt x="494983" y="238790"/>
                  </a:lnTo>
                  <a:lnTo>
                    <a:pt x="495438" y="238650"/>
                  </a:lnTo>
                  <a:lnTo>
                    <a:pt x="495985" y="238510"/>
                  </a:lnTo>
                  <a:lnTo>
                    <a:pt x="496577" y="238417"/>
                  </a:lnTo>
                  <a:lnTo>
                    <a:pt x="497124" y="238231"/>
                  </a:lnTo>
                  <a:lnTo>
                    <a:pt x="497671" y="238091"/>
                  </a:lnTo>
                  <a:lnTo>
                    <a:pt x="498172" y="237811"/>
                  </a:lnTo>
                  <a:lnTo>
                    <a:pt x="498764" y="237625"/>
                  </a:lnTo>
                  <a:lnTo>
                    <a:pt x="499311" y="237439"/>
                  </a:lnTo>
                  <a:lnTo>
                    <a:pt x="499858" y="237206"/>
                  </a:lnTo>
                  <a:lnTo>
                    <a:pt x="500404" y="237020"/>
                  </a:lnTo>
                  <a:lnTo>
                    <a:pt x="500997" y="236833"/>
                  </a:lnTo>
                  <a:lnTo>
                    <a:pt x="501498" y="236693"/>
                  </a:lnTo>
                  <a:lnTo>
                    <a:pt x="501954" y="236507"/>
                  </a:lnTo>
                  <a:lnTo>
                    <a:pt x="502455" y="236367"/>
                  </a:lnTo>
                  <a:lnTo>
                    <a:pt x="502956" y="236134"/>
                  </a:lnTo>
                  <a:lnTo>
                    <a:pt x="503412" y="235948"/>
                  </a:lnTo>
                  <a:lnTo>
                    <a:pt x="503913" y="235715"/>
                  </a:lnTo>
                  <a:lnTo>
                    <a:pt x="504414" y="235575"/>
                  </a:lnTo>
                  <a:lnTo>
                    <a:pt x="504870" y="235436"/>
                  </a:lnTo>
                  <a:lnTo>
                    <a:pt x="505280" y="235296"/>
                  </a:lnTo>
                  <a:lnTo>
                    <a:pt x="505644" y="235249"/>
                  </a:lnTo>
                  <a:lnTo>
                    <a:pt x="506145" y="235063"/>
                  </a:lnTo>
                  <a:lnTo>
                    <a:pt x="506601" y="234877"/>
                  </a:lnTo>
                  <a:lnTo>
                    <a:pt x="507102" y="234877"/>
                  </a:lnTo>
                  <a:lnTo>
                    <a:pt x="507603" y="234877"/>
                  </a:lnTo>
                  <a:lnTo>
                    <a:pt x="508059" y="234783"/>
                  </a:lnTo>
                  <a:lnTo>
                    <a:pt x="508469" y="234597"/>
                  </a:lnTo>
                  <a:lnTo>
                    <a:pt x="508879" y="234411"/>
                  </a:lnTo>
                  <a:lnTo>
                    <a:pt x="509335" y="234178"/>
                  </a:lnTo>
                  <a:lnTo>
                    <a:pt x="509745" y="233992"/>
                  </a:lnTo>
                  <a:lnTo>
                    <a:pt x="510200" y="233805"/>
                  </a:lnTo>
                  <a:lnTo>
                    <a:pt x="510656" y="233526"/>
                  </a:lnTo>
                  <a:lnTo>
                    <a:pt x="511066" y="233200"/>
                  </a:lnTo>
                  <a:lnTo>
                    <a:pt x="511522" y="232874"/>
                  </a:lnTo>
                  <a:lnTo>
                    <a:pt x="511932" y="232501"/>
                  </a:lnTo>
                  <a:lnTo>
                    <a:pt x="512342" y="232082"/>
                  </a:lnTo>
                  <a:lnTo>
                    <a:pt x="512706" y="231662"/>
                  </a:lnTo>
                  <a:lnTo>
                    <a:pt x="513162" y="231336"/>
                  </a:lnTo>
                  <a:lnTo>
                    <a:pt x="513663" y="231057"/>
                  </a:lnTo>
                  <a:lnTo>
                    <a:pt x="514119" y="230824"/>
                  </a:lnTo>
                  <a:lnTo>
                    <a:pt x="514574" y="230544"/>
                  </a:lnTo>
                  <a:lnTo>
                    <a:pt x="515030" y="230218"/>
                  </a:lnTo>
                  <a:lnTo>
                    <a:pt x="515485" y="229985"/>
                  </a:lnTo>
                  <a:lnTo>
                    <a:pt x="515895" y="229659"/>
                  </a:lnTo>
                  <a:lnTo>
                    <a:pt x="516351" y="229287"/>
                  </a:lnTo>
                  <a:lnTo>
                    <a:pt x="516761" y="228867"/>
                  </a:lnTo>
                  <a:lnTo>
                    <a:pt x="517217" y="228448"/>
                  </a:lnTo>
                  <a:lnTo>
                    <a:pt x="517627" y="228029"/>
                  </a:lnTo>
                  <a:lnTo>
                    <a:pt x="518128" y="227656"/>
                  </a:lnTo>
                  <a:lnTo>
                    <a:pt x="518675" y="227283"/>
                  </a:lnTo>
                  <a:lnTo>
                    <a:pt x="519176" y="226864"/>
                  </a:lnTo>
                  <a:lnTo>
                    <a:pt x="519632" y="226445"/>
                  </a:lnTo>
                  <a:lnTo>
                    <a:pt x="520133" y="225979"/>
                  </a:lnTo>
                  <a:lnTo>
                    <a:pt x="520634" y="225513"/>
                  </a:lnTo>
                  <a:lnTo>
                    <a:pt x="521090" y="225094"/>
                  </a:lnTo>
                  <a:lnTo>
                    <a:pt x="521636" y="224628"/>
                  </a:lnTo>
                  <a:lnTo>
                    <a:pt x="522092" y="224255"/>
                  </a:lnTo>
                  <a:lnTo>
                    <a:pt x="522593" y="223836"/>
                  </a:lnTo>
                  <a:lnTo>
                    <a:pt x="523049" y="223464"/>
                  </a:lnTo>
                  <a:lnTo>
                    <a:pt x="523459" y="223184"/>
                  </a:lnTo>
                  <a:lnTo>
                    <a:pt x="523914" y="222858"/>
                  </a:lnTo>
                  <a:lnTo>
                    <a:pt x="524416" y="222485"/>
                  </a:lnTo>
                  <a:lnTo>
                    <a:pt x="524917" y="222066"/>
                  </a:lnTo>
                  <a:lnTo>
                    <a:pt x="525327" y="221693"/>
                  </a:lnTo>
                  <a:lnTo>
                    <a:pt x="526284" y="220948"/>
                  </a:lnTo>
                  <a:lnTo>
                    <a:pt x="527878" y="219550"/>
                  </a:lnTo>
                  <a:lnTo>
                    <a:pt x="528789" y="218712"/>
                  </a:lnTo>
                  <a:lnTo>
                    <a:pt x="529655" y="217641"/>
                  </a:lnTo>
                  <a:lnTo>
                    <a:pt x="530293" y="216802"/>
                  </a:lnTo>
                  <a:lnTo>
                    <a:pt x="530840" y="215917"/>
                  </a:lnTo>
                  <a:lnTo>
                    <a:pt x="531432" y="215078"/>
                  </a:lnTo>
                  <a:lnTo>
                    <a:pt x="533118" y="213308"/>
                  </a:lnTo>
                  <a:lnTo>
                    <a:pt x="540954" y="204411"/>
                  </a:lnTo>
                  <a:lnTo>
                    <a:pt x="542959" y="201849"/>
                  </a:lnTo>
                  <a:lnTo>
                    <a:pt x="544599" y="200078"/>
                  </a:lnTo>
                  <a:lnTo>
                    <a:pt x="545966" y="198727"/>
                  </a:lnTo>
                  <a:lnTo>
                    <a:pt x="547971" y="196864"/>
                  </a:lnTo>
                  <a:lnTo>
                    <a:pt x="551388" y="193883"/>
                  </a:lnTo>
                  <a:lnTo>
                    <a:pt x="553119" y="192019"/>
                  </a:lnTo>
                  <a:lnTo>
                    <a:pt x="554669" y="190249"/>
                  </a:lnTo>
                  <a:lnTo>
                    <a:pt x="555534" y="188805"/>
                  </a:lnTo>
                  <a:lnTo>
                    <a:pt x="556218" y="187314"/>
                  </a:lnTo>
                  <a:lnTo>
                    <a:pt x="556628" y="185591"/>
                  </a:lnTo>
                  <a:lnTo>
                    <a:pt x="556992" y="183867"/>
                  </a:lnTo>
                  <a:lnTo>
                    <a:pt x="557311" y="181631"/>
                  </a:lnTo>
                  <a:lnTo>
                    <a:pt x="557584" y="179768"/>
                  </a:lnTo>
                  <a:lnTo>
                    <a:pt x="557721" y="179115"/>
                  </a:lnTo>
                  <a:lnTo>
                    <a:pt x="557903" y="178510"/>
                  </a:lnTo>
                  <a:lnTo>
                    <a:pt x="558177" y="177904"/>
                  </a:lnTo>
                  <a:lnTo>
                    <a:pt x="559179" y="176181"/>
                  </a:lnTo>
                  <a:lnTo>
                    <a:pt x="561822" y="171522"/>
                  </a:lnTo>
                  <a:lnTo>
                    <a:pt x="563553" y="168168"/>
                  </a:lnTo>
                  <a:lnTo>
                    <a:pt x="564009" y="167237"/>
                  </a:lnTo>
                  <a:lnTo>
                    <a:pt x="564510" y="166538"/>
                  </a:lnTo>
                  <a:lnTo>
                    <a:pt x="565148" y="165839"/>
                  </a:lnTo>
                  <a:lnTo>
                    <a:pt x="566378" y="164768"/>
                  </a:lnTo>
                  <a:lnTo>
                    <a:pt x="567563" y="163836"/>
                  </a:lnTo>
                  <a:lnTo>
                    <a:pt x="568656" y="162811"/>
                  </a:lnTo>
                  <a:lnTo>
                    <a:pt x="569567" y="161833"/>
                  </a:lnTo>
                  <a:lnTo>
                    <a:pt x="570114" y="161367"/>
                  </a:lnTo>
                  <a:lnTo>
                    <a:pt x="570843" y="160994"/>
                  </a:lnTo>
                  <a:lnTo>
                    <a:pt x="571709" y="160622"/>
                  </a:lnTo>
                  <a:lnTo>
                    <a:pt x="572483" y="160389"/>
                  </a:lnTo>
                  <a:lnTo>
                    <a:pt x="573349" y="159923"/>
                  </a:lnTo>
                  <a:lnTo>
                    <a:pt x="574169" y="159597"/>
                  </a:lnTo>
                  <a:lnTo>
                    <a:pt x="574716" y="159457"/>
                  </a:lnTo>
                  <a:lnTo>
                    <a:pt x="575262" y="159410"/>
                  </a:lnTo>
                  <a:lnTo>
                    <a:pt x="576128" y="159457"/>
                  </a:lnTo>
                  <a:lnTo>
                    <a:pt x="577495" y="159550"/>
                  </a:lnTo>
                  <a:lnTo>
                    <a:pt x="578680" y="159597"/>
                  </a:lnTo>
                  <a:lnTo>
                    <a:pt x="580046" y="159690"/>
                  </a:lnTo>
                  <a:lnTo>
                    <a:pt x="582598" y="159783"/>
                  </a:lnTo>
                  <a:lnTo>
                    <a:pt x="585377" y="159969"/>
                  </a:lnTo>
                  <a:lnTo>
                    <a:pt x="587291" y="160016"/>
                  </a:lnTo>
                  <a:lnTo>
                    <a:pt x="589022" y="160063"/>
                  </a:lnTo>
                  <a:lnTo>
                    <a:pt x="590845" y="160016"/>
                  </a:lnTo>
                  <a:lnTo>
                    <a:pt x="592075" y="159923"/>
                  </a:lnTo>
                  <a:lnTo>
                    <a:pt x="593123" y="159643"/>
                  </a:lnTo>
                  <a:lnTo>
                    <a:pt x="594079" y="159410"/>
                  </a:lnTo>
                  <a:lnTo>
                    <a:pt x="594444" y="159177"/>
                  </a:lnTo>
                  <a:lnTo>
                    <a:pt x="594717" y="158851"/>
                  </a:lnTo>
                  <a:lnTo>
                    <a:pt x="595173" y="158432"/>
                  </a:lnTo>
                  <a:lnTo>
                    <a:pt x="595811" y="157920"/>
                  </a:lnTo>
                  <a:lnTo>
                    <a:pt x="596813" y="157314"/>
                  </a:lnTo>
                  <a:lnTo>
                    <a:pt x="597405" y="156941"/>
                  </a:lnTo>
                  <a:lnTo>
                    <a:pt x="597998" y="156615"/>
                  </a:lnTo>
                  <a:lnTo>
                    <a:pt x="598545" y="156243"/>
                  </a:lnTo>
                  <a:lnTo>
                    <a:pt x="598955" y="156149"/>
                  </a:lnTo>
                  <a:lnTo>
                    <a:pt x="599182" y="156149"/>
                  </a:lnTo>
                  <a:lnTo>
                    <a:pt x="599547" y="156103"/>
                  </a:lnTo>
                  <a:lnTo>
                    <a:pt x="600094" y="156103"/>
                  </a:lnTo>
                  <a:lnTo>
                    <a:pt x="600868" y="156149"/>
                  </a:lnTo>
                  <a:lnTo>
                    <a:pt x="601278" y="156196"/>
                  </a:lnTo>
                  <a:lnTo>
                    <a:pt x="602007" y="156429"/>
                  </a:lnTo>
                  <a:lnTo>
                    <a:pt x="602508" y="156522"/>
                  </a:lnTo>
                  <a:lnTo>
                    <a:pt x="603192" y="156476"/>
                  </a:lnTo>
                  <a:lnTo>
                    <a:pt x="604786" y="156476"/>
                  </a:lnTo>
                  <a:lnTo>
                    <a:pt x="606062" y="156476"/>
                  </a:lnTo>
                  <a:lnTo>
                    <a:pt x="606928" y="156522"/>
                  </a:lnTo>
                  <a:lnTo>
                    <a:pt x="607566" y="156615"/>
                  </a:lnTo>
                  <a:lnTo>
                    <a:pt x="608158" y="156708"/>
                  </a:lnTo>
                  <a:lnTo>
                    <a:pt x="609115" y="156662"/>
                  </a:lnTo>
                  <a:lnTo>
                    <a:pt x="609889" y="156662"/>
                  </a:lnTo>
                  <a:lnTo>
                    <a:pt x="610573" y="156848"/>
                  </a:lnTo>
                  <a:lnTo>
                    <a:pt x="610983" y="157081"/>
                  </a:lnTo>
                  <a:lnTo>
                    <a:pt x="611302" y="157454"/>
                  </a:lnTo>
                  <a:lnTo>
                    <a:pt x="611849" y="157733"/>
                  </a:lnTo>
                  <a:lnTo>
                    <a:pt x="612213" y="157873"/>
                  </a:lnTo>
                  <a:lnTo>
                    <a:pt x="612714" y="157827"/>
                  </a:lnTo>
                  <a:lnTo>
                    <a:pt x="613261" y="157733"/>
                  </a:lnTo>
                  <a:lnTo>
                    <a:pt x="613762" y="157687"/>
                  </a:lnTo>
                  <a:lnTo>
                    <a:pt x="614400" y="157780"/>
                  </a:lnTo>
                  <a:lnTo>
                    <a:pt x="615175" y="157873"/>
                  </a:lnTo>
                  <a:lnTo>
                    <a:pt x="615494" y="157920"/>
                  </a:lnTo>
                  <a:lnTo>
                    <a:pt x="616040" y="157454"/>
                  </a:lnTo>
                  <a:lnTo>
                    <a:pt x="624332" y="157128"/>
                  </a:lnTo>
                  <a:lnTo>
                    <a:pt x="640735" y="159643"/>
                  </a:lnTo>
                  <a:lnTo>
                    <a:pt x="653902" y="160668"/>
                  </a:lnTo>
                  <a:lnTo>
                    <a:pt x="661192" y="164162"/>
                  </a:lnTo>
                  <a:lnTo>
                    <a:pt x="666842" y="170777"/>
                  </a:lnTo>
                  <a:lnTo>
                    <a:pt x="668983" y="173106"/>
                  </a:lnTo>
                  <a:lnTo>
                    <a:pt x="670806" y="175109"/>
                  </a:lnTo>
                  <a:lnTo>
                    <a:pt x="672719" y="177206"/>
                  </a:lnTo>
                  <a:lnTo>
                    <a:pt x="679827" y="180094"/>
                  </a:lnTo>
                  <a:lnTo>
                    <a:pt x="688165" y="179348"/>
                  </a:lnTo>
                  <a:lnTo>
                    <a:pt x="688438" y="179162"/>
                  </a:lnTo>
                  <a:lnTo>
                    <a:pt x="695363" y="173619"/>
                  </a:lnTo>
                  <a:lnTo>
                    <a:pt x="699327" y="168774"/>
                  </a:lnTo>
                  <a:lnTo>
                    <a:pt x="712996" y="159830"/>
                  </a:lnTo>
                  <a:lnTo>
                    <a:pt x="723566" y="152982"/>
                  </a:lnTo>
                  <a:lnTo>
                    <a:pt x="730628" y="145528"/>
                  </a:lnTo>
                  <a:lnTo>
                    <a:pt x="739330" y="137469"/>
                  </a:lnTo>
                  <a:lnTo>
                    <a:pt x="748033" y="126708"/>
                  </a:lnTo>
                  <a:lnTo>
                    <a:pt x="757373" y="122376"/>
                  </a:lnTo>
                  <a:lnTo>
                    <a:pt x="759833" y="121258"/>
                  </a:lnTo>
                  <a:lnTo>
                    <a:pt x="764253" y="119255"/>
                  </a:lnTo>
                  <a:lnTo>
                    <a:pt x="770905" y="115342"/>
                  </a:lnTo>
                  <a:lnTo>
                    <a:pt x="774960" y="109332"/>
                  </a:lnTo>
                  <a:lnTo>
                    <a:pt x="778832" y="101227"/>
                  </a:lnTo>
                  <a:lnTo>
                    <a:pt x="784892" y="97733"/>
                  </a:lnTo>
                  <a:lnTo>
                    <a:pt x="797057" y="94426"/>
                  </a:lnTo>
                  <a:lnTo>
                    <a:pt x="797239" y="94379"/>
                  </a:lnTo>
                  <a:lnTo>
                    <a:pt x="813459" y="92329"/>
                  </a:lnTo>
                  <a:lnTo>
                    <a:pt x="815464" y="92795"/>
                  </a:lnTo>
                  <a:lnTo>
                    <a:pt x="822936" y="94426"/>
                  </a:lnTo>
                  <a:lnTo>
                    <a:pt x="827584" y="95590"/>
                  </a:lnTo>
                  <a:lnTo>
                    <a:pt x="828631" y="95870"/>
                  </a:lnTo>
                  <a:lnTo>
                    <a:pt x="835101" y="94006"/>
                  </a:lnTo>
                  <a:lnTo>
                    <a:pt x="847676" y="83012"/>
                  </a:lnTo>
                  <a:lnTo>
                    <a:pt x="860434" y="67686"/>
                  </a:lnTo>
                  <a:lnTo>
                    <a:pt x="863441" y="62329"/>
                  </a:lnTo>
                  <a:lnTo>
                    <a:pt x="869546" y="60046"/>
                  </a:lnTo>
                  <a:lnTo>
                    <a:pt x="875196" y="60652"/>
                  </a:lnTo>
                  <a:lnTo>
                    <a:pt x="884764" y="60792"/>
                  </a:lnTo>
                  <a:lnTo>
                    <a:pt x="891097" y="55015"/>
                  </a:lnTo>
                  <a:lnTo>
                    <a:pt x="898295" y="46397"/>
                  </a:lnTo>
                  <a:lnTo>
                    <a:pt x="903535" y="34192"/>
                  </a:lnTo>
                  <a:lnTo>
                    <a:pt x="907180" y="21754"/>
                  </a:lnTo>
                  <a:lnTo>
                    <a:pt x="913468" y="17189"/>
                  </a:lnTo>
                  <a:lnTo>
                    <a:pt x="922580" y="13276"/>
                  </a:lnTo>
                  <a:lnTo>
                    <a:pt x="931054" y="7034"/>
                  </a:lnTo>
                  <a:lnTo>
                    <a:pt x="9397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079933" y="3889767"/>
              <a:ext cx="106842" cy="112873"/>
            </a:xfrm>
            <a:custGeom>
              <a:avLst/>
              <a:pathLst>
                <a:path w="106842" h="112873">
                  <a:moveTo>
                    <a:pt x="29022" y="93"/>
                  </a:moveTo>
                  <a:lnTo>
                    <a:pt x="30435" y="652"/>
                  </a:lnTo>
                  <a:lnTo>
                    <a:pt x="33032" y="1630"/>
                  </a:lnTo>
                  <a:lnTo>
                    <a:pt x="33670" y="1863"/>
                  </a:lnTo>
                  <a:lnTo>
                    <a:pt x="34034" y="2003"/>
                  </a:lnTo>
                  <a:lnTo>
                    <a:pt x="38590" y="3633"/>
                  </a:lnTo>
                  <a:lnTo>
                    <a:pt x="38909" y="3773"/>
                  </a:lnTo>
                  <a:lnTo>
                    <a:pt x="43192" y="5310"/>
                  </a:lnTo>
                  <a:lnTo>
                    <a:pt x="43557" y="5450"/>
                  </a:lnTo>
                  <a:lnTo>
                    <a:pt x="47839" y="6987"/>
                  </a:lnTo>
                  <a:lnTo>
                    <a:pt x="52396" y="8664"/>
                  </a:lnTo>
                  <a:lnTo>
                    <a:pt x="56997" y="10341"/>
                  </a:lnTo>
                  <a:lnTo>
                    <a:pt x="59549" y="11273"/>
                  </a:lnTo>
                  <a:lnTo>
                    <a:pt x="61508" y="11972"/>
                  </a:lnTo>
                  <a:lnTo>
                    <a:pt x="62055" y="12158"/>
                  </a:lnTo>
                  <a:lnTo>
                    <a:pt x="64105" y="12903"/>
                  </a:lnTo>
                  <a:lnTo>
                    <a:pt x="66474" y="13788"/>
                  </a:lnTo>
                  <a:lnTo>
                    <a:pt x="68980" y="14720"/>
                  </a:lnTo>
                  <a:lnTo>
                    <a:pt x="69481" y="14114"/>
                  </a:lnTo>
                  <a:lnTo>
                    <a:pt x="69800" y="13649"/>
                  </a:lnTo>
                  <a:lnTo>
                    <a:pt x="69982" y="13788"/>
                  </a:lnTo>
                  <a:lnTo>
                    <a:pt x="76771" y="18540"/>
                  </a:lnTo>
                  <a:lnTo>
                    <a:pt x="82785" y="22453"/>
                  </a:lnTo>
                  <a:lnTo>
                    <a:pt x="90166" y="27344"/>
                  </a:lnTo>
                  <a:lnTo>
                    <a:pt x="94221" y="30139"/>
                  </a:lnTo>
                  <a:lnTo>
                    <a:pt x="94631" y="30372"/>
                  </a:lnTo>
                  <a:lnTo>
                    <a:pt x="96590" y="31723"/>
                  </a:lnTo>
                  <a:lnTo>
                    <a:pt x="98504" y="33028"/>
                  </a:lnTo>
                  <a:lnTo>
                    <a:pt x="99461" y="33680"/>
                  </a:lnTo>
                  <a:lnTo>
                    <a:pt x="100782" y="34565"/>
                  </a:lnTo>
                  <a:lnTo>
                    <a:pt x="100964" y="34705"/>
                  </a:lnTo>
                  <a:lnTo>
                    <a:pt x="101511" y="35031"/>
                  </a:lnTo>
                  <a:lnTo>
                    <a:pt x="103197" y="36242"/>
                  </a:lnTo>
                  <a:lnTo>
                    <a:pt x="104473" y="37080"/>
                  </a:lnTo>
                  <a:lnTo>
                    <a:pt x="105703" y="37966"/>
                  </a:lnTo>
                  <a:lnTo>
                    <a:pt x="106842" y="38711"/>
                  </a:lnTo>
                  <a:lnTo>
                    <a:pt x="106568" y="39270"/>
                  </a:lnTo>
                  <a:lnTo>
                    <a:pt x="103425" y="45652"/>
                  </a:lnTo>
                  <a:lnTo>
                    <a:pt x="95998" y="41925"/>
                  </a:lnTo>
                  <a:lnTo>
                    <a:pt x="95679" y="42717"/>
                  </a:lnTo>
                  <a:lnTo>
                    <a:pt x="93993" y="47329"/>
                  </a:lnTo>
                  <a:lnTo>
                    <a:pt x="92718" y="50683"/>
                  </a:lnTo>
                  <a:lnTo>
                    <a:pt x="92672" y="50823"/>
                  </a:lnTo>
                  <a:lnTo>
                    <a:pt x="91852" y="53012"/>
                  </a:lnTo>
                  <a:lnTo>
                    <a:pt x="91624" y="53664"/>
                  </a:lnTo>
                  <a:lnTo>
                    <a:pt x="91579" y="53804"/>
                  </a:lnTo>
                  <a:lnTo>
                    <a:pt x="91032" y="55155"/>
                  </a:lnTo>
                  <a:lnTo>
                    <a:pt x="89255" y="59860"/>
                  </a:lnTo>
                  <a:lnTo>
                    <a:pt x="91305" y="61025"/>
                  </a:lnTo>
                  <a:lnTo>
                    <a:pt x="91214" y="61211"/>
                  </a:lnTo>
                  <a:lnTo>
                    <a:pt x="90348" y="63074"/>
                  </a:lnTo>
                  <a:lnTo>
                    <a:pt x="90212" y="63727"/>
                  </a:lnTo>
                  <a:lnTo>
                    <a:pt x="90075" y="64053"/>
                  </a:lnTo>
                  <a:lnTo>
                    <a:pt x="89984" y="64192"/>
                  </a:lnTo>
                  <a:lnTo>
                    <a:pt x="88070" y="68105"/>
                  </a:lnTo>
                  <a:lnTo>
                    <a:pt x="87433" y="69456"/>
                  </a:lnTo>
                  <a:lnTo>
                    <a:pt x="87250" y="69736"/>
                  </a:lnTo>
                  <a:lnTo>
                    <a:pt x="87022" y="70202"/>
                  </a:lnTo>
                  <a:lnTo>
                    <a:pt x="86521" y="72019"/>
                  </a:lnTo>
                  <a:lnTo>
                    <a:pt x="85838" y="73509"/>
                  </a:lnTo>
                  <a:lnTo>
                    <a:pt x="85747" y="73696"/>
                  </a:lnTo>
                  <a:lnTo>
                    <a:pt x="84744" y="75885"/>
                  </a:lnTo>
                  <a:lnTo>
                    <a:pt x="84243" y="76770"/>
                  </a:lnTo>
                  <a:lnTo>
                    <a:pt x="83605" y="76444"/>
                  </a:lnTo>
                  <a:lnTo>
                    <a:pt x="83195" y="76211"/>
                  </a:lnTo>
                  <a:lnTo>
                    <a:pt x="82967" y="76118"/>
                  </a:lnTo>
                  <a:lnTo>
                    <a:pt x="82193" y="77562"/>
                  </a:lnTo>
                  <a:lnTo>
                    <a:pt x="80325" y="81149"/>
                  </a:lnTo>
                  <a:lnTo>
                    <a:pt x="81282" y="81522"/>
                  </a:lnTo>
                  <a:lnTo>
                    <a:pt x="81054" y="82220"/>
                  </a:lnTo>
                  <a:lnTo>
                    <a:pt x="81236" y="82733"/>
                  </a:lnTo>
                  <a:lnTo>
                    <a:pt x="80781" y="84596"/>
                  </a:lnTo>
                  <a:lnTo>
                    <a:pt x="80553" y="86506"/>
                  </a:lnTo>
                  <a:lnTo>
                    <a:pt x="81099" y="88835"/>
                  </a:lnTo>
                  <a:lnTo>
                    <a:pt x="81737" y="90745"/>
                  </a:lnTo>
                  <a:lnTo>
                    <a:pt x="81191" y="92702"/>
                  </a:lnTo>
                  <a:lnTo>
                    <a:pt x="81054" y="93540"/>
                  </a:lnTo>
                  <a:lnTo>
                    <a:pt x="81054" y="93913"/>
                  </a:lnTo>
                  <a:lnTo>
                    <a:pt x="81145" y="94658"/>
                  </a:lnTo>
                  <a:lnTo>
                    <a:pt x="81327" y="95171"/>
                  </a:lnTo>
                  <a:lnTo>
                    <a:pt x="81828" y="96242"/>
                  </a:lnTo>
                  <a:lnTo>
                    <a:pt x="82239" y="97453"/>
                  </a:lnTo>
                  <a:lnTo>
                    <a:pt x="82512" y="98292"/>
                  </a:lnTo>
                  <a:lnTo>
                    <a:pt x="82603" y="98851"/>
                  </a:lnTo>
                  <a:lnTo>
                    <a:pt x="82740" y="100714"/>
                  </a:lnTo>
                  <a:lnTo>
                    <a:pt x="82375" y="105280"/>
                  </a:lnTo>
                  <a:lnTo>
                    <a:pt x="82011" y="109286"/>
                  </a:lnTo>
                  <a:lnTo>
                    <a:pt x="80689" y="112873"/>
                  </a:lnTo>
                  <a:lnTo>
                    <a:pt x="80370" y="112873"/>
                  </a:lnTo>
                  <a:lnTo>
                    <a:pt x="80234" y="112733"/>
                  </a:lnTo>
                  <a:lnTo>
                    <a:pt x="80052" y="112547"/>
                  </a:lnTo>
                  <a:lnTo>
                    <a:pt x="79778" y="112360"/>
                  </a:lnTo>
                  <a:lnTo>
                    <a:pt x="79459" y="112127"/>
                  </a:lnTo>
                  <a:lnTo>
                    <a:pt x="79277" y="111988"/>
                  </a:lnTo>
                  <a:lnTo>
                    <a:pt x="79004" y="111708"/>
                  </a:lnTo>
                  <a:lnTo>
                    <a:pt x="78548" y="111429"/>
                  </a:lnTo>
                  <a:lnTo>
                    <a:pt x="78138" y="111196"/>
                  </a:lnTo>
                  <a:lnTo>
                    <a:pt x="77819" y="111056"/>
                  </a:lnTo>
                  <a:lnTo>
                    <a:pt x="77500" y="110823"/>
                  </a:lnTo>
                  <a:lnTo>
                    <a:pt x="77318" y="110544"/>
                  </a:lnTo>
                  <a:lnTo>
                    <a:pt x="77136" y="110311"/>
                  </a:lnTo>
                  <a:lnTo>
                    <a:pt x="77044" y="109985"/>
                  </a:lnTo>
                  <a:lnTo>
                    <a:pt x="76953" y="109752"/>
                  </a:lnTo>
                  <a:lnTo>
                    <a:pt x="76817" y="109519"/>
                  </a:lnTo>
                  <a:lnTo>
                    <a:pt x="76726" y="109239"/>
                  </a:lnTo>
                  <a:lnTo>
                    <a:pt x="76589" y="109146"/>
                  </a:lnTo>
                  <a:lnTo>
                    <a:pt x="76452" y="108960"/>
                  </a:lnTo>
                  <a:lnTo>
                    <a:pt x="76315" y="108867"/>
                  </a:lnTo>
                  <a:lnTo>
                    <a:pt x="75997" y="108541"/>
                  </a:lnTo>
                  <a:lnTo>
                    <a:pt x="75769" y="108447"/>
                  </a:lnTo>
                  <a:lnTo>
                    <a:pt x="75495" y="108168"/>
                  </a:lnTo>
                  <a:lnTo>
                    <a:pt x="75085" y="107749"/>
                  </a:lnTo>
                  <a:lnTo>
                    <a:pt x="74721" y="107376"/>
                  </a:lnTo>
                  <a:lnTo>
                    <a:pt x="74311" y="107143"/>
                  </a:lnTo>
                  <a:lnTo>
                    <a:pt x="73992" y="107003"/>
                  </a:lnTo>
                  <a:lnTo>
                    <a:pt x="73855" y="106863"/>
                  </a:lnTo>
                  <a:lnTo>
                    <a:pt x="73536" y="106770"/>
                  </a:lnTo>
                  <a:lnTo>
                    <a:pt x="73217" y="106537"/>
                  </a:lnTo>
                  <a:lnTo>
                    <a:pt x="72989" y="106351"/>
                  </a:lnTo>
                  <a:lnTo>
                    <a:pt x="72762" y="106165"/>
                  </a:lnTo>
                  <a:lnTo>
                    <a:pt x="71759" y="105652"/>
                  </a:lnTo>
                  <a:lnTo>
                    <a:pt x="71121" y="105093"/>
                  </a:lnTo>
                  <a:lnTo>
                    <a:pt x="70301" y="104534"/>
                  </a:lnTo>
                  <a:lnTo>
                    <a:pt x="69663" y="104115"/>
                  </a:lnTo>
                  <a:lnTo>
                    <a:pt x="69071" y="103742"/>
                  </a:lnTo>
                  <a:lnTo>
                    <a:pt x="68069" y="102950"/>
                  </a:lnTo>
                  <a:lnTo>
                    <a:pt x="67066" y="102205"/>
                  </a:lnTo>
                  <a:lnTo>
                    <a:pt x="66337" y="101739"/>
                  </a:lnTo>
                  <a:lnTo>
                    <a:pt x="65973" y="101506"/>
                  </a:lnTo>
                  <a:lnTo>
                    <a:pt x="65700" y="101320"/>
                  </a:lnTo>
                  <a:lnTo>
                    <a:pt x="65335" y="101134"/>
                  </a:lnTo>
                  <a:lnTo>
                    <a:pt x="65062" y="100901"/>
                  </a:lnTo>
                  <a:lnTo>
                    <a:pt x="64925" y="100621"/>
                  </a:lnTo>
                  <a:lnTo>
                    <a:pt x="64606" y="100295"/>
                  </a:lnTo>
                  <a:lnTo>
                    <a:pt x="64287" y="100202"/>
                  </a:lnTo>
                  <a:lnTo>
                    <a:pt x="64014" y="100062"/>
                  </a:lnTo>
                  <a:lnTo>
                    <a:pt x="63649" y="99829"/>
                  </a:lnTo>
                  <a:lnTo>
                    <a:pt x="63421" y="99550"/>
                  </a:lnTo>
                  <a:lnTo>
                    <a:pt x="63239" y="99317"/>
                  </a:lnTo>
                  <a:lnTo>
                    <a:pt x="63103" y="99177"/>
                  </a:lnTo>
                  <a:lnTo>
                    <a:pt x="62920" y="99131"/>
                  </a:lnTo>
                  <a:lnTo>
                    <a:pt x="62693" y="98944"/>
                  </a:lnTo>
                  <a:lnTo>
                    <a:pt x="62419" y="98711"/>
                  </a:lnTo>
                  <a:lnTo>
                    <a:pt x="62146" y="98478"/>
                  </a:lnTo>
                  <a:lnTo>
                    <a:pt x="61964" y="98199"/>
                  </a:lnTo>
                  <a:lnTo>
                    <a:pt x="61827" y="98106"/>
                  </a:lnTo>
                  <a:lnTo>
                    <a:pt x="61645" y="98012"/>
                  </a:lnTo>
                  <a:lnTo>
                    <a:pt x="61462" y="97966"/>
                  </a:lnTo>
                  <a:lnTo>
                    <a:pt x="61189" y="97826"/>
                  </a:lnTo>
                  <a:lnTo>
                    <a:pt x="60961" y="97500"/>
                  </a:lnTo>
                  <a:lnTo>
                    <a:pt x="60733" y="97360"/>
                  </a:lnTo>
                  <a:lnTo>
                    <a:pt x="60642" y="97174"/>
                  </a:lnTo>
                  <a:lnTo>
                    <a:pt x="60323" y="97034"/>
                  </a:lnTo>
                  <a:lnTo>
                    <a:pt x="60050" y="96801"/>
                  </a:lnTo>
                  <a:lnTo>
                    <a:pt x="59822" y="96568"/>
                  </a:lnTo>
                  <a:lnTo>
                    <a:pt x="59549" y="96475"/>
                  </a:lnTo>
                  <a:lnTo>
                    <a:pt x="59275" y="96382"/>
                  </a:lnTo>
                  <a:lnTo>
                    <a:pt x="59002" y="96242"/>
                  </a:lnTo>
                  <a:lnTo>
                    <a:pt x="58820" y="96149"/>
                  </a:lnTo>
                  <a:lnTo>
                    <a:pt x="58729" y="96009"/>
                  </a:lnTo>
                  <a:lnTo>
                    <a:pt x="58638" y="95870"/>
                  </a:lnTo>
                  <a:lnTo>
                    <a:pt x="58410" y="95776"/>
                  </a:lnTo>
                  <a:lnTo>
                    <a:pt x="58227" y="95637"/>
                  </a:lnTo>
                  <a:lnTo>
                    <a:pt x="58136" y="95450"/>
                  </a:lnTo>
                  <a:lnTo>
                    <a:pt x="57863" y="95404"/>
                  </a:lnTo>
                  <a:lnTo>
                    <a:pt x="57681" y="95264"/>
                  </a:lnTo>
                  <a:lnTo>
                    <a:pt x="57498" y="95078"/>
                  </a:lnTo>
                  <a:lnTo>
                    <a:pt x="57362" y="94938"/>
                  </a:lnTo>
                  <a:lnTo>
                    <a:pt x="56314" y="94286"/>
                  </a:lnTo>
                  <a:lnTo>
                    <a:pt x="55084" y="93540"/>
                  </a:lnTo>
                  <a:lnTo>
                    <a:pt x="54355" y="93121"/>
                  </a:lnTo>
                  <a:lnTo>
                    <a:pt x="53990" y="92748"/>
                  </a:lnTo>
                  <a:lnTo>
                    <a:pt x="53398" y="92469"/>
                  </a:lnTo>
                  <a:lnTo>
                    <a:pt x="53216" y="92376"/>
                  </a:lnTo>
                  <a:lnTo>
                    <a:pt x="53079" y="92189"/>
                  </a:lnTo>
                  <a:lnTo>
                    <a:pt x="52669" y="91957"/>
                  </a:lnTo>
                  <a:lnTo>
                    <a:pt x="52122" y="91677"/>
                  </a:lnTo>
                  <a:lnTo>
                    <a:pt x="51894" y="91584"/>
                  </a:lnTo>
                  <a:lnTo>
                    <a:pt x="51758" y="91491"/>
                  </a:lnTo>
                  <a:lnTo>
                    <a:pt x="51393" y="91258"/>
                  </a:lnTo>
                  <a:lnTo>
                    <a:pt x="51165" y="91071"/>
                  </a:lnTo>
                  <a:lnTo>
                    <a:pt x="50983" y="90932"/>
                  </a:lnTo>
                  <a:lnTo>
                    <a:pt x="50801" y="90885"/>
                  </a:lnTo>
                  <a:lnTo>
                    <a:pt x="50664" y="90839"/>
                  </a:lnTo>
                  <a:lnTo>
                    <a:pt x="50345" y="90512"/>
                  </a:lnTo>
                  <a:lnTo>
                    <a:pt x="49707" y="90140"/>
                  </a:lnTo>
                  <a:lnTo>
                    <a:pt x="49388" y="90093"/>
                  </a:lnTo>
                  <a:lnTo>
                    <a:pt x="49161" y="90000"/>
                  </a:lnTo>
                  <a:lnTo>
                    <a:pt x="48887" y="89814"/>
                  </a:lnTo>
                  <a:lnTo>
                    <a:pt x="48477" y="89581"/>
                  </a:lnTo>
                  <a:lnTo>
                    <a:pt x="48067" y="89348"/>
                  </a:lnTo>
                  <a:lnTo>
                    <a:pt x="47110" y="88882"/>
                  </a:lnTo>
                  <a:lnTo>
                    <a:pt x="46837" y="88603"/>
                  </a:lnTo>
                  <a:lnTo>
                    <a:pt x="46336" y="88323"/>
                  </a:lnTo>
                  <a:lnTo>
                    <a:pt x="45789" y="88043"/>
                  </a:lnTo>
                  <a:lnTo>
                    <a:pt x="43648" y="87019"/>
                  </a:lnTo>
                  <a:lnTo>
                    <a:pt x="42418" y="86460"/>
                  </a:lnTo>
                  <a:lnTo>
                    <a:pt x="42099" y="86366"/>
                  </a:lnTo>
                  <a:lnTo>
                    <a:pt x="41780" y="86366"/>
                  </a:lnTo>
                  <a:lnTo>
                    <a:pt x="41552" y="86087"/>
                  </a:lnTo>
                  <a:lnTo>
                    <a:pt x="41370" y="86040"/>
                  </a:lnTo>
                  <a:lnTo>
                    <a:pt x="41187" y="85854"/>
                  </a:lnTo>
                  <a:lnTo>
                    <a:pt x="40777" y="85668"/>
                  </a:lnTo>
                  <a:lnTo>
                    <a:pt x="40048" y="85342"/>
                  </a:lnTo>
                  <a:lnTo>
                    <a:pt x="39365" y="85016"/>
                  </a:lnTo>
                  <a:lnTo>
                    <a:pt x="38727" y="84783"/>
                  </a:lnTo>
                  <a:lnTo>
                    <a:pt x="38135" y="84457"/>
                  </a:lnTo>
                  <a:lnTo>
                    <a:pt x="37360" y="83991"/>
                  </a:lnTo>
                  <a:lnTo>
                    <a:pt x="36722" y="83711"/>
                  </a:lnTo>
                  <a:lnTo>
                    <a:pt x="35583" y="82919"/>
                  </a:lnTo>
                  <a:lnTo>
                    <a:pt x="34535" y="82407"/>
                  </a:lnTo>
                  <a:lnTo>
                    <a:pt x="33624" y="81988"/>
                  </a:lnTo>
                  <a:lnTo>
                    <a:pt x="32713" y="81335"/>
                  </a:lnTo>
                  <a:lnTo>
                    <a:pt x="30845" y="80450"/>
                  </a:lnTo>
                  <a:lnTo>
                    <a:pt x="29296" y="79379"/>
                  </a:lnTo>
                  <a:lnTo>
                    <a:pt x="27473" y="78587"/>
                  </a:lnTo>
                  <a:lnTo>
                    <a:pt x="25970" y="77329"/>
                  </a:lnTo>
                  <a:lnTo>
                    <a:pt x="24557" y="76491"/>
                  </a:lnTo>
                  <a:lnTo>
                    <a:pt x="23236" y="76025"/>
                  </a:lnTo>
                  <a:lnTo>
                    <a:pt x="22507" y="75652"/>
                  </a:lnTo>
                  <a:lnTo>
                    <a:pt x="22325" y="75606"/>
                  </a:lnTo>
                  <a:lnTo>
                    <a:pt x="21095" y="75326"/>
                  </a:lnTo>
                  <a:lnTo>
                    <a:pt x="20092" y="74907"/>
                  </a:lnTo>
                  <a:lnTo>
                    <a:pt x="19500" y="74581"/>
                  </a:lnTo>
                  <a:lnTo>
                    <a:pt x="18725" y="74022"/>
                  </a:lnTo>
                  <a:lnTo>
                    <a:pt x="17951" y="73696"/>
                  </a:lnTo>
                  <a:lnTo>
                    <a:pt x="17085" y="73369"/>
                  </a:lnTo>
                  <a:lnTo>
                    <a:pt x="16675" y="73323"/>
                  </a:lnTo>
                  <a:lnTo>
                    <a:pt x="16447" y="73043"/>
                  </a:lnTo>
                  <a:lnTo>
                    <a:pt x="16037" y="72904"/>
                  </a:lnTo>
                  <a:lnTo>
                    <a:pt x="15627" y="72764"/>
                  </a:lnTo>
                  <a:lnTo>
                    <a:pt x="15354" y="72484"/>
                  </a:lnTo>
                  <a:lnTo>
                    <a:pt x="14625" y="72205"/>
                  </a:lnTo>
                  <a:lnTo>
                    <a:pt x="14033" y="71832"/>
                  </a:lnTo>
                  <a:lnTo>
                    <a:pt x="13395" y="71413"/>
                  </a:lnTo>
                  <a:lnTo>
                    <a:pt x="12802" y="70947"/>
                  </a:lnTo>
                  <a:lnTo>
                    <a:pt x="12392" y="70807"/>
                  </a:lnTo>
                  <a:lnTo>
                    <a:pt x="11754" y="70574"/>
                  </a:lnTo>
                  <a:lnTo>
                    <a:pt x="11117" y="70109"/>
                  </a:lnTo>
                  <a:lnTo>
                    <a:pt x="10479" y="69736"/>
                  </a:lnTo>
                  <a:lnTo>
                    <a:pt x="9795" y="69410"/>
                  </a:lnTo>
                  <a:lnTo>
                    <a:pt x="9112" y="68897"/>
                  </a:lnTo>
                  <a:lnTo>
                    <a:pt x="8246" y="68665"/>
                  </a:lnTo>
                  <a:lnTo>
                    <a:pt x="7472" y="68152"/>
                  </a:lnTo>
                  <a:lnTo>
                    <a:pt x="6788" y="67779"/>
                  </a:lnTo>
                  <a:lnTo>
                    <a:pt x="6014" y="67407"/>
                  </a:lnTo>
                  <a:lnTo>
                    <a:pt x="5376" y="67034"/>
                  </a:lnTo>
                  <a:lnTo>
                    <a:pt x="4783" y="66801"/>
                  </a:lnTo>
                  <a:lnTo>
                    <a:pt x="4191" y="66475"/>
                  </a:lnTo>
                  <a:lnTo>
                    <a:pt x="2369" y="65404"/>
                  </a:lnTo>
                  <a:lnTo>
                    <a:pt x="956" y="64612"/>
                  </a:lnTo>
                  <a:lnTo>
                    <a:pt x="227" y="64332"/>
                  </a:lnTo>
                  <a:lnTo>
                    <a:pt x="0" y="63633"/>
                  </a:lnTo>
                  <a:lnTo>
                    <a:pt x="1002" y="61351"/>
                  </a:lnTo>
                  <a:lnTo>
                    <a:pt x="3143" y="57018"/>
                  </a:lnTo>
                  <a:lnTo>
                    <a:pt x="3326" y="56599"/>
                  </a:lnTo>
                  <a:lnTo>
                    <a:pt x="3599" y="56040"/>
                  </a:lnTo>
                  <a:lnTo>
                    <a:pt x="3690" y="55761"/>
                  </a:lnTo>
                  <a:lnTo>
                    <a:pt x="4373" y="53431"/>
                  </a:lnTo>
                  <a:lnTo>
                    <a:pt x="4783" y="52407"/>
                  </a:lnTo>
                  <a:lnTo>
                    <a:pt x="5057" y="51568"/>
                  </a:lnTo>
                  <a:lnTo>
                    <a:pt x="5786" y="49565"/>
                  </a:lnTo>
                  <a:lnTo>
                    <a:pt x="6378" y="47981"/>
                  </a:lnTo>
                  <a:lnTo>
                    <a:pt x="6424" y="47841"/>
                  </a:lnTo>
                  <a:lnTo>
                    <a:pt x="6606" y="47236"/>
                  </a:lnTo>
                  <a:lnTo>
                    <a:pt x="6879" y="46584"/>
                  </a:lnTo>
                  <a:lnTo>
                    <a:pt x="8565" y="41832"/>
                  </a:lnTo>
                  <a:lnTo>
                    <a:pt x="10160" y="37500"/>
                  </a:lnTo>
                  <a:lnTo>
                    <a:pt x="10251" y="37267"/>
                  </a:lnTo>
                  <a:lnTo>
                    <a:pt x="11937" y="32469"/>
                  </a:lnTo>
                  <a:lnTo>
                    <a:pt x="12620" y="30605"/>
                  </a:lnTo>
                  <a:lnTo>
                    <a:pt x="13577" y="27857"/>
                  </a:lnTo>
                  <a:lnTo>
                    <a:pt x="13805" y="27251"/>
                  </a:lnTo>
                  <a:lnTo>
                    <a:pt x="14078" y="26459"/>
                  </a:lnTo>
                  <a:lnTo>
                    <a:pt x="14124" y="26320"/>
                  </a:lnTo>
                  <a:lnTo>
                    <a:pt x="15126" y="23524"/>
                  </a:lnTo>
                  <a:lnTo>
                    <a:pt x="19728" y="25062"/>
                  </a:lnTo>
                  <a:lnTo>
                    <a:pt x="21277" y="20450"/>
                  </a:lnTo>
                  <a:lnTo>
                    <a:pt x="20457" y="20124"/>
                  </a:lnTo>
                  <a:lnTo>
                    <a:pt x="19864" y="19891"/>
                  </a:lnTo>
                  <a:lnTo>
                    <a:pt x="18042" y="19146"/>
                  </a:lnTo>
                  <a:lnTo>
                    <a:pt x="17769" y="19052"/>
                  </a:lnTo>
                  <a:lnTo>
                    <a:pt x="16219" y="18400"/>
                  </a:lnTo>
                  <a:lnTo>
                    <a:pt x="17040" y="16723"/>
                  </a:lnTo>
                  <a:lnTo>
                    <a:pt x="18133" y="14580"/>
                  </a:lnTo>
                  <a:lnTo>
                    <a:pt x="18406" y="14021"/>
                  </a:lnTo>
                  <a:lnTo>
                    <a:pt x="18999" y="12810"/>
                  </a:lnTo>
                  <a:lnTo>
                    <a:pt x="20001" y="10807"/>
                  </a:lnTo>
                  <a:lnTo>
                    <a:pt x="20548" y="9922"/>
                  </a:lnTo>
                  <a:lnTo>
                    <a:pt x="22188" y="10574"/>
                  </a:lnTo>
                  <a:lnTo>
                    <a:pt x="25332" y="5403"/>
                  </a:lnTo>
                  <a:lnTo>
                    <a:pt x="25423" y="5264"/>
                  </a:lnTo>
                  <a:lnTo>
                    <a:pt x="25924" y="4472"/>
                  </a:lnTo>
                  <a:lnTo>
                    <a:pt x="26198" y="3959"/>
                  </a:lnTo>
                  <a:lnTo>
                    <a:pt x="27337" y="2096"/>
                  </a:lnTo>
                  <a:lnTo>
                    <a:pt x="28020" y="1024"/>
                  </a:lnTo>
                  <a:lnTo>
                    <a:pt x="28066" y="885"/>
                  </a:lnTo>
                  <a:lnTo>
                    <a:pt x="288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81673" y="3979675"/>
              <a:ext cx="249359" cy="173805"/>
            </a:xfrm>
            <a:custGeom>
              <a:avLst/>
              <a:pathLst>
                <a:path w="249359" h="173805">
                  <a:moveTo>
                    <a:pt x="130990" y="2003"/>
                  </a:moveTo>
                  <a:lnTo>
                    <a:pt x="130898" y="4658"/>
                  </a:lnTo>
                  <a:lnTo>
                    <a:pt x="130944" y="7919"/>
                  </a:lnTo>
                  <a:lnTo>
                    <a:pt x="130944" y="10807"/>
                  </a:lnTo>
                  <a:lnTo>
                    <a:pt x="130990" y="12111"/>
                  </a:lnTo>
                  <a:lnTo>
                    <a:pt x="131126" y="13323"/>
                  </a:lnTo>
                  <a:lnTo>
                    <a:pt x="131263" y="14208"/>
                  </a:lnTo>
                  <a:lnTo>
                    <a:pt x="131309" y="14487"/>
                  </a:lnTo>
                  <a:lnTo>
                    <a:pt x="131400" y="15000"/>
                  </a:lnTo>
                  <a:lnTo>
                    <a:pt x="131627" y="15745"/>
                  </a:lnTo>
                  <a:lnTo>
                    <a:pt x="131992" y="16723"/>
                  </a:lnTo>
                  <a:lnTo>
                    <a:pt x="132630" y="18493"/>
                  </a:lnTo>
                  <a:lnTo>
                    <a:pt x="132858" y="19192"/>
                  </a:lnTo>
                  <a:lnTo>
                    <a:pt x="134452" y="22965"/>
                  </a:lnTo>
                  <a:lnTo>
                    <a:pt x="134908" y="24316"/>
                  </a:lnTo>
                  <a:lnTo>
                    <a:pt x="135181" y="25714"/>
                  </a:lnTo>
                  <a:lnTo>
                    <a:pt x="135409" y="26879"/>
                  </a:lnTo>
                  <a:lnTo>
                    <a:pt x="135774" y="30046"/>
                  </a:lnTo>
                  <a:lnTo>
                    <a:pt x="136320" y="34798"/>
                  </a:lnTo>
                  <a:lnTo>
                    <a:pt x="136320" y="34938"/>
                  </a:lnTo>
                  <a:lnTo>
                    <a:pt x="136411" y="35823"/>
                  </a:lnTo>
                  <a:lnTo>
                    <a:pt x="136503" y="37313"/>
                  </a:lnTo>
                  <a:lnTo>
                    <a:pt x="136776" y="39549"/>
                  </a:lnTo>
                  <a:lnTo>
                    <a:pt x="137140" y="44208"/>
                  </a:lnTo>
                  <a:lnTo>
                    <a:pt x="137186" y="44581"/>
                  </a:lnTo>
                  <a:lnTo>
                    <a:pt x="137232" y="45699"/>
                  </a:lnTo>
                  <a:lnTo>
                    <a:pt x="137277" y="47329"/>
                  </a:lnTo>
                  <a:lnTo>
                    <a:pt x="137277" y="48447"/>
                  </a:lnTo>
                  <a:lnTo>
                    <a:pt x="137323" y="49658"/>
                  </a:lnTo>
                  <a:lnTo>
                    <a:pt x="137323" y="50636"/>
                  </a:lnTo>
                  <a:lnTo>
                    <a:pt x="137277" y="51801"/>
                  </a:lnTo>
                  <a:lnTo>
                    <a:pt x="137186" y="53571"/>
                  </a:lnTo>
                  <a:lnTo>
                    <a:pt x="137095" y="55388"/>
                  </a:lnTo>
                  <a:lnTo>
                    <a:pt x="136685" y="60885"/>
                  </a:lnTo>
                  <a:lnTo>
                    <a:pt x="136503" y="63261"/>
                  </a:lnTo>
                  <a:lnTo>
                    <a:pt x="136411" y="64425"/>
                  </a:lnTo>
                  <a:lnTo>
                    <a:pt x="136275" y="65963"/>
                  </a:lnTo>
                  <a:lnTo>
                    <a:pt x="136320" y="67081"/>
                  </a:lnTo>
                  <a:lnTo>
                    <a:pt x="136366" y="68199"/>
                  </a:lnTo>
                  <a:lnTo>
                    <a:pt x="136457" y="69270"/>
                  </a:lnTo>
                  <a:lnTo>
                    <a:pt x="136457" y="69456"/>
                  </a:lnTo>
                  <a:lnTo>
                    <a:pt x="136685" y="70807"/>
                  </a:lnTo>
                  <a:lnTo>
                    <a:pt x="136913" y="71972"/>
                  </a:lnTo>
                  <a:lnTo>
                    <a:pt x="137004" y="72531"/>
                  </a:lnTo>
                  <a:lnTo>
                    <a:pt x="137186" y="73323"/>
                  </a:lnTo>
                  <a:lnTo>
                    <a:pt x="137505" y="75373"/>
                  </a:lnTo>
                  <a:lnTo>
                    <a:pt x="137687" y="75978"/>
                  </a:lnTo>
                  <a:lnTo>
                    <a:pt x="138644" y="75978"/>
                  </a:lnTo>
                  <a:lnTo>
                    <a:pt x="138917" y="75978"/>
                  </a:lnTo>
                  <a:lnTo>
                    <a:pt x="139646" y="76025"/>
                  </a:lnTo>
                  <a:lnTo>
                    <a:pt x="140239" y="76025"/>
                  </a:lnTo>
                  <a:lnTo>
                    <a:pt x="141013" y="76071"/>
                  </a:lnTo>
                  <a:lnTo>
                    <a:pt x="141605" y="76258"/>
                  </a:lnTo>
                  <a:lnTo>
                    <a:pt x="142334" y="76537"/>
                  </a:lnTo>
                  <a:lnTo>
                    <a:pt x="143291" y="77236"/>
                  </a:lnTo>
                  <a:lnTo>
                    <a:pt x="144613" y="78168"/>
                  </a:lnTo>
                  <a:lnTo>
                    <a:pt x="145387" y="78727"/>
                  </a:lnTo>
                  <a:lnTo>
                    <a:pt x="145797" y="79006"/>
                  </a:lnTo>
                  <a:lnTo>
                    <a:pt x="149169" y="78727"/>
                  </a:lnTo>
                  <a:lnTo>
                    <a:pt x="154044" y="78401"/>
                  </a:lnTo>
                  <a:lnTo>
                    <a:pt x="158691" y="78074"/>
                  </a:lnTo>
                  <a:lnTo>
                    <a:pt x="159192" y="78028"/>
                  </a:lnTo>
                  <a:lnTo>
                    <a:pt x="168168" y="77515"/>
                  </a:lnTo>
                  <a:lnTo>
                    <a:pt x="168715" y="77469"/>
                  </a:lnTo>
                  <a:lnTo>
                    <a:pt x="172086" y="77236"/>
                  </a:lnTo>
                  <a:lnTo>
                    <a:pt x="172633" y="77189"/>
                  </a:lnTo>
                  <a:lnTo>
                    <a:pt x="172633" y="82500"/>
                  </a:lnTo>
                  <a:lnTo>
                    <a:pt x="173316" y="82500"/>
                  </a:lnTo>
                  <a:lnTo>
                    <a:pt x="175093" y="82453"/>
                  </a:lnTo>
                  <a:lnTo>
                    <a:pt x="177053" y="82453"/>
                  </a:lnTo>
                  <a:lnTo>
                    <a:pt x="176916" y="76910"/>
                  </a:lnTo>
                  <a:lnTo>
                    <a:pt x="182839" y="76770"/>
                  </a:lnTo>
                  <a:lnTo>
                    <a:pt x="188716" y="76630"/>
                  </a:lnTo>
                  <a:lnTo>
                    <a:pt x="189035" y="76630"/>
                  </a:lnTo>
                  <a:lnTo>
                    <a:pt x="192817" y="76584"/>
                  </a:lnTo>
                  <a:lnTo>
                    <a:pt x="192726" y="74115"/>
                  </a:lnTo>
                  <a:lnTo>
                    <a:pt x="195596" y="73975"/>
                  </a:lnTo>
                  <a:lnTo>
                    <a:pt x="195551" y="72251"/>
                  </a:lnTo>
                  <a:lnTo>
                    <a:pt x="195551" y="71832"/>
                  </a:lnTo>
                  <a:lnTo>
                    <a:pt x="195551" y="70621"/>
                  </a:lnTo>
                  <a:lnTo>
                    <a:pt x="195596" y="69783"/>
                  </a:lnTo>
                  <a:lnTo>
                    <a:pt x="195687" y="69177"/>
                  </a:lnTo>
                  <a:lnTo>
                    <a:pt x="195733" y="68991"/>
                  </a:lnTo>
                  <a:lnTo>
                    <a:pt x="196416" y="68385"/>
                  </a:lnTo>
                  <a:lnTo>
                    <a:pt x="196781" y="68152"/>
                  </a:lnTo>
                  <a:lnTo>
                    <a:pt x="197145" y="67919"/>
                  </a:lnTo>
                  <a:lnTo>
                    <a:pt x="198558" y="66941"/>
                  </a:lnTo>
                  <a:lnTo>
                    <a:pt x="201610" y="64938"/>
                  </a:lnTo>
                  <a:lnTo>
                    <a:pt x="201929" y="64751"/>
                  </a:lnTo>
                  <a:lnTo>
                    <a:pt x="203159" y="63960"/>
                  </a:lnTo>
                  <a:lnTo>
                    <a:pt x="203524" y="63727"/>
                  </a:lnTo>
                  <a:lnTo>
                    <a:pt x="203797" y="63540"/>
                  </a:lnTo>
                  <a:lnTo>
                    <a:pt x="204116" y="63307"/>
                  </a:lnTo>
                  <a:lnTo>
                    <a:pt x="205438" y="62469"/>
                  </a:lnTo>
                  <a:lnTo>
                    <a:pt x="206394" y="61817"/>
                  </a:lnTo>
                  <a:lnTo>
                    <a:pt x="208581" y="60373"/>
                  </a:lnTo>
                  <a:lnTo>
                    <a:pt x="209037" y="60093"/>
                  </a:lnTo>
                  <a:lnTo>
                    <a:pt x="209447" y="59814"/>
                  </a:lnTo>
                  <a:lnTo>
                    <a:pt x="209766" y="59581"/>
                  </a:lnTo>
                  <a:lnTo>
                    <a:pt x="210085" y="60046"/>
                  </a:lnTo>
                  <a:lnTo>
                    <a:pt x="211406" y="62143"/>
                  </a:lnTo>
                  <a:lnTo>
                    <a:pt x="212226" y="63447"/>
                  </a:lnTo>
                  <a:lnTo>
                    <a:pt x="212910" y="64519"/>
                  </a:lnTo>
                  <a:lnTo>
                    <a:pt x="213958" y="66149"/>
                  </a:lnTo>
                  <a:lnTo>
                    <a:pt x="214185" y="66522"/>
                  </a:lnTo>
                  <a:lnTo>
                    <a:pt x="214368" y="66801"/>
                  </a:lnTo>
                  <a:lnTo>
                    <a:pt x="214914" y="67593"/>
                  </a:lnTo>
                  <a:lnTo>
                    <a:pt x="216145" y="69410"/>
                  </a:lnTo>
                  <a:lnTo>
                    <a:pt x="216737" y="70342"/>
                  </a:lnTo>
                  <a:lnTo>
                    <a:pt x="218104" y="72391"/>
                  </a:lnTo>
                  <a:lnTo>
                    <a:pt x="220108" y="75373"/>
                  </a:lnTo>
                  <a:lnTo>
                    <a:pt x="220291" y="75652"/>
                  </a:lnTo>
                  <a:lnTo>
                    <a:pt x="220518" y="75932"/>
                  </a:lnTo>
                  <a:lnTo>
                    <a:pt x="221794" y="77842"/>
                  </a:lnTo>
                  <a:lnTo>
                    <a:pt x="222159" y="78401"/>
                  </a:lnTo>
                  <a:lnTo>
                    <a:pt x="223844" y="80916"/>
                  </a:lnTo>
                  <a:lnTo>
                    <a:pt x="224163" y="81429"/>
                  </a:lnTo>
                  <a:lnTo>
                    <a:pt x="226578" y="85016"/>
                  </a:lnTo>
                  <a:lnTo>
                    <a:pt x="227672" y="86646"/>
                  </a:lnTo>
                  <a:lnTo>
                    <a:pt x="229722" y="89721"/>
                  </a:lnTo>
                  <a:lnTo>
                    <a:pt x="229904" y="89953"/>
                  </a:lnTo>
                  <a:lnTo>
                    <a:pt x="230679" y="91165"/>
                  </a:lnTo>
                  <a:lnTo>
                    <a:pt x="233048" y="94798"/>
                  </a:lnTo>
                  <a:lnTo>
                    <a:pt x="234460" y="97034"/>
                  </a:lnTo>
                  <a:lnTo>
                    <a:pt x="239609" y="104814"/>
                  </a:lnTo>
                  <a:lnTo>
                    <a:pt x="241158" y="107190"/>
                  </a:lnTo>
                  <a:lnTo>
                    <a:pt x="241659" y="107982"/>
                  </a:lnTo>
                  <a:lnTo>
                    <a:pt x="242479" y="109193"/>
                  </a:lnTo>
                  <a:lnTo>
                    <a:pt x="242889" y="109845"/>
                  </a:lnTo>
                  <a:lnTo>
                    <a:pt x="245304" y="113292"/>
                  </a:lnTo>
                  <a:lnTo>
                    <a:pt x="246489" y="114969"/>
                  </a:lnTo>
                  <a:lnTo>
                    <a:pt x="247810" y="116832"/>
                  </a:lnTo>
                  <a:lnTo>
                    <a:pt x="248129" y="117298"/>
                  </a:lnTo>
                  <a:lnTo>
                    <a:pt x="248630" y="118137"/>
                  </a:lnTo>
                  <a:lnTo>
                    <a:pt x="249177" y="118975"/>
                  </a:lnTo>
                  <a:lnTo>
                    <a:pt x="249359" y="119255"/>
                  </a:lnTo>
                  <a:lnTo>
                    <a:pt x="249177" y="119441"/>
                  </a:lnTo>
                  <a:lnTo>
                    <a:pt x="248995" y="119674"/>
                  </a:lnTo>
                  <a:lnTo>
                    <a:pt x="248858" y="119860"/>
                  </a:lnTo>
                  <a:lnTo>
                    <a:pt x="248721" y="120140"/>
                  </a:lnTo>
                  <a:lnTo>
                    <a:pt x="248630" y="120373"/>
                  </a:lnTo>
                  <a:lnTo>
                    <a:pt x="248585" y="120652"/>
                  </a:lnTo>
                  <a:lnTo>
                    <a:pt x="248539" y="120885"/>
                  </a:lnTo>
                  <a:lnTo>
                    <a:pt x="248493" y="121165"/>
                  </a:lnTo>
                  <a:lnTo>
                    <a:pt x="248357" y="121165"/>
                  </a:lnTo>
                  <a:lnTo>
                    <a:pt x="248038" y="121118"/>
                  </a:lnTo>
                  <a:lnTo>
                    <a:pt x="247856" y="121118"/>
                  </a:lnTo>
                  <a:lnTo>
                    <a:pt x="246489" y="120885"/>
                  </a:lnTo>
                  <a:lnTo>
                    <a:pt x="246306" y="120885"/>
                  </a:lnTo>
                  <a:lnTo>
                    <a:pt x="245669" y="120792"/>
                  </a:lnTo>
                  <a:lnTo>
                    <a:pt x="244484" y="120606"/>
                  </a:lnTo>
                  <a:lnTo>
                    <a:pt x="243664" y="120466"/>
                  </a:lnTo>
                  <a:lnTo>
                    <a:pt x="241796" y="120233"/>
                  </a:lnTo>
                  <a:lnTo>
                    <a:pt x="241386" y="120140"/>
                  </a:lnTo>
                  <a:lnTo>
                    <a:pt x="240976" y="120093"/>
                  </a:lnTo>
                  <a:lnTo>
                    <a:pt x="240156" y="119907"/>
                  </a:lnTo>
                  <a:lnTo>
                    <a:pt x="239700" y="119860"/>
                  </a:lnTo>
                  <a:lnTo>
                    <a:pt x="239199" y="119767"/>
                  </a:lnTo>
                  <a:lnTo>
                    <a:pt x="238743" y="119674"/>
                  </a:lnTo>
                  <a:lnTo>
                    <a:pt x="238515" y="119628"/>
                  </a:lnTo>
                  <a:lnTo>
                    <a:pt x="237923" y="119534"/>
                  </a:lnTo>
                  <a:lnTo>
                    <a:pt x="237650" y="119488"/>
                  </a:lnTo>
                  <a:lnTo>
                    <a:pt x="236374" y="119301"/>
                  </a:lnTo>
                  <a:lnTo>
                    <a:pt x="234825" y="119022"/>
                  </a:lnTo>
                  <a:lnTo>
                    <a:pt x="234324" y="118929"/>
                  </a:lnTo>
                  <a:lnTo>
                    <a:pt x="233549" y="118789"/>
                  </a:lnTo>
                  <a:lnTo>
                    <a:pt x="233094" y="118742"/>
                  </a:lnTo>
                  <a:lnTo>
                    <a:pt x="232319" y="118603"/>
                  </a:lnTo>
                  <a:lnTo>
                    <a:pt x="232182" y="118603"/>
                  </a:lnTo>
                  <a:lnTo>
                    <a:pt x="231590" y="118510"/>
                  </a:lnTo>
                  <a:lnTo>
                    <a:pt x="230314" y="118277"/>
                  </a:lnTo>
                  <a:lnTo>
                    <a:pt x="230132" y="118277"/>
                  </a:lnTo>
                  <a:lnTo>
                    <a:pt x="229904" y="118230"/>
                  </a:lnTo>
                  <a:lnTo>
                    <a:pt x="229585" y="118183"/>
                  </a:lnTo>
                  <a:lnTo>
                    <a:pt x="228036" y="117951"/>
                  </a:lnTo>
                  <a:lnTo>
                    <a:pt x="226988" y="117764"/>
                  </a:lnTo>
                  <a:lnTo>
                    <a:pt x="225804" y="117578"/>
                  </a:lnTo>
                  <a:lnTo>
                    <a:pt x="225621" y="117531"/>
                  </a:lnTo>
                  <a:lnTo>
                    <a:pt x="224801" y="117438"/>
                  </a:lnTo>
                  <a:lnTo>
                    <a:pt x="223070" y="117159"/>
                  </a:lnTo>
                  <a:lnTo>
                    <a:pt x="222113" y="117019"/>
                  </a:lnTo>
                  <a:lnTo>
                    <a:pt x="221384" y="116879"/>
                  </a:lnTo>
                  <a:lnTo>
                    <a:pt x="220929" y="116832"/>
                  </a:lnTo>
                  <a:lnTo>
                    <a:pt x="220746" y="116786"/>
                  </a:lnTo>
                  <a:lnTo>
                    <a:pt x="220382" y="116739"/>
                  </a:lnTo>
                  <a:lnTo>
                    <a:pt x="219379" y="116600"/>
                  </a:lnTo>
                  <a:lnTo>
                    <a:pt x="215416" y="115947"/>
                  </a:lnTo>
                  <a:lnTo>
                    <a:pt x="214869" y="115854"/>
                  </a:lnTo>
                  <a:lnTo>
                    <a:pt x="214140" y="115761"/>
                  </a:lnTo>
                  <a:lnTo>
                    <a:pt x="213866" y="115714"/>
                  </a:lnTo>
                  <a:lnTo>
                    <a:pt x="212819" y="115575"/>
                  </a:lnTo>
                  <a:lnTo>
                    <a:pt x="212454" y="115528"/>
                  </a:lnTo>
                  <a:lnTo>
                    <a:pt x="212317" y="115528"/>
                  </a:lnTo>
                  <a:lnTo>
                    <a:pt x="212181" y="115482"/>
                  </a:lnTo>
                  <a:lnTo>
                    <a:pt x="211907" y="117531"/>
                  </a:lnTo>
                  <a:lnTo>
                    <a:pt x="211907" y="117997"/>
                  </a:lnTo>
                  <a:lnTo>
                    <a:pt x="212181" y="120746"/>
                  </a:lnTo>
                  <a:lnTo>
                    <a:pt x="212272" y="122003"/>
                  </a:lnTo>
                  <a:lnTo>
                    <a:pt x="212408" y="123308"/>
                  </a:lnTo>
                  <a:lnTo>
                    <a:pt x="212591" y="126056"/>
                  </a:lnTo>
                  <a:lnTo>
                    <a:pt x="211680" y="126196"/>
                  </a:lnTo>
                  <a:lnTo>
                    <a:pt x="208991" y="126429"/>
                  </a:lnTo>
                  <a:lnTo>
                    <a:pt x="208581" y="126475"/>
                  </a:lnTo>
                  <a:lnTo>
                    <a:pt x="208399" y="126475"/>
                  </a:lnTo>
                  <a:lnTo>
                    <a:pt x="208035" y="126522"/>
                  </a:lnTo>
                  <a:lnTo>
                    <a:pt x="207761" y="126522"/>
                  </a:lnTo>
                  <a:lnTo>
                    <a:pt x="207306" y="126569"/>
                  </a:lnTo>
                  <a:lnTo>
                    <a:pt x="205529" y="126755"/>
                  </a:lnTo>
                  <a:lnTo>
                    <a:pt x="204253" y="126848"/>
                  </a:lnTo>
                  <a:lnTo>
                    <a:pt x="202157" y="126475"/>
                  </a:lnTo>
                  <a:lnTo>
                    <a:pt x="201884" y="127873"/>
                  </a:lnTo>
                  <a:lnTo>
                    <a:pt x="201701" y="128758"/>
                  </a:lnTo>
                  <a:lnTo>
                    <a:pt x="201474" y="128711"/>
                  </a:lnTo>
                  <a:lnTo>
                    <a:pt x="200927" y="128618"/>
                  </a:lnTo>
                  <a:lnTo>
                    <a:pt x="200562" y="128525"/>
                  </a:lnTo>
                  <a:lnTo>
                    <a:pt x="200335" y="128479"/>
                  </a:lnTo>
                  <a:lnTo>
                    <a:pt x="199013" y="128152"/>
                  </a:lnTo>
                  <a:lnTo>
                    <a:pt x="198786" y="129084"/>
                  </a:lnTo>
                  <a:lnTo>
                    <a:pt x="198740" y="129364"/>
                  </a:lnTo>
                  <a:lnTo>
                    <a:pt x="198694" y="129503"/>
                  </a:lnTo>
                  <a:lnTo>
                    <a:pt x="198649" y="129736"/>
                  </a:lnTo>
                  <a:lnTo>
                    <a:pt x="198512" y="130249"/>
                  </a:lnTo>
                  <a:lnTo>
                    <a:pt x="197874" y="130947"/>
                  </a:lnTo>
                  <a:lnTo>
                    <a:pt x="197692" y="131180"/>
                  </a:lnTo>
                  <a:lnTo>
                    <a:pt x="196963" y="131926"/>
                  </a:lnTo>
                  <a:lnTo>
                    <a:pt x="196553" y="132252"/>
                  </a:lnTo>
                  <a:lnTo>
                    <a:pt x="196234" y="131646"/>
                  </a:lnTo>
                  <a:lnTo>
                    <a:pt x="196189" y="131506"/>
                  </a:lnTo>
                  <a:lnTo>
                    <a:pt x="195961" y="131041"/>
                  </a:lnTo>
                  <a:lnTo>
                    <a:pt x="195870" y="130808"/>
                  </a:lnTo>
                  <a:lnTo>
                    <a:pt x="195733" y="130575"/>
                  </a:lnTo>
                  <a:lnTo>
                    <a:pt x="196006" y="128898"/>
                  </a:lnTo>
                  <a:lnTo>
                    <a:pt x="196189" y="128059"/>
                  </a:lnTo>
                  <a:lnTo>
                    <a:pt x="196280" y="127454"/>
                  </a:lnTo>
                  <a:lnTo>
                    <a:pt x="196280" y="127267"/>
                  </a:lnTo>
                  <a:lnTo>
                    <a:pt x="196189" y="126662"/>
                  </a:lnTo>
                  <a:lnTo>
                    <a:pt x="196097" y="125730"/>
                  </a:lnTo>
                  <a:lnTo>
                    <a:pt x="195824" y="125823"/>
                  </a:lnTo>
                  <a:lnTo>
                    <a:pt x="195368" y="125963"/>
                  </a:lnTo>
                  <a:lnTo>
                    <a:pt x="195004" y="126056"/>
                  </a:lnTo>
                  <a:lnTo>
                    <a:pt x="194822" y="126103"/>
                  </a:lnTo>
                  <a:lnTo>
                    <a:pt x="194366" y="126242"/>
                  </a:lnTo>
                  <a:lnTo>
                    <a:pt x="194229" y="126056"/>
                  </a:lnTo>
                  <a:lnTo>
                    <a:pt x="193910" y="125264"/>
                  </a:lnTo>
                  <a:lnTo>
                    <a:pt x="193181" y="123727"/>
                  </a:lnTo>
                  <a:lnTo>
                    <a:pt x="192954" y="123820"/>
                  </a:lnTo>
                  <a:lnTo>
                    <a:pt x="191997" y="124053"/>
                  </a:lnTo>
                  <a:lnTo>
                    <a:pt x="191769" y="124146"/>
                  </a:lnTo>
                  <a:lnTo>
                    <a:pt x="190311" y="124472"/>
                  </a:lnTo>
                  <a:lnTo>
                    <a:pt x="189035" y="124565"/>
                  </a:lnTo>
                  <a:lnTo>
                    <a:pt x="188899" y="124565"/>
                  </a:lnTo>
                  <a:lnTo>
                    <a:pt x="188625" y="124565"/>
                  </a:lnTo>
                  <a:lnTo>
                    <a:pt x="186894" y="124519"/>
                  </a:lnTo>
                  <a:lnTo>
                    <a:pt x="186575" y="124519"/>
                  </a:lnTo>
                  <a:lnTo>
                    <a:pt x="186256" y="124472"/>
                  </a:lnTo>
                  <a:lnTo>
                    <a:pt x="185709" y="124426"/>
                  </a:lnTo>
                  <a:lnTo>
                    <a:pt x="185208" y="124379"/>
                  </a:lnTo>
                  <a:lnTo>
                    <a:pt x="184752" y="124472"/>
                  </a:lnTo>
                  <a:lnTo>
                    <a:pt x="184707" y="124612"/>
                  </a:lnTo>
                  <a:lnTo>
                    <a:pt x="184206" y="126382"/>
                  </a:lnTo>
                  <a:lnTo>
                    <a:pt x="183431" y="127407"/>
                  </a:lnTo>
                  <a:lnTo>
                    <a:pt x="182930" y="126941"/>
                  </a:lnTo>
                  <a:lnTo>
                    <a:pt x="182155" y="126196"/>
                  </a:lnTo>
                  <a:lnTo>
                    <a:pt x="182110" y="126336"/>
                  </a:lnTo>
                  <a:lnTo>
                    <a:pt x="180925" y="128991"/>
                  </a:lnTo>
                  <a:lnTo>
                    <a:pt x="180606" y="128711"/>
                  </a:lnTo>
                  <a:lnTo>
                    <a:pt x="179741" y="127966"/>
                  </a:lnTo>
                  <a:lnTo>
                    <a:pt x="179467" y="127733"/>
                  </a:lnTo>
                  <a:lnTo>
                    <a:pt x="178374" y="126708"/>
                  </a:lnTo>
                  <a:lnTo>
                    <a:pt x="177645" y="126056"/>
                  </a:lnTo>
                  <a:lnTo>
                    <a:pt x="177007" y="126662"/>
                  </a:lnTo>
                  <a:lnTo>
                    <a:pt x="176870" y="126848"/>
                  </a:lnTo>
                  <a:lnTo>
                    <a:pt x="176825" y="126988"/>
                  </a:lnTo>
                  <a:lnTo>
                    <a:pt x="176779" y="127128"/>
                  </a:lnTo>
                  <a:lnTo>
                    <a:pt x="176779" y="127454"/>
                  </a:lnTo>
                  <a:lnTo>
                    <a:pt x="176779" y="127593"/>
                  </a:lnTo>
                  <a:lnTo>
                    <a:pt x="176779" y="127733"/>
                  </a:lnTo>
                  <a:lnTo>
                    <a:pt x="176734" y="128246"/>
                  </a:lnTo>
                  <a:lnTo>
                    <a:pt x="176734" y="128385"/>
                  </a:lnTo>
                  <a:lnTo>
                    <a:pt x="174957" y="128432"/>
                  </a:lnTo>
                  <a:lnTo>
                    <a:pt x="174319" y="128432"/>
                  </a:lnTo>
                  <a:lnTo>
                    <a:pt x="173681" y="128432"/>
                  </a:lnTo>
                  <a:lnTo>
                    <a:pt x="173681" y="128711"/>
                  </a:lnTo>
                  <a:lnTo>
                    <a:pt x="173681" y="129270"/>
                  </a:lnTo>
                  <a:lnTo>
                    <a:pt x="173727" y="130016"/>
                  </a:lnTo>
                  <a:lnTo>
                    <a:pt x="173727" y="130854"/>
                  </a:lnTo>
                  <a:lnTo>
                    <a:pt x="173772" y="132065"/>
                  </a:lnTo>
                  <a:lnTo>
                    <a:pt x="171722" y="132112"/>
                  </a:lnTo>
                  <a:lnTo>
                    <a:pt x="170082" y="132159"/>
                  </a:lnTo>
                  <a:lnTo>
                    <a:pt x="169307" y="132159"/>
                  </a:lnTo>
                  <a:lnTo>
                    <a:pt x="168441" y="132159"/>
                  </a:lnTo>
                  <a:lnTo>
                    <a:pt x="167804" y="130947"/>
                  </a:lnTo>
                  <a:lnTo>
                    <a:pt x="167712" y="130715"/>
                  </a:lnTo>
                  <a:lnTo>
                    <a:pt x="167029" y="129317"/>
                  </a:lnTo>
                  <a:lnTo>
                    <a:pt x="166801" y="128944"/>
                  </a:lnTo>
                  <a:lnTo>
                    <a:pt x="166437" y="129597"/>
                  </a:lnTo>
                  <a:lnTo>
                    <a:pt x="165753" y="130715"/>
                  </a:lnTo>
                  <a:lnTo>
                    <a:pt x="164159" y="133510"/>
                  </a:lnTo>
                  <a:lnTo>
                    <a:pt x="163657" y="134348"/>
                  </a:lnTo>
                  <a:lnTo>
                    <a:pt x="162974" y="135466"/>
                  </a:lnTo>
                  <a:lnTo>
                    <a:pt x="162518" y="136258"/>
                  </a:lnTo>
                  <a:lnTo>
                    <a:pt x="161425" y="138168"/>
                  </a:lnTo>
                  <a:lnTo>
                    <a:pt x="161060" y="138820"/>
                  </a:lnTo>
                  <a:lnTo>
                    <a:pt x="160787" y="139239"/>
                  </a:lnTo>
                  <a:lnTo>
                    <a:pt x="160012" y="140590"/>
                  </a:lnTo>
                  <a:lnTo>
                    <a:pt x="159557" y="141336"/>
                  </a:lnTo>
                  <a:lnTo>
                    <a:pt x="159466" y="141475"/>
                  </a:lnTo>
                  <a:lnTo>
                    <a:pt x="159283" y="141802"/>
                  </a:lnTo>
                  <a:lnTo>
                    <a:pt x="159192" y="141988"/>
                  </a:lnTo>
                  <a:lnTo>
                    <a:pt x="159056" y="142174"/>
                  </a:lnTo>
                  <a:lnTo>
                    <a:pt x="158965" y="142361"/>
                  </a:lnTo>
                  <a:lnTo>
                    <a:pt x="158873" y="142500"/>
                  </a:lnTo>
                  <a:lnTo>
                    <a:pt x="158691" y="142780"/>
                  </a:lnTo>
                  <a:lnTo>
                    <a:pt x="157643" y="144364"/>
                  </a:lnTo>
                  <a:lnTo>
                    <a:pt x="157051" y="145249"/>
                  </a:lnTo>
                  <a:lnTo>
                    <a:pt x="156914" y="145435"/>
                  </a:lnTo>
                  <a:lnTo>
                    <a:pt x="156504" y="145808"/>
                  </a:lnTo>
                  <a:lnTo>
                    <a:pt x="155456" y="146833"/>
                  </a:lnTo>
                  <a:lnTo>
                    <a:pt x="155092" y="147252"/>
                  </a:lnTo>
                  <a:lnTo>
                    <a:pt x="154089" y="147904"/>
                  </a:lnTo>
                  <a:lnTo>
                    <a:pt x="153406" y="148323"/>
                  </a:lnTo>
                  <a:lnTo>
                    <a:pt x="153224" y="148417"/>
                  </a:lnTo>
                  <a:lnTo>
                    <a:pt x="152540" y="148696"/>
                  </a:lnTo>
                  <a:lnTo>
                    <a:pt x="152358" y="148743"/>
                  </a:lnTo>
                  <a:lnTo>
                    <a:pt x="151948" y="148929"/>
                  </a:lnTo>
                  <a:lnTo>
                    <a:pt x="150627" y="149395"/>
                  </a:lnTo>
                  <a:lnTo>
                    <a:pt x="150444" y="149441"/>
                  </a:lnTo>
                  <a:lnTo>
                    <a:pt x="150536" y="149674"/>
                  </a:lnTo>
                  <a:lnTo>
                    <a:pt x="150855" y="150606"/>
                  </a:lnTo>
                  <a:lnTo>
                    <a:pt x="150080" y="151025"/>
                  </a:lnTo>
                  <a:lnTo>
                    <a:pt x="148166" y="152190"/>
                  </a:lnTo>
                  <a:lnTo>
                    <a:pt x="147210" y="152656"/>
                  </a:lnTo>
                  <a:lnTo>
                    <a:pt x="147027" y="152749"/>
                  </a:lnTo>
                  <a:lnTo>
                    <a:pt x="145205" y="153587"/>
                  </a:lnTo>
                  <a:lnTo>
                    <a:pt x="144203" y="153867"/>
                  </a:lnTo>
                  <a:lnTo>
                    <a:pt x="143291" y="154100"/>
                  </a:lnTo>
                  <a:lnTo>
                    <a:pt x="142471" y="154286"/>
                  </a:lnTo>
                  <a:lnTo>
                    <a:pt x="141924" y="154426"/>
                  </a:lnTo>
                  <a:lnTo>
                    <a:pt x="141241" y="154659"/>
                  </a:lnTo>
                  <a:lnTo>
                    <a:pt x="140603" y="154985"/>
                  </a:lnTo>
                  <a:lnTo>
                    <a:pt x="139874" y="155358"/>
                  </a:lnTo>
                  <a:lnTo>
                    <a:pt x="139692" y="155451"/>
                  </a:lnTo>
                  <a:lnTo>
                    <a:pt x="139510" y="155544"/>
                  </a:lnTo>
                  <a:lnTo>
                    <a:pt x="139145" y="155777"/>
                  </a:lnTo>
                  <a:lnTo>
                    <a:pt x="138553" y="156382"/>
                  </a:lnTo>
                  <a:lnTo>
                    <a:pt x="137869" y="157035"/>
                  </a:lnTo>
                  <a:lnTo>
                    <a:pt x="137642" y="157314"/>
                  </a:lnTo>
                  <a:lnTo>
                    <a:pt x="136958" y="158153"/>
                  </a:lnTo>
                  <a:lnTo>
                    <a:pt x="136913" y="158292"/>
                  </a:lnTo>
                  <a:lnTo>
                    <a:pt x="135774" y="160342"/>
                  </a:lnTo>
                  <a:lnTo>
                    <a:pt x="134953" y="161833"/>
                  </a:lnTo>
                  <a:lnTo>
                    <a:pt x="133860" y="163743"/>
                  </a:lnTo>
                  <a:lnTo>
                    <a:pt x="133313" y="164768"/>
                  </a:lnTo>
                  <a:lnTo>
                    <a:pt x="133040" y="165047"/>
                  </a:lnTo>
                  <a:lnTo>
                    <a:pt x="132311" y="165932"/>
                  </a:lnTo>
                  <a:lnTo>
                    <a:pt x="131764" y="166445"/>
                  </a:lnTo>
                  <a:lnTo>
                    <a:pt x="131354" y="166771"/>
                  </a:lnTo>
                  <a:lnTo>
                    <a:pt x="130898" y="167237"/>
                  </a:lnTo>
                  <a:lnTo>
                    <a:pt x="130625" y="167516"/>
                  </a:lnTo>
                  <a:lnTo>
                    <a:pt x="130215" y="167889"/>
                  </a:lnTo>
                  <a:lnTo>
                    <a:pt x="129942" y="168215"/>
                  </a:lnTo>
                  <a:lnTo>
                    <a:pt x="129304" y="169007"/>
                  </a:lnTo>
                  <a:lnTo>
                    <a:pt x="128712" y="169892"/>
                  </a:lnTo>
                  <a:lnTo>
                    <a:pt x="128484" y="170358"/>
                  </a:lnTo>
                  <a:lnTo>
                    <a:pt x="127755" y="170730"/>
                  </a:lnTo>
                  <a:lnTo>
                    <a:pt x="127345" y="170963"/>
                  </a:lnTo>
                  <a:lnTo>
                    <a:pt x="127026" y="171196"/>
                  </a:lnTo>
                  <a:lnTo>
                    <a:pt x="126843" y="171336"/>
                  </a:lnTo>
                  <a:lnTo>
                    <a:pt x="126114" y="171709"/>
                  </a:lnTo>
                  <a:lnTo>
                    <a:pt x="124155" y="172547"/>
                  </a:lnTo>
                  <a:lnTo>
                    <a:pt x="122652" y="173199"/>
                  </a:lnTo>
                  <a:lnTo>
                    <a:pt x="121467" y="173712"/>
                  </a:lnTo>
                  <a:lnTo>
                    <a:pt x="121239" y="173805"/>
                  </a:lnTo>
                  <a:lnTo>
                    <a:pt x="121148" y="173665"/>
                  </a:lnTo>
                  <a:lnTo>
                    <a:pt x="122606" y="173013"/>
                  </a:lnTo>
                  <a:lnTo>
                    <a:pt x="125613" y="171709"/>
                  </a:lnTo>
                  <a:lnTo>
                    <a:pt x="126297" y="171289"/>
                  </a:lnTo>
                  <a:lnTo>
                    <a:pt x="126206" y="170684"/>
                  </a:lnTo>
                  <a:lnTo>
                    <a:pt x="126023" y="169146"/>
                  </a:lnTo>
                  <a:lnTo>
                    <a:pt x="125978" y="168494"/>
                  </a:lnTo>
                  <a:lnTo>
                    <a:pt x="125659" y="168075"/>
                  </a:lnTo>
                  <a:lnTo>
                    <a:pt x="125568" y="167796"/>
                  </a:lnTo>
                  <a:lnTo>
                    <a:pt x="125477" y="167656"/>
                  </a:lnTo>
                  <a:lnTo>
                    <a:pt x="125386" y="167469"/>
                  </a:lnTo>
                  <a:lnTo>
                    <a:pt x="125158" y="167143"/>
                  </a:lnTo>
                  <a:lnTo>
                    <a:pt x="124930" y="166724"/>
                  </a:lnTo>
                  <a:lnTo>
                    <a:pt x="124748" y="166351"/>
                  </a:lnTo>
                  <a:lnTo>
                    <a:pt x="124793" y="165979"/>
                  </a:lnTo>
                  <a:lnTo>
                    <a:pt x="124748" y="165839"/>
                  </a:lnTo>
                  <a:lnTo>
                    <a:pt x="124520" y="165746"/>
                  </a:lnTo>
                  <a:lnTo>
                    <a:pt x="124383" y="165513"/>
                  </a:lnTo>
                  <a:lnTo>
                    <a:pt x="124292" y="165327"/>
                  </a:lnTo>
                  <a:lnTo>
                    <a:pt x="124155" y="165047"/>
                  </a:lnTo>
                  <a:lnTo>
                    <a:pt x="124019" y="164581"/>
                  </a:lnTo>
                  <a:lnTo>
                    <a:pt x="123882" y="164302"/>
                  </a:lnTo>
                  <a:lnTo>
                    <a:pt x="123791" y="163976"/>
                  </a:lnTo>
                  <a:lnTo>
                    <a:pt x="123700" y="163650"/>
                  </a:lnTo>
                  <a:lnTo>
                    <a:pt x="123609" y="163323"/>
                  </a:lnTo>
                  <a:lnTo>
                    <a:pt x="123517" y="162951"/>
                  </a:lnTo>
                  <a:lnTo>
                    <a:pt x="123335" y="162578"/>
                  </a:lnTo>
                  <a:lnTo>
                    <a:pt x="123062" y="162159"/>
                  </a:lnTo>
                  <a:lnTo>
                    <a:pt x="122697" y="162112"/>
                  </a:lnTo>
                  <a:lnTo>
                    <a:pt x="121832" y="162205"/>
                  </a:lnTo>
                  <a:lnTo>
                    <a:pt x="121832" y="161833"/>
                  </a:lnTo>
                  <a:lnTo>
                    <a:pt x="123609" y="161413"/>
                  </a:lnTo>
                  <a:lnTo>
                    <a:pt x="123791" y="161320"/>
                  </a:lnTo>
                  <a:lnTo>
                    <a:pt x="123973" y="161320"/>
                  </a:lnTo>
                  <a:lnTo>
                    <a:pt x="124019" y="161181"/>
                  </a:lnTo>
                  <a:lnTo>
                    <a:pt x="124019" y="161041"/>
                  </a:lnTo>
                  <a:lnTo>
                    <a:pt x="124064" y="160901"/>
                  </a:lnTo>
                  <a:lnTo>
                    <a:pt x="124064" y="160715"/>
                  </a:lnTo>
                  <a:lnTo>
                    <a:pt x="123928" y="160482"/>
                  </a:lnTo>
                  <a:lnTo>
                    <a:pt x="123882" y="160249"/>
                  </a:lnTo>
                  <a:lnTo>
                    <a:pt x="123745" y="160016"/>
                  </a:lnTo>
                  <a:lnTo>
                    <a:pt x="123836" y="159830"/>
                  </a:lnTo>
                  <a:lnTo>
                    <a:pt x="123791" y="159643"/>
                  </a:lnTo>
                  <a:lnTo>
                    <a:pt x="123609" y="159457"/>
                  </a:lnTo>
                  <a:lnTo>
                    <a:pt x="123563" y="159317"/>
                  </a:lnTo>
                  <a:lnTo>
                    <a:pt x="123381" y="159038"/>
                  </a:lnTo>
                  <a:lnTo>
                    <a:pt x="123381" y="158665"/>
                  </a:lnTo>
                  <a:lnTo>
                    <a:pt x="123290" y="158292"/>
                  </a:lnTo>
                  <a:lnTo>
                    <a:pt x="123016" y="157966"/>
                  </a:lnTo>
                  <a:lnTo>
                    <a:pt x="122880" y="157733"/>
                  </a:lnTo>
                  <a:lnTo>
                    <a:pt x="122834" y="157035"/>
                  </a:lnTo>
                  <a:lnTo>
                    <a:pt x="122652" y="156522"/>
                  </a:lnTo>
                  <a:lnTo>
                    <a:pt x="122378" y="156196"/>
                  </a:lnTo>
                  <a:lnTo>
                    <a:pt x="122196" y="155823"/>
                  </a:lnTo>
                  <a:lnTo>
                    <a:pt x="121968" y="155590"/>
                  </a:lnTo>
                  <a:lnTo>
                    <a:pt x="121832" y="155218"/>
                  </a:lnTo>
                  <a:lnTo>
                    <a:pt x="121649" y="155125"/>
                  </a:lnTo>
                  <a:lnTo>
                    <a:pt x="121422" y="154799"/>
                  </a:lnTo>
                  <a:lnTo>
                    <a:pt x="121467" y="154379"/>
                  </a:lnTo>
                  <a:lnTo>
                    <a:pt x="121285" y="153913"/>
                  </a:lnTo>
                  <a:lnTo>
                    <a:pt x="120966" y="153354"/>
                  </a:lnTo>
                  <a:lnTo>
                    <a:pt x="120647" y="152795"/>
                  </a:lnTo>
                  <a:lnTo>
                    <a:pt x="120191" y="152097"/>
                  </a:lnTo>
                  <a:lnTo>
                    <a:pt x="119781" y="151165"/>
                  </a:lnTo>
                  <a:lnTo>
                    <a:pt x="119736" y="150792"/>
                  </a:lnTo>
                  <a:lnTo>
                    <a:pt x="119280" y="150280"/>
                  </a:lnTo>
                  <a:lnTo>
                    <a:pt x="119007" y="149767"/>
                  </a:lnTo>
                  <a:lnTo>
                    <a:pt x="118460" y="149208"/>
                  </a:lnTo>
                  <a:lnTo>
                    <a:pt x="118141" y="148463"/>
                  </a:lnTo>
                  <a:lnTo>
                    <a:pt x="117777" y="147858"/>
                  </a:lnTo>
                  <a:lnTo>
                    <a:pt x="117093" y="146879"/>
                  </a:lnTo>
                  <a:lnTo>
                    <a:pt x="116820" y="146367"/>
                  </a:lnTo>
                  <a:lnTo>
                    <a:pt x="116364" y="145575"/>
                  </a:lnTo>
                  <a:lnTo>
                    <a:pt x="115818" y="144969"/>
                  </a:lnTo>
                  <a:lnTo>
                    <a:pt x="115635" y="144643"/>
                  </a:lnTo>
                  <a:lnTo>
                    <a:pt x="115180" y="144131"/>
                  </a:lnTo>
                  <a:lnTo>
                    <a:pt x="114815" y="143898"/>
                  </a:lnTo>
                  <a:lnTo>
                    <a:pt x="114542" y="143851"/>
                  </a:lnTo>
                  <a:lnTo>
                    <a:pt x="114132" y="144084"/>
                  </a:lnTo>
                  <a:lnTo>
                    <a:pt x="113403" y="144597"/>
                  </a:lnTo>
                  <a:lnTo>
                    <a:pt x="113221" y="144364"/>
                  </a:lnTo>
                  <a:lnTo>
                    <a:pt x="113858" y="143898"/>
                  </a:lnTo>
                  <a:lnTo>
                    <a:pt x="114086" y="143572"/>
                  </a:lnTo>
                  <a:lnTo>
                    <a:pt x="113995" y="143246"/>
                  </a:lnTo>
                  <a:lnTo>
                    <a:pt x="113813" y="142873"/>
                  </a:lnTo>
                  <a:lnTo>
                    <a:pt x="113631" y="142640"/>
                  </a:lnTo>
                  <a:lnTo>
                    <a:pt x="113312" y="142547"/>
                  </a:lnTo>
                  <a:lnTo>
                    <a:pt x="113221" y="142361"/>
                  </a:lnTo>
                  <a:lnTo>
                    <a:pt x="112993" y="142128"/>
                  </a:lnTo>
                  <a:lnTo>
                    <a:pt x="112719" y="141802"/>
                  </a:lnTo>
                  <a:lnTo>
                    <a:pt x="112446" y="141569"/>
                  </a:lnTo>
                  <a:lnTo>
                    <a:pt x="112081" y="141289"/>
                  </a:lnTo>
                  <a:lnTo>
                    <a:pt x="111671" y="140916"/>
                  </a:lnTo>
                  <a:lnTo>
                    <a:pt x="111034" y="140357"/>
                  </a:lnTo>
                  <a:lnTo>
                    <a:pt x="110168" y="139705"/>
                  </a:lnTo>
                  <a:lnTo>
                    <a:pt x="109530" y="139100"/>
                  </a:lnTo>
                  <a:lnTo>
                    <a:pt x="108983" y="138774"/>
                  </a:lnTo>
                  <a:lnTo>
                    <a:pt x="108482" y="138354"/>
                  </a:lnTo>
                  <a:lnTo>
                    <a:pt x="108026" y="138215"/>
                  </a:lnTo>
                  <a:lnTo>
                    <a:pt x="107480" y="137656"/>
                  </a:lnTo>
                  <a:lnTo>
                    <a:pt x="106796" y="137283"/>
                  </a:lnTo>
                  <a:lnTo>
                    <a:pt x="106158" y="136770"/>
                  </a:lnTo>
                  <a:lnTo>
                    <a:pt x="105794" y="136444"/>
                  </a:lnTo>
                  <a:lnTo>
                    <a:pt x="105475" y="136305"/>
                  </a:lnTo>
                  <a:lnTo>
                    <a:pt x="104974" y="135932"/>
                  </a:lnTo>
                  <a:lnTo>
                    <a:pt x="104518" y="135652"/>
                  </a:lnTo>
                  <a:lnTo>
                    <a:pt x="103926" y="135093"/>
                  </a:lnTo>
                  <a:lnTo>
                    <a:pt x="103561" y="134954"/>
                  </a:lnTo>
                  <a:lnTo>
                    <a:pt x="103242" y="134581"/>
                  </a:lnTo>
                  <a:lnTo>
                    <a:pt x="102559" y="134255"/>
                  </a:lnTo>
                  <a:lnTo>
                    <a:pt x="101830" y="133882"/>
                  </a:lnTo>
                  <a:lnTo>
                    <a:pt x="101147" y="133463"/>
                  </a:lnTo>
                  <a:lnTo>
                    <a:pt x="100782" y="133230"/>
                  </a:lnTo>
                  <a:lnTo>
                    <a:pt x="100600" y="133137"/>
                  </a:lnTo>
                  <a:lnTo>
                    <a:pt x="99643" y="132438"/>
                  </a:lnTo>
                  <a:lnTo>
                    <a:pt x="99051" y="132112"/>
                  </a:lnTo>
                  <a:lnTo>
                    <a:pt x="98504" y="131786"/>
                  </a:lnTo>
                  <a:lnTo>
                    <a:pt x="98003" y="131413"/>
                  </a:lnTo>
                  <a:lnTo>
                    <a:pt x="97365" y="131087"/>
                  </a:lnTo>
                  <a:lnTo>
                    <a:pt x="96818" y="130761"/>
                  </a:lnTo>
                  <a:lnTo>
                    <a:pt x="96545" y="130668"/>
                  </a:lnTo>
                  <a:lnTo>
                    <a:pt x="95907" y="130342"/>
                  </a:lnTo>
                  <a:lnTo>
                    <a:pt x="95360" y="130156"/>
                  </a:lnTo>
                  <a:lnTo>
                    <a:pt x="94814" y="129876"/>
                  </a:lnTo>
                  <a:lnTo>
                    <a:pt x="94495" y="129736"/>
                  </a:lnTo>
                  <a:lnTo>
                    <a:pt x="94085" y="129550"/>
                  </a:lnTo>
                  <a:lnTo>
                    <a:pt x="93629" y="129597"/>
                  </a:lnTo>
                  <a:lnTo>
                    <a:pt x="93219" y="130202"/>
                  </a:lnTo>
                  <a:lnTo>
                    <a:pt x="92718" y="130947"/>
                  </a:lnTo>
                  <a:lnTo>
                    <a:pt x="92399" y="131413"/>
                  </a:lnTo>
                  <a:lnTo>
                    <a:pt x="87068" y="139286"/>
                  </a:lnTo>
                  <a:lnTo>
                    <a:pt x="86658" y="139007"/>
                  </a:lnTo>
                  <a:lnTo>
                    <a:pt x="89893" y="134348"/>
                  </a:lnTo>
                  <a:lnTo>
                    <a:pt x="89756" y="134208"/>
                  </a:lnTo>
                  <a:lnTo>
                    <a:pt x="90713" y="132718"/>
                  </a:lnTo>
                  <a:lnTo>
                    <a:pt x="90713" y="132485"/>
                  </a:lnTo>
                  <a:lnTo>
                    <a:pt x="90485" y="132531"/>
                  </a:lnTo>
                  <a:lnTo>
                    <a:pt x="90257" y="132392"/>
                  </a:lnTo>
                  <a:lnTo>
                    <a:pt x="90303" y="132159"/>
                  </a:lnTo>
                  <a:lnTo>
                    <a:pt x="90030" y="132065"/>
                  </a:lnTo>
                  <a:lnTo>
                    <a:pt x="89893" y="131879"/>
                  </a:lnTo>
                  <a:lnTo>
                    <a:pt x="90075" y="131600"/>
                  </a:lnTo>
                  <a:lnTo>
                    <a:pt x="89756" y="131460"/>
                  </a:lnTo>
                  <a:lnTo>
                    <a:pt x="89711" y="131227"/>
                  </a:lnTo>
                  <a:lnTo>
                    <a:pt x="89893" y="131041"/>
                  </a:lnTo>
                  <a:lnTo>
                    <a:pt x="90075" y="130994"/>
                  </a:lnTo>
                  <a:lnTo>
                    <a:pt x="90257" y="131227"/>
                  </a:lnTo>
                  <a:lnTo>
                    <a:pt x="90531" y="131087"/>
                  </a:lnTo>
                  <a:lnTo>
                    <a:pt x="90850" y="131227"/>
                  </a:lnTo>
                  <a:lnTo>
                    <a:pt x="90986" y="131646"/>
                  </a:lnTo>
                  <a:lnTo>
                    <a:pt x="91579" y="131879"/>
                  </a:lnTo>
                  <a:lnTo>
                    <a:pt x="93857" y="128525"/>
                  </a:lnTo>
                  <a:lnTo>
                    <a:pt x="93902" y="128246"/>
                  </a:lnTo>
                  <a:lnTo>
                    <a:pt x="93811" y="127920"/>
                  </a:lnTo>
                  <a:lnTo>
                    <a:pt x="93583" y="127547"/>
                  </a:lnTo>
                  <a:lnTo>
                    <a:pt x="93310" y="127314"/>
                  </a:lnTo>
                  <a:lnTo>
                    <a:pt x="92763" y="126662"/>
                  </a:lnTo>
                  <a:lnTo>
                    <a:pt x="92444" y="126242"/>
                  </a:lnTo>
                  <a:lnTo>
                    <a:pt x="92125" y="125916"/>
                  </a:lnTo>
                  <a:lnTo>
                    <a:pt x="91624" y="125497"/>
                  </a:lnTo>
                  <a:lnTo>
                    <a:pt x="91351" y="125078"/>
                  </a:lnTo>
                  <a:lnTo>
                    <a:pt x="90986" y="124612"/>
                  </a:lnTo>
                  <a:lnTo>
                    <a:pt x="90440" y="124053"/>
                  </a:lnTo>
                  <a:lnTo>
                    <a:pt x="89711" y="123308"/>
                  </a:lnTo>
                  <a:lnTo>
                    <a:pt x="89255" y="122888"/>
                  </a:lnTo>
                  <a:lnTo>
                    <a:pt x="88799" y="122469"/>
                  </a:lnTo>
                  <a:lnTo>
                    <a:pt x="88162" y="121957"/>
                  </a:lnTo>
                  <a:lnTo>
                    <a:pt x="87524" y="121491"/>
                  </a:lnTo>
                  <a:lnTo>
                    <a:pt x="87159" y="121118"/>
                  </a:lnTo>
                  <a:lnTo>
                    <a:pt x="86840" y="120792"/>
                  </a:lnTo>
                  <a:lnTo>
                    <a:pt x="86567" y="120652"/>
                  </a:lnTo>
                  <a:lnTo>
                    <a:pt x="86294" y="120746"/>
                  </a:lnTo>
                  <a:lnTo>
                    <a:pt x="86066" y="120792"/>
                  </a:lnTo>
                  <a:lnTo>
                    <a:pt x="85838" y="120652"/>
                  </a:lnTo>
                  <a:lnTo>
                    <a:pt x="85792" y="120513"/>
                  </a:lnTo>
                  <a:lnTo>
                    <a:pt x="86020" y="120373"/>
                  </a:lnTo>
                  <a:lnTo>
                    <a:pt x="86339" y="120233"/>
                  </a:lnTo>
                  <a:lnTo>
                    <a:pt x="86658" y="120140"/>
                  </a:lnTo>
                  <a:lnTo>
                    <a:pt x="86749" y="119954"/>
                  </a:lnTo>
                  <a:lnTo>
                    <a:pt x="86749" y="119721"/>
                  </a:lnTo>
                  <a:lnTo>
                    <a:pt x="86567" y="119395"/>
                  </a:lnTo>
                  <a:lnTo>
                    <a:pt x="86430" y="118975"/>
                  </a:lnTo>
                  <a:lnTo>
                    <a:pt x="86111" y="118742"/>
                  </a:lnTo>
                  <a:lnTo>
                    <a:pt x="85792" y="118370"/>
                  </a:lnTo>
                  <a:lnTo>
                    <a:pt x="85519" y="118044"/>
                  </a:lnTo>
                  <a:lnTo>
                    <a:pt x="85337" y="117671"/>
                  </a:lnTo>
                  <a:lnTo>
                    <a:pt x="85109" y="117345"/>
                  </a:lnTo>
                  <a:lnTo>
                    <a:pt x="84790" y="117065"/>
                  </a:lnTo>
                  <a:lnTo>
                    <a:pt x="84425" y="116600"/>
                  </a:lnTo>
                  <a:lnTo>
                    <a:pt x="84152" y="116041"/>
                  </a:lnTo>
                  <a:lnTo>
                    <a:pt x="83742" y="115575"/>
                  </a:lnTo>
                  <a:lnTo>
                    <a:pt x="83605" y="115295"/>
                  </a:lnTo>
                  <a:lnTo>
                    <a:pt x="83332" y="115109"/>
                  </a:lnTo>
                  <a:lnTo>
                    <a:pt x="82967" y="114596"/>
                  </a:lnTo>
                  <a:lnTo>
                    <a:pt x="82694" y="114177"/>
                  </a:lnTo>
                  <a:lnTo>
                    <a:pt x="82284" y="113525"/>
                  </a:lnTo>
                  <a:lnTo>
                    <a:pt x="81692" y="113013"/>
                  </a:lnTo>
                  <a:lnTo>
                    <a:pt x="80917" y="112500"/>
                  </a:lnTo>
                  <a:lnTo>
                    <a:pt x="80097" y="112221"/>
                  </a:lnTo>
                  <a:lnTo>
                    <a:pt x="76999" y="115528"/>
                  </a:lnTo>
                  <a:lnTo>
                    <a:pt x="76498" y="115016"/>
                  </a:lnTo>
                  <a:lnTo>
                    <a:pt x="79960" y="111382"/>
                  </a:lnTo>
                  <a:lnTo>
                    <a:pt x="80143" y="111009"/>
                  </a:lnTo>
                  <a:lnTo>
                    <a:pt x="80325" y="110683"/>
                  </a:lnTo>
                  <a:lnTo>
                    <a:pt x="80325" y="110218"/>
                  </a:lnTo>
                  <a:lnTo>
                    <a:pt x="79824" y="109332"/>
                  </a:lnTo>
                  <a:lnTo>
                    <a:pt x="79231" y="108541"/>
                  </a:lnTo>
                  <a:lnTo>
                    <a:pt x="78320" y="107609"/>
                  </a:lnTo>
                  <a:lnTo>
                    <a:pt x="77682" y="106863"/>
                  </a:lnTo>
                  <a:lnTo>
                    <a:pt x="76908" y="106118"/>
                  </a:lnTo>
                  <a:lnTo>
                    <a:pt x="76179" y="105326"/>
                  </a:lnTo>
                  <a:lnTo>
                    <a:pt x="75450" y="104534"/>
                  </a:lnTo>
                  <a:lnTo>
                    <a:pt x="75131" y="104255"/>
                  </a:lnTo>
                  <a:lnTo>
                    <a:pt x="74584" y="103696"/>
                  </a:lnTo>
                  <a:lnTo>
                    <a:pt x="74037" y="103183"/>
                  </a:lnTo>
                  <a:lnTo>
                    <a:pt x="73217" y="102717"/>
                  </a:lnTo>
                  <a:lnTo>
                    <a:pt x="72078" y="101786"/>
                  </a:lnTo>
                  <a:lnTo>
                    <a:pt x="71258" y="101134"/>
                  </a:lnTo>
                  <a:lnTo>
                    <a:pt x="70848" y="100808"/>
                  </a:lnTo>
                  <a:lnTo>
                    <a:pt x="69891" y="100575"/>
                  </a:lnTo>
                  <a:lnTo>
                    <a:pt x="68798" y="100202"/>
                  </a:lnTo>
                  <a:lnTo>
                    <a:pt x="68661" y="100155"/>
                  </a:lnTo>
                  <a:lnTo>
                    <a:pt x="68342" y="100016"/>
                  </a:lnTo>
                  <a:lnTo>
                    <a:pt x="68023" y="99596"/>
                  </a:lnTo>
                  <a:lnTo>
                    <a:pt x="67431" y="99457"/>
                  </a:lnTo>
                  <a:lnTo>
                    <a:pt x="67112" y="99503"/>
                  </a:lnTo>
                  <a:lnTo>
                    <a:pt x="66520" y="100155"/>
                  </a:lnTo>
                  <a:lnTo>
                    <a:pt x="66246" y="100435"/>
                  </a:lnTo>
                  <a:lnTo>
                    <a:pt x="65882" y="100062"/>
                  </a:lnTo>
                  <a:lnTo>
                    <a:pt x="66520" y="99224"/>
                  </a:lnTo>
                  <a:lnTo>
                    <a:pt x="66019" y="98385"/>
                  </a:lnTo>
                  <a:lnTo>
                    <a:pt x="65381" y="97733"/>
                  </a:lnTo>
                  <a:lnTo>
                    <a:pt x="64287" y="96848"/>
                  </a:lnTo>
                  <a:lnTo>
                    <a:pt x="63604" y="96429"/>
                  </a:lnTo>
                  <a:lnTo>
                    <a:pt x="63011" y="96056"/>
                  </a:lnTo>
                  <a:lnTo>
                    <a:pt x="62875" y="96009"/>
                  </a:lnTo>
                  <a:lnTo>
                    <a:pt x="62282" y="95916"/>
                  </a:lnTo>
                  <a:lnTo>
                    <a:pt x="62055" y="95730"/>
                  </a:lnTo>
                  <a:lnTo>
                    <a:pt x="61690" y="95544"/>
                  </a:lnTo>
                  <a:lnTo>
                    <a:pt x="61007" y="95217"/>
                  </a:lnTo>
                  <a:lnTo>
                    <a:pt x="60597" y="95031"/>
                  </a:lnTo>
                  <a:lnTo>
                    <a:pt x="59777" y="94752"/>
                  </a:lnTo>
                  <a:lnTo>
                    <a:pt x="58729" y="94426"/>
                  </a:lnTo>
                  <a:lnTo>
                    <a:pt x="58227" y="94193"/>
                  </a:lnTo>
                  <a:lnTo>
                    <a:pt x="57954" y="93960"/>
                  </a:lnTo>
                  <a:lnTo>
                    <a:pt x="57681" y="93773"/>
                  </a:lnTo>
                  <a:lnTo>
                    <a:pt x="57498" y="93680"/>
                  </a:lnTo>
                  <a:lnTo>
                    <a:pt x="57271" y="93587"/>
                  </a:lnTo>
                  <a:lnTo>
                    <a:pt x="56997" y="93494"/>
                  </a:lnTo>
                  <a:lnTo>
                    <a:pt x="56724" y="93354"/>
                  </a:lnTo>
                  <a:lnTo>
                    <a:pt x="56496" y="93168"/>
                  </a:lnTo>
                  <a:lnTo>
                    <a:pt x="56268" y="93028"/>
                  </a:lnTo>
                  <a:lnTo>
                    <a:pt x="56040" y="92888"/>
                  </a:lnTo>
                  <a:lnTo>
                    <a:pt x="55813" y="92795"/>
                  </a:lnTo>
                  <a:lnTo>
                    <a:pt x="55630" y="92748"/>
                  </a:lnTo>
                  <a:lnTo>
                    <a:pt x="55448" y="92562"/>
                  </a:lnTo>
                  <a:lnTo>
                    <a:pt x="55311" y="92422"/>
                  </a:lnTo>
                  <a:lnTo>
                    <a:pt x="55175" y="92329"/>
                  </a:lnTo>
                  <a:lnTo>
                    <a:pt x="55038" y="92236"/>
                  </a:lnTo>
                  <a:lnTo>
                    <a:pt x="54901" y="92143"/>
                  </a:lnTo>
                  <a:lnTo>
                    <a:pt x="54719" y="91957"/>
                  </a:lnTo>
                  <a:lnTo>
                    <a:pt x="54491" y="91863"/>
                  </a:lnTo>
                  <a:lnTo>
                    <a:pt x="54355" y="91724"/>
                  </a:lnTo>
                  <a:lnTo>
                    <a:pt x="54127" y="91537"/>
                  </a:lnTo>
                  <a:lnTo>
                    <a:pt x="53945" y="91398"/>
                  </a:lnTo>
                  <a:lnTo>
                    <a:pt x="53671" y="91258"/>
                  </a:lnTo>
                  <a:lnTo>
                    <a:pt x="53489" y="90978"/>
                  </a:lnTo>
                  <a:lnTo>
                    <a:pt x="53352" y="90932"/>
                  </a:lnTo>
                  <a:lnTo>
                    <a:pt x="53125" y="90652"/>
                  </a:lnTo>
                  <a:lnTo>
                    <a:pt x="52851" y="90466"/>
                  </a:lnTo>
                  <a:lnTo>
                    <a:pt x="52669" y="90233"/>
                  </a:lnTo>
                  <a:lnTo>
                    <a:pt x="52441" y="90047"/>
                  </a:lnTo>
                  <a:lnTo>
                    <a:pt x="52122" y="89860"/>
                  </a:lnTo>
                  <a:lnTo>
                    <a:pt x="51894" y="89721"/>
                  </a:lnTo>
                  <a:lnTo>
                    <a:pt x="51758" y="89534"/>
                  </a:lnTo>
                  <a:lnTo>
                    <a:pt x="51484" y="89348"/>
                  </a:lnTo>
                  <a:lnTo>
                    <a:pt x="51302" y="89255"/>
                  </a:lnTo>
                  <a:lnTo>
                    <a:pt x="51120" y="89115"/>
                  </a:lnTo>
                  <a:lnTo>
                    <a:pt x="50801" y="88789"/>
                  </a:lnTo>
                  <a:lnTo>
                    <a:pt x="50664" y="88649"/>
                  </a:lnTo>
                  <a:lnTo>
                    <a:pt x="50528" y="88556"/>
                  </a:lnTo>
                  <a:lnTo>
                    <a:pt x="50391" y="88463"/>
                  </a:lnTo>
                  <a:lnTo>
                    <a:pt x="50117" y="88230"/>
                  </a:lnTo>
                  <a:lnTo>
                    <a:pt x="49935" y="88137"/>
                  </a:lnTo>
                  <a:lnTo>
                    <a:pt x="49707" y="87950"/>
                  </a:lnTo>
                  <a:lnTo>
                    <a:pt x="49480" y="87764"/>
                  </a:lnTo>
                  <a:lnTo>
                    <a:pt x="49343" y="87671"/>
                  </a:lnTo>
                  <a:lnTo>
                    <a:pt x="49161" y="87531"/>
                  </a:lnTo>
                  <a:lnTo>
                    <a:pt x="48887" y="87345"/>
                  </a:lnTo>
                  <a:lnTo>
                    <a:pt x="48659" y="87252"/>
                  </a:lnTo>
                  <a:lnTo>
                    <a:pt x="48432" y="87112"/>
                  </a:lnTo>
                  <a:lnTo>
                    <a:pt x="47976" y="86925"/>
                  </a:lnTo>
                  <a:lnTo>
                    <a:pt x="47748" y="86786"/>
                  </a:lnTo>
                  <a:lnTo>
                    <a:pt x="47520" y="86786"/>
                  </a:lnTo>
                  <a:lnTo>
                    <a:pt x="47338" y="86739"/>
                  </a:lnTo>
                  <a:lnTo>
                    <a:pt x="47110" y="86693"/>
                  </a:lnTo>
                  <a:lnTo>
                    <a:pt x="46928" y="86646"/>
                  </a:lnTo>
                  <a:lnTo>
                    <a:pt x="46746" y="86693"/>
                  </a:lnTo>
                  <a:lnTo>
                    <a:pt x="46518" y="86693"/>
                  </a:lnTo>
                  <a:lnTo>
                    <a:pt x="44058" y="89162"/>
                  </a:lnTo>
                  <a:lnTo>
                    <a:pt x="43784" y="88835"/>
                  </a:lnTo>
                  <a:lnTo>
                    <a:pt x="45744" y="86739"/>
                  </a:lnTo>
                  <a:lnTo>
                    <a:pt x="46154" y="86320"/>
                  </a:lnTo>
                  <a:lnTo>
                    <a:pt x="46290" y="85994"/>
                  </a:lnTo>
                  <a:lnTo>
                    <a:pt x="46381" y="85668"/>
                  </a:lnTo>
                  <a:lnTo>
                    <a:pt x="46427" y="85388"/>
                  </a:lnTo>
                  <a:lnTo>
                    <a:pt x="46473" y="85109"/>
                  </a:lnTo>
                  <a:lnTo>
                    <a:pt x="46427" y="84876"/>
                  </a:lnTo>
                  <a:lnTo>
                    <a:pt x="46290" y="84596"/>
                  </a:lnTo>
                  <a:lnTo>
                    <a:pt x="46154" y="84177"/>
                  </a:lnTo>
                  <a:lnTo>
                    <a:pt x="46017" y="83804"/>
                  </a:lnTo>
                  <a:lnTo>
                    <a:pt x="45789" y="83385"/>
                  </a:lnTo>
                  <a:lnTo>
                    <a:pt x="45561" y="82733"/>
                  </a:lnTo>
                  <a:lnTo>
                    <a:pt x="45333" y="82360"/>
                  </a:lnTo>
                  <a:lnTo>
                    <a:pt x="44969" y="81988"/>
                  </a:lnTo>
                  <a:lnTo>
                    <a:pt x="44650" y="81755"/>
                  </a:lnTo>
                  <a:lnTo>
                    <a:pt x="44331" y="81429"/>
                  </a:lnTo>
                  <a:lnTo>
                    <a:pt x="44058" y="81149"/>
                  </a:lnTo>
                  <a:lnTo>
                    <a:pt x="43784" y="80963"/>
                  </a:lnTo>
                  <a:lnTo>
                    <a:pt x="43465" y="80730"/>
                  </a:lnTo>
                  <a:lnTo>
                    <a:pt x="43147" y="80637"/>
                  </a:lnTo>
                  <a:lnTo>
                    <a:pt x="42873" y="80683"/>
                  </a:lnTo>
                  <a:lnTo>
                    <a:pt x="42691" y="80916"/>
                  </a:lnTo>
                  <a:lnTo>
                    <a:pt x="42281" y="81056"/>
                  </a:lnTo>
                  <a:lnTo>
                    <a:pt x="42144" y="80730"/>
                  </a:lnTo>
                  <a:lnTo>
                    <a:pt x="42509" y="80543"/>
                  </a:lnTo>
                  <a:lnTo>
                    <a:pt x="43147" y="80217"/>
                  </a:lnTo>
                  <a:lnTo>
                    <a:pt x="43648" y="79938"/>
                  </a:lnTo>
                  <a:lnTo>
                    <a:pt x="44194" y="79612"/>
                  </a:lnTo>
                  <a:lnTo>
                    <a:pt x="44559" y="79379"/>
                  </a:lnTo>
                  <a:lnTo>
                    <a:pt x="44923" y="79193"/>
                  </a:lnTo>
                  <a:lnTo>
                    <a:pt x="45242" y="79053"/>
                  </a:lnTo>
                  <a:lnTo>
                    <a:pt x="45379" y="78866"/>
                  </a:lnTo>
                  <a:lnTo>
                    <a:pt x="45333" y="78540"/>
                  </a:lnTo>
                  <a:lnTo>
                    <a:pt x="45288" y="78401"/>
                  </a:lnTo>
                  <a:lnTo>
                    <a:pt x="45197" y="78074"/>
                  </a:lnTo>
                  <a:lnTo>
                    <a:pt x="45106" y="77795"/>
                  </a:lnTo>
                  <a:lnTo>
                    <a:pt x="44969" y="77329"/>
                  </a:lnTo>
                  <a:lnTo>
                    <a:pt x="44741" y="76817"/>
                  </a:lnTo>
                  <a:lnTo>
                    <a:pt x="44422" y="76444"/>
                  </a:lnTo>
                  <a:lnTo>
                    <a:pt x="44194" y="76211"/>
                  </a:lnTo>
                  <a:lnTo>
                    <a:pt x="44012" y="75978"/>
                  </a:lnTo>
                  <a:lnTo>
                    <a:pt x="43784" y="75838"/>
                  </a:lnTo>
                  <a:lnTo>
                    <a:pt x="43602" y="75745"/>
                  </a:lnTo>
                  <a:lnTo>
                    <a:pt x="43192" y="75466"/>
                  </a:lnTo>
                  <a:lnTo>
                    <a:pt x="43010" y="75326"/>
                  </a:lnTo>
                  <a:lnTo>
                    <a:pt x="42919" y="75140"/>
                  </a:lnTo>
                  <a:lnTo>
                    <a:pt x="42828" y="74907"/>
                  </a:lnTo>
                  <a:lnTo>
                    <a:pt x="42691" y="74720"/>
                  </a:lnTo>
                  <a:lnTo>
                    <a:pt x="42554" y="74581"/>
                  </a:lnTo>
                  <a:lnTo>
                    <a:pt x="42326" y="74301"/>
                  </a:lnTo>
                  <a:lnTo>
                    <a:pt x="42053" y="74068"/>
                  </a:lnTo>
                  <a:lnTo>
                    <a:pt x="41780" y="73835"/>
                  </a:lnTo>
                  <a:lnTo>
                    <a:pt x="41552" y="73696"/>
                  </a:lnTo>
                  <a:lnTo>
                    <a:pt x="41324" y="73509"/>
                  </a:lnTo>
                  <a:lnTo>
                    <a:pt x="41051" y="73416"/>
                  </a:lnTo>
                  <a:lnTo>
                    <a:pt x="40823" y="73276"/>
                  </a:lnTo>
                  <a:lnTo>
                    <a:pt x="40549" y="73090"/>
                  </a:lnTo>
                  <a:lnTo>
                    <a:pt x="40367" y="72950"/>
                  </a:lnTo>
                  <a:lnTo>
                    <a:pt x="40048" y="72764"/>
                  </a:lnTo>
                  <a:lnTo>
                    <a:pt x="39866" y="72671"/>
                  </a:lnTo>
                  <a:lnTo>
                    <a:pt x="39684" y="72671"/>
                  </a:lnTo>
                  <a:lnTo>
                    <a:pt x="39502" y="72764"/>
                  </a:lnTo>
                  <a:lnTo>
                    <a:pt x="39456" y="72904"/>
                  </a:lnTo>
                  <a:lnTo>
                    <a:pt x="39137" y="72904"/>
                  </a:lnTo>
                  <a:lnTo>
                    <a:pt x="39137" y="72671"/>
                  </a:lnTo>
                  <a:lnTo>
                    <a:pt x="39228" y="72531"/>
                  </a:lnTo>
                  <a:lnTo>
                    <a:pt x="39183" y="72345"/>
                  </a:lnTo>
                  <a:lnTo>
                    <a:pt x="39092" y="72158"/>
                  </a:lnTo>
                  <a:lnTo>
                    <a:pt x="38955" y="72019"/>
                  </a:lnTo>
                  <a:lnTo>
                    <a:pt x="38773" y="71879"/>
                  </a:lnTo>
                  <a:lnTo>
                    <a:pt x="38499" y="71739"/>
                  </a:lnTo>
                  <a:lnTo>
                    <a:pt x="38226" y="71599"/>
                  </a:lnTo>
                  <a:lnTo>
                    <a:pt x="37770" y="71366"/>
                  </a:lnTo>
                  <a:lnTo>
                    <a:pt x="37406" y="71180"/>
                  </a:lnTo>
                  <a:lnTo>
                    <a:pt x="36950" y="71040"/>
                  </a:lnTo>
                  <a:lnTo>
                    <a:pt x="36449" y="70761"/>
                  </a:lnTo>
                  <a:lnTo>
                    <a:pt x="36039" y="70668"/>
                  </a:lnTo>
                  <a:lnTo>
                    <a:pt x="35811" y="70528"/>
                  </a:lnTo>
                  <a:lnTo>
                    <a:pt x="35538" y="70388"/>
                  </a:lnTo>
                  <a:lnTo>
                    <a:pt x="35264" y="70248"/>
                  </a:lnTo>
                  <a:lnTo>
                    <a:pt x="34945" y="70155"/>
                  </a:lnTo>
                  <a:lnTo>
                    <a:pt x="34581" y="70015"/>
                  </a:lnTo>
                  <a:lnTo>
                    <a:pt x="34308" y="69829"/>
                  </a:lnTo>
                  <a:lnTo>
                    <a:pt x="34125" y="69736"/>
                  </a:lnTo>
                  <a:lnTo>
                    <a:pt x="33897" y="69643"/>
                  </a:lnTo>
                  <a:lnTo>
                    <a:pt x="33670" y="69503"/>
                  </a:lnTo>
                  <a:lnTo>
                    <a:pt x="33351" y="69363"/>
                  </a:lnTo>
                  <a:lnTo>
                    <a:pt x="33032" y="69177"/>
                  </a:lnTo>
                  <a:lnTo>
                    <a:pt x="32029" y="68618"/>
                  </a:lnTo>
                  <a:lnTo>
                    <a:pt x="31255" y="68059"/>
                  </a:lnTo>
                  <a:lnTo>
                    <a:pt x="30708" y="67546"/>
                  </a:lnTo>
                  <a:lnTo>
                    <a:pt x="30070" y="66894"/>
                  </a:lnTo>
                  <a:lnTo>
                    <a:pt x="29341" y="66382"/>
                  </a:lnTo>
                  <a:lnTo>
                    <a:pt x="28749" y="65916"/>
                  </a:lnTo>
                  <a:lnTo>
                    <a:pt x="28020" y="65357"/>
                  </a:lnTo>
                  <a:lnTo>
                    <a:pt x="27337" y="64705"/>
                  </a:lnTo>
                  <a:lnTo>
                    <a:pt x="26744" y="64425"/>
                  </a:lnTo>
                  <a:lnTo>
                    <a:pt x="26425" y="64425"/>
                  </a:lnTo>
                  <a:lnTo>
                    <a:pt x="22644" y="68245"/>
                  </a:lnTo>
                  <a:lnTo>
                    <a:pt x="22188" y="67826"/>
                  </a:lnTo>
                  <a:lnTo>
                    <a:pt x="24238" y="65823"/>
                  </a:lnTo>
                  <a:lnTo>
                    <a:pt x="24466" y="65543"/>
                  </a:lnTo>
                  <a:lnTo>
                    <a:pt x="26334" y="63680"/>
                  </a:lnTo>
                  <a:lnTo>
                    <a:pt x="26334" y="62795"/>
                  </a:lnTo>
                  <a:lnTo>
                    <a:pt x="26015" y="61956"/>
                  </a:lnTo>
                  <a:lnTo>
                    <a:pt x="25423" y="60792"/>
                  </a:lnTo>
                  <a:lnTo>
                    <a:pt x="24648" y="59394"/>
                  </a:lnTo>
                  <a:lnTo>
                    <a:pt x="23783" y="58043"/>
                  </a:lnTo>
                  <a:lnTo>
                    <a:pt x="22279" y="56320"/>
                  </a:lnTo>
                  <a:lnTo>
                    <a:pt x="20593" y="54363"/>
                  </a:lnTo>
                  <a:lnTo>
                    <a:pt x="19500" y="52686"/>
                  </a:lnTo>
                  <a:lnTo>
                    <a:pt x="18088" y="51428"/>
                  </a:lnTo>
                  <a:lnTo>
                    <a:pt x="17085" y="50543"/>
                  </a:lnTo>
                  <a:lnTo>
                    <a:pt x="15946" y="49472"/>
                  </a:lnTo>
                  <a:lnTo>
                    <a:pt x="14488" y="48354"/>
                  </a:lnTo>
                  <a:lnTo>
                    <a:pt x="13349" y="47236"/>
                  </a:lnTo>
                  <a:lnTo>
                    <a:pt x="11754" y="46258"/>
                  </a:lnTo>
                  <a:lnTo>
                    <a:pt x="9567" y="44767"/>
                  </a:lnTo>
                  <a:lnTo>
                    <a:pt x="7927" y="43695"/>
                  </a:lnTo>
                  <a:lnTo>
                    <a:pt x="7608" y="43462"/>
                  </a:lnTo>
                  <a:lnTo>
                    <a:pt x="5011" y="42158"/>
                  </a:lnTo>
                  <a:lnTo>
                    <a:pt x="3508" y="41273"/>
                  </a:lnTo>
                  <a:lnTo>
                    <a:pt x="2369" y="40202"/>
                  </a:lnTo>
                  <a:lnTo>
                    <a:pt x="1139" y="39410"/>
                  </a:lnTo>
                  <a:lnTo>
                    <a:pt x="227" y="38757"/>
                  </a:lnTo>
                  <a:lnTo>
                    <a:pt x="0" y="38571"/>
                  </a:lnTo>
                  <a:lnTo>
                    <a:pt x="774" y="38059"/>
                  </a:lnTo>
                  <a:lnTo>
                    <a:pt x="1412" y="37919"/>
                  </a:lnTo>
                  <a:lnTo>
                    <a:pt x="1776" y="37826"/>
                  </a:lnTo>
                  <a:lnTo>
                    <a:pt x="2050" y="37686"/>
                  </a:lnTo>
                  <a:lnTo>
                    <a:pt x="2505" y="37453"/>
                  </a:lnTo>
                  <a:lnTo>
                    <a:pt x="3280" y="37080"/>
                  </a:lnTo>
                  <a:lnTo>
                    <a:pt x="3599" y="36941"/>
                  </a:lnTo>
                  <a:lnTo>
                    <a:pt x="4465" y="36521"/>
                  </a:lnTo>
                  <a:lnTo>
                    <a:pt x="4875" y="36195"/>
                  </a:lnTo>
                  <a:lnTo>
                    <a:pt x="5148" y="35962"/>
                  </a:lnTo>
                  <a:lnTo>
                    <a:pt x="5285" y="35730"/>
                  </a:lnTo>
                  <a:lnTo>
                    <a:pt x="5467" y="35403"/>
                  </a:lnTo>
                  <a:lnTo>
                    <a:pt x="5376" y="34984"/>
                  </a:lnTo>
                  <a:lnTo>
                    <a:pt x="5330" y="34658"/>
                  </a:lnTo>
                  <a:lnTo>
                    <a:pt x="5285" y="34332"/>
                  </a:lnTo>
                  <a:lnTo>
                    <a:pt x="5376" y="34006"/>
                  </a:lnTo>
                  <a:lnTo>
                    <a:pt x="5512" y="33773"/>
                  </a:lnTo>
                  <a:lnTo>
                    <a:pt x="5831" y="33493"/>
                  </a:lnTo>
                  <a:lnTo>
                    <a:pt x="6150" y="33354"/>
                  </a:lnTo>
                  <a:lnTo>
                    <a:pt x="6378" y="33214"/>
                  </a:lnTo>
                  <a:lnTo>
                    <a:pt x="6697" y="33028"/>
                  </a:lnTo>
                  <a:lnTo>
                    <a:pt x="6925" y="32841"/>
                  </a:lnTo>
                  <a:lnTo>
                    <a:pt x="7244" y="32562"/>
                  </a:lnTo>
                  <a:lnTo>
                    <a:pt x="7608" y="32236"/>
                  </a:lnTo>
                  <a:lnTo>
                    <a:pt x="7836" y="32096"/>
                  </a:lnTo>
                  <a:lnTo>
                    <a:pt x="8292" y="31956"/>
                  </a:lnTo>
                  <a:lnTo>
                    <a:pt x="8428" y="31910"/>
                  </a:lnTo>
                  <a:lnTo>
                    <a:pt x="9294" y="31910"/>
                  </a:lnTo>
                  <a:lnTo>
                    <a:pt x="10296" y="31863"/>
                  </a:lnTo>
                  <a:lnTo>
                    <a:pt x="10934" y="31863"/>
                  </a:lnTo>
                  <a:lnTo>
                    <a:pt x="11754" y="31630"/>
                  </a:lnTo>
                  <a:lnTo>
                    <a:pt x="11982" y="31490"/>
                  </a:lnTo>
                  <a:lnTo>
                    <a:pt x="12347" y="31164"/>
                  </a:lnTo>
                  <a:lnTo>
                    <a:pt x="12757" y="30745"/>
                  </a:lnTo>
                  <a:lnTo>
                    <a:pt x="12893" y="30512"/>
                  </a:lnTo>
                  <a:lnTo>
                    <a:pt x="13076" y="30000"/>
                  </a:lnTo>
                  <a:lnTo>
                    <a:pt x="13395" y="28462"/>
                  </a:lnTo>
                  <a:lnTo>
                    <a:pt x="13440" y="27997"/>
                  </a:lnTo>
                  <a:lnTo>
                    <a:pt x="13668" y="26133"/>
                  </a:lnTo>
                  <a:lnTo>
                    <a:pt x="13896" y="26366"/>
                  </a:lnTo>
                  <a:lnTo>
                    <a:pt x="14033" y="26506"/>
                  </a:lnTo>
                  <a:lnTo>
                    <a:pt x="14169" y="26739"/>
                  </a:lnTo>
                  <a:lnTo>
                    <a:pt x="14397" y="26972"/>
                  </a:lnTo>
                  <a:lnTo>
                    <a:pt x="14807" y="27438"/>
                  </a:lnTo>
                  <a:lnTo>
                    <a:pt x="15445" y="28136"/>
                  </a:lnTo>
                  <a:lnTo>
                    <a:pt x="15627" y="28369"/>
                  </a:lnTo>
                  <a:lnTo>
                    <a:pt x="16219" y="29021"/>
                  </a:lnTo>
                  <a:lnTo>
                    <a:pt x="16675" y="29487"/>
                  </a:lnTo>
                  <a:lnTo>
                    <a:pt x="17222" y="30186"/>
                  </a:lnTo>
                  <a:lnTo>
                    <a:pt x="17769" y="30792"/>
                  </a:lnTo>
                  <a:lnTo>
                    <a:pt x="17951" y="30978"/>
                  </a:lnTo>
                  <a:lnTo>
                    <a:pt x="18179" y="31257"/>
                  </a:lnTo>
                  <a:lnTo>
                    <a:pt x="18498" y="31584"/>
                  </a:lnTo>
                  <a:lnTo>
                    <a:pt x="18999" y="32143"/>
                  </a:lnTo>
                  <a:lnTo>
                    <a:pt x="19318" y="32469"/>
                  </a:lnTo>
                  <a:lnTo>
                    <a:pt x="19500" y="32655"/>
                  </a:lnTo>
                  <a:lnTo>
                    <a:pt x="19864" y="33121"/>
                  </a:lnTo>
                  <a:lnTo>
                    <a:pt x="20229" y="33493"/>
                  </a:lnTo>
                  <a:lnTo>
                    <a:pt x="20593" y="33866"/>
                  </a:lnTo>
                  <a:lnTo>
                    <a:pt x="20821" y="34099"/>
                  </a:lnTo>
                  <a:lnTo>
                    <a:pt x="21049" y="34332"/>
                  </a:lnTo>
                  <a:lnTo>
                    <a:pt x="21414" y="34751"/>
                  </a:lnTo>
                  <a:lnTo>
                    <a:pt x="22097" y="34099"/>
                  </a:lnTo>
                  <a:lnTo>
                    <a:pt x="22689" y="33540"/>
                  </a:lnTo>
                  <a:lnTo>
                    <a:pt x="23373" y="32888"/>
                  </a:lnTo>
                  <a:lnTo>
                    <a:pt x="31073" y="25434"/>
                  </a:lnTo>
                  <a:lnTo>
                    <a:pt x="32713" y="27158"/>
                  </a:lnTo>
                  <a:lnTo>
                    <a:pt x="33442" y="27903"/>
                  </a:lnTo>
                  <a:lnTo>
                    <a:pt x="33670" y="28136"/>
                  </a:lnTo>
                  <a:lnTo>
                    <a:pt x="34308" y="28742"/>
                  </a:lnTo>
                  <a:lnTo>
                    <a:pt x="34535" y="29021"/>
                  </a:lnTo>
                  <a:lnTo>
                    <a:pt x="35310" y="29813"/>
                  </a:lnTo>
                  <a:lnTo>
                    <a:pt x="35765" y="30279"/>
                  </a:lnTo>
                  <a:lnTo>
                    <a:pt x="37588" y="32096"/>
                  </a:lnTo>
                  <a:lnTo>
                    <a:pt x="40185" y="34751"/>
                  </a:lnTo>
                  <a:lnTo>
                    <a:pt x="40823" y="35403"/>
                  </a:lnTo>
                  <a:lnTo>
                    <a:pt x="41643" y="36242"/>
                  </a:lnTo>
                  <a:lnTo>
                    <a:pt x="43055" y="37686"/>
                  </a:lnTo>
                  <a:lnTo>
                    <a:pt x="45106" y="35730"/>
                  </a:lnTo>
                  <a:lnTo>
                    <a:pt x="53125" y="35497"/>
                  </a:lnTo>
                  <a:lnTo>
                    <a:pt x="53626" y="35450"/>
                  </a:lnTo>
                  <a:lnTo>
                    <a:pt x="54127" y="35497"/>
                  </a:lnTo>
                  <a:lnTo>
                    <a:pt x="54628" y="35497"/>
                  </a:lnTo>
                  <a:lnTo>
                    <a:pt x="55129" y="35590"/>
                  </a:lnTo>
                  <a:lnTo>
                    <a:pt x="55585" y="35683"/>
                  </a:lnTo>
                  <a:lnTo>
                    <a:pt x="56086" y="35823"/>
                  </a:lnTo>
                  <a:lnTo>
                    <a:pt x="56542" y="35962"/>
                  </a:lnTo>
                  <a:lnTo>
                    <a:pt x="57043" y="36149"/>
                  </a:lnTo>
                  <a:lnTo>
                    <a:pt x="57498" y="36335"/>
                  </a:lnTo>
                  <a:lnTo>
                    <a:pt x="57954" y="36568"/>
                  </a:lnTo>
                  <a:lnTo>
                    <a:pt x="58364" y="36848"/>
                  </a:lnTo>
                  <a:lnTo>
                    <a:pt x="58774" y="37127"/>
                  </a:lnTo>
                  <a:lnTo>
                    <a:pt x="59184" y="37453"/>
                  </a:lnTo>
                  <a:lnTo>
                    <a:pt x="63376" y="33400"/>
                  </a:lnTo>
                  <a:lnTo>
                    <a:pt x="64059" y="32702"/>
                  </a:lnTo>
                  <a:lnTo>
                    <a:pt x="67294" y="29580"/>
                  </a:lnTo>
                  <a:lnTo>
                    <a:pt x="70074" y="26925"/>
                  </a:lnTo>
                  <a:lnTo>
                    <a:pt x="71349" y="25667"/>
                  </a:lnTo>
                  <a:lnTo>
                    <a:pt x="71942" y="26273"/>
                  </a:lnTo>
                  <a:lnTo>
                    <a:pt x="74493" y="28928"/>
                  </a:lnTo>
                  <a:lnTo>
                    <a:pt x="75905" y="30419"/>
                  </a:lnTo>
                  <a:lnTo>
                    <a:pt x="77773" y="32282"/>
                  </a:lnTo>
                  <a:lnTo>
                    <a:pt x="77910" y="32143"/>
                  </a:lnTo>
                  <a:lnTo>
                    <a:pt x="79323" y="30745"/>
                  </a:lnTo>
                  <a:lnTo>
                    <a:pt x="81510" y="28556"/>
                  </a:lnTo>
                  <a:lnTo>
                    <a:pt x="82831" y="29907"/>
                  </a:lnTo>
                  <a:lnTo>
                    <a:pt x="84107" y="31211"/>
                  </a:lnTo>
                  <a:lnTo>
                    <a:pt x="84927" y="32003"/>
                  </a:lnTo>
                  <a:lnTo>
                    <a:pt x="85883" y="33028"/>
                  </a:lnTo>
                  <a:lnTo>
                    <a:pt x="86430" y="33540"/>
                  </a:lnTo>
                  <a:lnTo>
                    <a:pt x="86567" y="33400"/>
                  </a:lnTo>
                  <a:lnTo>
                    <a:pt x="86795" y="33261"/>
                  </a:lnTo>
                  <a:lnTo>
                    <a:pt x="86977" y="33121"/>
                  </a:lnTo>
                  <a:lnTo>
                    <a:pt x="87205" y="33028"/>
                  </a:lnTo>
                  <a:lnTo>
                    <a:pt x="87433" y="32981"/>
                  </a:lnTo>
                  <a:lnTo>
                    <a:pt x="87660" y="32981"/>
                  </a:lnTo>
                  <a:lnTo>
                    <a:pt x="87934" y="32981"/>
                  </a:lnTo>
                  <a:lnTo>
                    <a:pt x="88162" y="33074"/>
                  </a:lnTo>
                  <a:lnTo>
                    <a:pt x="88389" y="33121"/>
                  </a:lnTo>
                  <a:lnTo>
                    <a:pt x="88572" y="33261"/>
                  </a:lnTo>
                  <a:lnTo>
                    <a:pt x="88754" y="33400"/>
                  </a:lnTo>
                  <a:lnTo>
                    <a:pt x="90941" y="30559"/>
                  </a:lnTo>
                  <a:lnTo>
                    <a:pt x="93629" y="27018"/>
                  </a:lnTo>
                  <a:lnTo>
                    <a:pt x="96180" y="23711"/>
                  </a:lnTo>
                  <a:lnTo>
                    <a:pt x="99689" y="19099"/>
                  </a:lnTo>
                  <a:lnTo>
                    <a:pt x="99916" y="18866"/>
                  </a:lnTo>
                  <a:lnTo>
                    <a:pt x="107616" y="8804"/>
                  </a:lnTo>
                  <a:lnTo>
                    <a:pt x="111899" y="3214"/>
                  </a:lnTo>
                  <a:lnTo>
                    <a:pt x="112446" y="3121"/>
                  </a:lnTo>
                  <a:lnTo>
                    <a:pt x="112810" y="3027"/>
                  </a:lnTo>
                  <a:lnTo>
                    <a:pt x="113038" y="2981"/>
                  </a:lnTo>
                  <a:lnTo>
                    <a:pt x="113995" y="2795"/>
                  </a:lnTo>
                  <a:lnTo>
                    <a:pt x="115681" y="2515"/>
                  </a:lnTo>
                  <a:lnTo>
                    <a:pt x="116957" y="2329"/>
                  </a:lnTo>
                  <a:lnTo>
                    <a:pt x="118825" y="2049"/>
                  </a:lnTo>
                  <a:lnTo>
                    <a:pt x="119326" y="2003"/>
                  </a:lnTo>
                  <a:lnTo>
                    <a:pt x="120602" y="1816"/>
                  </a:lnTo>
                  <a:lnTo>
                    <a:pt x="121194" y="1677"/>
                  </a:lnTo>
                  <a:lnTo>
                    <a:pt x="121558" y="1630"/>
                  </a:lnTo>
                  <a:lnTo>
                    <a:pt x="122059" y="1537"/>
                  </a:lnTo>
                  <a:lnTo>
                    <a:pt x="123928" y="1257"/>
                  </a:lnTo>
                  <a:lnTo>
                    <a:pt x="13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835758" y="3777080"/>
              <a:ext cx="1149250" cy="839259"/>
            </a:xfrm>
            <a:custGeom>
              <a:avLst/>
              <a:pathLst>
                <a:path w="1149250" h="839259">
                  <a:moveTo>
                    <a:pt x="112081" y="11319"/>
                  </a:moveTo>
                  <a:lnTo>
                    <a:pt x="142334" y="59814"/>
                  </a:lnTo>
                  <a:lnTo>
                    <a:pt x="233321" y="198494"/>
                  </a:lnTo>
                  <a:lnTo>
                    <a:pt x="362717" y="399272"/>
                  </a:lnTo>
                  <a:lnTo>
                    <a:pt x="365040" y="401368"/>
                  </a:lnTo>
                  <a:lnTo>
                    <a:pt x="365861" y="403185"/>
                  </a:lnTo>
                  <a:lnTo>
                    <a:pt x="366726" y="403092"/>
                  </a:lnTo>
                  <a:lnTo>
                    <a:pt x="367410" y="403045"/>
                  </a:lnTo>
                  <a:lnTo>
                    <a:pt x="368002" y="402999"/>
                  </a:lnTo>
                  <a:lnTo>
                    <a:pt x="368731" y="402719"/>
                  </a:lnTo>
                  <a:lnTo>
                    <a:pt x="369460" y="402393"/>
                  </a:lnTo>
                  <a:lnTo>
                    <a:pt x="369779" y="402253"/>
                  </a:lnTo>
                  <a:lnTo>
                    <a:pt x="370098" y="402021"/>
                  </a:lnTo>
                  <a:lnTo>
                    <a:pt x="370326" y="401788"/>
                  </a:lnTo>
                  <a:lnTo>
                    <a:pt x="370508" y="401601"/>
                  </a:lnTo>
                  <a:lnTo>
                    <a:pt x="370690" y="401415"/>
                  </a:lnTo>
                  <a:lnTo>
                    <a:pt x="371009" y="401229"/>
                  </a:lnTo>
                  <a:lnTo>
                    <a:pt x="371465" y="401135"/>
                  </a:lnTo>
                  <a:lnTo>
                    <a:pt x="371738" y="400996"/>
                  </a:lnTo>
                  <a:lnTo>
                    <a:pt x="372057" y="400856"/>
                  </a:lnTo>
                  <a:lnTo>
                    <a:pt x="372467" y="400763"/>
                  </a:lnTo>
                  <a:lnTo>
                    <a:pt x="372923" y="400623"/>
                  </a:lnTo>
                  <a:lnTo>
                    <a:pt x="373287" y="400576"/>
                  </a:lnTo>
                  <a:lnTo>
                    <a:pt x="373652" y="400576"/>
                  </a:lnTo>
                  <a:lnTo>
                    <a:pt x="373971" y="400670"/>
                  </a:lnTo>
                  <a:lnTo>
                    <a:pt x="374289" y="400716"/>
                  </a:lnTo>
                  <a:lnTo>
                    <a:pt x="374563" y="400670"/>
                  </a:lnTo>
                  <a:lnTo>
                    <a:pt x="374882" y="400763"/>
                  </a:lnTo>
                  <a:lnTo>
                    <a:pt x="375064" y="400856"/>
                  </a:lnTo>
                  <a:lnTo>
                    <a:pt x="375201" y="400716"/>
                  </a:lnTo>
                  <a:lnTo>
                    <a:pt x="375383" y="400343"/>
                  </a:lnTo>
                  <a:lnTo>
                    <a:pt x="375702" y="400111"/>
                  </a:lnTo>
                  <a:lnTo>
                    <a:pt x="376066" y="399831"/>
                  </a:lnTo>
                  <a:lnTo>
                    <a:pt x="376294" y="399831"/>
                  </a:lnTo>
                  <a:lnTo>
                    <a:pt x="376659" y="399691"/>
                  </a:lnTo>
                  <a:lnTo>
                    <a:pt x="377023" y="399598"/>
                  </a:lnTo>
                  <a:lnTo>
                    <a:pt x="377388" y="399458"/>
                  </a:lnTo>
                  <a:lnTo>
                    <a:pt x="377798" y="399412"/>
                  </a:lnTo>
                  <a:lnTo>
                    <a:pt x="378117" y="399412"/>
                  </a:lnTo>
                  <a:lnTo>
                    <a:pt x="378390" y="399179"/>
                  </a:lnTo>
                  <a:lnTo>
                    <a:pt x="378572" y="399225"/>
                  </a:lnTo>
                  <a:lnTo>
                    <a:pt x="378937" y="399225"/>
                  </a:lnTo>
                  <a:lnTo>
                    <a:pt x="379210" y="399319"/>
                  </a:lnTo>
                  <a:lnTo>
                    <a:pt x="379529" y="399365"/>
                  </a:lnTo>
                  <a:lnTo>
                    <a:pt x="379802" y="399505"/>
                  </a:lnTo>
                  <a:lnTo>
                    <a:pt x="380121" y="399505"/>
                  </a:lnTo>
                  <a:lnTo>
                    <a:pt x="380395" y="399272"/>
                  </a:lnTo>
                  <a:lnTo>
                    <a:pt x="380668" y="399132"/>
                  </a:lnTo>
                  <a:lnTo>
                    <a:pt x="381169" y="398806"/>
                  </a:lnTo>
                  <a:lnTo>
                    <a:pt x="381579" y="398573"/>
                  </a:lnTo>
                  <a:lnTo>
                    <a:pt x="381853" y="398480"/>
                  </a:lnTo>
                  <a:lnTo>
                    <a:pt x="382126" y="398573"/>
                  </a:lnTo>
                  <a:lnTo>
                    <a:pt x="382491" y="398620"/>
                  </a:lnTo>
                  <a:lnTo>
                    <a:pt x="383037" y="398666"/>
                  </a:lnTo>
                  <a:lnTo>
                    <a:pt x="383447" y="398527"/>
                  </a:lnTo>
                  <a:lnTo>
                    <a:pt x="383721" y="398480"/>
                  </a:lnTo>
                  <a:lnTo>
                    <a:pt x="384040" y="398340"/>
                  </a:lnTo>
                  <a:lnTo>
                    <a:pt x="384723" y="398340"/>
                  </a:lnTo>
                  <a:lnTo>
                    <a:pt x="385088" y="398247"/>
                  </a:lnTo>
                  <a:lnTo>
                    <a:pt x="385361" y="398201"/>
                  </a:lnTo>
                  <a:lnTo>
                    <a:pt x="385817" y="398107"/>
                  </a:lnTo>
                  <a:lnTo>
                    <a:pt x="386090" y="398014"/>
                  </a:lnTo>
                  <a:lnTo>
                    <a:pt x="386409" y="397921"/>
                  </a:lnTo>
                  <a:lnTo>
                    <a:pt x="386682" y="397875"/>
                  </a:lnTo>
                  <a:lnTo>
                    <a:pt x="387229" y="398014"/>
                  </a:lnTo>
                  <a:lnTo>
                    <a:pt x="387730" y="398154"/>
                  </a:lnTo>
                  <a:lnTo>
                    <a:pt x="388140" y="398340"/>
                  </a:lnTo>
                  <a:lnTo>
                    <a:pt x="388323" y="398434"/>
                  </a:lnTo>
                  <a:lnTo>
                    <a:pt x="388596" y="398620"/>
                  </a:lnTo>
                  <a:lnTo>
                    <a:pt x="389051" y="398620"/>
                  </a:lnTo>
                  <a:lnTo>
                    <a:pt x="389553" y="398480"/>
                  </a:lnTo>
                  <a:lnTo>
                    <a:pt x="389917" y="398201"/>
                  </a:lnTo>
                  <a:lnTo>
                    <a:pt x="390236" y="398107"/>
                  </a:lnTo>
                  <a:lnTo>
                    <a:pt x="390555" y="398154"/>
                  </a:lnTo>
                  <a:lnTo>
                    <a:pt x="391102" y="398154"/>
                  </a:lnTo>
                  <a:lnTo>
                    <a:pt x="391375" y="398107"/>
                  </a:lnTo>
                  <a:lnTo>
                    <a:pt x="391876" y="397968"/>
                  </a:lnTo>
                  <a:lnTo>
                    <a:pt x="392696" y="397921"/>
                  </a:lnTo>
                  <a:lnTo>
                    <a:pt x="394109" y="397735"/>
                  </a:lnTo>
                  <a:lnTo>
                    <a:pt x="394610" y="397502"/>
                  </a:lnTo>
                  <a:lnTo>
                    <a:pt x="394929" y="397409"/>
                  </a:lnTo>
                  <a:lnTo>
                    <a:pt x="395430" y="397316"/>
                  </a:lnTo>
                  <a:lnTo>
                    <a:pt x="395749" y="397316"/>
                  </a:lnTo>
                  <a:lnTo>
                    <a:pt x="396432" y="397269"/>
                  </a:lnTo>
                  <a:lnTo>
                    <a:pt x="397116" y="397222"/>
                  </a:lnTo>
                  <a:lnTo>
                    <a:pt x="397526" y="397129"/>
                  </a:lnTo>
                  <a:lnTo>
                    <a:pt x="398483" y="397176"/>
                  </a:lnTo>
                  <a:lnTo>
                    <a:pt x="398984" y="397129"/>
                  </a:lnTo>
                  <a:lnTo>
                    <a:pt x="399166" y="397129"/>
                  </a:lnTo>
                  <a:lnTo>
                    <a:pt x="399850" y="397083"/>
                  </a:lnTo>
                  <a:lnTo>
                    <a:pt x="400670" y="397083"/>
                  </a:lnTo>
                  <a:lnTo>
                    <a:pt x="401900" y="397083"/>
                  </a:lnTo>
                  <a:lnTo>
                    <a:pt x="402720" y="397036"/>
                  </a:lnTo>
                  <a:lnTo>
                    <a:pt x="403540" y="396896"/>
                  </a:lnTo>
                  <a:lnTo>
                    <a:pt x="404087" y="396803"/>
                  </a:lnTo>
                  <a:lnTo>
                    <a:pt x="404907" y="396803"/>
                  </a:lnTo>
                  <a:lnTo>
                    <a:pt x="405408" y="396710"/>
                  </a:lnTo>
                  <a:lnTo>
                    <a:pt x="405864" y="396617"/>
                  </a:lnTo>
                  <a:lnTo>
                    <a:pt x="406502" y="396384"/>
                  </a:lnTo>
                  <a:lnTo>
                    <a:pt x="407231" y="396011"/>
                  </a:lnTo>
                  <a:lnTo>
                    <a:pt x="407686" y="395871"/>
                  </a:lnTo>
                  <a:lnTo>
                    <a:pt x="408005" y="395871"/>
                  </a:lnTo>
                  <a:lnTo>
                    <a:pt x="408734" y="395778"/>
                  </a:lnTo>
                  <a:lnTo>
                    <a:pt x="408916" y="395732"/>
                  </a:lnTo>
                  <a:lnTo>
                    <a:pt x="409235" y="395778"/>
                  </a:lnTo>
                  <a:lnTo>
                    <a:pt x="409418" y="395732"/>
                  </a:lnTo>
                  <a:lnTo>
                    <a:pt x="409828" y="395592"/>
                  </a:lnTo>
                  <a:lnTo>
                    <a:pt x="410192" y="395359"/>
                  </a:lnTo>
                  <a:lnTo>
                    <a:pt x="410557" y="395219"/>
                  </a:lnTo>
                  <a:lnTo>
                    <a:pt x="410784" y="395126"/>
                  </a:lnTo>
                  <a:lnTo>
                    <a:pt x="411012" y="395033"/>
                  </a:lnTo>
                  <a:lnTo>
                    <a:pt x="411240" y="394940"/>
                  </a:lnTo>
                  <a:lnTo>
                    <a:pt x="411696" y="394847"/>
                  </a:lnTo>
                  <a:lnTo>
                    <a:pt x="412197" y="394753"/>
                  </a:lnTo>
                  <a:lnTo>
                    <a:pt x="412561" y="394660"/>
                  </a:lnTo>
                  <a:lnTo>
                    <a:pt x="412744" y="394567"/>
                  </a:lnTo>
                  <a:lnTo>
                    <a:pt x="412926" y="394427"/>
                  </a:lnTo>
                  <a:lnTo>
                    <a:pt x="413108" y="394334"/>
                  </a:lnTo>
                  <a:lnTo>
                    <a:pt x="413290" y="394101"/>
                  </a:lnTo>
                  <a:lnTo>
                    <a:pt x="413427" y="394008"/>
                  </a:lnTo>
                  <a:lnTo>
                    <a:pt x="413883" y="393635"/>
                  </a:lnTo>
                  <a:lnTo>
                    <a:pt x="414885" y="393309"/>
                  </a:lnTo>
                  <a:lnTo>
                    <a:pt x="416115" y="392937"/>
                  </a:lnTo>
                  <a:lnTo>
                    <a:pt x="416389" y="392797"/>
                  </a:lnTo>
                  <a:lnTo>
                    <a:pt x="417710" y="392471"/>
                  </a:lnTo>
                  <a:lnTo>
                    <a:pt x="418530" y="392284"/>
                  </a:lnTo>
                  <a:lnTo>
                    <a:pt x="419441" y="392191"/>
                  </a:lnTo>
                  <a:lnTo>
                    <a:pt x="420033" y="392145"/>
                  </a:lnTo>
                  <a:lnTo>
                    <a:pt x="420717" y="392051"/>
                  </a:lnTo>
                  <a:lnTo>
                    <a:pt x="421173" y="392005"/>
                  </a:lnTo>
                  <a:lnTo>
                    <a:pt x="421993" y="391679"/>
                  </a:lnTo>
                  <a:lnTo>
                    <a:pt x="422585" y="391492"/>
                  </a:lnTo>
                  <a:lnTo>
                    <a:pt x="422904" y="391306"/>
                  </a:lnTo>
                  <a:lnTo>
                    <a:pt x="423542" y="391073"/>
                  </a:lnTo>
                  <a:lnTo>
                    <a:pt x="424772" y="390561"/>
                  </a:lnTo>
                  <a:lnTo>
                    <a:pt x="425546" y="390095"/>
                  </a:lnTo>
                  <a:lnTo>
                    <a:pt x="426458" y="389909"/>
                  </a:lnTo>
                  <a:lnTo>
                    <a:pt x="427004" y="389722"/>
                  </a:lnTo>
                  <a:lnTo>
                    <a:pt x="427916" y="389443"/>
                  </a:lnTo>
                  <a:lnTo>
                    <a:pt x="428736" y="389303"/>
                  </a:lnTo>
                  <a:lnTo>
                    <a:pt x="429510" y="389024"/>
                  </a:lnTo>
                  <a:lnTo>
                    <a:pt x="429875" y="389024"/>
                  </a:lnTo>
                  <a:lnTo>
                    <a:pt x="430012" y="389024"/>
                  </a:lnTo>
                  <a:lnTo>
                    <a:pt x="430194" y="388930"/>
                  </a:lnTo>
                  <a:lnTo>
                    <a:pt x="430513" y="388744"/>
                  </a:lnTo>
                  <a:lnTo>
                    <a:pt x="430832" y="388465"/>
                  </a:lnTo>
                  <a:lnTo>
                    <a:pt x="430968" y="388371"/>
                  </a:lnTo>
                  <a:lnTo>
                    <a:pt x="431515" y="388138"/>
                  </a:lnTo>
                  <a:lnTo>
                    <a:pt x="431788" y="387999"/>
                  </a:lnTo>
                  <a:lnTo>
                    <a:pt x="431925" y="387906"/>
                  </a:lnTo>
                  <a:lnTo>
                    <a:pt x="432198" y="387859"/>
                  </a:lnTo>
                  <a:lnTo>
                    <a:pt x="432426" y="387812"/>
                  </a:lnTo>
                  <a:lnTo>
                    <a:pt x="432609" y="387766"/>
                  </a:lnTo>
                  <a:lnTo>
                    <a:pt x="432973" y="387719"/>
                  </a:lnTo>
                  <a:lnTo>
                    <a:pt x="433292" y="387673"/>
                  </a:lnTo>
                  <a:lnTo>
                    <a:pt x="433429" y="387626"/>
                  </a:lnTo>
                  <a:lnTo>
                    <a:pt x="433702" y="387579"/>
                  </a:lnTo>
                  <a:lnTo>
                    <a:pt x="433839" y="387533"/>
                  </a:lnTo>
                  <a:lnTo>
                    <a:pt x="433975" y="387440"/>
                  </a:lnTo>
                  <a:lnTo>
                    <a:pt x="434431" y="387160"/>
                  </a:lnTo>
                  <a:lnTo>
                    <a:pt x="435069" y="387114"/>
                  </a:lnTo>
                  <a:lnTo>
                    <a:pt x="435661" y="387067"/>
                  </a:lnTo>
                  <a:lnTo>
                    <a:pt x="435798" y="387067"/>
                  </a:lnTo>
                  <a:lnTo>
                    <a:pt x="435935" y="387020"/>
                  </a:lnTo>
                  <a:lnTo>
                    <a:pt x="436527" y="386881"/>
                  </a:lnTo>
                  <a:lnTo>
                    <a:pt x="436846" y="386787"/>
                  </a:lnTo>
                  <a:lnTo>
                    <a:pt x="437393" y="386508"/>
                  </a:lnTo>
                  <a:lnTo>
                    <a:pt x="437575" y="386508"/>
                  </a:lnTo>
                  <a:lnTo>
                    <a:pt x="437803" y="386368"/>
                  </a:lnTo>
                  <a:lnTo>
                    <a:pt x="438076" y="386182"/>
                  </a:lnTo>
                  <a:lnTo>
                    <a:pt x="438304" y="386089"/>
                  </a:lnTo>
                  <a:lnTo>
                    <a:pt x="438623" y="385902"/>
                  </a:lnTo>
                  <a:lnTo>
                    <a:pt x="438896" y="385763"/>
                  </a:lnTo>
                  <a:lnTo>
                    <a:pt x="439033" y="385716"/>
                  </a:lnTo>
                  <a:lnTo>
                    <a:pt x="439169" y="385669"/>
                  </a:lnTo>
                  <a:lnTo>
                    <a:pt x="439352" y="385623"/>
                  </a:lnTo>
                  <a:lnTo>
                    <a:pt x="439534" y="385576"/>
                  </a:lnTo>
                  <a:lnTo>
                    <a:pt x="439762" y="385530"/>
                  </a:lnTo>
                  <a:lnTo>
                    <a:pt x="439944" y="385530"/>
                  </a:lnTo>
                  <a:lnTo>
                    <a:pt x="440263" y="385576"/>
                  </a:lnTo>
                  <a:lnTo>
                    <a:pt x="440400" y="385623"/>
                  </a:lnTo>
                  <a:lnTo>
                    <a:pt x="441129" y="385576"/>
                  </a:lnTo>
                  <a:lnTo>
                    <a:pt x="441311" y="385576"/>
                  </a:lnTo>
                  <a:lnTo>
                    <a:pt x="441584" y="385483"/>
                  </a:lnTo>
                  <a:lnTo>
                    <a:pt x="441812" y="385483"/>
                  </a:lnTo>
                  <a:lnTo>
                    <a:pt x="441994" y="385483"/>
                  </a:lnTo>
                  <a:lnTo>
                    <a:pt x="442131" y="385437"/>
                  </a:lnTo>
                  <a:lnTo>
                    <a:pt x="442268" y="385343"/>
                  </a:lnTo>
                  <a:lnTo>
                    <a:pt x="442632" y="385064"/>
                  </a:lnTo>
                  <a:lnTo>
                    <a:pt x="442860" y="384924"/>
                  </a:lnTo>
                  <a:lnTo>
                    <a:pt x="443361" y="384645"/>
                  </a:lnTo>
                  <a:lnTo>
                    <a:pt x="443543" y="384505"/>
                  </a:lnTo>
                  <a:lnTo>
                    <a:pt x="443680" y="384412"/>
                  </a:lnTo>
                  <a:lnTo>
                    <a:pt x="443862" y="384319"/>
                  </a:lnTo>
                  <a:lnTo>
                    <a:pt x="443999" y="384272"/>
                  </a:lnTo>
                  <a:lnTo>
                    <a:pt x="444181" y="384225"/>
                  </a:lnTo>
                  <a:lnTo>
                    <a:pt x="444318" y="384179"/>
                  </a:lnTo>
                  <a:lnTo>
                    <a:pt x="444546" y="384179"/>
                  </a:lnTo>
                  <a:lnTo>
                    <a:pt x="444682" y="384179"/>
                  </a:lnTo>
                  <a:lnTo>
                    <a:pt x="445138" y="384272"/>
                  </a:lnTo>
                  <a:lnTo>
                    <a:pt x="445411" y="384319"/>
                  </a:lnTo>
                  <a:lnTo>
                    <a:pt x="445548" y="384319"/>
                  </a:lnTo>
                  <a:lnTo>
                    <a:pt x="445913" y="384272"/>
                  </a:lnTo>
                  <a:lnTo>
                    <a:pt x="446186" y="384225"/>
                  </a:lnTo>
                  <a:lnTo>
                    <a:pt x="446733" y="384132"/>
                  </a:lnTo>
                  <a:lnTo>
                    <a:pt x="447371" y="384086"/>
                  </a:lnTo>
                  <a:lnTo>
                    <a:pt x="447735" y="383992"/>
                  </a:lnTo>
                  <a:lnTo>
                    <a:pt x="448236" y="383899"/>
                  </a:lnTo>
                  <a:lnTo>
                    <a:pt x="448418" y="383853"/>
                  </a:lnTo>
                  <a:lnTo>
                    <a:pt x="448783" y="383713"/>
                  </a:lnTo>
                  <a:lnTo>
                    <a:pt x="449056" y="383666"/>
                  </a:lnTo>
                  <a:lnTo>
                    <a:pt x="449239" y="383620"/>
                  </a:lnTo>
                  <a:lnTo>
                    <a:pt x="449922" y="383527"/>
                  </a:lnTo>
                  <a:lnTo>
                    <a:pt x="450104" y="383480"/>
                  </a:lnTo>
                  <a:lnTo>
                    <a:pt x="450332" y="383480"/>
                  </a:lnTo>
                  <a:lnTo>
                    <a:pt x="450697" y="383340"/>
                  </a:lnTo>
                  <a:lnTo>
                    <a:pt x="450924" y="383294"/>
                  </a:lnTo>
                  <a:lnTo>
                    <a:pt x="451152" y="383247"/>
                  </a:lnTo>
                  <a:lnTo>
                    <a:pt x="451334" y="383201"/>
                  </a:lnTo>
                  <a:lnTo>
                    <a:pt x="451653" y="383247"/>
                  </a:lnTo>
                  <a:lnTo>
                    <a:pt x="452610" y="383201"/>
                  </a:lnTo>
                  <a:lnTo>
                    <a:pt x="453248" y="383201"/>
                  </a:lnTo>
                  <a:lnTo>
                    <a:pt x="453567" y="383201"/>
                  </a:lnTo>
                  <a:lnTo>
                    <a:pt x="453886" y="383154"/>
                  </a:lnTo>
                  <a:lnTo>
                    <a:pt x="454068" y="383201"/>
                  </a:lnTo>
                  <a:lnTo>
                    <a:pt x="454387" y="383294"/>
                  </a:lnTo>
                  <a:lnTo>
                    <a:pt x="454524" y="383340"/>
                  </a:lnTo>
                  <a:lnTo>
                    <a:pt x="454660" y="383340"/>
                  </a:lnTo>
                  <a:lnTo>
                    <a:pt x="454888" y="383340"/>
                  </a:lnTo>
                  <a:lnTo>
                    <a:pt x="455025" y="383340"/>
                  </a:lnTo>
                  <a:lnTo>
                    <a:pt x="455845" y="383247"/>
                  </a:lnTo>
                  <a:lnTo>
                    <a:pt x="456711" y="383201"/>
                  </a:lnTo>
                  <a:lnTo>
                    <a:pt x="456847" y="383154"/>
                  </a:lnTo>
                  <a:lnTo>
                    <a:pt x="457303" y="383107"/>
                  </a:lnTo>
                  <a:lnTo>
                    <a:pt x="457440" y="383107"/>
                  </a:lnTo>
                  <a:lnTo>
                    <a:pt x="457668" y="383107"/>
                  </a:lnTo>
                  <a:lnTo>
                    <a:pt x="457850" y="383154"/>
                  </a:lnTo>
                  <a:lnTo>
                    <a:pt x="458078" y="383154"/>
                  </a:lnTo>
                  <a:lnTo>
                    <a:pt x="458260" y="383107"/>
                  </a:lnTo>
                  <a:lnTo>
                    <a:pt x="458488" y="383061"/>
                  </a:lnTo>
                  <a:lnTo>
                    <a:pt x="458715" y="382968"/>
                  </a:lnTo>
                  <a:lnTo>
                    <a:pt x="458898" y="382968"/>
                  </a:lnTo>
                  <a:lnTo>
                    <a:pt x="459126" y="382921"/>
                  </a:lnTo>
                  <a:lnTo>
                    <a:pt x="459353" y="382968"/>
                  </a:lnTo>
                  <a:lnTo>
                    <a:pt x="459581" y="383014"/>
                  </a:lnTo>
                  <a:lnTo>
                    <a:pt x="459763" y="382968"/>
                  </a:lnTo>
                  <a:lnTo>
                    <a:pt x="459946" y="382874"/>
                  </a:lnTo>
                  <a:lnTo>
                    <a:pt x="460173" y="382828"/>
                  </a:lnTo>
                  <a:lnTo>
                    <a:pt x="460356" y="382828"/>
                  </a:lnTo>
                  <a:lnTo>
                    <a:pt x="460583" y="382781"/>
                  </a:lnTo>
                  <a:lnTo>
                    <a:pt x="460766" y="382735"/>
                  </a:lnTo>
                  <a:lnTo>
                    <a:pt x="461039" y="382688"/>
                  </a:lnTo>
                  <a:lnTo>
                    <a:pt x="461176" y="382642"/>
                  </a:lnTo>
                  <a:lnTo>
                    <a:pt x="461404" y="382502"/>
                  </a:lnTo>
                  <a:lnTo>
                    <a:pt x="461586" y="382409"/>
                  </a:lnTo>
                  <a:lnTo>
                    <a:pt x="461814" y="382315"/>
                  </a:lnTo>
                  <a:lnTo>
                    <a:pt x="461996" y="382222"/>
                  </a:lnTo>
                  <a:lnTo>
                    <a:pt x="462224" y="382129"/>
                  </a:lnTo>
                  <a:lnTo>
                    <a:pt x="462452" y="382129"/>
                  </a:lnTo>
                  <a:lnTo>
                    <a:pt x="462634" y="382082"/>
                  </a:lnTo>
                  <a:lnTo>
                    <a:pt x="462862" y="382036"/>
                  </a:lnTo>
                  <a:lnTo>
                    <a:pt x="463272" y="381943"/>
                  </a:lnTo>
                  <a:lnTo>
                    <a:pt x="463499" y="381896"/>
                  </a:lnTo>
                  <a:lnTo>
                    <a:pt x="463682" y="381850"/>
                  </a:lnTo>
                  <a:lnTo>
                    <a:pt x="463909" y="381803"/>
                  </a:lnTo>
                  <a:lnTo>
                    <a:pt x="464137" y="381710"/>
                  </a:lnTo>
                  <a:lnTo>
                    <a:pt x="464866" y="381756"/>
                  </a:lnTo>
                  <a:lnTo>
                    <a:pt x="465185" y="381803"/>
                  </a:lnTo>
                  <a:lnTo>
                    <a:pt x="465413" y="381896"/>
                  </a:lnTo>
                  <a:lnTo>
                    <a:pt x="465595" y="381943"/>
                  </a:lnTo>
                  <a:lnTo>
                    <a:pt x="465823" y="381989"/>
                  </a:lnTo>
                  <a:lnTo>
                    <a:pt x="466005" y="381989"/>
                  </a:lnTo>
                  <a:lnTo>
                    <a:pt x="466233" y="381989"/>
                  </a:lnTo>
                  <a:lnTo>
                    <a:pt x="466461" y="382036"/>
                  </a:lnTo>
                  <a:lnTo>
                    <a:pt x="466643" y="382129"/>
                  </a:lnTo>
                  <a:lnTo>
                    <a:pt x="466917" y="382129"/>
                  </a:lnTo>
                  <a:lnTo>
                    <a:pt x="467099" y="382129"/>
                  </a:lnTo>
                  <a:lnTo>
                    <a:pt x="467327" y="382082"/>
                  </a:lnTo>
                  <a:lnTo>
                    <a:pt x="467554" y="382129"/>
                  </a:lnTo>
                  <a:lnTo>
                    <a:pt x="467737" y="382176"/>
                  </a:lnTo>
                  <a:lnTo>
                    <a:pt x="468056" y="382222"/>
                  </a:lnTo>
                  <a:lnTo>
                    <a:pt x="468238" y="382222"/>
                  </a:lnTo>
                  <a:lnTo>
                    <a:pt x="468466" y="382176"/>
                  </a:lnTo>
                  <a:lnTo>
                    <a:pt x="468648" y="382129"/>
                  </a:lnTo>
                  <a:lnTo>
                    <a:pt x="468876" y="382036"/>
                  </a:lnTo>
                  <a:lnTo>
                    <a:pt x="469104" y="381943"/>
                  </a:lnTo>
                  <a:lnTo>
                    <a:pt x="469240" y="381850"/>
                  </a:lnTo>
                  <a:lnTo>
                    <a:pt x="469468" y="381756"/>
                  </a:lnTo>
                  <a:lnTo>
                    <a:pt x="469696" y="381710"/>
                  </a:lnTo>
                  <a:lnTo>
                    <a:pt x="469878" y="381663"/>
                  </a:lnTo>
                  <a:lnTo>
                    <a:pt x="470106" y="381663"/>
                  </a:lnTo>
                  <a:lnTo>
                    <a:pt x="470288" y="381570"/>
                  </a:lnTo>
                  <a:lnTo>
                    <a:pt x="470470" y="381570"/>
                  </a:lnTo>
                  <a:lnTo>
                    <a:pt x="470698" y="381477"/>
                  </a:lnTo>
                  <a:lnTo>
                    <a:pt x="470926" y="381430"/>
                  </a:lnTo>
                  <a:lnTo>
                    <a:pt x="471154" y="381430"/>
                  </a:lnTo>
                  <a:lnTo>
                    <a:pt x="471336" y="381430"/>
                  </a:lnTo>
                  <a:lnTo>
                    <a:pt x="471564" y="381384"/>
                  </a:lnTo>
                  <a:lnTo>
                    <a:pt x="471746" y="381384"/>
                  </a:lnTo>
                  <a:lnTo>
                    <a:pt x="471974" y="381337"/>
                  </a:lnTo>
                  <a:lnTo>
                    <a:pt x="472202" y="381384"/>
                  </a:lnTo>
                  <a:lnTo>
                    <a:pt x="472384" y="381430"/>
                  </a:lnTo>
                  <a:lnTo>
                    <a:pt x="472612" y="381477"/>
                  </a:lnTo>
                  <a:lnTo>
                    <a:pt x="472794" y="381523"/>
                  </a:lnTo>
                  <a:lnTo>
                    <a:pt x="473022" y="381570"/>
                  </a:lnTo>
                  <a:lnTo>
                    <a:pt x="473204" y="381617"/>
                  </a:lnTo>
                  <a:lnTo>
                    <a:pt x="473432" y="381710"/>
                  </a:lnTo>
                  <a:lnTo>
                    <a:pt x="473660" y="381803"/>
                  </a:lnTo>
                  <a:lnTo>
                    <a:pt x="473842" y="381850"/>
                  </a:lnTo>
                  <a:lnTo>
                    <a:pt x="474070" y="381989"/>
                  </a:lnTo>
                  <a:lnTo>
                    <a:pt x="474252" y="381943"/>
                  </a:lnTo>
                  <a:lnTo>
                    <a:pt x="474480" y="381989"/>
                  </a:lnTo>
                  <a:lnTo>
                    <a:pt x="474662" y="382082"/>
                  </a:lnTo>
                  <a:lnTo>
                    <a:pt x="474890" y="382129"/>
                  </a:lnTo>
                  <a:lnTo>
                    <a:pt x="475118" y="382129"/>
                  </a:lnTo>
                  <a:lnTo>
                    <a:pt x="475300" y="382176"/>
                  </a:lnTo>
                  <a:lnTo>
                    <a:pt x="475528" y="382269"/>
                  </a:lnTo>
                  <a:lnTo>
                    <a:pt x="475710" y="382269"/>
                  </a:lnTo>
                  <a:lnTo>
                    <a:pt x="475938" y="382269"/>
                  </a:lnTo>
                  <a:lnTo>
                    <a:pt x="476166" y="382362"/>
                  </a:lnTo>
                  <a:lnTo>
                    <a:pt x="476393" y="382409"/>
                  </a:lnTo>
                  <a:lnTo>
                    <a:pt x="476576" y="382455"/>
                  </a:lnTo>
                  <a:lnTo>
                    <a:pt x="476758" y="382455"/>
                  </a:lnTo>
                  <a:lnTo>
                    <a:pt x="477031" y="382409"/>
                  </a:lnTo>
                  <a:lnTo>
                    <a:pt x="477214" y="382455"/>
                  </a:lnTo>
                  <a:lnTo>
                    <a:pt x="477441" y="382455"/>
                  </a:lnTo>
                  <a:lnTo>
                    <a:pt x="477624" y="382455"/>
                  </a:lnTo>
                  <a:lnTo>
                    <a:pt x="477851" y="382455"/>
                  </a:lnTo>
                  <a:lnTo>
                    <a:pt x="478079" y="382548"/>
                  </a:lnTo>
                  <a:lnTo>
                    <a:pt x="478261" y="382595"/>
                  </a:lnTo>
                  <a:lnTo>
                    <a:pt x="478489" y="382688"/>
                  </a:lnTo>
                  <a:lnTo>
                    <a:pt x="478626" y="382781"/>
                  </a:lnTo>
                  <a:lnTo>
                    <a:pt x="478808" y="382874"/>
                  </a:lnTo>
                  <a:lnTo>
                    <a:pt x="479036" y="382968"/>
                  </a:lnTo>
                  <a:lnTo>
                    <a:pt x="479173" y="383061"/>
                  </a:lnTo>
                  <a:lnTo>
                    <a:pt x="479400" y="383107"/>
                  </a:lnTo>
                  <a:lnTo>
                    <a:pt x="479674" y="383247"/>
                  </a:lnTo>
                  <a:lnTo>
                    <a:pt x="479947" y="383340"/>
                  </a:lnTo>
                  <a:lnTo>
                    <a:pt x="480175" y="383433"/>
                  </a:lnTo>
                  <a:lnTo>
                    <a:pt x="480403" y="383387"/>
                  </a:lnTo>
                  <a:lnTo>
                    <a:pt x="480813" y="383340"/>
                  </a:lnTo>
                  <a:lnTo>
                    <a:pt x="481132" y="383480"/>
                  </a:lnTo>
                  <a:lnTo>
                    <a:pt x="481314" y="383480"/>
                  </a:lnTo>
                  <a:lnTo>
                    <a:pt x="481587" y="383573"/>
                  </a:lnTo>
                  <a:lnTo>
                    <a:pt x="481724" y="383527"/>
                  </a:lnTo>
                  <a:lnTo>
                    <a:pt x="481861" y="383480"/>
                  </a:lnTo>
                  <a:lnTo>
                    <a:pt x="481998" y="383433"/>
                  </a:lnTo>
                  <a:lnTo>
                    <a:pt x="482134" y="383433"/>
                  </a:lnTo>
                  <a:lnTo>
                    <a:pt x="482408" y="383573"/>
                  </a:lnTo>
                  <a:lnTo>
                    <a:pt x="482590" y="383573"/>
                  </a:lnTo>
                  <a:lnTo>
                    <a:pt x="482727" y="383573"/>
                  </a:lnTo>
                  <a:lnTo>
                    <a:pt x="483410" y="383806"/>
                  </a:lnTo>
                  <a:lnTo>
                    <a:pt x="484093" y="383899"/>
                  </a:lnTo>
                  <a:lnTo>
                    <a:pt x="484367" y="384039"/>
                  </a:lnTo>
                  <a:lnTo>
                    <a:pt x="484595" y="384039"/>
                  </a:lnTo>
                  <a:lnTo>
                    <a:pt x="485005" y="383946"/>
                  </a:lnTo>
                  <a:lnTo>
                    <a:pt x="485369" y="384039"/>
                  </a:lnTo>
                  <a:lnTo>
                    <a:pt x="485688" y="383899"/>
                  </a:lnTo>
                  <a:lnTo>
                    <a:pt x="486053" y="383992"/>
                  </a:lnTo>
                  <a:lnTo>
                    <a:pt x="487465" y="383853"/>
                  </a:lnTo>
                  <a:lnTo>
                    <a:pt x="489014" y="383853"/>
                  </a:lnTo>
                  <a:lnTo>
                    <a:pt x="489925" y="383620"/>
                  </a:lnTo>
                  <a:lnTo>
                    <a:pt x="491383" y="383294"/>
                  </a:lnTo>
                  <a:lnTo>
                    <a:pt x="492340" y="383201"/>
                  </a:lnTo>
                  <a:lnTo>
                    <a:pt x="493206" y="383340"/>
                  </a:lnTo>
                  <a:lnTo>
                    <a:pt x="493798" y="383340"/>
                  </a:lnTo>
                  <a:lnTo>
                    <a:pt x="494345" y="383201"/>
                  </a:lnTo>
                  <a:lnTo>
                    <a:pt x="495165" y="382921"/>
                  </a:lnTo>
                  <a:lnTo>
                    <a:pt x="495803" y="382502"/>
                  </a:lnTo>
                  <a:lnTo>
                    <a:pt x="496532" y="382036"/>
                  </a:lnTo>
                  <a:lnTo>
                    <a:pt x="497124" y="382036"/>
                  </a:lnTo>
                  <a:lnTo>
                    <a:pt x="497807" y="382269"/>
                  </a:lnTo>
                  <a:lnTo>
                    <a:pt x="498172" y="382455"/>
                  </a:lnTo>
                  <a:lnTo>
                    <a:pt x="498628" y="382874"/>
                  </a:lnTo>
                  <a:lnTo>
                    <a:pt x="498992" y="383061"/>
                  </a:lnTo>
                  <a:lnTo>
                    <a:pt x="499448" y="383201"/>
                  </a:lnTo>
                  <a:lnTo>
                    <a:pt x="500268" y="382921"/>
                  </a:lnTo>
                  <a:lnTo>
                    <a:pt x="501133" y="383061"/>
                  </a:lnTo>
                  <a:lnTo>
                    <a:pt x="501999" y="383387"/>
                  </a:lnTo>
                  <a:lnTo>
                    <a:pt x="502546" y="383946"/>
                  </a:lnTo>
                  <a:lnTo>
                    <a:pt x="503412" y="384412"/>
                  </a:lnTo>
                  <a:lnTo>
                    <a:pt x="504961" y="384878"/>
                  </a:lnTo>
                  <a:lnTo>
                    <a:pt x="506373" y="385669"/>
                  </a:lnTo>
                  <a:lnTo>
                    <a:pt x="507284" y="386042"/>
                  </a:lnTo>
                  <a:lnTo>
                    <a:pt x="507968" y="386461"/>
                  </a:lnTo>
                  <a:lnTo>
                    <a:pt x="509243" y="388651"/>
                  </a:lnTo>
                  <a:lnTo>
                    <a:pt x="509517" y="389396"/>
                  </a:lnTo>
                  <a:lnTo>
                    <a:pt x="509881" y="390235"/>
                  </a:lnTo>
                  <a:lnTo>
                    <a:pt x="509972" y="390328"/>
                  </a:lnTo>
                  <a:lnTo>
                    <a:pt x="510474" y="390980"/>
                  </a:lnTo>
                  <a:lnTo>
                    <a:pt x="510747" y="391632"/>
                  </a:lnTo>
                  <a:lnTo>
                    <a:pt x="511203" y="392378"/>
                  </a:lnTo>
                  <a:lnTo>
                    <a:pt x="511339" y="392564"/>
                  </a:lnTo>
                  <a:lnTo>
                    <a:pt x="511476" y="392797"/>
                  </a:lnTo>
                  <a:lnTo>
                    <a:pt x="511749" y="393030"/>
                  </a:lnTo>
                  <a:lnTo>
                    <a:pt x="512569" y="392843"/>
                  </a:lnTo>
                  <a:lnTo>
                    <a:pt x="512752" y="392564"/>
                  </a:lnTo>
                  <a:lnTo>
                    <a:pt x="513162" y="392051"/>
                  </a:lnTo>
                  <a:lnTo>
                    <a:pt x="513344" y="391819"/>
                  </a:lnTo>
                  <a:lnTo>
                    <a:pt x="513617" y="391679"/>
                  </a:lnTo>
                  <a:lnTo>
                    <a:pt x="513891" y="391492"/>
                  </a:lnTo>
                  <a:lnTo>
                    <a:pt x="514210" y="391306"/>
                  </a:lnTo>
                  <a:lnTo>
                    <a:pt x="514392" y="391353"/>
                  </a:lnTo>
                  <a:lnTo>
                    <a:pt x="514346" y="391213"/>
                  </a:lnTo>
                  <a:lnTo>
                    <a:pt x="514893" y="390980"/>
                  </a:lnTo>
                  <a:lnTo>
                    <a:pt x="515440" y="390794"/>
                  </a:lnTo>
                  <a:lnTo>
                    <a:pt x="515668" y="390794"/>
                  </a:lnTo>
                  <a:lnTo>
                    <a:pt x="516260" y="390747"/>
                  </a:lnTo>
                  <a:lnTo>
                    <a:pt x="516807" y="390561"/>
                  </a:lnTo>
                  <a:lnTo>
                    <a:pt x="517035" y="390468"/>
                  </a:lnTo>
                  <a:lnTo>
                    <a:pt x="517855" y="390188"/>
                  </a:lnTo>
                  <a:lnTo>
                    <a:pt x="518629" y="389815"/>
                  </a:lnTo>
                  <a:lnTo>
                    <a:pt x="518857" y="389722"/>
                  </a:lnTo>
                  <a:lnTo>
                    <a:pt x="519449" y="389583"/>
                  </a:lnTo>
                  <a:lnTo>
                    <a:pt x="520133" y="389163"/>
                  </a:lnTo>
                  <a:lnTo>
                    <a:pt x="520543" y="389070"/>
                  </a:lnTo>
                  <a:lnTo>
                    <a:pt x="520862" y="388837"/>
                  </a:lnTo>
                  <a:lnTo>
                    <a:pt x="521363" y="388744"/>
                  </a:lnTo>
                  <a:lnTo>
                    <a:pt x="521727" y="388697"/>
                  </a:lnTo>
                  <a:lnTo>
                    <a:pt x="521910" y="388651"/>
                  </a:lnTo>
                  <a:lnTo>
                    <a:pt x="522183" y="388651"/>
                  </a:lnTo>
                  <a:lnTo>
                    <a:pt x="522320" y="388651"/>
                  </a:lnTo>
                  <a:lnTo>
                    <a:pt x="523459" y="388232"/>
                  </a:lnTo>
                  <a:lnTo>
                    <a:pt x="524279" y="388232"/>
                  </a:lnTo>
                  <a:lnTo>
                    <a:pt x="525099" y="388511"/>
                  </a:lnTo>
                  <a:lnTo>
                    <a:pt x="525236" y="388465"/>
                  </a:lnTo>
                  <a:lnTo>
                    <a:pt x="525600" y="388418"/>
                  </a:lnTo>
                  <a:lnTo>
                    <a:pt x="526056" y="388325"/>
                  </a:lnTo>
                  <a:lnTo>
                    <a:pt x="526557" y="388418"/>
                  </a:lnTo>
                  <a:lnTo>
                    <a:pt x="526785" y="388418"/>
                  </a:lnTo>
                  <a:lnTo>
                    <a:pt x="527650" y="388465"/>
                  </a:lnTo>
                  <a:lnTo>
                    <a:pt x="528562" y="388418"/>
                  </a:lnTo>
                  <a:lnTo>
                    <a:pt x="528789" y="388465"/>
                  </a:lnTo>
                  <a:lnTo>
                    <a:pt x="529336" y="388511"/>
                  </a:lnTo>
                  <a:lnTo>
                    <a:pt x="529792" y="388558"/>
                  </a:lnTo>
                  <a:lnTo>
                    <a:pt x="530247" y="388558"/>
                  </a:lnTo>
                  <a:lnTo>
                    <a:pt x="530703" y="388511"/>
                  </a:lnTo>
                  <a:lnTo>
                    <a:pt x="530976" y="388418"/>
                  </a:lnTo>
                  <a:lnTo>
                    <a:pt x="531295" y="388185"/>
                  </a:lnTo>
                  <a:lnTo>
                    <a:pt x="531432" y="388138"/>
                  </a:lnTo>
                  <a:lnTo>
                    <a:pt x="531660" y="388092"/>
                  </a:lnTo>
                  <a:lnTo>
                    <a:pt x="532024" y="387999"/>
                  </a:lnTo>
                  <a:lnTo>
                    <a:pt x="532298" y="387999"/>
                  </a:lnTo>
                  <a:lnTo>
                    <a:pt x="532571" y="387999"/>
                  </a:lnTo>
                  <a:lnTo>
                    <a:pt x="533072" y="387952"/>
                  </a:lnTo>
                  <a:lnTo>
                    <a:pt x="533209" y="387952"/>
                  </a:lnTo>
                  <a:lnTo>
                    <a:pt x="533847" y="387952"/>
                  </a:lnTo>
                  <a:lnTo>
                    <a:pt x="534075" y="387952"/>
                  </a:lnTo>
                  <a:lnTo>
                    <a:pt x="534394" y="388092"/>
                  </a:lnTo>
                  <a:lnTo>
                    <a:pt x="534530" y="388092"/>
                  </a:lnTo>
                  <a:lnTo>
                    <a:pt x="534758" y="388092"/>
                  </a:lnTo>
                  <a:lnTo>
                    <a:pt x="534940" y="388045"/>
                  </a:lnTo>
                  <a:lnTo>
                    <a:pt x="535214" y="387999"/>
                  </a:lnTo>
                  <a:lnTo>
                    <a:pt x="535760" y="387906"/>
                  </a:lnTo>
                  <a:lnTo>
                    <a:pt x="536079" y="387766"/>
                  </a:lnTo>
                  <a:lnTo>
                    <a:pt x="536535" y="387579"/>
                  </a:lnTo>
                  <a:lnTo>
                    <a:pt x="537310" y="387207"/>
                  </a:lnTo>
                  <a:lnTo>
                    <a:pt x="538084" y="386881"/>
                  </a:lnTo>
                  <a:lnTo>
                    <a:pt x="538950" y="386834"/>
                  </a:lnTo>
                  <a:lnTo>
                    <a:pt x="539770" y="386648"/>
                  </a:lnTo>
                  <a:lnTo>
                    <a:pt x="540225" y="386415"/>
                  </a:lnTo>
                  <a:lnTo>
                    <a:pt x="540453" y="386322"/>
                  </a:lnTo>
                  <a:lnTo>
                    <a:pt x="540818" y="386089"/>
                  </a:lnTo>
                  <a:lnTo>
                    <a:pt x="541137" y="385996"/>
                  </a:lnTo>
                  <a:lnTo>
                    <a:pt x="541273" y="385902"/>
                  </a:lnTo>
                  <a:lnTo>
                    <a:pt x="541501" y="385902"/>
                  </a:lnTo>
                  <a:lnTo>
                    <a:pt x="541729" y="385856"/>
                  </a:lnTo>
                  <a:lnTo>
                    <a:pt x="541911" y="385856"/>
                  </a:lnTo>
                  <a:lnTo>
                    <a:pt x="542139" y="385856"/>
                  </a:lnTo>
                  <a:lnTo>
                    <a:pt x="542412" y="385949"/>
                  </a:lnTo>
                  <a:lnTo>
                    <a:pt x="542549" y="385949"/>
                  </a:lnTo>
                  <a:lnTo>
                    <a:pt x="542731" y="386042"/>
                  </a:lnTo>
                  <a:lnTo>
                    <a:pt x="542959" y="386182"/>
                  </a:lnTo>
                  <a:lnTo>
                    <a:pt x="543141" y="386275"/>
                  </a:lnTo>
                  <a:lnTo>
                    <a:pt x="543324" y="386368"/>
                  </a:lnTo>
                  <a:lnTo>
                    <a:pt x="543506" y="386461"/>
                  </a:lnTo>
                  <a:lnTo>
                    <a:pt x="543688" y="386601"/>
                  </a:lnTo>
                  <a:lnTo>
                    <a:pt x="543870" y="386694"/>
                  </a:lnTo>
                  <a:lnTo>
                    <a:pt x="544098" y="386787"/>
                  </a:lnTo>
                  <a:lnTo>
                    <a:pt x="544326" y="386834"/>
                  </a:lnTo>
                  <a:lnTo>
                    <a:pt x="544508" y="386881"/>
                  </a:lnTo>
                  <a:lnTo>
                    <a:pt x="544736" y="386927"/>
                  </a:lnTo>
                  <a:lnTo>
                    <a:pt x="544782" y="387067"/>
                  </a:lnTo>
                  <a:lnTo>
                    <a:pt x="545055" y="387253"/>
                  </a:lnTo>
                  <a:lnTo>
                    <a:pt x="545465" y="387393"/>
                  </a:lnTo>
                  <a:lnTo>
                    <a:pt x="545647" y="387440"/>
                  </a:lnTo>
                  <a:lnTo>
                    <a:pt x="545830" y="387440"/>
                  </a:lnTo>
                  <a:lnTo>
                    <a:pt x="546103" y="387440"/>
                  </a:lnTo>
                  <a:lnTo>
                    <a:pt x="546285" y="387393"/>
                  </a:lnTo>
                  <a:lnTo>
                    <a:pt x="546513" y="387393"/>
                  </a:lnTo>
                  <a:lnTo>
                    <a:pt x="546741" y="387393"/>
                  </a:lnTo>
                  <a:lnTo>
                    <a:pt x="546969" y="387347"/>
                  </a:lnTo>
                  <a:lnTo>
                    <a:pt x="547151" y="387300"/>
                  </a:lnTo>
                  <a:lnTo>
                    <a:pt x="547333" y="387253"/>
                  </a:lnTo>
                  <a:lnTo>
                    <a:pt x="547561" y="387253"/>
                  </a:lnTo>
                  <a:lnTo>
                    <a:pt x="547789" y="387207"/>
                  </a:lnTo>
                  <a:lnTo>
                    <a:pt x="547971" y="387207"/>
                  </a:lnTo>
                  <a:lnTo>
                    <a:pt x="548199" y="387160"/>
                  </a:lnTo>
                  <a:lnTo>
                    <a:pt x="548427" y="387207"/>
                  </a:lnTo>
                  <a:lnTo>
                    <a:pt x="548654" y="387207"/>
                  </a:lnTo>
                  <a:lnTo>
                    <a:pt x="548882" y="387207"/>
                  </a:lnTo>
                  <a:lnTo>
                    <a:pt x="549110" y="387253"/>
                  </a:lnTo>
                  <a:lnTo>
                    <a:pt x="549338" y="387300"/>
                  </a:lnTo>
                  <a:lnTo>
                    <a:pt x="549566" y="387347"/>
                  </a:lnTo>
                  <a:lnTo>
                    <a:pt x="549748" y="387393"/>
                  </a:lnTo>
                  <a:lnTo>
                    <a:pt x="550021" y="387440"/>
                  </a:lnTo>
                  <a:lnTo>
                    <a:pt x="550203" y="387393"/>
                  </a:lnTo>
                  <a:lnTo>
                    <a:pt x="550431" y="387347"/>
                  </a:lnTo>
                  <a:lnTo>
                    <a:pt x="550614" y="387253"/>
                  </a:lnTo>
                  <a:lnTo>
                    <a:pt x="550705" y="387067"/>
                  </a:lnTo>
                  <a:lnTo>
                    <a:pt x="550841" y="386834"/>
                  </a:lnTo>
                  <a:lnTo>
                    <a:pt x="550932" y="386694"/>
                  </a:lnTo>
                  <a:lnTo>
                    <a:pt x="551069" y="386508"/>
                  </a:lnTo>
                  <a:lnTo>
                    <a:pt x="551206" y="386368"/>
                  </a:lnTo>
                  <a:lnTo>
                    <a:pt x="551434" y="386089"/>
                  </a:lnTo>
                  <a:lnTo>
                    <a:pt x="551935" y="385856"/>
                  </a:lnTo>
                  <a:lnTo>
                    <a:pt x="552117" y="385716"/>
                  </a:lnTo>
                  <a:lnTo>
                    <a:pt x="552254" y="385576"/>
                  </a:lnTo>
                  <a:lnTo>
                    <a:pt x="552390" y="385343"/>
                  </a:lnTo>
                  <a:lnTo>
                    <a:pt x="552436" y="385204"/>
                  </a:lnTo>
                  <a:lnTo>
                    <a:pt x="552573" y="384971"/>
                  </a:lnTo>
                  <a:lnTo>
                    <a:pt x="552709" y="384784"/>
                  </a:lnTo>
                  <a:lnTo>
                    <a:pt x="552846" y="384645"/>
                  </a:lnTo>
                  <a:lnTo>
                    <a:pt x="552983" y="384458"/>
                  </a:lnTo>
                  <a:lnTo>
                    <a:pt x="553119" y="384319"/>
                  </a:lnTo>
                  <a:lnTo>
                    <a:pt x="553256" y="384179"/>
                  </a:lnTo>
                  <a:lnTo>
                    <a:pt x="553438" y="384039"/>
                  </a:lnTo>
                  <a:lnTo>
                    <a:pt x="553621" y="383946"/>
                  </a:lnTo>
                  <a:lnTo>
                    <a:pt x="553803" y="383806"/>
                  </a:lnTo>
                  <a:lnTo>
                    <a:pt x="554350" y="383387"/>
                  </a:lnTo>
                  <a:lnTo>
                    <a:pt x="554714" y="383014"/>
                  </a:lnTo>
                  <a:lnTo>
                    <a:pt x="555489" y="382362"/>
                  </a:lnTo>
                  <a:lnTo>
                    <a:pt x="556035" y="382176"/>
                  </a:lnTo>
                  <a:lnTo>
                    <a:pt x="556628" y="382129"/>
                  </a:lnTo>
                  <a:lnTo>
                    <a:pt x="557220" y="382595"/>
                  </a:lnTo>
                  <a:lnTo>
                    <a:pt x="557949" y="382968"/>
                  </a:lnTo>
                  <a:lnTo>
                    <a:pt x="558951" y="383107"/>
                  </a:lnTo>
                  <a:lnTo>
                    <a:pt x="559999" y="383107"/>
                  </a:lnTo>
                  <a:lnTo>
                    <a:pt x="561184" y="382828"/>
                  </a:lnTo>
                  <a:lnTo>
                    <a:pt x="562050" y="382735"/>
                  </a:lnTo>
                  <a:lnTo>
                    <a:pt x="562733" y="382502"/>
                  </a:lnTo>
                  <a:lnTo>
                    <a:pt x="563462" y="381477"/>
                  </a:lnTo>
                  <a:lnTo>
                    <a:pt x="563918" y="380638"/>
                  </a:lnTo>
                  <a:lnTo>
                    <a:pt x="564829" y="379986"/>
                  </a:lnTo>
                  <a:lnTo>
                    <a:pt x="565558" y="379427"/>
                  </a:lnTo>
                  <a:lnTo>
                    <a:pt x="567107" y="378402"/>
                  </a:lnTo>
                  <a:lnTo>
                    <a:pt x="568474" y="377704"/>
                  </a:lnTo>
                  <a:lnTo>
                    <a:pt x="569339" y="377331"/>
                  </a:lnTo>
                  <a:lnTo>
                    <a:pt x="570205" y="377005"/>
                  </a:lnTo>
                  <a:lnTo>
                    <a:pt x="571162" y="376725"/>
                  </a:lnTo>
                  <a:lnTo>
                    <a:pt x="572164" y="376818"/>
                  </a:lnTo>
                  <a:lnTo>
                    <a:pt x="572711" y="376818"/>
                  </a:lnTo>
                  <a:lnTo>
                    <a:pt x="573577" y="376725"/>
                  </a:lnTo>
                  <a:lnTo>
                    <a:pt x="574032" y="376539"/>
                  </a:lnTo>
                  <a:lnTo>
                    <a:pt x="574397" y="376353"/>
                  </a:lnTo>
                  <a:lnTo>
                    <a:pt x="575126" y="375840"/>
                  </a:lnTo>
                  <a:lnTo>
                    <a:pt x="575581" y="375840"/>
                  </a:lnTo>
                  <a:lnTo>
                    <a:pt x="576493" y="375794"/>
                  </a:lnTo>
                  <a:lnTo>
                    <a:pt x="576994" y="375700"/>
                  </a:lnTo>
                  <a:lnTo>
                    <a:pt x="577996" y="375328"/>
                  </a:lnTo>
                  <a:lnTo>
                    <a:pt x="578543" y="375141"/>
                  </a:lnTo>
                  <a:lnTo>
                    <a:pt x="579409" y="374676"/>
                  </a:lnTo>
                  <a:lnTo>
                    <a:pt x="580365" y="374117"/>
                  </a:lnTo>
                  <a:lnTo>
                    <a:pt x="580821" y="373791"/>
                  </a:lnTo>
                  <a:lnTo>
                    <a:pt x="581140" y="373371"/>
                  </a:lnTo>
                  <a:lnTo>
                    <a:pt x="581732" y="372859"/>
                  </a:lnTo>
                  <a:lnTo>
                    <a:pt x="581914" y="372207"/>
                  </a:lnTo>
                  <a:lnTo>
                    <a:pt x="582097" y="371694"/>
                  </a:lnTo>
                  <a:lnTo>
                    <a:pt x="582325" y="371368"/>
                  </a:lnTo>
                  <a:lnTo>
                    <a:pt x="583054" y="370902"/>
                  </a:lnTo>
                  <a:lnTo>
                    <a:pt x="584101" y="370623"/>
                  </a:lnTo>
                  <a:lnTo>
                    <a:pt x="584739" y="370716"/>
                  </a:lnTo>
                  <a:lnTo>
                    <a:pt x="585377" y="370809"/>
                  </a:lnTo>
                  <a:lnTo>
                    <a:pt x="586288" y="370669"/>
                  </a:lnTo>
                  <a:lnTo>
                    <a:pt x="586926" y="370483"/>
                  </a:lnTo>
                  <a:lnTo>
                    <a:pt x="587883" y="370110"/>
                  </a:lnTo>
                  <a:lnTo>
                    <a:pt x="588840" y="369645"/>
                  </a:lnTo>
                  <a:lnTo>
                    <a:pt x="589250" y="369691"/>
                  </a:lnTo>
                  <a:lnTo>
                    <a:pt x="589888" y="369691"/>
                  </a:lnTo>
                  <a:lnTo>
                    <a:pt x="590890" y="369738"/>
                  </a:lnTo>
                  <a:lnTo>
                    <a:pt x="591482" y="369645"/>
                  </a:lnTo>
                  <a:lnTo>
                    <a:pt x="592303" y="369598"/>
                  </a:lnTo>
                  <a:lnTo>
                    <a:pt x="592895" y="369272"/>
                  </a:lnTo>
                  <a:lnTo>
                    <a:pt x="593168" y="369179"/>
                  </a:lnTo>
                  <a:lnTo>
                    <a:pt x="593533" y="369179"/>
                  </a:lnTo>
                  <a:lnTo>
                    <a:pt x="593806" y="369179"/>
                  </a:lnTo>
                  <a:lnTo>
                    <a:pt x="594307" y="369179"/>
                  </a:lnTo>
                  <a:lnTo>
                    <a:pt x="595264" y="369132"/>
                  </a:lnTo>
                  <a:lnTo>
                    <a:pt x="595811" y="368806"/>
                  </a:lnTo>
                  <a:lnTo>
                    <a:pt x="596358" y="368620"/>
                  </a:lnTo>
                  <a:lnTo>
                    <a:pt x="596768" y="368014"/>
                  </a:lnTo>
                  <a:lnTo>
                    <a:pt x="597405" y="367315"/>
                  </a:lnTo>
                  <a:lnTo>
                    <a:pt x="598226" y="366849"/>
                  </a:lnTo>
                  <a:lnTo>
                    <a:pt x="599410" y="366337"/>
                  </a:lnTo>
                  <a:lnTo>
                    <a:pt x="601096" y="366011"/>
                  </a:lnTo>
                  <a:lnTo>
                    <a:pt x="602189" y="365918"/>
                  </a:lnTo>
                  <a:lnTo>
                    <a:pt x="603647" y="365918"/>
                  </a:lnTo>
                  <a:lnTo>
                    <a:pt x="606199" y="366058"/>
                  </a:lnTo>
                  <a:lnTo>
                    <a:pt x="608021" y="365825"/>
                  </a:lnTo>
                  <a:lnTo>
                    <a:pt x="608887" y="365871"/>
                  </a:lnTo>
                  <a:lnTo>
                    <a:pt x="609753" y="365825"/>
                  </a:lnTo>
                  <a:lnTo>
                    <a:pt x="610254" y="365638"/>
                  </a:lnTo>
                  <a:lnTo>
                    <a:pt x="610618" y="365359"/>
                  </a:lnTo>
                  <a:lnTo>
                    <a:pt x="611165" y="364800"/>
                  </a:lnTo>
                  <a:lnTo>
                    <a:pt x="612122" y="364194"/>
                  </a:lnTo>
                  <a:lnTo>
                    <a:pt x="613124" y="363868"/>
                  </a:lnTo>
                  <a:lnTo>
                    <a:pt x="614537" y="363822"/>
                  </a:lnTo>
                  <a:lnTo>
                    <a:pt x="616268" y="363635"/>
                  </a:lnTo>
                  <a:lnTo>
                    <a:pt x="617225" y="363216"/>
                  </a:lnTo>
                  <a:lnTo>
                    <a:pt x="618045" y="362797"/>
                  </a:lnTo>
                  <a:lnTo>
                    <a:pt x="619002" y="362051"/>
                  </a:lnTo>
                  <a:lnTo>
                    <a:pt x="619275" y="361446"/>
                  </a:lnTo>
                  <a:lnTo>
                    <a:pt x="620186" y="360840"/>
                  </a:lnTo>
                  <a:lnTo>
                    <a:pt x="622100" y="359722"/>
                  </a:lnTo>
                  <a:lnTo>
                    <a:pt x="622875" y="359210"/>
                  </a:lnTo>
                  <a:lnTo>
                    <a:pt x="624196" y="358464"/>
                  </a:lnTo>
                  <a:lnTo>
                    <a:pt x="625426" y="357859"/>
                  </a:lnTo>
                  <a:lnTo>
                    <a:pt x="626155" y="357486"/>
                  </a:lnTo>
                  <a:lnTo>
                    <a:pt x="627522" y="357533"/>
                  </a:lnTo>
                  <a:lnTo>
                    <a:pt x="629299" y="357626"/>
                  </a:lnTo>
                  <a:lnTo>
                    <a:pt x="630438" y="357719"/>
                  </a:lnTo>
                  <a:lnTo>
                    <a:pt x="631577" y="357626"/>
                  </a:lnTo>
                  <a:lnTo>
                    <a:pt x="632488" y="357300"/>
                  </a:lnTo>
                  <a:lnTo>
                    <a:pt x="633171" y="357113"/>
                  </a:lnTo>
                  <a:lnTo>
                    <a:pt x="634037" y="357113"/>
                  </a:lnTo>
                  <a:lnTo>
                    <a:pt x="634629" y="356834"/>
                  </a:lnTo>
                  <a:lnTo>
                    <a:pt x="635176" y="356601"/>
                  </a:lnTo>
                  <a:lnTo>
                    <a:pt x="635905" y="356368"/>
                  </a:lnTo>
                  <a:lnTo>
                    <a:pt x="636315" y="355995"/>
                  </a:lnTo>
                  <a:lnTo>
                    <a:pt x="636771" y="355716"/>
                  </a:lnTo>
                  <a:lnTo>
                    <a:pt x="637363" y="355483"/>
                  </a:lnTo>
                  <a:lnTo>
                    <a:pt x="637955" y="355390"/>
                  </a:lnTo>
                  <a:lnTo>
                    <a:pt x="638776" y="355110"/>
                  </a:lnTo>
                  <a:lnTo>
                    <a:pt x="639231" y="354458"/>
                  </a:lnTo>
                  <a:lnTo>
                    <a:pt x="639641" y="353992"/>
                  </a:lnTo>
                  <a:lnTo>
                    <a:pt x="640097" y="353759"/>
                  </a:lnTo>
                  <a:lnTo>
                    <a:pt x="640689" y="353480"/>
                  </a:lnTo>
                  <a:lnTo>
                    <a:pt x="642512" y="353014"/>
                  </a:lnTo>
                  <a:lnTo>
                    <a:pt x="643423" y="352548"/>
                  </a:lnTo>
                  <a:lnTo>
                    <a:pt x="644471" y="352175"/>
                  </a:lnTo>
                  <a:lnTo>
                    <a:pt x="645109" y="351943"/>
                  </a:lnTo>
                  <a:lnTo>
                    <a:pt x="645792" y="351710"/>
                  </a:lnTo>
                  <a:lnTo>
                    <a:pt x="646476" y="351710"/>
                  </a:lnTo>
                  <a:lnTo>
                    <a:pt x="647296" y="351710"/>
                  </a:lnTo>
                  <a:lnTo>
                    <a:pt x="648252" y="351756"/>
                  </a:lnTo>
                  <a:lnTo>
                    <a:pt x="648890" y="351710"/>
                  </a:lnTo>
                  <a:lnTo>
                    <a:pt x="649391" y="351663"/>
                  </a:lnTo>
                  <a:lnTo>
                    <a:pt x="649984" y="351430"/>
                  </a:lnTo>
                  <a:lnTo>
                    <a:pt x="650531" y="351244"/>
                  </a:lnTo>
                  <a:lnTo>
                    <a:pt x="651487" y="351151"/>
                  </a:lnTo>
                  <a:lnTo>
                    <a:pt x="652307" y="351290"/>
                  </a:lnTo>
                  <a:lnTo>
                    <a:pt x="653310" y="351430"/>
                  </a:lnTo>
                  <a:lnTo>
                    <a:pt x="654540" y="351523"/>
                  </a:lnTo>
                  <a:lnTo>
                    <a:pt x="655087" y="351663"/>
                  </a:lnTo>
                  <a:lnTo>
                    <a:pt x="656043" y="351803"/>
                  </a:lnTo>
                  <a:lnTo>
                    <a:pt x="656864" y="352175"/>
                  </a:lnTo>
                  <a:lnTo>
                    <a:pt x="657547" y="352595"/>
                  </a:lnTo>
                  <a:lnTo>
                    <a:pt x="658276" y="353200"/>
                  </a:lnTo>
                  <a:lnTo>
                    <a:pt x="658732" y="353573"/>
                  </a:lnTo>
                  <a:lnTo>
                    <a:pt x="659142" y="354132"/>
                  </a:lnTo>
                  <a:lnTo>
                    <a:pt x="659415" y="354505"/>
                  </a:lnTo>
                  <a:lnTo>
                    <a:pt x="660053" y="354924"/>
                  </a:lnTo>
                  <a:lnTo>
                    <a:pt x="660417" y="355157"/>
                  </a:lnTo>
                  <a:lnTo>
                    <a:pt x="660827" y="355623"/>
                  </a:lnTo>
                  <a:lnTo>
                    <a:pt x="661784" y="355949"/>
                  </a:lnTo>
                  <a:lnTo>
                    <a:pt x="662513" y="355762"/>
                  </a:lnTo>
                  <a:lnTo>
                    <a:pt x="663197" y="355390"/>
                  </a:lnTo>
                  <a:lnTo>
                    <a:pt x="663743" y="355110"/>
                  </a:lnTo>
                  <a:lnTo>
                    <a:pt x="664381" y="354877"/>
                  </a:lnTo>
                  <a:lnTo>
                    <a:pt x="665201" y="354924"/>
                  </a:lnTo>
                  <a:lnTo>
                    <a:pt x="665657" y="355203"/>
                  </a:lnTo>
                  <a:lnTo>
                    <a:pt x="666158" y="355576"/>
                  </a:lnTo>
                  <a:lnTo>
                    <a:pt x="666705" y="355995"/>
                  </a:lnTo>
                  <a:lnTo>
                    <a:pt x="667024" y="356275"/>
                  </a:lnTo>
                  <a:lnTo>
                    <a:pt x="668072" y="356927"/>
                  </a:lnTo>
                  <a:lnTo>
                    <a:pt x="668664" y="357160"/>
                  </a:lnTo>
                  <a:lnTo>
                    <a:pt x="669074" y="357207"/>
                  </a:lnTo>
                  <a:lnTo>
                    <a:pt x="669666" y="356648"/>
                  </a:lnTo>
                  <a:lnTo>
                    <a:pt x="669985" y="356135"/>
                  </a:lnTo>
                  <a:lnTo>
                    <a:pt x="670487" y="355436"/>
                  </a:lnTo>
                  <a:lnTo>
                    <a:pt x="670942" y="354831"/>
                  </a:lnTo>
                  <a:lnTo>
                    <a:pt x="671534" y="354085"/>
                  </a:lnTo>
                  <a:lnTo>
                    <a:pt x="672127" y="353620"/>
                  </a:lnTo>
                  <a:lnTo>
                    <a:pt x="672947" y="353340"/>
                  </a:lnTo>
                  <a:lnTo>
                    <a:pt x="673220" y="353294"/>
                  </a:lnTo>
                  <a:lnTo>
                    <a:pt x="673858" y="353247"/>
                  </a:lnTo>
                  <a:lnTo>
                    <a:pt x="674268" y="353387"/>
                  </a:lnTo>
                  <a:lnTo>
                    <a:pt x="674542" y="353480"/>
                  </a:lnTo>
                  <a:lnTo>
                    <a:pt x="675635" y="353992"/>
                  </a:lnTo>
                  <a:lnTo>
                    <a:pt x="676501" y="354412"/>
                  </a:lnTo>
                  <a:lnTo>
                    <a:pt x="677458" y="355157"/>
                  </a:lnTo>
                  <a:lnTo>
                    <a:pt x="678323" y="355716"/>
                  </a:lnTo>
                  <a:lnTo>
                    <a:pt x="679189" y="356135"/>
                  </a:lnTo>
                  <a:lnTo>
                    <a:pt x="680009" y="356228"/>
                  </a:lnTo>
                  <a:lnTo>
                    <a:pt x="680920" y="356321"/>
                  </a:lnTo>
                  <a:lnTo>
                    <a:pt x="681877" y="356321"/>
                  </a:lnTo>
                  <a:lnTo>
                    <a:pt x="682424" y="356321"/>
                  </a:lnTo>
                  <a:lnTo>
                    <a:pt x="683107" y="356648"/>
                  </a:lnTo>
                  <a:lnTo>
                    <a:pt x="683563" y="356927"/>
                  </a:lnTo>
                  <a:lnTo>
                    <a:pt x="684201" y="357207"/>
                  </a:lnTo>
                  <a:lnTo>
                    <a:pt x="685066" y="357579"/>
                  </a:lnTo>
                  <a:lnTo>
                    <a:pt x="686388" y="357859"/>
                  </a:lnTo>
                  <a:lnTo>
                    <a:pt x="687344" y="358092"/>
                  </a:lnTo>
                  <a:lnTo>
                    <a:pt x="688392" y="358231"/>
                  </a:lnTo>
                  <a:lnTo>
                    <a:pt x="689258" y="358558"/>
                  </a:lnTo>
                  <a:lnTo>
                    <a:pt x="690807" y="358558"/>
                  </a:lnTo>
                  <a:lnTo>
                    <a:pt x="692128" y="357859"/>
                  </a:lnTo>
                  <a:lnTo>
                    <a:pt x="692721" y="357439"/>
                  </a:lnTo>
                  <a:lnTo>
                    <a:pt x="693313" y="357207"/>
                  </a:lnTo>
                  <a:lnTo>
                    <a:pt x="694042" y="357160"/>
                  </a:lnTo>
                  <a:lnTo>
                    <a:pt x="694953" y="357253"/>
                  </a:lnTo>
                  <a:lnTo>
                    <a:pt x="695546" y="357253"/>
                  </a:lnTo>
                  <a:lnTo>
                    <a:pt x="696502" y="357253"/>
                  </a:lnTo>
                  <a:lnTo>
                    <a:pt x="697915" y="357160"/>
                  </a:lnTo>
                  <a:lnTo>
                    <a:pt x="698826" y="357020"/>
                  </a:lnTo>
                  <a:lnTo>
                    <a:pt x="699646" y="356787"/>
                  </a:lnTo>
                  <a:lnTo>
                    <a:pt x="700147" y="356415"/>
                  </a:lnTo>
                  <a:lnTo>
                    <a:pt x="700831" y="356042"/>
                  </a:lnTo>
                  <a:lnTo>
                    <a:pt x="701788" y="355902"/>
                  </a:lnTo>
                  <a:lnTo>
                    <a:pt x="702289" y="356275"/>
                  </a:lnTo>
                  <a:lnTo>
                    <a:pt x="702744" y="356880"/>
                  </a:lnTo>
                  <a:lnTo>
                    <a:pt x="703018" y="357393"/>
                  </a:lnTo>
                  <a:lnTo>
                    <a:pt x="703747" y="357859"/>
                  </a:lnTo>
                  <a:lnTo>
                    <a:pt x="704066" y="357905"/>
                  </a:lnTo>
                  <a:lnTo>
                    <a:pt x="704749" y="357719"/>
                  </a:lnTo>
                  <a:lnTo>
                    <a:pt x="705296" y="357719"/>
                  </a:lnTo>
                  <a:lnTo>
                    <a:pt x="705843" y="358045"/>
                  </a:lnTo>
                  <a:lnTo>
                    <a:pt x="706526" y="358231"/>
                  </a:lnTo>
                  <a:lnTo>
                    <a:pt x="707118" y="358371"/>
                  </a:lnTo>
                  <a:lnTo>
                    <a:pt x="708075" y="358231"/>
                  </a:lnTo>
                  <a:lnTo>
                    <a:pt x="708804" y="358092"/>
                  </a:lnTo>
                  <a:lnTo>
                    <a:pt x="709351" y="358092"/>
                  </a:lnTo>
                  <a:lnTo>
                    <a:pt x="709852" y="358231"/>
                  </a:lnTo>
                  <a:lnTo>
                    <a:pt x="710900" y="358371"/>
                  </a:lnTo>
                  <a:lnTo>
                    <a:pt x="711993" y="358325"/>
                  </a:lnTo>
                  <a:lnTo>
                    <a:pt x="713132" y="358092"/>
                  </a:lnTo>
                  <a:lnTo>
                    <a:pt x="713770" y="358278"/>
                  </a:lnTo>
                  <a:lnTo>
                    <a:pt x="713907" y="358464"/>
                  </a:lnTo>
                  <a:lnTo>
                    <a:pt x="714909" y="358371"/>
                  </a:lnTo>
                  <a:lnTo>
                    <a:pt x="715821" y="357952"/>
                  </a:lnTo>
                  <a:lnTo>
                    <a:pt x="716823" y="357766"/>
                  </a:lnTo>
                  <a:lnTo>
                    <a:pt x="717324" y="357579"/>
                  </a:lnTo>
                  <a:lnTo>
                    <a:pt x="718053" y="357253"/>
                  </a:lnTo>
                  <a:lnTo>
                    <a:pt x="718463" y="357207"/>
                  </a:lnTo>
                  <a:lnTo>
                    <a:pt x="719055" y="357207"/>
                  </a:lnTo>
                  <a:lnTo>
                    <a:pt x="720058" y="357346"/>
                  </a:lnTo>
                  <a:lnTo>
                    <a:pt x="720969" y="357393"/>
                  </a:lnTo>
                  <a:lnTo>
                    <a:pt x="721698" y="357393"/>
                  </a:lnTo>
                  <a:lnTo>
                    <a:pt x="722609" y="357393"/>
                  </a:lnTo>
                  <a:lnTo>
                    <a:pt x="722928" y="357300"/>
                  </a:lnTo>
                  <a:lnTo>
                    <a:pt x="723566" y="357160"/>
                  </a:lnTo>
                  <a:lnTo>
                    <a:pt x="723976" y="357207"/>
                  </a:lnTo>
                  <a:lnTo>
                    <a:pt x="724249" y="357393"/>
                  </a:lnTo>
                  <a:lnTo>
                    <a:pt x="724614" y="357439"/>
                  </a:lnTo>
                  <a:lnTo>
                    <a:pt x="724796" y="357579"/>
                  </a:lnTo>
                  <a:lnTo>
                    <a:pt x="725525" y="357905"/>
                  </a:lnTo>
                  <a:lnTo>
                    <a:pt x="725981" y="358045"/>
                  </a:lnTo>
                  <a:lnTo>
                    <a:pt x="726482" y="358045"/>
                  </a:lnTo>
                  <a:lnTo>
                    <a:pt x="727074" y="357812"/>
                  </a:lnTo>
                  <a:lnTo>
                    <a:pt x="727986" y="357439"/>
                  </a:lnTo>
                  <a:lnTo>
                    <a:pt x="728532" y="357300"/>
                  </a:lnTo>
                  <a:lnTo>
                    <a:pt x="729261" y="357300"/>
                  </a:lnTo>
                  <a:lnTo>
                    <a:pt x="730355" y="357067"/>
                  </a:lnTo>
                  <a:lnTo>
                    <a:pt x="731676" y="356461"/>
                  </a:lnTo>
                  <a:lnTo>
                    <a:pt x="732861" y="356368"/>
                  </a:lnTo>
                  <a:lnTo>
                    <a:pt x="733817" y="355856"/>
                  </a:lnTo>
                  <a:lnTo>
                    <a:pt x="735230" y="355530"/>
                  </a:lnTo>
                  <a:lnTo>
                    <a:pt x="736551" y="355203"/>
                  </a:lnTo>
                  <a:lnTo>
                    <a:pt x="737781" y="354644"/>
                  </a:lnTo>
                  <a:lnTo>
                    <a:pt x="738556" y="354318"/>
                  </a:lnTo>
                  <a:lnTo>
                    <a:pt x="739330" y="354179"/>
                  </a:lnTo>
                  <a:lnTo>
                    <a:pt x="739923" y="353853"/>
                  </a:lnTo>
                  <a:lnTo>
                    <a:pt x="740242" y="353387"/>
                  </a:lnTo>
                  <a:lnTo>
                    <a:pt x="740515" y="352874"/>
                  </a:lnTo>
                  <a:lnTo>
                    <a:pt x="740743" y="352082"/>
                  </a:lnTo>
                  <a:lnTo>
                    <a:pt x="741107" y="351756"/>
                  </a:lnTo>
                  <a:lnTo>
                    <a:pt x="741472" y="351616"/>
                  </a:lnTo>
                  <a:lnTo>
                    <a:pt x="742019" y="351477"/>
                  </a:lnTo>
                  <a:lnTo>
                    <a:pt x="742520" y="351616"/>
                  </a:lnTo>
                  <a:lnTo>
                    <a:pt x="742884" y="351803"/>
                  </a:lnTo>
                  <a:lnTo>
                    <a:pt x="743340" y="352082"/>
                  </a:lnTo>
                  <a:lnTo>
                    <a:pt x="743978" y="352502"/>
                  </a:lnTo>
                  <a:lnTo>
                    <a:pt x="744388" y="352315"/>
                  </a:lnTo>
                  <a:lnTo>
                    <a:pt x="744661" y="351943"/>
                  </a:lnTo>
                  <a:lnTo>
                    <a:pt x="744843" y="351756"/>
                  </a:lnTo>
                  <a:lnTo>
                    <a:pt x="745390" y="351710"/>
                  </a:lnTo>
                  <a:lnTo>
                    <a:pt x="745572" y="351803"/>
                  </a:lnTo>
                  <a:lnTo>
                    <a:pt x="745982" y="351896"/>
                  </a:lnTo>
                  <a:lnTo>
                    <a:pt x="746529" y="351803"/>
                  </a:lnTo>
                  <a:lnTo>
                    <a:pt x="747030" y="351616"/>
                  </a:lnTo>
                  <a:lnTo>
                    <a:pt x="747395" y="351244"/>
                  </a:lnTo>
                  <a:lnTo>
                    <a:pt x="747532" y="350405"/>
                  </a:lnTo>
                  <a:lnTo>
                    <a:pt x="747577" y="349846"/>
                  </a:lnTo>
                  <a:lnTo>
                    <a:pt x="747942" y="348821"/>
                  </a:lnTo>
                  <a:lnTo>
                    <a:pt x="748352" y="348123"/>
                  </a:lnTo>
                  <a:lnTo>
                    <a:pt x="748762" y="347703"/>
                  </a:lnTo>
                  <a:lnTo>
                    <a:pt x="749126" y="347703"/>
                  </a:lnTo>
                  <a:lnTo>
                    <a:pt x="750129" y="347936"/>
                  </a:lnTo>
                  <a:lnTo>
                    <a:pt x="751040" y="348216"/>
                  </a:lnTo>
                  <a:lnTo>
                    <a:pt x="751404" y="348309"/>
                  </a:lnTo>
                  <a:lnTo>
                    <a:pt x="751860" y="348402"/>
                  </a:lnTo>
                  <a:lnTo>
                    <a:pt x="752543" y="348309"/>
                  </a:lnTo>
                  <a:lnTo>
                    <a:pt x="753136" y="347098"/>
                  </a:lnTo>
                  <a:lnTo>
                    <a:pt x="753227" y="346725"/>
                  </a:lnTo>
                  <a:lnTo>
                    <a:pt x="753090" y="346306"/>
                  </a:lnTo>
                  <a:lnTo>
                    <a:pt x="753409" y="345840"/>
                  </a:lnTo>
                  <a:lnTo>
                    <a:pt x="753728" y="345561"/>
                  </a:lnTo>
                  <a:lnTo>
                    <a:pt x="753500" y="344862"/>
                  </a:lnTo>
                  <a:lnTo>
                    <a:pt x="753637" y="344536"/>
                  </a:lnTo>
                  <a:lnTo>
                    <a:pt x="754047" y="344070"/>
                  </a:lnTo>
                  <a:lnTo>
                    <a:pt x="754548" y="344070"/>
                  </a:lnTo>
                  <a:lnTo>
                    <a:pt x="754776" y="344163"/>
                  </a:lnTo>
                  <a:lnTo>
                    <a:pt x="755004" y="344163"/>
                  </a:lnTo>
                  <a:lnTo>
                    <a:pt x="755778" y="344116"/>
                  </a:lnTo>
                  <a:lnTo>
                    <a:pt x="756325" y="343977"/>
                  </a:lnTo>
                  <a:lnTo>
                    <a:pt x="756963" y="343744"/>
                  </a:lnTo>
                  <a:lnTo>
                    <a:pt x="757510" y="343557"/>
                  </a:lnTo>
                  <a:lnTo>
                    <a:pt x="757874" y="343464"/>
                  </a:lnTo>
                  <a:lnTo>
                    <a:pt x="758421" y="343418"/>
                  </a:lnTo>
                  <a:lnTo>
                    <a:pt x="759423" y="343418"/>
                  </a:lnTo>
                  <a:lnTo>
                    <a:pt x="760517" y="343278"/>
                  </a:lnTo>
                  <a:lnTo>
                    <a:pt x="761246" y="343185"/>
                  </a:lnTo>
                  <a:lnTo>
                    <a:pt x="762339" y="342765"/>
                  </a:lnTo>
                  <a:lnTo>
                    <a:pt x="762886" y="342486"/>
                  </a:lnTo>
                  <a:lnTo>
                    <a:pt x="763660" y="342020"/>
                  </a:lnTo>
                  <a:lnTo>
                    <a:pt x="764116" y="341554"/>
                  </a:lnTo>
                  <a:lnTo>
                    <a:pt x="764799" y="341182"/>
                  </a:lnTo>
                  <a:lnTo>
                    <a:pt x="765118" y="341088"/>
                  </a:lnTo>
                  <a:lnTo>
                    <a:pt x="765893" y="341088"/>
                  </a:lnTo>
                  <a:lnTo>
                    <a:pt x="766257" y="340995"/>
                  </a:lnTo>
                  <a:lnTo>
                    <a:pt x="766667" y="340716"/>
                  </a:lnTo>
                  <a:lnTo>
                    <a:pt x="766804" y="340250"/>
                  </a:lnTo>
                  <a:lnTo>
                    <a:pt x="767123" y="339877"/>
                  </a:lnTo>
                  <a:lnTo>
                    <a:pt x="767852" y="339225"/>
                  </a:lnTo>
                  <a:lnTo>
                    <a:pt x="768991" y="338946"/>
                  </a:lnTo>
                  <a:lnTo>
                    <a:pt x="769902" y="339318"/>
                  </a:lnTo>
                  <a:lnTo>
                    <a:pt x="771041" y="339691"/>
                  </a:lnTo>
                  <a:lnTo>
                    <a:pt x="771816" y="339784"/>
                  </a:lnTo>
                  <a:lnTo>
                    <a:pt x="772727" y="339644"/>
                  </a:lnTo>
                  <a:lnTo>
                    <a:pt x="773183" y="339132"/>
                  </a:lnTo>
                  <a:lnTo>
                    <a:pt x="773730" y="338899"/>
                  </a:lnTo>
                  <a:lnTo>
                    <a:pt x="774322" y="338992"/>
                  </a:lnTo>
                  <a:lnTo>
                    <a:pt x="775415" y="338899"/>
                  </a:lnTo>
                  <a:lnTo>
                    <a:pt x="775962" y="338713"/>
                  </a:lnTo>
                  <a:lnTo>
                    <a:pt x="777010" y="338060"/>
                  </a:lnTo>
                  <a:lnTo>
                    <a:pt x="777557" y="337781"/>
                  </a:lnTo>
                  <a:lnTo>
                    <a:pt x="778286" y="337781"/>
                  </a:lnTo>
                  <a:lnTo>
                    <a:pt x="779151" y="337781"/>
                  </a:lnTo>
                  <a:lnTo>
                    <a:pt x="780609" y="336989"/>
                  </a:lnTo>
                  <a:lnTo>
                    <a:pt x="781931" y="336616"/>
                  </a:lnTo>
                  <a:lnTo>
                    <a:pt x="782705" y="336477"/>
                  </a:lnTo>
                  <a:lnTo>
                    <a:pt x="783935" y="335964"/>
                  </a:lnTo>
                  <a:lnTo>
                    <a:pt x="784938" y="335312"/>
                  </a:lnTo>
                  <a:lnTo>
                    <a:pt x="785758" y="334660"/>
                  </a:lnTo>
                  <a:lnTo>
                    <a:pt x="786624" y="333868"/>
                  </a:lnTo>
                  <a:lnTo>
                    <a:pt x="787717" y="333262"/>
                  </a:lnTo>
                  <a:lnTo>
                    <a:pt x="790405" y="331958"/>
                  </a:lnTo>
                  <a:lnTo>
                    <a:pt x="791909" y="331492"/>
                  </a:lnTo>
                  <a:lnTo>
                    <a:pt x="793002" y="330887"/>
                  </a:lnTo>
                  <a:lnTo>
                    <a:pt x="794141" y="330374"/>
                  </a:lnTo>
                  <a:lnTo>
                    <a:pt x="794870" y="329908"/>
                  </a:lnTo>
                  <a:lnTo>
                    <a:pt x="795918" y="329210"/>
                  </a:lnTo>
                  <a:lnTo>
                    <a:pt x="797239" y="328278"/>
                  </a:lnTo>
                  <a:lnTo>
                    <a:pt x="798060" y="327532"/>
                  </a:lnTo>
                  <a:lnTo>
                    <a:pt x="799563" y="326554"/>
                  </a:lnTo>
                  <a:lnTo>
                    <a:pt x="800429" y="326182"/>
                  </a:lnTo>
                  <a:lnTo>
                    <a:pt x="801477" y="325809"/>
                  </a:lnTo>
                  <a:lnTo>
                    <a:pt x="802752" y="325576"/>
                  </a:lnTo>
                  <a:lnTo>
                    <a:pt x="803983" y="325250"/>
                  </a:lnTo>
                  <a:lnTo>
                    <a:pt x="804666" y="325203"/>
                  </a:lnTo>
                  <a:lnTo>
                    <a:pt x="804894" y="325250"/>
                  </a:lnTo>
                  <a:lnTo>
                    <a:pt x="805258" y="325529"/>
                  </a:lnTo>
                  <a:lnTo>
                    <a:pt x="806033" y="325809"/>
                  </a:lnTo>
                  <a:lnTo>
                    <a:pt x="806671" y="326042"/>
                  </a:lnTo>
                  <a:lnTo>
                    <a:pt x="807810" y="326135"/>
                  </a:lnTo>
                  <a:lnTo>
                    <a:pt x="808721" y="326042"/>
                  </a:lnTo>
                  <a:lnTo>
                    <a:pt x="809723" y="326042"/>
                  </a:lnTo>
                  <a:lnTo>
                    <a:pt x="810908" y="325762"/>
                  </a:lnTo>
                  <a:lnTo>
                    <a:pt x="811364" y="325064"/>
                  </a:lnTo>
                  <a:lnTo>
                    <a:pt x="811774" y="324411"/>
                  </a:lnTo>
                  <a:lnTo>
                    <a:pt x="812594" y="323759"/>
                  </a:lnTo>
                  <a:lnTo>
                    <a:pt x="813186" y="322781"/>
                  </a:lnTo>
                  <a:lnTo>
                    <a:pt x="814006" y="321523"/>
                  </a:lnTo>
                  <a:lnTo>
                    <a:pt x="814735" y="320638"/>
                  </a:lnTo>
                  <a:lnTo>
                    <a:pt x="815829" y="319334"/>
                  </a:lnTo>
                  <a:lnTo>
                    <a:pt x="816193" y="319008"/>
                  </a:lnTo>
                  <a:lnTo>
                    <a:pt x="817013" y="318309"/>
                  </a:lnTo>
                  <a:lnTo>
                    <a:pt x="817697" y="317377"/>
                  </a:lnTo>
                  <a:lnTo>
                    <a:pt x="818699" y="315980"/>
                  </a:lnTo>
                  <a:lnTo>
                    <a:pt x="819428" y="314815"/>
                  </a:lnTo>
                  <a:lnTo>
                    <a:pt x="820613" y="312719"/>
                  </a:lnTo>
                  <a:lnTo>
                    <a:pt x="821159" y="311601"/>
                  </a:lnTo>
                  <a:lnTo>
                    <a:pt x="821752" y="310762"/>
                  </a:lnTo>
                  <a:lnTo>
                    <a:pt x="823119" y="309877"/>
                  </a:lnTo>
                  <a:lnTo>
                    <a:pt x="823392" y="309365"/>
                  </a:lnTo>
                  <a:lnTo>
                    <a:pt x="824166" y="308386"/>
                  </a:lnTo>
                  <a:lnTo>
                    <a:pt x="824531" y="307827"/>
                  </a:lnTo>
                  <a:lnTo>
                    <a:pt x="825305" y="306849"/>
                  </a:lnTo>
                  <a:lnTo>
                    <a:pt x="826217" y="305685"/>
                  </a:lnTo>
                  <a:lnTo>
                    <a:pt x="826536" y="305265"/>
                  </a:lnTo>
                  <a:lnTo>
                    <a:pt x="827310" y="304613"/>
                  </a:lnTo>
                  <a:lnTo>
                    <a:pt x="828677" y="304008"/>
                  </a:lnTo>
                  <a:lnTo>
                    <a:pt x="830135" y="303588"/>
                  </a:lnTo>
                  <a:lnTo>
                    <a:pt x="830773" y="303448"/>
                  </a:lnTo>
                  <a:lnTo>
                    <a:pt x="831183" y="303448"/>
                  </a:lnTo>
                  <a:lnTo>
                    <a:pt x="831593" y="303588"/>
                  </a:lnTo>
                  <a:lnTo>
                    <a:pt x="832276" y="303542"/>
                  </a:lnTo>
                  <a:lnTo>
                    <a:pt x="833005" y="303309"/>
                  </a:lnTo>
                  <a:lnTo>
                    <a:pt x="833734" y="303122"/>
                  </a:lnTo>
                  <a:lnTo>
                    <a:pt x="834281" y="302563"/>
                  </a:lnTo>
                  <a:lnTo>
                    <a:pt x="834555" y="302191"/>
                  </a:lnTo>
                  <a:lnTo>
                    <a:pt x="835010" y="301632"/>
                  </a:lnTo>
                  <a:lnTo>
                    <a:pt x="835602" y="301119"/>
                  </a:lnTo>
                  <a:lnTo>
                    <a:pt x="836012" y="300886"/>
                  </a:lnTo>
                  <a:lnTo>
                    <a:pt x="836696" y="300793"/>
                  </a:lnTo>
                  <a:lnTo>
                    <a:pt x="837881" y="300747"/>
                  </a:lnTo>
                  <a:lnTo>
                    <a:pt x="838564" y="300514"/>
                  </a:lnTo>
                  <a:lnTo>
                    <a:pt x="838792" y="300048"/>
                  </a:lnTo>
                  <a:lnTo>
                    <a:pt x="839065" y="299675"/>
                  </a:lnTo>
                  <a:lnTo>
                    <a:pt x="839430" y="299582"/>
                  </a:lnTo>
                  <a:lnTo>
                    <a:pt x="839885" y="299908"/>
                  </a:lnTo>
                  <a:lnTo>
                    <a:pt x="840569" y="300793"/>
                  </a:lnTo>
                  <a:lnTo>
                    <a:pt x="841115" y="301585"/>
                  </a:lnTo>
                  <a:lnTo>
                    <a:pt x="841662" y="302377"/>
                  </a:lnTo>
                  <a:lnTo>
                    <a:pt x="842118" y="302983"/>
                  </a:lnTo>
                  <a:lnTo>
                    <a:pt x="842573" y="303262"/>
                  </a:lnTo>
                  <a:lnTo>
                    <a:pt x="843257" y="303448"/>
                  </a:lnTo>
                  <a:lnTo>
                    <a:pt x="843940" y="303029"/>
                  </a:lnTo>
                  <a:lnTo>
                    <a:pt x="844715" y="302191"/>
                  </a:lnTo>
                  <a:lnTo>
                    <a:pt x="845079" y="301399"/>
                  </a:lnTo>
                  <a:lnTo>
                    <a:pt x="845763" y="300560"/>
                  </a:lnTo>
                  <a:lnTo>
                    <a:pt x="846309" y="300188"/>
                  </a:lnTo>
                  <a:lnTo>
                    <a:pt x="847084" y="299908"/>
                  </a:lnTo>
                  <a:lnTo>
                    <a:pt x="847813" y="300001"/>
                  </a:lnTo>
                  <a:lnTo>
                    <a:pt x="848633" y="300514"/>
                  </a:lnTo>
                  <a:lnTo>
                    <a:pt x="849043" y="300980"/>
                  </a:lnTo>
                  <a:lnTo>
                    <a:pt x="849544" y="301818"/>
                  </a:lnTo>
                  <a:lnTo>
                    <a:pt x="849818" y="302237"/>
                  </a:lnTo>
                  <a:lnTo>
                    <a:pt x="850273" y="302424"/>
                  </a:lnTo>
                  <a:lnTo>
                    <a:pt x="851276" y="302657"/>
                  </a:lnTo>
                  <a:lnTo>
                    <a:pt x="852278" y="302004"/>
                  </a:lnTo>
                  <a:lnTo>
                    <a:pt x="853326" y="301306"/>
                  </a:lnTo>
                  <a:lnTo>
                    <a:pt x="854009" y="300886"/>
                  </a:lnTo>
                  <a:lnTo>
                    <a:pt x="855650" y="300094"/>
                  </a:lnTo>
                  <a:lnTo>
                    <a:pt x="857153" y="299489"/>
                  </a:lnTo>
                  <a:lnTo>
                    <a:pt x="857882" y="298697"/>
                  </a:lnTo>
                  <a:lnTo>
                    <a:pt x="858793" y="298045"/>
                  </a:lnTo>
                  <a:lnTo>
                    <a:pt x="860115" y="297439"/>
                  </a:lnTo>
                  <a:lnTo>
                    <a:pt x="861527" y="297486"/>
                  </a:lnTo>
                  <a:lnTo>
                    <a:pt x="862347" y="297719"/>
                  </a:lnTo>
                  <a:lnTo>
                    <a:pt x="863987" y="297952"/>
                  </a:lnTo>
                  <a:lnTo>
                    <a:pt x="864990" y="297952"/>
                  </a:lnTo>
                  <a:lnTo>
                    <a:pt x="865263" y="297393"/>
                  </a:lnTo>
                  <a:lnTo>
                    <a:pt x="865582" y="297066"/>
                  </a:lnTo>
                  <a:lnTo>
                    <a:pt x="866220" y="296507"/>
                  </a:lnTo>
                  <a:lnTo>
                    <a:pt x="866767" y="296088"/>
                  </a:lnTo>
                  <a:lnTo>
                    <a:pt x="867496" y="295576"/>
                  </a:lnTo>
                  <a:lnTo>
                    <a:pt x="867769" y="294178"/>
                  </a:lnTo>
                  <a:lnTo>
                    <a:pt x="868088" y="293293"/>
                  </a:lnTo>
                  <a:lnTo>
                    <a:pt x="868680" y="292408"/>
                  </a:lnTo>
                  <a:lnTo>
                    <a:pt x="869683" y="291942"/>
                  </a:lnTo>
                  <a:lnTo>
                    <a:pt x="870503" y="291942"/>
                  </a:lnTo>
                  <a:lnTo>
                    <a:pt x="871050" y="292501"/>
                  </a:lnTo>
                  <a:lnTo>
                    <a:pt x="871460" y="292874"/>
                  </a:lnTo>
                  <a:lnTo>
                    <a:pt x="872507" y="293386"/>
                  </a:lnTo>
                  <a:lnTo>
                    <a:pt x="873236" y="293479"/>
                  </a:lnTo>
                  <a:lnTo>
                    <a:pt x="874057" y="293153"/>
                  </a:lnTo>
                  <a:lnTo>
                    <a:pt x="874649" y="292920"/>
                  </a:lnTo>
                  <a:lnTo>
                    <a:pt x="875925" y="291989"/>
                  </a:lnTo>
                  <a:lnTo>
                    <a:pt x="876517" y="291383"/>
                  </a:lnTo>
                  <a:lnTo>
                    <a:pt x="876836" y="290638"/>
                  </a:lnTo>
                  <a:lnTo>
                    <a:pt x="877428" y="289753"/>
                  </a:lnTo>
                  <a:lnTo>
                    <a:pt x="878066" y="289287"/>
                  </a:lnTo>
                  <a:lnTo>
                    <a:pt x="879114" y="288868"/>
                  </a:lnTo>
                  <a:lnTo>
                    <a:pt x="880572" y="288542"/>
                  </a:lnTo>
                  <a:lnTo>
                    <a:pt x="881802" y="288215"/>
                  </a:lnTo>
                  <a:lnTo>
                    <a:pt x="882303" y="288262"/>
                  </a:lnTo>
                  <a:lnTo>
                    <a:pt x="882850" y="288262"/>
                  </a:lnTo>
                  <a:lnTo>
                    <a:pt x="883032" y="288309"/>
                  </a:lnTo>
                  <a:lnTo>
                    <a:pt x="883716" y="288309"/>
                  </a:lnTo>
                  <a:lnTo>
                    <a:pt x="884035" y="288262"/>
                  </a:lnTo>
                  <a:lnTo>
                    <a:pt x="884581" y="288215"/>
                  </a:lnTo>
                  <a:lnTo>
                    <a:pt x="884991" y="288588"/>
                  </a:lnTo>
                  <a:lnTo>
                    <a:pt x="885219" y="288821"/>
                  </a:lnTo>
                  <a:lnTo>
                    <a:pt x="885584" y="289147"/>
                  </a:lnTo>
                  <a:lnTo>
                    <a:pt x="885903" y="289380"/>
                  </a:lnTo>
                  <a:lnTo>
                    <a:pt x="886313" y="289660"/>
                  </a:lnTo>
                  <a:lnTo>
                    <a:pt x="886905" y="289753"/>
                  </a:lnTo>
                  <a:lnTo>
                    <a:pt x="887133" y="289706"/>
                  </a:lnTo>
                  <a:lnTo>
                    <a:pt x="887862" y="289520"/>
                  </a:lnTo>
                  <a:lnTo>
                    <a:pt x="888272" y="289287"/>
                  </a:lnTo>
                  <a:lnTo>
                    <a:pt x="888955" y="288774"/>
                  </a:lnTo>
                  <a:lnTo>
                    <a:pt x="889320" y="288262"/>
                  </a:lnTo>
                  <a:lnTo>
                    <a:pt x="889639" y="287750"/>
                  </a:lnTo>
                  <a:lnTo>
                    <a:pt x="889958" y="287377"/>
                  </a:lnTo>
                  <a:lnTo>
                    <a:pt x="890140" y="287144"/>
                  </a:lnTo>
                  <a:lnTo>
                    <a:pt x="890322" y="286911"/>
                  </a:lnTo>
                  <a:lnTo>
                    <a:pt x="890550" y="286725"/>
                  </a:lnTo>
                  <a:lnTo>
                    <a:pt x="890869" y="286445"/>
                  </a:lnTo>
                  <a:lnTo>
                    <a:pt x="891097" y="286212"/>
                  </a:lnTo>
                  <a:lnTo>
                    <a:pt x="891370" y="285747"/>
                  </a:lnTo>
                  <a:lnTo>
                    <a:pt x="891461" y="285141"/>
                  </a:lnTo>
                  <a:lnTo>
                    <a:pt x="891233" y="284442"/>
                  </a:lnTo>
                  <a:lnTo>
                    <a:pt x="890914" y="283976"/>
                  </a:lnTo>
                  <a:lnTo>
                    <a:pt x="890687" y="283837"/>
                  </a:lnTo>
                  <a:lnTo>
                    <a:pt x="890504" y="283604"/>
                  </a:lnTo>
                  <a:lnTo>
                    <a:pt x="890277" y="283464"/>
                  </a:lnTo>
                  <a:lnTo>
                    <a:pt x="890185" y="283231"/>
                  </a:lnTo>
                  <a:lnTo>
                    <a:pt x="890094" y="282951"/>
                  </a:lnTo>
                  <a:lnTo>
                    <a:pt x="889730" y="282299"/>
                  </a:lnTo>
                  <a:lnTo>
                    <a:pt x="889365" y="281647"/>
                  </a:lnTo>
                  <a:lnTo>
                    <a:pt x="889229" y="281554"/>
                  </a:lnTo>
                  <a:lnTo>
                    <a:pt x="889046" y="281181"/>
                  </a:lnTo>
                  <a:lnTo>
                    <a:pt x="888454" y="280389"/>
                  </a:lnTo>
                  <a:lnTo>
                    <a:pt x="888363" y="280110"/>
                  </a:lnTo>
                  <a:lnTo>
                    <a:pt x="888409" y="279365"/>
                  </a:lnTo>
                  <a:lnTo>
                    <a:pt x="888545" y="278852"/>
                  </a:lnTo>
                  <a:lnTo>
                    <a:pt x="888727" y="278386"/>
                  </a:lnTo>
                  <a:lnTo>
                    <a:pt x="888955" y="277781"/>
                  </a:lnTo>
                  <a:lnTo>
                    <a:pt x="889229" y="277408"/>
                  </a:lnTo>
                  <a:lnTo>
                    <a:pt x="889548" y="276989"/>
                  </a:lnTo>
                  <a:lnTo>
                    <a:pt x="889821" y="276383"/>
                  </a:lnTo>
                  <a:lnTo>
                    <a:pt x="890277" y="275498"/>
                  </a:lnTo>
                  <a:lnTo>
                    <a:pt x="890596" y="274939"/>
                  </a:lnTo>
                  <a:lnTo>
                    <a:pt x="891188" y="274380"/>
                  </a:lnTo>
                  <a:lnTo>
                    <a:pt x="891689" y="274147"/>
                  </a:lnTo>
                  <a:lnTo>
                    <a:pt x="892281" y="274054"/>
                  </a:lnTo>
                  <a:lnTo>
                    <a:pt x="892965" y="274007"/>
                  </a:lnTo>
                  <a:lnTo>
                    <a:pt x="893557" y="273821"/>
                  </a:lnTo>
                  <a:lnTo>
                    <a:pt x="893967" y="273774"/>
                  </a:lnTo>
                  <a:lnTo>
                    <a:pt x="894423" y="273635"/>
                  </a:lnTo>
                  <a:lnTo>
                    <a:pt x="894878" y="273309"/>
                  </a:lnTo>
                  <a:lnTo>
                    <a:pt x="895243" y="272982"/>
                  </a:lnTo>
                  <a:lnTo>
                    <a:pt x="895607" y="272423"/>
                  </a:lnTo>
                  <a:lnTo>
                    <a:pt x="896063" y="272097"/>
                  </a:lnTo>
                  <a:lnTo>
                    <a:pt x="896610" y="271771"/>
                  </a:lnTo>
                  <a:lnTo>
                    <a:pt x="897339" y="271166"/>
                  </a:lnTo>
                  <a:lnTo>
                    <a:pt x="898068" y="270886"/>
                  </a:lnTo>
                  <a:lnTo>
                    <a:pt x="899024" y="270187"/>
                  </a:lnTo>
                  <a:lnTo>
                    <a:pt x="899617" y="269442"/>
                  </a:lnTo>
                  <a:lnTo>
                    <a:pt x="900209" y="268790"/>
                  </a:lnTo>
                  <a:lnTo>
                    <a:pt x="900892" y="268231"/>
                  </a:lnTo>
                  <a:lnTo>
                    <a:pt x="901439" y="268045"/>
                  </a:lnTo>
                  <a:lnTo>
                    <a:pt x="902168" y="267765"/>
                  </a:lnTo>
                  <a:lnTo>
                    <a:pt x="903535" y="267113"/>
                  </a:lnTo>
                  <a:lnTo>
                    <a:pt x="904173" y="266787"/>
                  </a:lnTo>
                  <a:lnTo>
                    <a:pt x="904674" y="266554"/>
                  </a:lnTo>
                  <a:lnTo>
                    <a:pt x="904993" y="266461"/>
                  </a:lnTo>
                  <a:lnTo>
                    <a:pt x="905585" y="266461"/>
                  </a:lnTo>
                  <a:lnTo>
                    <a:pt x="906405" y="266321"/>
                  </a:lnTo>
                  <a:lnTo>
                    <a:pt x="907408" y="266088"/>
                  </a:lnTo>
                  <a:lnTo>
                    <a:pt x="908319" y="265715"/>
                  </a:lnTo>
                  <a:lnTo>
                    <a:pt x="909276" y="265529"/>
                  </a:lnTo>
                  <a:lnTo>
                    <a:pt x="909868" y="265529"/>
                  </a:lnTo>
                  <a:lnTo>
                    <a:pt x="910552" y="265529"/>
                  </a:lnTo>
                  <a:lnTo>
                    <a:pt x="911372" y="265296"/>
                  </a:lnTo>
                  <a:lnTo>
                    <a:pt x="912374" y="265203"/>
                  </a:lnTo>
                  <a:lnTo>
                    <a:pt x="913331" y="264923"/>
                  </a:lnTo>
                  <a:lnTo>
                    <a:pt x="914288" y="264644"/>
                  </a:lnTo>
                  <a:lnTo>
                    <a:pt x="915062" y="264364"/>
                  </a:lnTo>
                  <a:lnTo>
                    <a:pt x="915928" y="263759"/>
                  </a:lnTo>
                  <a:lnTo>
                    <a:pt x="916748" y="262874"/>
                  </a:lnTo>
                  <a:lnTo>
                    <a:pt x="917614" y="262315"/>
                  </a:lnTo>
                  <a:lnTo>
                    <a:pt x="918160" y="261895"/>
                  </a:lnTo>
                  <a:lnTo>
                    <a:pt x="918616" y="261663"/>
                  </a:lnTo>
                  <a:lnTo>
                    <a:pt x="919299" y="261430"/>
                  </a:lnTo>
                  <a:lnTo>
                    <a:pt x="919664" y="261290"/>
                  </a:lnTo>
                  <a:lnTo>
                    <a:pt x="920530" y="260777"/>
                  </a:lnTo>
                  <a:lnTo>
                    <a:pt x="921122" y="260312"/>
                  </a:lnTo>
                  <a:lnTo>
                    <a:pt x="921486" y="260032"/>
                  </a:lnTo>
                  <a:lnTo>
                    <a:pt x="921623" y="259846"/>
                  </a:lnTo>
                  <a:lnTo>
                    <a:pt x="922079" y="259613"/>
                  </a:lnTo>
                  <a:lnTo>
                    <a:pt x="922944" y="259380"/>
                  </a:lnTo>
                  <a:lnTo>
                    <a:pt x="923582" y="259054"/>
                  </a:lnTo>
                  <a:lnTo>
                    <a:pt x="923992" y="258821"/>
                  </a:lnTo>
                  <a:lnTo>
                    <a:pt x="924812" y="258448"/>
                  </a:lnTo>
                  <a:lnTo>
                    <a:pt x="925450" y="257982"/>
                  </a:lnTo>
                  <a:lnTo>
                    <a:pt x="925997" y="257563"/>
                  </a:lnTo>
                  <a:lnTo>
                    <a:pt x="926407" y="257284"/>
                  </a:lnTo>
                  <a:lnTo>
                    <a:pt x="927546" y="256631"/>
                  </a:lnTo>
                  <a:lnTo>
                    <a:pt x="928594" y="256072"/>
                  </a:lnTo>
                  <a:lnTo>
                    <a:pt x="929186" y="255746"/>
                  </a:lnTo>
                  <a:lnTo>
                    <a:pt x="929961" y="255700"/>
                  </a:lnTo>
                  <a:lnTo>
                    <a:pt x="930735" y="255607"/>
                  </a:lnTo>
                  <a:lnTo>
                    <a:pt x="931510" y="255374"/>
                  </a:lnTo>
                  <a:lnTo>
                    <a:pt x="932285" y="255141"/>
                  </a:lnTo>
                  <a:lnTo>
                    <a:pt x="932786" y="254908"/>
                  </a:lnTo>
                  <a:lnTo>
                    <a:pt x="933287" y="254954"/>
                  </a:lnTo>
                  <a:lnTo>
                    <a:pt x="934061" y="255001"/>
                  </a:lnTo>
                  <a:lnTo>
                    <a:pt x="934654" y="255001"/>
                  </a:lnTo>
                  <a:lnTo>
                    <a:pt x="935064" y="255001"/>
                  </a:lnTo>
                  <a:lnTo>
                    <a:pt x="935474" y="255327"/>
                  </a:lnTo>
                  <a:lnTo>
                    <a:pt x="936021" y="255048"/>
                  </a:lnTo>
                  <a:lnTo>
                    <a:pt x="936522" y="254721"/>
                  </a:lnTo>
                  <a:lnTo>
                    <a:pt x="937615" y="254442"/>
                  </a:lnTo>
                  <a:lnTo>
                    <a:pt x="938435" y="254256"/>
                  </a:lnTo>
                  <a:lnTo>
                    <a:pt x="940896" y="252532"/>
                  </a:lnTo>
                  <a:lnTo>
                    <a:pt x="943083" y="251600"/>
                  </a:lnTo>
                  <a:lnTo>
                    <a:pt x="944358" y="251274"/>
                  </a:lnTo>
                  <a:lnTo>
                    <a:pt x="945406" y="251414"/>
                  </a:lnTo>
                  <a:lnTo>
                    <a:pt x="946044" y="251926"/>
                  </a:lnTo>
                  <a:lnTo>
                    <a:pt x="946591" y="252346"/>
                  </a:lnTo>
                  <a:lnTo>
                    <a:pt x="946545" y="253044"/>
                  </a:lnTo>
                  <a:lnTo>
                    <a:pt x="946363" y="253650"/>
                  </a:lnTo>
                  <a:lnTo>
                    <a:pt x="946454" y="254069"/>
                  </a:lnTo>
                  <a:lnTo>
                    <a:pt x="946728" y="254209"/>
                  </a:lnTo>
                  <a:lnTo>
                    <a:pt x="948413" y="254582"/>
                  </a:lnTo>
                  <a:lnTo>
                    <a:pt x="949051" y="254442"/>
                  </a:lnTo>
                  <a:lnTo>
                    <a:pt x="951193" y="254675"/>
                  </a:lnTo>
                  <a:lnTo>
                    <a:pt x="953653" y="255886"/>
                  </a:lnTo>
                  <a:lnTo>
                    <a:pt x="956068" y="257330"/>
                  </a:lnTo>
                  <a:lnTo>
                    <a:pt x="958255" y="258262"/>
                  </a:lnTo>
                  <a:lnTo>
                    <a:pt x="961991" y="258029"/>
                  </a:lnTo>
                  <a:lnTo>
                    <a:pt x="964451" y="258728"/>
                  </a:lnTo>
                  <a:lnTo>
                    <a:pt x="966091" y="259986"/>
                  </a:lnTo>
                  <a:lnTo>
                    <a:pt x="968278" y="260358"/>
                  </a:lnTo>
                  <a:lnTo>
                    <a:pt x="970921" y="259147"/>
                  </a:lnTo>
                  <a:lnTo>
                    <a:pt x="971832" y="259892"/>
                  </a:lnTo>
                  <a:lnTo>
                    <a:pt x="973563" y="259892"/>
                  </a:lnTo>
                  <a:lnTo>
                    <a:pt x="976571" y="259939"/>
                  </a:lnTo>
                  <a:lnTo>
                    <a:pt x="978803" y="260079"/>
                  </a:lnTo>
                  <a:lnTo>
                    <a:pt x="985956" y="266600"/>
                  </a:lnTo>
                  <a:lnTo>
                    <a:pt x="990148" y="270420"/>
                  </a:lnTo>
                  <a:lnTo>
                    <a:pt x="992198" y="272237"/>
                  </a:lnTo>
                  <a:lnTo>
                    <a:pt x="997119" y="276756"/>
                  </a:lnTo>
                  <a:lnTo>
                    <a:pt x="1001903" y="286306"/>
                  </a:lnTo>
                  <a:lnTo>
                    <a:pt x="1008509" y="295855"/>
                  </a:lnTo>
                  <a:lnTo>
                    <a:pt x="1011790" y="304473"/>
                  </a:lnTo>
                  <a:lnTo>
                    <a:pt x="1019854" y="309598"/>
                  </a:lnTo>
                  <a:lnTo>
                    <a:pt x="1032110" y="314582"/>
                  </a:lnTo>
                  <a:lnTo>
                    <a:pt x="1035846" y="316492"/>
                  </a:lnTo>
                  <a:lnTo>
                    <a:pt x="1041997" y="319613"/>
                  </a:lnTo>
                  <a:lnTo>
                    <a:pt x="1052613" y="326368"/>
                  </a:lnTo>
                  <a:lnTo>
                    <a:pt x="1054755" y="327859"/>
                  </a:lnTo>
                  <a:lnTo>
                    <a:pt x="1062865" y="333588"/>
                  </a:lnTo>
                  <a:lnTo>
                    <a:pt x="1061862" y="334939"/>
                  </a:lnTo>
                  <a:lnTo>
                    <a:pt x="1059037" y="337734"/>
                  </a:lnTo>
                  <a:lnTo>
                    <a:pt x="1055165" y="340110"/>
                  </a:lnTo>
                  <a:lnTo>
                    <a:pt x="1051930" y="342020"/>
                  </a:lnTo>
                  <a:lnTo>
                    <a:pt x="1046189" y="346399"/>
                  </a:lnTo>
                  <a:lnTo>
                    <a:pt x="1042726" y="349054"/>
                  </a:lnTo>
                  <a:lnTo>
                    <a:pt x="1035391" y="354551"/>
                  </a:lnTo>
                  <a:lnTo>
                    <a:pt x="1029923" y="361492"/>
                  </a:lnTo>
                  <a:lnTo>
                    <a:pt x="1025868" y="364753"/>
                  </a:lnTo>
                  <a:lnTo>
                    <a:pt x="1019626" y="370110"/>
                  </a:lnTo>
                  <a:lnTo>
                    <a:pt x="1012610" y="374722"/>
                  </a:lnTo>
                  <a:lnTo>
                    <a:pt x="1007006" y="381989"/>
                  </a:lnTo>
                  <a:lnTo>
                    <a:pt x="1007006" y="386694"/>
                  </a:lnTo>
                  <a:lnTo>
                    <a:pt x="1008965" y="390840"/>
                  </a:lnTo>
                  <a:lnTo>
                    <a:pt x="1010605" y="394614"/>
                  </a:lnTo>
                  <a:lnTo>
                    <a:pt x="1013248" y="398573"/>
                  </a:lnTo>
                  <a:lnTo>
                    <a:pt x="1015207" y="400996"/>
                  </a:lnTo>
                  <a:lnTo>
                    <a:pt x="1017986" y="404489"/>
                  </a:lnTo>
                  <a:lnTo>
                    <a:pt x="1021039" y="416695"/>
                  </a:lnTo>
                  <a:lnTo>
                    <a:pt x="1021677" y="424427"/>
                  </a:lnTo>
                  <a:lnTo>
                    <a:pt x="1023636" y="430809"/>
                  </a:lnTo>
                  <a:lnTo>
                    <a:pt x="1023727" y="430949"/>
                  </a:lnTo>
                  <a:lnTo>
                    <a:pt x="1025595" y="433558"/>
                  </a:lnTo>
                  <a:lnTo>
                    <a:pt x="1027190" y="435794"/>
                  </a:lnTo>
                  <a:lnTo>
                    <a:pt x="1030151" y="438636"/>
                  </a:lnTo>
                  <a:lnTo>
                    <a:pt x="1031655" y="440499"/>
                  </a:lnTo>
                  <a:lnTo>
                    <a:pt x="1033978" y="445018"/>
                  </a:lnTo>
                  <a:lnTo>
                    <a:pt x="1034981" y="447021"/>
                  </a:lnTo>
                  <a:lnTo>
                    <a:pt x="1036165" y="448651"/>
                  </a:lnTo>
                  <a:lnTo>
                    <a:pt x="1039264" y="452890"/>
                  </a:lnTo>
                  <a:lnTo>
                    <a:pt x="1041132" y="456524"/>
                  </a:lnTo>
                  <a:lnTo>
                    <a:pt x="1043182" y="459366"/>
                  </a:lnTo>
                  <a:lnTo>
                    <a:pt x="1044412" y="462999"/>
                  </a:lnTo>
                  <a:lnTo>
                    <a:pt x="1046553" y="467518"/>
                  </a:lnTo>
                  <a:lnTo>
                    <a:pt x="1048376" y="469800"/>
                  </a:lnTo>
                  <a:lnTo>
                    <a:pt x="1053479" y="474272"/>
                  </a:lnTo>
                  <a:lnTo>
                    <a:pt x="1057033" y="479117"/>
                  </a:lnTo>
                  <a:lnTo>
                    <a:pt x="1061133" y="484055"/>
                  </a:lnTo>
                  <a:lnTo>
                    <a:pt x="1062956" y="487689"/>
                  </a:lnTo>
                  <a:lnTo>
                    <a:pt x="1063821" y="488574"/>
                  </a:lnTo>
                  <a:lnTo>
                    <a:pt x="1064505" y="488946"/>
                  </a:lnTo>
                  <a:lnTo>
                    <a:pt x="1066191" y="488993"/>
                  </a:lnTo>
                  <a:lnTo>
                    <a:pt x="1068605" y="488061"/>
                  </a:lnTo>
                  <a:lnTo>
                    <a:pt x="1069517" y="488155"/>
                  </a:lnTo>
                  <a:lnTo>
                    <a:pt x="1070565" y="488574"/>
                  </a:lnTo>
                  <a:lnTo>
                    <a:pt x="1073389" y="490484"/>
                  </a:lnTo>
                  <a:lnTo>
                    <a:pt x="1078902" y="494583"/>
                  </a:lnTo>
                  <a:lnTo>
                    <a:pt x="1083641" y="500872"/>
                  </a:lnTo>
                  <a:lnTo>
                    <a:pt x="1085008" y="501990"/>
                  </a:lnTo>
                  <a:lnTo>
                    <a:pt x="1086101" y="502363"/>
                  </a:lnTo>
                  <a:lnTo>
                    <a:pt x="1087286" y="502363"/>
                  </a:lnTo>
                  <a:lnTo>
                    <a:pt x="1087103" y="508139"/>
                  </a:lnTo>
                  <a:lnTo>
                    <a:pt x="1087331" y="510981"/>
                  </a:lnTo>
                  <a:lnTo>
                    <a:pt x="1090748" y="515546"/>
                  </a:lnTo>
                  <a:lnTo>
                    <a:pt x="1096489" y="525655"/>
                  </a:lnTo>
                  <a:lnTo>
                    <a:pt x="1097309" y="526447"/>
                  </a:lnTo>
                  <a:lnTo>
                    <a:pt x="1098585" y="526819"/>
                  </a:lnTo>
                  <a:lnTo>
                    <a:pt x="1100818" y="527006"/>
                  </a:lnTo>
                  <a:lnTo>
                    <a:pt x="1106513" y="526726"/>
                  </a:lnTo>
                  <a:lnTo>
                    <a:pt x="1107470" y="527006"/>
                  </a:lnTo>
                  <a:lnTo>
                    <a:pt x="1108381" y="527611"/>
                  </a:lnTo>
                  <a:lnTo>
                    <a:pt x="1110841" y="529009"/>
                  </a:lnTo>
                  <a:lnTo>
                    <a:pt x="1114213" y="529708"/>
                  </a:lnTo>
                  <a:lnTo>
                    <a:pt x="1116309" y="530127"/>
                  </a:lnTo>
                  <a:lnTo>
                    <a:pt x="1121685" y="529242"/>
                  </a:lnTo>
                  <a:lnTo>
                    <a:pt x="1127152" y="529102"/>
                  </a:lnTo>
                  <a:lnTo>
                    <a:pt x="1132939" y="529568"/>
                  </a:lnTo>
                  <a:lnTo>
                    <a:pt x="1139955" y="530220"/>
                  </a:lnTo>
                  <a:lnTo>
                    <a:pt x="1146197" y="530220"/>
                  </a:lnTo>
                  <a:lnTo>
                    <a:pt x="1149250" y="531524"/>
                  </a:lnTo>
                  <a:lnTo>
                    <a:pt x="1148657" y="537953"/>
                  </a:lnTo>
                  <a:lnTo>
                    <a:pt x="1148612" y="538512"/>
                  </a:lnTo>
                  <a:lnTo>
                    <a:pt x="1145878" y="545779"/>
                  </a:lnTo>
                  <a:lnTo>
                    <a:pt x="1141550" y="552487"/>
                  </a:lnTo>
                  <a:lnTo>
                    <a:pt x="1136128" y="553233"/>
                  </a:lnTo>
                  <a:lnTo>
                    <a:pt x="1130569" y="557425"/>
                  </a:lnTo>
                  <a:lnTo>
                    <a:pt x="1123872" y="562643"/>
                  </a:lnTo>
                  <a:lnTo>
                    <a:pt x="1117721" y="561757"/>
                  </a:lnTo>
                  <a:lnTo>
                    <a:pt x="1107151" y="558730"/>
                  </a:lnTo>
                  <a:lnTo>
                    <a:pt x="1097264" y="551788"/>
                  </a:lnTo>
                  <a:lnTo>
                    <a:pt x="1087924" y="546944"/>
                  </a:lnTo>
                  <a:lnTo>
                    <a:pt x="1083003" y="543869"/>
                  </a:lnTo>
                  <a:lnTo>
                    <a:pt x="1081636" y="542984"/>
                  </a:lnTo>
                  <a:lnTo>
                    <a:pt x="1072706" y="541354"/>
                  </a:lnTo>
                  <a:lnTo>
                    <a:pt x="1068560" y="542006"/>
                  </a:lnTo>
                  <a:lnTo>
                    <a:pt x="1060997" y="543217"/>
                  </a:lnTo>
                  <a:lnTo>
                    <a:pt x="1051064" y="544847"/>
                  </a:lnTo>
                  <a:lnTo>
                    <a:pt x="1039491" y="549599"/>
                  </a:lnTo>
                  <a:lnTo>
                    <a:pt x="1028784" y="559568"/>
                  </a:lnTo>
                  <a:lnTo>
                    <a:pt x="1019854" y="567627"/>
                  </a:lnTo>
                  <a:lnTo>
                    <a:pt x="1012974" y="570329"/>
                  </a:lnTo>
                  <a:lnTo>
                    <a:pt x="1007097" y="567208"/>
                  </a:lnTo>
                  <a:lnTo>
                    <a:pt x="995980" y="562037"/>
                  </a:lnTo>
                  <a:lnTo>
                    <a:pt x="986457" y="560407"/>
                  </a:lnTo>
                  <a:lnTo>
                    <a:pt x="978849" y="557984"/>
                  </a:lnTo>
                  <a:lnTo>
                    <a:pt x="974110" y="556447"/>
                  </a:lnTo>
                  <a:lnTo>
                    <a:pt x="967823" y="554164"/>
                  </a:lnTo>
                  <a:lnTo>
                    <a:pt x="965180" y="554118"/>
                  </a:lnTo>
                  <a:lnTo>
                    <a:pt x="957708" y="553978"/>
                  </a:lnTo>
                  <a:lnTo>
                    <a:pt x="955339" y="553419"/>
                  </a:lnTo>
                  <a:lnTo>
                    <a:pt x="954291" y="553139"/>
                  </a:lnTo>
                  <a:lnTo>
                    <a:pt x="949006" y="551882"/>
                  </a:lnTo>
                  <a:lnTo>
                    <a:pt x="943538" y="546711"/>
                  </a:lnTo>
                  <a:lnTo>
                    <a:pt x="939073" y="540096"/>
                  </a:lnTo>
                  <a:lnTo>
                    <a:pt x="933014" y="529754"/>
                  </a:lnTo>
                  <a:lnTo>
                    <a:pt x="925724" y="518993"/>
                  </a:lnTo>
                  <a:lnTo>
                    <a:pt x="918753" y="514754"/>
                  </a:lnTo>
                  <a:lnTo>
                    <a:pt x="917841" y="514242"/>
                  </a:lnTo>
                  <a:lnTo>
                    <a:pt x="906679" y="510282"/>
                  </a:lnTo>
                  <a:lnTo>
                    <a:pt x="894332" y="508419"/>
                  </a:lnTo>
                  <a:lnTo>
                    <a:pt x="883397" y="507207"/>
                  </a:lnTo>
                  <a:lnTo>
                    <a:pt x="876335" y="505530"/>
                  </a:lnTo>
                  <a:lnTo>
                    <a:pt x="867040" y="502316"/>
                  </a:lnTo>
                  <a:lnTo>
                    <a:pt x="864671" y="501478"/>
                  </a:lnTo>
                  <a:lnTo>
                    <a:pt x="863760" y="501198"/>
                  </a:lnTo>
                  <a:lnTo>
                    <a:pt x="854237" y="498077"/>
                  </a:lnTo>
                  <a:lnTo>
                    <a:pt x="845991" y="495049"/>
                  </a:lnTo>
                  <a:lnTo>
                    <a:pt x="843257" y="494490"/>
                  </a:lnTo>
                  <a:lnTo>
                    <a:pt x="838974" y="493605"/>
                  </a:lnTo>
                  <a:lnTo>
                    <a:pt x="837470" y="493325"/>
                  </a:lnTo>
                  <a:lnTo>
                    <a:pt x="827310" y="491648"/>
                  </a:lnTo>
                  <a:lnTo>
                    <a:pt x="820430" y="489785"/>
                  </a:lnTo>
                  <a:lnTo>
                    <a:pt x="813733" y="489366"/>
                  </a:lnTo>
                  <a:lnTo>
                    <a:pt x="805030" y="496400"/>
                  </a:lnTo>
                  <a:lnTo>
                    <a:pt x="796556" y="502642"/>
                  </a:lnTo>
                  <a:lnTo>
                    <a:pt x="787444" y="506555"/>
                  </a:lnTo>
                  <a:lnTo>
                    <a:pt x="781156" y="511121"/>
                  </a:lnTo>
                  <a:lnTo>
                    <a:pt x="777511" y="523558"/>
                  </a:lnTo>
                  <a:lnTo>
                    <a:pt x="772272" y="535764"/>
                  </a:lnTo>
                  <a:lnTo>
                    <a:pt x="765073" y="544382"/>
                  </a:lnTo>
                  <a:lnTo>
                    <a:pt x="758740" y="550158"/>
                  </a:lnTo>
                  <a:lnTo>
                    <a:pt x="749172" y="550018"/>
                  </a:lnTo>
                  <a:lnTo>
                    <a:pt x="743522" y="549413"/>
                  </a:lnTo>
                  <a:lnTo>
                    <a:pt x="737417" y="551695"/>
                  </a:lnTo>
                  <a:lnTo>
                    <a:pt x="734410" y="557052"/>
                  </a:lnTo>
                  <a:lnTo>
                    <a:pt x="721652" y="572379"/>
                  </a:lnTo>
                  <a:lnTo>
                    <a:pt x="709077" y="583373"/>
                  </a:lnTo>
                  <a:lnTo>
                    <a:pt x="702608" y="585236"/>
                  </a:lnTo>
                  <a:lnTo>
                    <a:pt x="701560" y="584956"/>
                  </a:lnTo>
                  <a:lnTo>
                    <a:pt x="696912" y="583792"/>
                  </a:lnTo>
                  <a:lnTo>
                    <a:pt x="689440" y="582161"/>
                  </a:lnTo>
                  <a:lnTo>
                    <a:pt x="687436" y="581695"/>
                  </a:lnTo>
                  <a:lnTo>
                    <a:pt x="671216" y="583745"/>
                  </a:lnTo>
                  <a:lnTo>
                    <a:pt x="671033" y="583792"/>
                  </a:lnTo>
                  <a:lnTo>
                    <a:pt x="658868" y="587099"/>
                  </a:lnTo>
                  <a:lnTo>
                    <a:pt x="652809" y="590593"/>
                  </a:lnTo>
                  <a:lnTo>
                    <a:pt x="648936" y="598699"/>
                  </a:lnTo>
                  <a:lnTo>
                    <a:pt x="644881" y="604708"/>
                  </a:lnTo>
                  <a:lnTo>
                    <a:pt x="638229" y="608621"/>
                  </a:lnTo>
                  <a:lnTo>
                    <a:pt x="633809" y="610624"/>
                  </a:lnTo>
                  <a:lnTo>
                    <a:pt x="631349" y="611742"/>
                  </a:lnTo>
                  <a:lnTo>
                    <a:pt x="622009" y="616075"/>
                  </a:lnTo>
                  <a:lnTo>
                    <a:pt x="613307" y="626835"/>
                  </a:lnTo>
                  <a:lnTo>
                    <a:pt x="604604" y="634895"/>
                  </a:lnTo>
                  <a:lnTo>
                    <a:pt x="597542" y="642348"/>
                  </a:lnTo>
                  <a:lnTo>
                    <a:pt x="586972" y="649196"/>
                  </a:lnTo>
                  <a:lnTo>
                    <a:pt x="573303" y="658140"/>
                  </a:lnTo>
                  <a:lnTo>
                    <a:pt x="569339" y="662985"/>
                  </a:lnTo>
                  <a:lnTo>
                    <a:pt x="562414" y="668528"/>
                  </a:lnTo>
                  <a:lnTo>
                    <a:pt x="562141" y="668715"/>
                  </a:lnTo>
                  <a:lnTo>
                    <a:pt x="553803" y="669460"/>
                  </a:lnTo>
                  <a:lnTo>
                    <a:pt x="546695" y="666572"/>
                  </a:lnTo>
                  <a:lnTo>
                    <a:pt x="544782" y="664475"/>
                  </a:lnTo>
                  <a:lnTo>
                    <a:pt x="542959" y="662472"/>
                  </a:lnTo>
                  <a:lnTo>
                    <a:pt x="540818" y="660143"/>
                  </a:lnTo>
                  <a:lnTo>
                    <a:pt x="535168" y="653528"/>
                  </a:lnTo>
                  <a:lnTo>
                    <a:pt x="527878" y="650034"/>
                  </a:lnTo>
                  <a:lnTo>
                    <a:pt x="514711" y="649010"/>
                  </a:lnTo>
                  <a:lnTo>
                    <a:pt x="498309" y="646494"/>
                  </a:lnTo>
                  <a:lnTo>
                    <a:pt x="490016" y="646820"/>
                  </a:lnTo>
                  <a:lnTo>
                    <a:pt x="489379" y="647333"/>
                  </a:lnTo>
                  <a:lnTo>
                    <a:pt x="489151" y="647239"/>
                  </a:lnTo>
                  <a:lnTo>
                    <a:pt x="488376" y="647146"/>
                  </a:lnTo>
                  <a:lnTo>
                    <a:pt x="487738" y="647053"/>
                  </a:lnTo>
                  <a:lnTo>
                    <a:pt x="487237" y="647100"/>
                  </a:lnTo>
                  <a:lnTo>
                    <a:pt x="486690" y="647193"/>
                  </a:lnTo>
                  <a:lnTo>
                    <a:pt x="486189" y="647239"/>
                  </a:lnTo>
                  <a:lnTo>
                    <a:pt x="485825" y="647100"/>
                  </a:lnTo>
                  <a:lnTo>
                    <a:pt x="485278" y="646820"/>
                  </a:lnTo>
                  <a:lnTo>
                    <a:pt x="484959" y="646447"/>
                  </a:lnTo>
                  <a:lnTo>
                    <a:pt x="484549" y="646214"/>
                  </a:lnTo>
                  <a:lnTo>
                    <a:pt x="483866" y="646028"/>
                  </a:lnTo>
                  <a:lnTo>
                    <a:pt x="483091" y="646028"/>
                  </a:lnTo>
                  <a:lnTo>
                    <a:pt x="482134" y="646075"/>
                  </a:lnTo>
                  <a:lnTo>
                    <a:pt x="481542" y="645982"/>
                  </a:lnTo>
                  <a:lnTo>
                    <a:pt x="480904" y="645888"/>
                  </a:lnTo>
                  <a:lnTo>
                    <a:pt x="480038" y="645842"/>
                  </a:lnTo>
                  <a:lnTo>
                    <a:pt x="478763" y="645842"/>
                  </a:lnTo>
                  <a:lnTo>
                    <a:pt x="477168" y="645842"/>
                  </a:lnTo>
                  <a:lnTo>
                    <a:pt x="476485" y="645888"/>
                  </a:lnTo>
                  <a:lnTo>
                    <a:pt x="475983" y="645795"/>
                  </a:lnTo>
                  <a:lnTo>
                    <a:pt x="475254" y="645562"/>
                  </a:lnTo>
                  <a:lnTo>
                    <a:pt x="474844" y="645516"/>
                  </a:lnTo>
                  <a:lnTo>
                    <a:pt x="474070" y="645469"/>
                  </a:lnTo>
                  <a:lnTo>
                    <a:pt x="473523" y="645469"/>
                  </a:lnTo>
                  <a:lnTo>
                    <a:pt x="473159" y="645516"/>
                  </a:lnTo>
                  <a:lnTo>
                    <a:pt x="472931" y="645516"/>
                  </a:lnTo>
                  <a:lnTo>
                    <a:pt x="472521" y="645609"/>
                  </a:lnTo>
                  <a:lnTo>
                    <a:pt x="471974" y="645982"/>
                  </a:lnTo>
                  <a:lnTo>
                    <a:pt x="471382" y="646308"/>
                  </a:lnTo>
                  <a:lnTo>
                    <a:pt x="470789" y="646680"/>
                  </a:lnTo>
                  <a:lnTo>
                    <a:pt x="469787" y="647286"/>
                  </a:lnTo>
                  <a:lnTo>
                    <a:pt x="469149" y="647798"/>
                  </a:lnTo>
                  <a:lnTo>
                    <a:pt x="468693" y="648218"/>
                  </a:lnTo>
                  <a:lnTo>
                    <a:pt x="468420" y="648544"/>
                  </a:lnTo>
                  <a:lnTo>
                    <a:pt x="468056" y="648777"/>
                  </a:lnTo>
                  <a:lnTo>
                    <a:pt x="467099" y="649010"/>
                  </a:lnTo>
                  <a:lnTo>
                    <a:pt x="466051" y="649289"/>
                  </a:lnTo>
                  <a:lnTo>
                    <a:pt x="464821" y="649382"/>
                  </a:lnTo>
                  <a:lnTo>
                    <a:pt x="462998" y="649429"/>
                  </a:lnTo>
                  <a:lnTo>
                    <a:pt x="461267" y="649382"/>
                  </a:lnTo>
                  <a:lnTo>
                    <a:pt x="459353" y="649336"/>
                  </a:lnTo>
                  <a:lnTo>
                    <a:pt x="456574" y="649149"/>
                  </a:lnTo>
                  <a:lnTo>
                    <a:pt x="454023" y="649056"/>
                  </a:lnTo>
                  <a:lnTo>
                    <a:pt x="452656" y="648963"/>
                  </a:lnTo>
                  <a:lnTo>
                    <a:pt x="451471" y="648916"/>
                  </a:lnTo>
                  <a:lnTo>
                    <a:pt x="450104" y="648823"/>
                  </a:lnTo>
                  <a:lnTo>
                    <a:pt x="449239" y="648777"/>
                  </a:lnTo>
                  <a:lnTo>
                    <a:pt x="448692" y="648823"/>
                  </a:lnTo>
                  <a:lnTo>
                    <a:pt x="448145" y="648963"/>
                  </a:lnTo>
                  <a:lnTo>
                    <a:pt x="447325" y="649289"/>
                  </a:lnTo>
                  <a:lnTo>
                    <a:pt x="446459" y="649755"/>
                  </a:lnTo>
                  <a:lnTo>
                    <a:pt x="445685" y="649988"/>
                  </a:lnTo>
                  <a:lnTo>
                    <a:pt x="444819" y="650360"/>
                  </a:lnTo>
                  <a:lnTo>
                    <a:pt x="444090" y="650733"/>
                  </a:lnTo>
                  <a:lnTo>
                    <a:pt x="443543" y="651199"/>
                  </a:lnTo>
                  <a:lnTo>
                    <a:pt x="442632" y="652177"/>
                  </a:lnTo>
                  <a:lnTo>
                    <a:pt x="441539" y="653202"/>
                  </a:lnTo>
                  <a:lnTo>
                    <a:pt x="440354" y="654134"/>
                  </a:lnTo>
                  <a:lnTo>
                    <a:pt x="439124" y="655205"/>
                  </a:lnTo>
                  <a:lnTo>
                    <a:pt x="438486" y="655904"/>
                  </a:lnTo>
                  <a:lnTo>
                    <a:pt x="437985" y="656603"/>
                  </a:lnTo>
                  <a:lnTo>
                    <a:pt x="437529" y="657534"/>
                  </a:lnTo>
                  <a:lnTo>
                    <a:pt x="435798" y="660888"/>
                  </a:lnTo>
                  <a:lnTo>
                    <a:pt x="433155" y="665547"/>
                  </a:lnTo>
                  <a:lnTo>
                    <a:pt x="432153" y="667271"/>
                  </a:lnTo>
                  <a:lnTo>
                    <a:pt x="431880" y="667876"/>
                  </a:lnTo>
                  <a:lnTo>
                    <a:pt x="431697" y="668482"/>
                  </a:lnTo>
                  <a:lnTo>
                    <a:pt x="431561" y="669134"/>
                  </a:lnTo>
                  <a:lnTo>
                    <a:pt x="431287" y="670997"/>
                  </a:lnTo>
                  <a:lnTo>
                    <a:pt x="430968" y="673233"/>
                  </a:lnTo>
                  <a:lnTo>
                    <a:pt x="430604" y="674957"/>
                  </a:lnTo>
                  <a:lnTo>
                    <a:pt x="430194" y="676681"/>
                  </a:lnTo>
                  <a:lnTo>
                    <a:pt x="429510" y="678171"/>
                  </a:lnTo>
                  <a:lnTo>
                    <a:pt x="428645" y="679615"/>
                  </a:lnTo>
                  <a:lnTo>
                    <a:pt x="427096" y="681386"/>
                  </a:lnTo>
                  <a:lnTo>
                    <a:pt x="425364" y="683249"/>
                  </a:lnTo>
                  <a:lnTo>
                    <a:pt x="421947" y="686230"/>
                  </a:lnTo>
                  <a:lnTo>
                    <a:pt x="419942" y="688094"/>
                  </a:lnTo>
                  <a:lnTo>
                    <a:pt x="418576" y="689445"/>
                  </a:lnTo>
                  <a:lnTo>
                    <a:pt x="416935" y="691215"/>
                  </a:lnTo>
                  <a:lnTo>
                    <a:pt x="414931" y="693777"/>
                  </a:lnTo>
                  <a:lnTo>
                    <a:pt x="407094" y="702674"/>
                  </a:lnTo>
                  <a:lnTo>
                    <a:pt x="405408" y="704445"/>
                  </a:lnTo>
                  <a:lnTo>
                    <a:pt x="404816" y="705283"/>
                  </a:lnTo>
                  <a:lnTo>
                    <a:pt x="404269" y="706168"/>
                  </a:lnTo>
                  <a:lnTo>
                    <a:pt x="403631" y="707007"/>
                  </a:lnTo>
                  <a:lnTo>
                    <a:pt x="402766" y="708078"/>
                  </a:lnTo>
                  <a:lnTo>
                    <a:pt x="401854" y="708917"/>
                  </a:lnTo>
                  <a:lnTo>
                    <a:pt x="400260" y="710314"/>
                  </a:lnTo>
                  <a:lnTo>
                    <a:pt x="399303" y="711060"/>
                  </a:lnTo>
                  <a:lnTo>
                    <a:pt x="398893" y="711432"/>
                  </a:lnTo>
                  <a:lnTo>
                    <a:pt x="398392" y="711852"/>
                  </a:lnTo>
                  <a:lnTo>
                    <a:pt x="397890" y="712224"/>
                  </a:lnTo>
                  <a:lnTo>
                    <a:pt x="397435" y="712550"/>
                  </a:lnTo>
                  <a:lnTo>
                    <a:pt x="397025" y="712830"/>
                  </a:lnTo>
                  <a:lnTo>
                    <a:pt x="396569" y="713202"/>
                  </a:lnTo>
                  <a:lnTo>
                    <a:pt x="396068" y="713622"/>
                  </a:lnTo>
                  <a:lnTo>
                    <a:pt x="395612" y="713994"/>
                  </a:lnTo>
                  <a:lnTo>
                    <a:pt x="395066" y="714460"/>
                  </a:lnTo>
                  <a:lnTo>
                    <a:pt x="394610" y="714879"/>
                  </a:lnTo>
                  <a:lnTo>
                    <a:pt x="394109" y="715345"/>
                  </a:lnTo>
                  <a:lnTo>
                    <a:pt x="393608" y="715811"/>
                  </a:lnTo>
                  <a:lnTo>
                    <a:pt x="393152" y="716230"/>
                  </a:lnTo>
                  <a:lnTo>
                    <a:pt x="392651" y="716650"/>
                  </a:lnTo>
                  <a:lnTo>
                    <a:pt x="392104" y="717022"/>
                  </a:lnTo>
                  <a:lnTo>
                    <a:pt x="391603" y="717395"/>
                  </a:lnTo>
                  <a:lnTo>
                    <a:pt x="391193" y="717814"/>
                  </a:lnTo>
                  <a:lnTo>
                    <a:pt x="390737" y="718234"/>
                  </a:lnTo>
                  <a:lnTo>
                    <a:pt x="390327" y="718653"/>
                  </a:lnTo>
                  <a:lnTo>
                    <a:pt x="389872" y="719025"/>
                  </a:lnTo>
                  <a:lnTo>
                    <a:pt x="389462" y="719352"/>
                  </a:lnTo>
                  <a:lnTo>
                    <a:pt x="389006" y="719584"/>
                  </a:lnTo>
                  <a:lnTo>
                    <a:pt x="388550" y="719911"/>
                  </a:lnTo>
                  <a:lnTo>
                    <a:pt x="388095" y="720190"/>
                  </a:lnTo>
                  <a:lnTo>
                    <a:pt x="387639" y="720423"/>
                  </a:lnTo>
                  <a:lnTo>
                    <a:pt x="387138" y="720703"/>
                  </a:lnTo>
                  <a:lnTo>
                    <a:pt x="386682" y="721029"/>
                  </a:lnTo>
                  <a:lnTo>
                    <a:pt x="386318" y="721448"/>
                  </a:lnTo>
                  <a:lnTo>
                    <a:pt x="385908" y="721867"/>
                  </a:lnTo>
                  <a:lnTo>
                    <a:pt x="385498" y="722240"/>
                  </a:lnTo>
                  <a:lnTo>
                    <a:pt x="385042" y="722566"/>
                  </a:lnTo>
                  <a:lnTo>
                    <a:pt x="384632" y="722892"/>
                  </a:lnTo>
                  <a:lnTo>
                    <a:pt x="384176" y="723171"/>
                  </a:lnTo>
                  <a:lnTo>
                    <a:pt x="383721" y="723358"/>
                  </a:lnTo>
                  <a:lnTo>
                    <a:pt x="383311" y="723544"/>
                  </a:lnTo>
                  <a:lnTo>
                    <a:pt x="382855" y="723777"/>
                  </a:lnTo>
                  <a:lnTo>
                    <a:pt x="382445" y="723963"/>
                  </a:lnTo>
                  <a:lnTo>
                    <a:pt x="382035" y="724150"/>
                  </a:lnTo>
                  <a:lnTo>
                    <a:pt x="381579" y="724243"/>
                  </a:lnTo>
                  <a:lnTo>
                    <a:pt x="381078" y="724243"/>
                  </a:lnTo>
                  <a:lnTo>
                    <a:pt x="380577" y="724243"/>
                  </a:lnTo>
                  <a:lnTo>
                    <a:pt x="380121" y="724429"/>
                  </a:lnTo>
                  <a:lnTo>
                    <a:pt x="379620" y="724616"/>
                  </a:lnTo>
                  <a:lnTo>
                    <a:pt x="379256" y="724662"/>
                  </a:lnTo>
                  <a:lnTo>
                    <a:pt x="378846" y="724802"/>
                  </a:lnTo>
                  <a:lnTo>
                    <a:pt x="378390" y="724942"/>
                  </a:lnTo>
                  <a:lnTo>
                    <a:pt x="377889" y="725081"/>
                  </a:lnTo>
                  <a:lnTo>
                    <a:pt x="377388" y="725314"/>
                  </a:lnTo>
                  <a:lnTo>
                    <a:pt x="376932" y="725501"/>
                  </a:lnTo>
                  <a:lnTo>
                    <a:pt x="376431" y="725734"/>
                  </a:lnTo>
                  <a:lnTo>
                    <a:pt x="375930" y="725873"/>
                  </a:lnTo>
                  <a:lnTo>
                    <a:pt x="375474" y="726060"/>
                  </a:lnTo>
                  <a:lnTo>
                    <a:pt x="374973" y="726199"/>
                  </a:lnTo>
                  <a:lnTo>
                    <a:pt x="374381" y="726386"/>
                  </a:lnTo>
                  <a:lnTo>
                    <a:pt x="373834" y="726572"/>
                  </a:lnTo>
                  <a:lnTo>
                    <a:pt x="373287" y="726805"/>
                  </a:lnTo>
                  <a:lnTo>
                    <a:pt x="372740" y="726991"/>
                  </a:lnTo>
                  <a:lnTo>
                    <a:pt x="372148" y="727178"/>
                  </a:lnTo>
                  <a:lnTo>
                    <a:pt x="371647" y="727457"/>
                  </a:lnTo>
                  <a:lnTo>
                    <a:pt x="371100" y="727597"/>
                  </a:lnTo>
                  <a:lnTo>
                    <a:pt x="370553" y="727783"/>
                  </a:lnTo>
                  <a:lnTo>
                    <a:pt x="369961" y="727876"/>
                  </a:lnTo>
                  <a:lnTo>
                    <a:pt x="369414" y="728016"/>
                  </a:lnTo>
                  <a:lnTo>
                    <a:pt x="368959" y="728156"/>
                  </a:lnTo>
                  <a:lnTo>
                    <a:pt x="368503" y="728203"/>
                  </a:lnTo>
                  <a:lnTo>
                    <a:pt x="368048" y="728296"/>
                  </a:lnTo>
                  <a:lnTo>
                    <a:pt x="367501" y="728342"/>
                  </a:lnTo>
                  <a:lnTo>
                    <a:pt x="366954" y="728389"/>
                  </a:lnTo>
                  <a:lnTo>
                    <a:pt x="366407" y="728435"/>
                  </a:lnTo>
                  <a:lnTo>
                    <a:pt x="365861" y="728435"/>
                  </a:lnTo>
                  <a:lnTo>
                    <a:pt x="365268" y="728482"/>
                  </a:lnTo>
                  <a:lnTo>
                    <a:pt x="364676" y="728482"/>
                  </a:lnTo>
                  <a:lnTo>
                    <a:pt x="364084" y="728575"/>
                  </a:lnTo>
                  <a:lnTo>
                    <a:pt x="363446" y="728668"/>
                  </a:lnTo>
                  <a:lnTo>
                    <a:pt x="362808" y="728668"/>
                  </a:lnTo>
                  <a:lnTo>
                    <a:pt x="362216" y="728715"/>
                  </a:lnTo>
                  <a:lnTo>
                    <a:pt x="361669" y="728762"/>
                  </a:lnTo>
                  <a:lnTo>
                    <a:pt x="361077" y="728808"/>
                  </a:lnTo>
                  <a:lnTo>
                    <a:pt x="360484" y="728901"/>
                  </a:lnTo>
                  <a:lnTo>
                    <a:pt x="359938" y="728948"/>
                  </a:lnTo>
                  <a:lnTo>
                    <a:pt x="359436" y="728901"/>
                  </a:lnTo>
                  <a:lnTo>
                    <a:pt x="358935" y="728948"/>
                  </a:lnTo>
                  <a:lnTo>
                    <a:pt x="358480" y="729041"/>
                  </a:lnTo>
                  <a:lnTo>
                    <a:pt x="357978" y="729088"/>
                  </a:lnTo>
                  <a:lnTo>
                    <a:pt x="357432" y="728994"/>
                  </a:lnTo>
                  <a:lnTo>
                    <a:pt x="356930" y="728901"/>
                  </a:lnTo>
                  <a:lnTo>
                    <a:pt x="356429" y="728808"/>
                  </a:lnTo>
                  <a:lnTo>
                    <a:pt x="355883" y="728715"/>
                  </a:lnTo>
                  <a:lnTo>
                    <a:pt x="355381" y="728668"/>
                  </a:lnTo>
                  <a:lnTo>
                    <a:pt x="354880" y="728622"/>
                  </a:lnTo>
                  <a:lnTo>
                    <a:pt x="354470" y="728575"/>
                  </a:lnTo>
                  <a:lnTo>
                    <a:pt x="353923" y="728482"/>
                  </a:lnTo>
                  <a:lnTo>
                    <a:pt x="353468" y="728622"/>
                  </a:lnTo>
                  <a:lnTo>
                    <a:pt x="352921" y="728668"/>
                  </a:lnTo>
                  <a:lnTo>
                    <a:pt x="352420" y="728715"/>
                  </a:lnTo>
                  <a:lnTo>
                    <a:pt x="351645" y="728668"/>
                  </a:lnTo>
                  <a:lnTo>
                    <a:pt x="351190" y="728622"/>
                  </a:lnTo>
                  <a:lnTo>
                    <a:pt x="350780" y="728622"/>
                  </a:lnTo>
                  <a:lnTo>
                    <a:pt x="350324" y="728622"/>
                  </a:lnTo>
                  <a:lnTo>
                    <a:pt x="349868" y="728575"/>
                  </a:lnTo>
                  <a:lnTo>
                    <a:pt x="349367" y="728529"/>
                  </a:lnTo>
                  <a:lnTo>
                    <a:pt x="348866" y="728529"/>
                  </a:lnTo>
                  <a:lnTo>
                    <a:pt x="348410" y="728482"/>
                  </a:lnTo>
                  <a:lnTo>
                    <a:pt x="347864" y="728435"/>
                  </a:lnTo>
                  <a:lnTo>
                    <a:pt x="347408" y="728389"/>
                  </a:lnTo>
                  <a:lnTo>
                    <a:pt x="346952" y="728342"/>
                  </a:lnTo>
                  <a:lnTo>
                    <a:pt x="346497" y="728296"/>
                  </a:lnTo>
                  <a:lnTo>
                    <a:pt x="346087" y="728156"/>
                  </a:lnTo>
                  <a:lnTo>
                    <a:pt x="345631" y="728156"/>
                  </a:lnTo>
                  <a:lnTo>
                    <a:pt x="345176" y="728156"/>
                  </a:lnTo>
                  <a:lnTo>
                    <a:pt x="344720" y="728063"/>
                  </a:lnTo>
                  <a:lnTo>
                    <a:pt x="344219" y="728063"/>
                  </a:lnTo>
                  <a:lnTo>
                    <a:pt x="343718" y="728063"/>
                  </a:lnTo>
                  <a:lnTo>
                    <a:pt x="343216" y="728063"/>
                  </a:lnTo>
                  <a:lnTo>
                    <a:pt x="342715" y="728109"/>
                  </a:lnTo>
                  <a:lnTo>
                    <a:pt x="342260" y="728109"/>
                  </a:lnTo>
                  <a:lnTo>
                    <a:pt x="341758" y="728109"/>
                  </a:lnTo>
                  <a:lnTo>
                    <a:pt x="341257" y="728156"/>
                  </a:lnTo>
                  <a:lnTo>
                    <a:pt x="340710" y="728249"/>
                  </a:lnTo>
                  <a:lnTo>
                    <a:pt x="340118" y="728389"/>
                  </a:lnTo>
                  <a:lnTo>
                    <a:pt x="339526" y="728622"/>
                  </a:lnTo>
                  <a:lnTo>
                    <a:pt x="339116" y="728762"/>
                  </a:lnTo>
                  <a:lnTo>
                    <a:pt x="338660" y="729088"/>
                  </a:lnTo>
                  <a:lnTo>
                    <a:pt x="338205" y="729414"/>
                  </a:lnTo>
                  <a:lnTo>
                    <a:pt x="337749" y="729786"/>
                  </a:lnTo>
                  <a:lnTo>
                    <a:pt x="337293" y="730066"/>
                  </a:lnTo>
                  <a:lnTo>
                    <a:pt x="336838" y="730345"/>
                  </a:lnTo>
                  <a:lnTo>
                    <a:pt x="336473" y="730578"/>
                  </a:lnTo>
                  <a:lnTo>
                    <a:pt x="336063" y="730811"/>
                  </a:lnTo>
                  <a:lnTo>
                    <a:pt x="335699" y="731091"/>
                  </a:lnTo>
                  <a:lnTo>
                    <a:pt x="335106" y="731370"/>
                  </a:lnTo>
                  <a:lnTo>
                    <a:pt x="334605" y="731603"/>
                  </a:lnTo>
                  <a:lnTo>
                    <a:pt x="334195" y="731836"/>
                  </a:lnTo>
                  <a:lnTo>
                    <a:pt x="333739" y="732069"/>
                  </a:lnTo>
                  <a:lnTo>
                    <a:pt x="333238" y="732255"/>
                  </a:lnTo>
                  <a:lnTo>
                    <a:pt x="332600" y="732395"/>
                  </a:lnTo>
                  <a:lnTo>
                    <a:pt x="332145" y="732535"/>
                  </a:lnTo>
                  <a:lnTo>
                    <a:pt x="331689" y="732581"/>
                  </a:lnTo>
                  <a:lnTo>
                    <a:pt x="331142" y="732675"/>
                  </a:lnTo>
                  <a:lnTo>
                    <a:pt x="330641" y="732814"/>
                  </a:lnTo>
                  <a:lnTo>
                    <a:pt x="330140" y="732954"/>
                  </a:lnTo>
                  <a:lnTo>
                    <a:pt x="329639" y="733047"/>
                  </a:lnTo>
                  <a:lnTo>
                    <a:pt x="329138" y="733140"/>
                  </a:lnTo>
                  <a:lnTo>
                    <a:pt x="328637" y="733234"/>
                  </a:lnTo>
                  <a:lnTo>
                    <a:pt x="328181" y="733280"/>
                  </a:lnTo>
                  <a:lnTo>
                    <a:pt x="327771" y="733327"/>
                  </a:lnTo>
                  <a:lnTo>
                    <a:pt x="327315" y="733467"/>
                  </a:lnTo>
                  <a:lnTo>
                    <a:pt x="326905" y="733653"/>
                  </a:lnTo>
                  <a:lnTo>
                    <a:pt x="326450" y="733839"/>
                  </a:lnTo>
                  <a:lnTo>
                    <a:pt x="326040" y="734026"/>
                  </a:lnTo>
                  <a:lnTo>
                    <a:pt x="325630" y="734212"/>
                  </a:lnTo>
                  <a:lnTo>
                    <a:pt x="325083" y="734445"/>
                  </a:lnTo>
                  <a:lnTo>
                    <a:pt x="324445" y="734724"/>
                  </a:lnTo>
                  <a:lnTo>
                    <a:pt x="323989" y="735097"/>
                  </a:lnTo>
                  <a:lnTo>
                    <a:pt x="323579" y="735330"/>
                  </a:lnTo>
                  <a:lnTo>
                    <a:pt x="323169" y="735563"/>
                  </a:lnTo>
                  <a:lnTo>
                    <a:pt x="322805" y="735936"/>
                  </a:lnTo>
                  <a:lnTo>
                    <a:pt x="322349" y="736262"/>
                  </a:lnTo>
                  <a:lnTo>
                    <a:pt x="321893" y="736541"/>
                  </a:lnTo>
                  <a:lnTo>
                    <a:pt x="321483" y="736774"/>
                  </a:lnTo>
                  <a:lnTo>
                    <a:pt x="321073" y="737007"/>
                  </a:lnTo>
                  <a:lnTo>
                    <a:pt x="320663" y="737240"/>
                  </a:lnTo>
                  <a:lnTo>
                    <a:pt x="320253" y="737519"/>
                  </a:lnTo>
                  <a:lnTo>
                    <a:pt x="319843" y="737845"/>
                  </a:lnTo>
                  <a:lnTo>
                    <a:pt x="319433" y="738125"/>
                  </a:lnTo>
                  <a:lnTo>
                    <a:pt x="318977" y="738358"/>
                  </a:lnTo>
                  <a:lnTo>
                    <a:pt x="318522" y="738637"/>
                  </a:lnTo>
                  <a:lnTo>
                    <a:pt x="318021" y="738870"/>
                  </a:lnTo>
                  <a:lnTo>
                    <a:pt x="317611" y="739103"/>
                  </a:lnTo>
                  <a:lnTo>
                    <a:pt x="317201" y="739383"/>
                  </a:lnTo>
                  <a:lnTo>
                    <a:pt x="316791" y="739662"/>
                  </a:lnTo>
                  <a:lnTo>
                    <a:pt x="316380" y="739895"/>
                  </a:lnTo>
                  <a:lnTo>
                    <a:pt x="316016" y="740175"/>
                  </a:lnTo>
                  <a:lnTo>
                    <a:pt x="315606" y="740501"/>
                  </a:lnTo>
                  <a:lnTo>
                    <a:pt x="315196" y="740873"/>
                  </a:lnTo>
                  <a:lnTo>
                    <a:pt x="314877" y="741246"/>
                  </a:lnTo>
                  <a:lnTo>
                    <a:pt x="314649" y="741712"/>
                  </a:lnTo>
                  <a:lnTo>
                    <a:pt x="314467" y="742131"/>
                  </a:lnTo>
                  <a:lnTo>
                    <a:pt x="314239" y="742550"/>
                  </a:lnTo>
                  <a:lnTo>
                    <a:pt x="314057" y="743063"/>
                  </a:lnTo>
                  <a:lnTo>
                    <a:pt x="313692" y="743436"/>
                  </a:lnTo>
                  <a:lnTo>
                    <a:pt x="313328" y="743855"/>
                  </a:lnTo>
                  <a:lnTo>
                    <a:pt x="312508" y="744554"/>
                  </a:lnTo>
                  <a:lnTo>
                    <a:pt x="311186" y="746137"/>
                  </a:lnTo>
                  <a:lnTo>
                    <a:pt x="309455" y="746324"/>
                  </a:lnTo>
                  <a:lnTo>
                    <a:pt x="307906" y="747535"/>
                  </a:lnTo>
                  <a:lnTo>
                    <a:pt x="306949" y="749072"/>
                  </a:lnTo>
                  <a:lnTo>
                    <a:pt x="305582" y="751122"/>
                  </a:lnTo>
                  <a:lnTo>
                    <a:pt x="305263" y="751681"/>
                  </a:lnTo>
                  <a:lnTo>
                    <a:pt x="305491" y="751774"/>
                  </a:lnTo>
                  <a:lnTo>
                    <a:pt x="305901" y="751728"/>
                  </a:lnTo>
                  <a:lnTo>
                    <a:pt x="306585" y="752007"/>
                  </a:lnTo>
                  <a:lnTo>
                    <a:pt x="306949" y="752752"/>
                  </a:lnTo>
                  <a:lnTo>
                    <a:pt x="307359" y="753591"/>
                  </a:lnTo>
                  <a:lnTo>
                    <a:pt x="308316" y="755780"/>
                  </a:lnTo>
                  <a:lnTo>
                    <a:pt x="308817" y="756712"/>
                  </a:lnTo>
                  <a:lnTo>
                    <a:pt x="311323" y="761790"/>
                  </a:lnTo>
                  <a:lnTo>
                    <a:pt x="312098" y="763933"/>
                  </a:lnTo>
                  <a:lnTo>
                    <a:pt x="309865" y="765516"/>
                  </a:lnTo>
                  <a:lnTo>
                    <a:pt x="309318" y="765889"/>
                  </a:lnTo>
                  <a:lnTo>
                    <a:pt x="308270" y="766541"/>
                  </a:lnTo>
                  <a:lnTo>
                    <a:pt x="308453" y="767566"/>
                  </a:lnTo>
                  <a:lnTo>
                    <a:pt x="309820" y="770361"/>
                  </a:lnTo>
                  <a:lnTo>
                    <a:pt x="313054" y="775532"/>
                  </a:lnTo>
                  <a:lnTo>
                    <a:pt x="313054" y="779585"/>
                  </a:lnTo>
                  <a:lnTo>
                    <a:pt x="313328" y="781914"/>
                  </a:lnTo>
                  <a:lnTo>
                    <a:pt x="313465" y="783079"/>
                  </a:lnTo>
                  <a:lnTo>
                    <a:pt x="314239" y="783964"/>
                  </a:lnTo>
                  <a:lnTo>
                    <a:pt x="315515" y="784663"/>
                  </a:lnTo>
                  <a:lnTo>
                    <a:pt x="316335" y="785315"/>
                  </a:lnTo>
                  <a:lnTo>
                    <a:pt x="316517" y="786899"/>
                  </a:lnTo>
                  <a:lnTo>
                    <a:pt x="316426" y="787784"/>
                  </a:lnTo>
                  <a:lnTo>
                    <a:pt x="316244" y="789368"/>
                  </a:lnTo>
                  <a:lnTo>
                    <a:pt x="315697" y="792349"/>
                  </a:lnTo>
                  <a:lnTo>
                    <a:pt x="313875" y="794399"/>
                  </a:lnTo>
                  <a:lnTo>
                    <a:pt x="310731" y="796774"/>
                  </a:lnTo>
                  <a:lnTo>
                    <a:pt x="310685" y="798871"/>
                  </a:lnTo>
                  <a:lnTo>
                    <a:pt x="310640" y="800035"/>
                  </a:lnTo>
                  <a:lnTo>
                    <a:pt x="313829" y="803156"/>
                  </a:lnTo>
                  <a:lnTo>
                    <a:pt x="314285" y="805439"/>
                  </a:lnTo>
                  <a:lnTo>
                    <a:pt x="314421" y="806091"/>
                  </a:lnTo>
                  <a:lnTo>
                    <a:pt x="313601" y="809352"/>
                  </a:lnTo>
                  <a:lnTo>
                    <a:pt x="313510" y="809771"/>
                  </a:lnTo>
                  <a:lnTo>
                    <a:pt x="315925" y="816293"/>
                  </a:lnTo>
                  <a:lnTo>
                    <a:pt x="317155" y="822442"/>
                  </a:lnTo>
                  <a:lnTo>
                    <a:pt x="315743" y="824352"/>
                  </a:lnTo>
                  <a:lnTo>
                    <a:pt x="302302" y="831107"/>
                  </a:lnTo>
                  <a:lnTo>
                    <a:pt x="295832" y="834880"/>
                  </a:lnTo>
                  <a:lnTo>
                    <a:pt x="288588" y="839166"/>
                  </a:lnTo>
                  <a:lnTo>
                    <a:pt x="286219" y="839259"/>
                  </a:lnTo>
                  <a:lnTo>
                    <a:pt x="284578" y="837722"/>
                  </a:lnTo>
                  <a:lnTo>
                    <a:pt x="282391" y="835812"/>
                  </a:lnTo>
                  <a:lnTo>
                    <a:pt x="279931" y="833436"/>
                  </a:lnTo>
                  <a:lnTo>
                    <a:pt x="279430" y="831806"/>
                  </a:lnTo>
                  <a:lnTo>
                    <a:pt x="278974" y="829476"/>
                  </a:lnTo>
                  <a:lnTo>
                    <a:pt x="278336" y="826961"/>
                  </a:lnTo>
                  <a:lnTo>
                    <a:pt x="276970" y="823886"/>
                  </a:lnTo>
                  <a:lnTo>
                    <a:pt x="274600" y="818855"/>
                  </a:lnTo>
                  <a:lnTo>
                    <a:pt x="273507" y="817411"/>
                  </a:lnTo>
                  <a:lnTo>
                    <a:pt x="272413" y="816619"/>
                  </a:lnTo>
                  <a:lnTo>
                    <a:pt x="270636" y="816666"/>
                  </a:lnTo>
                  <a:lnTo>
                    <a:pt x="269771" y="816433"/>
                  </a:lnTo>
                  <a:lnTo>
                    <a:pt x="268905" y="816153"/>
                  </a:lnTo>
                  <a:lnTo>
                    <a:pt x="268632" y="816060"/>
                  </a:lnTo>
                  <a:lnTo>
                    <a:pt x="267174" y="814663"/>
                  </a:lnTo>
                  <a:lnTo>
                    <a:pt x="265488" y="812986"/>
                  </a:lnTo>
                  <a:lnTo>
                    <a:pt x="264076" y="811402"/>
                  </a:lnTo>
                  <a:lnTo>
                    <a:pt x="262800" y="809632"/>
                  </a:lnTo>
                  <a:lnTo>
                    <a:pt x="261661" y="809306"/>
                  </a:lnTo>
                  <a:lnTo>
                    <a:pt x="258973" y="810330"/>
                  </a:lnTo>
                  <a:lnTo>
                    <a:pt x="256831" y="812101"/>
                  </a:lnTo>
                  <a:lnTo>
                    <a:pt x="254963" y="816200"/>
                  </a:lnTo>
                  <a:lnTo>
                    <a:pt x="253369" y="818203"/>
                  </a:lnTo>
                  <a:lnTo>
                    <a:pt x="251956" y="819321"/>
                  </a:lnTo>
                  <a:lnTo>
                    <a:pt x="249496" y="821278"/>
                  </a:lnTo>
                  <a:lnTo>
                    <a:pt x="247537" y="823374"/>
                  </a:lnTo>
                  <a:lnTo>
                    <a:pt x="246306" y="824678"/>
                  </a:lnTo>
                  <a:lnTo>
                    <a:pt x="244575" y="826588"/>
                  </a:lnTo>
                  <a:lnTo>
                    <a:pt x="244165" y="828638"/>
                  </a:lnTo>
                  <a:lnTo>
                    <a:pt x="242889" y="832085"/>
                  </a:lnTo>
                  <a:lnTo>
                    <a:pt x="241067" y="836091"/>
                  </a:lnTo>
                  <a:lnTo>
                    <a:pt x="240885" y="835905"/>
                  </a:lnTo>
                  <a:lnTo>
                    <a:pt x="240793" y="835719"/>
                  </a:lnTo>
                  <a:lnTo>
                    <a:pt x="240566" y="835579"/>
                  </a:lnTo>
                  <a:lnTo>
                    <a:pt x="240201" y="835439"/>
                  </a:lnTo>
                  <a:lnTo>
                    <a:pt x="239791" y="835253"/>
                  </a:lnTo>
                  <a:lnTo>
                    <a:pt x="239563" y="835253"/>
                  </a:lnTo>
                  <a:lnTo>
                    <a:pt x="239336" y="835253"/>
                  </a:lnTo>
                  <a:lnTo>
                    <a:pt x="239017" y="835160"/>
                  </a:lnTo>
                  <a:lnTo>
                    <a:pt x="238242" y="835020"/>
                  </a:lnTo>
                  <a:lnTo>
                    <a:pt x="238060" y="835020"/>
                  </a:lnTo>
                  <a:lnTo>
                    <a:pt x="237786" y="834787"/>
                  </a:lnTo>
                  <a:lnTo>
                    <a:pt x="237650" y="834601"/>
                  </a:lnTo>
                  <a:lnTo>
                    <a:pt x="237513" y="834368"/>
                  </a:lnTo>
                  <a:lnTo>
                    <a:pt x="236875" y="833669"/>
                  </a:lnTo>
                  <a:lnTo>
                    <a:pt x="236511" y="833390"/>
                  </a:lnTo>
                  <a:lnTo>
                    <a:pt x="236374" y="833063"/>
                  </a:lnTo>
                  <a:lnTo>
                    <a:pt x="236374" y="832924"/>
                  </a:lnTo>
                  <a:lnTo>
                    <a:pt x="236283" y="832691"/>
                  </a:lnTo>
                  <a:lnTo>
                    <a:pt x="236192" y="832411"/>
                  </a:lnTo>
                  <a:lnTo>
                    <a:pt x="236146" y="832271"/>
                  </a:lnTo>
                  <a:lnTo>
                    <a:pt x="236101" y="832132"/>
                  </a:lnTo>
                  <a:lnTo>
                    <a:pt x="236009" y="831899"/>
                  </a:lnTo>
                  <a:lnTo>
                    <a:pt x="235827" y="831666"/>
                  </a:lnTo>
                  <a:lnTo>
                    <a:pt x="235554" y="831573"/>
                  </a:lnTo>
                  <a:lnTo>
                    <a:pt x="235326" y="831433"/>
                  </a:lnTo>
                  <a:lnTo>
                    <a:pt x="235144" y="831293"/>
                  </a:lnTo>
                  <a:lnTo>
                    <a:pt x="234916" y="831200"/>
                  </a:lnTo>
                  <a:lnTo>
                    <a:pt x="234688" y="831200"/>
                  </a:lnTo>
                  <a:lnTo>
                    <a:pt x="234460" y="831200"/>
                  </a:lnTo>
                  <a:lnTo>
                    <a:pt x="234278" y="831200"/>
                  </a:lnTo>
                  <a:lnTo>
                    <a:pt x="234096" y="831153"/>
                  </a:lnTo>
                  <a:lnTo>
                    <a:pt x="233959" y="831060"/>
                  </a:lnTo>
                  <a:lnTo>
                    <a:pt x="233595" y="830688"/>
                  </a:lnTo>
                  <a:lnTo>
                    <a:pt x="232638" y="829570"/>
                  </a:lnTo>
                  <a:lnTo>
                    <a:pt x="232547" y="829244"/>
                  </a:lnTo>
                  <a:lnTo>
                    <a:pt x="232501" y="829104"/>
                  </a:lnTo>
                  <a:lnTo>
                    <a:pt x="232456" y="828778"/>
                  </a:lnTo>
                  <a:lnTo>
                    <a:pt x="232501" y="828452"/>
                  </a:lnTo>
                  <a:lnTo>
                    <a:pt x="232547" y="828265"/>
                  </a:lnTo>
                  <a:lnTo>
                    <a:pt x="232683" y="827893"/>
                  </a:lnTo>
                  <a:lnTo>
                    <a:pt x="232729" y="826542"/>
                  </a:lnTo>
                  <a:lnTo>
                    <a:pt x="232729" y="826262"/>
                  </a:lnTo>
                  <a:lnTo>
                    <a:pt x="232638" y="826029"/>
                  </a:lnTo>
                  <a:lnTo>
                    <a:pt x="231818" y="825470"/>
                  </a:lnTo>
                  <a:lnTo>
                    <a:pt x="231499" y="825284"/>
                  </a:lnTo>
                  <a:lnTo>
                    <a:pt x="230815" y="825191"/>
                  </a:lnTo>
                  <a:lnTo>
                    <a:pt x="230497" y="825191"/>
                  </a:lnTo>
                  <a:lnTo>
                    <a:pt x="229813" y="825051"/>
                  </a:lnTo>
                  <a:lnTo>
                    <a:pt x="229266" y="824911"/>
                  </a:lnTo>
                  <a:lnTo>
                    <a:pt x="228902" y="824725"/>
                  </a:lnTo>
                  <a:lnTo>
                    <a:pt x="228537" y="824445"/>
                  </a:lnTo>
                  <a:lnTo>
                    <a:pt x="228310" y="824259"/>
                  </a:lnTo>
                  <a:lnTo>
                    <a:pt x="227899" y="823933"/>
                  </a:lnTo>
                  <a:lnTo>
                    <a:pt x="227444" y="823560"/>
                  </a:lnTo>
                  <a:lnTo>
                    <a:pt x="226168" y="822489"/>
                  </a:lnTo>
                  <a:lnTo>
                    <a:pt x="225576" y="821976"/>
                  </a:lnTo>
                  <a:lnTo>
                    <a:pt x="225211" y="821650"/>
                  </a:lnTo>
                  <a:lnTo>
                    <a:pt x="225075" y="821464"/>
                  </a:lnTo>
                  <a:lnTo>
                    <a:pt x="222295" y="824818"/>
                  </a:lnTo>
                  <a:lnTo>
                    <a:pt x="219288" y="828452"/>
                  </a:lnTo>
                  <a:lnTo>
                    <a:pt x="218605" y="829197"/>
                  </a:lnTo>
                  <a:lnTo>
                    <a:pt x="216509" y="831806"/>
                  </a:lnTo>
                  <a:lnTo>
                    <a:pt x="216008" y="832411"/>
                  </a:lnTo>
                  <a:lnTo>
                    <a:pt x="215507" y="833017"/>
                  </a:lnTo>
                  <a:lnTo>
                    <a:pt x="215324" y="833669"/>
                  </a:lnTo>
                  <a:lnTo>
                    <a:pt x="213775" y="837722"/>
                  </a:lnTo>
                  <a:lnTo>
                    <a:pt x="213730" y="837908"/>
                  </a:lnTo>
                  <a:lnTo>
                    <a:pt x="213365" y="837768"/>
                  </a:lnTo>
                  <a:lnTo>
                    <a:pt x="213137" y="837675"/>
                  </a:lnTo>
                  <a:lnTo>
                    <a:pt x="212500" y="837396"/>
                  </a:lnTo>
                  <a:lnTo>
                    <a:pt x="208536" y="835812"/>
                  </a:lnTo>
                  <a:lnTo>
                    <a:pt x="207670" y="835532"/>
                  </a:lnTo>
                  <a:lnTo>
                    <a:pt x="209174" y="831899"/>
                  </a:lnTo>
                  <a:lnTo>
                    <a:pt x="209675" y="830641"/>
                  </a:lnTo>
                  <a:lnTo>
                    <a:pt x="212955" y="822489"/>
                  </a:lnTo>
                  <a:lnTo>
                    <a:pt x="214869" y="817365"/>
                  </a:lnTo>
                  <a:lnTo>
                    <a:pt x="210039" y="814011"/>
                  </a:lnTo>
                  <a:lnTo>
                    <a:pt x="208399" y="811495"/>
                  </a:lnTo>
                  <a:lnTo>
                    <a:pt x="208217" y="809445"/>
                  </a:lnTo>
                  <a:lnTo>
                    <a:pt x="209128" y="807209"/>
                  </a:lnTo>
                  <a:lnTo>
                    <a:pt x="209128" y="806184"/>
                  </a:lnTo>
                  <a:lnTo>
                    <a:pt x="205301" y="798824"/>
                  </a:lnTo>
                  <a:lnTo>
                    <a:pt x="202795" y="793793"/>
                  </a:lnTo>
                  <a:lnTo>
                    <a:pt x="201428" y="792628"/>
                  </a:lnTo>
                  <a:lnTo>
                    <a:pt x="191632" y="784895"/>
                  </a:lnTo>
                  <a:lnTo>
                    <a:pt x="190220" y="783032"/>
                  </a:lnTo>
                  <a:lnTo>
                    <a:pt x="189263" y="781355"/>
                  </a:lnTo>
                  <a:lnTo>
                    <a:pt x="186119" y="777954"/>
                  </a:lnTo>
                  <a:lnTo>
                    <a:pt x="183249" y="774181"/>
                  </a:lnTo>
                  <a:lnTo>
                    <a:pt x="181928" y="771945"/>
                  </a:lnTo>
                  <a:lnTo>
                    <a:pt x="182566" y="768358"/>
                  </a:lnTo>
                  <a:lnTo>
                    <a:pt x="183887" y="765377"/>
                  </a:lnTo>
                  <a:lnTo>
                    <a:pt x="187441" y="759181"/>
                  </a:lnTo>
                  <a:lnTo>
                    <a:pt x="188534" y="756852"/>
                  </a:lnTo>
                  <a:lnTo>
                    <a:pt x="188716" y="754103"/>
                  </a:lnTo>
                  <a:lnTo>
                    <a:pt x="188443" y="753311"/>
                  </a:lnTo>
                  <a:lnTo>
                    <a:pt x="188762" y="752706"/>
                  </a:lnTo>
                  <a:lnTo>
                    <a:pt x="189491" y="752054"/>
                  </a:lnTo>
                  <a:lnTo>
                    <a:pt x="190311" y="751308"/>
                  </a:lnTo>
                  <a:lnTo>
                    <a:pt x="189582" y="751029"/>
                  </a:lnTo>
                  <a:lnTo>
                    <a:pt x="187258" y="750330"/>
                  </a:lnTo>
                  <a:lnTo>
                    <a:pt x="183750" y="748234"/>
                  </a:lnTo>
                  <a:lnTo>
                    <a:pt x="181791" y="747023"/>
                  </a:lnTo>
                  <a:lnTo>
                    <a:pt x="180561" y="746743"/>
                  </a:lnTo>
                  <a:lnTo>
                    <a:pt x="176597" y="746510"/>
                  </a:lnTo>
                  <a:lnTo>
                    <a:pt x="175276" y="746231"/>
                  </a:lnTo>
                  <a:lnTo>
                    <a:pt x="172223" y="743901"/>
                  </a:lnTo>
                  <a:lnTo>
                    <a:pt x="170492" y="742783"/>
                  </a:lnTo>
                  <a:lnTo>
                    <a:pt x="169945" y="742411"/>
                  </a:lnTo>
                  <a:lnTo>
                    <a:pt x="167667" y="741246"/>
                  </a:lnTo>
                  <a:lnTo>
                    <a:pt x="162473" y="737613"/>
                  </a:lnTo>
                  <a:lnTo>
                    <a:pt x="160286" y="736448"/>
                  </a:lnTo>
                  <a:lnTo>
                    <a:pt x="157825" y="732675"/>
                  </a:lnTo>
                  <a:lnTo>
                    <a:pt x="153770" y="729088"/>
                  </a:lnTo>
                  <a:lnTo>
                    <a:pt x="153360" y="728715"/>
                  </a:lnTo>
                  <a:lnTo>
                    <a:pt x="151675" y="726386"/>
                  </a:lnTo>
                  <a:lnTo>
                    <a:pt x="149715" y="724709"/>
                  </a:lnTo>
                  <a:lnTo>
                    <a:pt x="147073" y="722519"/>
                  </a:lnTo>
                  <a:lnTo>
                    <a:pt x="141150" y="718560"/>
                  </a:lnTo>
                  <a:lnTo>
                    <a:pt x="139236" y="715299"/>
                  </a:lnTo>
                  <a:lnTo>
                    <a:pt x="136867" y="712550"/>
                  </a:lnTo>
                  <a:lnTo>
                    <a:pt x="133860" y="709243"/>
                  </a:lnTo>
                  <a:lnTo>
                    <a:pt x="132038" y="705935"/>
                  </a:lnTo>
                  <a:lnTo>
                    <a:pt x="129851" y="704258"/>
                  </a:lnTo>
                  <a:lnTo>
                    <a:pt x="127983" y="703606"/>
                  </a:lnTo>
                  <a:lnTo>
                    <a:pt x="124155" y="703233"/>
                  </a:lnTo>
                  <a:lnTo>
                    <a:pt x="119462" y="703233"/>
                  </a:lnTo>
                  <a:lnTo>
                    <a:pt x="114633" y="702255"/>
                  </a:lnTo>
                  <a:lnTo>
                    <a:pt x="110168" y="700019"/>
                  </a:lnTo>
                  <a:lnTo>
                    <a:pt x="106842" y="699087"/>
                  </a:lnTo>
                  <a:lnTo>
                    <a:pt x="103835" y="696851"/>
                  </a:lnTo>
                  <a:lnTo>
                    <a:pt x="100645" y="693591"/>
                  </a:lnTo>
                  <a:lnTo>
                    <a:pt x="98550" y="691308"/>
                  </a:lnTo>
                  <a:lnTo>
                    <a:pt x="97730" y="689165"/>
                  </a:lnTo>
                  <a:lnTo>
                    <a:pt x="97730" y="685392"/>
                  </a:lnTo>
                  <a:lnTo>
                    <a:pt x="98185" y="684274"/>
                  </a:lnTo>
                  <a:lnTo>
                    <a:pt x="99187" y="682131"/>
                  </a:lnTo>
                  <a:lnTo>
                    <a:pt x="100327" y="679336"/>
                  </a:lnTo>
                  <a:lnTo>
                    <a:pt x="100691" y="676261"/>
                  </a:lnTo>
                  <a:lnTo>
                    <a:pt x="101238" y="672208"/>
                  </a:lnTo>
                  <a:lnTo>
                    <a:pt x="100919" y="668994"/>
                  </a:lnTo>
                  <a:lnTo>
                    <a:pt x="100327" y="664615"/>
                  </a:lnTo>
                  <a:lnTo>
                    <a:pt x="98914" y="661774"/>
                  </a:lnTo>
                  <a:lnTo>
                    <a:pt x="97866" y="659724"/>
                  </a:lnTo>
                  <a:lnTo>
                    <a:pt x="94403" y="655159"/>
                  </a:lnTo>
                  <a:lnTo>
                    <a:pt x="93629" y="652038"/>
                  </a:lnTo>
                  <a:lnTo>
                    <a:pt x="94312" y="649429"/>
                  </a:lnTo>
                  <a:lnTo>
                    <a:pt x="97365" y="644864"/>
                  </a:lnTo>
                  <a:lnTo>
                    <a:pt x="100372" y="639553"/>
                  </a:lnTo>
                  <a:lnTo>
                    <a:pt x="103425" y="634848"/>
                  </a:lnTo>
                  <a:lnTo>
                    <a:pt x="107161" y="630143"/>
                  </a:lnTo>
                  <a:lnTo>
                    <a:pt x="109576" y="621898"/>
                  </a:lnTo>
                  <a:lnTo>
                    <a:pt x="113175" y="608342"/>
                  </a:lnTo>
                  <a:lnTo>
                    <a:pt x="115225" y="601261"/>
                  </a:lnTo>
                  <a:lnTo>
                    <a:pt x="116729" y="599491"/>
                  </a:lnTo>
                  <a:lnTo>
                    <a:pt x="120055" y="597953"/>
                  </a:lnTo>
                  <a:lnTo>
                    <a:pt x="120693" y="597674"/>
                  </a:lnTo>
                  <a:lnTo>
                    <a:pt x="121786" y="597161"/>
                  </a:lnTo>
                  <a:lnTo>
                    <a:pt x="123335" y="595904"/>
                  </a:lnTo>
                  <a:lnTo>
                    <a:pt x="124110" y="593435"/>
                  </a:lnTo>
                  <a:lnTo>
                    <a:pt x="124657" y="589708"/>
                  </a:lnTo>
                  <a:lnTo>
                    <a:pt x="125431" y="586400"/>
                  </a:lnTo>
                  <a:lnTo>
                    <a:pt x="126114" y="583605"/>
                  </a:lnTo>
                  <a:lnTo>
                    <a:pt x="126752" y="579879"/>
                  </a:lnTo>
                  <a:lnTo>
                    <a:pt x="128074" y="575127"/>
                  </a:lnTo>
                  <a:lnTo>
                    <a:pt x="129441" y="570469"/>
                  </a:lnTo>
                  <a:lnTo>
                    <a:pt x="131719" y="566323"/>
                  </a:lnTo>
                  <a:lnTo>
                    <a:pt x="132903" y="564226"/>
                  </a:lnTo>
                  <a:lnTo>
                    <a:pt x="134316" y="559661"/>
                  </a:lnTo>
                  <a:lnTo>
                    <a:pt x="134179" y="554584"/>
                  </a:lnTo>
                  <a:lnTo>
                    <a:pt x="133769" y="551649"/>
                  </a:lnTo>
                  <a:lnTo>
                    <a:pt x="132630" y="547642"/>
                  </a:lnTo>
                  <a:lnTo>
                    <a:pt x="129942" y="542006"/>
                  </a:lnTo>
                  <a:lnTo>
                    <a:pt x="127254" y="538093"/>
                  </a:lnTo>
                  <a:lnTo>
                    <a:pt x="126889" y="534319"/>
                  </a:lnTo>
                  <a:lnTo>
                    <a:pt x="126798" y="533481"/>
                  </a:lnTo>
                  <a:lnTo>
                    <a:pt x="127026" y="532689"/>
                  </a:lnTo>
                  <a:lnTo>
                    <a:pt x="127709" y="530313"/>
                  </a:lnTo>
                  <a:lnTo>
                    <a:pt x="129167" y="527704"/>
                  </a:lnTo>
                  <a:lnTo>
                    <a:pt x="130762" y="526260"/>
                  </a:lnTo>
                  <a:lnTo>
                    <a:pt x="134316" y="521462"/>
                  </a:lnTo>
                  <a:lnTo>
                    <a:pt x="139373" y="511400"/>
                  </a:lnTo>
                  <a:lnTo>
                    <a:pt x="142790" y="505437"/>
                  </a:lnTo>
                  <a:lnTo>
                    <a:pt x="143109" y="500453"/>
                  </a:lnTo>
                  <a:lnTo>
                    <a:pt x="143519" y="496027"/>
                  </a:lnTo>
                  <a:lnTo>
                    <a:pt x="142790" y="490297"/>
                  </a:lnTo>
                  <a:lnTo>
                    <a:pt x="141697" y="487596"/>
                  </a:lnTo>
                  <a:lnTo>
                    <a:pt x="141013" y="486710"/>
                  </a:lnTo>
                  <a:lnTo>
                    <a:pt x="139510" y="483543"/>
                  </a:lnTo>
                  <a:lnTo>
                    <a:pt x="137004" y="475530"/>
                  </a:lnTo>
                  <a:lnTo>
                    <a:pt x="136093" y="472176"/>
                  </a:lnTo>
                  <a:lnTo>
                    <a:pt x="134452" y="466726"/>
                  </a:lnTo>
                  <a:lnTo>
                    <a:pt x="132812" y="457223"/>
                  </a:lnTo>
                  <a:lnTo>
                    <a:pt x="133313" y="450841"/>
                  </a:lnTo>
                  <a:lnTo>
                    <a:pt x="132812" y="446275"/>
                  </a:lnTo>
                  <a:lnTo>
                    <a:pt x="131354" y="443387"/>
                  </a:lnTo>
                  <a:lnTo>
                    <a:pt x="129349" y="442176"/>
                  </a:lnTo>
                  <a:lnTo>
                    <a:pt x="125522" y="440872"/>
                  </a:lnTo>
                  <a:lnTo>
                    <a:pt x="124110" y="440406"/>
                  </a:lnTo>
                  <a:lnTo>
                    <a:pt x="117321" y="438682"/>
                  </a:lnTo>
                  <a:lnTo>
                    <a:pt x="109849" y="435794"/>
                  </a:lnTo>
                  <a:lnTo>
                    <a:pt x="103607" y="434396"/>
                  </a:lnTo>
                  <a:lnTo>
                    <a:pt x="95315" y="429598"/>
                  </a:lnTo>
                  <a:lnTo>
                    <a:pt x="86795" y="423449"/>
                  </a:lnTo>
                  <a:lnTo>
                    <a:pt x="80872" y="416368"/>
                  </a:lnTo>
                  <a:lnTo>
                    <a:pt x="77682" y="409847"/>
                  </a:lnTo>
                  <a:lnTo>
                    <a:pt x="76726" y="405934"/>
                  </a:lnTo>
                  <a:lnTo>
                    <a:pt x="75268" y="399458"/>
                  </a:lnTo>
                  <a:lnTo>
                    <a:pt x="75359" y="395312"/>
                  </a:lnTo>
                  <a:lnTo>
                    <a:pt x="75268" y="395079"/>
                  </a:lnTo>
                  <a:lnTo>
                    <a:pt x="74083" y="388465"/>
                  </a:lnTo>
                  <a:lnTo>
                    <a:pt x="73992" y="385623"/>
                  </a:lnTo>
                  <a:lnTo>
                    <a:pt x="73445" y="383154"/>
                  </a:lnTo>
                  <a:lnTo>
                    <a:pt x="71167" y="380266"/>
                  </a:lnTo>
                  <a:lnTo>
                    <a:pt x="65836" y="376166"/>
                  </a:lnTo>
                  <a:lnTo>
                    <a:pt x="63923" y="374117"/>
                  </a:lnTo>
                  <a:lnTo>
                    <a:pt x="62875" y="372719"/>
                  </a:lnTo>
                  <a:lnTo>
                    <a:pt x="61508" y="370110"/>
                  </a:lnTo>
                  <a:lnTo>
                    <a:pt x="60004" y="366430"/>
                  </a:lnTo>
                  <a:lnTo>
                    <a:pt x="58820" y="364194"/>
                  </a:lnTo>
                  <a:lnTo>
                    <a:pt x="56223" y="360747"/>
                  </a:lnTo>
                  <a:lnTo>
                    <a:pt x="54446" y="357626"/>
                  </a:lnTo>
                  <a:lnTo>
                    <a:pt x="54355" y="357253"/>
                  </a:lnTo>
                  <a:lnTo>
                    <a:pt x="54127" y="356275"/>
                  </a:lnTo>
                  <a:lnTo>
                    <a:pt x="53762" y="352408"/>
                  </a:lnTo>
                  <a:lnTo>
                    <a:pt x="53443" y="351057"/>
                  </a:lnTo>
                  <a:lnTo>
                    <a:pt x="49981" y="346958"/>
                  </a:lnTo>
                  <a:lnTo>
                    <a:pt x="44696" y="342672"/>
                  </a:lnTo>
                  <a:lnTo>
                    <a:pt x="43329" y="341880"/>
                  </a:lnTo>
                  <a:lnTo>
                    <a:pt x="42964" y="340902"/>
                  </a:lnTo>
                  <a:lnTo>
                    <a:pt x="42372" y="339644"/>
                  </a:lnTo>
                  <a:lnTo>
                    <a:pt x="40914" y="337967"/>
                  </a:lnTo>
                  <a:lnTo>
                    <a:pt x="39502" y="336989"/>
                  </a:lnTo>
                  <a:lnTo>
                    <a:pt x="38089" y="336616"/>
                  </a:lnTo>
                  <a:lnTo>
                    <a:pt x="36905" y="336523"/>
                  </a:lnTo>
                  <a:lnTo>
                    <a:pt x="34171" y="336337"/>
                  </a:lnTo>
                  <a:lnTo>
                    <a:pt x="32303" y="336244"/>
                  </a:lnTo>
                  <a:lnTo>
                    <a:pt x="30435" y="336244"/>
                  </a:lnTo>
                  <a:lnTo>
                    <a:pt x="21596" y="333961"/>
                  </a:lnTo>
                  <a:lnTo>
                    <a:pt x="20776" y="333728"/>
                  </a:lnTo>
                  <a:lnTo>
                    <a:pt x="18224" y="332843"/>
                  </a:lnTo>
                  <a:lnTo>
                    <a:pt x="17131" y="332191"/>
                  </a:lnTo>
                  <a:lnTo>
                    <a:pt x="16219" y="330933"/>
                  </a:lnTo>
                  <a:lnTo>
                    <a:pt x="15217" y="329396"/>
                  </a:lnTo>
                  <a:lnTo>
                    <a:pt x="14124" y="327626"/>
                  </a:lnTo>
                  <a:lnTo>
                    <a:pt x="12666" y="326741"/>
                  </a:lnTo>
                  <a:lnTo>
                    <a:pt x="8747" y="324458"/>
                  </a:lnTo>
                  <a:lnTo>
                    <a:pt x="5239" y="323060"/>
                  </a:lnTo>
                  <a:lnTo>
                    <a:pt x="4054" y="321150"/>
                  </a:lnTo>
                  <a:lnTo>
                    <a:pt x="1913" y="319147"/>
                  </a:lnTo>
                  <a:lnTo>
                    <a:pt x="1503" y="318775"/>
                  </a:lnTo>
                  <a:lnTo>
                    <a:pt x="774" y="317890"/>
                  </a:lnTo>
                  <a:lnTo>
                    <a:pt x="0" y="313790"/>
                  </a:lnTo>
                  <a:lnTo>
                    <a:pt x="728" y="308060"/>
                  </a:lnTo>
                  <a:lnTo>
                    <a:pt x="2870" y="302983"/>
                  </a:lnTo>
                  <a:lnTo>
                    <a:pt x="8201" y="293340"/>
                  </a:lnTo>
                  <a:lnTo>
                    <a:pt x="8565" y="292874"/>
                  </a:lnTo>
                  <a:lnTo>
                    <a:pt x="9203" y="290731"/>
                  </a:lnTo>
                  <a:lnTo>
                    <a:pt x="11025" y="284722"/>
                  </a:lnTo>
                  <a:lnTo>
                    <a:pt x="13987" y="282579"/>
                  </a:lnTo>
                  <a:lnTo>
                    <a:pt x="18133" y="280948"/>
                  </a:lnTo>
                  <a:lnTo>
                    <a:pt x="20958" y="279318"/>
                  </a:lnTo>
                  <a:lnTo>
                    <a:pt x="23555" y="278060"/>
                  </a:lnTo>
                  <a:lnTo>
                    <a:pt x="25377" y="273728"/>
                  </a:lnTo>
                  <a:lnTo>
                    <a:pt x="25833" y="272703"/>
                  </a:lnTo>
                  <a:lnTo>
                    <a:pt x="27291" y="268697"/>
                  </a:lnTo>
                  <a:lnTo>
                    <a:pt x="28111" y="265902"/>
                  </a:lnTo>
                  <a:lnTo>
                    <a:pt x="27883" y="263945"/>
                  </a:lnTo>
                  <a:lnTo>
                    <a:pt x="29205" y="261989"/>
                  </a:lnTo>
                  <a:lnTo>
                    <a:pt x="30070" y="261476"/>
                  </a:lnTo>
                  <a:lnTo>
                    <a:pt x="31847" y="260358"/>
                  </a:lnTo>
                  <a:lnTo>
                    <a:pt x="36176" y="257843"/>
                  </a:lnTo>
                  <a:lnTo>
                    <a:pt x="36312" y="257656"/>
                  </a:lnTo>
                  <a:lnTo>
                    <a:pt x="37679" y="256305"/>
                  </a:lnTo>
                  <a:lnTo>
                    <a:pt x="38454" y="255374"/>
                  </a:lnTo>
                  <a:lnTo>
                    <a:pt x="39684" y="254861"/>
                  </a:lnTo>
                  <a:lnTo>
                    <a:pt x="43010" y="251321"/>
                  </a:lnTo>
                  <a:lnTo>
                    <a:pt x="44969" y="250948"/>
                  </a:lnTo>
                  <a:lnTo>
                    <a:pt x="52441" y="252765"/>
                  </a:lnTo>
                  <a:lnTo>
                    <a:pt x="65016" y="256072"/>
                  </a:lnTo>
                  <a:lnTo>
                    <a:pt x="66975" y="254628"/>
                  </a:lnTo>
                  <a:lnTo>
                    <a:pt x="68843" y="252858"/>
                  </a:lnTo>
                  <a:lnTo>
                    <a:pt x="72807" y="248479"/>
                  </a:lnTo>
                  <a:lnTo>
                    <a:pt x="74356" y="246756"/>
                  </a:lnTo>
                  <a:lnTo>
                    <a:pt x="74493" y="245218"/>
                  </a:lnTo>
                  <a:lnTo>
                    <a:pt x="75268" y="236926"/>
                  </a:lnTo>
                  <a:lnTo>
                    <a:pt x="77181" y="227610"/>
                  </a:lnTo>
                  <a:lnTo>
                    <a:pt x="82375" y="216429"/>
                  </a:lnTo>
                  <a:lnTo>
                    <a:pt x="89847" y="208463"/>
                  </a:lnTo>
                  <a:lnTo>
                    <a:pt x="93720" y="203432"/>
                  </a:lnTo>
                  <a:lnTo>
                    <a:pt x="98094" y="197004"/>
                  </a:lnTo>
                  <a:lnTo>
                    <a:pt x="101101" y="191693"/>
                  </a:lnTo>
                  <a:lnTo>
                    <a:pt x="102195" y="187547"/>
                  </a:lnTo>
                  <a:lnTo>
                    <a:pt x="101557" y="182749"/>
                  </a:lnTo>
                  <a:lnTo>
                    <a:pt x="100828" y="179395"/>
                  </a:lnTo>
                  <a:lnTo>
                    <a:pt x="96909" y="171476"/>
                  </a:lnTo>
                  <a:lnTo>
                    <a:pt x="95178" y="169333"/>
                  </a:lnTo>
                  <a:lnTo>
                    <a:pt x="94859" y="167469"/>
                  </a:lnTo>
                  <a:lnTo>
                    <a:pt x="93583" y="165233"/>
                  </a:lnTo>
                  <a:lnTo>
                    <a:pt x="92809" y="161507"/>
                  </a:lnTo>
                  <a:lnTo>
                    <a:pt x="93310" y="159177"/>
                  </a:lnTo>
                  <a:lnTo>
                    <a:pt x="94814" y="158013"/>
                  </a:lnTo>
                  <a:lnTo>
                    <a:pt x="97092" y="156103"/>
                  </a:lnTo>
                  <a:lnTo>
                    <a:pt x="101466" y="156149"/>
                  </a:lnTo>
                  <a:lnTo>
                    <a:pt x="103379" y="155404"/>
                  </a:lnTo>
                  <a:lnTo>
                    <a:pt x="106842" y="155404"/>
                  </a:lnTo>
                  <a:lnTo>
                    <a:pt x="108983" y="155264"/>
                  </a:lnTo>
                  <a:lnTo>
                    <a:pt x="111034" y="155171"/>
                  </a:lnTo>
                  <a:lnTo>
                    <a:pt x="112628" y="153494"/>
                  </a:lnTo>
                  <a:lnTo>
                    <a:pt x="115635" y="152236"/>
                  </a:lnTo>
                  <a:lnTo>
                    <a:pt x="120374" y="152004"/>
                  </a:lnTo>
                  <a:lnTo>
                    <a:pt x="122515" y="152609"/>
                  </a:lnTo>
                  <a:lnTo>
                    <a:pt x="124565" y="150792"/>
                  </a:lnTo>
                  <a:lnTo>
                    <a:pt x="126160" y="147951"/>
                  </a:lnTo>
                  <a:lnTo>
                    <a:pt x="127755" y="146274"/>
                  </a:lnTo>
                  <a:lnTo>
                    <a:pt x="129122" y="144317"/>
                  </a:lnTo>
                  <a:lnTo>
                    <a:pt x="130716" y="142221"/>
                  </a:lnTo>
                  <a:lnTo>
                    <a:pt x="131673" y="140637"/>
                  </a:lnTo>
                  <a:lnTo>
                    <a:pt x="131491" y="137656"/>
                  </a:lnTo>
                  <a:lnTo>
                    <a:pt x="128939" y="134441"/>
                  </a:lnTo>
                  <a:lnTo>
                    <a:pt x="125887" y="132159"/>
                  </a:lnTo>
                  <a:lnTo>
                    <a:pt x="124839" y="130295"/>
                  </a:lnTo>
                  <a:lnTo>
                    <a:pt x="121741" y="127733"/>
                  </a:lnTo>
                  <a:lnTo>
                    <a:pt x="119827" y="125218"/>
                  </a:lnTo>
                  <a:lnTo>
                    <a:pt x="119098" y="123308"/>
                  </a:lnTo>
                  <a:lnTo>
                    <a:pt x="119098" y="122050"/>
                  </a:lnTo>
                  <a:lnTo>
                    <a:pt x="118460" y="120978"/>
                  </a:lnTo>
                  <a:lnTo>
                    <a:pt x="120100" y="120280"/>
                  </a:lnTo>
                  <a:lnTo>
                    <a:pt x="120875" y="119674"/>
                  </a:lnTo>
                  <a:lnTo>
                    <a:pt x="121968" y="118742"/>
                  </a:lnTo>
                  <a:lnTo>
                    <a:pt x="123381" y="116180"/>
                  </a:lnTo>
                  <a:lnTo>
                    <a:pt x="123836" y="112500"/>
                  </a:lnTo>
                  <a:lnTo>
                    <a:pt x="123700" y="96615"/>
                  </a:lnTo>
                  <a:lnTo>
                    <a:pt x="123928" y="84876"/>
                  </a:lnTo>
                  <a:lnTo>
                    <a:pt x="122925" y="79193"/>
                  </a:lnTo>
                  <a:lnTo>
                    <a:pt x="120693" y="78727"/>
                  </a:lnTo>
                  <a:lnTo>
                    <a:pt x="119371" y="78913"/>
                  </a:lnTo>
                  <a:lnTo>
                    <a:pt x="115043" y="80916"/>
                  </a:lnTo>
                  <a:lnTo>
                    <a:pt x="110623" y="81289"/>
                  </a:lnTo>
                  <a:lnTo>
                    <a:pt x="106250" y="81056"/>
                  </a:lnTo>
                  <a:lnTo>
                    <a:pt x="104883" y="74953"/>
                  </a:lnTo>
                  <a:lnTo>
                    <a:pt x="103379" y="70295"/>
                  </a:lnTo>
                  <a:lnTo>
                    <a:pt x="101101" y="56506"/>
                  </a:lnTo>
                  <a:lnTo>
                    <a:pt x="100828" y="53571"/>
                  </a:lnTo>
                  <a:lnTo>
                    <a:pt x="100235" y="47469"/>
                  </a:lnTo>
                  <a:lnTo>
                    <a:pt x="97775" y="36568"/>
                  </a:lnTo>
                  <a:lnTo>
                    <a:pt x="98504" y="29534"/>
                  </a:lnTo>
                  <a:lnTo>
                    <a:pt x="102468" y="19239"/>
                  </a:lnTo>
                  <a:lnTo>
                    <a:pt x="103197" y="17375"/>
                  </a:lnTo>
                  <a:lnTo>
                    <a:pt x="104518" y="9829"/>
                  </a:lnTo>
                  <a:lnTo>
                    <a:pt x="1068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3336846" y="5696766"/>
              <a:ext cx="23965" cy="36521"/>
            </a:xfrm>
            <a:custGeom>
              <a:avLst/>
              <a:pathLst>
                <a:path w="23965" h="36521">
                  <a:moveTo>
                    <a:pt x="15308" y="139"/>
                  </a:moveTo>
                  <a:lnTo>
                    <a:pt x="15718" y="512"/>
                  </a:lnTo>
                  <a:lnTo>
                    <a:pt x="15992" y="1211"/>
                  </a:lnTo>
                  <a:lnTo>
                    <a:pt x="16083" y="1537"/>
                  </a:lnTo>
                  <a:lnTo>
                    <a:pt x="16128" y="1956"/>
                  </a:lnTo>
                  <a:lnTo>
                    <a:pt x="15627" y="3167"/>
                  </a:lnTo>
                  <a:lnTo>
                    <a:pt x="14944" y="4751"/>
                  </a:lnTo>
                  <a:lnTo>
                    <a:pt x="14260" y="6055"/>
                  </a:lnTo>
                  <a:lnTo>
                    <a:pt x="14124" y="6288"/>
                  </a:lnTo>
                  <a:lnTo>
                    <a:pt x="13941" y="6754"/>
                  </a:lnTo>
                  <a:lnTo>
                    <a:pt x="14078" y="7173"/>
                  </a:lnTo>
                  <a:lnTo>
                    <a:pt x="14488" y="7639"/>
                  </a:lnTo>
                  <a:lnTo>
                    <a:pt x="15217" y="7872"/>
                  </a:lnTo>
                  <a:lnTo>
                    <a:pt x="15718" y="8012"/>
                  </a:lnTo>
                  <a:lnTo>
                    <a:pt x="16402" y="8105"/>
                  </a:lnTo>
                  <a:lnTo>
                    <a:pt x="16994" y="8152"/>
                  </a:lnTo>
                  <a:lnTo>
                    <a:pt x="17495" y="8152"/>
                  </a:lnTo>
                  <a:lnTo>
                    <a:pt x="17905" y="8059"/>
                  </a:lnTo>
                  <a:lnTo>
                    <a:pt x="18224" y="8105"/>
                  </a:lnTo>
                  <a:lnTo>
                    <a:pt x="18589" y="8152"/>
                  </a:lnTo>
                  <a:lnTo>
                    <a:pt x="18862" y="8152"/>
                  </a:lnTo>
                  <a:lnTo>
                    <a:pt x="19363" y="7872"/>
                  </a:lnTo>
                  <a:lnTo>
                    <a:pt x="19864" y="7686"/>
                  </a:lnTo>
                  <a:lnTo>
                    <a:pt x="19910" y="8152"/>
                  </a:lnTo>
                  <a:lnTo>
                    <a:pt x="19910" y="8897"/>
                  </a:lnTo>
                  <a:lnTo>
                    <a:pt x="19819" y="9549"/>
                  </a:lnTo>
                  <a:lnTo>
                    <a:pt x="19637" y="10062"/>
                  </a:lnTo>
                  <a:lnTo>
                    <a:pt x="19409" y="10481"/>
                  </a:lnTo>
                  <a:lnTo>
                    <a:pt x="19318" y="10667"/>
                  </a:lnTo>
                  <a:lnTo>
                    <a:pt x="19546" y="10807"/>
                  </a:lnTo>
                  <a:lnTo>
                    <a:pt x="20001" y="10434"/>
                  </a:lnTo>
                  <a:lnTo>
                    <a:pt x="20411" y="10714"/>
                  </a:lnTo>
                  <a:lnTo>
                    <a:pt x="20548" y="10807"/>
                  </a:lnTo>
                  <a:lnTo>
                    <a:pt x="20457" y="11040"/>
                  </a:lnTo>
                  <a:lnTo>
                    <a:pt x="20457" y="11273"/>
                  </a:lnTo>
                  <a:lnTo>
                    <a:pt x="20776" y="11878"/>
                  </a:lnTo>
                  <a:lnTo>
                    <a:pt x="21140" y="12344"/>
                  </a:lnTo>
                  <a:lnTo>
                    <a:pt x="21003" y="12531"/>
                  </a:lnTo>
                  <a:lnTo>
                    <a:pt x="20548" y="12251"/>
                  </a:lnTo>
                  <a:lnTo>
                    <a:pt x="19956" y="12857"/>
                  </a:lnTo>
                  <a:lnTo>
                    <a:pt x="19454" y="13416"/>
                  </a:lnTo>
                  <a:lnTo>
                    <a:pt x="19363" y="13835"/>
                  </a:lnTo>
                  <a:lnTo>
                    <a:pt x="19363" y="14161"/>
                  </a:lnTo>
                  <a:lnTo>
                    <a:pt x="19272" y="14301"/>
                  </a:lnTo>
                  <a:lnTo>
                    <a:pt x="19227" y="14441"/>
                  </a:lnTo>
                  <a:lnTo>
                    <a:pt x="18862" y="14860"/>
                  </a:lnTo>
                  <a:lnTo>
                    <a:pt x="18634" y="15139"/>
                  </a:lnTo>
                  <a:lnTo>
                    <a:pt x="18589" y="15512"/>
                  </a:lnTo>
                  <a:lnTo>
                    <a:pt x="18589" y="16071"/>
                  </a:lnTo>
                  <a:lnTo>
                    <a:pt x="18498" y="16304"/>
                  </a:lnTo>
                  <a:lnTo>
                    <a:pt x="18543" y="16910"/>
                  </a:lnTo>
                  <a:lnTo>
                    <a:pt x="18999" y="16863"/>
                  </a:lnTo>
                  <a:lnTo>
                    <a:pt x="19363" y="17096"/>
                  </a:lnTo>
                  <a:lnTo>
                    <a:pt x="19454" y="17375"/>
                  </a:lnTo>
                  <a:lnTo>
                    <a:pt x="19773" y="17282"/>
                  </a:lnTo>
                  <a:lnTo>
                    <a:pt x="19819" y="17515"/>
                  </a:lnTo>
                  <a:lnTo>
                    <a:pt x="19500" y="17701"/>
                  </a:lnTo>
                  <a:lnTo>
                    <a:pt x="19546" y="18167"/>
                  </a:lnTo>
                  <a:lnTo>
                    <a:pt x="19591" y="18400"/>
                  </a:lnTo>
                  <a:lnTo>
                    <a:pt x="19773" y="18866"/>
                  </a:lnTo>
                  <a:lnTo>
                    <a:pt x="20138" y="19285"/>
                  </a:lnTo>
                  <a:lnTo>
                    <a:pt x="20685" y="19891"/>
                  </a:lnTo>
                  <a:lnTo>
                    <a:pt x="20912" y="19751"/>
                  </a:lnTo>
                  <a:lnTo>
                    <a:pt x="21095" y="19611"/>
                  </a:lnTo>
                  <a:lnTo>
                    <a:pt x="21277" y="19891"/>
                  </a:lnTo>
                  <a:lnTo>
                    <a:pt x="20867" y="20217"/>
                  </a:lnTo>
                  <a:lnTo>
                    <a:pt x="21231" y="20823"/>
                  </a:lnTo>
                  <a:lnTo>
                    <a:pt x="22006" y="20916"/>
                  </a:lnTo>
                  <a:lnTo>
                    <a:pt x="22279" y="20823"/>
                  </a:lnTo>
                  <a:lnTo>
                    <a:pt x="22416" y="19705"/>
                  </a:lnTo>
                  <a:lnTo>
                    <a:pt x="22735" y="19705"/>
                  </a:lnTo>
                  <a:lnTo>
                    <a:pt x="23783" y="19705"/>
                  </a:lnTo>
                  <a:lnTo>
                    <a:pt x="23874" y="21009"/>
                  </a:lnTo>
                  <a:lnTo>
                    <a:pt x="23965" y="21335"/>
                  </a:lnTo>
                  <a:lnTo>
                    <a:pt x="23737" y="21987"/>
                  </a:lnTo>
                  <a:lnTo>
                    <a:pt x="23054" y="22360"/>
                  </a:lnTo>
                  <a:lnTo>
                    <a:pt x="23008" y="22965"/>
                  </a:lnTo>
                  <a:lnTo>
                    <a:pt x="22735" y="23105"/>
                  </a:lnTo>
                  <a:lnTo>
                    <a:pt x="21869" y="22733"/>
                  </a:lnTo>
                  <a:lnTo>
                    <a:pt x="21277" y="23059"/>
                  </a:lnTo>
                  <a:lnTo>
                    <a:pt x="21140" y="23198"/>
                  </a:lnTo>
                  <a:lnTo>
                    <a:pt x="21322" y="23524"/>
                  </a:lnTo>
                  <a:lnTo>
                    <a:pt x="21550" y="24037"/>
                  </a:lnTo>
                  <a:lnTo>
                    <a:pt x="21732" y="24316"/>
                  </a:lnTo>
                  <a:lnTo>
                    <a:pt x="21095" y="24782"/>
                  </a:lnTo>
                  <a:lnTo>
                    <a:pt x="20730" y="24270"/>
                  </a:lnTo>
                  <a:lnTo>
                    <a:pt x="20229" y="24643"/>
                  </a:lnTo>
                  <a:lnTo>
                    <a:pt x="19864" y="24875"/>
                  </a:lnTo>
                  <a:lnTo>
                    <a:pt x="20229" y="25574"/>
                  </a:lnTo>
                  <a:lnTo>
                    <a:pt x="20001" y="25900"/>
                  </a:lnTo>
                  <a:lnTo>
                    <a:pt x="20274" y="26413"/>
                  </a:lnTo>
                  <a:lnTo>
                    <a:pt x="19728" y="26832"/>
                  </a:lnTo>
                  <a:lnTo>
                    <a:pt x="19546" y="26646"/>
                  </a:lnTo>
                  <a:lnTo>
                    <a:pt x="19318" y="26366"/>
                  </a:lnTo>
                  <a:lnTo>
                    <a:pt x="19227" y="26552"/>
                  </a:lnTo>
                  <a:lnTo>
                    <a:pt x="18361" y="26879"/>
                  </a:lnTo>
                  <a:lnTo>
                    <a:pt x="17951" y="26646"/>
                  </a:lnTo>
                  <a:lnTo>
                    <a:pt x="17085" y="27111"/>
                  </a:lnTo>
                  <a:lnTo>
                    <a:pt x="16721" y="27531"/>
                  </a:lnTo>
                  <a:lnTo>
                    <a:pt x="16538" y="28043"/>
                  </a:lnTo>
                  <a:lnTo>
                    <a:pt x="17176" y="28369"/>
                  </a:lnTo>
                  <a:lnTo>
                    <a:pt x="17677" y="29068"/>
                  </a:lnTo>
                  <a:lnTo>
                    <a:pt x="17860" y="28975"/>
                  </a:lnTo>
                  <a:lnTo>
                    <a:pt x="17996" y="29161"/>
                  </a:lnTo>
                  <a:lnTo>
                    <a:pt x="18179" y="29394"/>
                  </a:lnTo>
                  <a:lnTo>
                    <a:pt x="18543" y="29394"/>
                  </a:lnTo>
                  <a:lnTo>
                    <a:pt x="18862" y="29627"/>
                  </a:lnTo>
                  <a:lnTo>
                    <a:pt x="19227" y="29441"/>
                  </a:lnTo>
                  <a:lnTo>
                    <a:pt x="19044" y="29813"/>
                  </a:lnTo>
                  <a:lnTo>
                    <a:pt x="19318" y="30046"/>
                  </a:lnTo>
                  <a:lnTo>
                    <a:pt x="19637" y="29860"/>
                  </a:lnTo>
                  <a:lnTo>
                    <a:pt x="19864" y="30000"/>
                  </a:lnTo>
                  <a:lnTo>
                    <a:pt x="20001" y="30233"/>
                  </a:lnTo>
                  <a:lnTo>
                    <a:pt x="19500" y="30559"/>
                  </a:lnTo>
                  <a:lnTo>
                    <a:pt x="19272" y="31164"/>
                  </a:lnTo>
                  <a:lnTo>
                    <a:pt x="18543" y="30931"/>
                  </a:lnTo>
                  <a:lnTo>
                    <a:pt x="18315" y="30978"/>
                  </a:lnTo>
                  <a:lnTo>
                    <a:pt x="18088" y="31397"/>
                  </a:lnTo>
                  <a:lnTo>
                    <a:pt x="17814" y="31677"/>
                  </a:lnTo>
                  <a:lnTo>
                    <a:pt x="17769" y="31910"/>
                  </a:lnTo>
                  <a:lnTo>
                    <a:pt x="17632" y="32189"/>
                  </a:lnTo>
                  <a:lnTo>
                    <a:pt x="17359" y="32282"/>
                  </a:lnTo>
                  <a:lnTo>
                    <a:pt x="17313" y="32049"/>
                  </a:lnTo>
                  <a:lnTo>
                    <a:pt x="17404" y="31770"/>
                  </a:lnTo>
                  <a:lnTo>
                    <a:pt x="17541" y="31397"/>
                  </a:lnTo>
                  <a:lnTo>
                    <a:pt x="17677" y="31118"/>
                  </a:lnTo>
                  <a:lnTo>
                    <a:pt x="17677" y="30838"/>
                  </a:lnTo>
                  <a:lnTo>
                    <a:pt x="17359" y="31071"/>
                  </a:lnTo>
                  <a:lnTo>
                    <a:pt x="16994" y="30745"/>
                  </a:lnTo>
                  <a:lnTo>
                    <a:pt x="16948" y="30279"/>
                  </a:lnTo>
                  <a:lnTo>
                    <a:pt x="16948" y="30046"/>
                  </a:lnTo>
                  <a:lnTo>
                    <a:pt x="16584" y="29720"/>
                  </a:lnTo>
                  <a:lnTo>
                    <a:pt x="16128" y="29720"/>
                  </a:lnTo>
                  <a:lnTo>
                    <a:pt x="15308" y="30000"/>
                  </a:lnTo>
                  <a:lnTo>
                    <a:pt x="15172" y="30046"/>
                  </a:lnTo>
                  <a:lnTo>
                    <a:pt x="14625" y="30326"/>
                  </a:lnTo>
                  <a:lnTo>
                    <a:pt x="13349" y="31397"/>
                  </a:lnTo>
                  <a:lnTo>
                    <a:pt x="13167" y="31584"/>
                  </a:lnTo>
                  <a:lnTo>
                    <a:pt x="12893" y="31863"/>
                  </a:lnTo>
                  <a:lnTo>
                    <a:pt x="12893" y="32189"/>
                  </a:lnTo>
                  <a:lnTo>
                    <a:pt x="12666" y="32655"/>
                  </a:lnTo>
                  <a:lnTo>
                    <a:pt x="12301" y="33447"/>
                  </a:lnTo>
                  <a:lnTo>
                    <a:pt x="12848" y="33726"/>
                  </a:lnTo>
                  <a:lnTo>
                    <a:pt x="13076" y="33680"/>
                  </a:lnTo>
                  <a:lnTo>
                    <a:pt x="13349" y="33866"/>
                  </a:lnTo>
                  <a:lnTo>
                    <a:pt x="13622" y="34006"/>
                  </a:lnTo>
                  <a:lnTo>
                    <a:pt x="13896" y="34239"/>
                  </a:lnTo>
                  <a:lnTo>
                    <a:pt x="13987" y="34379"/>
                  </a:lnTo>
                  <a:lnTo>
                    <a:pt x="14078" y="34658"/>
                  </a:lnTo>
                  <a:lnTo>
                    <a:pt x="14215" y="34938"/>
                  </a:lnTo>
                  <a:lnTo>
                    <a:pt x="14033" y="35403"/>
                  </a:lnTo>
                  <a:lnTo>
                    <a:pt x="13622" y="35636"/>
                  </a:lnTo>
                  <a:lnTo>
                    <a:pt x="13258" y="35823"/>
                  </a:lnTo>
                  <a:lnTo>
                    <a:pt x="12985" y="36521"/>
                  </a:lnTo>
                  <a:lnTo>
                    <a:pt x="12164" y="36521"/>
                  </a:lnTo>
                  <a:lnTo>
                    <a:pt x="11025" y="36382"/>
                  </a:lnTo>
                  <a:lnTo>
                    <a:pt x="10615" y="36009"/>
                  </a:lnTo>
                  <a:lnTo>
                    <a:pt x="10615" y="35823"/>
                  </a:lnTo>
                  <a:lnTo>
                    <a:pt x="10615" y="34938"/>
                  </a:lnTo>
                  <a:lnTo>
                    <a:pt x="10661" y="34192"/>
                  </a:lnTo>
                  <a:lnTo>
                    <a:pt x="10296" y="33959"/>
                  </a:lnTo>
                  <a:lnTo>
                    <a:pt x="10251" y="33633"/>
                  </a:lnTo>
                  <a:lnTo>
                    <a:pt x="10342" y="33074"/>
                  </a:lnTo>
                  <a:lnTo>
                    <a:pt x="9021" y="33074"/>
                  </a:lnTo>
                  <a:lnTo>
                    <a:pt x="8474" y="32562"/>
                  </a:lnTo>
                  <a:lnTo>
                    <a:pt x="8109" y="32608"/>
                  </a:lnTo>
                  <a:lnTo>
                    <a:pt x="7608" y="32795"/>
                  </a:lnTo>
                  <a:lnTo>
                    <a:pt x="6879" y="32981"/>
                  </a:lnTo>
                  <a:lnTo>
                    <a:pt x="6105" y="32981"/>
                  </a:lnTo>
                  <a:lnTo>
                    <a:pt x="5695" y="32702"/>
                  </a:lnTo>
                  <a:lnTo>
                    <a:pt x="5558" y="32515"/>
                  </a:lnTo>
                  <a:lnTo>
                    <a:pt x="5285" y="31910"/>
                  </a:lnTo>
                  <a:lnTo>
                    <a:pt x="5421" y="30233"/>
                  </a:lnTo>
                  <a:lnTo>
                    <a:pt x="5421" y="29813"/>
                  </a:lnTo>
                  <a:lnTo>
                    <a:pt x="5421" y="29394"/>
                  </a:lnTo>
                  <a:lnTo>
                    <a:pt x="5376" y="28649"/>
                  </a:lnTo>
                  <a:lnTo>
                    <a:pt x="5421" y="28136"/>
                  </a:lnTo>
                  <a:lnTo>
                    <a:pt x="5376" y="27950"/>
                  </a:lnTo>
                  <a:lnTo>
                    <a:pt x="5330" y="27624"/>
                  </a:lnTo>
                  <a:lnTo>
                    <a:pt x="5330" y="27298"/>
                  </a:lnTo>
                  <a:lnTo>
                    <a:pt x="5467" y="27158"/>
                  </a:lnTo>
                  <a:lnTo>
                    <a:pt x="5695" y="27018"/>
                  </a:lnTo>
                  <a:lnTo>
                    <a:pt x="5695" y="26739"/>
                  </a:lnTo>
                  <a:lnTo>
                    <a:pt x="5512" y="26320"/>
                  </a:lnTo>
                  <a:lnTo>
                    <a:pt x="5512" y="26087"/>
                  </a:lnTo>
                  <a:lnTo>
                    <a:pt x="5285" y="26087"/>
                  </a:lnTo>
                  <a:lnTo>
                    <a:pt x="4966" y="26226"/>
                  </a:lnTo>
                  <a:lnTo>
                    <a:pt x="4920" y="26459"/>
                  </a:lnTo>
                  <a:lnTo>
                    <a:pt x="4783" y="26599"/>
                  </a:lnTo>
                  <a:lnTo>
                    <a:pt x="4783" y="26832"/>
                  </a:lnTo>
                  <a:lnTo>
                    <a:pt x="4601" y="27251"/>
                  </a:lnTo>
                  <a:lnTo>
                    <a:pt x="4510" y="27438"/>
                  </a:lnTo>
                  <a:lnTo>
                    <a:pt x="4237" y="27298"/>
                  </a:lnTo>
                  <a:lnTo>
                    <a:pt x="3918" y="27205"/>
                  </a:lnTo>
                  <a:lnTo>
                    <a:pt x="3553" y="26972"/>
                  </a:lnTo>
                  <a:lnTo>
                    <a:pt x="2870" y="26273"/>
                  </a:lnTo>
                  <a:lnTo>
                    <a:pt x="2323" y="25714"/>
                  </a:lnTo>
                  <a:lnTo>
                    <a:pt x="1822" y="25341"/>
                  </a:lnTo>
                  <a:lnTo>
                    <a:pt x="1731" y="24875"/>
                  </a:lnTo>
                  <a:lnTo>
                    <a:pt x="1640" y="24503"/>
                  </a:lnTo>
                  <a:lnTo>
                    <a:pt x="1685" y="24083"/>
                  </a:lnTo>
                  <a:lnTo>
                    <a:pt x="1776" y="23618"/>
                  </a:lnTo>
                  <a:lnTo>
                    <a:pt x="1959" y="23152"/>
                  </a:lnTo>
                  <a:lnTo>
                    <a:pt x="2095" y="22872"/>
                  </a:lnTo>
                  <a:lnTo>
                    <a:pt x="2232" y="22453"/>
                  </a:lnTo>
                  <a:lnTo>
                    <a:pt x="2323" y="21941"/>
                  </a:lnTo>
                  <a:lnTo>
                    <a:pt x="2232" y="21475"/>
                  </a:lnTo>
                  <a:lnTo>
                    <a:pt x="2141" y="21102"/>
                  </a:lnTo>
                  <a:lnTo>
                    <a:pt x="1913" y="20729"/>
                  </a:lnTo>
                  <a:lnTo>
                    <a:pt x="1640" y="20590"/>
                  </a:lnTo>
                  <a:lnTo>
                    <a:pt x="1230" y="20590"/>
                  </a:lnTo>
                  <a:lnTo>
                    <a:pt x="865" y="20636"/>
                  </a:lnTo>
                  <a:lnTo>
                    <a:pt x="455" y="20450"/>
                  </a:lnTo>
                  <a:lnTo>
                    <a:pt x="318" y="20403"/>
                  </a:lnTo>
                  <a:lnTo>
                    <a:pt x="45" y="20170"/>
                  </a:lnTo>
                  <a:lnTo>
                    <a:pt x="0" y="19891"/>
                  </a:lnTo>
                  <a:lnTo>
                    <a:pt x="182" y="19565"/>
                  </a:lnTo>
                  <a:lnTo>
                    <a:pt x="318" y="19285"/>
                  </a:lnTo>
                  <a:lnTo>
                    <a:pt x="410" y="18866"/>
                  </a:lnTo>
                  <a:lnTo>
                    <a:pt x="364" y="18447"/>
                  </a:lnTo>
                  <a:lnTo>
                    <a:pt x="410" y="17981"/>
                  </a:lnTo>
                  <a:lnTo>
                    <a:pt x="637" y="17701"/>
                  </a:lnTo>
                  <a:lnTo>
                    <a:pt x="1002" y="17049"/>
                  </a:lnTo>
                  <a:lnTo>
                    <a:pt x="1184" y="16304"/>
                  </a:lnTo>
                  <a:lnTo>
                    <a:pt x="1275" y="15605"/>
                  </a:lnTo>
                  <a:lnTo>
                    <a:pt x="1275" y="15279"/>
                  </a:lnTo>
                  <a:lnTo>
                    <a:pt x="1412" y="15046"/>
                  </a:lnTo>
                  <a:lnTo>
                    <a:pt x="1594" y="14860"/>
                  </a:lnTo>
                  <a:lnTo>
                    <a:pt x="1913" y="14673"/>
                  </a:lnTo>
                  <a:lnTo>
                    <a:pt x="1959" y="14161"/>
                  </a:lnTo>
                  <a:lnTo>
                    <a:pt x="1959" y="14021"/>
                  </a:lnTo>
                  <a:lnTo>
                    <a:pt x="1822" y="13416"/>
                  </a:lnTo>
                  <a:lnTo>
                    <a:pt x="1822" y="13276"/>
                  </a:lnTo>
                  <a:lnTo>
                    <a:pt x="1822" y="12577"/>
                  </a:lnTo>
                  <a:lnTo>
                    <a:pt x="1913" y="11925"/>
                  </a:lnTo>
                  <a:lnTo>
                    <a:pt x="1822" y="11319"/>
                  </a:lnTo>
                  <a:lnTo>
                    <a:pt x="1503" y="11273"/>
                  </a:lnTo>
                  <a:lnTo>
                    <a:pt x="1366" y="11366"/>
                  </a:lnTo>
                  <a:lnTo>
                    <a:pt x="1002" y="11739"/>
                  </a:lnTo>
                  <a:lnTo>
                    <a:pt x="637" y="11785"/>
                  </a:lnTo>
                  <a:lnTo>
                    <a:pt x="410" y="11739"/>
                  </a:lnTo>
                  <a:lnTo>
                    <a:pt x="273" y="11739"/>
                  </a:lnTo>
                  <a:lnTo>
                    <a:pt x="273" y="11599"/>
                  </a:lnTo>
                  <a:lnTo>
                    <a:pt x="227" y="11366"/>
                  </a:lnTo>
                  <a:lnTo>
                    <a:pt x="273" y="11226"/>
                  </a:lnTo>
                  <a:lnTo>
                    <a:pt x="455" y="10760"/>
                  </a:lnTo>
                  <a:lnTo>
                    <a:pt x="865" y="10155"/>
                  </a:lnTo>
                  <a:lnTo>
                    <a:pt x="1275" y="9736"/>
                  </a:lnTo>
                  <a:lnTo>
                    <a:pt x="1685" y="9130"/>
                  </a:lnTo>
                  <a:lnTo>
                    <a:pt x="1822" y="8664"/>
                  </a:lnTo>
                  <a:lnTo>
                    <a:pt x="2278" y="7639"/>
                  </a:lnTo>
                  <a:lnTo>
                    <a:pt x="2414" y="6941"/>
                  </a:lnTo>
                  <a:lnTo>
                    <a:pt x="2460" y="6801"/>
                  </a:lnTo>
                  <a:lnTo>
                    <a:pt x="2733" y="6242"/>
                  </a:lnTo>
                  <a:lnTo>
                    <a:pt x="3098" y="5729"/>
                  </a:lnTo>
                  <a:lnTo>
                    <a:pt x="3234" y="5683"/>
                  </a:lnTo>
                  <a:lnTo>
                    <a:pt x="3462" y="5543"/>
                  </a:lnTo>
                  <a:lnTo>
                    <a:pt x="3963" y="5357"/>
                  </a:lnTo>
                  <a:lnTo>
                    <a:pt x="4237" y="5869"/>
                  </a:lnTo>
                  <a:lnTo>
                    <a:pt x="4465" y="6242"/>
                  </a:lnTo>
                  <a:lnTo>
                    <a:pt x="4829" y="6195"/>
                  </a:lnTo>
                  <a:lnTo>
                    <a:pt x="5239" y="5869"/>
                  </a:lnTo>
                  <a:lnTo>
                    <a:pt x="5558" y="5823"/>
                  </a:lnTo>
                  <a:lnTo>
                    <a:pt x="6196" y="5543"/>
                  </a:lnTo>
                  <a:lnTo>
                    <a:pt x="6378" y="5543"/>
                  </a:lnTo>
                  <a:lnTo>
                    <a:pt x="6788" y="5403"/>
                  </a:lnTo>
                  <a:lnTo>
                    <a:pt x="7198" y="5217"/>
                  </a:lnTo>
                  <a:lnTo>
                    <a:pt x="7699" y="4937"/>
                  </a:lnTo>
                  <a:lnTo>
                    <a:pt x="7836" y="4798"/>
                  </a:lnTo>
                  <a:lnTo>
                    <a:pt x="8064" y="4378"/>
                  </a:lnTo>
                  <a:lnTo>
                    <a:pt x="8292" y="4052"/>
                  </a:lnTo>
                  <a:lnTo>
                    <a:pt x="8383" y="3493"/>
                  </a:lnTo>
                  <a:lnTo>
                    <a:pt x="8565" y="3027"/>
                  </a:lnTo>
                  <a:lnTo>
                    <a:pt x="8930" y="2608"/>
                  </a:lnTo>
                  <a:lnTo>
                    <a:pt x="9249" y="2468"/>
                  </a:lnTo>
                  <a:lnTo>
                    <a:pt x="9704" y="2515"/>
                  </a:lnTo>
                  <a:lnTo>
                    <a:pt x="9795" y="2934"/>
                  </a:lnTo>
                  <a:lnTo>
                    <a:pt x="9932" y="3074"/>
                  </a:lnTo>
                  <a:lnTo>
                    <a:pt x="10251" y="2655"/>
                  </a:lnTo>
                  <a:lnTo>
                    <a:pt x="10524" y="2003"/>
                  </a:lnTo>
                  <a:lnTo>
                    <a:pt x="10889" y="1444"/>
                  </a:lnTo>
                  <a:lnTo>
                    <a:pt x="11390" y="1024"/>
                  </a:lnTo>
                  <a:lnTo>
                    <a:pt x="11937" y="559"/>
                  </a:lnTo>
                  <a:lnTo>
                    <a:pt x="12073" y="512"/>
                  </a:lnTo>
                  <a:lnTo>
                    <a:pt x="12256" y="465"/>
                  </a:lnTo>
                  <a:lnTo>
                    <a:pt x="12939" y="139"/>
                  </a:lnTo>
                  <a:lnTo>
                    <a:pt x="13896" y="46"/>
                  </a:lnTo>
                  <a:lnTo>
                    <a:pt x="14716" y="0"/>
                  </a:lnTo>
                  <a:lnTo>
                    <a:pt x="148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066584" y="3810761"/>
              <a:ext cx="144248" cy="93727"/>
            </a:xfrm>
            <a:custGeom>
              <a:avLst/>
              <a:pathLst>
                <a:path w="144248" h="93727">
                  <a:moveTo>
                    <a:pt x="123335" y="0"/>
                  </a:moveTo>
                  <a:lnTo>
                    <a:pt x="123609" y="326"/>
                  </a:lnTo>
                  <a:lnTo>
                    <a:pt x="123745" y="372"/>
                  </a:lnTo>
                  <a:lnTo>
                    <a:pt x="123882" y="419"/>
                  </a:lnTo>
                  <a:lnTo>
                    <a:pt x="124019" y="419"/>
                  </a:lnTo>
                  <a:lnTo>
                    <a:pt x="124155" y="419"/>
                  </a:lnTo>
                  <a:lnTo>
                    <a:pt x="124383" y="372"/>
                  </a:lnTo>
                  <a:lnTo>
                    <a:pt x="124520" y="279"/>
                  </a:lnTo>
                  <a:lnTo>
                    <a:pt x="124748" y="465"/>
                  </a:lnTo>
                  <a:lnTo>
                    <a:pt x="129349" y="4332"/>
                  </a:lnTo>
                  <a:lnTo>
                    <a:pt x="129714" y="4611"/>
                  </a:lnTo>
                  <a:lnTo>
                    <a:pt x="130124" y="4937"/>
                  </a:lnTo>
                  <a:lnTo>
                    <a:pt x="130762" y="5496"/>
                  </a:lnTo>
                  <a:lnTo>
                    <a:pt x="131810" y="6382"/>
                  </a:lnTo>
                  <a:lnTo>
                    <a:pt x="132584" y="6987"/>
                  </a:lnTo>
                  <a:lnTo>
                    <a:pt x="133678" y="7965"/>
                  </a:lnTo>
                  <a:lnTo>
                    <a:pt x="139419" y="12717"/>
                  </a:lnTo>
                  <a:lnTo>
                    <a:pt x="142881" y="15605"/>
                  </a:lnTo>
                  <a:lnTo>
                    <a:pt x="144248" y="16770"/>
                  </a:lnTo>
                  <a:lnTo>
                    <a:pt x="140694" y="21242"/>
                  </a:lnTo>
                  <a:lnTo>
                    <a:pt x="140603" y="21382"/>
                  </a:lnTo>
                  <a:lnTo>
                    <a:pt x="136913" y="25947"/>
                  </a:lnTo>
                  <a:lnTo>
                    <a:pt x="133177" y="30605"/>
                  </a:lnTo>
                  <a:lnTo>
                    <a:pt x="131445" y="32748"/>
                  </a:lnTo>
                  <a:lnTo>
                    <a:pt x="129532" y="35124"/>
                  </a:lnTo>
                  <a:lnTo>
                    <a:pt x="125932" y="39596"/>
                  </a:lnTo>
                  <a:lnTo>
                    <a:pt x="125704" y="39922"/>
                  </a:lnTo>
                  <a:lnTo>
                    <a:pt x="124155" y="41832"/>
                  </a:lnTo>
                  <a:lnTo>
                    <a:pt x="122242" y="44208"/>
                  </a:lnTo>
                  <a:lnTo>
                    <a:pt x="118506" y="48866"/>
                  </a:lnTo>
                  <a:lnTo>
                    <a:pt x="114861" y="53431"/>
                  </a:lnTo>
                  <a:lnTo>
                    <a:pt x="112993" y="55761"/>
                  </a:lnTo>
                  <a:lnTo>
                    <a:pt x="111216" y="57997"/>
                  </a:lnTo>
                  <a:lnTo>
                    <a:pt x="110851" y="58416"/>
                  </a:lnTo>
                  <a:lnTo>
                    <a:pt x="108254" y="61677"/>
                  </a:lnTo>
                  <a:lnTo>
                    <a:pt x="104974" y="65404"/>
                  </a:lnTo>
                  <a:lnTo>
                    <a:pt x="102012" y="69410"/>
                  </a:lnTo>
                  <a:lnTo>
                    <a:pt x="101557" y="69969"/>
                  </a:lnTo>
                  <a:lnTo>
                    <a:pt x="97866" y="74534"/>
                  </a:lnTo>
                  <a:lnTo>
                    <a:pt x="94495" y="78680"/>
                  </a:lnTo>
                  <a:lnTo>
                    <a:pt x="90713" y="83339"/>
                  </a:lnTo>
                  <a:lnTo>
                    <a:pt x="90303" y="83898"/>
                  </a:lnTo>
                  <a:lnTo>
                    <a:pt x="87022" y="87904"/>
                  </a:lnTo>
                  <a:lnTo>
                    <a:pt x="84972" y="90466"/>
                  </a:lnTo>
                  <a:lnTo>
                    <a:pt x="83150" y="92655"/>
                  </a:lnTo>
                  <a:lnTo>
                    <a:pt x="82831" y="93121"/>
                  </a:lnTo>
                  <a:lnTo>
                    <a:pt x="82330" y="93727"/>
                  </a:lnTo>
                  <a:lnTo>
                    <a:pt x="79824" y="92795"/>
                  </a:lnTo>
                  <a:lnTo>
                    <a:pt x="77363" y="91863"/>
                  </a:lnTo>
                  <a:lnTo>
                    <a:pt x="75404" y="91165"/>
                  </a:lnTo>
                  <a:lnTo>
                    <a:pt x="74857" y="90978"/>
                  </a:lnTo>
                  <a:lnTo>
                    <a:pt x="72898" y="90280"/>
                  </a:lnTo>
                  <a:lnTo>
                    <a:pt x="70256" y="89301"/>
                  </a:lnTo>
                  <a:lnTo>
                    <a:pt x="65700" y="87624"/>
                  </a:lnTo>
                  <a:lnTo>
                    <a:pt x="61189" y="85994"/>
                  </a:lnTo>
                  <a:lnTo>
                    <a:pt x="56906" y="84457"/>
                  </a:lnTo>
                  <a:lnTo>
                    <a:pt x="56496" y="84317"/>
                  </a:lnTo>
                  <a:lnTo>
                    <a:pt x="52259" y="82779"/>
                  </a:lnTo>
                  <a:lnTo>
                    <a:pt x="51940" y="82640"/>
                  </a:lnTo>
                  <a:lnTo>
                    <a:pt x="47384" y="81009"/>
                  </a:lnTo>
                  <a:lnTo>
                    <a:pt x="47019" y="80870"/>
                  </a:lnTo>
                  <a:lnTo>
                    <a:pt x="46381" y="80637"/>
                  </a:lnTo>
                  <a:lnTo>
                    <a:pt x="43784" y="79658"/>
                  </a:lnTo>
                  <a:lnTo>
                    <a:pt x="42372" y="79099"/>
                  </a:lnTo>
                  <a:lnTo>
                    <a:pt x="42235" y="79006"/>
                  </a:lnTo>
                  <a:lnTo>
                    <a:pt x="42691" y="77655"/>
                  </a:lnTo>
                  <a:lnTo>
                    <a:pt x="43055" y="76491"/>
                  </a:lnTo>
                  <a:lnTo>
                    <a:pt x="43739" y="74441"/>
                  </a:lnTo>
                  <a:lnTo>
                    <a:pt x="44103" y="73369"/>
                  </a:lnTo>
                  <a:lnTo>
                    <a:pt x="44559" y="71972"/>
                  </a:lnTo>
                  <a:lnTo>
                    <a:pt x="45333" y="69689"/>
                  </a:lnTo>
                  <a:lnTo>
                    <a:pt x="42007" y="68478"/>
                  </a:lnTo>
                  <a:lnTo>
                    <a:pt x="39456" y="67500"/>
                  </a:lnTo>
                  <a:lnTo>
                    <a:pt x="39046" y="67360"/>
                  </a:lnTo>
                  <a:lnTo>
                    <a:pt x="38180" y="67034"/>
                  </a:lnTo>
                  <a:lnTo>
                    <a:pt x="36950" y="66615"/>
                  </a:lnTo>
                  <a:lnTo>
                    <a:pt x="33989" y="65497"/>
                  </a:lnTo>
                  <a:lnTo>
                    <a:pt x="33214" y="65217"/>
                  </a:lnTo>
                  <a:lnTo>
                    <a:pt x="30754" y="64332"/>
                  </a:lnTo>
                  <a:lnTo>
                    <a:pt x="28567" y="63494"/>
                  </a:lnTo>
                  <a:lnTo>
                    <a:pt x="27109" y="62981"/>
                  </a:lnTo>
                  <a:lnTo>
                    <a:pt x="25833" y="62515"/>
                  </a:lnTo>
                  <a:lnTo>
                    <a:pt x="25560" y="62376"/>
                  </a:lnTo>
                  <a:lnTo>
                    <a:pt x="24557" y="62003"/>
                  </a:lnTo>
                  <a:lnTo>
                    <a:pt x="23692" y="61723"/>
                  </a:lnTo>
                  <a:lnTo>
                    <a:pt x="21687" y="60978"/>
                  </a:lnTo>
                  <a:lnTo>
                    <a:pt x="19363" y="60093"/>
                  </a:lnTo>
                  <a:lnTo>
                    <a:pt x="17450" y="59394"/>
                  </a:lnTo>
                  <a:lnTo>
                    <a:pt x="15855" y="58789"/>
                  </a:lnTo>
                  <a:lnTo>
                    <a:pt x="11663" y="57251"/>
                  </a:lnTo>
                  <a:lnTo>
                    <a:pt x="9750" y="56646"/>
                  </a:lnTo>
                  <a:lnTo>
                    <a:pt x="8201" y="56087"/>
                  </a:lnTo>
                  <a:lnTo>
                    <a:pt x="6469" y="55528"/>
                  </a:lnTo>
                  <a:lnTo>
                    <a:pt x="5923" y="55388"/>
                  </a:lnTo>
                  <a:lnTo>
                    <a:pt x="3371" y="54829"/>
                  </a:lnTo>
                  <a:lnTo>
                    <a:pt x="1685" y="54550"/>
                  </a:lnTo>
                  <a:lnTo>
                    <a:pt x="0" y="54317"/>
                  </a:lnTo>
                  <a:lnTo>
                    <a:pt x="410" y="53245"/>
                  </a:lnTo>
                  <a:lnTo>
                    <a:pt x="865" y="51801"/>
                  </a:lnTo>
                  <a:lnTo>
                    <a:pt x="1959" y="49006"/>
                  </a:lnTo>
                  <a:lnTo>
                    <a:pt x="3234" y="45978"/>
                  </a:lnTo>
                  <a:lnTo>
                    <a:pt x="3736" y="44860"/>
                  </a:lnTo>
                  <a:lnTo>
                    <a:pt x="4328" y="43742"/>
                  </a:lnTo>
                  <a:lnTo>
                    <a:pt x="5695" y="41087"/>
                  </a:lnTo>
                  <a:lnTo>
                    <a:pt x="7517" y="38618"/>
                  </a:lnTo>
                  <a:lnTo>
                    <a:pt x="7791" y="38245"/>
                  </a:lnTo>
                  <a:lnTo>
                    <a:pt x="8975" y="36941"/>
                  </a:lnTo>
                  <a:lnTo>
                    <a:pt x="9157" y="36754"/>
                  </a:lnTo>
                  <a:lnTo>
                    <a:pt x="10342" y="35357"/>
                  </a:lnTo>
                  <a:lnTo>
                    <a:pt x="10615" y="34984"/>
                  </a:lnTo>
                  <a:lnTo>
                    <a:pt x="11572" y="33726"/>
                  </a:lnTo>
                  <a:lnTo>
                    <a:pt x="11891" y="33307"/>
                  </a:lnTo>
                  <a:lnTo>
                    <a:pt x="12620" y="32003"/>
                  </a:lnTo>
                  <a:lnTo>
                    <a:pt x="12711" y="31863"/>
                  </a:lnTo>
                  <a:lnTo>
                    <a:pt x="13304" y="30139"/>
                  </a:lnTo>
                  <a:lnTo>
                    <a:pt x="13577" y="28928"/>
                  </a:lnTo>
                  <a:lnTo>
                    <a:pt x="13622" y="28788"/>
                  </a:lnTo>
                  <a:lnTo>
                    <a:pt x="13759" y="27344"/>
                  </a:lnTo>
                  <a:lnTo>
                    <a:pt x="13941" y="24596"/>
                  </a:lnTo>
                  <a:lnTo>
                    <a:pt x="14124" y="23524"/>
                  </a:lnTo>
                  <a:lnTo>
                    <a:pt x="14169" y="22965"/>
                  </a:lnTo>
                  <a:lnTo>
                    <a:pt x="15491" y="17841"/>
                  </a:lnTo>
                  <a:lnTo>
                    <a:pt x="15718" y="17003"/>
                  </a:lnTo>
                  <a:lnTo>
                    <a:pt x="16402" y="8757"/>
                  </a:lnTo>
                  <a:lnTo>
                    <a:pt x="16766" y="8804"/>
                  </a:lnTo>
                  <a:lnTo>
                    <a:pt x="16903" y="8850"/>
                  </a:lnTo>
                  <a:lnTo>
                    <a:pt x="17040" y="8850"/>
                  </a:lnTo>
                  <a:lnTo>
                    <a:pt x="17404" y="8897"/>
                  </a:lnTo>
                  <a:lnTo>
                    <a:pt x="17996" y="8804"/>
                  </a:lnTo>
                  <a:lnTo>
                    <a:pt x="19500" y="8524"/>
                  </a:lnTo>
                  <a:lnTo>
                    <a:pt x="21095" y="8152"/>
                  </a:lnTo>
                  <a:lnTo>
                    <a:pt x="24831" y="7220"/>
                  </a:lnTo>
                  <a:lnTo>
                    <a:pt x="25104" y="7127"/>
                  </a:lnTo>
                  <a:lnTo>
                    <a:pt x="25696" y="6941"/>
                  </a:lnTo>
                  <a:lnTo>
                    <a:pt x="26015" y="6894"/>
                  </a:lnTo>
                  <a:lnTo>
                    <a:pt x="26562" y="6754"/>
                  </a:lnTo>
                  <a:lnTo>
                    <a:pt x="29341" y="6195"/>
                  </a:lnTo>
                  <a:lnTo>
                    <a:pt x="34125" y="6102"/>
                  </a:lnTo>
                  <a:lnTo>
                    <a:pt x="35037" y="6055"/>
                  </a:lnTo>
                  <a:lnTo>
                    <a:pt x="38545" y="5962"/>
                  </a:lnTo>
                  <a:lnTo>
                    <a:pt x="41051" y="5916"/>
                  </a:lnTo>
                  <a:lnTo>
                    <a:pt x="44559" y="5823"/>
                  </a:lnTo>
                  <a:lnTo>
                    <a:pt x="49525" y="5683"/>
                  </a:lnTo>
                  <a:lnTo>
                    <a:pt x="50619" y="5636"/>
                  </a:lnTo>
                  <a:lnTo>
                    <a:pt x="53125" y="5590"/>
                  </a:lnTo>
                  <a:lnTo>
                    <a:pt x="55038" y="5543"/>
                  </a:lnTo>
                  <a:lnTo>
                    <a:pt x="57043" y="5496"/>
                  </a:lnTo>
                  <a:lnTo>
                    <a:pt x="62920" y="5357"/>
                  </a:lnTo>
                  <a:lnTo>
                    <a:pt x="68934" y="5170"/>
                  </a:lnTo>
                  <a:lnTo>
                    <a:pt x="71304" y="5124"/>
                  </a:lnTo>
                  <a:lnTo>
                    <a:pt x="71714" y="5124"/>
                  </a:lnTo>
                  <a:lnTo>
                    <a:pt x="72488" y="5077"/>
                  </a:lnTo>
                  <a:lnTo>
                    <a:pt x="75176" y="5077"/>
                  </a:lnTo>
                  <a:lnTo>
                    <a:pt x="75769" y="5031"/>
                  </a:lnTo>
                  <a:lnTo>
                    <a:pt x="87660" y="4518"/>
                  </a:lnTo>
                  <a:lnTo>
                    <a:pt x="88526" y="4472"/>
                  </a:lnTo>
                  <a:lnTo>
                    <a:pt x="90804" y="4425"/>
                  </a:lnTo>
                  <a:lnTo>
                    <a:pt x="91943" y="4378"/>
                  </a:lnTo>
                  <a:lnTo>
                    <a:pt x="92171" y="4378"/>
                  </a:lnTo>
                  <a:lnTo>
                    <a:pt x="95907" y="3633"/>
                  </a:lnTo>
                  <a:lnTo>
                    <a:pt x="96317" y="3540"/>
                  </a:lnTo>
                  <a:lnTo>
                    <a:pt x="97092" y="3447"/>
                  </a:lnTo>
                  <a:lnTo>
                    <a:pt x="97365" y="3400"/>
                  </a:lnTo>
                  <a:lnTo>
                    <a:pt x="100600" y="2981"/>
                  </a:lnTo>
                  <a:lnTo>
                    <a:pt x="101374" y="3074"/>
                  </a:lnTo>
                  <a:lnTo>
                    <a:pt x="103789" y="2515"/>
                  </a:lnTo>
                  <a:lnTo>
                    <a:pt x="105931" y="2236"/>
                  </a:lnTo>
                  <a:lnTo>
                    <a:pt x="107799" y="2003"/>
                  </a:lnTo>
                  <a:lnTo>
                    <a:pt x="111170" y="1537"/>
                  </a:lnTo>
                  <a:lnTo>
                    <a:pt x="111580" y="1490"/>
                  </a:lnTo>
                  <a:lnTo>
                    <a:pt x="114223" y="1118"/>
                  </a:lnTo>
                  <a:lnTo>
                    <a:pt x="119690" y="3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1861875" y="2585505"/>
              <a:ext cx="341758" cy="680500"/>
            </a:xfrm>
            <a:custGeom>
              <a:avLst/>
              <a:pathLst>
                <a:path w="341758" h="680500">
                  <a:moveTo>
                    <a:pt x="151538" y="15326"/>
                  </a:moveTo>
                  <a:lnTo>
                    <a:pt x="151492" y="21102"/>
                  </a:lnTo>
                  <a:lnTo>
                    <a:pt x="150126" y="26133"/>
                  </a:lnTo>
                  <a:lnTo>
                    <a:pt x="155957" y="34798"/>
                  </a:lnTo>
                  <a:lnTo>
                    <a:pt x="158190" y="38478"/>
                  </a:lnTo>
                  <a:lnTo>
                    <a:pt x="161835" y="43649"/>
                  </a:lnTo>
                  <a:lnTo>
                    <a:pt x="161562" y="47655"/>
                  </a:lnTo>
                  <a:lnTo>
                    <a:pt x="167302" y="56646"/>
                  </a:lnTo>
                  <a:lnTo>
                    <a:pt x="167302" y="62748"/>
                  </a:lnTo>
                  <a:lnTo>
                    <a:pt x="165844" y="68059"/>
                  </a:lnTo>
                  <a:lnTo>
                    <a:pt x="165525" y="72717"/>
                  </a:lnTo>
                  <a:lnTo>
                    <a:pt x="167758" y="73416"/>
                  </a:lnTo>
                  <a:lnTo>
                    <a:pt x="170082" y="75512"/>
                  </a:lnTo>
                  <a:lnTo>
                    <a:pt x="175777" y="75978"/>
                  </a:lnTo>
                  <a:lnTo>
                    <a:pt x="182429" y="80590"/>
                  </a:lnTo>
                  <a:lnTo>
                    <a:pt x="183796" y="81568"/>
                  </a:lnTo>
                  <a:lnTo>
                    <a:pt x="183203" y="87857"/>
                  </a:lnTo>
                  <a:lnTo>
                    <a:pt x="182201" y="93447"/>
                  </a:lnTo>
                  <a:lnTo>
                    <a:pt x="179103" y="100481"/>
                  </a:lnTo>
                  <a:lnTo>
                    <a:pt x="176916" y="103277"/>
                  </a:lnTo>
                  <a:lnTo>
                    <a:pt x="176460" y="107655"/>
                  </a:lnTo>
                  <a:lnTo>
                    <a:pt x="170082" y="119022"/>
                  </a:lnTo>
                  <a:lnTo>
                    <a:pt x="168259" y="123960"/>
                  </a:lnTo>
                  <a:lnTo>
                    <a:pt x="172770" y="136072"/>
                  </a:lnTo>
                  <a:lnTo>
                    <a:pt x="176141" y="143385"/>
                  </a:lnTo>
                  <a:lnTo>
                    <a:pt x="179604" y="147625"/>
                  </a:lnTo>
                  <a:lnTo>
                    <a:pt x="182657" y="149441"/>
                  </a:lnTo>
                  <a:lnTo>
                    <a:pt x="183705" y="150932"/>
                  </a:lnTo>
                  <a:lnTo>
                    <a:pt x="184297" y="154100"/>
                  </a:lnTo>
                  <a:lnTo>
                    <a:pt x="184935" y="157873"/>
                  </a:lnTo>
                  <a:lnTo>
                    <a:pt x="186347" y="160528"/>
                  </a:lnTo>
                  <a:lnTo>
                    <a:pt x="187623" y="164721"/>
                  </a:lnTo>
                  <a:lnTo>
                    <a:pt x="189536" y="166678"/>
                  </a:lnTo>
                  <a:lnTo>
                    <a:pt x="193090" y="168448"/>
                  </a:lnTo>
                  <a:lnTo>
                    <a:pt x="193364" y="170032"/>
                  </a:lnTo>
                  <a:lnTo>
                    <a:pt x="194639" y="171243"/>
                  </a:lnTo>
                  <a:lnTo>
                    <a:pt x="195460" y="172594"/>
                  </a:lnTo>
                  <a:lnTo>
                    <a:pt x="197145" y="173013"/>
                  </a:lnTo>
                  <a:lnTo>
                    <a:pt x="197555" y="173246"/>
                  </a:lnTo>
                  <a:lnTo>
                    <a:pt x="198740" y="173991"/>
                  </a:lnTo>
                  <a:lnTo>
                    <a:pt x="199196" y="175761"/>
                  </a:lnTo>
                  <a:lnTo>
                    <a:pt x="200790" y="178603"/>
                  </a:lnTo>
                  <a:lnTo>
                    <a:pt x="201064" y="180327"/>
                  </a:lnTo>
                  <a:lnTo>
                    <a:pt x="201155" y="180839"/>
                  </a:lnTo>
                  <a:lnTo>
                    <a:pt x="201519" y="183261"/>
                  </a:lnTo>
                  <a:lnTo>
                    <a:pt x="205438" y="186848"/>
                  </a:lnTo>
                  <a:lnTo>
                    <a:pt x="208809" y="191227"/>
                  </a:lnTo>
                  <a:lnTo>
                    <a:pt x="209401" y="192625"/>
                  </a:lnTo>
                  <a:lnTo>
                    <a:pt x="211588" y="192904"/>
                  </a:lnTo>
                  <a:lnTo>
                    <a:pt x="213958" y="193044"/>
                  </a:lnTo>
                  <a:lnTo>
                    <a:pt x="222113" y="193044"/>
                  </a:lnTo>
                  <a:lnTo>
                    <a:pt x="225166" y="197609"/>
                  </a:lnTo>
                  <a:lnTo>
                    <a:pt x="227398" y="200358"/>
                  </a:lnTo>
                  <a:lnTo>
                    <a:pt x="230815" y="204364"/>
                  </a:lnTo>
                  <a:lnTo>
                    <a:pt x="233094" y="205901"/>
                  </a:lnTo>
                  <a:lnTo>
                    <a:pt x="235189" y="206321"/>
                  </a:lnTo>
                  <a:lnTo>
                    <a:pt x="237513" y="207439"/>
                  </a:lnTo>
                  <a:lnTo>
                    <a:pt x="239381" y="208650"/>
                  </a:lnTo>
                  <a:lnTo>
                    <a:pt x="241568" y="210280"/>
                  </a:lnTo>
                  <a:lnTo>
                    <a:pt x="243664" y="212516"/>
                  </a:lnTo>
                  <a:lnTo>
                    <a:pt x="244940" y="214426"/>
                  </a:lnTo>
                  <a:lnTo>
                    <a:pt x="245304" y="214892"/>
                  </a:lnTo>
                  <a:lnTo>
                    <a:pt x="256831" y="224116"/>
                  </a:lnTo>
                  <a:lnTo>
                    <a:pt x="268541" y="233805"/>
                  </a:lnTo>
                  <a:lnTo>
                    <a:pt x="269862" y="234830"/>
                  </a:lnTo>
                  <a:lnTo>
                    <a:pt x="273325" y="237625"/>
                  </a:lnTo>
                  <a:lnTo>
                    <a:pt x="273826" y="239582"/>
                  </a:lnTo>
                  <a:lnTo>
                    <a:pt x="281025" y="244706"/>
                  </a:lnTo>
                  <a:lnTo>
                    <a:pt x="282255" y="245312"/>
                  </a:lnTo>
                  <a:lnTo>
                    <a:pt x="285854" y="244985"/>
                  </a:lnTo>
                  <a:lnTo>
                    <a:pt x="288588" y="246616"/>
                  </a:lnTo>
                  <a:lnTo>
                    <a:pt x="289636" y="245684"/>
                  </a:lnTo>
                  <a:lnTo>
                    <a:pt x="295650" y="252206"/>
                  </a:lnTo>
                  <a:lnTo>
                    <a:pt x="298338" y="250389"/>
                  </a:lnTo>
                  <a:lnTo>
                    <a:pt x="302120" y="253091"/>
                  </a:lnTo>
                  <a:lnTo>
                    <a:pt x="303168" y="250249"/>
                  </a:lnTo>
                  <a:lnTo>
                    <a:pt x="306266" y="251880"/>
                  </a:lnTo>
                  <a:lnTo>
                    <a:pt x="306266" y="252485"/>
                  </a:lnTo>
                  <a:lnTo>
                    <a:pt x="306357" y="253371"/>
                  </a:lnTo>
                  <a:lnTo>
                    <a:pt x="306995" y="253836"/>
                  </a:lnTo>
                  <a:lnTo>
                    <a:pt x="303395" y="260498"/>
                  </a:lnTo>
                  <a:lnTo>
                    <a:pt x="303259" y="260731"/>
                  </a:lnTo>
                  <a:lnTo>
                    <a:pt x="308453" y="263852"/>
                  </a:lnTo>
                  <a:lnTo>
                    <a:pt x="308635" y="263992"/>
                  </a:lnTo>
                  <a:lnTo>
                    <a:pt x="308772" y="273635"/>
                  </a:lnTo>
                  <a:lnTo>
                    <a:pt x="310321" y="276383"/>
                  </a:lnTo>
                  <a:lnTo>
                    <a:pt x="310321" y="287237"/>
                  </a:lnTo>
                  <a:lnTo>
                    <a:pt x="308362" y="291290"/>
                  </a:lnTo>
                  <a:lnTo>
                    <a:pt x="306357" y="294598"/>
                  </a:lnTo>
                  <a:lnTo>
                    <a:pt x="306949" y="296973"/>
                  </a:lnTo>
                  <a:lnTo>
                    <a:pt x="307450" y="299023"/>
                  </a:lnTo>
                  <a:lnTo>
                    <a:pt x="307086" y="300374"/>
                  </a:lnTo>
                  <a:lnTo>
                    <a:pt x="306175" y="302004"/>
                  </a:lnTo>
                  <a:lnTo>
                    <a:pt x="304671" y="303355"/>
                  </a:lnTo>
                  <a:lnTo>
                    <a:pt x="303122" y="305591"/>
                  </a:lnTo>
                  <a:lnTo>
                    <a:pt x="303031" y="308386"/>
                  </a:lnTo>
                  <a:lnTo>
                    <a:pt x="303851" y="310017"/>
                  </a:lnTo>
                  <a:lnTo>
                    <a:pt x="305172" y="311834"/>
                  </a:lnTo>
                  <a:lnTo>
                    <a:pt x="306129" y="312113"/>
                  </a:lnTo>
                  <a:lnTo>
                    <a:pt x="306266" y="313138"/>
                  </a:lnTo>
                  <a:lnTo>
                    <a:pt x="307177" y="316259"/>
                  </a:lnTo>
                  <a:lnTo>
                    <a:pt x="308453" y="317610"/>
                  </a:lnTo>
                  <a:lnTo>
                    <a:pt x="309501" y="318961"/>
                  </a:lnTo>
                  <a:lnTo>
                    <a:pt x="310594" y="319660"/>
                  </a:lnTo>
                  <a:lnTo>
                    <a:pt x="313373" y="320591"/>
                  </a:lnTo>
                  <a:lnTo>
                    <a:pt x="313920" y="321337"/>
                  </a:lnTo>
                  <a:lnTo>
                    <a:pt x="314558" y="322408"/>
                  </a:lnTo>
                  <a:lnTo>
                    <a:pt x="314695" y="323014"/>
                  </a:lnTo>
                  <a:lnTo>
                    <a:pt x="315834" y="323806"/>
                  </a:lnTo>
                  <a:lnTo>
                    <a:pt x="315788" y="326135"/>
                  </a:lnTo>
                  <a:lnTo>
                    <a:pt x="316927" y="326554"/>
                  </a:lnTo>
                  <a:lnTo>
                    <a:pt x="329229" y="332005"/>
                  </a:lnTo>
                  <a:lnTo>
                    <a:pt x="331325" y="329256"/>
                  </a:lnTo>
                  <a:lnTo>
                    <a:pt x="341667" y="329955"/>
                  </a:lnTo>
                  <a:lnTo>
                    <a:pt x="341531" y="330328"/>
                  </a:lnTo>
                  <a:lnTo>
                    <a:pt x="341439" y="330980"/>
                  </a:lnTo>
                  <a:lnTo>
                    <a:pt x="341576" y="331585"/>
                  </a:lnTo>
                  <a:lnTo>
                    <a:pt x="341758" y="332750"/>
                  </a:lnTo>
                  <a:lnTo>
                    <a:pt x="341439" y="333495"/>
                  </a:lnTo>
                  <a:lnTo>
                    <a:pt x="340300" y="334427"/>
                  </a:lnTo>
                  <a:lnTo>
                    <a:pt x="339708" y="335498"/>
                  </a:lnTo>
                  <a:lnTo>
                    <a:pt x="339526" y="336244"/>
                  </a:lnTo>
                  <a:lnTo>
                    <a:pt x="339389" y="336803"/>
                  </a:lnTo>
                  <a:lnTo>
                    <a:pt x="338341" y="337874"/>
                  </a:lnTo>
                  <a:lnTo>
                    <a:pt x="337840" y="339132"/>
                  </a:lnTo>
                  <a:lnTo>
                    <a:pt x="337794" y="339784"/>
                  </a:lnTo>
                  <a:lnTo>
                    <a:pt x="337749" y="340157"/>
                  </a:lnTo>
                  <a:lnTo>
                    <a:pt x="337749" y="340529"/>
                  </a:lnTo>
                  <a:lnTo>
                    <a:pt x="338296" y="342812"/>
                  </a:lnTo>
                  <a:lnTo>
                    <a:pt x="338022" y="344722"/>
                  </a:lnTo>
                  <a:lnTo>
                    <a:pt x="337931" y="345747"/>
                  </a:lnTo>
                  <a:lnTo>
                    <a:pt x="338022" y="346446"/>
                  </a:lnTo>
                  <a:lnTo>
                    <a:pt x="338432" y="347331"/>
                  </a:lnTo>
                  <a:lnTo>
                    <a:pt x="337476" y="349380"/>
                  </a:lnTo>
                  <a:lnTo>
                    <a:pt x="336792" y="350778"/>
                  </a:lnTo>
                  <a:lnTo>
                    <a:pt x="335926" y="352641"/>
                  </a:lnTo>
                  <a:lnTo>
                    <a:pt x="338569" y="355203"/>
                  </a:lnTo>
                  <a:lnTo>
                    <a:pt x="327634" y="365126"/>
                  </a:lnTo>
                  <a:lnTo>
                    <a:pt x="324855" y="367735"/>
                  </a:lnTo>
                  <a:lnTo>
                    <a:pt x="324399" y="367688"/>
                  </a:lnTo>
                  <a:lnTo>
                    <a:pt x="324035" y="368107"/>
                  </a:lnTo>
                  <a:lnTo>
                    <a:pt x="321347" y="372486"/>
                  </a:lnTo>
                  <a:lnTo>
                    <a:pt x="316335" y="380638"/>
                  </a:lnTo>
                  <a:lnTo>
                    <a:pt x="321347" y="384412"/>
                  </a:lnTo>
                  <a:lnTo>
                    <a:pt x="324992" y="387160"/>
                  </a:lnTo>
                  <a:lnTo>
                    <a:pt x="326769" y="388884"/>
                  </a:lnTo>
                  <a:lnTo>
                    <a:pt x="326723" y="390840"/>
                  </a:lnTo>
                  <a:lnTo>
                    <a:pt x="326085" y="392145"/>
                  </a:lnTo>
                  <a:lnTo>
                    <a:pt x="327224" y="397362"/>
                  </a:lnTo>
                  <a:lnTo>
                    <a:pt x="327725" y="400763"/>
                  </a:lnTo>
                  <a:lnTo>
                    <a:pt x="329229" y="401927"/>
                  </a:lnTo>
                  <a:lnTo>
                    <a:pt x="327953" y="403604"/>
                  </a:lnTo>
                  <a:lnTo>
                    <a:pt x="327816" y="403837"/>
                  </a:lnTo>
                  <a:lnTo>
                    <a:pt x="326905" y="405142"/>
                  </a:lnTo>
                  <a:lnTo>
                    <a:pt x="326176" y="406260"/>
                  </a:lnTo>
                  <a:lnTo>
                    <a:pt x="325630" y="407424"/>
                  </a:lnTo>
                  <a:lnTo>
                    <a:pt x="325402" y="408356"/>
                  </a:lnTo>
                  <a:lnTo>
                    <a:pt x="324946" y="409521"/>
                  </a:lnTo>
                  <a:lnTo>
                    <a:pt x="324445" y="410592"/>
                  </a:lnTo>
                  <a:lnTo>
                    <a:pt x="324126" y="411151"/>
                  </a:lnTo>
                  <a:lnTo>
                    <a:pt x="323989" y="411524"/>
                  </a:lnTo>
                  <a:lnTo>
                    <a:pt x="323579" y="412316"/>
                  </a:lnTo>
                  <a:lnTo>
                    <a:pt x="321666" y="413667"/>
                  </a:lnTo>
                  <a:lnTo>
                    <a:pt x="320344" y="414365"/>
                  </a:lnTo>
                  <a:lnTo>
                    <a:pt x="318112" y="416415"/>
                  </a:lnTo>
                  <a:lnTo>
                    <a:pt x="316289" y="418744"/>
                  </a:lnTo>
                  <a:lnTo>
                    <a:pt x="313966" y="421726"/>
                  </a:lnTo>
                  <a:lnTo>
                    <a:pt x="312417" y="423403"/>
                  </a:lnTo>
                  <a:lnTo>
                    <a:pt x="309820" y="425918"/>
                  </a:lnTo>
                  <a:lnTo>
                    <a:pt x="306767" y="428573"/>
                  </a:lnTo>
                  <a:lnTo>
                    <a:pt x="304762" y="430903"/>
                  </a:lnTo>
                  <a:lnTo>
                    <a:pt x="303350" y="432719"/>
                  </a:lnTo>
                  <a:lnTo>
                    <a:pt x="301482" y="433977"/>
                  </a:lnTo>
                  <a:lnTo>
                    <a:pt x="299842" y="436586"/>
                  </a:lnTo>
                  <a:lnTo>
                    <a:pt x="298384" y="438915"/>
                  </a:lnTo>
                  <a:lnTo>
                    <a:pt x="296880" y="440778"/>
                  </a:lnTo>
                  <a:lnTo>
                    <a:pt x="295240" y="442735"/>
                  </a:lnTo>
                  <a:lnTo>
                    <a:pt x="293508" y="444552"/>
                  </a:lnTo>
                  <a:lnTo>
                    <a:pt x="292916" y="445018"/>
                  </a:lnTo>
                  <a:lnTo>
                    <a:pt x="292506" y="445390"/>
                  </a:lnTo>
                  <a:lnTo>
                    <a:pt x="291640" y="446834"/>
                  </a:lnTo>
                  <a:lnTo>
                    <a:pt x="290091" y="448744"/>
                  </a:lnTo>
                  <a:lnTo>
                    <a:pt x="288816" y="450561"/>
                  </a:lnTo>
                  <a:lnTo>
                    <a:pt x="287449" y="451307"/>
                  </a:lnTo>
                  <a:lnTo>
                    <a:pt x="285581" y="452425"/>
                  </a:lnTo>
                  <a:lnTo>
                    <a:pt x="284259" y="453403"/>
                  </a:lnTo>
                  <a:lnTo>
                    <a:pt x="282665" y="455639"/>
                  </a:lnTo>
                  <a:lnTo>
                    <a:pt x="281571" y="457642"/>
                  </a:lnTo>
                  <a:lnTo>
                    <a:pt x="280706" y="459412"/>
                  </a:lnTo>
                  <a:lnTo>
                    <a:pt x="280250" y="460996"/>
                  </a:lnTo>
                  <a:lnTo>
                    <a:pt x="279293" y="462766"/>
                  </a:lnTo>
                  <a:lnTo>
                    <a:pt x="278610" y="464769"/>
                  </a:lnTo>
                  <a:lnTo>
                    <a:pt x="278017" y="465934"/>
                  </a:lnTo>
                  <a:lnTo>
                    <a:pt x="276924" y="467937"/>
                  </a:lnTo>
                  <a:lnTo>
                    <a:pt x="276013" y="469474"/>
                  </a:lnTo>
                  <a:lnTo>
                    <a:pt x="274737" y="471710"/>
                  </a:lnTo>
                  <a:lnTo>
                    <a:pt x="273735" y="473574"/>
                  </a:lnTo>
                  <a:lnTo>
                    <a:pt x="272823" y="475437"/>
                  </a:lnTo>
                  <a:lnTo>
                    <a:pt x="272413" y="477068"/>
                  </a:lnTo>
                  <a:lnTo>
                    <a:pt x="271867" y="478977"/>
                  </a:lnTo>
                  <a:lnTo>
                    <a:pt x="271274" y="480841"/>
                  </a:lnTo>
                  <a:lnTo>
                    <a:pt x="270545" y="482704"/>
                  </a:lnTo>
                  <a:lnTo>
                    <a:pt x="269543" y="484568"/>
                  </a:lnTo>
                  <a:lnTo>
                    <a:pt x="268404" y="486431"/>
                  </a:lnTo>
                  <a:lnTo>
                    <a:pt x="266490" y="487689"/>
                  </a:lnTo>
                  <a:lnTo>
                    <a:pt x="264394" y="488294"/>
                  </a:lnTo>
                  <a:lnTo>
                    <a:pt x="261752" y="488760"/>
                  </a:lnTo>
                  <a:lnTo>
                    <a:pt x="260066" y="490111"/>
                  </a:lnTo>
                  <a:lnTo>
                    <a:pt x="258699" y="491881"/>
                  </a:lnTo>
                  <a:lnTo>
                    <a:pt x="257742" y="493931"/>
                  </a:lnTo>
                  <a:lnTo>
                    <a:pt x="256148" y="496120"/>
                  </a:lnTo>
                  <a:lnTo>
                    <a:pt x="254827" y="498217"/>
                  </a:lnTo>
                  <a:lnTo>
                    <a:pt x="253551" y="499894"/>
                  </a:lnTo>
                  <a:lnTo>
                    <a:pt x="252685" y="501943"/>
                  </a:lnTo>
                  <a:lnTo>
                    <a:pt x="251455" y="505903"/>
                  </a:lnTo>
                  <a:lnTo>
                    <a:pt x="250863" y="508139"/>
                  </a:lnTo>
                  <a:lnTo>
                    <a:pt x="250498" y="510235"/>
                  </a:lnTo>
                  <a:lnTo>
                    <a:pt x="249906" y="511912"/>
                  </a:lnTo>
                  <a:lnTo>
                    <a:pt x="248949" y="514102"/>
                  </a:lnTo>
                  <a:lnTo>
                    <a:pt x="248311" y="515127"/>
                  </a:lnTo>
                  <a:lnTo>
                    <a:pt x="248220" y="516944"/>
                  </a:lnTo>
                  <a:lnTo>
                    <a:pt x="247901" y="518527"/>
                  </a:lnTo>
                  <a:lnTo>
                    <a:pt x="247354" y="520624"/>
                  </a:lnTo>
                  <a:lnTo>
                    <a:pt x="246853" y="521742"/>
                  </a:lnTo>
                  <a:lnTo>
                    <a:pt x="246170" y="523931"/>
                  </a:lnTo>
                  <a:lnTo>
                    <a:pt x="245532" y="525841"/>
                  </a:lnTo>
                  <a:lnTo>
                    <a:pt x="244803" y="527472"/>
                  </a:lnTo>
                  <a:lnTo>
                    <a:pt x="243755" y="528776"/>
                  </a:lnTo>
                  <a:lnTo>
                    <a:pt x="242662" y="529568"/>
                  </a:lnTo>
                  <a:lnTo>
                    <a:pt x="241340" y="530546"/>
                  </a:lnTo>
                  <a:lnTo>
                    <a:pt x="240156" y="531571"/>
                  </a:lnTo>
                  <a:lnTo>
                    <a:pt x="240019" y="531711"/>
                  </a:lnTo>
                  <a:lnTo>
                    <a:pt x="239654" y="532083"/>
                  </a:lnTo>
                  <a:lnTo>
                    <a:pt x="238424" y="533388"/>
                  </a:lnTo>
                  <a:lnTo>
                    <a:pt x="237513" y="534413"/>
                  </a:lnTo>
                  <a:lnTo>
                    <a:pt x="236693" y="535344"/>
                  </a:lnTo>
                  <a:lnTo>
                    <a:pt x="236328" y="536323"/>
                  </a:lnTo>
                  <a:lnTo>
                    <a:pt x="235463" y="538419"/>
                  </a:lnTo>
                  <a:lnTo>
                    <a:pt x="233731" y="542751"/>
                  </a:lnTo>
                  <a:lnTo>
                    <a:pt x="231681" y="546478"/>
                  </a:lnTo>
                  <a:lnTo>
                    <a:pt x="229631" y="550298"/>
                  </a:lnTo>
                  <a:lnTo>
                    <a:pt x="227854" y="553838"/>
                  </a:lnTo>
                  <a:lnTo>
                    <a:pt x="225758" y="557891"/>
                  </a:lnTo>
                  <a:lnTo>
                    <a:pt x="225075" y="559195"/>
                  </a:lnTo>
                  <a:lnTo>
                    <a:pt x="224710" y="559941"/>
                  </a:lnTo>
                  <a:lnTo>
                    <a:pt x="224573" y="561804"/>
                  </a:lnTo>
                  <a:lnTo>
                    <a:pt x="224892" y="564646"/>
                  </a:lnTo>
                  <a:lnTo>
                    <a:pt x="224847" y="566276"/>
                  </a:lnTo>
                  <a:lnTo>
                    <a:pt x="224255" y="570003"/>
                  </a:lnTo>
                  <a:lnTo>
                    <a:pt x="224072" y="573497"/>
                  </a:lnTo>
                  <a:lnTo>
                    <a:pt x="223844" y="576618"/>
                  </a:lnTo>
                  <a:lnTo>
                    <a:pt x="223343" y="579227"/>
                  </a:lnTo>
                  <a:lnTo>
                    <a:pt x="222113" y="582674"/>
                  </a:lnTo>
                  <a:lnTo>
                    <a:pt x="220701" y="585189"/>
                  </a:lnTo>
                  <a:lnTo>
                    <a:pt x="217511" y="588077"/>
                  </a:lnTo>
                  <a:lnTo>
                    <a:pt x="214550" y="590360"/>
                  </a:lnTo>
                  <a:lnTo>
                    <a:pt x="212727" y="591897"/>
                  </a:lnTo>
                  <a:lnTo>
                    <a:pt x="210859" y="593388"/>
                  </a:lnTo>
                  <a:lnTo>
                    <a:pt x="209994" y="593994"/>
                  </a:lnTo>
                  <a:lnTo>
                    <a:pt x="209356" y="594413"/>
                  </a:lnTo>
                  <a:lnTo>
                    <a:pt x="207943" y="595251"/>
                  </a:lnTo>
                  <a:lnTo>
                    <a:pt x="205893" y="596835"/>
                  </a:lnTo>
                  <a:lnTo>
                    <a:pt x="205255" y="597953"/>
                  </a:lnTo>
                  <a:lnTo>
                    <a:pt x="204481" y="599491"/>
                  </a:lnTo>
                  <a:lnTo>
                    <a:pt x="203706" y="601727"/>
                  </a:lnTo>
                  <a:lnTo>
                    <a:pt x="203342" y="603404"/>
                  </a:lnTo>
                  <a:lnTo>
                    <a:pt x="202020" y="606292"/>
                  </a:lnTo>
                  <a:lnTo>
                    <a:pt x="200608" y="609180"/>
                  </a:lnTo>
                  <a:lnTo>
                    <a:pt x="200426" y="610158"/>
                  </a:lnTo>
                  <a:lnTo>
                    <a:pt x="200061" y="610904"/>
                  </a:lnTo>
                  <a:lnTo>
                    <a:pt x="199651" y="612161"/>
                  </a:lnTo>
                  <a:lnTo>
                    <a:pt x="199241" y="612860"/>
                  </a:lnTo>
                  <a:lnTo>
                    <a:pt x="198922" y="613652"/>
                  </a:lnTo>
                  <a:lnTo>
                    <a:pt x="198193" y="615376"/>
                  </a:lnTo>
                  <a:lnTo>
                    <a:pt x="197510" y="616634"/>
                  </a:lnTo>
                  <a:lnTo>
                    <a:pt x="196826" y="617099"/>
                  </a:lnTo>
                  <a:lnTo>
                    <a:pt x="195870" y="617938"/>
                  </a:lnTo>
                  <a:lnTo>
                    <a:pt x="195505" y="618264"/>
                  </a:lnTo>
                  <a:lnTo>
                    <a:pt x="195049" y="618637"/>
                  </a:lnTo>
                  <a:lnTo>
                    <a:pt x="193956" y="619475"/>
                  </a:lnTo>
                  <a:lnTo>
                    <a:pt x="193774" y="619662"/>
                  </a:lnTo>
                  <a:lnTo>
                    <a:pt x="192908" y="620360"/>
                  </a:lnTo>
                  <a:lnTo>
                    <a:pt x="192726" y="620500"/>
                  </a:lnTo>
                  <a:lnTo>
                    <a:pt x="192225" y="620919"/>
                  </a:lnTo>
                  <a:lnTo>
                    <a:pt x="191769" y="621292"/>
                  </a:lnTo>
                  <a:lnTo>
                    <a:pt x="190676" y="622270"/>
                  </a:lnTo>
                  <a:lnTo>
                    <a:pt x="188352" y="624367"/>
                  </a:lnTo>
                  <a:lnTo>
                    <a:pt x="187441" y="625345"/>
                  </a:lnTo>
                  <a:lnTo>
                    <a:pt x="186165" y="626882"/>
                  </a:lnTo>
                  <a:lnTo>
                    <a:pt x="185208" y="628373"/>
                  </a:lnTo>
                  <a:lnTo>
                    <a:pt x="184935" y="628839"/>
                  </a:lnTo>
                  <a:lnTo>
                    <a:pt x="184251" y="630003"/>
                  </a:lnTo>
                  <a:lnTo>
                    <a:pt x="184024" y="630422"/>
                  </a:lnTo>
                  <a:lnTo>
                    <a:pt x="183431" y="631401"/>
                  </a:lnTo>
                  <a:lnTo>
                    <a:pt x="183203" y="631960"/>
                  </a:lnTo>
                  <a:lnTo>
                    <a:pt x="182976" y="632472"/>
                  </a:lnTo>
                  <a:lnTo>
                    <a:pt x="182657" y="632938"/>
                  </a:lnTo>
                  <a:lnTo>
                    <a:pt x="180151" y="637084"/>
                  </a:lnTo>
                  <a:lnTo>
                    <a:pt x="178738" y="639506"/>
                  </a:lnTo>
                  <a:lnTo>
                    <a:pt x="178556" y="639646"/>
                  </a:lnTo>
                  <a:lnTo>
                    <a:pt x="177144" y="640997"/>
                  </a:lnTo>
                  <a:lnTo>
                    <a:pt x="175412" y="642628"/>
                  </a:lnTo>
                  <a:lnTo>
                    <a:pt x="174456" y="643559"/>
                  </a:lnTo>
                  <a:lnTo>
                    <a:pt x="170583" y="647006"/>
                  </a:lnTo>
                  <a:lnTo>
                    <a:pt x="167485" y="649801"/>
                  </a:lnTo>
                  <a:lnTo>
                    <a:pt x="167166" y="650081"/>
                  </a:lnTo>
                  <a:lnTo>
                    <a:pt x="164842" y="652177"/>
                  </a:lnTo>
                  <a:lnTo>
                    <a:pt x="161060" y="654506"/>
                  </a:lnTo>
                  <a:lnTo>
                    <a:pt x="160058" y="655112"/>
                  </a:lnTo>
                  <a:lnTo>
                    <a:pt x="159283" y="655531"/>
                  </a:lnTo>
                  <a:lnTo>
                    <a:pt x="159056" y="655671"/>
                  </a:lnTo>
                  <a:lnTo>
                    <a:pt x="155502" y="657628"/>
                  </a:lnTo>
                  <a:lnTo>
                    <a:pt x="154044" y="658559"/>
                  </a:lnTo>
                  <a:lnTo>
                    <a:pt x="152358" y="659817"/>
                  </a:lnTo>
                  <a:lnTo>
                    <a:pt x="151173" y="660656"/>
                  </a:lnTo>
                  <a:lnTo>
                    <a:pt x="149989" y="661587"/>
                  </a:lnTo>
                  <a:lnTo>
                    <a:pt x="148349" y="662938"/>
                  </a:lnTo>
                  <a:lnTo>
                    <a:pt x="147437" y="664010"/>
                  </a:lnTo>
                  <a:lnTo>
                    <a:pt x="146572" y="665873"/>
                  </a:lnTo>
                  <a:lnTo>
                    <a:pt x="146025" y="667364"/>
                  </a:lnTo>
                  <a:lnTo>
                    <a:pt x="145843" y="669320"/>
                  </a:lnTo>
                  <a:lnTo>
                    <a:pt x="145797" y="671323"/>
                  </a:lnTo>
                  <a:lnTo>
                    <a:pt x="145934" y="672348"/>
                  </a:lnTo>
                  <a:lnTo>
                    <a:pt x="145843" y="673233"/>
                  </a:lnTo>
                  <a:lnTo>
                    <a:pt x="145524" y="674910"/>
                  </a:lnTo>
                  <a:lnTo>
                    <a:pt x="145023" y="676121"/>
                  </a:lnTo>
                  <a:lnTo>
                    <a:pt x="144111" y="677705"/>
                  </a:lnTo>
                  <a:lnTo>
                    <a:pt x="142699" y="679895"/>
                  </a:lnTo>
                  <a:lnTo>
                    <a:pt x="141651" y="680500"/>
                  </a:lnTo>
                  <a:lnTo>
                    <a:pt x="141560" y="680314"/>
                  </a:lnTo>
                  <a:lnTo>
                    <a:pt x="141332" y="680081"/>
                  </a:lnTo>
                  <a:lnTo>
                    <a:pt x="141195" y="679895"/>
                  </a:lnTo>
                  <a:lnTo>
                    <a:pt x="141104" y="679755"/>
                  </a:lnTo>
                  <a:lnTo>
                    <a:pt x="141104" y="679615"/>
                  </a:lnTo>
                  <a:lnTo>
                    <a:pt x="141195" y="679382"/>
                  </a:lnTo>
                  <a:lnTo>
                    <a:pt x="141195" y="679103"/>
                  </a:lnTo>
                  <a:lnTo>
                    <a:pt x="141059" y="678917"/>
                  </a:lnTo>
                  <a:lnTo>
                    <a:pt x="140831" y="678823"/>
                  </a:lnTo>
                  <a:lnTo>
                    <a:pt x="140694" y="678777"/>
                  </a:lnTo>
                  <a:lnTo>
                    <a:pt x="140466" y="678684"/>
                  </a:lnTo>
                  <a:lnTo>
                    <a:pt x="140148" y="678497"/>
                  </a:lnTo>
                  <a:lnTo>
                    <a:pt x="139646" y="678125"/>
                  </a:lnTo>
                  <a:lnTo>
                    <a:pt x="139145" y="677705"/>
                  </a:lnTo>
                  <a:lnTo>
                    <a:pt x="138553" y="677333"/>
                  </a:lnTo>
                  <a:lnTo>
                    <a:pt x="137869" y="676867"/>
                  </a:lnTo>
                  <a:lnTo>
                    <a:pt x="137323" y="676681"/>
                  </a:lnTo>
                  <a:lnTo>
                    <a:pt x="136867" y="676494"/>
                  </a:lnTo>
                  <a:lnTo>
                    <a:pt x="136594" y="676308"/>
                  </a:lnTo>
                  <a:lnTo>
                    <a:pt x="136503" y="676075"/>
                  </a:lnTo>
                  <a:lnTo>
                    <a:pt x="136503" y="675889"/>
                  </a:lnTo>
                  <a:lnTo>
                    <a:pt x="136685" y="675609"/>
                  </a:lnTo>
                  <a:lnTo>
                    <a:pt x="137004" y="675143"/>
                  </a:lnTo>
                  <a:lnTo>
                    <a:pt x="137277" y="674491"/>
                  </a:lnTo>
                  <a:lnTo>
                    <a:pt x="137459" y="673746"/>
                  </a:lnTo>
                  <a:lnTo>
                    <a:pt x="137550" y="672861"/>
                  </a:lnTo>
                  <a:lnTo>
                    <a:pt x="137642" y="672022"/>
                  </a:lnTo>
                  <a:lnTo>
                    <a:pt x="137687" y="671370"/>
                  </a:lnTo>
                  <a:lnTo>
                    <a:pt x="137687" y="670764"/>
                  </a:lnTo>
                  <a:lnTo>
                    <a:pt x="137687" y="670159"/>
                  </a:lnTo>
                  <a:lnTo>
                    <a:pt x="137869" y="669507"/>
                  </a:lnTo>
                  <a:lnTo>
                    <a:pt x="138143" y="668761"/>
                  </a:lnTo>
                  <a:lnTo>
                    <a:pt x="138371" y="668016"/>
                  </a:lnTo>
                  <a:lnTo>
                    <a:pt x="138553" y="667177"/>
                  </a:lnTo>
                  <a:lnTo>
                    <a:pt x="138781" y="666246"/>
                  </a:lnTo>
                  <a:lnTo>
                    <a:pt x="139008" y="665966"/>
                  </a:lnTo>
                  <a:lnTo>
                    <a:pt x="139373" y="665593"/>
                  </a:lnTo>
                  <a:lnTo>
                    <a:pt x="139965" y="665128"/>
                  </a:lnTo>
                  <a:lnTo>
                    <a:pt x="140330" y="664755"/>
                  </a:lnTo>
                  <a:lnTo>
                    <a:pt x="140421" y="664522"/>
                  </a:lnTo>
                  <a:lnTo>
                    <a:pt x="140512" y="664149"/>
                  </a:lnTo>
                  <a:lnTo>
                    <a:pt x="140558" y="663590"/>
                  </a:lnTo>
                  <a:lnTo>
                    <a:pt x="140603" y="663031"/>
                  </a:lnTo>
                  <a:lnTo>
                    <a:pt x="140603" y="662659"/>
                  </a:lnTo>
                  <a:lnTo>
                    <a:pt x="140649" y="662100"/>
                  </a:lnTo>
                  <a:lnTo>
                    <a:pt x="140831" y="661774"/>
                  </a:lnTo>
                  <a:lnTo>
                    <a:pt x="141013" y="661401"/>
                  </a:lnTo>
                  <a:lnTo>
                    <a:pt x="141059" y="660795"/>
                  </a:lnTo>
                  <a:lnTo>
                    <a:pt x="141241" y="660376"/>
                  </a:lnTo>
                  <a:lnTo>
                    <a:pt x="141287" y="660003"/>
                  </a:lnTo>
                  <a:lnTo>
                    <a:pt x="141241" y="659817"/>
                  </a:lnTo>
                  <a:lnTo>
                    <a:pt x="141104" y="659770"/>
                  </a:lnTo>
                  <a:lnTo>
                    <a:pt x="140785" y="659677"/>
                  </a:lnTo>
                  <a:lnTo>
                    <a:pt x="140330" y="659491"/>
                  </a:lnTo>
                  <a:lnTo>
                    <a:pt x="139783" y="659165"/>
                  </a:lnTo>
                  <a:lnTo>
                    <a:pt x="139373" y="658885"/>
                  </a:lnTo>
                  <a:lnTo>
                    <a:pt x="139008" y="658652"/>
                  </a:lnTo>
                  <a:lnTo>
                    <a:pt x="138553" y="658513"/>
                  </a:lnTo>
                  <a:lnTo>
                    <a:pt x="138234" y="658373"/>
                  </a:lnTo>
                  <a:lnTo>
                    <a:pt x="137824" y="658280"/>
                  </a:lnTo>
                  <a:lnTo>
                    <a:pt x="137505" y="658187"/>
                  </a:lnTo>
                  <a:lnTo>
                    <a:pt x="137232" y="658233"/>
                  </a:lnTo>
                  <a:lnTo>
                    <a:pt x="136275" y="658187"/>
                  </a:lnTo>
                  <a:lnTo>
                    <a:pt x="135455" y="657954"/>
                  </a:lnTo>
                  <a:lnTo>
                    <a:pt x="134771" y="657628"/>
                  </a:lnTo>
                  <a:lnTo>
                    <a:pt x="134042" y="657115"/>
                  </a:lnTo>
                  <a:lnTo>
                    <a:pt x="133131" y="656230"/>
                  </a:lnTo>
                  <a:lnTo>
                    <a:pt x="132539" y="655671"/>
                  </a:lnTo>
                  <a:lnTo>
                    <a:pt x="131810" y="655159"/>
                  </a:lnTo>
                  <a:lnTo>
                    <a:pt x="131081" y="654693"/>
                  </a:lnTo>
                  <a:lnTo>
                    <a:pt x="130580" y="654367"/>
                  </a:lnTo>
                  <a:lnTo>
                    <a:pt x="130124" y="653854"/>
                  </a:lnTo>
                  <a:lnTo>
                    <a:pt x="129805" y="653062"/>
                  </a:lnTo>
                  <a:lnTo>
                    <a:pt x="129486" y="651525"/>
                  </a:lnTo>
                  <a:lnTo>
                    <a:pt x="129304" y="650733"/>
                  </a:lnTo>
                  <a:lnTo>
                    <a:pt x="129213" y="650407"/>
                  </a:lnTo>
                  <a:lnTo>
                    <a:pt x="129167" y="648497"/>
                  </a:lnTo>
                  <a:lnTo>
                    <a:pt x="129076" y="647333"/>
                  </a:lnTo>
                  <a:lnTo>
                    <a:pt x="128939" y="646587"/>
                  </a:lnTo>
                  <a:lnTo>
                    <a:pt x="128894" y="646028"/>
                  </a:lnTo>
                  <a:lnTo>
                    <a:pt x="128894" y="645423"/>
                  </a:lnTo>
                  <a:lnTo>
                    <a:pt x="129030" y="644957"/>
                  </a:lnTo>
                  <a:lnTo>
                    <a:pt x="128985" y="644398"/>
                  </a:lnTo>
                  <a:lnTo>
                    <a:pt x="128848" y="643746"/>
                  </a:lnTo>
                  <a:lnTo>
                    <a:pt x="128712" y="643140"/>
                  </a:lnTo>
                  <a:lnTo>
                    <a:pt x="128666" y="642581"/>
                  </a:lnTo>
                  <a:lnTo>
                    <a:pt x="128757" y="642022"/>
                  </a:lnTo>
                  <a:lnTo>
                    <a:pt x="128803" y="641277"/>
                  </a:lnTo>
                  <a:lnTo>
                    <a:pt x="128757" y="640718"/>
                  </a:lnTo>
                  <a:lnTo>
                    <a:pt x="128575" y="639972"/>
                  </a:lnTo>
                  <a:lnTo>
                    <a:pt x="128347" y="639320"/>
                  </a:lnTo>
                  <a:lnTo>
                    <a:pt x="127983" y="638854"/>
                  </a:lnTo>
                  <a:lnTo>
                    <a:pt x="126935" y="638109"/>
                  </a:lnTo>
                  <a:lnTo>
                    <a:pt x="126160" y="637736"/>
                  </a:lnTo>
                  <a:lnTo>
                    <a:pt x="125386" y="637410"/>
                  </a:lnTo>
                  <a:lnTo>
                    <a:pt x="124884" y="636944"/>
                  </a:lnTo>
                  <a:lnTo>
                    <a:pt x="124474" y="636432"/>
                  </a:lnTo>
                  <a:lnTo>
                    <a:pt x="123973" y="635919"/>
                  </a:lnTo>
                  <a:lnTo>
                    <a:pt x="123563" y="635314"/>
                  </a:lnTo>
                  <a:lnTo>
                    <a:pt x="123335" y="634568"/>
                  </a:lnTo>
                  <a:lnTo>
                    <a:pt x="123153" y="633777"/>
                  </a:lnTo>
                  <a:lnTo>
                    <a:pt x="123016" y="633218"/>
                  </a:lnTo>
                  <a:lnTo>
                    <a:pt x="122880" y="632612"/>
                  </a:lnTo>
                  <a:lnTo>
                    <a:pt x="122743" y="631960"/>
                  </a:lnTo>
                  <a:lnTo>
                    <a:pt x="122470" y="631354"/>
                  </a:lnTo>
                  <a:lnTo>
                    <a:pt x="122287" y="630935"/>
                  </a:lnTo>
                  <a:lnTo>
                    <a:pt x="121877" y="630376"/>
                  </a:lnTo>
                  <a:lnTo>
                    <a:pt x="121331" y="629724"/>
                  </a:lnTo>
                  <a:lnTo>
                    <a:pt x="120738" y="629491"/>
                  </a:lnTo>
                  <a:lnTo>
                    <a:pt x="120191" y="629398"/>
                  </a:lnTo>
                  <a:lnTo>
                    <a:pt x="119554" y="629304"/>
                  </a:lnTo>
                  <a:lnTo>
                    <a:pt x="119098" y="629258"/>
                  </a:lnTo>
                  <a:lnTo>
                    <a:pt x="118278" y="629165"/>
                  </a:lnTo>
                  <a:lnTo>
                    <a:pt x="117412" y="628978"/>
                  </a:lnTo>
                  <a:lnTo>
                    <a:pt x="117048" y="628839"/>
                  </a:lnTo>
                  <a:lnTo>
                    <a:pt x="116501" y="628652"/>
                  </a:lnTo>
                  <a:lnTo>
                    <a:pt x="115818" y="628419"/>
                  </a:lnTo>
                  <a:lnTo>
                    <a:pt x="114861" y="628140"/>
                  </a:lnTo>
                  <a:lnTo>
                    <a:pt x="114405" y="628000"/>
                  </a:lnTo>
                  <a:lnTo>
                    <a:pt x="113904" y="627674"/>
                  </a:lnTo>
                  <a:lnTo>
                    <a:pt x="113357" y="627488"/>
                  </a:lnTo>
                  <a:lnTo>
                    <a:pt x="112355" y="626929"/>
                  </a:lnTo>
                  <a:lnTo>
                    <a:pt x="112081" y="626789"/>
                  </a:lnTo>
                  <a:lnTo>
                    <a:pt x="111535" y="626556"/>
                  </a:lnTo>
                  <a:lnTo>
                    <a:pt x="111034" y="626370"/>
                  </a:lnTo>
                  <a:lnTo>
                    <a:pt x="110532" y="626276"/>
                  </a:lnTo>
                  <a:lnTo>
                    <a:pt x="110396" y="626090"/>
                  </a:lnTo>
                  <a:lnTo>
                    <a:pt x="110077" y="625764"/>
                  </a:lnTo>
                  <a:lnTo>
                    <a:pt x="109895" y="625298"/>
                  </a:lnTo>
                  <a:lnTo>
                    <a:pt x="109530" y="624460"/>
                  </a:lnTo>
                  <a:lnTo>
                    <a:pt x="109211" y="623854"/>
                  </a:lnTo>
                  <a:lnTo>
                    <a:pt x="108892" y="623062"/>
                  </a:lnTo>
                  <a:lnTo>
                    <a:pt x="108710" y="622503"/>
                  </a:lnTo>
                  <a:lnTo>
                    <a:pt x="108391" y="622317"/>
                  </a:lnTo>
                  <a:lnTo>
                    <a:pt x="108118" y="622037"/>
                  </a:lnTo>
                  <a:lnTo>
                    <a:pt x="107753" y="621665"/>
                  </a:lnTo>
                  <a:lnTo>
                    <a:pt x="107662" y="621199"/>
                  </a:lnTo>
                  <a:lnTo>
                    <a:pt x="107662" y="620733"/>
                  </a:lnTo>
                  <a:lnTo>
                    <a:pt x="107708" y="620360"/>
                  </a:lnTo>
                  <a:lnTo>
                    <a:pt x="107708" y="620081"/>
                  </a:lnTo>
                  <a:lnTo>
                    <a:pt x="107753" y="619755"/>
                  </a:lnTo>
                  <a:lnTo>
                    <a:pt x="107708" y="619615"/>
                  </a:lnTo>
                  <a:lnTo>
                    <a:pt x="107571" y="619522"/>
                  </a:lnTo>
                  <a:lnTo>
                    <a:pt x="106933" y="619149"/>
                  </a:lnTo>
                  <a:lnTo>
                    <a:pt x="106432" y="618776"/>
                  </a:lnTo>
                  <a:lnTo>
                    <a:pt x="105840" y="618404"/>
                  </a:lnTo>
                  <a:lnTo>
                    <a:pt x="105429" y="618124"/>
                  </a:lnTo>
                  <a:lnTo>
                    <a:pt x="105019" y="617798"/>
                  </a:lnTo>
                  <a:lnTo>
                    <a:pt x="104655" y="617472"/>
                  </a:lnTo>
                  <a:lnTo>
                    <a:pt x="104382" y="617053"/>
                  </a:lnTo>
                  <a:lnTo>
                    <a:pt x="104017" y="616680"/>
                  </a:lnTo>
                  <a:lnTo>
                    <a:pt x="103425" y="616214"/>
                  </a:lnTo>
                  <a:lnTo>
                    <a:pt x="102605" y="615842"/>
                  </a:lnTo>
                  <a:lnTo>
                    <a:pt x="101785" y="615655"/>
                  </a:lnTo>
                  <a:lnTo>
                    <a:pt x="101329" y="615422"/>
                  </a:lnTo>
                  <a:lnTo>
                    <a:pt x="101238" y="615189"/>
                  </a:lnTo>
                  <a:lnTo>
                    <a:pt x="101238" y="614817"/>
                  </a:lnTo>
                  <a:lnTo>
                    <a:pt x="101876" y="614118"/>
                  </a:lnTo>
                  <a:lnTo>
                    <a:pt x="102195" y="613466"/>
                  </a:lnTo>
                  <a:lnTo>
                    <a:pt x="102605" y="612814"/>
                  </a:lnTo>
                  <a:lnTo>
                    <a:pt x="103060" y="612348"/>
                  </a:lnTo>
                  <a:lnTo>
                    <a:pt x="103425" y="611929"/>
                  </a:lnTo>
                  <a:lnTo>
                    <a:pt x="103607" y="611602"/>
                  </a:lnTo>
                  <a:lnTo>
                    <a:pt x="103744" y="611137"/>
                  </a:lnTo>
                  <a:lnTo>
                    <a:pt x="104017" y="610578"/>
                  </a:lnTo>
                  <a:lnTo>
                    <a:pt x="104199" y="610205"/>
                  </a:lnTo>
                  <a:lnTo>
                    <a:pt x="104382" y="609786"/>
                  </a:lnTo>
                  <a:lnTo>
                    <a:pt x="104609" y="609460"/>
                  </a:lnTo>
                  <a:lnTo>
                    <a:pt x="104928" y="609087"/>
                  </a:lnTo>
                  <a:lnTo>
                    <a:pt x="105247" y="608668"/>
                  </a:lnTo>
                  <a:lnTo>
                    <a:pt x="105566" y="608342"/>
                  </a:lnTo>
                  <a:lnTo>
                    <a:pt x="105703" y="608202"/>
                  </a:lnTo>
                  <a:lnTo>
                    <a:pt x="105840" y="608062"/>
                  </a:lnTo>
                  <a:lnTo>
                    <a:pt x="105885" y="607783"/>
                  </a:lnTo>
                  <a:lnTo>
                    <a:pt x="105931" y="607550"/>
                  </a:lnTo>
                  <a:lnTo>
                    <a:pt x="105931" y="607224"/>
                  </a:lnTo>
                  <a:lnTo>
                    <a:pt x="105885" y="606851"/>
                  </a:lnTo>
                  <a:lnTo>
                    <a:pt x="105840" y="606618"/>
                  </a:lnTo>
                  <a:lnTo>
                    <a:pt x="105657" y="606245"/>
                  </a:lnTo>
                  <a:lnTo>
                    <a:pt x="105384" y="605733"/>
                  </a:lnTo>
                  <a:lnTo>
                    <a:pt x="105019" y="604755"/>
                  </a:lnTo>
                  <a:lnTo>
                    <a:pt x="104700" y="603823"/>
                  </a:lnTo>
                  <a:lnTo>
                    <a:pt x="104655" y="602705"/>
                  </a:lnTo>
                  <a:lnTo>
                    <a:pt x="104518" y="601587"/>
                  </a:lnTo>
                  <a:lnTo>
                    <a:pt x="104609" y="600888"/>
                  </a:lnTo>
                  <a:lnTo>
                    <a:pt x="105065" y="600096"/>
                  </a:lnTo>
                  <a:lnTo>
                    <a:pt x="105657" y="599397"/>
                  </a:lnTo>
                  <a:lnTo>
                    <a:pt x="105885" y="599071"/>
                  </a:lnTo>
                  <a:lnTo>
                    <a:pt x="106432" y="598279"/>
                  </a:lnTo>
                  <a:lnTo>
                    <a:pt x="106751" y="598047"/>
                  </a:lnTo>
                  <a:lnTo>
                    <a:pt x="107206" y="597441"/>
                  </a:lnTo>
                  <a:lnTo>
                    <a:pt x="107753" y="597022"/>
                  </a:lnTo>
                  <a:lnTo>
                    <a:pt x="108254" y="596369"/>
                  </a:lnTo>
                  <a:lnTo>
                    <a:pt x="108528" y="595764"/>
                  </a:lnTo>
                  <a:lnTo>
                    <a:pt x="108619" y="595019"/>
                  </a:lnTo>
                  <a:lnTo>
                    <a:pt x="108573" y="594599"/>
                  </a:lnTo>
                  <a:lnTo>
                    <a:pt x="108528" y="594227"/>
                  </a:lnTo>
                  <a:lnTo>
                    <a:pt x="108437" y="593015"/>
                  </a:lnTo>
                  <a:lnTo>
                    <a:pt x="108300" y="592643"/>
                  </a:lnTo>
                  <a:lnTo>
                    <a:pt x="108254" y="592410"/>
                  </a:lnTo>
                  <a:lnTo>
                    <a:pt x="108254" y="592037"/>
                  </a:lnTo>
                  <a:lnTo>
                    <a:pt x="108118" y="590127"/>
                  </a:lnTo>
                  <a:lnTo>
                    <a:pt x="107935" y="589661"/>
                  </a:lnTo>
                  <a:lnTo>
                    <a:pt x="107890" y="589009"/>
                  </a:lnTo>
                  <a:lnTo>
                    <a:pt x="107844" y="588310"/>
                  </a:lnTo>
                  <a:lnTo>
                    <a:pt x="107890" y="587938"/>
                  </a:lnTo>
                  <a:lnTo>
                    <a:pt x="108026" y="587192"/>
                  </a:lnTo>
                  <a:lnTo>
                    <a:pt x="107981" y="586633"/>
                  </a:lnTo>
                  <a:lnTo>
                    <a:pt x="107708" y="585935"/>
                  </a:lnTo>
                  <a:lnTo>
                    <a:pt x="107708" y="585702"/>
                  </a:lnTo>
                  <a:lnTo>
                    <a:pt x="107708" y="585515"/>
                  </a:lnTo>
                  <a:lnTo>
                    <a:pt x="107662" y="585189"/>
                  </a:lnTo>
                  <a:lnTo>
                    <a:pt x="107753" y="584677"/>
                  </a:lnTo>
                  <a:lnTo>
                    <a:pt x="107890" y="584397"/>
                  </a:lnTo>
                  <a:lnTo>
                    <a:pt x="108573" y="583745"/>
                  </a:lnTo>
                  <a:lnTo>
                    <a:pt x="108528" y="583419"/>
                  </a:lnTo>
                  <a:lnTo>
                    <a:pt x="108437" y="583186"/>
                  </a:lnTo>
                  <a:lnTo>
                    <a:pt x="108345" y="582720"/>
                  </a:lnTo>
                  <a:lnTo>
                    <a:pt x="108254" y="582487"/>
                  </a:lnTo>
                  <a:lnTo>
                    <a:pt x="108254" y="582301"/>
                  </a:lnTo>
                  <a:lnTo>
                    <a:pt x="108345" y="582068"/>
                  </a:lnTo>
                  <a:lnTo>
                    <a:pt x="108345" y="581742"/>
                  </a:lnTo>
                  <a:lnTo>
                    <a:pt x="108437" y="581276"/>
                  </a:lnTo>
                  <a:lnTo>
                    <a:pt x="108573" y="580717"/>
                  </a:lnTo>
                  <a:lnTo>
                    <a:pt x="108573" y="580158"/>
                  </a:lnTo>
                  <a:lnTo>
                    <a:pt x="108573" y="579786"/>
                  </a:lnTo>
                  <a:lnTo>
                    <a:pt x="108528" y="579320"/>
                  </a:lnTo>
                  <a:lnTo>
                    <a:pt x="108573" y="578807"/>
                  </a:lnTo>
                  <a:lnTo>
                    <a:pt x="108755" y="578574"/>
                  </a:lnTo>
                  <a:lnTo>
                    <a:pt x="109211" y="578248"/>
                  </a:lnTo>
                  <a:lnTo>
                    <a:pt x="109758" y="577969"/>
                  </a:lnTo>
                  <a:lnTo>
                    <a:pt x="110305" y="577689"/>
                  </a:lnTo>
                  <a:lnTo>
                    <a:pt x="110851" y="577549"/>
                  </a:lnTo>
                  <a:lnTo>
                    <a:pt x="111489" y="577363"/>
                  </a:lnTo>
                  <a:lnTo>
                    <a:pt x="112081" y="577037"/>
                  </a:lnTo>
                  <a:lnTo>
                    <a:pt x="112492" y="576758"/>
                  </a:lnTo>
                  <a:lnTo>
                    <a:pt x="112902" y="576478"/>
                  </a:lnTo>
                  <a:lnTo>
                    <a:pt x="113175" y="576245"/>
                  </a:lnTo>
                  <a:lnTo>
                    <a:pt x="113403" y="576059"/>
                  </a:lnTo>
                  <a:lnTo>
                    <a:pt x="113722" y="575733"/>
                  </a:lnTo>
                  <a:lnTo>
                    <a:pt x="113995" y="575267"/>
                  </a:lnTo>
                  <a:lnTo>
                    <a:pt x="114177" y="574848"/>
                  </a:lnTo>
                  <a:lnTo>
                    <a:pt x="114314" y="574382"/>
                  </a:lnTo>
                  <a:lnTo>
                    <a:pt x="114496" y="573869"/>
                  </a:lnTo>
                  <a:lnTo>
                    <a:pt x="114678" y="573543"/>
                  </a:lnTo>
                  <a:lnTo>
                    <a:pt x="114952" y="572844"/>
                  </a:lnTo>
                  <a:lnTo>
                    <a:pt x="115134" y="572285"/>
                  </a:lnTo>
                  <a:lnTo>
                    <a:pt x="115316" y="572006"/>
                  </a:lnTo>
                  <a:lnTo>
                    <a:pt x="115544" y="571866"/>
                  </a:lnTo>
                  <a:lnTo>
                    <a:pt x="116136" y="571726"/>
                  </a:lnTo>
                  <a:lnTo>
                    <a:pt x="116865" y="571540"/>
                  </a:lnTo>
                  <a:lnTo>
                    <a:pt x="117594" y="571307"/>
                  </a:lnTo>
                  <a:lnTo>
                    <a:pt x="118415" y="571121"/>
                  </a:lnTo>
                  <a:lnTo>
                    <a:pt x="119280" y="571028"/>
                  </a:lnTo>
                  <a:lnTo>
                    <a:pt x="119736" y="571074"/>
                  </a:lnTo>
                  <a:lnTo>
                    <a:pt x="120191" y="570888"/>
                  </a:lnTo>
                  <a:lnTo>
                    <a:pt x="120556" y="570655"/>
                  </a:lnTo>
                  <a:lnTo>
                    <a:pt x="120920" y="570329"/>
                  </a:lnTo>
                  <a:lnTo>
                    <a:pt x="121604" y="569863"/>
                  </a:lnTo>
                  <a:lnTo>
                    <a:pt x="122470" y="569490"/>
                  </a:lnTo>
                  <a:lnTo>
                    <a:pt x="122834" y="569164"/>
                  </a:lnTo>
                  <a:lnTo>
                    <a:pt x="122971" y="568838"/>
                  </a:lnTo>
                  <a:lnTo>
                    <a:pt x="123199" y="568233"/>
                  </a:lnTo>
                  <a:lnTo>
                    <a:pt x="123335" y="567907"/>
                  </a:lnTo>
                  <a:lnTo>
                    <a:pt x="123654" y="567627"/>
                  </a:lnTo>
                  <a:lnTo>
                    <a:pt x="124155" y="567394"/>
                  </a:lnTo>
                  <a:lnTo>
                    <a:pt x="124611" y="567115"/>
                  </a:lnTo>
                  <a:lnTo>
                    <a:pt x="125203" y="566602"/>
                  </a:lnTo>
                  <a:lnTo>
                    <a:pt x="125522" y="566276"/>
                  </a:lnTo>
                  <a:lnTo>
                    <a:pt x="125932" y="565950"/>
                  </a:lnTo>
                  <a:lnTo>
                    <a:pt x="126251" y="565671"/>
                  </a:lnTo>
                  <a:lnTo>
                    <a:pt x="126707" y="565438"/>
                  </a:lnTo>
                  <a:lnTo>
                    <a:pt x="127345" y="565158"/>
                  </a:lnTo>
                  <a:lnTo>
                    <a:pt x="128028" y="564879"/>
                  </a:lnTo>
                  <a:lnTo>
                    <a:pt x="128529" y="564785"/>
                  </a:lnTo>
                  <a:lnTo>
                    <a:pt x="128939" y="564739"/>
                  </a:lnTo>
                  <a:lnTo>
                    <a:pt x="129532" y="564739"/>
                  </a:lnTo>
                  <a:lnTo>
                    <a:pt x="130716" y="564646"/>
                  </a:lnTo>
                  <a:lnTo>
                    <a:pt x="131354" y="564506"/>
                  </a:lnTo>
                  <a:lnTo>
                    <a:pt x="131673" y="564133"/>
                  </a:lnTo>
                  <a:lnTo>
                    <a:pt x="131901" y="563761"/>
                  </a:lnTo>
                  <a:lnTo>
                    <a:pt x="132083" y="563295"/>
                  </a:lnTo>
                  <a:lnTo>
                    <a:pt x="132402" y="562456"/>
                  </a:lnTo>
                  <a:lnTo>
                    <a:pt x="132493" y="562177"/>
                  </a:lnTo>
                  <a:lnTo>
                    <a:pt x="132448" y="561711"/>
                  </a:lnTo>
                  <a:lnTo>
                    <a:pt x="132220" y="560919"/>
                  </a:lnTo>
                  <a:lnTo>
                    <a:pt x="132129" y="560453"/>
                  </a:lnTo>
                  <a:lnTo>
                    <a:pt x="132083" y="560220"/>
                  </a:lnTo>
                  <a:lnTo>
                    <a:pt x="132220" y="559661"/>
                  </a:lnTo>
                  <a:lnTo>
                    <a:pt x="132402" y="558962"/>
                  </a:lnTo>
                  <a:lnTo>
                    <a:pt x="132448" y="557751"/>
                  </a:lnTo>
                  <a:lnTo>
                    <a:pt x="131901" y="556028"/>
                  </a:lnTo>
                  <a:lnTo>
                    <a:pt x="131627" y="555003"/>
                  </a:lnTo>
                  <a:lnTo>
                    <a:pt x="131536" y="554257"/>
                  </a:lnTo>
                  <a:lnTo>
                    <a:pt x="131491" y="553745"/>
                  </a:lnTo>
                  <a:lnTo>
                    <a:pt x="131764" y="553046"/>
                  </a:lnTo>
                  <a:lnTo>
                    <a:pt x="132174" y="552627"/>
                  </a:lnTo>
                  <a:lnTo>
                    <a:pt x="132311" y="552301"/>
                  </a:lnTo>
                  <a:lnTo>
                    <a:pt x="132402" y="551649"/>
                  </a:lnTo>
                  <a:lnTo>
                    <a:pt x="132812" y="549506"/>
                  </a:lnTo>
                  <a:lnTo>
                    <a:pt x="132812" y="549087"/>
                  </a:lnTo>
                  <a:lnTo>
                    <a:pt x="132812" y="548621"/>
                  </a:lnTo>
                  <a:lnTo>
                    <a:pt x="132812" y="547596"/>
                  </a:lnTo>
                  <a:lnTo>
                    <a:pt x="132675" y="545826"/>
                  </a:lnTo>
                  <a:lnTo>
                    <a:pt x="132675" y="545360"/>
                  </a:lnTo>
                  <a:lnTo>
                    <a:pt x="132858" y="544987"/>
                  </a:lnTo>
                  <a:lnTo>
                    <a:pt x="132994" y="544754"/>
                  </a:lnTo>
                  <a:lnTo>
                    <a:pt x="134680" y="542751"/>
                  </a:lnTo>
                  <a:lnTo>
                    <a:pt x="134908" y="542332"/>
                  </a:lnTo>
                  <a:lnTo>
                    <a:pt x="134908" y="542052"/>
                  </a:lnTo>
                  <a:lnTo>
                    <a:pt x="134817" y="541633"/>
                  </a:lnTo>
                  <a:lnTo>
                    <a:pt x="134680" y="540888"/>
                  </a:lnTo>
                  <a:lnTo>
                    <a:pt x="134635" y="540236"/>
                  </a:lnTo>
                  <a:lnTo>
                    <a:pt x="134543" y="539630"/>
                  </a:lnTo>
                  <a:lnTo>
                    <a:pt x="134635" y="538791"/>
                  </a:lnTo>
                  <a:lnTo>
                    <a:pt x="134635" y="538512"/>
                  </a:lnTo>
                  <a:lnTo>
                    <a:pt x="134270" y="537441"/>
                  </a:lnTo>
                  <a:lnTo>
                    <a:pt x="134133" y="537068"/>
                  </a:lnTo>
                  <a:lnTo>
                    <a:pt x="134133" y="536649"/>
                  </a:lnTo>
                  <a:lnTo>
                    <a:pt x="134133" y="536229"/>
                  </a:lnTo>
                  <a:lnTo>
                    <a:pt x="134133" y="535810"/>
                  </a:lnTo>
                  <a:lnTo>
                    <a:pt x="133814" y="534785"/>
                  </a:lnTo>
                  <a:lnTo>
                    <a:pt x="133587" y="534226"/>
                  </a:lnTo>
                  <a:lnTo>
                    <a:pt x="133359" y="533434"/>
                  </a:lnTo>
                  <a:lnTo>
                    <a:pt x="133359" y="533295"/>
                  </a:lnTo>
                  <a:lnTo>
                    <a:pt x="133313" y="533015"/>
                  </a:lnTo>
                  <a:lnTo>
                    <a:pt x="133131" y="532689"/>
                  </a:lnTo>
                  <a:lnTo>
                    <a:pt x="132994" y="532363"/>
                  </a:lnTo>
                  <a:lnTo>
                    <a:pt x="132858" y="531804"/>
                  </a:lnTo>
                  <a:lnTo>
                    <a:pt x="132812" y="531478"/>
                  </a:lnTo>
                  <a:lnTo>
                    <a:pt x="132584" y="530173"/>
                  </a:lnTo>
                  <a:lnTo>
                    <a:pt x="132402" y="529335"/>
                  </a:lnTo>
                  <a:lnTo>
                    <a:pt x="132129" y="528031"/>
                  </a:lnTo>
                  <a:lnTo>
                    <a:pt x="131901" y="527006"/>
                  </a:lnTo>
                  <a:lnTo>
                    <a:pt x="131536" y="526400"/>
                  </a:lnTo>
                  <a:lnTo>
                    <a:pt x="131354" y="526074"/>
                  </a:lnTo>
                  <a:lnTo>
                    <a:pt x="131081" y="525795"/>
                  </a:lnTo>
                  <a:lnTo>
                    <a:pt x="130762" y="525375"/>
                  </a:lnTo>
                  <a:lnTo>
                    <a:pt x="130807" y="525096"/>
                  </a:lnTo>
                  <a:lnTo>
                    <a:pt x="131081" y="524909"/>
                  </a:lnTo>
                  <a:lnTo>
                    <a:pt x="131992" y="524770"/>
                  </a:lnTo>
                  <a:lnTo>
                    <a:pt x="132448" y="524723"/>
                  </a:lnTo>
                  <a:lnTo>
                    <a:pt x="133997" y="524071"/>
                  </a:lnTo>
                  <a:lnTo>
                    <a:pt x="134316" y="523885"/>
                  </a:lnTo>
                  <a:lnTo>
                    <a:pt x="135227" y="523652"/>
                  </a:lnTo>
                  <a:lnTo>
                    <a:pt x="136958" y="522860"/>
                  </a:lnTo>
                  <a:lnTo>
                    <a:pt x="137414" y="522673"/>
                  </a:lnTo>
                  <a:lnTo>
                    <a:pt x="138143" y="522208"/>
                  </a:lnTo>
                  <a:lnTo>
                    <a:pt x="138462" y="521881"/>
                  </a:lnTo>
                  <a:lnTo>
                    <a:pt x="138826" y="521509"/>
                  </a:lnTo>
                  <a:lnTo>
                    <a:pt x="139464" y="520531"/>
                  </a:lnTo>
                  <a:lnTo>
                    <a:pt x="139829" y="519972"/>
                  </a:lnTo>
                  <a:lnTo>
                    <a:pt x="140421" y="518993"/>
                  </a:lnTo>
                  <a:lnTo>
                    <a:pt x="140831" y="518062"/>
                  </a:lnTo>
                  <a:lnTo>
                    <a:pt x="141560" y="516152"/>
                  </a:lnTo>
                  <a:lnTo>
                    <a:pt x="141742" y="514055"/>
                  </a:lnTo>
                  <a:lnTo>
                    <a:pt x="141879" y="513217"/>
                  </a:lnTo>
                  <a:lnTo>
                    <a:pt x="142243" y="511540"/>
                  </a:lnTo>
                  <a:lnTo>
                    <a:pt x="142471" y="510841"/>
                  </a:lnTo>
                  <a:lnTo>
                    <a:pt x="142836" y="509211"/>
                  </a:lnTo>
                  <a:lnTo>
                    <a:pt x="143018" y="508512"/>
                  </a:lnTo>
                  <a:lnTo>
                    <a:pt x="143109" y="508046"/>
                  </a:lnTo>
                  <a:lnTo>
                    <a:pt x="143519" y="506881"/>
                  </a:lnTo>
                  <a:lnTo>
                    <a:pt x="143838" y="505950"/>
                  </a:lnTo>
                  <a:lnTo>
                    <a:pt x="144613" y="504179"/>
                  </a:lnTo>
                  <a:lnTo>
                    <a:pt x="145114" y="502409"/>
                  </a:lnTo>
                  <a:lnTo>
                    <a:pt x="146207" y="501198"/>
                  </a:lnTo>
                  <a:lnTo>
                    <a:pt x="146800" y="500593"/>
                  </a:lnTo>
                  <a:lnTo>
                    <a:pt x="147073" y="500266"/>
                  </a:lnTo>
                  <a:lnTo>
                    <a:pt x="147164" y="499754"/>
                  </a:lnTo>
                  <a:lnTo>
                    <a:pt x="147437" y="499148"/>
                  </a:lnTo>
                  <a:lnTo>
                    <a:pt x="147756" y="498496"/>
                  </a:lnTo>
                  <a:lnTo>
                    <a:pt x="148576" y="496866"/>
                  </a:lnTo>
                  <a:lnTo>
                    <a:pt x="148850" y="496540"/>
                  </a:lnTo>
                  <a:lnTo>
                    <a:pt x="149807" y="495934"/>
                  </a:lnTo>
                  <a:lnTo>
                    <a:pt x="150217" y="495748"/>
                  </a:lnTo>
                  <a:lnTo>
                    <a:pt x="151219" y="495561"/>
                  </a:lnTo>
                  <a:lnTo>
                    <a:pt x="151356" y="495468"/>
                  </a:lnTo>
                  <a:lnTo>
                    <a:pt x="151492" y="495189"/>
                  </a:lnTo>
                  <a:lnTo>
                    <a:pt x="151219" y="494583"/>
                  </a:lnTo>
                  <a:lnTo>
                    <a:pt x="150991" y="493978"/>
                  </a:lnTo>
                  <a:lnTo>
                    <a:pt x="150399" y="492999"/>
                  </a:lnTo>
                  <a:lnTo>
                    <a:pt x="150171" y="492440"/>
                  </a:lnTo>
                  <a:lnTo>
                    <a:pt x="150080" y="491415"/>
                  </a:lnTo>
                  <a:lnTo>
                    <a:pt x="150080" y="491136"/>
                  </a:lnTo>
                  <a:lnTo>
                    <a:pt x="150080" y="490763"/>
                  </a:lnTo>
                  <a:lnTo>
                    <a:pt x="150262" y="489319"/>
                  </a:lnTo>
                  <a:lnTo>
                    <a:pt x="150536" y="488667"/>
                  </a:lnTo>
                  <a:lnTo>
                    <a:pt x="150763" y="488294"/>
                  </a:lnTo>
                  <a:lnTo>
                    <a:pt x="151447" y="486664"/>
                  </a:lnTo>
                  <a:lnTo>
                    <a:pt x="151720" y="485732"/>
                  </a:lnTo>
                  <a:lnTo>
                    <a:pt x="151948" y="485406"/>
                  </a:lnTo>
                  <a:lnTo>
                    <a:pt x="152267" y="485220"/>
                  </a:lnTo>
                  <a:lnTo>
                    <a:pt x="152859" y="484568"/>
                  </a:lnTo>
                  <a:lnTo>
                    <a:pt x="152996" y="484195"/>
                  </a:lnTo>
                  <a:lnTo>
                    <a:pt x="152996" y="483776"/>
                  </a:lnTo>
                  <a:lnTo>
                    <a:pt x="153178" y="482518"/>
                  </a:lnTo>
                  <a:lnTo>
                    <a:pt x="153588" y="480655"/>
                  </a:lnTo>
                  <a:lnTo>
                    <a:pt x="154181" y="479024"/>
                  </a:lnTo>
                  <a:lnTo>
                    <a:pt x="154545" y="478605"/>
                  </a:lnTo>
                  <a:lnTo>
                    <a:pt x="154773" y="477859"/>
                  </a:lnTo>
                  <a:lnTo>
                    <a:pt x="154910" y="477440"/>
                  </a:lnTo>
                  <a:lnTo>
                    <a:pt x="154727" y="476415"/>
                  </a:lnTo>
                  <a:lnTo>
                    <a:pt x="154727" y="475950"/>
                  </a:lnTo>
                  <a:lnTo>
                    <a:pt x="155046" y="474319"/>
                  </a:lnTo>
                  <a:lnTo>
                    <a:pt x="155730" y="470592"/>
                  </a:lnTo>
                  <a:lnTo>
                    <a:pt x="156413" y="467005"/>
                  </a:lnTo>
                  <a:lnTo>
                    <a:pt x="157188" y="466353"/>
                  </a:lnTo>
                  <a:lnTo>
                    <a:pt x="157598" y="465701"/>
                  </a:lnTo>
                  <a:lnTo>
                    <a:pt x="158554" y="464583"/>
                  </a:lnTo>
                  <a:lnTo>
                    <a:pt x="158873" y="464024"/>
                  </a:lnTo>
                  <a:lnTo>
                    <a:pt x="159967" y="462626"/>
                  </a:lnTo>
                  <a:lnTo>
                    <a:pt x="160833" y="461508"/>
                  </a:lnTo>
                  <a:lnTo>
                    <a:pt x="162245" y="459971"/>
                  </a:lnTo>
                  <a:lnTo>
                    <a:pt x="162701" y="459272"/>
                  </a:lnTo>
                  <a:lnTo>
                    <a:pt x="163657" y="457921"/>
                  </a:lnTo>
                  <a:lnTo>
                    <a:pt x="163885" y="457549"/>
                  </a:lnTo>
                  <a:lnTo>
                    <a:pt x="164432" y="456244"/>
                  </a:lnTo>
                  <a:lnTo>
                    <a:pt x="164796" y="454987"/>
                  </a:lnTo>
                  <a:lnTo>
                    <a:pt x="165161" y="454288"/>
                  </a:lnTo>
                  <a:lnTo>
                    <a:pt x="165434" y="453356"/>
                  </a:lnTo>
                  <a:lnTo>
                    <a:pt x="165662" y="450654"/>
                  </a:lnTo>
                  <a:lnTo>
                    <a:pt x="165708" y="450375"/>
                  </a:lnTo>
                  <a:lnTo>
                    <a:pt x="165662" y="450095"/>
                  </a:lnTo>
                  <a:lnTo>
                    <a:pt x="165708" y="449862"/>
                  </a:lnTo>
                  <a:lnTo>
                    <a:pt x="166209" y="449303"/>
                  </a:lnTo>
                  <a:lnTo>
                    <a:pt x="167029" y="447906"/>
                  </a:lnTo>
                  <a:lnTo>
                    <a:pt x="167530" y="446928"/>
                  </a:lnTo>
                  <a:lnTo>
                    <a:pt x="167986" y="446089"/>
                  </a:lnTo>
                  <a:lnTo>
                    <a:pt x="168578" y="445111"/>
                  </a:lnTo>
                  <a:lnTo>
                    <a:pt x="168669" y="444645"/>
                  </a:lnTo>
                  <a:lnTo>
                    <a:pt x="168624" y="443713"/>
                  </a:lnTo>
                  <a:lnTo>
                    <a:pt x="168487" y="442688"/>
                  </a:lnTo>
                  <a:lnTo>
                    <a:pt x="168396" y="442409"/>
                  </a:lnTo>
                  <a:lnTo>
                    <a:pt x="168122" y="442269"/>
                  </a:lnTo>
                  <a:lnTo>
                    <a:pt x="167804" y="442129"/>
                  </a:lnTo>
                  <a:lnTo>
                    <a:pt x="167393" y="441897"/>
                  </a:lnTo>
                  <a:lnTo>
                    <a:pt x="167257" y="441617"/>
                  </a:lnTo>
                  <a:lnTo>
                    <a:pt x="167120" y="440732"/>
                  </a:lnTo>
                  <a:lnTo>
                    <a:pt x="166938" y="440080"/>
                  </a:lnTo>
                  <a:lnTo>
                    <a:pt x="166619" y="439148"/>
                  </a:lnTo>
                  <a:lnTo>
                    <a:pt x="166300" y="438729"/>
                  </a:lnTo>
                  <a:lnTo>
                    <a:pt x="165708" y="438077"/>
                  </a:lnTo>
                  <a:lnTo>
                    <a:pt x="165024" y="437424"/>
                  </a:lnTo>
                  <a:lnTo>
                    <a:pt x="164204" y="436679"/>
                  </a:lnTo>
                  <a:lnTo>
                    <a:pt x="164113" y="436400"/>
                  </a:lnTo>
                  <a:lnTo>
                    <a:pt x="164159" y="436073"/>
                  </a:lnTo>
                  <a:lnTo>
                    <a:pt x="164295" y="435561"/>
                  </a:lnTo>
                  <a:lnTo>
                    <a:pt x="164432" y="435328"/>
                  </a:lnTo>
                  <a:lnTo>
                    <a:pt x="164614" y="434490"/>
                  </a:lnTo>
                  <a:lnTo>
                    <a:pt x="164614" y="434350"/>
                  </a:lnTo>
                  <a:lnTo>
                    <a:pt x="164204" y="433325"/>
                  </a:lnTo>
                  <a:lnTo>
                    <a:pt x="163931" y="432719"/>
                  </a:lnTo>
                  <a:lnTo>
                    <a:pt x="163703" y="432440"/>
                  </a:lnTo>
                  <a:lnTo>
                    <a:pt x="163430" y="432021"/>
                  </a:lnTo>
                  <a:lnTo>
                    <a:pt x="163111" y="431695"/>
                  </a:lnTo>
                  <a:lnTo>
                    <a:pt x="162336" y="431136"/>
                  </a:lnTo>
                  <a:lnTo>
                    <a:pt x="161516" y="430530"/>
                  </a:lnTo>
                  <a:lnTo>
                    <a:pt x="159967" y="430437"/>
                  </a:lnTo>
                  <a:lnTo>
                    <a:pt x="159511" y="430157"/>
                  </a:lnTo>
                  <a:lnTo>
                    <a:pt x="159192" y="429691"/>
                  </a:lnTo>
                  <a:lnTo>
                    <a:pt x="159238" y="427968"/>
                  </a:lnTo>
                  <a:lnTo>
                    <a:pt x="159511" y="427036"/>
                  </a:lnTo>
                  <a:lnTo>
                    <a:pt x="160012" y="425918"/>
                  </a:lnTo>
                  <a:lnTo>
                    <a:pt x="160696" y="425359"/>
                  </a:lnTo>
                  <a:lnTo>
                    <a:pt x="161243" y="425126"/>
                  </a:lnTo>
                  <a:lnTo>
                    <a:pt x="161880" y="424847"/>
                  </a:lnTo>
                  <a:lnTo>
                    <a:pt x="161880" y="424567"/>
                  </a:lnTo>
                  <a:lnTo>
                    <a:pt x="161744" y="423822"/>
                  </a:lnTo>
                  <a:lnTo>
                    <a:pt x="161516" y="423216"/>
                  </a:lnTo>
                  <a:lnTo>
                    <a:pt x="161334" y="422844"/>
                  </a:lnTo>
                  <a:lnTo>
                    <a:pt x="161015" y="422424"/>
                  </a:lnTo>
                  <a:lnTo>
                    <a:pt x="160377" y="421632"/>
                  </a:lnTo>
                  <a:lnTo>
                    <a:pt x="159648" y="420934"/>
                  </a:lnTo>
                  <a:lnTo>
                    <a:pt x="159238" y="420561"/>
                  </a:lnTo>
                  <a:lnTo>
                    <a:pt x="158828" y="420281"/>
                  </a:lnTo>
                  <a:lnTo>
                    <a:pt x="158236" y="419955"/>
                  </a:lnTo>
                  <a:lnTo>
                    <a:pt x="157780" y="419536"/>
                  </a:lnTo>
                  <a:lnTo>
                    <a:pt x="157324" y="419024"/>
                  </a:lnTo>
                  <a:lnTo>
                    <a:pt x="156960" y="418465"/>
                  </a:lnTo>
                  <a:lnTo>
                    <a:pt x="156641" y="417906"/>
                  </a:lnTo>
                  <a:lnTo>
                    <a:pt x="156413" y="417440"/>
                  </a:lnTo>
                  <a:lnTo>
                    <a:pt x="156049" y="416834"/>
                  </a:lnTo>
                  <a:lnTo>
                    <a:pt x="155502" y="416135"/>
                  </a:lnTo>
                  <a:lnTo>
                    <a:pt x="154864" y="415623"/>
                  </a:lnTo>
                  <a:lnTo>
                    <a:pt x="154454" y="415250"/>
                  </a:lnTo>
                  <a:lnTo>
                    <a:pt x="153998" y="414552"/>
                  </a:lnTo>
                  <a:lnTo>
                    <a:pt x="153725" y="414086"/>
                  </a:lnTo>
                  <a:lnTo>
                    <a:pt x="152130" y="411524"/>
                  </a:lnTo>
                  <a:lnTo>
                    <a:pt x="151766" y="411104"/>
                  </a:lnTo>
                  <a:lnTo>
                    <a:pt x="151492" y="410639"/>
                  </a:lnTo>
                  <a:lnTo>
                    <a:pt x="150991" y="410126"/>
                  </a:lnTo>
                  <a:lnTo>
                    <a:pt x="150672" y="409567"/>
                  </a:lnTo>
                  <a:lnTo>
                    <a:pt x="150536" y="408822"/>
                  </a:lnTo>
                  <a:lnTo>
                    <a:pt x="150718" y="407983"/>
                  </a:lnTo>
                  <a:lnTo>
                    <a:pt x="150763" y="407191"/>
                  </a:lnTo>
                  <a:lnTo>
                    <a:pt x="150672" y="405654"/>
                  </a:lnTo>
                  <a:lnTo>
                    <a:pt x="150991" y="404257"/>
                  </a:lnTo>
                  <a:lnTo>
                    <a:pt x="151265" y="403511"/>
                  </a:lnTo>
                  <a:lnTo>
                    <a:pt x="152085" y="402719"/>
                  </a:lnTo>
                  <a:lnTo>
                    <a:pt x="152495" y="401788"/>
                  </a:lnTo>
                  <a:lnTo>
                    <a:pt x="153406" y="399225"/>
                  </a:lnTo>
                  <a:lnTo>
                    <a:pt x="154044" y="398061"/>
                  </a:lnTo>
                  <a:lnTo>
                    <a:pt x="154545" y="397409"/>
                  </a:lnTo>
                  <a:lnTo>
                    <a:pt x="155046" y="396663"/>
                  </a:lnTo>
                  <a:lnTo>
                    <a:pt x="155228" y="396244"/>
                  </a:lnTo>
                  <a:lnTo>
                    <a:pt x="155274" y="395918"/>
                  </a:lnTo>
                  <a:lnTo>
                    <a:pt x="155228" y="395778"/>
                  </a:lnTo>
                  <a:lnTo>
                    <a:pt x="155228" y="395638"/>
                  </a:lnTo>
                  <a:lnTo>
                    <a:pt x="155274" y="395266"/>
                  </a:lnTo>
                  <a:lnTo>
                    <a:pt x="155320" y="395126"/>
                  </a:lnTo>
                  <a:lnTo>
                    <a:pt x="155274" y="394940"/>
                  </a:lnTo>
                  <a:lnTo>
                    <a:pt x="155092" y="394101"/>
                  </a:lnTo>
                  <a:lnTo>
                    <a:pt x="154955" y="393216"/>
                  </a:lnTo>
                  <a:lnTo>
                    <a:pt x="154910" y="392331"/>
                  </a:lnTo>
                  <a:lnTo>
                    <a:pt x="154910" y="391166"/>
                  </a:lnTo>
                  <a:lnTo>
                    <a:pt x="155001" y="390095"/>
                  </a:lnTo>
                  <a:lnTo>
                    <a:pt x="155092" y="389583"/>
                  </a:lnTo>
                  <a:lnTo>
                    <a:pt x="155456" y="388511"/>
                  </a:lnTo>
                  <a:lnTo>
                    <a:pt x="155547" y="387719"/>
                  </a:lnTo>
                  <a:lnTo>
                    <a:pt x="155320" y="386368"/>
                  </a:lnTo>
                  <a:lnTo>
                    <a:pt x="155274" y="385763"/>
                  </a:lnTo>
                  <a:lnTo>
                    <a:pt x="155274" y="384598"/>
                  </a:lnTo>
                  <a:lnTo>
                    <a:pt x="155137" y="383340"/>
                  </a:lnTo>
                  <a:lnTo>
                    <a:pt x="155092" y="382921"/>
                  </a:lnTo>
                  <a:lnTo>
                    <a:pt x="155137" y="382595"/>
                  </a:lnTo>
                  <a:lnTo>
                    <a:pt x="155228" y="381337"/>
                  </a:lnTo>
                  <a:lnTo>
                    <a:pt x="155092" y="380592"/>
                  </a:lnTo>
                  <a:lnTo>
                    <a:pt x="155001" y="380173"/>
                  </a:lnTo>
                  <a:lnTo>
                    <a:pt x="154408" y="378868"/>
                  </a:lnTo>
                  <a:lnTo>
                    <a:pt x="153497" y="377284"/>
                  </a:lnTo>
                  <a:lnTo>
                    <a:pt x="153269" y="376446"/>
                  </a:lnTo>
                  <a:lnTo>
                    <a:pt x="153133" y="375607"/>
                  </a:lnTo>
                  <a:lnTo>
                    <a:pt x="153224" y="375048"/>
                  </a:lnTo>
                  <a:lnTo>
                    <a:pt x="153360" y="374536"/>
                  </a:lnTo>
                  <a:lnTo>
                    <a:pt x="153816" y="373278"/>
                  </a:lnTo>
                  <a:lnTo>
                    <a:pt x="154408" y="372207"/>
                  </a:lnTo>
                  <a:lnTo>
                    <a:pt x="154499" y="371601"/>
                  </a:lnTo>
                  <a:lnTo>
                    <a:pt x="154454" y="370623"/>
                  </a:lnTo>
                  <a:lnTo>
                    <a:pt x="154363" y="369458"/>
                  </a:lnTo>
                  <a:lnTo>
                    <a:pt x="154089" y="368759"/>
                  </a:lnTo>
                  <a:lnTo>
                    <a:pt x="153588" y="368107"/>
                  </a:lnTo>
                  <a:lnTo>
                    <a:pt x="153315" y="367595"/>
                  </a:lnTo>
                  <a:lnTo>
                    <a:pt x="151948" y="364241"/>
                  </a:lnTo>
                  <a:lnTo>
                    <a:pt x="151720" y="362750"/>
                  </a:lnTo>
                  <a:lnTo>
                    <a:pt x="151675" y="360421"/>
                  </a:lnTo>
                  <a:lnTo>
                    <a:pt x="151538" y="359769"/>
                  </a:lnTo>
                  <a:lnTo>
                    <a:pt x="150991" y="359023"/>
                  </a:lnTo>
                  <a:lnTo>
                    <a:pt x="150809" y="358185"/>
                  </a:lnTo>
                  <a:lnTo>
                    <a:pt x="150672" y="357905"/>
                  </a:lnTo>
                  <a:lnTo>
                    <a:pt x="150399" y="357533"/>
                  </a:lnTo>
                  <a:lnTo>
                    <a:pt x="149989" y="356834"/>
                  </a:lnTo>
                  <a:lnTo>
                    <a:pt x="149852" y="356368"/>
                  </a:lnTo>
                  <a:lnTo>
                    <a:pt x="149579" y="355017"/>
                  </a:lnTo>
                  <a:lnTo>
                    <a:pt x="149442" y="354738"/>
                  </a:lnTo>
                  <a:lnTo>
                    <a:pt x="149123" y="354458"/>
                  </a:lnTo>
                  <a:lnTo>
                    <a:pt x="147346" y="352734"/>
                  </a:lnTo>
                  <a:lnTo>
                    <a:pt x="147164" y="352455"/>
                  </a:lnTo>
                  <a:lnTo>
                    <a:pt x="146663" y="351803"/>
                  </a:lnTo>
                  <a:lnTo>
                    <a:pt x="146481" y="350964"/>
                  </a:lnTo>
                  <a:lnTo>
                    <a:pt x="146481" y="349567"/>
                  </a:lnTo>
                  <a:lnTo>
                    <a:pt x="146389" y="347890"/>
                  </a:lnTo>
                  <a:lnTo>
                    <a:pt x="146207" y="347470"/>
                  </a:lnTo>
                  <a:lnTo>
                    <a:pt x="145843" y="346399"/>
                  </a:lnTo>
                  <a:lnTo>
                    <a:pt x="145706" y="345374"/>
                  </a:lnTo>
                  <a:lnTo>
                    <a:pt x="145843" y="344349"/>
                  </a:lnTo>
                  <a:lnTo>
                    <a:pt x="146253" y="343278"/>
                  </a:lnTo>
                  <a:lnTo>
                    <a:pt x="146481" y="341880"/>
                  </a:lnTo>
                  <a:lnTo>
                    <a:pt x="146389" y="340250"/>
                  </a:lnTo>
                  <a:lnTo>
                    <a:pt x="144749" y="335265"/>
                  </a:lnTo>
                  <a:lnTo>
                    <a:pt x="144749" y="333495"/>
                  </a:lnTo>
                  <a:lnTo>
                    <a:pt x="144840" y="333076"/>
                  </a:lnTo>
                  <a:lnTo>
                    <a:pt x="144840" y="332657"/>
                  </a:lnTo>
                  <a:lnTo>
                    <a:pt x="144749" y="332470"/>
                  </a:lnTo>
                  <a:lnTo>
                    <a:pt x="144476" y="332331"/>
                  </a:lnTo>
                  <a:lnTo>
                    <a:pt x="144066" y="332377"/>
                  </a:lnTo>
                  <a:lnTo>
                    <a:pt x="143610" y="332517"/>
                  </a:lnTo>
                  <a:lnTo>
                    <a:pt x="142380" y="332796"/>
                  </a:lnTo>
                  <a:lnTo>
                    <a:pt x="141469" y="332657"/>
                  </a:lnTo>
                  <a:lnTo>
                    <a:pt x="140968" y="332051"/>
                  </a:lnTo>
                  <a:lnTo>
                    <a:pt x="140922" y="331352"/>
                  </a:lnTo>
                  <a:lnTo>
                    <a:pt x="140877" y="330141"/>
                  </a:lnTo>
                  <a:lnTo>
                    <a:pt x="140649" y="328604"/>
                  </a:lnTo>
                  <a:lnTo>
                    <a:pt x="140740" y="327765"/>
                  </a:lnTo>
                  <a:lnTo>
                    <a:pt x="140603" y="326508"/>
                  </a:lnTo>
                  <a:lnTo>
                    <a:pt x="139327" y="323526"/>
                  </a:lnTo>
                  <a:lnTo>
                    <a:pt x="139054" y="323060"/>
                  </a:lnTo>
                  <a:lnTo>
                    <a:pt x="138644" y="322362"/>
                  </a:lnTo>
                  <a:lnTo>
                    <a:pt x="138188" y="320731"/>
                  </a:lnTo>
                  <a:lnTo>
                    <a:pt x="138006" y="320219"/>
                  </a:lnTo>
                  <a:lnTo>
                    <a:pt x="136320" y="318449"/>
                  </a:lnTo>
                  <a:lnTo>
                    <a:pt x="136093" y="318122"/>
                  </a:lnTo>
                  <a:lnTo>
                    <a:pt x="135455" y="317144"/>
                  </a:lnTo>
                  <a:lnTo>
                    <a:pt x="134999" y="316678"/>
                  </a:lnTo>
                  <a:lnTo>
                    <a:pt x="134771" y="315886"/>
                  </a:lnTo>
                  <a:lnTo>
                    <a:pt x="134862" y="314862"/>
                  </a:lnTo>
                  <a:lnTo>
                    <a:pt x="135272" y="313697"/>
                  </a:lnTo>
                  <a:lnTo>
                    <a:pt x="135272" y="313231"/>
                  </a:lnTo>
                  <a:lnTo>
                    <a:pt x="135181" y="313045"/>
                  </a:lnTo>
                  <a:lnTo>
                    <a:pt x="134953" y="312905"/>
                  </a:lnTo>
                  <a:lnTo>
                    <a:pt x="134452" y="312858"/>
                  </a:lnTo>
                  <a:lnTo>
                    <a:pt x="133678" y="312765"/>
                  </a:lnTo>
                  <a:lnTo>
                    <a:pt x="132539" y="312626"/>
                  </a:lnTo>
                  <a:lnTo>
                    <a:pt x="131354" y="312206"/>
                  </a:lnTo>
                  <a:lnTo>
                    <a:pt x="130124" y="311601"/>
                  </a:lnTo>
                  <a:lnTo>
                    <a:pt x="129395" y="311181"/>
                  </a:lnTo>
                  <a:lnTo>
                    <a:pt x="128484" y="310716"/>
                  </a:lnTo>
                  <a:lnTo>
                    <a:pt x="127846" y="310296"/>
                  </a:lnTo>
                  <a:lnTo>
                    <a:pt x="126752" y="309551"/>
                  </a:lnTo>
                  <a:lnTo>
                    <a:pt x="124793" y="307781"/>
                  </a:lnTo>
                  <a:lnTo>
                    <a:pt x="124657" y="307781"/>
                  </a:lnTo>
                  <a:lnTo>
                    <a:pt x="124019" y="307641"/>
                  </a:lnTo>
                  <a:lnTo>
                    <a:pt x="123244" y="307501"/>
                  </a:lnTo>
                  <a:lnTo>
                    <a:pt x="122424" y="307501"/>
                  </a:lnTo>
                  <a:lnTo>
                    <a:pt x="121832" y="307501"/>
                  </a:lnTo>
                  <a:lnTo>
                    <a:pt x="120966" y="307222"/>
                  </a:lnTo>
                  <a:lnTo>
                    <a:pt x="120647" y="307175"/>
                  </a:lnTo>
                  <a:lnTo>
                    <a:pt x="120283" y="307222"/>
                  </a:lnTo>
                  <a:lnTo>
                    <a:pt x="119827" y="307362"/>
                  </a:lnTo>
                  <a:lnTo>
                    <a:pt x="119417" y="307688"/>
                  </a:lnTo>
                  <a:lnTo>
                    <a:pt x="117276" y="308526"/>
                  </a:lnTo>
                  <a:lnTo>
                    <a:pt x="116820" y="308712"/>
                  </a:lnTo>
                  <a:lnTo>
                    <a:pt x="115954" y="308945"/>
                  </a:lnTo>
                  <a:lnTo>
                    <a:pt x="115043" y="309085"/>
                  </a:lnTo>
                  <a:lnTo>
                    <a:pt x="113585" y="308992"/>
                  </a:lnTo>
                  <a:lnTo>
                    <a:pt x="111808" y="308759"/>
                  </a:lnTo>
                  <a:lnTo>
                    <a:pt x="110213" y="308386"/>
                  </a:lnTo>
                  <a:lnTo>
                    <a:pt x="109120" y="308107"/>
                  </a:lnTo>
                  <a:lnTo>
                    <a:pt x="107616" y="307734"/>
                  </a:lnTo>
                  <a:lnTo>
                    <a:pt x="106067" y="307688"/>
                  </a:lnTo>
                  <a:lnTo>
                    <a:pt x="105065" y="307734"/>
                  </a:lnTo>
                  <a:lnTo>
                    <a:pt x="104473" y="307967"/>
                  </a:lnTo>
                  <a:lnTo>
                    <a:pt x="104199" y="308107"/>
                  </a:lnTo>
                  <a:lnTo>
                    <a:pt x="103015" y="308247"/>
                  </a:lnTo>
                  <a:lnTo>
                    <a:pt x="102605" y="308153"/>
                  </a:lnTo>
                  <a:lnTo>
                    <a:pt x="101374" y="307874"/>
                  </a:lnTo>
                  <a:lnTo>
                    <a:pt x="100964" y="307594"/>
                  </a:lnTo>
                  <a:lnTo>
                    <a:pt x="100463" y="307315"/>
                  </a:lnTo>
                  <a:lnTo>
                    <a:pt x="99734" y="306709"/>
                  </a:lnTo>
                  <a:lnTo>
                    <a:pt x="98641" y="304893"/>
                  </a:lnTo>
                  <a:lnTo>
                    <a:pt x="98185" y="304194"/>
                  </a:lnTo>
                  <a:lnTo>
                    <a:pt x="98048" y="304054"/>
                  </a:lnTo>
                  <a:lnTo>
                    <a:pt x="97957" y="303868"/>
                  </a:lnTo>
                  <a:lnTo>
                    <a:pt x="97228" y="303122"/>
                  </a:lnTo>
                  <a:lnTo>
                    <a:pt x="95588" y="301958"/>
                  </a:lnTo>
                  <a:lnTo>
                    <a:pt x="94540" y="301259"/>
                  </a:lnTo>
                  <a:lnTo>
                    <a:pt x="93037" y="300514"/>
                  </a:lnTo>
                  <a:lnTo>
                    <a:pt x="92718" y="300281"/>
                  </a:lnTo>
                  <a:lnTo>
                    <a:pt x="92444" y="300001"/>
                  </a:lnTo>
                  <a:lnTo>
                    <a:pt x="91806" y="298930"/>
                  </a:lnTo>
                  <a:lnTo>
                    <a:pt x="89938" y="296554"/>
                  </a:lnTo>
                  <a:lnTo>
                    <a:pt x="89073" y="295483"/>
                  </a:lnTo>
                  <a:lnTo>
                    <a:pt x="88389" y="294598"/>
                  </a:lnTo>
                  <a:lnTo>
                    <a:pt x="88025" y="294318"/>
                  </a:lnTo>
                  <a:lnTo>
                    <a:pt x="87843" y="294132"/>
                  </a:lnTo>
                  <a:lnTo>
                    <a:pt x="87387" y="293619"/>
                  </a:lnTo>
                  <a:lnTo>
                    <a:pt x="87296" y="293293"/>
                  </a:lnTo>
                  <a:lnTo>
                    <a:pt x="87569" y="290917"/>
                  </a:lnTo>
                  <a:lnTo>
                    <a:pt x="88025" y="287983"/>
                  </a:lnTo>
                  <a:lnTo>
                    <a:pt x="88344" y="285886"/>
                  </a:lnTo>
                  <a:lnTo>
                    <a:pt x="88617" y="284349"/>
                  </a:lnTo>
                  <a:lnTo>
                    <a:pt x="88799" y="283883"/>
                  </a:lnTo>
                  <a:lnTo>
                    <a:pt x="91169" y="280669"/>
                  </a:lnTo>
                  <a:lnTo>
                    <a:pt x="91943" y="280110"/>
                  </a:lnTo>
                  <a:lnTo>
                    <a:pt x="92125" y="279737"/>
                  </a:lnTo>
                  <a:lnTo>
                    <a:pt x="92946" y="278666"/>
                  </a:lnTo>
                  <a:lnTo>
                    <a:pt x="92991" y="278293"/>
                  </a:lnTo>
                  <a:lnTo>
                    <a:pt x="92991" y="277687"/>
                  </a:lnTo>
                  <a:lnTo>
                    <a:pt x="92991" y="277361"/>
                  </a:lnTo>
                  <a:lnTo>
                    <a:pt x="92854" y="275917"/>
                  </a:lnTo>
                  <a:lnTo>
                    <a:pt x="93173" y="274427"/>
                  </a:lnTo>
                  <a:lnTo>
                    <a:pt x="93629" y="273448"/>
                  </a:lnTo>
                  <a:lnTo>
                    <a:pt x="93902" y="272843"/>
                  </a:lnTo>
                  <a:lnTo>
                    <a:pt x="94221" y="271958"/>
                  </a:lnTo>
                  <a:lnTo>
                    <a:pt x="94221" y="271352"/>
                  </a:lnTo>
                  <a:lnTo>
                    <a:pt x="94039" y="270514"/>
                  </a:lnTo>
                  <a:lnTo>
                    <a:pt x="94085" y="270234"/>
                  </a:lnTo>
                  <a:lnTo>
                    <a:pt x="95087" y="268277"/>
                  </a:lnTo>
                  <a:lnTo>
                    <a:pt x="95224" y="267486"/>
                  </a:lnTo>
                  <a:lnTo>
                    <a:pt x="95315" y="266694"/>
                  </a:lnTo>
                  <a:lnTo>
                    <a:pt x="95224" y="266088"/>
                  </a:lnTo>
                  <a:lnTo>
                    <a:pt x="94859" y="265715"/>
                  </a:lnTo>
                  <a:lnTo>
                    <a:pt x="94449" y="265343"/>
                  </a:lnTo>
                  <a:lnTo>
                    <a:pt x="93538" y="264597"/>
                  </a:lnTo>
                  <a:lnTo>
                    <a:pt x="93401" y="264271"/>
                  </a:lnTo>
                  <a:lnTo>
                    <a:pt x="93264" y="263526"/>
                  </a:lnTo>
                  <a:lnTo>
                    <a:pt x="92854" y="262548"/>
                  </a:lnTo>
                  <a:lnTo>
                    <a:pt x="92854" y="262082"/>
                  </a:lnTo>
                  <a:lnTo>
                    <a:pt x="92991" y="261336"/>
                  </a:lnTo>
                  <a:lnTo>
                    <a:pt x="93128" y="259753"/>
                  </a:lnTo>
                  <a:lnTo>
                    <a:pt x="92991" y="259426"/>
                  </a:lnTo>
                  <a:lnTo>
                    <a:pt x="92125" y="258914"/>
                  </a:lnTo>
                  <a:lnTo>
                    <a:pt x="91214" y="258076"/>
                  </a:lnTo>
                  <a:lnTo>
                    <a:pt x="90941" y="257796"/>
                  </a:lnTo>
                  <a:lnTo>
                    <a:pt x="90576" y="257004"/>
                  </a:lnTo>
                  <a:lnTo>
                    <a:pt x="90212" y="256352"/>
                  </a:lnTo>
                  <a:lnTo>
                    <a:pt x="90121" y="256166"/>
                  </a:lnTo>
                  <a:lnTo>
                    <a:pt x="89483" y="255420"/>
                  </a:lnTo>
                  <a:lnTo>
                    <a:pt x="89164" y="254908"/>
                  </a:lnTo>
                  <a:lnTo>
                    <a:pt x="89118" y="254442"/>
                  </a:lnTo>
                  <a:lnTo>
                    <a:pt x="89346" y="253743"/>
                  </a:lnTo>
                  <a:lnTo>
                    <a:pt x="89847" y="252672"/>
                  </a:lnTo>
                  <a:lnTo>
                    <a:pt x="90440" y="252020"/>
                  </a:lnTo>
                  <a:lnTo>
                    <a:pt x="90485" y="251787"/>
                  </a:lnTo>
                  <a:lnTo>
                    <a:pt x="90485" y="251600"/>
                  </a:lnTo>
                  <a:lnTo>
                    <a:pt x="90166" y="250482"/>
                  </a:lnTo>
                  <a:lnTo>
                    <a:pt x="90166" y="249690"/>
                  </a:lnTo>
                  <a:lnTo>
                    <a:pt x="90440" y="248852"/>
                  </a:lnTo>
                  <a:lnTo>
                    <a:pt x="90394" y="248386"/>
                  </a:lnTo>
                  <a:lnTo>
                    <a:pt x="90121" y="247780"/>
                  </a:lnTo>
                  <a:lnTo>
                    <a:pt x="89984" y="247082"/>
                  </a:lnTo>
                  <a:lnTo>
                    <a:pt x="90030" y="246150"/>
                  </a:lnTo>
                  <a:lnTo>
                    <a:pt x="90212" y="244520"/>
                  </a:lnTo>
                  <a:lnTo>
                    <a:pt x="90166" y="244333"/>
                  </a:lnTo>
                  <a:lnTo>
                    <a:pt x="90030" y="244240"/>
                  </a:lnTo>
                  <a:lnTo>
                    <a:pt x="89209" y="244007"/>
                  </a:lnTo>
                  <a:lnTo>
                    <a:pt x="88572" y="243728"/>
                  </a:lnTo>
                  <a:lnTo>
                    <a:pt x="88070" y="243541"/>
                  </a:lnTo>
                  <a:lnTo>
                    <a:pt x="87615" y="243215"/>
                  </a:lnTo>
                  <a:lnTo>
                    <a:pt x="86886" y="242796"/>
                  </a:lnTo>
                  <a:lnTo>
                    <a:pt x="86521" y="242237"/>
                  </a:lnTo>
                  <a:lnTo>
                    <a:pt x="86202" y="241585"/>
                  </a:lnTo>
                  <a:lnTo>
                    <a:pt x="85792" y="241026"/>
                  </a:lnTo>
                  <a:lnTo>
                    <a:pt x="85337" y="240467"/>
                  </a:lnTo>
                  <a:lnTo>
                    <a:pt x="85018" y="240280"/>
                  </a:lnTo>
                  <a:lnTo>
                    <a:pt x="83742" y="239675"/>
                  </a:lnTo>
                  <a:lnTo>
                    <a:pt x="83013" y="239302"/>
                  </a:lnTo>
                  <a:lnTo>
                    <a:pt x="82831" y="239209"/>
                  </a:lnTo>
                  <a:lnTo>
                    <a:pt x="82694" y="239069"/>
                  </a:lnTo>
                  <a:lnTo>
                    <a:pt x="82649" y="238603"/>
                  </a:lnTo>
                  <a:lnTo>
                    <a:pt x="82694" y="238138"/>
                  </a:lnTo>
                  <a:lnTo>
                    <a:pt x="82649" y="237905"/>
                  </a:lnTo>
                  <a:lnTo>
                    <a:pt x="82512" y="237718"/>
                  </a:lnTo>
                  <a:lnTo>
                    <a:pt x="82056" y="237532"/>
                  </a:lnTo>
                  <a:lnTo>
                    <a:pt x="81737" y="237392"/>
                  </a:lnTo>
                  <a:lnTo>
                    <a:pt x="81099" y="236926"/>
                  </a:lnTo>
                  <a:lnTo>
                    <a:pt x="80735" y="236507"/>
                  </a:lnTo>
                  <a:lnTo>
                    <a:pt x="80598" y="236181"/>
                  </a:lnTo>
                  <a:lnTo>
                    <a:pt x="80416" y="235948"/>
                  </a:lnTo>
                  <a:lnTo>
                    <a:pt x="80188" y="235855"/>
                  </a:lnTo>
                  <a:lnTo>
                    <a:pt x="80006" y="235762"/>
                  </a:lnTo>
                  <a:lnTo>
                    <a:pt x="79778" y="235669"/>
                  </a:lnTo>
                  <a:lnTo>
                    <a:pt x="79459" y="235622"/>
                  </a:lnTo>
                  <a:lnTo>
                    <a:pt x="79095" y="235482"/>
                  </a:lnTo>
                  <a:lnTo>
                    <a:pt x="78548" y="235063"/>
                  </a:lnTo>
                  <a:lnTo>
                    <a:pt x="78092" y="234597"/>
                  </a:lnTo>
                  <a:lnTo>
                    <a:pt x="77637" y="233945"/>
                  </a:lnTo>
                  <a:lnTo>
                    <a:pt x="76953" y="233060"/>
                  </a:lnTo>
                  <a:lnTo>
                    <a:pt x="76726" y="232967"/>
                  </a:lnTo>
                  <a:lnTo>
                    <a:pt x="76179" y="232734"/>
                  </a:lnTo>
                  <a:lnTo>
                    <a:pt x="75313" y="232547"/>
                  </a:lnTo>
                  <a:lnTo>
                    <a:pt x="74630" y="232408"/>
                  </a:lnTo>
                  <a:lnTo>
                    <a:pt x="73901" y="232268"/>
                  </a:lnTo>
                  <a:lnTo>
                    <a:pt x="72443" y="232361"/>
                  </a:lnTo>
                  <a:lnTo>
                    <a:pt x="72033" y="232641"/>
                  </a:lnTo>
                  <a:lnTo>
                    <a:pt x="71759" y="232967"/>
                  </a:lnTo>
                  <a:lnTo>
                    <a:pt x="71440" y="233293"/>
                  </a:lnTo>
                  <a:lnTo>
                    <a:pt x="70802" y="233526"/>
                  </a:lnTo>
                  <a:lnTo>
                    <a:pt x="70666" y="233572"/>
                  </a:lnTo>
                  <a:lnTo>
                    <a:pt x="70392" y="233339"/>
                  </a:lnTo>
                  <a:lnTo>
                    <a:pt x="70256" y="233246"/>
                  </a:lnTo>
                  <a:lnTo>
                    <a:pt x="70074" y="233013"/>
                  </a:lnTo>
                  <a:lnTo>
                    <a:pt x="69937" y="232734"/>
                  </a:lnTo>
                  <a:lnTo>
                    <a:pt x="69709" y="232128"/>
                  </a:lnTo>
                  <a:lnTo>
                    <a:pt x="69527" y="231383"/>
                  </a:lnTo>
                  <a:lnTo>
                    <a:pt x="69481" y="231197"/>
                  </a:lnTo>
                  <a:lnTo>
                    <a:pt x="69390" y="230731"/>
                  </a:lnTo>
                  <a:lnTo>
                    <a:pt x="69481" y="229939"/>
                  </a:lnTo>
                  <a:lnTo>
                    <a:pt x="69390" y="229566"/>
                  </a:lnTo>
                  <a:lnTo>
                    <a:pt x="69162" y="229100"/>
                  </a:lnTo>
                  <a:lnTo>
                    <a:pt x="68889" y="228308"/>
                  </a:lnTo>
                  <a:lnTo>
                    <a:pt x="68889" y="227982"/>
                  </a:lnTo>
                  <a:lnTo>
                    <a:pt x="68934" y="227749"/>
                  </a:lnTo>
                  <a:lnTo>
                    <a:pt x="69162" y="227283"/>
                  </a:lnTo>
                  <a:lnTo>
                    <a:pt x="69436" y="226631"/>
                  </a:lnTo>
                  <a:lnTo>
                    <a:pt x="69572" y="226072"/>
                  </a:lnTo>
                  <a:lnTo>
                    <a:pt x="69755" y="225234"/>
                  </a:lnTo>
                  <a:lnTo>
                    <a:pt x="69800" y="224628"/>
                  </a:lnTo>
                  <a:lnTo>
                    <a:pt x="69846" y="224162"/>
                  </a:lnTo>
                  <a:lnTo>
                    <a:pt x="69846" y="223696"/>
                  </a:lnTo>
                  <a:lnTo>
                    <a:pt x="69663" y="223137"/>
                  </a:lnTo>
                  <a:lnTo>
                    <a:pt x="69436" y="222485"/>
                  </a:lnTo>
                  <a:lnTo>
                    <a:pt x="69117" y="221740"/>
                  </a:lnTo>
                  <a:lnTo>
                    <a:pt x="68889" y="221367"/>
                  </a:lnTo>
                  <a:lnTo>
                    <a:pt x="68798" y="220901"/>
                  </a:lnTo>
                  <a:lnTo>
                    <a:pt x="68570" y="220482"/>
                  </a:lnTo>
                  <a:lnTo>
                    <a:pt x="68023" y="220063"/>
                  </a:lnTo>
                  <a:lnTo>
                    <a:pt x="67112" y="219271"/>
                  </a:lnTo>
                  <a:lnTo>
                    <a:pt x="66292" y="218805"/>
                  </a:lnTo>
                  <a:lnTo>
                    <a:pt x="64971" y="218246"/>
                  </a:lnTo>
                  <a:lnTo>
                    <a:pt x="64378" y="218106"/>
                  </a:lnTo>
                  <a:lnTo>
                    <a:pt x="63421" y="218060"/>
                  </a:lnTo>
                  <a:lnTo>
                    <a:pt x="63148" y="217920"/>
                  </a:lnTo>
                  <a:lnTo>
                    <a:pt x="62738" y="217594"/>
                  </a:lnTo>
                  <a:lnTo>
                    <a:pt x="62465" y="217547"/>
                  </a:lnTo>
                  <a:lnTo>
                    <a:pt x="60733" y="218898"/>
                  </a:lnTo>
                  <a:lnTo>
                    <a:pt x="59093" y="218572"/>
                  </a:lnTo>
                  <a:lnTo>
                    <a:pt x="56451" y="222113"/>
                  </a:lnTo>
                  <a:lnTo>
                    <a:pt x="53899" y="218991"/>
                  </a:lnTo>
                  <a:lnTo>
                    <a:pt x="52396" y="216150"/>
                  </a:lnTo>
                  <a:lnTo>
                    <a:pt x="50391" y="215218"/>
                  </a:lnTo>
                  <a:lnTo>
                    <a:pt x="48523" y="213355"/>
                  </a:lnTo>
                  <a:lnTo>
                    <a:pt x="46062" y="209814"/>
                  </a:lnTo>
                  <a:lnTo>
                    <a:pt x="48659" y="208324"/>
                  </a:lnTo>
                  <a:lnTo>
                    <a:pt x="47110" y="205901"/>
                  </a:lnTo>
                  <a:lnTo>
                    <a:pt x="48705" y="204504"/>
                  </a:lnTo>
                  <a:lnTo>
                    <a:pt x="48568" y="204271"/>
                  </a:lnTo>
                  <a:lnTo>
                    <a:pt x="50117" y="203246"/>
                  </a:lnTo>
                  <a:lnTo>
                    <a:pt x="52077" y="205995"/>
                  </a:lnTo>
                  <a:lnTo>
                    <a:pt x="53808" y="204876"/>
                  </a:lnTo>
                  <a:lnTo>
                    <a:pt x="55722" y="207904"/>
                  </a:lnTo>
                  <a:lnTo>
                    <a:pt x="57772" y="207066"/>
                  </a:lnTo>
                  <a:lnTo>
                    <a:pt x="60870" y="204970"/>
                  </a:lnTo>
                  <a:lnTo>
                    <a:pt x="60278" y="202967"/>
                  </a:lnTo>
                  <a:lnTo>
                    <a:pt x="60278" y="202687"/>
                  </a:lnTo>
                  <a:lnTo>
                    <a:pt x="59685" y="200917"/>
                  </a:lnTo>
                  <a:lnTo>
                    <a:pt x="58638" y="197749"/>
                  </a:lnTo>
                  <a:lnTo>
                    <a:pt x="58729" y="195373"/>
                  </a:lnTo>
                  <a:lnTo>
                    <a:pt x="58410" y="195280"/>
                  </a:lnTo>
                  <a:lnTo>
                    <a:pt x="58364" y="194535"/>
                  </a:lnTo>
                  <a:lnTo>
                    <a:pt x="58592" y="192858"/>
                  </a:lnTo>
                  <a:lnTo>
                    <a:pt x="59275" y="190622"/>
                  </a:lnTo>
                  <a:lnTo>
                    <a:pt x="59184" y="186010"/>
                  </a:lnTo>
                  <a:lnTo>
                    <a:pt x="59184" y="183541"/>
                  </a:lnTo>
                  <a:lnTo>
                    <a:pt x="57225" y="181864"/>
                  </a:lnTo>
                  <a:lnTo>
                    <a:pt x="56177" y="180932"/>
                  </a:lnTo>
                  <a:lnTo>
                    <a:pt x="54583" y="179581"/>
                  </a:lnTo>
                  <a:lnTo>
                    <a:pt x="53899" y="180280"/>
                  </a:lnTo>
                  <a:lnTo>
                    <a:pt x="51211" y="177718"/>
                  </a:lnTo>
                  <a:lnTo>
                    <a:pt x="53854" y="174923"/>
                  </a:lnTo>
                  <a:lnTo>
                    <a:pt x="49434" y="169892"/>
                  </a:lnTo>
                  <a:lnTo>
                    <a:pt x="47839" y="167935"/>
                  </a:lnTo>
                  <a:lnTo>
                    <a:pt x="47520" y="164395"/>
                  </a:lnTo>
                  <a:lnTo>
                    <a:pt x="48659" y="160063"/>
                  </a:lnTo>
                  <a:lnTo>
                    <a:pt x="49525" y="156708"/>
                  </a:lnTo>
                  <a:lnTo>
                    <a:pt x="50391" y="153168"/>
                  </a:lnTo>
                  <a:lnTo>
                    <a:pt x="51302" y="149208"/>
                  </a:lnTo>
                  <a:lnTo>
                    <a:pt x="52122" y="146460"/>
                  </a:lnTo>
                  <a:lnTo>
                    <a:pt x="52623" y="145528"/>
                  </a:lnTo>
                  <a:lnTo>
                    <a:pt x="45470" y="140823"/>
                  </a:lnTo>
                  <a:lnTo>
                    <a:pt x="43648" y="138308"/>
                  </a:lnTo>
                  <a:lnTo>
                    <a:pt x="40595" y="134488"/>
                  </a:lnTo>
                  <a:lnTo>
                    <a:pt x="45197" y="128805"/>
                  </a:lnTo>
                  <a:lnTo>
                    <a:pt x="42645" y="126755"/>
                  </a:lnTo>
                  <a:lnTo>
                    <a:pt x="35811" y="121118"/>
                  </a:lnTo>
                  <a:lnTo>
                    <a:pt x="33214" y="118975"/>
                  </a:lnTo>
                  <a:lnTo>
                    <a:pt x="31528" y="117438"/>
                  </a:lnTo>
                  <a:lnTo>
                    <a:pt x="30754" y="116693"/>
                  </a:lnTo>
                  <a:lnTo>
                    <a:pt x="29888" y="115761"/>
                  </a:lnTo>
                  <a:lnTo>
                    <a:pt x="27747" y="113246"/>
                  </a:lnTo>
                  <a:lnTo>
                    <a:pt x="23282" y="108121"/>
                  </a:lnTo>
                  <a:lnTo>
                    <a:pt x="19363" y="103603"/>
                  </a:lnTo>
                  <a:lnTo>
                    <a:pt x="14898" y="98478"/>
                  </a:lnTo>
                  <a:lnTo>
                    <a:pt x="13896" y="97267"/>
                  </a:lnTo>
                  <a:lnTo>
                    <a:pt x="12483" y="95683"/>
                  </a:lnTo>
                  <a:lnTo>
                    <a:pt x="9385" y="92050"/>
                  </a:lnTo>
                  <a:lnTo>
                    <a:pt x="7745" y="90093"/>
                  </a:lnTo>
                  <a:lnTo>
                    <a:pt x="5923" y="88043"/>
                  </a:lnTo>
                  <a:lnTo>
                    <a:pt x="4966" y="86646"/>
                  </a:lnTo>
                  <a:lnTo>
                    <a:pt x="4373" y="85668"/>
                  </a:lnTo>
                  <a:lnTo>
                    <a:pt x="3963" y="84922"/>
                  </a:lnTo>
                  <a:lnTo>
                    <a:pt x="3599" y="84130"/>
                  </a:lnTo>
                  <a:lnTo>
                    <a:pt x="2870" y="82360"/>
                  </a:lnTo>
                  <a:lnTo>
                    <a:pt x="1776" y="79612"/>
                  </a:lnTo>
                  <a:lnTo>
                    <a:pt x="0" y="75233"/>
                  </a:lnTo>
                  <a:lnTo>
                    <a:pt x="3143" y="74627"/>
                  </a:lnTo>
                  <a:lnTo>
                    <a:pt x="4647" y="73789"/>
                  </a:lnTo>
                  <a:lnTo>
                    <a:pt x="5968" y="73043"/>
                  </a:lnTo>
                  <a:lnTo>
                    <a:pt x="7699" y="72065"/>
                  </a:lnTo>
                  <a:lnTo>
                    <a:pt x="9203" y="73789"/>
                  </a:lnTo>
                  <a:lnTo>
                    <a:pt x="11663" y="76118"/>
                  </a:lnTo>
                  <a:lnTo>
                    <a:pt x="13850" y="75885"/>
                  </a:lnTo>
                  <a:lnTo>
                    <a:pt x="15399" y="76258"/>
                  </a:lnTo>
                  <a:lnTo>
                    <a:pt x="18179" y="74208"/>
                  </a:lnTo>
                  <a:lnTo>
                    <a:pt x="23600" y="75047"/>
                  </a:lnTo>
                  <a:lnTo>
                    <a:pt x="25013" y="75838"/>
                  </a:lnTo>
                  <a:lnTo>
                    <a:pt x="27245" y="76351"/>
                  </a:lnTo>
                  <a:lnTo>
                    <a:pt x="28066" y="76677"/>
                  </a:lnTo>
                  <a:lnTo>
                    <a:pt x="29022" y="76817"/>
                  </a:lnTo>
                  <a:lnTo>
                    <a:pt x="29478" y="76491"/>
                  </a:lnTo>
                  <a:lnTo>
                    <a:pt x="29797" y="76584"/>
                  </a:lnTo>
                  <a:lnTo>
                    <a:pt x="34945" y="77842"/>
                  </a:lnTo>
                  <a:lnTo>
                    <a:pt x="47657" y="79425"/>
                  </a:lnTo>
                  <a:lnTo>
                    <a:pt x="49024" y="79286"/>
                  </a:lnTo>
                  <a:lnTo>
                    <a:pt x="58546" y="78121"/>
                  </a:lnTo>
                  <a:lnTo>
                    <a:pt x="67704" y="74161"/>
                  </a:lnTo>
                  <a:lnTo>
                    <a:pt x="74174" y="68152"/>
                  </a:lnTo>
                  <a:lnTo>
                    <a:pt x="79323" y="56646"/>
                  </a:lnTo>
                  <a:lnTo>
                    <a:pt x="83833" y="45372"/>
                  </a:lnTo>
                  <a:lnTo>
                    <a:pt x="86612" y="42251"/>
                  </a:lnTo>
                  <a:lnTo>
                    <a:pt x="88708" y="41925"/>
                  </a:lnTo>
                  <a:lnTo>
                    <a:pt x="94540" y="40947"/>
                  </a:lnTo>
                  <a:lnTo>
                    <a:pt x="98641" y="39643"/>
                  </a:lnTo>
                  <a:lnTo>
                    <a:pt x="104883" y="37546"/>
                  </a:lnTo>
                  <a:lnTo>
                    <a:pt x="113722" y="30559"/>
                  </a:lnTo>
                  <a:lnTo>
                    <a:pt x="115407" y="29254"/>
                  </a:lnTo>
                  <a:lnTo>
                    <a:pt x="124383" y="17934"/>
                  </a:lnTo>
                  <a:lnTo>
                    <a:pt x="133723" y="7406"/>
                  </a:lnTo>
                  <a:lnTo>
                    <a:pt x="139008" y="4145"/>
                  </a:lnTo>
                  <a:lnTo>
                    <a:pt x="147665" y="139"/>
                  </a:lnTo>
                  <a:lnTo>
                    <a:pt x="1554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150134" y="4329568"/>
              <a:ext cx="901849" cy="779911"/>
            </a:xfrm>
            <a:custGeom>
              <a:avLst/>
              <a:pathLst>
                <a:path w="901849" h="779911">
                  <a:moveTo>
                    <a:pt x="832504" y="7686"/>
                  </a:moveTo>
                  <a:lnTo>
                    <a:pt x="839976" y="21801"/>
                  </a:lnTo>
                  <a:lnTo>
                    <a:pt x="844760" y="26879"/>
                  </a:lnTo>
                  <a:lnTo>
                    <a:pt x="847813" y="32608"/>
                  </a:lnTo>
                  <a:lnTo>
                    <a:pt x="852597" y="46723"/>
                  </a:lnTo>
                  <a:lnTo>
                    <a:pt x="856515" y="54037"/>
                  </a:lnTo>
                  <a:lnTo>
                    <a:pt x="860616" y="59441"/>
                  </a:lnTo>
                  <a:lnTo>
                    <a:pt x="866402" y="63820"/>
                  </a:lnTo>
                  <a:lnTo>
                    <a:pt x="869819" y="68012"/>
                  </a:lnTo>
                  <a:lnTo>
                    <a:pt x="872553" y="76910"/>
                  </a:lnTo>
                  <a:lnTo>
                    <a:pt x="875105" y="84922"/>
                  </a:lnTo>
                  <a:lnTo>
                    <a:pt x="878841" y="91863"/>
                  </a:lnTo>
                  <a:lnTo>
                    <a:pt x="878339" y="96941"/>
                  </a:lnTo>
                  <a:lnTo>
                    <a:pt x="878157" y="107050"/>
                  </a:lnTo>
                  <a:lnTo>
                    <a:pt x="881757" y="120280"/>
                  </a:lnTo>
                  <a:lnTo>
                    <a:pt x="885675" y="130761"/>
                  </a:lnTo>
                  <a:lnTo>
                    <a:pt x="888226" y="140684"/>
                  </a:lnTo>
                  <a:lnTo>
                    <a:pt x="892418" y="147904"/>
                  </a:lnTo>
                  <a:lnTo>
                    <a:pt x="896837" y="152143"/>
                  </a:lnTo>
                  <a:lnTo>
                    <a:pt x="901849" y="157733"/>
                  </a:lnTo>
                  <a:lnTo>
                    <a:pt x="901348" y="158945"/>
                  </a:lnTo>
                  <a:lnTo>
                    <a:pt x="900892" y="160109"/>
                  </a:lnTo>
                  <a:lnTo>
                    <a:pt x="899434" y="162345"/>
                  </a:lnTo>
                  <a:lnTo>
                    <a:pt x="898478" y="163556"/>
                  </a:lnTo>
                  <a:lnTo>
                    <a:pt x="897202" y="165140"/>
                  </a:lnTo>
                  <a:lnTo>
                    <a:pt x="895516" y="166538"/>
                  </a:lnTo>
                  <a:lnTo>
                    <a:pt x="894559" y="167143"/>
                  </a:lnTo>
                  <a:lnTo>
                    <a:pt x="893511" y="167330"/>
                  </a:lnTo>
                  <a:lnTo>
                    <a:pt x="887816" y="167656"/>
                  </a:lnTo>
                  <a:lnTo>
                    <a:pt x="884399" y="166678"/>
                  </a:lnTo>
                  <a:lnTo>
                    <a:pt x="881119" y="166957"/>
                  </a:lnTo>
                  <a:lnTo>
                    <a:pt x="878157" y="166398"/>
                  </a:lnTo>
                  <a:lnTo>
                    <a:pt x="876745" y="166817"/>
                  </a:lnTo>
                  <a:lnTo>
                    <a:pt x="875196" y="167656"/>
                  </a:lnTo>
                  <a:lnTo>
                    <a:pt x="873054" y="170125"/>
                  </a:lnTo>
                  <a:lnTo>
                    <a:pt x="870958" y="171522"/>
                  </a:lnTo>
                  <a:lnTo>
                    <a:pt x="868179" y="173758"/>
                  </a:lnTo>
                  <a:lnTo>
                    <a:pt x="865218" y="176740"/>
                  </a:lnTo>
                  <a:lnTo>
                    <a:pt x="864306" y="178091"/>
                  </a:lnTo>
                  <a:lnTo>
                    <a:pt x="863987" y="180513"/>
                  </a:lnTo>
                  <a:lnTo>
                    <a:pt x="865081" y="191414"/>
                  </a:lnTo>
                  <a:lnTo>
                    <a:pt x="864215" y="198681"/>
                  </a:lnTo>
                  <a:lnTo>
                    <a:pt x="862985" y="201662"/>
                  </a:lnTo>
                  <a:lnTo>
                    <a:pt x="861664" y="203758"/>
                  </a:lnTo>
                  <a:lnTo>
                    <a:pt x="858383" y="207485"/>
                  </a:lnTo>
                  <a:lnTo>
                    <a:pt x="857381" y="210187"/>
                  </a:lnTo>
                  <a:lnTo>
                    <a:pt x="855559" y="213727"/>
                  </a:lnTo>
                  <a:lnTo>
                    <a:pt x="855331" y="214473"/>
                  </a:lnTo>
                  <a:lnTo>
                    <a:pt x="854784" y="216290"/>
                  </a:lnTo>
                  <a:lnTo>
                    <a:pt x="854192" y="217314"/>
                  </a:lnTo>
                  <a:lnTo>
                    <a:pt x="853918" y="217873"/>
                  </a:lnTo>
                  <a:lnTo>
                    <a:pt x="853053" y="219038"/>
                  </a:lnTo>
                  <a:lnTo>
                    <a:pt x="851321" y="220389"/>
                  </a:lnTo>
                  <a:lnTo>
                    <a:pt x="848815" y="221554"/>
                  </a:lnTo>
                  <a:lnTo>
                    <a:pt x="846628" y="224209"/>
                  </a:lnTo>
                  <a:lnTo>
                    <a:pt x="841571" y="227749"/>
                  </a:lnTo>
                  <a:lnTo>
                    <a:pt x="839840" y="230451"/>
                  </a:lnTo>
                  <a:lnTo>
                    <a:pt x="839020" y="233386"/>
                  </a:lnTo>
                  <a:lnTo>
                    <a:pt x="838245" y="234551"/>
                  </a:lnTo>
                  <a:lnTo>
                    <a:pt x="837015" y="236367"/>
                  </a:lnTo>
                  <a:lnTo>
                    <a:pt x="834509" y="239162"/>
                  </a:lnTo>
                  <a:lnTo>
                    <a:pt x="830135" y="242843"/>
                  </a:lnTo>
                  <a:lnTo>
                    <a:pt x="828631" y="244846"/>
                  </a:lnTo>
                  <a:lnTo>
                    <a:pt x="828495" y="245684"/>
                  </a:lnTo>
                  <a:lnTo>
                    <a:pt x="828677" y="246895"/>
                  </a:lnTo>
                  <a:lnTo>
                    <a:pt x="829406" y="249131"/>
                  </a:lnTo>
                  <a:lnTo>
                    <a:pt x="830682" y="251647"/>
                  </a:lnTo>
                  <a:lnTo>
                    <a:pt x="831137" y="253976"/>
                  </a:lnTo>
                  <a:lnTo>
                    <a:pt x="830818" y="258588"/>
                  </a:lnTo>
                  <a:lnTo>
                    <a:pt x="830636" y="261616"/>
                  </a:lnTo>
                  <a:lnTo>
                    <a:pt x="829862" y="265902"/>
                  </a:lnTo>
                  <a:lnTo>
                    <a:pt x="828859" y="267951"/>
                  </a:lnTo>
                  <a:lnTo>
                    <a:pt x="826080" y="270607"/>
                  </a:lnTo>
                  <a:lnTo>
                    <a:pt x="825214" y="272237"/>
                  </a:lnTo>
                  <a:lnTo>
                    <a:pt x="822253" y="284722"/>
                  </a:lnTo>
                  <a:lnTo>
                    <a:pt x="820658" y="287470"/>
                  </a:lnTo>
                  <a:lnTo>
                    <a:pt x="819382" y="288076"/>
                  </a:lnTo>
                  <a:lnTo>
                    <a:pt x="816649" y="289986"/>
                  </a:lnTo>
                  <a:lnTo>
                    <a:pt x="815327" y="291570"/>
                  </a:lnTo>
                  <a:lnTo>
                    <a:pt x="813459" y="300607"/>
                  </a:lnTo>
                  <a:lnTo>
                    <a:pt x="812457" y="303216"/>
                  </a:lnTo>
                  <a:lnTo>
                    <a:pt x="810817" y="306570"/>
                  </a:lnTo>
                  <a:lnTo>
                    <a:pt x="809268" y="308526"/>
                  </a:lnTo>
                  <a:lnTo>
                    <a:pt x="807354" y="310949"/>
                  </a:lnTo>
                  <a:lnTo>
                    <a:pt x="806078" y="312253"/>
                  </a:lnTo>
                  <a:lnTo>
                    <a:pt x="805532" y="312812"/>
                  </a:lnTo>
                  <a:lnTo>
                    <a:pt x="803481" y="316073"/>
                  </a:lnTo>
                  <a:lnTo>
                    <a:pt x="795964" y="321430"/>
                  </a:lnTo>
                  <a:lnTo>
                    <a:pt x="792273" y="324644"/>
                  </a:lnTo>
                  <a:lnTo>
                    <a:pt x="790132" y="327765"/>
                  </a:lnTo>
                  <a:lnTo>
                    <a:pt x="788400" y="331399"/>
                  </a:lnTo>
                  <a:lnTo>
                    <a:pt x="788264" y="332470"/>
                  </a:lnTo>
                  <a:lnTo>
                    <a:pt x="787945" y="332657"/>
                  </a:lnTo>
                  <a:lnTo>
                    <a:pt x="787170" y="334427"/>
                  </a:lnTo>
                  <a:lnTo>
                    <a:pt x="785803" y="336477"/>
                  </a:lnTo>
                  <a:lnTo>
                    <a:pt x="783343" y="339225"/>
                  </a:lnTo>
                  <a:lnTo>
                    <a:pt x="782386" y="340902"/>
                  </a:lnTo>
                  <a:lnTo>
                    <a:pt x="780518" y="343325"/>
                  </a:lnTo>
                  <a:lnTo>
                    <a:pt x="777374" y="346259"/>
                  </a:lnTo>
                  <a:lnTo>
                    <a:pt x="774823" y="348309"/>
                  </a:lnTo>
                  <a:lnTo>
                    <a:pt x="770631" y="351011"/>
                  </a:lnTo>
                  <a:lnTo>
                    <a:pt x="770404" y="351197"/>
                  </a:lnTo>
                  <a:lnTo>
                    <a:pt x="769902" y="353014"/>
                  </a:lnTo>
                  <a:lnTo>
                    <a:pt x="769173" y="354505"/>
                  </a:lnTo>
                  <a:lnTo>
                    <a:pt x="767305" y="356741"/>
                  </a:lnTo>
                  <a:lnTo>
                    <a:pt x="764070" y="358884"/>
                  </a:lnTo>
                  <a:lnTo>
                    <a:pt x="761018" y="361353"/>
                  </a:lnTo>
                  <a:lnTo>
                    <a:pt x="758649" y="364334"/>
                  </a:lnTo>
                  <a:lnTo>
                    <a:pt x="756006" y="365405"/>
                  </a:lnTo>
                  <a:lnTo>
                    <a:pt x="752634" y="366290"/>
                  </a:lnTo>
                  <a:lnTo>
                    <a:pt x="752088" y="366570"/>
                  </a:lnTo>
                  <a:lnTo>
                    <a:pt x="750037" y="368806"/>
                  </a:lnTo>
                  <a:lnTo>
                    <a:pt x="748762" y="371089"/>
                  </a:lnTo>
                  <a:lnTo>
                    <a:pt x="747850" y="372160"/>
                  </a:lnTo>
                  <a:lnTo>
                    <a:pt x="746666" y="373185"/>
                  </a:lnTo>
                  <a:lnTo>
                    <a:pt x="744570" y="374256"/>
                  </a:lnTo>
                  <a:lnTo>
                    <a:pt x="740880" y="377005"/>
                  </a:lnTo>
                  <a:lnTo>
                    <a:pt x="737827" y="381337"/>
                  </a:lnTo>
                  <a:lnTo>
                    <a:pt x="735503" y="383294"/>
                  </a:lnTo>
                  <a:lnTo>
                    <a:pt x="734638" y="383666"/>
                  </a:lnTo>
                  <a:lnTo>
                    <a:pt x="731448" y="384039"/>
                  </a:lnTo>
                  <a:lnTo>
                    <a:pt x="726391" y="386182"/>
                  </a:lnTo>
                  <a:lnTo>
                    <a:pt x="724386" y="387347"/>
                  </a:lnTo>
                  <a:lnTo>
                    <a:pt x="716003" y="394707"/>
                  </a:lnTo>
                  <a:lnTo>
                    <a:pt x="713679" y="397502"/>
                  </a:lnTo>
                  <a:lnTo>
                    <a:pt x="713315" y="397921"/>
                  </a:lnTo>
                  <a:lnTo>
                    <a:pt x="711674" y="401694"/>
                  </a:lnTo>
                  <a:lnTo>
                    <a:pt x="709442" y="404676"/>
                  </a:lnTo>
                  <a:lnTo>
                    <a:pt x="704385" y="409660"/>
                  </a:lnTo>
                  <a:lnTo>
                    <a:pt x="702835" y="410452"/>
                  </a:lnTo>
                  <a:lnTo>
                    <a:pt x="701286" y="413201"/>
                  </a:lnTo>
                  <a:lnTo>
                    <a:pt x="697869" y="415250"/>
                  </a:lnTo>
                  <a:lnTo>
                    <a:pt x="695363" y="417999"/>
                  </a:lnTo>
                  <a:lnTo>
                    <a:pt x="694634" y="418139"/>
                  </a:lnTo>
                  <a:lnTo>
                    <a:pt x="691536" y="418325"/>
                  </a:lnTo>
                  <a:lnTo>
                    <a:pt x="690716" y="418744"/>
                  </a:lnTo>
                  <a:lnTo>
                    <a:pt x="688256" y="421167"/>
                  </a:lnTo>
                  <a:lnTo>
                    <a:pt x="686297" y="423682"/>
                  </a:lnTo>
                  <a:lnTo>
                    <a:pt x="683608" y="428014"/>
                  </a:lnTo>
                  <a:lnTo>
                    <a:pt x="676091" y="428993"/>
                  </a:lnTo>
                  <a:lnTo>
                    <a:pt x="667707" y="432393"/>
                  </a:lnTo>
                  <a:lnTo>
                    <a:pt x="662103" y="433325"/>
                  </a:lnTo>
                  <a:lnTo>
                    <a:pt x="654039" y="435095"/>
                  </a:lnTo>
                  <a:lnTo>
                    <a:pt x="651761" y="435887"/>
                  </a:lnTo>
                  <a:lnTo>
                    <a:pt x="649710" y="436959"/>
                  </a:lnTo>
                  <a:lnTo>
                    <a:pt x="645564" y="440033"/>
                  </a:lnTo>
                  <a:lnTo>
                    <a:pt x="578178" y="493884"/>
                  </a:lnTo>
                  <a:lnTo>
                    <a:pt x="576903" y="494909"/>
                  </a:lnTo>
                  <a:lnTo>
                    <a:pt x="573759" y="497006"/>
                  </a:lnTo>
                  <a:lnTo>
                    <a:pt x="570160" y="500173"/>
                  </a:lnTo>
                  <a:lnTo>
                    <a:pt x="565148" y="506276"/>
                  </a:lnTo>
                  <a:lnTo>
                    <a:pt x="564009" y="507207"/>
                  </a:lnTo>
                  <a:lnTo>
                    <a:pt x="563872" y="508419"/>
                  </a:lnTo>
                  <a:lnTo>
                    <a:pt x="563234" y="509537"/>
                  </a:lnTo>
                  <a:lnTo>
                    <a:pt x="557584" y="516850"/>
                  </a:lnTo>
                  <a:lnTo>
                    <a:pt x="556491" y="518527"/>
                  </a:lnTo>
                  <a:lnTo>
                    <a:pt x="554896" y="521742"/>
                  </a:lnTo>
                  <a:lnTo>
                    <a:pt x="551206" y="525562"/>
                  </a:lnTo>
                  <a:lnTo>
                    <a:pt x="548518" y="530080"/>
                  </a:lnTo>
                  <a:lnTo>
                    <a:pt x="545602" y="532875"/>
                  </a:lnTo>
                  <a:lnTo>
                    <a:pt x="542595" y="534366"/>
                  </a:lnTo>
                  <a:lnTo>
                    <a:pt x="537218" y="538978"/>
                  </a:lnTo>
                  <a:lnTo>
                    <a:pt x="535943" y="540701"/>
                  </a:lnTo>
                  <a:lnTo>
                    <a:pt x="534029" y="544242"/>
                  </a:lnTo>
                  <a:lnTo>
                    <a:pt x="533072" y="545220"/>
                  </a:lnTo>
                  <a:lnTo>
                    <a:pt x="529792" y="546478"/>
                  </a:lnTo>
                  <a:lnTo>
                    <a:pt x="528060" y="546804"/>
                  </a:lnTo>
                  <a:lnTo>
                    <a:pt x="523914" y="547083"/>
                  </a:lnTo>
                  <a:lnTo>
                    <a:pt x="519905" y="546944"/>
                  </a:lnTo>
                  <a:lnTo>
                    <a:pt x="515850" y="547363"/>
                  </a:lnTo>
                  <a:lnTo>
                    <a:pt x="512433" y="548481"/>
                  </a:lnTo>
                  <a:lnTo>
                    <a:pt x="509061" y="549087"/>
                  </a:lnTo>
                  <a:lnTo>
                    <a:pt x="506419" y="550577"/>
                  </a:lnTo>
                  <a:lnTo>
                    <a:pt x="504505" y="551276"/>
                  </a:lnTo>
                  <a:lnTo>
                    <a:pt x="497807" y="551183"/>
                  </a:lnTo>
                  <a:lnTo>
                    <a:pt x="493844" y="551602"/>
                  </a:lnTo>
                  <a:lnTo>
                    <a:pt x="488331" y="551462"/>
                  </a:lnTo>
                  <a:lnTo>
                    <a:pt x="481587" y="551276"/>
                  </a:lnTo>
                  <a:lnTo>
                    <a:pt x="475482" y="550903"/>
                  </a:lnTo>
                  <a:lnTo>
                    <a:pt x="462907" y="549320"/>
                  </a:lnTo>
                  <a:lnTo>
                    <a:pt x="461723" y="548900"/>
                  </a:lnTo>
                  <a:lnTo>
                    <a:pt x="457485" y="550298"/>
                  </a:lnTo>
                  <a:lnTo>
                    <a:pt x="453157" y="552860"/>
                  </a:lnTo>
                  <a:lnTo>
                    <a:pt x="449193" y="557099"/>
                  </a:lnTo>
                  <a:lnTo>
                    <a:pt x="446232" y="562084"/>
                  </a:lnTo>
                  <a:lnTo>
                    <a:pt x="443634" y="566230"/>
                  </a:lnTo>
                  <a:lnTo>
                    <a:pt x="439124" y="570096"/>
                  </a:lnTo>
                  <a:lnTo>
                    <a:pt x="432426" y="575919"/>
                  </a:lnTo>
                  <a:lnTo>
                    <a:pt x="429738" y="580158"/>
                  </a:lnTo>
                  <a:lnTo>
                    <a:pt x="429647" y="584211"/>
                  </a:lnTo>
                  <a:lnTo>
                    <a:pt x="428918" y="589196"/>
                  </a:lnTo>
                  <a:lnTo>
                    <a:pt x="426959" y="593155"/>
                  </a:lnTo>
                  <a:lnTo>
                    <a:pt x="425501" y="594972"/>
                  </a:lnTo>
                  <a:lnTo>
                    <a:pt x="418211" y="603217"/>
                  </a:lnTo>
                  <a:lnTo>
                    <a:pt x="414521" y="606432"/>
                  </a:lnTo>
                  <a:lnTo>
                    <a:pt x="408916" y="610484"/>
                  </a:lnTo>
                  <a:lnTo>
                    <a:pt x="405408" y="612441"/>
                  </a:lnTo>
                  <a:lnTo>
                    <a:pt x="399440" y="612348"/>
                  </a:lnTo>
                  <a:lnTo>
                    <a:pt x="392605" y="610764"/>
                  </a:lnTo>
                  <a:lnTo>
                    <a:pt x="386272" y="606245"/>
                  </a:lnTo>
                  <a:lnTo>
                    <a:pt x="380440" y="602565"/>
                  </a:lnTo>
                  <a:lnTo>
                    <a:pt x="374381" y="599770"/>
                  </a:lnTo>
                  <a:lnTo>
                    <a:pt x="369323" y="599165"/>
                  </a:lnTo>
                  <a:lnTo>
                    <a:pt x="367455" y="601074"/>
                  </a:lnTo>
                  <a:lnTo>
                    <a:pt x="366453" y="607177"/>
                  </a:lnTo>
                  <a:lnTo>
                    <a:pt x="365724" y="613699"/>
                  </a:lnTo>
                  <a:lnTo>
                    <a:pt x="363901" y="617472"/>
                  </a:lnTo>
                  <a:lnTo>
                    <a:pt x="363081" y="619988"/>
                  </a:lnTo>
                  <a:lnTo>
                    <a:pt x="362580" y="621432"/>
                  </a:lnTo>
                  <a:lnTo>
                    <a:pt x="359846" y="623668"/>
                  </a:lnTo>
                  <a:lnTo>
                    <a:pt x="357295" y="624693"/>
                  </a:lnTo>
                  <a:lnTo>
                    <a:pt x="352374" y="626416"/>
                  </a:lnTo>
                  <a:lnTo>
                    <a:pt x="349139" y="626789"/>
                  </a:lnTo>
                  <a:lnTo>
                    <a:pt x="347044" y="627441"/>
                  </a:lnTo>
                  <a:lnTo>
                    <a:pt x="333011" y="639693"/>
                  </a:lnTo>
                  <a:lnTo>
                    <a:pt x="324399" y="650267"/>
                  </a:lnTo>
                  <a:lnTo>
                    <a:pt x="320162" y="658047"/>
                  </a:lnTo>
                  <a:lnTo>
                    <a:pt x="318021" y="661960"/>
                  </a:lnTo>
                  <a:lnTo>
                    <a:pt x="314740" y="667830"/>
                  </a:lnTo>
                  <a:lnTo>
                    <a:pt x="306585" y="671649"/>
                  </a:lnTo>
                  <a:lnTo>
                    <a:pt x="288314" y="676121"/>
                  </a:lnTo>
                  <a:lnTo>
                    <a:pt x="270090" y="682550"/>
                  </a:lnTo>
                  <a:lnTo>
                    <a:pt x="263438" y="684926"/>
                  </a:lnTo>
                  <a:lnTo>
                    <a:pt x="247582" y="687395"/>
                  </a:lnTo>
                  <a:lnTo>
                    <a:pt x="243072" y="689258"/>
                  </a:lnTo>
                  <a:lnTo>
                    <a:pt x="235053" y="692566"/>
                  </a:lnTo>
                  <a:lnTo>
                    <a:pt x="229175" y="697597"/>
                  </a:lnTo>
                  <a:lnTo>
                    <a:pt x="225394" y="700811"/>
                  </a:lnTo>
                  <a:lnTo>
                    <a:pt x="220518" y="704957"/>
                  </a:lnTo>
                  <a:lnTo>
                    <a:pt x="215188" y="708870"/>
                  </a:lnTo>
                  <a:lnTo>
                    <a:pt x="203570" y="717395"/>
                  </a:lnTo>
                  <a:lnTo>
                    <a:pt x="196690" y="723824"/>
                  </a:lnTo>
                  <a:lnTo>
                    <a:pt x="181563" y="740967"/>
                  </a:lnTo>
                  <a:lnTo>
                    <a:pt x="171403" y="750190"/>
                  </a:lnTo>
                  <a:lnTo>
                    <a:pt x="165708" y="755361"/>
                  </a:lnTo>
                  <a:lnTo>
                    <a:pt x="155866" y="761650"/>
                  </a:lnTo>
                  <a:lnTo>
                    <a:pt x="151629" y="764352"/>
                  </a:lnTo>
                  <a:lnTo>
                    <a:pt x="132949" y="772923"/>
                  </a:lnTo>
                  <a:lnTo>
                    <a:pt x="132493" y="773110"/>
                  </a:lnTo>
                  <a:lnTo>
                    <a:pt x="130716" y="774181"/>
                  </a:lnTo>
                  <a:lnTo>
                    <a:pt x="129395" y="775253"/>
                  </a:lnTo>
                  <a:lnTo>
                    <a:pt x="128074" y="776371"/>
                  </a:lnTo>
                  <a:lnTo>
                    <a:pt x="125978" y="778327"/>
                  </a:lnTo>
                  <a:lnTo>
                    <a:pt x="124748" y="779911"/>
                  </a:lnTo>
                  <a:lnTo>
                    <a:pt x="124975" y="779259"/>
                  </a:lnTo>
                  <a:lnTo>
                    <a:pt x="124930" y="778280"/>
                  </a:lnTo>
                  <a:lnTo>
                    <a:pt x="124930" y="777489"/>
                  </a:lnTo>
                  <a:lnTo>
                    <a:pt x="124292" y="777395"/>
                  </a:lnTo>
                  <a:lnTo>
                    <a:pt x="123517" y="777349"/>
                  </a:lnTo>
                  <a:lnTo>
                    <a:pt x="122378" y="777954"/>
                  </a:lnTo>
                  <a:lnTo>
                    <a:pt x="122151" y="777582"/>
                  </a:lnTo>
                  <a:lnTo>
                    <a:pt x="123517" y="776883"/>
                  </a:lnTo>
                  <a:lnTo>
                    <a:pt x="124702" y="776883"/>
                  </a:lnTo>
                  <a:lnTo>
                    <a:pt x="124975" y="776883"/>
                  </a:lnTo>
                  <a:lnTo>
                    <a:pt x="125158" y="776790"/>
                  </a:lnTo>
                  <a:lnTo>
                    <a:pt x="125340" y="776510"/>
                  </a:lnTo>
                  <a:lnTo>
                    <a:pt x="125568" y="775858"/>
                  </a:lnTo>
                  <a:lnTo>
                    <a:pt x="125659" y="775532"/>
                  </a:lnTo>
                  <a:lnTo>
                    <a:pt x="125568" y="775113"/>
                  </a:lnTo>
                  <a:lnTo>
                    <a:pt x="125522" y="774694"/>
                  </a:lnTo>
                  <a:lnTo>
                    <a:pt x="125522" y="774367"/>
                  </a:lnTo>
                  <a:lnTo>
                    <a:pt x="125386" y="774134"/>
                  </a:lnTo>
                  <a:lnTo>
                    <a:pt x="125249" y="773808"/>
                  </a:lnTo>
                  <a:lnTo>
                    <a:pt x="125477" y="773343"/>
                  </a:lnTo>
                  <a:lnTo>
                    <a:pt x="125613" y="772970"/>
                  </a:lnTo>
                  <a:lnTo>
                    <a:pt x="125568" y="772784"/>
                  </a:lnTo>
                  <a:lnTo>
                    <a:pt x="125294" y="772784"/>
                  </a:lnTo>
                  <a:lnTo>
                    <a:pt x="125021" y="772597"/>
                  </a:lnTo>
                  <a:lnTo>
                    <a:pt x="124930" y="772411"/>
                  </a:lnTo>
                  <a:lnTo>
                    <a:pt x="124975" y="772085"/>
                  </a:lnTo>
                  <a:lnTo>
                    <a:pt x="125203" y="771339"/>
                  </a:lnTo>
                  <a:lnTo>
                    <a:pt x="125021" y="771153"/>
                  </a:lnTo>
                  <a:lnTo>
                    <a:pt x="124975" y="771013"/>
                  </a:lnTo>
                  <a:lnTo>
                    <a:pt x="124930" y="770874"/>
                  </a:lnTo>
                  <a:lnTo>
                    <a:pt x="123472" y="768498"/>
                  </a:lnTo>
                  <a:lnTo>
                    <a:pt x="123062" y="766681"/>
                  </a:lnTo>
                  <a:lnTo>
                    <a:pt x="121786" y="764678"/>
                  </a:lnTo>
                  <a:lnTo>
                    <a:pt x="120328" y="762349"/>
                  </a:lnTo>
                  <a:lnTo>
                    <a:pt x="118688" y="759973"/>
                  </a:lnTo>
                  <a:lnTo>
                    <a:pt x="116228" y="757131"/>
                  </a:lnTo>
                  <a:lnTo>
                    <a:pt x="113995" y="755361"/>
                  </a:lnTo>
                  <a:lnTo>
                    <a:pt x="112081" y="753684"/>
                  </a:lnTo>
                  <a:lnTo>
                    <a:pt x="110760" y="752240"/>
                  </a:lnTo>
                  <a:lnTo>
                    <a:pt x="107935" y="750982"/>
                  </a:lnTo>
                  <a:lnTo>
                    <a:pt x="106067" y="750144"/>
                  </a:lnTo>
                  <a:lnTo>
                    <a:pt x="104382" y="749864"/>
                  </a:lnTo>
                  <a:lnTo>
                    <a:pt x="102513" y="749305"/>
                  </a:lnTo>
                  <a:lnTo>
                    <a:pt x="101967" y="749165"/>
                  </a:lnTo>
                  <a:lnTo>
                    <a:pt x="100873" y="748700"/>
                  </a:lnTo>
                  <a:lnTo>
                    <a:pt x="100144" y="748327"/>
                  </a:lnTo>
                  <a:lnTo>
                    <a:pt x="99370" y="747861"/>
                  </a:lnTo>
                  <a:lnTo>
                    <a:pt x="98732" y="747535"/>
                  </a:lnTo>
                  <a:lnTo>
                    <a:pt x="97957" y="747302"/>
                  </a:lnTo>
                  <a:lnTo>
                    <a:pt x="97456" y="747209"/>
                  </a:lnTo>
                  <a:lnTo>
                    <a:pt x="96636" y="747023"/>
                  </a:lnTo>
                  <a:lnTo>
                    <a:pt x="96044" y="746976"/>
                  </a:lnTo>
                  <a:lnTo>
                    <a:pt x="95588" y="747023"/>
                  </a:lnTo>
                  <a:lnTo>
                    <a:pt x="95087" y="747116"/>
                  </a:lnTo>
                  <a:lnTo>
                    <a:pt x="94631" y="747162"/>
                  </a:lnTo>
                  <a:lnTo>
                    <a:pt x="94176" y="747162"/>
                  </a:lnTo>
                  <a:lnTo>
                    <a:pt x="93583" y="747162"/>
                  </a:lnTo>
                  <a:lnTo>
                    <a:pt x="93082" y="747302"/>
                  </a:lnTo>
                  <a:lnTo>
                    <a:pt x="92718" y="747395"/>
                  </a:lnTo>
                  <a:lnTo>
                    <a:pt x="92308" y="747488"/>
                  </a:lnTo>
                  <a:lnTo>
                    <a:pt x="91989" y="747628"/>
                  </a:lnTo>
                  <a:lnTo>
                    <a:pt x="91806" y="747908"/>
                  </a:lnTo>
                  <a:lnTo>
                    <a:pt x="91670" y="748746"/>
                  </a:lnTo>
                  <a:lnTo>
                    <a:pt x="91670" y="748932"/>
                  </a:lnTo>
                  <a:lnTo>
                    <a:pt x="91670" y="750190"/>
                  </a:lnTo>
                  <a:lnTo>
                    <a:pt x="91442" y="750563"/>
                  </a:lnTo>
                  <a:lnTo>
                    <a:pt x="91032" y="750889"/>
                  </a:lnTo>
                  <a:lnTo>
                    <a:pt x="90576" y="751075"/>
                  </a:lnTo>
                  <a:lnTo>
                    <a:pt x="90075" y="751215"/>
                  </a:lnTo>
                  <a:lnTo>
                    <a:pt x="89528" y="751308"/>
                  </a:lnTo>
                  <a:lnTo>
                    <a:pt x="89027" y="751495"/>
                  </a:lnTo>
                  <a:lnTo>
                    <a:pt x="88617" y="751914"/>
                  </a:lnTo>
                  <a:lnTo>
                    <a:pt x="88116" y="752846"/>
                  </a:lnTo>
                  <a:lnTo>
                    <a:pt x="87250" y="753311"/>
                  </a:lnTo>
                  <a:lnTo>
                    <a:pt x="87114" y="753358"/>
                  </a:lnTo>
                  <a:lnTo>
                    <a:pt x="86977" y="753405"/>
                  </a:lnTo>
                  <a:lnTo>
                    <a:pt x="86658" y="753591"/>
                  </a:lnTo>
                  <a:lnTo>
                    <a:pt x="86476" y="753731"/>
                  </a:lnTo>
                  <a:lnTo>
                    <a:pt x="86248" y="753870"/>
                  </a:lnTo>
                  <a:lnTo>
                    <a:pt x="86157" y="754057"/>
                  </a:lnTo>
                  <a:lnTo>
                    <a:pt x="86066" y="754336"/>
                  </a:lnTo>
                  <a:lnTo>
                    <a:pt x="85975" y="757644"/>
                  </a:lnTo>
                  <a:lnTo>
                    <a:pt x="85838" y="758389"/>
                  </a:lnTo>
                  <a:lnTo>
                    <a:pt x="86066" y="759181"/>
                  </a:lnTo>
                  <a:lnTo>
                    <a:pt x="84790" y="760672"/>
                  </a:lnTo>
                  <a:lnTo>
                    <a:pt x="83104" y="763653"/>
                  </a:lnTo>
                  <a:lnTo>
                    <a:pt x="82649" y="764072"/>
                  </a:lnTo>
                  <a:lnTo>
                    <a:pt x="80462" y="765144"/>
                  </a:lnTo>
                  <a:lnTo>
                    <a:pt x="78457" y="767473"/>
                  </a:lnTo>
                  <a:lnTo>
                    <a:pt x="77090" y="768079"/>
                  </a:lnTo>
                  <a:lnTo>
                    <a:pt x="79323" y="763094"/>
                  </a:lnTo>
                  <a:lnTo>
                    <a:pt x="79733" y="762815"/>
                  </a:lnTo>
                  <a:lnTo>
                    <a:pt x="80143" y="762768"/>
                  </a:lnTo>
                  <a:lnTo>
                    <a:pt x="80507" y="762768"/>
                  </a:lnTo>
                  <a:lnTo>
                    <a:pt x="80689" y="762628"/>
                  </a:lnTo>
                  <a:lnTo>
                    <a:pt x="80735" y="762256"/>
                  </a:lnTo>
                  <a:lnTo>
                    <a:pt x="80826" y="761790"/>
                  </a:lnTo>
                  <a:lnTo>
                    <a:pt x="81008" y="761370"/>
                  </a:lnTo>
                  <a:lnTo>
                    <a:pt x="81646" y="760392"/>
                  </a:lnTo>
                  <a:lnTo>
                    <a:pt x="81874" y="760346"/>
                  </a:lnTo>
                  <a:lnTo>
                    <a:pt x="81965" y="760206"/>
                  </a:lnTo>
                  <a:lnTo>
                    <a:pt x="82056" y="760066"/>
                  </a:lnTo>
                  <a:lnTo>
                    <a:pt x="82102" y="759926"/>
                  </a:lnTo>
                  <a:lnTo>
                    <a:pt x="83195" y="758110"/>
                  </a:lnTo>
                  <a:lnTo>
                    <a:pt x="83469" y="757783"/>
                  </a:lnTo>
                  <a:lnTo>
                    <a:pt x="83970" y="754383"/>
                  </a:lnTo>
                  <a:lnTo>
                    <a:pt x="83605" y="754150"/>
                  </a:lnTo>
                  <a:lnTo>
                    <a:pt x="83332" y="754057"/>
                  </a:lnTo>
                  <a:lnTo>
                    <a:pt x="83013" y="754010"/>
                  </a:lnTo>
                  <a:lnTo>
                    <a:pt x="82876" y="754010"/>
                  </a:lnTo>
                  <a:lnTo>
                    <a:pt x="81601" y="753591"/>
                  </a:lnTo>
                  <a:lnTo>
                    <a:pt x="81145" y="753311"/>
                  </a:lnTo>
                  <a:lnTo>
                    <a:pt x="80644" y="753078"/>
                  </a:lnTo>
                  <a:lnTo>
                    <a:pt x="80097" y="752799"/>
                  </a:lnTo>
                  <a:lnTo>
                    <a:pt x="78958" y="752240"/>
                  </a:lnTo>
                  <a:lnTo>
                    <a:pt x="78001" y="751774"/>
                  </a:lnTo>
                  <a:lnTo>
                    <a:pt x="77500" y="751634"/>
                  </a:lnTo>
                  <a:lnTo>
                    <a:pt x="76543" y="751401"/>
                  </a:lnTo>
                  <a:lnTo>
                    <a:pt x="75951" y="751215"/>
                  </a:lnTo>
                  <a:lnTo>
                    <a:pt x="75541" y="751029"/>
                  </a:lnTo>
                  <a:lnTo>
                    <a:pt x="75085" y="750749"/>
                  </a:lnTo>
                  <a:lnTo>
                    <a:pt x="74584" y="750610"/>
                  </a:lnTo>
                  <a:lnTo>
                    <a:pt x="74083" y="750330"/>
                  </a:lnTo>
                  <a:lnTo>
                    <a:pt x="73810" y="750283"/>
                  </a:lnTo>
                  <a:lnTo>
                    <a:pt x="72853" y="749864"/>
                  </a:lnTo>
                  <a:lnTo>
                    <a:pt x="72260" y="749538"/>
                  </a:lnTo>
                  <a:lnTo>
                    <a:pt x="71076" y="748746"/>
                  </a:lnTo>
                  <a:lnTo>
                    <a:pt x="70484" y="748234"/>
                  </a:lnTo>
                  <a:lnTo>
                    <a:pt x="70074" y="748001"/>
                  </a:lnTo>
                  <a:lnTo>
                    <a:pt x="69755" y="747675"/>
                  </a:lnTo>
                  <a:lnTo>
                    <a:pt x="69618" y="747442"/>
                  </a:lnTo>
                  <a:lnTo>
                    <a:pt x="69436" y="746976"/>
                  </a:lnTo>
                  <a:lnTo>
                    <a:pt x="69345" y="746277"/>
                  </a:lnTo>
                  <a:lnTo>
                    <a:pt x="69390" y="745439"/>
                  </a:lnTo>
                  <a:lnTo>
                    <a:pt x="69618" y="744786"/>
                  </a:lnTo>
                  <a:lnTo>
                    <a:pt x="70074" y="743063"/>
                  </a:lnTo>
                  <a:lnTo>
                    <a:pt x="70301" y="742364"/>
                  </a:lnTo>
                  <a:lnTo>
                    <a:pt x="70392" y="741945"/>
                  </a:lnTo>
                  <a:lnTo>
                    <a:pt x="70620" y="740501"/>
                  </a:lnTo>
                  <a:lnTo>
                    <a:pt x="70575" y="740221"/>
                  </a:lnTo>
                  <a:lnTo>
                    <a:pt x="70529" y="739802"/>
                  </a:lnTo>
                  <a:lnTo>
                    <a:pt x="70301" y="739103"/>
                  </a:lnTo>
                  <a:lnTo>
                    <a:pt x="70256" y="738870"/>
                  </a:lnTo>
                  <a:lnTo>
                    <a:pt x="70119" y="738218"/>
                  </a:lnTo>
                  <a:lnTo>
                    <a:pt x="69755" y="737659"/>
                  </a:lnTo>
                  <a:lnTo>
                    <a:pt x="69117" y="736960"/>
                  </a:lnTo>
                  <a:lnTo>
                    <a:pt x="68524" y="736075"/>
                  </a:lnTo>
                  <a:lnTo>
                    <a:pt x="68114" y="735749"/>
                  </a:lnTo>
                  <a:lnTo>
                    <a:pt x="67613" y="735423"/>
                  </a:lnTo>
                  <a:lnTo>
                    <a:pt x="65882" y="733932"/>
                  </a:lnTo>
                  <a:lnTo>
                    <a:pt x="65062" y="733047"/>
                  </a:lnTo>
                  <a:lnTo>
                    <a:pt x="64697" y="732768"/>
                  </a:lnTo>
                  <a:lnTo>
                    <a:pt x="64561" y="732628"/>
                  </a:lnTo>
                  <a:lnTo>
                    <a:pt x="64333" y="732395"/>
                  </a:lnTo>
                  <a:lnTo>
                    <a:pt x="64196" y="732209"/>
                  </a:lnTo>
                  <a:lnTo>
                    <a:pt x="63649" y="731650"/>
                  </a:lnTo>
                  <a:lnTo>
                    <a:pt x="63513" y="731557"/>
                  </a:lnTo>
                  <a:lnTo>
                    <a:pt x="63057" y="731137"/>
                  </a:lnTo>
                  <a:lnTo>
                    <a:pt x="62829" y="731044"/>
                  </a:lnTo>
                  <a:lnTo>
                    <a:pt x="61690" y="730485"/>
                  </a:lnTo>
                  <a:lnTo>
                    <a:pt x="60870" y="730345"/>
                  </a:lnTo>
                  <a:lnTo>
                    <a:pt x="60141" y="730159"/>
                  </a:lnTo>
                  <a:lnTo>
                    <a:pt x="59275" y="729553"/>
                  </a:lnTo>
                  <a:lnTo>
                    <a:pt x="58045" y="728855"/>
                  </a:lnTo>
                  <a:lnTo>
                    <a:pt x="57635" y="728389"/>
                  </a:lnTo>
                  <a:lnTo>
                    <a:pt x="57498" y="727690"/>
                  </a:lnTo>
                  <a:lnTo>
                    <a:pt x="57681" y="727131"/>
                  </a:lnTo>
                  <a:lnTo>
                    <a:pt x="57681" y="726153"/>
                  </a:lnTo>
                  <a:lnTo>
                    <a:pt x="57590" y="724522"/>
                  </a:lnTo>
                  <a:lnTo>
                    <a:pt x="57544" y="723684"/>
                  </a:lnTo>
                  <a:lnTo>
                    <a:pt x="57544" y="722240"/>
                  </a:lnTo>
                  <a:lnTo>
                    <a:pt x="57590" y="721727"/>
                  </a:lnTo>
                  <a:lnTo>
                    <a:pt x="57635" y="721401"/>
                  </a:lnTo>
                  <a:lnTo>
                    <a:pt x="57681" y="721075"/>
                  </a:lnTo>
                  <a:lnTo>
                    <a:pt x="57817" y="720004"/>
                  </a:lnTo>
                  <a:lnTo>
                    <a:pt x="57863" y="719025"/>
                  </a:lnTo>
                  <a:lnTo>
                    <a:pt x="57909" y="718513"/>
                  </a:lnTo>
                  <a:lnTo>
                    <a:pt x="58000" y="718234"/>
                  </a:lnTo>
                  <a:lnTo>
                    <a:pt x="58045" y="717628"/>
                  </a:lnTo>
                  <a:lnTo>
                    <a:pt x="58136" y="717069"/>
                  </a:lnTo>
                  <a:lnTo>
                    <a:pt x="58227" y="716650"/>
                  </a:lnTo>
                  <a:lnTo>
                    <a:pt x="58182" y="716230"/>
                  </a:lnTo>
                  <a:lnTo>
                    <a:pt x="58000" y="715765"/>
                  </a:lnTo>
                  <a:lnTo>
                    <a:pt x="57726" y="715345"/>
                  </a:lnTo>
                  <a:lnTo>
                    <a:pt x="57316" y="714973"/>
                  </a:lnTo>
                  <a:lnTo>
                    <a:pt x="57043" y="714600"/>
                  </a:lnTo>
                  <a:lnTo>
                    <a:pt x="56815" y="714227"/>
                  </a:lnTo>
                  <a:lnTo>
                    <a:pt x="56587" y="713901"/>
                  </a:lnTo>
                  <a:lnTo>
                    <a:pt x="56132" y="713529"/>
                  </a:lnTo>
                  <a:lnTo>
                    <a:pt x="55676" y="713202"/>
                  </a:lnTo>
                  <a:lnTo>
                    <a:pt x="55175" y="712830"/>
                  </a:lnTo>
                  <a:lnTo>
                    <a:pt x="54674" y="712224"/>
                  </a:lnTo>
                  <a:lnTo>
                    <a:pt x="54127" y="711805"/>
                  </a:lnTo>
                  <a:lnTo>
                    <a:pt x="53443" y="711432"/>
                  </a:lnTo>
                  <a:lnTo>
                    <a:pt x="52669" y="710966"/>
                  </a:lnTo>
                  <a:lnTo>
                    <a:pt x="52031" y="710687"/>
                  </a:lnTo>
                  <a:lnTo>
                    <a:pt x="51439" y="710454"/>
                  </a:lnTo>
                  <a:lnTo>
                    <a:pt x="50938" y="710081"/>
                  </a:lnTo>
                  <a:lnTo>
                    <a:pt x="50345" y="709662"/>
                  </a:lnTo>
                  <a:lnTo>
                    <a:pt x="49753" y="709150"/>
                  </a:lnTo>
                  <a:lnTo>
                    <a:pt x="48887" y="708591"/>
                  </a:lnTo>
                  <a:lnTo>
                    <a:pt x="47976" y="708265"/>
                  </a:lnTo>
                  <a:lnTo>
                    <a:pt x="47201" y="707985"/>
                  </a:lnTo>
                  <a:lnTo>
                    <a:pt x="46154" y="707659"/>
                  </a:lnTo>
                  <a:lnTo>
                    <a:pt x="45379" y="707519"/>
                  </a:lnTo>
                  <a:lnTo>
                    <a:pt x="44240" y="707147"/>
                  </a:lnTo>
                  <a:lnTo>
                    <a:pt x="43283" y="707007"/>
                  </a:lnTo>
                  <a:lnTo>
                    <a:pt x="42235" y="706774"/>
                  </a:lnTo>
                  <a:lnTo>
                    <a:pt x="41370" y="706867"/>
                  </a:lnTo>
                  <a:lnTo>
                    <a:pt x="40686" y="707100"/>
                  </a:lnTo>
                  <a:lnTo>
                    <a:pt x="39866" y="707147"/>
                  </a:lnTo>
                  <a:lnTo>
                    <a:pt x="39547" y="707007"/>
                  </a:lnTo>
                  <a:lnTo>
                    <a:pt x="39365" y="706774"/>
                  </a:lnTo>
                  <a:lnTo>
                    <a:pt x="39319" y="706308"/>
                  </a:lnTo>
                  <a:lnTo>
                    <a:pt x="39228" y="705749"/>
                  </a:lnTo>
                  <a:lnTo>
                    <a:pt x="39092" y="705143"/>
                  </a:lnTo>
                  <a:lnTo>
                    <a:pt x="39046" y="704445"/>
                  </a:lnTo>
                  <a:lnTo>
                    <a:pt x="38955" y="703792"/>
                  </a:lnTo>
                  <a:lnTo>
                    <a:pt x="38909" y="703280"/>
                  </a:lnTo>
                  <a:lnTo>
                    <a:pt x="39092" y="702721"/>
                  </a:lnTo>
                  <a:lnTo>
                    <a:pt x="39365" y="702255"/>
                  </a:lnTo>
                  <a:lnTo>
                    <a:pt x="39729" y="701836"/>
                  </a:lnTo>
                  <a:lnTo>
                    <a:pt x="40003" y="701417"/>
                  </a:lnTo>
                  <a:lnTo>
                    <a:pt x="40322" y="700625"/>
                  </a:lnTo>
                  <a:lnTo>
                    <a:pt x="40641" y="699833"/>
                  </a:lnTo>
                  <a:lnTo>
                    <a:pt x="40777" y="699274"/>
                  </a:lnTo>
                  <a:lnTo>
                    <a:pt x="41096" y="698016"/>
                  </a:lnTo>
                  <a:lnTo>
                    <a:pt x="41187" y="696898"/>
                  </a:lnTo>
                  <a:lnTo>
                    <a:pt x="41370" y="695873"/>
                  </a:lnTo>
                  <a:lnTo>
                    <a:pt x="41689" y="694755"/>
                  </a:lnTo>
                  <a:lnTo>
                    <a:pt x="41370" y="692799"/>
                  </a:lnTo>
                  <a:lnTo>
                    <a:pt x="41096" y="692100"/>
                  </a:lnTo>
                  <a:lnTo>
                    <a:pt x="40914" y="691587"/>
                  </a:lnTo>
                  <a:lnTo>
                    <a:pt x="40504" y="689957"/>
                  </a:lnTo>
                  <a:lnTo>
                    <a:pt x="40231" y="688606"/>
                  </a:lnTo>
                  <a:lnTo>
                    <a:pt x="39775" y="687441"/>
                  </a:lnTo>
                  <a:lnTo>
                    <a:pt x="39183" y="686510"/>
                  </a:lnTo>
                  <a:lnTo>
                    <a:pt x="38681" y="686044"/>
                  </a:lnTo>
                  <a:lnTo>
                    <a:pt x="37178" y="684740"/>
                  </a:lnTo>
                  <a:lnTo>
                    <a:pt x="35310" y="683622"/>
                  </a:lnTo>
                  <a:lnTo>
                    <a:pt x="34581" y="683528"/>
                  </a:lnTo>
                  <a:lnTo>
                    <a:pt x="33761" y="683622"/>
                  </a:lnTo>
                  <a:lnTo>
                    <a:pt x="32303" y="683668"/>
                  </a:lnTo>
                  <a:lnTo>
                    <a:pt x="30799" y="683715"/>
                  </a:lnTo>
                  <a:lnTo>
                    <a:pt x="29296" y="683808"/>
                  </a:lnTo>
                  <a:lnTo>
                    <a:pt x="28339" y="683575"/>
                  </a:lnTo>
                  <a:lnTo>
                    <a:pt x="27428" y="683063"/>
                  </a:lnTo>
                  <a:lnTo>
                    <a:pt x="26972" y="682550"/>
                  </a:lnTo>
                  <a:lnTo>
                    <a:pt x="26562" y="681618"/>
                  </a:lnTo>
                  <a:lnTo>
                    <a:pt x="26334" y="680594"/>
                  </a:lnTo>
                  <a:lnTo>
                    <a:pt x="26289" y="679243"/>
                  </a:lnTo>
                  <a:lnTo>
                    <a:pt x="26289" y="678684"/>
                  </a:lnTo>
                  <a:lnTo>
                    <a:pt x="26380" y="677752"/>
                  </a:lnTo>
                  <a:lnTo>
                    <a:pt x="26699" y="677240"/>
                  </a:lnTo>
                  <a:lnTo>
                    <a:pt x="26835" y="676075"/>
                  </a:lnTo>
                  <a:lnTo>
                    <a:pt x="26744" y="675283"/>
                  </a:lnTo>
                  <a:lnTo>
                    <a:pt x="26699" y="674258"/>
                  </a:lnTo>
                  <a:lnTo>
                    <a:pt x="27154" y="672767"/>
                  </a:lnTo>
                  <a:lnTo>
                    <a:pt x="27473" y="672348"/>
                  </a:lnTo>
                  <a:lnTo>
                    <a:pt x="28567" y="671137"/>
                  </a:lnTo>
                  <a:lnTo>
                    <a:pt x="29706" y="669553"/>
                  </a:lnTo>
                  <a:lnTo>
                    <a:pt x="31619" y="667550"/>
                  </a:lnTo>
                  <a:lnTo>
                    <a:pt x="32166" y="667038"/>
                  </a:lnTo>
                  <a:lnTo>
                    <a:pt x="33123" y="666712"/>
                  </a:lnTo>
                  <a:lnTo>
                    <a:pt x="33579" y="666572"/>
                  </a:lnTo>
                  <a:lnTo>
                    <a:pt x="33897" y="666525"/>
                  </a:lnTo>
                  <a:lnTo>
                    <a:pt x="34353" y="666339"/>
                  </a:lnTo>
                  <a:lnTo>
                    <a:pt x="34718" y="665966"/>
                  </a:lnTo>
                  <a:lnTo>
                    <a:pt x="34945" y="665454"/>
                  </a:lnTo>
                  <a:lnTo>
                    <a:pt x="35264" y="664895"/>
                  </a:lnTo>
                  <a:lnTo>
                    <a:pt x="35583" y="663777"/>
                  </a:lnTo>
                  <a:lnTo>
                    <a:pt x="35674" y="663451"/>
                  </a:lnTo>
                  <a:lnTo>
                    <a:pt x="35674" y="663171"/>
                  </a:lnTo>
                  <a:lnTo>
                    <a:pt x="35857" y="662705"/>
                  </a:lnTo>
                  <a:lnTo>
                    <a:pt x="35902" y="662379"/>
                  </a:lnTo>
                  <a:lnTo>
                    <a:pt x="35948" y="661867"/>
                  </a:lnTo>
                  <a:lnTo>
                    <a:pt x="35902" y="661354"/>
                  </a:lnTo>
                  <a:lnTo>
                    <a:pt x="35857" y="660888"/>
                  </a:lnTo>
                  <a:lnTo>
                    <a:pt x="35811" y="660609"/>
                  </a:lnTo>
                  <a:lnTo>
                    <a:pt x="35765" y="660050"/>
                  </a:lnTo>
                  <a:lnTo>
                    <a:pt x="35811" y="659677"/>
                  </a:lnTo>
                  <a:lnTo>
                    <a:pt x="35811" y="658326"/>
                  </a:lnTo>
                  <a:lnTo>
                    <a:pt x="35857" y="657767"/>
                  </a:lnTo>
                  <a:lnTo>
                    <a:pt x="35857" y="656463"/>
                  </a:lnTo>
                  <a:lnTo>
                    <a:pt x="35765" y="655951"/>
                  </a:lnTo>
                  <a:lnTo>
                    <a:pt x="35401" y="655065"/>
                  </a:lnTo>
                  <a:lnTo>
                    <a:pt x="35173" y="652829"/>
                  </a:lnTo>
                  <a:lnTo>
                    <a:pt x="34399" y="649615"/>
                  </a:lnTo>
                  <a:lnTo>
                    <a:pt x="33032" y="646960"/>
                  </a:lnTo>
                  <a:lnTo>
                    <a:pt x="31756" y="643839"/>
                  </a:lnTo>
                  <a:lnTo>
                    <a:pt x="29751" y="640904"/>
                  </a:lnTo>
                  <a:lnTo>
                    <a:pt x="28111" y="639041"/>
                  </a:lnTo>
                  <a:lnTo>
                    <a:pt x="25195" y="635314"/>
                  </a:lnTo>
                  <a:lnTo>
                    <a:pt x="22872" y="633683"/>
                  </a:lnTo>
                  <a:lnTo>
                    <a:pt x="22461" y="633171"/>
                  </a:lnTo>
                  <a:lnTo>
                    <a:pt x="21277" y="632053"/>
                  </a:lnTo>
                  <a:lnTo>
                    <a:pt x="19910" y="631308"/>
                  </a:lnTo>
                  <a:lnTo>
                    <a:pt x="19090" y="630283"/>
                  </a:lnTo>
                  <a:lnTo>
                    <a:pt x="18680" y="630190"/>
                  </a:lnTo>
                  <a:lnTo>
                    <a:pt x="17541" y="628932"/>
                  </a:lnTo>
                  <a:lnTo>
                    <a:pt x="16721" y="628419"/>
                  </a:lnTo>
                  <a:lnTo>
                    <a:pt x="15764" y="628093"/>
                  </a:lnTo>
                  <a:lnTo>
                    <a:pt x="15126" y="628186"/>
                  </a:lnTo>
                  <a:lnTo>
                    <a:pt x="14033" y="628652"/>
                  </a:lnTo>
                  <a:lnTo>
                    <a:pt x="13349" y="628745"/>
                  </a:lnTo>
                  <a:lnTo>
                    <a:pt x="12893" y="628745"/>
                  </a:lnTo>
                  <a:lnTo>
                    <a:pt x="12438" y="628745"/>
                  </a:lnTo>
                  <a:lnTo>
                    <a:pt x="12164" y="628745"/>
                  </a:lnTo>
                  <a:lnTo>
                    <a:pt x="11162" y="628186"/>
                  </a:lnTo>
                  <a:lnTo>
                    <a:pt x="10798" y="628280"/>
                  </a:lnTo>
                  <a:lnTo>
                    <a:pt x="9659" y="627860"/>
                  </a:lnTo>
                  <a:lnTo>
                    <a:pt x="8975" y="627581"/>
                  </a:lnTo>
                  <a:lnTo>
                    <a:pt x="8565" y="627488"/>
                  </a:lnTo>
                  <a:lnTo>
                    <a:pt x="8064" y="627488"/>
                  </a:lnTo>
                  <a:lnTo>
                    <a:pt x="7335" y="627581"/>
                  </a:lnTo>
                  <a:lnTo>
                    <a:pt x="6879" y="627767"/>
                  </a:lnTo>
                  <a:lnTo>
                    <a:pt x="6333" y="627954"/>
                  </a:lnTo>
                  <a:lnTo>
                    <a:pt x="5467" y="628513"/>
                  </a:lnTo>
                  <a:lnTo>
                    <a:pt x="4328" y="629211"/>
                  </a:lnTo>
                  <a:lnTo>
                    <a:pt x="3553" y="629910"/>
                  </a:lnTo>
                  <a:lnTo>
                    <a:pt x="3098" y="630143"/>
                  </a:lnTo>
                  <a:lnTo>
                    <a:pt x="2733" y="630422"/>
                  </a:lnTo>
                  <a:lnTo>
                    <a:pt x="2414" y="630702"/>
                  </a:lnTo>
                  <a:lnTo>
                    <a:pt x="2095" y="631028"/>
                  </a:lnTo>
                  <a:lnTo>
                    <a:pt x="1594" y="631308"/>
                  </a:lnTo>
                  <a:lnTo>
                    <a:pt x="592" y="631261"/>
                  </a:lnTo>
                  <a:lnTo>
                    <a:pt x="273" y="631121"/>
                  </a:lnTo>
                  <a:lnTo>
                    <a:pt x="136" y="630935"/>
                  </a:lnTo>
                  <a:lnTo>
                    <a:pt x="0" y="630702"/>
                  </a:lnTo>
                  <a:lnTo>
                    <a:pt x="0" y="630096"/>
                  </a:lnTo>
                  <a:lnTo>
                    <a:pt x="45" y="629584"/>
                  </a:lnTo>
                  <a:lnTo>
                    <a:pt x="455" y="628885"/>
                  </a:lnTo>
                  <a:lnTo>
                    <a:pt x="1093" y="627301"/>
                  </a:lnTo>
                  <a:lnTo>
                    <a:pt x="1913" y="625857"/>
                  </a:lnTo>
                  <a:lnTo>
                    <a:pt x="2369" y="625205"/>
                  </a:lnTo>
                  <a:lnTo>
                    <a:pt x="2551" y="624599"/>
                  </a:lnTo>
                  <a:lnTo>
                    <a:pt x="2597" y="624087"/>
                  </a:lnTo>
                  <a:lnTo>
                    <a:pt x="2186" y="623016"/>
                  </a:lnTo>
                  <a:lnTo>
                    <a:pt x="6879" y="617845"/>
                  </a:lnTo>
                  <a:lnTo>
                    <a:pt x="20001" y="604568"/>
                  </a:lnTo>
                  <a:lnTo>
                    <a:pt x="21095" y="601307"/>
                  </a:lnTo>
                  <a:lnTo>
                    <a:pt x="35219" y="581556"/>
                  </a:lnTo>
                  <a:lnTo>
                    <a:pt x="64697" y="540236"/>
                  </a:lnTo>
                  <a:lnTo>
                    <a:pt x="71258" y="531152"/>
                  </a:lnTo>
                  <a:lnTo>
                    <a:pt x="89574" y="515686"/>
                  </a:lnTo>
                  <a:lnTo>
                    <a:pt x="99005" y="505065"/>
                  </a:lnTo>
                  <a:lnTo>
                    <a:pt x="105976" y="498356"/>
                  </a:lnTo>
                  <a:lnTo>
                    <a:pt x="108847" y="492999"/>
                  </a:lnTo>
                  <a:lnTo>
                    <a:pt x="110623" y="489179"/>
                  </a:lnTo>
                  <a:lnTo>
                    <a:pt x="110897" y="488620"/>
                  </a:lnTo>
                  <a:lnTo>
                    <a:pt x="113904" y="486943"/>
                  </a:lnTo>
                  <a:lnTo>
                    <a:pt x="125887" y="483682"/>
                  </a:lnTo>
                  <a:lnTo>
                    <a:pt x="132311" y="482192"/>
                  </a:lnTo>
                  <a:lnTo>
                    <a:pt x="160924" y="471245"/>
                  </a:lnTo>
                  <a:lnTo>
                    <a:pt x="174774" y="463279"/>
                  </a:lnTo>
                  <a:lnTo>
                    <a:pt x="194913" y="448838"/>
                  </a:lnTo>
                  <a:lnTo>
                    <a:pt x="201701" y="441943"/>
                  </a:lnTo>
                  <a:lnTo>
                    <a:pt x="203570" y="439055"/>
                  </a:lnTo>
                  <a:lnTo>
                    <a:pt x="203706" y="438869"/>
                  </a:lnTo>
                  <a:lnTo>
                    <a:pt x="207488" y="433977"/>
                  </a:lnTo>
                  <a:lnTo>
                    <a:pt x="209538" y="430763"/>
                  </a:lnTo>
                  <a:lnTo>
                    <a:pt x="210540" y="428573"/>
                  </a:lnTo>
                  <a:lnTo>
                    <a:pt x="211361" y="427409"/>
                  </a:lnTo>
                  <a:lnTo>
                    <a:pt x="215643" y="423729"/>
                  </a:lnTo>
                  <a:lnTo>
                    <a:pt x="216919" y="421260"/>
                  </a:lnTo>
                  <a:lnTo>
                    <a:pt x="218423" y="419583"/>
                  </a:lnTo>
                  <a:lnTo>
                    <a:pt x="223343" y="416415"/>
                  </a:lnTo>
                  <a:lnTo>
                    <a:pt x="227125" y="413573"/>
                  </a:lnTo>
                  <a:lnTo>
                    <a:pt x="233048" y="407844"/>
                  </a:lnTo>
                  <a:lnTo>
                    <a:pt x="235053" y="406353"/>
                  </a:lnTo>
                  <a:lnTo>
                    <a:pt x="241067" y="403278"/>
                  </a:lnTo>
                  <a:lnTo>
                    <a:pt x="242434" y="402766"/>
                  </a:lnTo>
                  <a:lnTo>
                    <a:pt x="243983" y="402486"/>
                  </a:lnTo>
                  <a:lnTo>
                    <a:pt x="246990" y="402719"/>
                  </a:lnTo>
                  <a:lnTo>
                    <a:pt x="248357" y="402580"/>
                  </a:lnTo>
                  <a:lnTo>
                    <a:pt x="251227" y="400670"/>
                  </a:lnTo>
                  <a:lnTo>
                    <a:pt x="254189" y="398247"/>
                  </a:lnTo>
                  <a:lnTo>
                    <a:pt x="256102" y="397502"/>
                  </a:lnTo>
                  <a:lnTo>
                    <a:pt x="259519" y="397502"/>
                  </a:lnTo>
                  <a:lnTo>
                    <a:pt x="263301" y="398806"/>
                  </a:lnTo>
                  <a:lnTo>
                    <a:pt x="268677" y="399412"/>
                  </a:lnTo>
                  <a:lnTo>
                    <a:pt x="274555" y="400856"/>
                  </a:lnTo>
                  <a:lnTo>
                    <a:pt x="281981" y="401229"/>
                  </a:lnTo>
                  <a:lnTo>
                    <a:pt x="284351" y="401555"/>
                  </a:lnTo>
                  <a:lnTo>
                    <a:pt x="288132" y="401229"/>
                  </a:lnTo>
                  <a:lnTo>
                    <a:pt x="290046" y="400576"/>
                  </a:lnTo>
                  <a:lnTo>
                    <a:pt x="293873" y="397875"/>
                  </a:lnTo>
                  <a:lnTo>
                    <a:pt x="302074" y="393496"/>
                  </a:lnTo>
                  <a:lnTo>
                    <a:pt x="304124" y="393309"/>
                  </a:lnTo>
                  <a:lnTo>
                    <a:pt x="310366" y="393729"/>
                  </a:lnTo>
                  <a:lnTo>
                    <a:pt x="315788" y="393775"/>
                  </a:lnTo>
                  <a:lnTo>
                    <a:pt x="318112" y="393449"/>
                  </a:lnTo>
                  <a:lnTo>
                    <a:pt x="321210" y="392424"/>
                  </a:lnTo>
                  <a:lnTo>
                    <a:pt x="326586" y="388325"/>
                  </a:lnTo>
                  <a:lnTo>
                    <a:pt x="328773" y="387207"/>
                  </a:lnTo>
                  <a:lnTo>
                    <a:pt x="330322" y="386461"/>
                  </a:lnTo>
                  <a:lnTo>
                    <a:pt x="333011" y="386135"/>
                  </a:lnTo>
                  <a:lnTo>
                    <a:pt x="339070" y="386228"/>
                  </a:lnTo>
                  <a:lnTo>
                    <a:pt x="344082" y="385204"/>
                  </a:lnTo>
                  <a:lnTo>
                    <a:pt x="345540" y="384319"/>
                  </a:lnTo>
                  <a:lnTo>
                    <a:pt x="348638" y="381011"/>
                  </a:lnTo>
                  <a:lnTo>
                    <a:pt x="350461" y="378216"/>
                  </a:lnTo>
                  <a:lnTo>
                    <a:pt x="351007" y="376958"/>
                  </a:lnTo>
                  <a:lnTo>
                    <a:pt x="351645" y="374350"/>
                  </a:lnTo>
                  <a:lnTo>
                    <a:pt x="351782" y="372440"/>
                  </a:lnTo>
                  <a:lnTo>
                    <a:pt x="351782" y="369971"/>
                  </a:lnTo>
                  <a:lnTo>
                    <a:pt x="352420" y="368014"/>
                  </a:lnTo>
                  <a:lnTo>
                    <a:pt x="354516" y="364427"/>
                  </a:lnTo>
                  <a:lnTo>
                    <a:pt x="355290" y="362051"/>
                  </a:lnTo>
                  <a:lnTo>
                    <a:pt x="357340" y="357952"/>
                  </a:lnTo>
                  <a:lnTo>
                    <a:pt x="360712" y="353340"/>
                  </a:lnTo>
                  <a:lnTo>
                    <a:pt x="362762" y="348868"/>
                  </a:lnTo>
                  <a:lnTo>
                    <a:pt x="363856" y="347005"/>
                  </a:lnTo>
                  <a:lnTo>
                    <a:pt x="365405" y="345607"/>
                  </a:lnTo>
                  <a:lnTo>
                    <a:pt x="370827" y="343837"/>
                  </a:lnTo>
                  <a:lnTo>
                    <a:pt x="377342" y="341088"/>
                  </a:lnTo>
                  <a:lnTo>
                    <a:pt x="379165" y="340064"/>
                  </a:lnTo>
                  <a:lnTo>
                    <a:pt x="382217" y="337315"/>
                  </a:lnTo>
                  <a:lnTo>
                    <a:pt x="383812" y="336337"/>
                  </a:lnTo>
                  <a:lnTo>
                    <a:pt x="384678" y="336244"/>
                  </a:lnTo>
                  <a:lnTo>
                    <a:pt x="385771" y="336383"/>
                  </a:lnTo>
                  <a:lnTo>
                    <a:pt x="387275" y="336942"/>
                  </a:lnTo>
                  <a:lnTo>
                    <a:pt x="388004" y="337408"/>
                  </a:lnTo>
                  <a:lnTo>
                    <a:pt x="389370" y="339877"/>
                  </a:lnTo>
                  <a:lnTo>
                    <a:pt x="391011" y="344955"/>
                  </a:lnTo>
                  <a:lnTo>
                    <a:pt x="392104" y="347144"/>
                  </a:lnTo>
                  <a:lnTo>
                    <a:pt x="393198" y="348495"/>
                  </a:lnTo>
                  <a:lnTo>
                    <a:pt x="395066" y="349427"/>
                  </a:lnTo>
                  <a:lnTo>
                    <a:pt x="399075" y="349660"/>
                  </a:lnTo>
                  <a:lnTo>
                    <a:pt x="402128" y="349380"/>
                  </a:lnTo>
                  <a:lnTo>
                    <a:pt x="403586" y="348868"/>
                  </a:lnTo>
                  <a:lnTo>
                    <a:pt x="406593" y="347238"/>
                  </a:lnTo>
                  <a:lnTo>
                    <a:pt x="409600" y="346492"/>
                  </a:lnTo>
                  <a:lnTo>
                    <a:pt x="412698" y="344629"/>
                  </a:lnTo>
                  <a:lnTo>
                    <a:pt x="414703" y="344023"/>
                  </a:lnTo>
                  <a:lnTo>
                    <a:pt x="416844" y="343930"/>
                  </a:lnTo>
                  <a:lnTo>
                    <a:pt x="419396" y="344582"/>
                  </a:lnTo>
                  <a:lnTo>
                    <a:pt x="426458" y="347564"/>
                  </a:lnTo>
                  <a:lnTo>
                    <a:pt x="431788" y="350126"/>
                  </a:lnTo>
                  <a:lnTo>
                    <a:pt x="434887" y="351151"/>
                  </a:lnTo>
                  <a:lnTo>
                    <a:pt x="437939" y="351477"/>
                  </a:lnTo>
                  <a:lnTo>
                    <a:pt x="449239" y="351244"/>
                  </a:lnTo>
                  <a:lnTo>
                    <a:pt x="459763" y="351477"/>
                  </a:lnTo>
                  <a:lnTo>
                    <a:pt x="464866" y="352455"/>
                  </a:lnTo>
                  <a:lnTo>
                    <a:pt x="468557" y="352828"/>
                  </a:lnTo>
                  <a:lnTo>
                    <a:pt x="471609" y="352548"/>
                  </a:lnTo>
                  <a:lnTo>
                    <a:pt x="480129" y="349054"/>
                  </a:lnTo>
                  <a:lnTo>
                    <a:pt x="483455" y="348123"/>
                  </a:lnTo>
                  <a:lnTo>
                    <a:pt x="488103" y="347424"/>
                  </a:lnTo>
                  <a:lnTo>
                    <a:pt x="491657" y="345887"/>
                  </a:lnTo>
                  <a:lnTo>
                    <a:pt x="494755" y="343837"/>
                  </a:lnTo>
                  <a:lnTo>
                    <a:pt x="495575" y="342672"/>
                  </a:lnTo>
                  <a:lnTo>
                    <a:pt x="496896" y="339877"/>
                  </a:lnTo>
                  <a:lnTo>
                    <a:pt x="498172" y="337734"/>
                  </a:lnTo>
                  <a:lnTo>
                    <a:pt x="499903" y="335824"/>
                  </a:lnTo>
                  <a:lnTo>
                    <a:pt x="501407" y="335033"/>
                  </a:lnTo>
                  <a:lnTo>
                    <a:pt x="501635" y="333449"/>
                  </a:lnTo>
                  <a:lnTo>
                    <a:pt x="502683" y="331492"/>
                  </a:lnTo>
                  <a:lnTo>
                    <a:pt x="503412" y="329536"/>
                  </a:lnTo>
                  <a:lnTo>
                    <a:pt x="505143" y="326461"/>
                  </a:lnTo>
                  <a:lnTo>
                    <a:pt x="507968" y="323713"/>
                  </a:lnTo>
                  <a:lnTo>
                    <a:pt x="512023" y="319054"/>
                  </a:lnTo>
                  <a:lnTo>
                    <a:pt x="513481" y="317657"/>
                  </a:lnTo>
                  <a:lnTo>
                    <a:pt x="517855" y="315188"/>
                  </a:lnTo>
                  <a:lnTo>
                    <a:pt x="522775" y="313464"/>
                  </a:lnTo>
                  <a:lnTo>
                    <a:pt x="524552" y="312672"/>
                  </a:lnTo>
                  <a:lnTo>
                    <a:pt x="528562" y="310949"/>
                  </a:lnTo>
                  <a:lnTo>
                    <a:pt x="540317" y="309225"/>
                  </a:lnTo>
                  <a:lnTo>
                    <a:pt x="548654" y="307315"/>
                  </a:lnTo>
                  <a:lnTo>
                    <a:pt x="553757" y="301212"/>
                  </a:lnTo>
                  <a:lnTo>
                    <a:pt x="555808" y="299675"/>
                  </a:lnTo>
                  <a:lnTo>
                    <a:pt x="558086" y="296787"/>
                  </a:lnTo>
                  <a:lnTo>
                    <a:pt x="559316" y="294784"/>
                  </a:lnTo>
                  <a:lnTo>
                    <a:pt x="559863" y="293433"/>
                  </a:lnTo>
                  <a:lnTo>
                    <a:pt x="560182" y="291849"/>
                  </a:lnTo>
                  <a:lnTo>
                    <a:pt x="560045" y="287191"/>
                  </a:lnTo>
                  <a:lnTo>
                    <a:pt x="559863" y="285234"/>
                  </a:lnTo>
                  <a:lnTo>
                    <a:pt x="558268" y="279085"/>
                  </a:lnTo>
                  <a:lnTo>
                    <a:pt x="556582" y="269722"/>
                  </a:lnTo>
                  <a:lnTo>
                    <a:pt x="556719" y="267718"/>
                  </a:lnTo>
                  <a:lnTo>
                    <a:pt x="557448" y="265622"/>
                  </a:lnTo>
                  <a:lnTo>
                    <a:pt x="560911" y="257889"/>
                  </a:lnTo>
                  <a:lnTo>
                    <a:pt x="562232" y="254395"/>
                  </a:lnTo>
                  <a:lnTo>
                    <a:pt x="568292" y="243867"/>
                  </a:lnTo>
                  <a:lnTo>
                    <a:pt x="569749" y="240094"/>
                  </a:lnTo>
                  <a:lnTo>
                    <a:pt x="570934" y="237951"/>
                  </a:lnTo>
                  <a:lnTo>
                    <a:pt x="575308" y="233200"/>
                  </a:lnTo>
                  <a:lnTo>
                    <a:pt x="578270" y="231197"/>
                  </a:lnTo>
                  <a:lnTo>
                    <a:pt x="580457" y="229380"/>
                  </a:lnTo>
                  <a:lnTo>
                    <a:pt x="582507" y="227330"/>
                  </a:lnTo>
                  <a:lnTo>
                    <a:pt x="584238" y="224675"/>
                  </a:lnTo>
                  <a:lnTo>
                    <a:pt x="585514" y="221460"/>
                  </a:lnTo>
                  <a:lnTo>
                    <a:pt x="588020" y="218153"/>
                  </a:lnTo>
                  <a:lnTo>
                    <a:pt x="592895" y="213821"/>
                  </a:lnTo>
                  <a:lnTo>
                    <a:pt x="595401" y="212936"/>
                  </a:lnTo>
                  <a:lnTo>
                    <a:pt x="598408" y="212283"/>
                  </a:lnTo>
                  <a:lnTo>
                    <a:pt x="602372" y="211724"/>
                  </a:lnTo>
                  <a:lnTo>
                    <a:pt x="609844" y="211631"/>
                  </a:lnTo>
                  <a:lnTo>
                    <a:pt x="613261" y="211119"/>
                  </a:lnTo>
                  <a:lnTo>
                    <a:pt x="613853" y="211026"/>
                  </a:lnTo>
                  <a:lnTo>
                    <a:pt x="619047" y="209628"/>
                  </a:lnTo>
                  <a:lnTo>
                    <a:pt x="621644" y="208231"/>
                  </a:lnTo>
                  <a:lnTo>
                    <a:pt x="623285" y="206926"/>
                  </a:lnTo>
                  <a:lnTo>
                    <a:pt x="626018" y="203479"/>
                  </a:lnTo>
                  <a:lnTo>
                    <a:pt x="628251" y="199659"/>
                  </a:lnTo>
                  <a:lnTo>
                    <a:pt x="629937" y="198029"/>
                  </a:lnTo>
                  <a:lnTo>
                    <a:pt x="634447" y="195420"/>
                  </a:lnTo>
                  <a:lnTo>
                    <a:pt x="636270" y="194907"/>
                  </a:lnTo>
                  <a:lnTo>
                    <a:pt x="642922" y="194255"/>
                  </a:lnTo>
                  <a:lnTo>
                    <a:pt x="646658" y="192625"/>
                  </a:lnTo>
                  <a:lnTo>
                    <a:pt x="651578" y="188758"/>
                  </a:lnTo>
                  <a:lnTo>
                    <a:pt x="652444" y="188339"/>
                  </a:lnTo>
                  <a:lnTo>
                    <a:pt x="654494" y="187920"/>
                  </a:lnTo>
                  <a:lnTo>
                    <a:pt x="656636" y="186662"/>
                  </a:lnTo>
                  <a:lnTo>
                    <a:pt x="657456" y="185870"/>
                  </a:lnTo>
                  <a:lnTo>
                    <a:pt x="658641" y="183914"/>
                  </a:lnTo>
                  <a:lnTo>
                    <a:pt x="659142" y="183448"/>
                  </a:lnTo>
                  <a:lnTo>
                    <a:pt x="659962" y="183355"/>
                  </a:lnTo>
                  <a:lnTo>
                    <a:pt x="662285" y="184053"/>
                  </a:lnTo>
                  <a:lnTo>
                    <a:pt x="662969" y="183914"/>
                  </a:lnTo>
                  <a:lnTo>
                    <a:pt x="663835" y="183401"/>
                  </a:lnTo>
                  <a:lnTo>
                    <a:pt x="664609" y="182516"/>
                  </a:lnTo>
                  <a:lnTo>
                    <a:pt x="665566" y="180280"/>
                  </a:lnTo>
                  <a:lnTo>
                    <a:pt x="667525" y="177485"/>
                  </a:lnTo>
                  <a:lnTo>
                    <a:pt x="668755" y="174830"/>
                  </a:lnTo>
                  <a:lnTo>
                    <a:pt x="669712" y="171243"/>
                  </a:lnTo>
                  <a:lnTo>
                    <a:pt x="669803" y="168727"/>
                  </a:lnTo>
                  <a:lnTo>
                    <a:pt x="670122" y="166678"/>
                  </a:lnTo>
                  <a:lnTo>
                    <a:pt x="671079" y="164488"/>
                  </a:lnTo>
                  <a:lnTo>
                    <a:pt x="675043" y="158339"/>
                  </a:lnTo>
                  <a:lnTo>
                    <a:pt x="675863" y="157081"/>
                  </a:lnTo>
                  <a:lnTo>
                    <a:pt x="680328" y="152423"/>
                  </a:lnTo>
                  <a:lnTo>
                    <a:pt x="681102" y="151305"/>
                  </a:lnTo>
                  <a:lnTo>
                    <a:pt x="681194" y="149954"/>
                  </a:lnTo>
                  <a:lnTo>
                    <a:pt x="680692" y="148976"/>
                  </a:lnTo>
                  <a:lnTo>
                    <a:pt x="679690" y="147858"/>
                  </a:lnTo>
                  <a:lnTo>
                    <a:pt x="676729" y="145901"/>
                  </a:lnTo>
                  <a:lnTo>
                    <a:pt x="675863" y="144736"/>
                  </a:lnTo>
                  <a:lnTo>
                    <a:pt x="675726" y="143758"/>
                  </a:lnTo>
                  <a:lnTo>
                    <a:pt x="675908" y="142640"/>
                  </a:lnTo>
                  <a:lnTo>
                    <a:pt x="677093" y="139938"/>
                  </a:lnTo>
                  <a:lnTo>
                    <a:pt x="678733" y="138121"/>
                  </a:lnTo>
                  <a:lnTo>
                    <a:pt x="683335" y="134674"/>
                  </a:lnTo>
                  <a:lnTo>
                    <a:pt x="686069" y="131600"/>
                  </a:lnTo>
                  <a:lnTo>
                    <a:pt x="687117" y="129597"/>
                  </a:lnTo>
                  <a:lnTo>
                    <a:pt x="688165" y="126196"/>
                  </a:lnTo>
                  <a:lnTo>
                    <a:pt x="689349" y="124612"/>
                  </a:lnTo>
                  <a:lnTo>
                    <a:pt x="690625" y="123867"/>
                  </a:lnTo>
                  <a:lnTo>
                    <a:pt x="693222" y="123075"/>
                  </a:lnTo>
                  <a:lnTo>
                    <a:pt x="694771" y="122190"/>
                  </a:lnTo>
                  <a:lnTo>
                    <a:pt x="695363" y="121631"/>
                  </a:lnTo>
                  <a:lnTo>
                    <a:pt x="696366" y="120140"/>
                  </a:lnTo>
                  <a:lnTo>
                    <a:pt x="697277" y="116273"/>
                  </a:lnTo>
                  <a:lnTo>
                    <a:pt x="698416" y="114457"/>
                  </a:lnTo>
                  <a:lnTo>
                    <a:pt x="699190" y="113618"/>
                  </a:lnTo>
                  <a:lnTo>
                    <a:pt x="703473" y="110544"/>
                  </a:lnTo>
                  <a:lnTo>
                    <a:pt x="708440" y="108494"/>
                  </a:lnTo>
                  <a:lnTo>
                    <a:pt x="709624" y="107795"/>
                  </a:lnTo>
                  <a:lnTo>
                    <a:pt x="714545" y="104022"/>
                  </a:lnTo>
                  <a:lnTo>
                    <a:pt x="716868" y="102065"/>
                  </a:lnTo>
                  <a:lnTo>
                    <a:pt x="719010" y="100528"/>
                  </a:lnTo>
                  <a:lnTo>
                    <a:pt x="721698" y="99503"/>
                  </a:lnTo>
                  <a:lnTo>
                    <a:pt x="723110" y="98711"/>
                  </a:lnTo>
                  <a:lnTo>
                    <a:pt x="724295" y="97733"/>
                  </a:lnTo>
                  <a:lnTo>
                    <a:pt x="726345" y="95217"/>
                  </a:lnTo>
                  <a:lnTo>
                    <a:pt x="727894" y="93820"/>
                  </a:lnTo>
                  <a:lnTo>
                    <a:pt x="728715" y="92655"/>
                  </a:lnTo>
                  <a:lnTo>
                    <a:pt x="728988" y="91817"/>
                  </a:lnTo>
                  <a:lnTo>
                    <a:pt x="728532" y="86972"/>
                  </a:lnTo>
                  <a:lnTo>
                    <a:pt x="728851" y="84689"/>
                  </a:lnTo>
                  <a:lnTo>
                    <a:pt x="730583" y="80963"/>
                  </a:lnTo>
                  <a:lnTo>
                    <a:pt x="732268" y="78401"/>
                  </a:lnTo>
                  <a:lnTo>
                    <a:pt x="733544" y="75699"/>
                  </a:lnTo>
                  <a:lnTo>
                    <a:pt x="734182" y="74767"/>
                  </a:lnTo>
                  <a:lnTo>
                    <a:pt x="735503" y="73835"/>
                  </a:lnTo>
                  <a:lnTo>
                    <a:pt x="736961" y="73556"/>
                  </a:lnTo>
                  <a:lnTo>
                    <a:pt x="738738" y="73696"/>
                  </a:lnTo>
                  <a:lnTo>
                    <a:pt x="743659" y="74627"/>
                  </a:lnTo>
                  <a:lnTo>
                    <a:pt x="745982" y="74720"/>
                  </a:lnTo>
                  <a:lnTo>
                    <a:pt x="747121" y="74441"/>
                  </a:lnTo>
                  <a:lnTo>
                    <a:pt x="747896" y="73789"/>
                  </a:lnTo>
                  <a:lnTo>
                    <a:pt x="749627" y="71599"/>
                  </a:lnTo>
                  <a:lnTo>
                    <a:pt x="750584" y="70714"/>
                  </a:lnTo>
                  <a:lnTo>
                    <a:pt x="756279" y="66522"/>
                  </a:lnTo>
                  <a:lnTo>
                    <a:pt x="759104" y="62795"/>
                  </a:lnTo>
                  <a:lnTo>
                    <a:pt x="760653" y="61258"/>
                  </a:lnTo>
                  <a:lnTo>
                    <a:pt x="762430" y="60419"/>
                  </a:lnTo>
                  <a:lnTo>
                    <a:pt x="767351" y="59674"/>
                  </a:lnTo>
                  <a:lnTo>
                    <a:pt x="771041" y="57997"/>
                  </a:lnTo>
                  <a:lnTo>
                    <a:pt x="772180" y="56925"/>
                  </a:lnTo>
                  <a:lnTo>
                    <a:pt x="773183" y="54736"/>
                  </a:lnTo>
                  <a:lnTo>
                    <a:pt x="774322" y="52966"/>
                  </a:lnTo>
                  <a:lnTo>
                    <a:pt x="777511" y="50450"/>
                  </a:lnTo>
                  <a:lnTo>
                    <a:pt x="779425" y="49658"/>
                  </a:lnTo>
                  <a:lnTo>
                    <a:pt x="783844" y="48773"/>
                  </a:lnTo>
                  <a:lnTo>
                    <a:pt x="787671" y="45838"/>
                  </a:lnTo>
                  <a:lnTo>
                    <a:pt x="791726" y="44208"/>
                  </a:lnTo>
                  <a:lnTo>
                    <a:pt x="795326" y="42205"/>
                  </a:lnTo>
                  <a:lnTo>
                    <a:pt x="799335" y="41087"/>
                  </a:lnTo>
                  <a:lnTo>
                    <a:pt x="802570" y="39223"/>
                  </a:lnTo>
                  <a:lnTo>
                    <a:pt x="809359" y="36521"/>
                  </a:lnTo>
                  <a:lnTo>
                    <a:pt x="813186" y="34006"/>
                  </a:lnTo>
                  <a:lnTo>
                    <a:pt x="814917" y="32329"/>
                  </a:lnTo>
                  <a:lnTo>
                    <a:pt x="815829" y="30885"/>
                  </a:lnTo>
                  <a:lnTo>
                    <a:pt x="816466" y="29394"/>
                  </a:lnTo>
                  <a:lnTo>
                    <a:pt x="819200" y="22872"/>
                  </a:lnTo>
                  <a:lnTo>
                    <a:pt x="823984" y="7686"/>
                  </a:lnTo>
                  <a:lnTo>
                    <a:pt x="82717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3264950" y="4487302"/>
              <a:ext cx="900118" cy="802038"/>
            </a:xfrm>
            <a:custGeom>
              <a:avLst/>
              <a:pathLst>
                <a:path w="900118" h="802038">
                  <a:moveTo>
                    <a:pt x="798834" y="1537"/>
                  </a:moveTo>
                  <a:lnTo>
                    <a:pt x="809177" y="9083"/>
                  </a:lnTo>
                  <a:lnTo>
                    <a:pt x="812730" y="13090"/>
                  </a:lnTo>
                  <a:lnTo>
                    <a:pt x="816922" y="19285"/>
                  </a:lnTo>
                  <a:lnTo>
                    <a:pt x="819838" y="27624"/>
                  </a:lnTo>
                  <a:lnTo>
                    <a:pt x="824121" y="34472"/>
                  </a:lnTo>
                  <a:lnTo>
                    <a:pt x="829360" y="36428"/>
                  </a:lnTo>
                  <a:lnTo>
                    <a:pt x="832185" y="37453"/>
                  </a:lnTo>
                  <a:lnTo>
                    <a:pt x="841981" y="37919"/>
                  </a:lnTo>
                  <a:lnTo>
                    <a:pt x="848906" y="39596"/>
                  </a:lnTo>
                  <a:lnTo>
                    <a:pt x="860798" y="45372"/>
                  </a:lnTo>
                  <a:lnTo>
                    <a:pt x="875287" y="51708"/>
                  </a:lnTo>
                  <a:lnTo>
                    <a:pt x="885265" y="56087"/>
                  </a:lnTo>
                  <a:lnTo>
                    <a:pt x="894240" y="62888"/>
                  </a:lnTo>
                  <a:lnTo>
                    <a:pt x="898842" y="70155"/>
                  </a:lnTo>
                  <a:lnTo>
                    <a:pt x="898022" y="80217"/>
                  </a:lnTo>
                  <a:lnTo>
                    <a:pt x="897612" y="94519"/>
                  </a:lnTo>
                  <a:lnTo>
                    <a:pt x="900118" y="112034"/>
                  </a:lnTo>
                  <a:lnTo>
                    <a:pt x="899480" y="122749"/>
                  </a:lnTo>
                  <a:lnTo>
                    <a:pt x="895698" y="130435"/>
                  </a:lnTo>
                  <a:lnTo>
                    <a:pt x="890504" y="138960"/>
                  </a:lnTo>
                  <a:lnTo>
                    <a:pt x="884855" y="146879"/>
                  </a:lnTo>
                  <a:lnTo>
                    <a:pt x="879387" y="155870"/>
                  </a:lnTo>
                  <a:lnTo>
                    <a:pt x="878339" y="162718"/>
                  </a:lnTo>
                  <a:lnTo>
                    <a:pt x="879843" y="169519"/>
                  </a:lnTo>
                  <a:lnTo>
                    <a:pt x="881301" y="177252"/>
                  </a:lnTo>
                  <a:lnTo>
                    <a:pt x="880663" y="186010"/>
                  </a:lnTo>
                  <a:lnTo>
                    <a:pt x="876881" y="192392"/>
                  </a:lnTo>
                  <a:lnTo>
                    <a:pt x="872735" y="202035"/>
                  </a:lnTo>
                  <a:lnTo>
                    <a:pt x="868316" y="210560"/>
                  </a:lnTo>
                  <a:lnTo>
                    <a:pt x="867086" y="217408"/>
                  </a:lnTo>
                  <a:lnTo>
                    <a:pt x="865172" y="221693"/>
                  </a:lnTo>
                  <a:lnTo>
                    <a:pt x="859112" y="231942"/>
                  </a:lnTo>
                  <a:lnTo>
                    <a:pt x="852643" y="242610"/>
                  </a:lnTo>
                  <a:lnTo>
                    <a:pt x="849954" y="253976"/>
                  </a:lnTo>
                  <a:lnTo>
                    <a:pt x="848679" y="269116"/>
                  </a:lnTo>
                  <a:lnTo>
                    <a:pt x="844897" y="276616"/>
                  </a:lnTo>
                  <a:lnTo>
                    <a:pt x="839703" y="287517"/>
                  </a:lnTo>
                  <a:lnTo>
                    <a:pt x="833461" y="304147"/>
                  </a:lnTo>
                  <a:lnTo>
                    <a:pt x="827356" y="314629"/>
                  </a:lnTo>
                  <a:lnTo>
                    <a:pt x="813778" y="322781"/>
                  </a:lnTo>
                  <a:lnTo>
                    <a:pt x="798287" y="332377"/>
                  </a:lnTo>
                  <a:lnTo>
                    <a:pt x="787626" y="337082"/>
                  </a:lnTo>
                  <a:lnTo>
                    <a:pt x="773866" y="337501"/>
                  </a:lnTo>
                  <a:lnTo>
                    <a:pt x="765301" y="339877"/>
                  </a:lnTo>
                  <a:lnTo>
                    <a:pt x="760881" y="346725"/>
                  </a:lnTo>
                  <a:lnTo>
                    <a:pt x="757965" y="357579"/>
                  </a:lnTo>
                  <a:lnTo>
                    <a:pt x="757236" y="369598"/>
                  </a:lnTo>
                  <a:lnTo>
                    <a:pt x="755368" y="371275"/>
                  </a:lnTo>
                  <a:lnTo>
                    <a:pt x="755004" y="372067"/>
                  </a:lnTo>
                  <a:lnTo>
                    <a:pt x="754821" y="372999"/>
                  </a:lnTo>
                  <a:lnTo>
                    <a:pt x="755095" y="375281"/>
                  </a:lnTo>
                  <a:lnTo>
                    <a:pt x="756052" y="378589"/>
                  </a:lnTo>
                  <a:lnTo>
                    <a:pt x="756325" y="380825"/>
                  </a:lnTo>
                  <a:lnTo>
                    <a:pt x="755459" y="386089"/>
                  </a:lnTo>
                  <a:lnTo>
                    <a:pt x="755004" y="394194"/>
                  </a:lnTo>
                  <a:lnTo>
                    <a:pt x="753591" y="400902"/>
                  </a:lnTo>
                  <a:lnTo>
                    <a:pt x="753546" y="404396"/>
                  </a:lnTo>
                  <a:lnTo>
                    <a:pt x="754138" y="408356"/>
                  </a:lnTo>
                  <a:lnTo>
                    <a:pt x="753546" y="410965"/>
                  </a:lnTo>
                  <a:lnTo>
                    <a:pt x="752726" y="412875"/>
                  </a:lnTo>
                  <a:lnTo>
                    <a:pt x="751723" y="414458"/>
                  </a:lnTo>
                  <a:lnTo>
                    <a:pt x="751085" y="416601"/>
                  </a:lnTo>
                  <a:lnTo>
                    <a:pt x="750539" y="426617"/>
                  </a:lnTo>
                  <a:lnTo>
                    <a:pt x="749536" y="431369"/>
                  </a:lnTo>
                  <a:lnTo>
                    <a:pt x="748169" y="434350"/>
                  </a:lnTo>
                  <a:lnTo>
                    <a:pt x="745071" y="436679"/>
                  </a:lnTo>
                  <a:lnTo>
                    <a:pt x="739057" y="439567"/>
                  </a:lnTo>
                  <a:lnTo>
                    <a:pt x="737098" y="441105"/>
                  </a:lnTo>
                  <a:lnTo>
                    <a:pt x="734410" y="443900"/>
                  </a:lnTo>
                  <a:lnTo>
                    <a:pt x="727758" y="448279"/>
                  </a:lnTo>
                  <a:lnTo>
                    <a:pt x="725024" y="451120"/>
                  </a:lnTo>
                  <a:lnTo>
                    <a:pt x="722837" y="452192"/>
                  </a:lnTo>
                  <a:lnTo>
                    <a:pt x="721835" y="452425"/>
                  </a:lnTo>
                  <a:lnTo>
                    <a:pt x="719374" y="452471"/>
                  </a:lnTo>
                  <a:lnTo>
                    <a:pt x="718554" y="452052"/>
                  </a:lnTo>
                  <a:lnTo>
                    <a:pt x="716322" y="450235"/>
                  </a:lnTo>
                  <a:lnTo>
                    <a:pt x="713315" y="449164"/>
                  </a:lnTo>
                  <a:lnTo>
                    <a:pt x="712221" y="449164"/>
                  </a:lnTo>
                  <a:lnTo>
                    <a:pt x="709989" y="449862"/>
                  </a:lnTo>
                  <a:lnTo>
                    <a:pt x="707938" y="451493"/>
                  </a:lnTo>
                  <a:lnTo>
                    <a:pt x="707118" y="452611"/>
                  </a:lnTo>
                  <a:lnTo>
                    <a:pt x="704931" y="454707"/>
                  </a:lnTo>
                  <a:lnTo>
                    <a:pt x="703337" y="457316"/>
                  </a:lnTo>
                  <a:lnTo>
                    <a:pt x="703109" y="459179"/>
                  </a:lnTo>
                  <a:lnTo>
                    <a:pt x="703245" y="463418"/>
                  </a:lnTo>
                  <a:lnTo>
                    <a:pt x="702972" y="464769"/>
                  </a:lnTo>
                  <a:lnTo>
                    <a:pt x="699737" y="469428"/>
                  </a:lnTo>
                  <a:lnTo>
                    <a:pt x="698143" y="471338"/>
                  </a:lnTo>
                  <a:lnTo>
                    <a:pt x="695227" y="472689"/>
                  </a:lnTo>
                  <a:lnTo>
                    <a:pt x="694543" y="473341"/>
                  </a:lnTo>
                  <a:lnTo>
                    <a:pt x="694042" y="476089"/>
                  </a:lnTo>
                  <a:lnTo>
                    <a:pt x="693176" y="478791"/>
                  </a:lnTo>
                  <a:lnTo>
                    <a:pt x="690534" y="482751"/>
                  </a:lnTo>
                  <a:lnTo>
                    <a:pt x="689623" y="486431"/>
                  </a:lnTo>
                  <a:lnTo>
                    <a:pt x="688620" y="489692"/>
                  </a:lnTo>
                  <a:lnTo>
                    <a:pt x="685157" y="492813"/>
                  </a:lnTo>
                  <a:lnTo>
                    <a:pt x="683836" y="494397"/>
                  </a:lnTo>
                  <a:lnTo>
                    <a:pt x="681786" y="496353"/>
                  </a:lnTo>
                  <a:lnTo>
                    <a:pt x="678141" y="500872"/>
                  </a:lnTo>
                  <a:lnTo>
                    <a:pt x="676683" y="502409"/>
                  </a:lnTo>
                  <a:lnTo>
                    <a:pt x="674952" y="503388"/>
                  </a:lnTo>
                  <a:lnTo>
                    <a:pt x="673995" y="503527"/>
                  </a:lnTo>
                  <a:lnTo>
                    <a:pt x="670578" y="503248"/>
                  </a:lnTo>
                  <a:lnTo>
                    <a:pt x="666523" y="501804"/>
                  </a:lnTo>
                  <a:lnTo>
                    <a:pt x="663197" y="501012"/>
                  </a:lnTo>
                  <a:lnTo>
                    <a:pt x="660964" y="501012"/>
                  </a:lnTo>
                  <a:lnTo>
                    <a:pt x="657866" y="501711"/>
                  </a:lnTo>
                  <a:lnTo>
                    <a:pt x="657365" y="504179"/>
                  </a:lnTo>
                  <a:lnTo>
                    <a:pt x="656909" y="509117"/>
                  </a:lnTo>
                  <a:lnTo>
                    <a:pt x="656180" y="513589"/>
                  </a:lnTo>
                  <a:lnTo>
                    <a:pt x="655315" y="516105"/>
                  </a:lnTo>
                  <a:lnTo>
                    <a:pt x="651214" y="522394"/>
                  </a:lnTo>
                  <a:lnTo>
                    <a:pt x="650303" y="524583"/>
                  </a:lnTo>
                  <a:lnTo>
                    <a:pt x="648662" y="530919"/>
                  </a:lnTo>
                  <a:lnTo>
                    <a:pt x="645701" y="535996"/>
                  </a:lnTo>
                  <a:lnTo>
                    <a:pt x="644061" y="539583"/>
                  </a:lnTo>
                  <a:lnTo>
                    <a:pt x="643605" y="543217"/>
                  </a:lnTo>
                  <a:lnTo>
                    <a:pt x="643423" y="551416"/>
                  </a:lnTo>
                  <a:lnTo>
                    <a:pt x="640006" y="561897"/>
                  </a:lnTo>
                  <a:lnTo>
                    <a:pt x="638457" y="564692"/>
                  </a:lnTo>
                  <a:lnTo>
                    <a:pt x="637682" y="566789"/>
                  </a:lnTo>
                  <a:lnTo>
                    <a:pt x="636042" y="567254"/>
                  </a:lnTo>
                  <a:lnTo>
                    <a:pt x="632716" y="568652"/>
                  </a:lnTo>
                  <a:lnTo>
                    <a:pt x="626201" y="570841"/>
                  </a:lnTo>
                  <a:lnTo>
                    <a:pt x="622920" y="573217"/>
                  </a:lnTo>
                  <a:lnTo>
                    <a:pt x="620323" y="574708"/>
                  </a:lnTo>
                  <a:lnTo>
                    <a:pt x="614127" y="576338"/>
                  </a:lnTo>
                  <a:lnTo>
                    <a:pt x="612350" y="577317"/>
                  </a:lnTo>
                  <a:lnTo>
                    <a:pt x="611256" y="577922"/>
                  </a:lnTo>
                  <a:lnTo>
                    <a:pt x="608705" y="578947"/>
                  </a:lnTo>
                  <a:lnTo>
                    <a:pt x="603739" y="580205"/>
                  </a:lnTo>
                  <a:lnTo>
                    <a:pt x="602463" y="581649"/>
                  </a:lnTo>
                  <a:lnTo>
                    <a:pt x="598681" y="582720"/>
                  </a:lnTo>
                  <a:lnTo>
                    <a:pt x="598043" y="583326"/>
                  </a:lnTo>
                  <a:lnTo>
                    <a:pt x="596358" y="584164"/>
                  </a:lnTo>
                  <a:lnTo>
                    <a:pt x="592576" y="587332"/>
                  </a:lnTo>
                  <a:lnTo>
                    <a:pt x="588202" y="588776"/>
                  </a:lnTo>
                  <a:lnTo>
                    <a:pt x="585149" y="590407"/>
                  </a:lnTo>
                  <a:lnTo>
                    <a:pt x="581504" y="590360"/>
                  </a:lnTo>
                  <a:lnTo>
                    <a:pt x="578771" y="591245"/>
                  </a:lnTo>
                  <a:lnTo>
                    <a:pt x="575490" y="593109"/>
                  </a:lnTo>
                  <a:lnTo>
                    <a:pt x="573167" y="594040"/>
                  </a:lnTo>
                  <a:lnTo>
                    <a:pt x="570797" y="595671"/>
                  </a:lnTo>
                  <a:lnTo>
                    <a:pt x="569385" y="596602"/>
                  </a:lnTo>
                  <a:lnTo>
                    <a:pt x="563781" y="597255"/>
                  </a:lnTo>
                  <a:lnTo>
                    <a:pt x="555489" y="600189"/>
                  </a:lnTo>
                  <a:lnTo>
                    <a:pt x="549566" y="601168"/>
                  </a:lnTo>
                  <a:lnTo>
                    <a:pt x="544691" y="600376"/>
                  </a:lnTo>
                  <a:lnTo>
                    <a:pt x="541000" y="598838"/>
                  </a:lnTo>
                  <a:lnTo>
                    <a:pt x="536216" y="594925"/>
                  </a:lnTo>
                  <a:lnTo>
                    <a:pt x="534485" y="593528"/>
                  </a:lnTo>
                  <a:lnTo>
                    <a:pt x="531250" y="592130"/>
                  </a:lnTo>
                  <a:lnTo>
                    <a:pt x="528243" y="591851"/>
                  </a:lnTo>
                  <a:lnTo>
                    <a:pt x="525008" y="593901"/>
                  </a:lnTo>
                  <a:lnTo>
                    <a:pt x="520269" y="595484"/>
                  </a:lnTo>
                  <a:lnTo>
                    <a:pt x="520042" y="595578"/>
                  </a:lnTo>
                  <a:lnTo>
                    <a:pt x="516898" y="597255"/>
                  </a:lnTo>
                  <a:lnTo>
                    <a:pt x="515895" y="597581"/>
                  </a:lnTo>
                  <a:lnTo>
                    <a:pt x="511066" y="597581"/>
                  </a:lnTo>
                  <a:lnTo>
                    <a:pt x="508196" y="598186"/>
                  </a:lnTo>
                  <a:lnTo>
                    <a:pt x="505644" y="598326"/>
                  </a:lnTo>
                  <a:lnTo>
                    <a:pt x="502728" y="598093"/>
                  </a:lnTo>
                  <a:lnTo>
                    <a:pt x="499493" y="599118"/>
                  </a:lnTo>
                  <a:lnTo>
                    <a:pt x="496076" y="598466"/>
                  </a:lnTo>
                  <a:lnTo>
                    <a:pt x="490609" y="598140"/>
                  </a:lnTo>
                  <a:lnTo>
                    <a:pt x="486554" y="598792"/>
                  </a:lnTo>
                  <a:lnTo>
                    <a:pt x="484868" y="598792"/>
                  </a:lnTo>
                  <a:lnTo>
                    <a:pt x="482863" y="598373"/>
                  </a:lnTo>
                  <a:lnTo>
                    <a:pt x="476667" y="601587"/>
                  </a:lnTo>
                  <a:lnTo>
                    <a:pt x="474252" y="602192"/>
                  </a:lnTo>
                  <a:lnTo>
                    <a:pt x="467372" y="603217"/>
                  </a:lnTo>
                  <a:lnTo>
                    <a:pt x="461221" y="605034"/>
                  </a:lnTo>
                  <a:lnTo>
                    <a:pt x="458807" y="605174"/>
                  </a:lnTo>
                  <a:lnTo>
                    <a:pt x="456301" y="606012"/>
                  </a:lnTo>
                  <a:lnTo>
                    <a:pt x="452701" y="608155"/>
                  </a:lnTo>
                  <a:lnTo>
                    <a:pt x="449694" y="608807"/>
                  </a:lnTo>
                  <a:lnTo>
                    <a:pt x="445548" y="608248"/>
                  </a:lnTo>
                  <a:lnTo>
                    <a:pt x="442085" y="608109"/>
                  </a:lnTo>
                  <a:lnTo>
                    <a:pt x="439944" y="607177"/>
                  </a:lnTo>
                  <a:lnTo>
                    <a:pt x="437575" y="605733"/>
                  </a:lnTo>
                  <a:lnTo>
                    <a:pt x="431151" y="604708"/>
                  </a:lnTo>
                  <a:lnTo>
                    <a:pt x="427916" y="603637"/>
                  </a:lnTo>
                  <a:lnTo>
                    <a:pt x="423678" y="603264"/>
                  </a:lnTo>
                  <a:lnTo>
                    <a:pt x="419715" y="605127"/>
                  </a:lnTo>
                  <a:lnTo>
                    <a:pt x="416297" y="605826"/>
                  </a:lnTo>
                  <a:lnTo>
                    <a:pt x="412561" y="607224"/>
                  </a:lnTo>
                  <a:lnTo>
                    <a:pt x="405955" y="610158"/>
                  </a:lnTo>
                  <a:lnTo>
                    <a:pt x="398984" y="612068"/>
                  </a:lnTo>
                  <a:lnTo>
                    <a:pt x="395704" y="613559"/>
                  </a:lnTo>
                  <a:lnTo>
                    <a:pt x="392924" y="613466"/>
                  </a:lnTo>
                  <a:lnTo>
                    <a:pt x="387776" y="617612"/>
                  </a:lnTo>
                  <a:lnTo>
                    <a:pt x="382217" y="621152"/>
                  </a:lnTo>
                  <a:lnTo>
                    <a:pt x="377433" y="623714"/>
                  </a:lnTo>
                  <a:lnTo>
                    <a:pt x="373606" y="626370"/>
                  </a:lnTo>
                  <a:lnTo>
                    <a:pt x="368777" y="628513"/>
                  </a:lnTo>
                  <a:lnTo>
                    <a:pt x="362899" y="630143"/>
                  </a:lnTo>
                  <a:lnTo>
                    <a:pt x="358297" y="630981"/>
                  </a:lnTo>
                  <a:lnTo>
                    <a:pt x="356612" y="633311"/>
                  </a:lnTo>
                  <a:lnTo>
                    <a:pt x="354197" y="638854"/>
                  </a:lnTo>
                  <a:lnTo>
                    <a:pt x="346588" y="644770"/>
                  </a:lnTo>
                  <a:lnTo>
                    <a:pt x="344219" y="648544"/>
                  </a:lnTo>
                  <a:lnTo>
                    <a:pt x="343125" y="650314"/>
                  </a:lnTo>
                  <a:lnTo>
                    <a:pt x="338250" y="654087"/>
                  </a:lnTo>
                  <a:lnTo>
                    <a:pt x="336109" y="655531"/>
                  </a:lnTo>
                  <a:lnTo>
                    <a:pt x="325721" y="659910"/>
                  </a:lnTo>
                  <a:lnTo>
                    <a:pt x="319889" y="660656"/>
                  </a:lnTo>
                  <a:lnTo>
                    <a:pt x="314011" y="662938"/>
                  </a:lnTo>
                  <a:lnTo>
                    <a:pt x="311004" y="664429"/>
                  </a:lnTo>
                  <a:lnTo>
                    <a:pt x="305901" y="668062"/>
                  </a:lnTo>
                  <a:lnTo>
                    <a:pt x="303168" y="670578"/>
                  </a:lnTo>
                  <a:lnTo>
                    <a:pt x="296834" y="671649"/>
                  </a:lnTo>
                  <a:lnTo>
                    <a:pt x="293144" y="673699"/>
                  </a:lnTo>
                  <a:lnTo>
                    <a:pt x="290501" y="674771"/>
                  </a:lnTo>
                  <a:lnTo>
                    <a:pt x="287904" y="676448"/>
                  </a:lnTo>
                  <a:lnTo>
                    <a:pt x="285034" y="678823"/>
                  </a:lnTo>
                  <a:lnTo>
                    <a:pt x="282984" y="681106"/>
                  </a:lnTo>
                  <a:lnTo>
                    <a:pt x="280614" y="683808"/>
                  </a:lnTo>
                  <a:lnTo>
                    <a:pt x="274828" y="689305"/>
                  </a:lnTo>
                  <a:lnTo>
                    <a:pt x="271183" y="692333"/>
                  </a:lnTo>
                  <a:lnTo>
                    <a:pt x="267584" y="694755"/>
                  </a:lnTo>
                  <a:lnTo>
                    <a:pt x="265442" y="696758"/>
                  </a:lnTo>
                  <a:lnTo>
                    <a:pt x="264987" y="697457"/>
                  </a:lnTo>
                  <a:lnTo>
                    <a:pt x="263301" y="699879"/>
                  </a:lnTo>
                  <a:lnTo>
                    <a:pt x="259383" y="704817"/>
                  </a:lnTo>
                  <a:lnTo>
                    <a:pt x="256877" y="707426"/>
                  </a:lnTo>
                  <a:lnTo>
                    <a:pt x="254371" y="709150"/>
                  </a:lnTo>
                  <a:lnTo>
                    <a:pt x="249906" y="711293"/>
                  </a:lnTo>
                  <a:lnTo>
                    <a:pt x="246215" y="715951"/>
                  </a:lnTo>
                  <a:lnTo>
                    <a:pt x="244621" y="719119"/>
                  </a:lnTo>
                  <a:lnTo>
                    <a:pt x="240839" y="724476"/>
                  </a:lnTo>
                  <a:lnTo>
                    <a:pt x="237741" y="727690"/>
                  </a:lnTo>
                  <a:lnTo>
                    <a:pt x="235235" y="729321"/>
                  </a:lnTo>
                  <a:lnTo>
                    <a:pt x="226669" y="733746"/>
                  </a:lnTo>
                  <a:lnTo>
                    <a:pt x="222888" y="736168"/>
                  </a:lnTo>
                  <a:lnTo>
                    <a:pt x="221475" y="739057"/>
                  </a:lnTo>
                  <a:lnTo>
                    <a:pt x="213229" y="743995"/>
                  </a:lnTo>
                  <a:lnTo>
                    <a:pt x="208809" y="747628"/>
                  </a:lnTo>
                  <a:lnTo>
                    <a:pt x="205893" y="750470"/>
                  </a:lnTo>
                  <a:lnTo>
                    <a:pt x="201565" y="754150"/>
                  </a:lnTo>
                  <a:lnTo>
                    <a:pt x="198694" y="755361"/>
                  </a:lnTo>
                  <a:lnTo>
                    <a:pt x="196371" y="757271"/>
                  </a:lnTo>
                  <a:lnTo>
                    <a:pt x="193364" y="758063"/>
                  </a:lnTo>
                  <a:lnTo>
                    <a:pt x="187714" y="762395"/>
                  </a:lnTo>
                  <a:lnTo>
                    <a:pt x="183112" y="766681"/>
                  </a:lnTo>
                  <a:lnTo>
                    <a:pt x="182383" y="767333"/>
                  </a:lnTo>
                  <a:lnTo>
                    <a:pt x="178602" y="768125"/>
                  </a:lnTo>
                  <a:lnTo>
                    <a:pt x="178146" y="768498"/>
                  </a:lnTo>
                  <a:lnTo>
                    <a:pt x="171995" y="773855"/>
                  </a:lnTo>
                  <a:lnTo>
                    <a:pt x="166072" y="780470"/>
                  </a:lnTo>
                  <a:lnTo>
                    <a:pt x="150262" y="794399"/>
                  </a:lnTo>
                  <a:lnTo>
                    <a:pt x="137505" y="802038"/>
                  </a:lnTo>
                  <a:lnTo>
                    <a:pt x="132949" y="801759"/>
                  </a:lnTo>
                  <a:lnTo>
                    <a:pt x="133040" y="801153"/>
                  </a:lnTo>
                  <a:lnTo>
                    <a:pt x="132539" y="800687"/>
                  </a:lnTo>
                  <a:lnTo>
                    <a:pt x="132812" y="799569"/>
                  </a:lnTo>
                  <a:lnTo>
                    <a:pt x="133769" y="798545"/>
                  </a:lnTo>
                  <a:lnTo>
                    <a:pt x="134999" y="796495"/>
                  </a:lnTo>
                  <a:lnTo>
                    <a:pt x="135682" y="794492"/>
                  </a:lnTo>
                  <a:lnTo>
                    <a:pt x="135591" y="792302"/>
                  </a:lnTo>
                  <a:lnTo>
                    <a:pt x="135637" y="790858"/>
                  </a:lnTo>
                  <a:lnTo>
                    <a:pt x="134726" y="788622"/>
                  </a:lnTo>
                  <a:lnTo>
                    <a:pt x="134361" y="787038"/>
                  </a:lnTo>
                  <a:lnTo>
                    <a:pt x="134088" y="785827"/>
                  </a:lnTo>
                  <a:lnTo>
                    <a:pt x="133495" y="784989"/>
                  </a:lnTo>
                  <a:lnTo>
                    <a:pt x="133222" y="784336"/>
                  </a:lnTo>
                  <a:lnTo>
                    <a:pt x="133131" y="783684"/>
                  </a:lnTo>
                  <a:lnTo>
                    <a:pt x="132083" y="782054"/>
                  </a:lnTo>
                  <a:lnTo>
                    <a:pt x="130990" y="779911"/>
                  </a:lnTo>
                  <a:lnTo>
                    <a:pt x="130671" y="779818"/>
                  </a:lnTo>
                  <a:lnTo>
                    <a:pt x="130534" y="779585"/>
                  </a:lnTo>
                  <a:lnTo>
                    <a:pt x="130169" y="778886"/>
                  </a:lnTo>
                  <a:lnTo>
                    <a:pt x="130078" y="778700"/>
                  </a:lnTo>
                  <a:lnTo>
                    <a:pt x="130033" y="778513"/>
                  </a:lnTo>
                  <a:lnTo>
                    <a:pt x="129030" y="777116"/>
                  </a:lnTo>
                  <a:lnTo>
                    <a:pt x="128985" y="776976"/>
                  </a:lnTo>
                  <a:lnTo>
                    <a:pt x="128894" y="776790"/>
                  </a:lnTo>
                  <a:lnTo>
                    <a:pt x="128803" y="776650"/>
                  </a:lnTo>
                  <a:lnTo>
                    <a:pt x="127891" y="775206"/>
                  </a:lnTo>
                  <a:lnTo>
                    <a:pt x="127846" y="775066"/>
                  </a:lnTo>
                  <a:lnTo>
                    <a:pt x="127709" y="774880"/>
                  </a:lnTo>
                  <a:lnTo>
                    <a:pt x="126616" y="773436"/>
                  </a:lnTo>
                  <a:lnTo>
                    <a:pt x="125704" y="772364"/>
                  </a:lnTo>
                  <a:lnTo>
                    <a:pt x="125568" y="772225"/>
                  </a:lnTo>
                  <a:lnTo>
                    <a:pt x="125477" y="772085"/>
                  </a:lnTo>
                  <a:lnTo>
                    <a:pt x="125294" y="771898"/>
                  </a:lnTo>
                  <a:lnTo>
                    <a:pt x="124657" y="771153"/>
                  </a:lnTo>
                  <a:lnTo>
                    <a:pt x="124565" y="771013"/>
                  </a:lnTo>
                  <a:lnTo>
                    <a:pt x="124201" y="769523"/>
                  </a:lnTo>
                  <a:lnTo>
                    <a:pt x="123472" y="768684"/>
                  </a:lnTo>
                  <a:lnTo>
                    <a:pt x="123016" y="768125"/>
                  </a:lnTo>
                  <a:lnTo>
                    <a:pt x="122834" y="767473"/>
                  </a:lnTo>
                  <a:lnTo>
                    <a:pt x="121422" y="765982"/>
                  </a:lnTo>
                  <a:lnTo>
                    <a:pt x="120829" y="765377"/>
                  </a:lnTo>
                  <a:lnTo>
                    <a:pt x="119827" y="764072"/>
                  </a:lnTo>
                  <a:lnTo>
                    <a:pt x="119007" y="763234"/>
                  </a:lnTo>
                  <a:lnTo>
                    <a:pt x="118096" y="762395"/>
                  </a:lnTo>
                  <a:lnTo>
                    <a:pt x="117367" y="761277"/>
                  </a:lnTo>
                  <a:lnTo>
                    <a:pt x="116957" y="761138"/>
                  </a:lnTo>
                  <a:lnTo>
                    <a:pt x="116319" y="759740"/>
                  </a:lnTo>
                  <a:lnTo>
                    <a:pt x="115818" y="758808"/>
                  </a:lnTo>
                  <a:lnTo>
                    <a:pt x="115316" y="757551"/>
                  </a:lnTo>
                  <a:lnTo>
                    <a:pt x="114815" y="756945"/>
                  </a:lnTo>
                  <a:lnTo>
                    <a:pt x="114405" y="756293"/>
                  </a:lnTo>
                  <a:lnTo>
                    <a:pt x="114268" y="756106"/>
                  </a:lnTo>
                  <a:lnTo>
                    <a:pt x="113539" y="755082"/>
                  </a:lnTo>
                  <a:lnTo>
                    <a:pt x="112674" y="754476"/>
                  </a:lnTo>
                  <a:lnTo>
                    <a:pt x="111489" y="753032"/>
                  </a:lnTo>
                  <a:lnTo>
                    <a:pt x="110851" y="752100"/>
                  </a:lnTo>
                  <a:lnTo>
                    <a:pt x="110122" y="751401"/>
                  </a:lnTo>
                  <a:lnTo>
                    <a:pt x="109940" y="751215"/>
                  </a:lnTo>
                  <a:lnTo>
                    <a:pt x="109348" y="750842"/>
                  </a:lnTo>
                  <a:lnTo>
                    <a:pt x="108892" y="750004"/>
                  </a:lnTo>
                  <a:lnTo>
                    <a:pt x="108072" y="749398"/>
                  </a:lnTo>
                  <a:lnTo>
                    <a:pt x="107343" y="748187"/>
                  </a:lnTo>
                  <a:lnTo>
                    <a:pt x="106887" y="747628"/>
                  </a:lnTo>
                  <a:lnTo>
                    <a:pt x="106477" y="747535"/>
                  </a:lnTo>
                  <a:lnTo>
                    <a:pt x="106067" y="746603"/>
                  </a:lnTo>
                  <a:lnTo>
                    <a:pt x="105521" y="746231"/>
                  </a:lnTo>
                  <a:lnTo>
                    <a:pt x="105429" y="745718"/>
                  </a:lnTo>
                  <a:lnTo>
                    <a:pt x="104564" y="745159"/>
                  </a:lnTo>
                  <a:lnTo>
                    <a:pt x="103880" y="744926"/>
                  </a:lnTo>
                  <a:lnTo>
                    <a:pt x="104017" y="744554"/>
                  </a:lnTo>
                  <a:lnTo>
                    <a:pt x="103197" y="743389"/>
                  </a:lnTo>
                  <a:lnTo>
                    <a:pt x="102559" y="743296"/>
                  </a:lnTo>
                  <a:lnTo>
                    <a:pt x="102149" y="742550"/>
                  </a:lnTo>
                  <a:lnTo>
                    <a:pt x="101374" y="742457"/>
                  </a:lnTo>
                  <a:lnTo>
                    <a:pt x="100964" y="741619"/>
                  </a:lnTo>
                  <a:lnTo>
                    <a:pt x="100099" y="741106"/>
                  </a:lnTo>
                  <a:lnTo>
                    <a:pt x="100008" y="740314"/>
                  </a:lnTo>
                  <a:lnTo>
                    <a:pt x="99415" y="739942"/>
                  </a:lnTo>
                  <a:lnTo>
                    <a:pt x="99051" y="739616"/>
                  </a:lnTo>
                  <a:lnTo>
                    <a:pt x="98777" y="738777"/>
                  </a:lnTo>
                  <a:lnTo>
                    <a:pt x="98140" y="738404"/>
                  </a:lnTo>
                  <a:lnTo>
                    <a:pt x="97730" y="737659"/>
                  </a:lnTo>
                  <a:lnTo>
                    <a:pt x="96909" y="737286"/>
                  </a:lnTo>
                  <a:lnTo>
                    <a:pt x="96545" y="736681"/>
                  </a:lnTo>
                  <a:lnTo>
                    <a:pt x="95679" y="736308"/>
                  </a:lnTo>
                  <a:lnTo>
                    <a:pt x="95224" y="735423"/>
                  </a:lnTo>
                  <a:lnTo>
                    <a:pt x="94586" y="735097"/>
                  </a:lnTo>
                  <a:lnTo>
                    <a:pt x="94176" y="733793"/>
                  </a:lnTo>
                  <a:lnTo>
                    <a:pt x="93811" y="733560"/>
                  </a:lnTo>
                  <a:lnTo>
                    <a:pt x="93264" y="733467"/>
                  </a:lnTo>
                  <a:lnTo>
                    <a:pt x="92854" y="732628"/>
                  </a:lnTo>
                  <a:lnTo>
                    <a:pt x="91761" y="732302"/>
                  </a:lnTo>
                  <a:lnTo>
                    <a:pt x="91488" y="731277"/>
                  </a:lnTo>
                  <a:lnTo>
                    <a:pt x="91077" y="730904"/>
                  </a:lnTo>
                  <a:lnTo>
                    <a:pt x="90667" y="730718"/>
                  </a:lnTo>
                  <a:lnTo>
                    <a:pt x="90348" y="730206"/>
                  </a:lnTo>
                  <a:lnTo>
                    <a:pt x="90257" y="730066"/>
                  </a:lnTo>
                  <a:lnTo>
                    <a:pt x="89756" y="729973"/>
                  </a:lnTo>
                  <a:lnTo>
                    <a:pt x="89027" y="729227"/>
                  </a:lnTo>
                  <a:lnTo>
                    <a:pt x="88754" y="728901"/>
                  </a:lnTo>
                  <a:lnTo>
                    <a:pt x="88389" y="728901"/>
                  </a:lnTo>
                  <a:lnTo>
                    <a:pt x="87751" y="728948"/>
                  </a:lnTo>
                  <a:lnTo>
                    <a:pt x="87205" y="729321"/>
                  </a:lnTo>
                  <a:lnTo>
                    <a:pt x="86840" y="729460"/>
                  </a:lnTo>
                  <a:lnTo>
                    <a:pt x="86294" y="729833"/>
                  </a:lnTo>
                  <a:lnTo>
                    <a:pt x="86066" y="729740"/>
                  </a:lnTo>
                  <a:lnTo>
                    <a:pt x="85929" y="729367"/>
                  </a:lnTo>
                  <a:lnTo>
                    <a:pt x="86020" y="728994"/>
                  </a:lnTo>
                  <a:lnTo>
                    <a:pt x="86157" y="728342"/>
                  </a:lnTo>
                  <a:lnTo>
                    <a:pt x="86020" y="727597"/>
                  </a:lnTo>
                  <a:lnTo>
                    <a:pt x="85883" y="727085"/>
                  </a:lnTo>
                  <a:lnTo>
                    <a:pt x="85929" y="726572"/>
                  </a:lnTo>
                  <a:lnTo>
                    <a:pt x="86202" y="726339"/>
                  </a:lnTo>
                  <a:lnTo>
                    <a:pt x="86248" y="726106"/>
                  </a:lnTo>
                  <a:lnTo>
                    <a:pt x="86294" y="725967"/>
                  </a:lnTo>
                  <a:lnTo>
                    <a:pt x="86430" y="725827"/>
                  </a:lnTo>
                  <a:lnTo>
                    <a:pt x="86612" y="725640"/>
                  </a:lnTo>
                  <a:lnTo>
                    <a:pt x="86749" y="725594"/>
                  </a:lnTo>
                  <a:lnTo>
                    <a:pt x="86931" y="725547"/>
                  </a:lnTo>
                  <a:lnTo>
                    <a:pt x="87068" y="725501"/>
                  </a:lnTo>
                  <a:lnTo>
                    <a:pt x="87296" y="725501"/>
                  </a:lnTo>
                  <a:lnTo>
                    <a:pt x="87433" y="725501"/>
                  </a:lnTo>
                  <a:lnTo>
                    <a:pt x="87569" y="725408"/>
                  </a:lnTo>
                  <a:lnTo>
                    <a:pt x="87751" y="725408"/>
                  </a:lnTo>
                  <a:lnTo>
                    <a:pt x="87934" y="725361"/>
                  </a:lnTo>
                  <a:lnTo>
                    <a:pt x="88070" y="725454"/>
                  </a:lnTo>
                  <a:lnTo>
                    <a:pt x="88298" y="725501"/>
                  </a:lnTo>
                  <a:lnTo>
                    <a:pt x="88572" y="725454"/>
                  </a:lnTo>
                  <a:lnTo>
                    <a:pt x="88754" y="725361"/>
                  </a:lnTo>
                  <a:lnTo>
                    <a:pt x="88936" y="725268"/>
                  </a:lnTo>
                  <a:lnTo>
                    <a:pt x="89073" y="725035"/>
                  </a:lnTo>
                  <a:lnTo>
                    <a:pt x="89164" y="724895"/>
                  </a:lnTo>
                  <a:lnTo>
                    <a:pt x="89073" y="724662"/>
                  </a:lnTo>
                  <a:lnTo>
                    <a:pt x="88891" y="724522"/>
                  </a:lnTo>
                  <a:lnTo>
                    <a:pt x="88708" y="724336"/>
                  </a:lnTo>
                  <a:lnTo>
                    <a:pt x="88708" y="724196"/>
                  </a:lnTo>
                  <a:lnTo>
                    <a:pt x="88799" y="724057"/>
                  </a:lnTo>
                  <a:lnTo>
                    <a:pt x="88891" y="723917"/>
                  </a:lnTo>
                  <a:lnTo>
                    <a:pt x="89027" y="723870"/>
                  </a:lnTo>
                  <a:lnTo>
                    <a:pt x="89209" y="723824"/>
                  </a:lnTo>
                  <a:lnTo>
                    <a:pt x="89847" y="724103"/>
                  </a:lnTo>
                  <a:lnTo>
                    <a:pt x="90212" y="723824"/>
                  </a:lnTo>
                  <a:lnTo>
                    <a:pt x="90394" y="723777"/>
                  </a:lnTo>
                  <a:lnTo>
                    <a:pt x="90531" y="723870"/>
                  </a:lnTo>
                  <a:lnTo>
                    <a:pt x="90850" y="723870"/>
                  </a:lnTo>
                  <a:lnTo>
                    <a:pt x="91032" y="723917"/>
                  </a:lnTo>
                  <a:lnTo>
                    <a:pt x="91305" y="723824"/>
                  </a:lnTo>
                  <a:lnTo>
                    <a:pt x="91123" y="723684"/>
                  </a:lnTo>
                  <a:lnTo>
                    <a:pt x="90986" y="723544"/>
                  </a:lnTo>
                  <a:lnTo>
                    <a:pt x="90941" y="723404"/>
                  </a:lnTo>
                  <a:lnTo>
                    <a:pt x="90941" y="723078"/>
                  </a:lnTo>
                  <a:lnTo>
                    <a:pt x="91032" y="722939"/>
                  </a:lnTo>
                  <a:lnTo>
                    <a:pt x="91351" y="722845"/>
                  </a:lnTo>
                  <a:lnTo>
                    <a:pt x="91579" y="723032"/>
                  </a:lnTo>
                  <a:lnTo>
                    <a:pt x="91715" y="723032"/>
                  </a:lnTo>
                  <a:lnTo>
                    <a:pt x="91533" y="722892"/>
                  </a:lnTo>
                  <a:lnTo>
                    <a:pt x="91442" y="722752"/>
                  </a:lnTo>
                  <a:lnTo>
                    <a:pt x="91396" y="722566"/>
                  </a:lnTo>
                  <a:lnTo>
                    <a:pt x="91260" y="722473"/>
                  </a:lnTo>
                  <a:lnTo>
                    <a:pt x="91032" y="722333"/>
                  </a:lnTo>
                  <a:lnTo>
                    <a:pt x="91032" y="722193"/>
                  </a:lnTo>
                  <a:lnTo>
                    <a:pt x="91123" y="722007"/>
                  </a:lnTo>
                  <a:lnTo>
                    <a:pt x="91351" y="721914"/>
                  </a:lnTo>
                  <a:lnTo>
                    <a:pt x="91488" y="721821"/>
                  </a:lnTo>
                  <a:lnTo>
                    <a:pt x="91579" y="721681"/>
                  </a:lnTo>
                  <a:lnTo>
                    <a:pt x="91488" y="721401"/>
                  </a:lnTo>
                  <a:lnTo>
                    <a:pt x="91488" y="721262"/>
                  </a:lnTo>
                  <a:lnTo>
                    <a:pt x="91624" y="721215"/>
                  </a:lnTo>
                  <a:lnTo>
                    <a:pt x="91761" y="721122"/>
                  </a:lnTo>
                  <a:lnTo>
                    <a:pt x="91670" y="720935"/>
                  </a:lnTo>
                  <a:lnTo>
                    <a:pt x="91624" y="720889"/>
                  </a:lnTo>
                  <a:lnTo>
                    <a:pt x="91533" y="720796"/>
                  </a:lnTo>
                  <a:lnTo>
                    <a:pt x="91715" y="720516"/>
                  </a:lnTo>
                  <a:lnTo>
                    <a:pt x="91761" y="720330"/>
                  </a:lnTo>
                  <a:lnTo>
                    <a:pt x="91488" y="720376"/>
                  </a:lnTo>
                  <a:lnTo>
                    <a:pt x="91351" y="720190"/>
                  </a:lnTo>
                  <a:lnTo>
                    <a:pt x="91305" y="720050"/>
                  </a:lnTo>
                  <a:lnTo>
                    <a:pt x="91442" y="719864"/>
                  </a:lnTo>
                  <a:lnTo>
                    <a:pt x="91579" y="719678"/>
                  </a:lnTo>
                  <a:lnTo>
                    <a:pt x="91761" y="719445"/>
                  </a:lnTo>
                  <a:lnTo>
                    <a:pt x="91943" y="719212"/>
                  </a:lnTo>
                  <a:lnTo>
                    <a:pt x="92125" y="719072"/>
                  </a:lnTo>
                  <a:lnTo>
                    <a:pt x="92308" y="718979"/>
                  </a:lnTo>
                  <a:lnTo>
                    <a:pt x="92444" y="718839"/>
                  </a:lnTo>
                  <a:lnTo>
                    <a:pt x="92171" y="718839"/>
                  </a:lnTo>
                  <a:lnTo>
                    <a:pt x="92034" y="718932"/>
                  </a:lnTo>
                  <a:lnTo>
                    <a:pt x="91806" y="719025"/>
                  </a:lnTo>
                  <a:lnTo>
                    <a:pt x="91624" y="718932"/>
                  </a:lnTo>
                  <a:lnTo>
                    <a:pt x="91442" y="718746"/>
                  </a:lnTo>
                  <a:lnTo>
                    <a:pt x="91260" y="718653"/>
                  </a:lnTo>
                  <a:lnTo>
                    <a:pt x="91305" y="718513"/>
                  </a:lnTo>
                  <a:lnTo>
                    <a:pt x="91488" y="718420"/>
                  </a:lnTo>
                  <a:lnTo>
                    <a:pt x="91670" y="718327"/>
                  </a:lnTo>
                  <a:lnTo>
                    <a:pt x="91898" y="718234"/>
                  </a:lnTo>
                  <a:lnTo>
                    <a:pt x="92080" y="718187"/>
                  </a:lnTo>
                  <a:lnTo>
                    <a:pt x="92217" y="718094"/>
                  </a:lnTo>
                  <a:lnTo>
                    <a:pt x="92308" y="717861"/>
                  </a:lnTo>
                  <a:lnTo>
                    <a:pt x="92535" y="717675"/>
                  </a:lnTo>
                  <a:lnTo>
                    <a:pt x="92399" y="717721"/>
                  </a:lnTo>
                  <a:lnTo>
                    <a:pt x="92171" y="717814"/>
                  </a:lnTo>
                  <a:lnTo>
                    <a:pt x="91989" y="717907"/>
                  </a:lnTo>
                  <a:lnTo>
                    <a:pt x="91715" y="718047"/>
                  </a:lnTo>
                  <a:lnTo>
                    <a:pt x="91488" y="718140"/>
                  </a:lnTo>
                  <a:lnTo>
                    <a:pt x="91169" y="718094"/>
                  </a:lnTo>
                  <a:lnTo>
                    <a:pt x="91123" y="717954"/>
                  </a:lnTo>
                  <a:lnTo>
                    <a:pt x="91077" y="717675"/>
                  </a:lnTo>
                  <a:lnTo>
                    <a:pt x="91123" y="717535"/>
                  </a:lnTo>
                  <a:lnTo>
                    <a:pt x="91396" y="717348"/>
                  </a:lnTo>
                  <a:lnTo>
                    <a:pt x="91670" y="717348"/>
                  </a:lnTo>
                  <a:lnTo>
                    <a:pt x="91943" y="717162"/>
                  </a:lnTo>
                  <a:lnTo>
                    <a:pt x="92080" y="716696"/>
                  </a:lnTo>
                  <a:lnTo>
                    <a:pt x="92262" y="716230"/>
                  </a:lnTo>
                  <a:lnTo>
                    <a:pt x="92171" y="715485"/>
                  </a:lnTo>
                  <a:lnTo>
                    <a:pt x="91989" y="715066"/>
                  </a:lnTo>
                  <a:lnTo>
                    <a:pt x="91214" y="713948"/>
                  </a:lnTo>
                  <a:lnTo>
                    <a:pt x="90303" y="712364"/>
                  </a:lnTo>
                  <a:lnTo>
                    <a:pt x="89665" y="711619"/>
                  </a:lnTo>
                  <a:lnTo>
                    <a:pt x="89620" y="711386"/>
                  </a:lnTo>
                  <a:lnTo>
                    <a:pt x="89574" y="711199"/>
                  </a:lnTo>
                  <a:lnTo>
                    <a:pt x="89392" y="711060"/>
                  </a:lnTo>
                  <a:lnTo>
                    <a:pt x="89209" y="710873"/>
                  </a:lnTo>
                  <a:lnTo>
                    <a:pt x="89073" y="710594"/>
                  </a:lnTo>
                  <a:lnTo>
                    <a:pt x="88982" y="710454"/>
                  </a:lnTo>
                  <a:lnTo>
                    <a:pt x="88845" y="710268"/>
                  </a:lnTo>
                  <a:lnTo>
                    <a:pt x="88572" y="710268"/>
                  </a:lnTo>
                  <a:lnTo>
                    <a:pt x="88253" y="710361"/>
                  </a:lnTo>
                  <a:lnTo>
                    <a:pt x="87934" y="710547"/>
                  </a:lnTo>
                  <a:lnTo>
                    <a:pt x="87797" y="710640"/>
                  </a:lnTo>
                  <a:lnTo>
                    <a:pt x="87569" y="710734"/>
                  </a:lnTo>
                  <a:lnTo>
                    <a:pt x="87250" y="710966"/>
                  </a:lnTo>
                  <a:lnTo>
                    <a:pt x="86840" y="710873"/>
                  </a:lnTo>
                  <a:lnTo>
                    <a:pt x="86612" y="710594"/>
                  </a:lnTo>
                  <a:lnTo>
                    <a:pt x="86567" y="710454"/>
                  </a:lnTo>
                  <a:lnTo>
                    <a:pt x="86476" y="710221"/>
                  </a:lnTo>
                  <a:lnTo>
                    <a:pt x="86476" y="709895"/>
                  </a:lnTo>
                  <a:lnTo>
                    <a:pt x="86294" y="709895"/>
                  </a:lnTo>
                  <a:lnTo>
                    <a:pt x="86111" y="709988"/>
                  </a:lnTo>
                  <a:lnTo>
                    <a:pt x="85883" y="710174"/>
                  </a:lnTo>
                  <a:lnTo>
                    <a:pt x="85610" y="710454"/>
                  </a:lnTo>
                  <a:lnTo>
                    <a:pt x="85246" y="710827"/>
                  </a:lnTo>
                  <a:lnTo>
                    <a:pt x="85109" y="710734"/>
                  </a:lnTo>
                  <a:lnTo>
                    <a:pt x="84927" y="710734"/>
                  </a:lnTo>
                  <a:lnTo>
                    <a:pt x="84699" y="711060"/>
                  </a:lnTo>
                  <a:lnTo>
                    <a:pt x="84334" y="711432"/>
                  </a:lnTo>
                  <a:lnTo>
                    <a:pt x="84061" y="711712"/>
                  </a:lnTo>
                  <a:lnTo>
                    <a:pt x="83788" y="711572"/>
                  </a:lnTo>
                  <a:lnTo>
                    <a:pt x="83560" y="711712"/>
                  </a:lnTo>
                  <a:lnTo>
                    <a:pt x="83332" y="711432"/>
                  </a:lnTo>
                  <a:lnTo>
                    <a:pt x="83833" y="710873"/>
                  </a:lnTo>
                  <a:lnTo>
                    <a:pt x="83970" y="710734"/>
                  </a:lnTo>
                  <a:lnTo>
                    <a:pt x="84198" y="710407"/>
                  </a:lnTo>
                  <a:lnTo>
                    <a:pt x="84699" y="709988"/>
                  </a:lnTo>
                  <a:lnTo>
                    <a:pt x="85337" y="709615"/>
                  </a:lnTo>
                  <a:lnTo>
                    <a:pt x="85473" y="709569"/>
                  </a:lnTo>
                  <a:lnTo>
                    <a:pt x="85838" y="709615"/>
                  </a:lnTo>
                  <a:lnTo>
                    <a:pt x="86066" y="709615"/>
                  </a:lnTo>
                  <a:lnTo>
                    <a:pt x="86430" y="709615"/>
                  </a:lnTo>
                  <a:lnTo>
                    <a:pt x="86567" y="709522"/>
                  </a:lnTo>
                  <a:lnTo>
                    <a:pt x="86704" y="709289"/>
                  </a:lnTo>
                  <a:lnTo>
                    <a:pt x="86795" y="709150"/>
                  </a:lnTo>
                  <a:lnTo>
                    <a:pt x="87022" y="709056"/>
                  </a:lnTo>
                  <a:lnTo>
                    <a:pt x="87159" y="709056"/>
                  </a:lnTo>
                  <a:lnTo>
                    <a:pt x="87478" y="709056"/>
                  </a:lnTo>
                  <a:lnTo>
                    <a:pt x="87706" y="708963"/>
                  </a:lnTo>
                  <a:lnTo>
                    <a:pt x="87706" y="708777"/>
                  </a:lnTo>
                  <a:lnTo>
                    <a:pt x="87660" y="708497"/>
                  </a:lnTo>
                  <a:lnTo>
                    <a:pt x="87751" y="708358"/>
                  </a:lnTo>
                  <a:lnTo>
                    <a:pt x="87979" y="708265"/>
                  </a:lnTo>
                  <a:lnTo>
                    <a:pt x="88253" y="708171"/>
                  </a:lnTo>
                  <a:lnTo>
                    <a:pt x="88435" y="708078"/>
                  </a:lnTo>
                  <a:lnTo>
                    <a:pt x="88663" y="707938"/>
                  </a:lnTo>
                  <a:lnTo>
                    <a:pt x="89164" y="707752"/>
                  </a:lnTo>
                  <a:lnTo>
                    <a:pt x="89528" y="707333"/>
                  </a:lnTo>
                  <a:lnTo>
                    <a:pt x="89528" y="706681"/>
                  </a:lnTo>
                  <a:lnTo>
                    <a:pt x="89528" y="706029"/>
                  </a:lnTo>
                  <a:lnTo>
                    <a:pt x="89392" y="705097"/>
                  </a:lnTo>
                  <a:lnTo>
                    <a:pt x="89027" y="704305"/>
                  </a:lnTo>
                  <a:lnTo>
                    <a:pt x="88708" y="703420"/>
                  </a:lnTo>
                  <a:lnTo>
                    <a:pt x="88435" y="702674"/>
                  </a:lnTo>
                  <a:lnTo>
                    <a:pt x="88070" y="701883"/>
                  </a:lnTo>
                  <a:lnTo>
                    <a:pt x="87797" y="701184"/>
                  </a:lnTo>
                  <a:lnTo>
                    <a:pt x="87478" y="700718"/>
                  </a:lnTo>
                  <a:lnTo>
                    <a:pt x="87296" y="700345"/>
                  </a:lnTo>
                  <a:lnTo>
                    <a:pt x="87114" y="700066"/>
                  </a:lnTo>
                  <a:lnTo>
                    <a:pt x="86430" y="699693"/>
                  </a:lnTo>
                  <a:lnTo>
                    <a:pt x="85838" y="699320"/>
                  </a:lnTo>
                  <a:lnTo>
                    <a:pt x="85565" y="698808"/>
                  </a:lnTo>
                  <a:lnTo>
                    <a:pt x="85337" y="698296"/>
                  </a:lnTo>
                  <a:lnTo>
                    <a:pt x="84881" y="698109"/>
                  </a:lnTo>
                  <a:lnTo>
                    <a:pt x="84425" y="697830"/>
                  </a:lnTo>
                  <a:lnTo>
                    <a:pt x="83970" y="697178"/>
                  </a:lnTo>
                  <a:lnTo>
                    <a:pt x="83560" y="696572"/>
                  </a:lnTo>
                  <a:lnTo>
                    <a:pt x="82831" y="696106"/>
                  </a:lnTo>
                  <a:lnTo>
                    <a:pt x="82421" y="695594"/>
                  </a:lnTo>
                  <a:lnTo>
                    <a:pt x="82147" y="695128"/>
                  </a:lnTo>
                  <a:lnTo>
                    <a:pt x="81418" y="694895"/>
                  </a:lnTo>
                  <a:lnTo>
                    <a:pt x="81191" y="694382"/>
                  </a:lnTo>
                  <a:lnTo>
                    <a:pt x="80325" y="693730"/>
                  </a:lnTo>
                  <a:lnTo>
                    <a:pt x="80188" y="693264"/>
                  </a:lnTo>
                  <a:lnTo>
                    <a:pt x="79505" y="692519"/>
                  </a:lnTo>
                  <a:lnTo>
                    <a:pt x="78867" y="692146"/>
                  </a:lnTo>
                  <a:lnTo>
                    <a:pt x="78138" y="691727"/>
                  </a:lnTo>
                  <a:lnTo>
                    <a:pt x="77546" y="691401"/>
                  </a:lnTo>
                  <a:lnTo>
                    <a:pt x="77181" y="691075"/>
                  </a:lnTo>
                  <a:lnTo>
                    <a:pt x="76953" y="690889"/>
                  </a:lnTo>
                  <a:lnTo>
                    <a:pt x="75313" y="689910"/>
                  </a:lnTo>
                  <a:lnTo>
                    <a:pt x="71486" y="687302"/>
                  </a:lnTo>
                  <a:lnTo>
                    <a:pt x="69982" y="685438"/>
                  </a:lnTo>
                  <a:lnTo>
                    <a:pt x="67613" y="684227"/>
                  </a:lnTo>
                  <a:lnTo>
                    <a:pt x="66520" y="683295"/>
                  </a:lnTo>
                  <a:lnTo>
                    <a:pt x="65198" y="682969"/>
                  </a:lnTo>
                  <a:lnTo>
                    <a:pt x="63103" y="681945"/>
                  </a:lnTo>
                  <a:lnTo>
                    <a:pt x="61690" y="680733"/>
                  </a:lnTo>
                  <a:lnTo>
                    <a:pt x="60916" y="680407"/>
                  </a:lnTo>
                  <a:lnTo>
                    <a:pt x="59549" y="679522"/>
                  </a:lnTo>
                  <a:lnTo>
                    <a:pt x="59002" y="679196"/>
                  </a:lnTo>
                  <a:lnTo>
                    <a:pt x="58592" y="679010"/>
                  </a:lnTo>
                  <a:lnTo>
                    <a:pt x="57180" y="677845"/>
                  </a:lnTo>
                  <a:lnTo>
                    <a:pt x="54355" y="676494"/>
                  </a:lnTo>
                  <a:lnTo>
                    <a:pt x="52487" y="675469"/>
                  </a:lnTo>
                  <a:lnTo>
                    <a:pt x="50892" y="674817"/>
                  </a:lnTo>
                  <a:lnTo>
                    <a:pt x="48887" y="674165"/>
                  </a:lnTo>
                  <a:lnTo>
                    <a:pt x="46837" y="672907"/>
                  </a:lnTo>
                  <a:lnTo>
                    <a:pt x="44741" y="672115"/>
                  </a:lnTo>
                  <a:lnTo>
                    <a:pt x="42372" y="670625"/>
                  </a:lnTo>
                  <a:lnTo>
                    <a:pt x="40094" y="669507"/>
                  </a:lnTo>
                  <a:lnTo>
                    <a:pt x="39502" y="669134"/>
                  </a:lnTo>
                  <a:lnTo>
                    <a:pt x="38636" y="668715"/>
                  </a:lnTo>
                  <a:lnTo>
                    <a:pt x="37178" y="667830"/>
                  </a:lnTo>
                  <a:lnTo>
                    <a:pt x="36768" y="667410"/>
                  </a:lnTo>
                  <a:lnTo>
                    <a:pt x="36176" y="667038"/>
                  </a:lnTo>
                  <a:lnTo>
                    <a:pt x="34581" y="666479"/>
                  </a:lnTo>
                  <a:lnTo>
                    <a:pt x="33442" y="666292"/>
                  </a:lnTo>
                  <a:lnTo>
                    <a:pt x="32394" y="665361"/>
                  </a:lnTo>
                  <a:lnTo>
                    <a:pt x="29250" y="664010"/>
                  </a:lnTo>
                  <a:lnTo>
                    <a:pt x="27291" y="663078"/>
                  </a:lnTo>
                  <a:lnTo>
                    <a:pt x="26198" y="662053"/>
                  </a:lnTo>
                  <a:lnTo>
                    <a:pt x="24831" y="661308"/>
                  </a:lnTo>
                  <a:lnTo>
                    <a:pt x="23373" y="660656"/>
                  </a:lnTo>
                  <a:lnTo>
                    <a:pt x="21641" y="659910"/>
                  </a:lnTo>
                  <a:lnTo>
                    <a:pt x="20457" y="659072"/>
                  </a:lnTo>
                  <a:lnTo>
                    <a:pt x="19819" y="659165"/>
                  </a:lnTo>
                  <a:lnTo>
                    <a:pt x="18999" y="658885"/>
                  </a:lnTo>
                  <a:lnTo>
                    <a:pt x="18543" y="658187"/>
                  </a:lnTo>
                  <a:lnTo>
                    <a:pt x="17632" y="657954"/>
                  </a:lnTo>
                  <a:lnTo>
                    <a:pt x="16721" y="658000"/>
                  </a:lnTo>
                  <a:lnTo>
                    <a:pt x="15172" y="657162"/>
                  </a:lnTo>
                  <a:lnTo>
                    <a:pt x="13941" y="656696"/>
                  </a:lnTo>
                  <a:lnTo>
                    <a:pt x="12757" y="656137"/>
                  </a:lnTo>
                  <a:lnTo>
                    <a:pt x="11253" y="656137"/>
                  </a:lnTo>
                  <a:lnTo>
                    <a:pt x="10296" y="656044"/>
                  </a:lnTo>
                  <a:lnTo>
                    <a:pt x="9066" y="655997"/>
                  </a:lnTo>
                  <a:lnTo>
                    <a:pt x="7973" y="655811"/>
                  </a:lnTo>
                  <a:lnTo>
                    <a:pt x="7517" y="655671"/>
                  </a:lnTo>
                  <a:lnTo>
                    <a:pt x="7153" y="655531"/>
                  </a:lnTo>
                  <a:lnTo>
                    <a:pt x="6515" y="655298"/>
                  </a:lnTo>
                  <a:lnTo>
                    <a:pt x="5740" y="654600"/>
                  </a:lnTo>
                  <a:lnTo>
                    <a:pt x="5558" y="654227"/>
                  </a:lnTo>
                  <a:lnTo>
                    <a:pt x="5330" y="653901"/>
                  </a:lnTo>
                  <a:lnTo>
                    <a:pt x="4692" y="652643"/>
                  </a:lnTo>
                  <a:lnTo>
                    <a:pt x="4419" y="652736"/>
                  </a:lnTo>
                  <a:lnTo>
                    <a:pt x="4009" y="652829"/>
                  </a:lnTo>
                  <a:lnTo>
                    <a:pt x="3918" y="652550"/>
                  </a:lnTo>
                  <a:lnTo>
                    <a:pt x="4328" y="652177"/>
                  </a:lnTo>
                  <a:lnTo>
                    <a:pt x="4875" y="651618"/>
                  </a:lnTo>
                  <a:lnTo>
                    <a:pt x="4875" y="651106"/>
                  </a:lnTo>
                  <a:lnTo>
                    <a:pt x="4783" y="650687"/>
                  </a:lnTo>
                  <a:lnTo>
                    <a:pt x="4465" y="649988"/>
                  </a:lnTo>
                  <a:lnTo>
                    <a:pt x="3872" y="649289"/>
                  </a:lnTo>
                  <a:lnTo>
                    <a:pt x="2505" y="649615"/>
                  </a:lnTo>
                  <a:lnTo>
                    <a:pt x="2414" y="649336"/>
                  </a:lnTo>
                  <a:lnTo>
                    <a:pt x="3690" y="648777"/>
                  </a:lnTo>
                  <a:lnTo>
                    <a:pt x="3736" y="647892"/>
                  </a:lnTo>
                  <a:lnTo>
                    <a:pt x="3690" y="647286"/>
                  </a:lnTo>
                  <a:lnTo>
                    <a:pt x="3508" y="646680"/>
                  </a:lnTo>
                  <a:lnTo>
                    <a:pt x="3280" y="646214"/>
                  </a:lnTo>
                  <a:lnTo>
                    <a:pt x="3371" y="645982"/>
                  </a:lnTo>
                  <a:lnTo>
                    <a:pt x="3553" y="645749"/>
                  </a:lnTo>
                  <a:lnTo>
                    <a:pt x="3781" y="645655"/>
                  </a:lnTo>
                  <a:lnTo>
                    <a:pt x="3963" y="645609"/>
                  </a:lnTo>
                  <a:lnTo>
                    <a:pt x="4419" y="645376"/>
                  </a:lnTo>
                  <a:lnTo>
                    <a:pt x="4738" y="644957"/>
                  </a:lnTo>
                  <a:lnTo>
                    <a:pt x="4829" y="644537"/>
                  </a:lnTo>
                  <a:lnTo>
                    <a:pt x="4692" y="643559"/>
                  </a:lnTo>
                  <a:lnTo>
                    <a:pt x="4465" y="642860"/>
                  </a:lnTo>
                  <a:lnTo>
                    <a:pt x="4419" y="642441"/>
                  </a:lnTo>
                  <a:lnTo>
                    <a:pt x="4328" y="642022"/>
                  </a:lnTo>
                  <a:lnTo>
                    <a:pt x="4009" y="641742"/>
                  </a:lnTo>
                  <a:lnTo>
                    <a:pt x="3690" y="641603"/>
                  </a:lnTo>
                  <a:lnTo>
                    <a:pt x="3462" y="641696"/>
                  </a:lnTo>
                  <a:lnTo>
                    <a:pt x="2779" y="641975"/>
                  </a:lnTo>
                  <a:lnTo>
                    <a:pt x="1594" y="642301"/>
                  </a:lnTo>
                  <a:lnTo>
                    <a:pt x="136" y="643187"/>
                  </a:lnTo>
                  <a:lnTo>
                    <a:pt x="0" y="642767"/>
                  </a:lnTo>
                  <a:lnTo>
                    <a:pt x="1139" y="642069"/>
                  </a:lnTo>
                  <a:lnTo>
                    <a:pt x="3280" y="641370"/>
                  </a:lnTo>
                  <a:lnTo>
                    <a:pt x="3371" y="641137"/>
                  </a:lnTo>
                  <a:lnTo>
                    <a:pt x="3508" y="640065"/>
                  </a:lnTo>
                  <a:lnTo>
                    <a:pt x="3599" y="639460"/>
                  </a:lnTo>
                  <a:lnTo>
                    <a:pt x="3918" y="639087"/>
                  </a:lnTo>
                  <a:lnTo>
                    <a:pt x="4510" y="638947"/>
                  </a:lnTo>
                  <a:lnTo>
                    <a:pt x="4738" y="638621"/>
                  </a:lnTo>
                  <a:lnTo>
                    <a:pt x="4829" y="638155"/>
                  </a:lnTo>
                  <a:lnTo>
                    <a:pt x="4829" y="637643"/>
                  </a:lnTo>
                  <a:lnTo>
                    <a:pt x="4738" y="637317"/>
                  </a:lnTo>
                  <a:lnTo>
                    <a:pt x="4282" y="636665"/>
                  </a:lnTo>
                  <a:lnTo>
                    <a:pt x="3736" y="635733"/>
                  </a:lnTo>
                  <a:lnTo>
                    <a:pt x="3462" y="635360"/>
                  </a:lnTo>
                  <a:lnTo>
                    <a:pt x="3371" y="635221"/>
                  </a:lnTo>
                  <a:lnTo>
                    <a:pt x="2095" y="635547"/>
                  </a:lnTo>
                  <a:lnTo>
                    <a:pt x="2050" y="635174"/>
                  </a:lnTo>
                  <a:lnTo>
                    <a:pt x="3599" y="634755"/>
                  </a:lnTo>
                  <a:lnTo>
                    <a:pt x="4009" y="634568"/>
                  </a:lnTo>
                  <a:lnTo>
                    <a:pt x="4237" y="633730"/>
                  </a:lnTo>
                  <a:lnTo>
                    <a:pt x="4282" y="633218"/>
                  </a:lnTo>
                  <a:lnTo>
                    <a:pt x="4100" y="632705"/>
                  </a:lnTo>
                  <a:lnTo>
                    <a:pt x="3827" y="632006"/>
                  </a:lnTo>
                  <a:lnTo>
                    <a:pt x="3781" y="631401"/>
                  </a:lnTo>
                  <a:lnTo>
                    <a:pt x="4146" y="630702"/>
                  </a:lnTo>
                  <a:lnTo>
                    <a:pt x="4237" y="630562"/>
                  </a:lnTo>
                  <a:lnTo>
                    <a:pt x="4692" y="629770"/>
                  </a:lnTo>
                  <a:lnTo>
                    <a:pt x="5102" y="629398"/>
                  </a:lnTo>
                  <a:lnTo>
                    <a:pt x="5604" y="628932"/>
                  </a:lnTo>
                  <a:lnTo>
                    <a:pt x="7472" y="627534"/>
                  </a:lnTo>
                  <a:lnTo>
                    <a:pt x="7608" y="627022"/>
                  </a:lnTo>
                  <a:lnTo>
                    <a:pt x="7608" y="626276"/>
                  </a:lnTo>
                  <a:lnTo>
                    <a:pt x="7563" y="625158"/>
                  </a:lnTo>
                  <a:lnTo>
                    <a:pt x="7608" y="625019"/>
                  </a:lnTo>
                  <a:lnTo>
                    <a:pt x="5831" y="625391"/>
                  </a:lnTo>
                  <a:lnTo>
                    <a:pt x="5740" y="624926"/>
                  </a:lnTo>
                  <a:lnTo>
                    <a:pt x="8246" y="624413"/>
                  </a:lnTo>
                  <a:lnTo>
                    <a:pt x="8793" y="624320"/>
                  </a:lnTo>
                  <a:lnTo>
                    <a:pt x="9066" y="623854"/>
                  </a:lnTo>
                  <a:lnTo>
                    <a:pt x="9567" y="623062"/>
                  </a:lnTo>
                  <a:lnTo>
                    <a:pt x="9841" y="622783"/>
                  </a:lnTo>
                  <a:lnTo>
                    <a:pt x="9932" y="622177"/>
                  </a:lnTo>
                  <a:lnTo>
                    <a:pt x="11162" y="620593"/>
                  </a:lnTo>
                  <a:lnTo>
                    <a:pt x="13258" y="618637"/>
                  </a:lnTo>
                  <a:lnTo>
                    <a:pt x="14579" y="617519"/>
                  </a:lnTo>
                  <a:lnTo>
                    <a:pt x="15901" y="616447"/>
                  </a:lnTo>
                  <a:lnTo>
                    <a:pt x="17677" y="615376"/>
                  </a:lnTo>
                  <a:lnTo>
                    <a:pt x="18133" y="615189"/>
                  </a:lnTo>
                  <a:lnTo>
                    <a:pt x="36813" y="606618"/>
                  </a:lnTo>
                  <a:lnTo>
                    <a:pt x="41051" y="603916"/>
                  </a:lnTo>
                  <a:lnTo>
                    <a:pt x="50892" y="597627"/>
                  </a:lnTo>
                  <a:lnTo>
                    <a:pt x="56587" y="592456"/>
                  </a:lnTo>
                  <a:lnTo>
                    <a:pt x="66747" y="583233"/>
                  </a:lnTo>
                  <a:lnTo>
                    <a:pt x="81874" y="566090"/>
                  </a:lnTo>
                  <a:lnTo>
                    <a:pt x="88754" y="559661"/>
                  </a:lnTo>
                  <a:lnTo>
                    <a:pt x="100372" y="551136"/>
                  </a:lnTo>
                  <a:lnTo>
                    <a:pt x="105703" y="547223"/>
                  </a:lnTo>
                  <a:lnTo>
                    <a:pt x="110578" y="543077"/>
                  </a:lnTo>
                  <a:lnTo>
                    <a:pt x="114360" y="539863"/>
                  </a:lnTo>
                  <a:lnTo>
                    <a:pt x="120237" y="534832"/>
                  </a:lnTo>
                  <a:lnTo>
                    <a:pt x="128256" y="531524"/>
                  </a:lnTo>
                  <a:lnTo>
                    <a:pt x="132767" y="529661"/>
                  </a:lnTo>
                  <a:lnTo>
                    <a:pt x="148622" y="527192"/>
                  </a:lnTo>
                  <a:lnTo>
                    <a:pt x="155274" y="524816"/>
                  </a:lnTo>
                  <a:lnTo>
                    <a:pt x="173499" y="518388"/>
                  </a:lnTo>
                  <a:lnTo>
                    <a:pt x="191769" y="513916"/>
                  </a:lnTo>
                  <a:lnTo>
                    <a:pt x="199925" y="510096"/>
                  </a:lnTo>
                  <a:lnTo>
                    <a:pt x="203205" y="504226"/>
                  </a:lnTo>
                  <a:lnTo>
                    <a:pt x="205346" y="500313"/>
                  </a:lnTo>
                  <a:lnTo>
                    <a:pt x="209584" y="492533"/>
                  </a:lnTo>
                  <a:lnTo>
                    <a:pt x="218195" y="481959"/>
                  </a:lnTo>
                  <a:lnTo>
                    <a:pt x="232228" y="469707"/>
                  </a:lnTo>
                  <a:lnTo>
                    <a:pt x="234324" y="469055"/>
                  </a:lnTo>
                  <a:lnTo>
                    <a:pt x="237559" y="468682"/>
                  </a:lnTo>
                  <a:lnTo>
                    <a:pt x="242479" y="466959"/>
                  </a:lnTo>
                  <a:lnTo>
                    <a:pt x="245031" y="465934"/>
                  </a:lnTo>
                  <a:lnTo>
                    <a:pt x="247764" y="463698"/>
                  </a:lnTo>
                  <a:lnTo>
                    <a:pt x="248266" y="462254"/>
                  </a:lnTo>
                  <a:lnTo>
                    <a:pt x="249086" y="459738"/>
                  </a:lnTo>
                  <a:lnTo>
                    <a:pt x="250908" y="455965"/>
                  </a:lnTo>
                  <a:lnTo>
                    <a:pt x="251637" y="449443"/>
                  </a:lnTo>
                  <a:lnTo>
                    <a:pt x="252640" y="443341"/>
                  </a:lnTo>
                  <a:lnTo>
                    <a:pt x="254508" y="441431"/>
                  </a:lnTo>
                  <a:lnTo>
                    <a:pt x="259565" y="442036"/>
                  </a:lnTo>
                  <a:lnTo>
                    <a:pt x="265625" y="444831"/>
                  </a:lnTo>
                  <a:lnTo>
                    <a:pt x="271457" y="448511"/>
                  </a:lnTo>
                  <a:lnTo>
                    <a:pt x="277790" y="453030"/>
                  </a:lnTo>
                  <a:lnTo>
                    <a:pt x="284624" y="454614"/>
                  </a:lnTo>
                  <a:lnTo>
                    <a:pt x="290592" y="454707"/>
                  </a:lnTo>
                  <a:lnTo>
                    <a:pt x="294101" y="452751"/>
                  </a:lnTo>
                  <a:lnTo>
                    <a:pt x="299705" y="448698"/>
                  </a:lnTo>
                  <a:lnTo>
                    <a:pt x="303395" y="445483"/>
                  </a:lnTo>
                  <a:lnTo>
                    <a:pt x="310685" y="437238"/>
                  </a:lnTo>
                  <a:lnTo>
                    <a:pt x="312143" y="435421"/>
                  </a:lnTo>
                  <a:lnTo>
                    <a:pt x="314102" y="431462"/>
                  </a:lnTo>
                  <a:lnTo>
                    <a:pt x="314831" y="426477"/>
                  </a:lnTo>
                  <a:lnTo>
                    <a:pt x="314922" y="422424"/>
                  </a:lnTo>
                  <a:lnTo>
                    <a:pt x="317611" y="418185"/>
                  </a:lnTo>
                  <a:lnTo>
                    <a:pt x="324308" y="412362"/>
                  </a:lnTo>
                  <a:lnTo>
                    <a:pt x="328819" y="408496"/>
                  </a:lnTo>
                  <a:lnTo>
                    <a:pt x="331416" y="404350"/>
                  </a:lnTo>
                  <a:lnTo>
                    <a:pt x="334377" y="399365"/>
                  </a:lnTo>
                  <a:lnTo>
                    <a:pt x="338341" y="395126"/>
                  </a:lnTo>
                  <a:lnTo>
                    <a:pt x="342670" y="392564"/>
                  </a:lnTo>
                  <a:lnTo>
                    <a:pt x="346907" y="391166"/>
                  </a:lnTo>
                  <a:lnTo>
                    <a:pt x="348091" y="391586"/>
                  </a:lnTo>
                  <a:lnTo>
                    <a:pt x="360667" y="393170"/>
                  </a:lnTo>
                  <a:lnTo>
                    <a:pt x="366772" y="393542"/>
                  </a:lnTo>
                  <a:lnTo>
                    <a:pt x="373515" y="393729"/>
                  </a:lnTo>
                  <a:lnTo>
                    <a:pt x="379028" y="393868"/>
                  </a:lnTo>
                  <a:lnTo>
                    <a:pt x="382992" y="393449"/>
                  </a:lnTo>
                  <a:lnTo>
                    <a:pt x="389689" y="393542"/>
                  </a:lnTo>
                  <a:lnTo>
                    <a:pt x="391603" y="392843"/>
                  </a:lnTo>
                  <a:lnTo>
                    <a:pt x="394246" y="391353"/>
                  </a:lnTo>
                  <a:lnTo>
                    <a:pt x="397617" y="390747"/>
                  </a:lnTo>
                  <a:lnTo>
                    <a:pt x="401034" y="389629"/>
                  </a:lnTo>
                  <a:lnTo>
                    <a:pt x="405089" y="389210"/>
                  </a:lnTo>
                  <a:lnTo>
                    <a:pt x="409099" y="389350"/>
                  </a:lnTo>
                  <a:lnTo>
                    <a:pt x="413245" y="389070"/>
                  </a:lnTo>
                  <a:lnTo>
                    <a:pt x="414976" y="388744"/>
                  </a:lnTo>
                  <a:lnTo>
                    <a:pt x="418257" y="387486"/>
                  </a:lnTo>
                  <a:lnTo>
                    <a:pt x="419213" y="386508"/>
                  </a:lnTo>
                  <a:lnTo>
                    <a:pt x="421127" y="382968"/>
                  </a:lnTo>
                  <a:lnTo>
                    <a:pt x="422403" y="381244"/>
                  </a:lnTo>
                  <a:lnTo>
                    <a:pt x="427779" y="376632"/>
                  </a:lnTo>
                  <a:lnTo>
                    <a:pt x="430786" y="375141"/>
                  </a:lnTo>
                  <a:lnTo>
                    <a:pt x="433702" y="372346"/>
                  </a:lnTo>
                  <a:lnTo>
                    <a:pt x="436390" y="367828"/>
                  </a:lnTo>
                  <a:lnTo>
                    <a:pt x="440081" y="364008"/>
                  </a:lnTo>
                  <a:lnTo>
                    <a:pt x="441675" y="360794"/>
                  </a:lnTo>
                  <a:lnTo>
                    <a:pt x="442769" y="359117"/>
                  </a:lnTo>
                  <a:lnTo>
                    <a:pt x="448418" y="351803"/>
                  </a:lnTo>
                  <a:lnTo>
                    <a:pt x="449056" y="350685"/>
                  </a:lnTo>
                  <a:lnTo>
                    <a:pt x="449193" y="349474"/>
                  </a:lnTo>
                  <a:lnTo>
                    <a:pt x="450332" y="348542"/>
                  </a:lnTo>
                  <a:lnTo>
                    <a:pt x="455344" y="342439"/>
                  </a:lnTo>
                  <a:lnTo>
                    <a:pt x="458943" y="339272"/>
                  </a:lnTo>
                  <a:lnTo>
                    <a:pt x="462087" y="337175"/>
                  </a:lnTo>
                  <a:lnTo>
                    <a:pt x="463363" y="336151"/>
                  </a:lnTo>
                  <a:lnTo>
                    <a:pt x="530749" y="282299"/>
                  </a:lnTo>
                  <a:lnTo>
                    <a:pt x="534895" y="279225"/>
                  </a:lnTo>
                  <a:lnTo>
                    <a:pt x="536945" y="278153"/>
                  </a:lnTo>
                  <a:lnTo>
                    <a:pt x="539223" y="277361"/>
                  </a:lnTo>
                  <a:lnTo>
                    <a:pt x="547288" y="275591"/>
                  </a:lnTo>
                  <a:lnTo>
                    <a:pt x="552892" y="274660"/>
                  </a:lnTo>
                  <a:lnTo>
                    <a:pt x="561275" y="271259"/>
                  </a:lnTo>
                  <a:lnTo>
                    <a:pt x="568793" y="270281"/>
                  </a:lnTo>
                  <a:lnTo>
                    <a:pt x="571481" y="265948"/>
                  </a:lnTo>
                  <a:lnTo>
                    <a:pt x="573440" y="263433"/>
                  </a:lnTo>
                  <a:lnTo>
                    <a:pt x="575900" y="261010"/>
                  </a:lnTo>
                  <a:lnTo>
                    <a:pt x="576720" y="260591"/>
                  </a:lnTo>
                  <a:lnTo>
                    <a:pt x="579819" y="260405"/>
                  </a:lnTo>
                  <a:lnTo>
                    <a:pt x="580548" y="260265"/>
                  </a:lnTo>
                  <a:lnTo>
                    <a:pt x="583054" y="257517"/>
                  </a:lnTo>
                  <a:lnTo>
                    <a:pt x="586471" y="255467"/>
                  </a:lnTo>
                  <a:lnTo>
                    <a:pt x="588020" y="252718"/>
                  </a:lnTo>
                  <a:lnTo>
                    <a:pt x="589569" y="251926"/>
                  </a:lnTo>
                  <a:lnTo>
                    <a:pt x="594626" y="246942"/>
                  </a:lnTo>
                  <a:lnTo>
                    <a:pt x="596859" y="243961"/>
                  </a:lnTo>
                  <a:lnTo>
                    <a:pt x="598499" y="240187"/>
                  </a:lnTo>
                  <a:lnTo>
                    <a:pt x="598863" y="239768"/>
                  </a:lnTo>
                  <a:lnTo>
                    <a:pt x="601187" y="236973"/>
                  </a:lnTo>
                  <a:lnTo>
                    <a:pt x="609570" y="229613"/>
                  </a:lnTo>
                  <a:lnTo>
                    <a:pt x="611575" y="228448"/>
                  </a:lnTo>
                  <a:lnTo>
                    <a:pt x="616633" y="226305"/>
                  </a:lnTo>
                  <a:lnTo>
                    <a:pt x="619822" y="225933"/>
                  </a:lnTo>
                  <a:lnTo>
                    <a:pt x="620688" y="225560"/>
                  </a:lnTo>
                  <a:lnTo>
                    <a:pt x="623011" y="223603"/>
                  </a:lnTo>
                  <a:lnTo>
                    <a:pt x="626064" y="219271"/>
                  </a:lnTo>
                  <a:lnTo>
                    <a:pt x="629754" y="216523"/>
                  </a:lnTo>
                  <a:lnTo>
                    <a:pt x="631850" y="215451"/>
                  </a:lnTo>
                  <a:lnTo>
                    <a:pt x="633035" y="214426"/>
                  </a:lnTo>
                  <a:lnTo>
                    <a:pt x="633946" y="213355"/>
                  </a:lnTo>
                  <a:lnTo>
                    <a:pt x="635222" y="211072"/>
                  </a:lnTo>
                  <a:lnTo>
                    <a:pt x="637272" y="208836"/>
                  </a:lnTo>
                  <a:lnTo>
                    <a:pt x="637819" y="208557"/>
                  </a:lnTo>
                  <a:lnTo>
                    <a:pt x="641190" y="207672"/>
                  </a:lnTo>
                  <a:lnTo>
                    <a:pt x="643833" y="206600"/>
                  </a:lnTo>
                  <a:lnTo>
                    <a:pt x="646202" y="203619"/>
                  </a:lnTo>
                  <a:lnTo>
                    <a:pt x="649255" y="201150"/>
                  </a:lnTo>
                  <a:lnTo>
                    <a:pt x="652490" y="199007"/>
                  </a:lnTo>
                  <a:lnTo>
                    <a:pt x="654358" y="196771"/>
                  </a:lnTo>
                  <a:lnTo>
                    <a:pt x="655087" y="195280"/>
                  </a:lnTo>
                  <a:lnTo>
                    <a:pt x="655588" y="193463"/>
                  </a:lnTo>
                  <a:lnTo>
                    <a:pt x="655816" y="193277"/>
                  </a:lnTo>
                  <a:lnTo>
                    <a:pt x="660007" y="190575"/>
                  </a:lnTo>
                  <a:lnTo>
                    <a:pt x="662559" y="188525"/>
                  </a:lnTo>
                  <a:lnTo>
                    <a:pt x="665703" y="185591"/>
                  </a:lnTo>
                  <a:lnTo>
                    <a:pt x="667571" y="183168"/>
                  </a:lnTo>
                  <a:lnTo>
                    <a:pt x="668527" y="181491"/>
                  </a:lnTo>
                  <a:lnTo>
                    <a:pt x="670988" y="178743"/>
                  </a:lnTo>
                  <a:lnTo>
                    <a:pt x="672355" y="176693"/>
                  </a:lnTo>
                  <a:lnTo>
                    <a:pt x="673129" y="174923"/>
                  </a:lnTo>
                  <a:lnTo>
                    <a:pt x="673448" y="174737"/>
                  </a:lnTo>
                  <a:lnTo>
                    <a:pt x="673585" y="173665"/>
                  </a:lnTo>
                  <a:lnTo>
                    <a:pt x="675316" y="170032"/>
                  </a:lnTo>
                  <a:lnTo>
                    <a:pt x="677458" y="166910"/>
                  </a:lnTo>
                  <a:lnTo>
                    <a:pt x="681148" y="163696"/>
                  </a:lnTo>
                  <a:lnTo>
                    <a:pt x="688666" y="158339"/>
                  </a:lnTo>
                  <a:lnTo>
                    <a:pt x="690716" y="155078"/>
                  </a:lnTo>
                  <a:lnTo>
                    <a:pt x="691263" y="154519"/>
                  </a:lnTo>
                  <a:lnTo>
                    <a:pt x="692538" y="153215"/>
                  </a:lnTo>
                  <a:lnTo>
                    <a:pt x="694452" y="150792"/>
                  </a:lnTo>
                  <a:lnTo>
                    <a:pt x="696001" y="148836"/>
                  </a:lnTo>
                  <a:lnTo>
                    <a:pt x="697641" y="145482"/>
                  </a:lnTo>
                  <a:lnTo>
                    <a:pt x="698644" y="142873"/>
                  </a:lnTo>
                  <a:lnTo>
                    <a:pt x="700512" y="133836"/>
                  </a:lnTo>
                  <a:lnTo>
                    <a:pt x="701833" y="132252"/>
                  </a:lnTo>
                  <a:lnTo>
                    <a:pt x="704567" y="130342"/>
                  </a:lnTo>
                  <a:lnTo>
                    <a:pt x="705843" y="129736"/>
                  </a:lnTo>
                  <a:lnTo>
                    <a:pt x="707437" y="126988"/>
                  </a:lnTo>
                  <a:lnTo>
                    <a:pt x="710399" y="114503"/>
                  </a:lnTo>
                  <a:lnTo>
                    <a:pt x="711264" y="112873"/>
                  </a:lnTo>
                  <a:lnTo>
                    <a:pt x="714044" y="110218"/>
                  </a:lnTo>
                  <a:lnTo>
                    <a:pt x="715046" y="108168"/>
                  </a:lnTo>
                  <a:lnTo>
                    <a:pt x="715821" y="103882"/>
                  </a:lnTo>
                  <a:lnTo>
                    <a:pt x="716003" y="100854"/>
                  </a:lnTo>
                  <a:lnTo>
                    <a:pt x="716322" y="96242"/>
                  </a:lnTo>
                  <a:lnTo>
                    <a:pt x="715866" y="93913"/>
                  </a:lnTo>
                  <a:lnTo>
                    <a:pt x="714590" y="91398"/>
                  </a:lnTo>
                  <a:lnTo>
                    <a:pt x="713861" y="89162"/>
                  </a:lnTo>
                  <a:lnTo>
                    <a:pt x="713679" y="87950"/>
                  </a:lnTo>
                  <a:lnTo>
                    <a:pt x="713816" y="87112"/>
                  </a:lnTo>
                  <a:lnTo>
                    <a:pt x="715319" y="85109"/>
                  </a:lnTo>
                  <a:lnTo>
                    <a:pt x="719693" y="81429"/>
                  </a:lnTo>
                  <a:lnTo>
                    <a:pt x="722199" y="78634"/>
                  </a:lnTo>
                  <a:lnTo>
                    <a:pt x="723429" y="76817"/>
                  </a:lnTo>
                  <a:lnTo>
                    <a:pt x="724204" y="75652"/>
                  </a:lnTo>
                  <a:lnTo>
                    <a:pt x="725024" y="72717"/>
                  </a:lnTo>
                  <a:lnTo>
                    <a:pt x="726755" y="70015"/>
                  </a:lnTo>
                  <a:lnTo>
                    <a:pt x="731813" y="66475"/>
                  </a:lnTo>
                  <a:lnTo>
                    <a:pt x="734000" y="63820"/>
                  </a:lnTo>
                  <a:lnTo>
                    <a:pt x="736506" y="62655"/>
                  </a:lnTo>
                  <a:lnTo>
                    <a:pt x="738237" y="61304"/>
                  </a:lnTo>
                  <a:lnTo>
                    <a:pt x="739103" y="60140"/>
                  </a:lnTo>
                  <a:lnTo>
                    <a:pt x="739376" y="59581"/>
                  </a:lnTo>
                  <a:lnTo>
                    <a:pt x="739968" y="58556"/>
                  </a:lnTo>
                  <a:lnTo>
                    <a:pt x="740515" y="56739"/>
                  </a:lnTo>
                  <a:lnTo>
                    <a:pt x="740743" y="55994"/>
                  </a:lnTo>
                  <a:lnTo>
                    <a:pt x="742565" y="52453"/>
                  </a:lnTo>
                  <a:lnTo>
                    <a:pt x="743568" y="49751"/>
                  </a:lnTo>
                  <a:lnTo>
                    <a:pt x="746848" y="46025"/>
                  </a:lnTo>
                  <a:lnTo>
                    <a:pt x="748169" y="43928"/>
                  </a:lnTo>
                  <a:lnTo>
                    <a:pt x="749400" y="40947"/>
                  </a:lnTo>
                  <a:lnTo>
                    <a:pt x="750265" y="33680"/>
                  </a:lnTo>
                  <a:lnTo>
                    <a:pt x="749172" y="22779"/>
                  </a:lnTo>
                  <a:lnTo>
                    <a:pt x="749491" y="20357"/>
                  </a:lnTo>
                  <a:lnTo>
                    <a:pt x="750402" y="19006"/>
                  </a:lnTo>
                  <a:lnTo>
                    <a:pt x="753363" y="16024"/>
                  </a:lnTo>
                  <a:lnTo>
                    <a:pt x="756143" y="13788"/>
                  </a:lnTo>
                  <a:lnTo>
                    <a:pt x="758239" y="12391"/>
                  </a:lnTo>
                  <a:lnTo>
                    <a:pt x="760380" y="9922"/>
                  </a:lnTo>
                  <a:lnTo>
                    <a:pt x="761929" y="9083"/>
                  </a:lnTo>
                  <a:lnTo>
                    <a:pt x="763341" y="8664"/>
                  </a:lnTo>
                  <a:lnTo>
                    <a:pt x="766303" y="9223"/>
                  </a:lnTo>
                  <a:lnTo>
                    <a:pt x="769583" y="8944"/>
                  </a:lnTo>
                  <a:lnTo>
                    <a:pt x="773001" y="9922"/>
                  </a:lnTo>
                  <a:lnTo>
                    <a:pt x="778696" y="9596"/>
                  </a:lnTo>
                  <a:lnTo>
                    <a:pt x="779744" y="9409"/>
                  </a:lnTo>
                  <a:lnTo>
                    <a:pt x="780701" y="8804"/>
                  </a:lnTo>
                  <a:lnTo>
                    <a:pt x="782386" y="7406"/>
                  </a:lnTo>
                  <a:lnTo>
                    <a:pt x="783662" y="5823"/>
                  </a:lnTo>
                  <a:lnTo>
                    <a:pt x="784619" y="4611"/>
                  </a:lnTo>
                  <a:lnTo>
                    <a:pt x="786077" y="2375"/>
                  </a:lnTo>
                  <a:lnTo>
                    <a:pt x="786532" y="1211"/>
                  </a:lnTo>
                  <a:lnTo>
                    <a:pt x="7870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95934" y="3485650"/>
              <a:ext cx="182930" cy="220575"/>
            </a:xfrm>
            <a:custGeom>
              <a:avLst/>
              <a:pathLst>
                <a:path w="182930" h="220575">
                  <a:moveTo>
                    <a:pt x="101329" y="1304"/>
                  </a:moveTo>
                  <a:lnTo>
                    <a:pt x="102149" y="2515"/>
                  </a:lnTo>
                  <a:lnTo>
                    <a:pt x="103561" y="2329"/>
                  </a:lnTo>
                  <a:lnTo>
                    <a:pt x="105338" y="2888"/>
                  </a:lnTo>
                  <a:lnTo>
                    <a:pt x="107571" y="4285"/>
                  </a:lnTo>
                  <a:lnTo>
                    <a:pt x="108801" y="5962"/>
                  </a:lnTo>
                  <a:lnTo>
                    <a:pt x="109348" y="7080"/>
                  </a:lnTo>
                  <a:lnTo>
                    <a:pt x="111352" y="10388"/>
                  </a:lnTo>
                  <a:lnTo>
                    <a:pt x="112537" y="12111"/>
                  </a:lnTo>
                  <a:lnTo>
                    <a:pt x="113175" y="15046"/>
                  </a:lnTo>
                  <a:lnTo>
                    <a:pt x="113175" y="17375"/>
                  </a:lnTo>
                  <a:lnTo>
                    <a:pt x="112355" y="19239"/>
                  </a:lnTo>
                  <a:lnTo>
                    <a:pt x="111808" y="20124"/>
                  </a:lnTo>
                  <a:lnTo>
                    <a:pt x="111808" y="23851"/>
                  </a:lnTo>
                  <a:lnTo>
                    <a:pt x="112355" y="26413"/>
                  </a:lnTo>
                  <a:lnTo>
                    <a:pt x="115089" y="29487"/>
                  </a:lnTo>
                  <a:lnTo>
                    <a:pt x="118415" y="35823"/>
                  </a:lnTo>
                  <a:lnTo>
                    <a:pt x="121695" y="39503"/>
                  </a:lnTo>
                  <a:lnTo>
                    <a:pt x="123654" y="39782"/>
                  </a:lnTo>
                  <a:lnTo>
                    <a:pt x="124930" y="41739"/>
                  </a:lnTo>
                  <a:lnTo>
                    <a:pt x="125203" y="44348"/>
                  </a:lnTo>
                  <a:lnTo>
                    <a:pt x="125203" y="45326"/>
                  </a:lnTo>
                  <a:lnTo>
                    <a:pt x="125203" y="48587"/>
                  </a:lnTo>
                  <a:lnTo>
                    <a:pt x="125978" y="56133"/>
                  </a:lnTo>
                  <a:lnTo>
                    <a:pt x="126069" y="56879"/>
                  </a:lnTo>
                  <a:lnTo>
                    <a:pt x="129167" y="57112"/>
                  </a:lnTo>
                  <a:lnTo>
                    <a:pt x="130853" y="58136"/>
                  </a:lnTo>
                  <a:lnTo>
                    <a:pt x="133131" y="58556"/>
                  </a:lnTo>
                  <a:lnTo>
                    <a:pt x="136093" y="59115"/>
                  </a:lnTo>
                  <a:lnTo>
                    <a:pt x="138598" y="60140"/>
                  </a:lnTo>
                  <a:lnTo>
                    <a:pt x="140148" y="62469"/>
                  </a:lnTo>
                  <a:lnTo>
                    <a:pt x="140375" y="64798"/>
                  </a:lnTo>
                  <a:lnTo>
                    <a:pt x="140330" y="67593"/>
                  </a:lnTo>
                  <a:lnTo>
                    <a:pt x="139373" y="69736"/>
                  </a:lnTo>
                  <a:lnTo>
                    <a:pt x="139829" y="75606"/>
                  </a:lnTo>
                  <a:lnTo>
                    <a:pt x="142061" y="78727"/>
                  </a:lnTo>
                  <a:lnTo>
                    <a:pt x="143838" y="81708"/>
                  </a:lnTo>
                  <a:lnTo>
                    <a:pt x="144932" y="82453"/>
                  </a:lnTo>
                  <a:lnTo>
                    <a:pt x="146116" y="83292"/>
                  </a:lnTo>
                  <a:lnTo>
                    <a:pt x="147756" y="85388"/>
                  </a:lnTo>
                  <a:lnTo>
                    <a:pt x="149624" y="87624"/>
                  </a:lnTo>
                  <a:lnTo>
                    <a:pt x="149807" y="91025"/>
                  </a:lnTo>
                  <a:lnTo>
                    <a:pt x="148850" y="94332"/>
                  </a:lnTo>
                  <a:lnTo>
                    <a:pt x="148212" y="98944"/>
                  </a:lnTo>
                  <a:lnTo>
                    <a:pt x="147756" y="102671"/>
                  </a:lnTo>
                  <a:lnTo>
                    <a:pt x="149214" y="105186"/>
                  </a:lnTo>
                  <a:lnTo>
                    <a:pt x="150126" y="107609"/>
                  </a:lnTo>
                  <a:lnTo>
                    <a:pt x="151538" y="108820"/>
                  </a:lnTo>
                  <a:lnTo>
                    <a:pt x="152723" y="111522"/>
                  </a:lnTo>
                  <a:lnTo>
                    <a:pt x="152814" y="113665"/>
                  </a:lnTo>
                  <a:lnTo>
                    <a:pt x="151447" y="116786"/>
                  </a:lnTo>
                  <a:lnTo>
                    <a:pt x="149943" y="119534"/>
                  </a:lnTo>
                  <a:lnTo>
                    <a:pt x="149898" y="124472"/>
                  </a:lnTo>
                  <a:lnTo>
                    <a:pt x="147711" y="126475"/>
                  </a:lnTo>
                  <a:lnTo>
                    <a:pt x="145387" y="130016"/>
                  </a:lnTo>
                  <a:lnTo>
                    <a:pt x="143792" y="130808"/>
                  </a:lnTo>
                  <a:lnTo>
                    <a:pt x="143291" y="131041"/>
                  </a:lnTo>
                  <a:lnTo>
                    <a:pt x="141059" y="132019"/>
                  </a:lnTo>
                  <a:lnTo>
                    <a:pt x="140968" y="133416"/>
                  </a:lnTo>
                  <a:lnTo>
                    <a:pt x="140740" y="133510"/>
                  </a:lnTo>
                  <a:lnTo>
                    <a:pt x="140922" y="134302"/>
                  </a:lnTo>
                  <a:lnTo>
                    <a:pt x="140831" y="135699"/>
                  </a:lnTo>
                  <a:lnTo>
                    <a:pt x="140877" y="136631"/>
                  </a:lnTo>
                  <a:lnTo>
                    <a:pt x="140603" y="136770"/>
                  </a:lnTo>
                  <a:lnTo>
                    <a:pt x="140603" y="137795"/>
                  </a:lnTo>
                  <a:lnTo>
                    <a:pt x="140877" y="138028"/>
                  </a:lnTo>
                  <a:lnTo>
                    <a:pt x="141013" y="138680"/>
                  </a:lnTo>
                  <a:lnTo>
                    <a:pt x="141195" y="138960"/>
                  </a:lnTo>
                  <a:lnTo>
                    <a:pt x="141195" y="139519"/>
                  </a:lnTo>
                  <a:lnTo>
                    <a:pt x="140558" y="139892"/>
                  </a:lnTo>
                  <a:lnTo>
                    <a:pt x="140421" y="139938"/>
                  </a:lnTo>
                  <a:lnTo>
                    <a:pt x="140466" y="140544"/>
                  </a:lnTo>
                  <a:lnTo>
                    <a:pt x="139874" y="141382"/>
                  </a:lnTo>
                  <a:lnTo>
                    <a:pt x="139191" y="143432"/>
                  </a:lnTo>
                  <a:lnTo>
                    <a:pt x="139327" y="143898"/>
                  </a:lnTo>
                  <a:lnTo>
                    <a:pt x="139646" y="144410"/>
                  </a:lnTo>
                  <a:lnTo>
                    <a:pt x="139692" y="144876"/>
                  </a:lnTo>
                  <a:lnTo>
                    <a:pt x="139783" y="145715"/>
                  </a:lnTo>
                  <a:lnTo>
                    <a:pt x="140239" y="146274"/>
                  </a:lnTo>
                  <a:lnTo>
                    <a:pt x="140877" y="146879"/>
                  </a:lnTo>
                  <a:lnTo>
                    <a:pt x="141560" y="147671"/>
                  </a:lnTo>
                  <a:lnTo>
                    <a:pt x="142608" y="148976"/>
                  </a:lnTo>
                  <a:lnTo>
                    <a:pt x="143701" y="150653"/>
                  </a:lnTo>
                  <a:lnTo>
                    <a:pt x="144704" y="151910"/>
                  </a:lnTo>
                  <a:lnTo>
                    <a:pt x="145615" y="152702"/>
                  </a:lnTo>
                  <a:lnTo>
                    <a:pt x="146526" y="154100"/>
                  </a:lnTo>
                  <a:lnTo>
                    <a:pt x="147073" y="155311"/>
                  </a:lnTo>
                  <a:lnTo>
                    <a:pt x="147483" y="155358"/>
                  </a:lnTo>
                  <a:lnTo>
                    <a:pt x="149032" y="156336"/>
                  </a:lnTo>
                  <a:lnTo>
                    <a:pt x="149260" y="156476"/>
                  </a:lnTo>
                  <a:lnTo>
                    <a:pt x="150034" y="157128"/>
                  </a:lnTo>
                  <a:lnTo>
                    <a:pt x="150627" y="158525"/>
                  </a:lnTo>
                  <a:lnTo>
                    <a:pt x="151037" y="158991"/>
                  </a:lnTo>
                  <a:lnTo>
                    <a:pt x="151629" y="159550"/>
                  </a:lnTo>
                  <a:lnTo>
                    <a:pt x="152404" y="160295"/>
                  </a:lnTo>
                  <a:lnTo>
                    <a:pt x="152950" y="161879"/>
                  </a:lnTo>
                  <a:lnTo>
                    <a:pt x="153452" y="163463"/>
                  </a:lnTo>
                  <a:lnTo>
                    <a:pt x="154135" y="164348"/>
                  </a:lnTo>
                  <a:lnTo>
                    <a:pt x="154682" y="165373"/>
                  </a:lnTo>
                  <a:lnTo>
                    <a:pt x="155502" y="167283"/>
                  </a:lnTo>
                  <a:lnTo>
                    <a:pt x="156823" y="169845"/>
                  </a:lnTo>
                  <a:lnTo>
                    <a:pt x="158008" y="171709"/>
                  </a:lnTo>
                  <a:lnTo>
                    <a:pt x="160559" y="174178"/>
                  </a:lnTo>
                  <a:lnTo>
                    <a:pt x="161106" y="175156"/>
                  </a:lnTo>
                  <a:lnTo>
                    <a:pt x="160559" y="177159"/>
                  </a:lnTo>
                  <a:lnTo>
                    <a:pt x="160331" y="178510"/>
                  </a:lnTo>
                  <a:lnTo>
                    <a:pt x="160240" y="179954"/>
                  </a:lnTo>
                  <a:lnTo>
                    <a:pt x="160878" y="180839"/>
                  </a:lnTo>
                  <a:lnTo>
                    <a:pt x="161516" y="181538"/>
                  </a:lnTo>
                  <a:lnTo>
                    <a:pt x="162199" y="181864"/>
                  </a:lnTo>
                  <a:lnTo>
                    <a:pt x="162974" y="182237"/>
                  </a:lnTo>
                  <a:lnTo>
                    <a:pt x="163657" y="182563"/>
                  </a:lnTo>
                  <a:lnTo>
                    <a:pt x="164341" y="182935"/>
                  </a:lnTo>
                  <a:lnTo>
                    <a:pt x="164614" y="183215"/>
                  </a:lnTo>
                  <a:lnTo>
                    <a:pt x="165480" y="183355"/>
                  </a:lnTo>
                  <a:lnTo>
                    <a:pt x="166573" y="183401"/>
                  </a:lnTo>
                  <a:lnTo>
                    <a:pt x="167348" y="183588"/>
                  </a:lnTo>
                  <a:lnTo>
                    <a:pt x="167895" y="183867"/>
                  </a:lnTo>
                  <a:lnTo>
                    <a:pt x="169170" y="184007"/>
                  </a:lnTo>
                  <a:lnTo>
                    <a:pt x="169763" y="184473"/>
                  </a:lnTo>
                  <a:lnTo>
                    <a:pt x="171084" y="185078"/>
                  </a:lnTo>
                  <a:lnTo>
                    <a:pt x="171448" y="185078"/>
                  </a:lnTo>
                  <a:lnTo>
                    <a:pt x="172269" y="185451"/>
                  </a:lnTo>
                  <a:lnTo>
                    <a:pt x="172360" y="185637"/>
                  </a:lnTo>
                  <a:lnTo>
                    <a:pt x="172405" y="185917"/>
                  </a:lnTo>
                  <a:lnTo>
                    <a:pt x="172998" y="185917"/>
                  </a:lnTo>
                  <a:lnTo>
                    <a:pt x="172952" y="186150"/>
                  </a:lnTo>
                  <a:lnTo>
                    <a:pt x="173362" y="186383"/>
                  </a:lnTo>
                  <a:lnTo>
                    <a:pt x="173590" y="186243"/>
                  </a:lnTo>
                  <a:lnTo>
                    <a:pt x="174319" y="186569"/>
                  </a:lnTo>
                  <a:lnTo>
                    <a:pt x="175185" y="186988"/>
                  </a:lnTo>
                  <a:lnTo>
                    <a:pt x="175321" y="186662"/>
                  </a:lnTo>
                  <a:lnTo>
                    <a:pt x="175549" y="186802"/>
                  </a:lnTo>
                  <a:lnTo>
                    <a:pt x="175686" y="186522"/>
                  </a:lnTo>
                  <a:lnTo>
                    <a:pt x="176551" y="186942"/>
                  </a:lnTo>
                  <a:lnTo>
                    <a:pt x="176688" y="186709"/>
                  </a:lnTo>
                  <a:lnTo>
                    <a:pt x="177690" y="187128"/>
                  </a:lnTo>
                  <a:lnTo>
                    <a:pt x="178055" y="187081"/>
                  </a:lnTo>
                  <a:lnTo>
                    <a:pt x="178146" y="188013"/>
                  </a:lnTo>
                  <a:lnTo>
                    <a:pt x="178784" y="187873"/>
                  </a:lnTo>
                  <a:lnTo>
                    <a:pt x="182930" y="188572"/>
                  </a:lnTo>
                  <a:lnTo>
                    <a:pt x="182839" y="189038"/>
                  </a:lnTo>
                  <a:lnTo>
                    <a:pt x="182839" y="189178"/>
                  </a:lnTo>
                  <a:lnTo>
                    <a:pt x="182839" y="190994"/>
                  </a:lnTo>
                  <a:lnTo>
                    <a:pt x="182611" y="192718"/>
                  </a:lnTo>
                  <a:lnTo>
                    <a:pt x="182474" y="193463"/>
                  </a:lnTo>
                  <a:lnTo>
                    <a:pt x="182201" y="195513"/>
                  </a:lnTo>
                  <a:lnTo>
                    <a:pt x="182110" y="195839"/>
                  </a:lnTo>
                  <a:lnTo>
                    <a:pt x="181426" y="198727"/>
                  </a:lnTo>
                  <a:lnTo>
                    <a:pt x="181062" y="199286"/>
                  </a:lnTo>
                  <a:lnTo>
                    <a:pt x="180880" y="199566"/>
                  </a:lnTo>
                  <a:lnTo>
                    <a:pt x="180606" y="199985"/>
                  </a:lnTo>
                  <a:lnTo>
                    <a:pt x="180060" y="200824"/>
                  </a:lnTo>
                  <a:lnTo>
                    <a:pt x="178966" y="202454"/>
                  </a:lnTo>
                  <a:lnTo>
                    <a:pt x="178738" y="202920"/>
                  </a:lnTo>
                  <a:lnTo>
                    <a:pt x="178602" y="203293"/>
                  </a:lnTo>
                  <a:lnTo>
                    <a:pt x="178374" y="203758"/>
                  </a:lnTo>
                  <a:lnTo>
                    <a:pt x="178237" y="204131"/>
                  </a:lnTo>
                  <a:lnTo>
                    <a:pt x="177189" y="206693"/>
                  </a:lnTo>
                  <a:lnTo>
                    <a:pt x="177098" y="206833"/>
                  </a:lnTo>
                  <a:lnTo>
                    <a:pt x="175367" y="210140"/>
                  </a:lnTo>
                  <a:lnTo>
                    <a:pt x="174866" y="210979"/>
                  </a:lnTo>
                  <a:lnTo>
                    <a:pt x="174364" y="211585"/>
                  </a:lnTo>
                  <a:lnTo>
                    <a:pt x="172679" y="213541"/>
                  </a:lnTo>
                  <a:lnTo>
                    <a:pt x="171767" y="214659"/>
                  </a:lnTo>
                  <a:lnTo>
                    <a:pt x="171585" y="214892"/>
                  </a:lnTo>
                  <a:lnTo>
                    <a:pt x="169444" y="216150"/>
                  </a:lnTo>
                  <a:lnTo>
                    <a:pt x="168988" y="216429"/>
                  </a:lnTo>
                  <a:lnTo>
                    <a:pt x="168305" y="216849"/>
                  </a:lnTo>
                  <a:lnTo>
                    <a:pt x="167712" y="217175"/>
                  </a:lnTo>
                  <a:lnTo>
                    <a:pt x="167485" y="217268"/>
                  </a:lnTo>
                  <a:lnTo>
                    <a:pt x="167348" y="217268"/>
                  </a:lnTo>
                  <a:lnTo>
                    <a:pt x="166983" y="217361"/>
                  </a:lnTo>
                  <a:lnTo>
                    <a:pt x="162883" y="218432"/>
                  </a:lnTo>
                  <a:lnTo>
                    <a:pt x="160559" y="218991"/>
                  </a:lnTo>
                  <a:lnTo>
                    <a:pt x="159648" y="219224"/>
                  </a:lnTo>
                  <a:lnTo>
                    <a:pt x="159192" y="219318"/>
                  </a:lnTo>
                  <a:lnTo>
                    <a:pt x="159010" y="219364"/>
                  </a:lnTo>
                  <a:lnTo>
                    <a:pt x="157415" y="219597"/>
                  </a:lnTo>
                  <a:lnTo>
                    <a:pt x="155365" y="219923"/>
                  </a:lnTo>
                  <a:lnTo>
                    <a:pt x="153634" y="220109"/>
                  </a:lnTo>
                  <a:lnTo>
                    <a:pt x="151994" y="220296"/>
                  </a:lnTo>
                  <a:lnTo>
                    <a:pt x="149670" y="220575"/>
                  </a:lnTo>
                  <a:lnTo>
                    <a:pt x="148440" y="220436"/>
                  </a:lnTo>
                  <a:lnTo>
                    <a:pt x="143018" y="219923"/>
                  </a:lnTo>
                  <a:lnTo>
                    <a:pt x="141924" y="219830"/>
                  </a:lnTo>
                  <a:lnTo>
                    <a:pt x="141423" y="219783"/>
                  </a:lnTo>
                  <a:lnTo>
                    <a:pt x="136047" y="219411"/>
                  </a:lnTo>
                  <a:lnTo>
                    <a:pt x="133723" y="219131"/>
                  </a:lnTo>
                  <a:lnTo>
                    <a:pt x="130397" y="218712"/>
                  </a:lnTo>
                  <a:lnTo>
                    <a:pt x="129577" y="218432"/>
                  </a:lnTo>
                  <a:lnTo>
                    <a:pt x="128484" y="218106"/>
                  </a:lnTo>
                  <a:lnTo>
                    <a:pt x="128165" y="218060"/>
                  </a:lnTo>
                  <a:lnTo>
                    <a:pt x="123563" y="217827"/>
                  </a:lnTo>
                  <a:lnTo>
                    <a:pt x="122333" y="217734"/>
                  </a:lnTo>
                  <a:lnTo>
                    <a:pt x="121239" y="217687"/>
                  </a:lnTo>
                  <a:lnTo>
                    <a:pt x="117139" y="217594"/>
                  </a:lnTo>
                  <a:lnTo>
                    <a:pt x="115225" y="217594"/>
                  </a:lnTo>
                  <a:lnTo>
                    <a:pt x="114724" y="217547"/>
                  </a:lnTo>
                  <a:lnTo>
                    <a:pt x="112264" y="217547"/>
                  </a:lnTo>
                  <a:lnTo>
                    <a:pt x="110259" y="217268"/>
                  </a:lnTo>
                  <a:lnTo>
                    <a:pt x="107297" y="216849"/>
                  </a:lnTo>
                  <a:lnTo>
                    <a:pt x="106295" y="216429"/>
                  </a:lnTo>
                  <a:lnTo>
                    <a:pt x="106067" y="216336"/>
                  </a:lnTo>
                  <a:lnTo>
                    <a:pt x="105111" y="215964"/>
                  </a:lnTo>
                  <a:lnTo>
                    <a:pt x="104382" y="215637"/>
                  </a:lnTo>
                  <a:lnTo>
                    <a:pt x="102377" y="214845"/>
                  </a:lnTo>
                  <a:lnTo>
                    <a:pt x="101921" y="214659"/>
                  </a:lnTo>
                  <a:lnTo>
                    <a:pt x="101101" y="214286"/>
                  </a:lnTo>
                  <a:lnTo>
                    <a:pt x="100235" y="213914"/>
                  </a:lnTo>
                  <a:lnTo>
                    <a:pt x="100099" y="213867"/>
                  </a:lnTo>
                  <a:lnTo>
                    <a:pt x="97957" y="212936"/>
                  </a:lnTo>
                  <a:lnTo>
                    <a:pt x="97593" y="212796"/>
                  </a:lnTo>
                  <a:lnTo>
                    <a:pt x="96180" y="212190"/>
                  </a:lnTo>
                  <a:lnTo>
                    <a:pt x="95406" y="211771"/>
                  </a:lnTo>
                  <a:lnTo>
                    <a:pt x="93902" y="210979"/>
                  </a:lnTo>
                  <a:lnTo>
                    <a:pt x="91214" y="209581"/>
                  </a:lnTo>
                  <a:lnTo>
                    <a:pt x="90440" y="209162"/>
                  </a:lnTo>
                  <a:lnTo>
                    <a:pt x="88389" y="208417"/>
                  </a:lnTo>
                  <a:lnTo>
                    <a:pt x="87022" y="207904"/>
                  </a:lnTo>
                  <a:lnTo>
                    <a:pt x="86339" y="207625"/>
                  </a:lnTo>
                  <a:lnTo>
                    <a:pt x="86111" y="207578"/>
                  </a:lnTo>
                  <a:lnTo>
                    <a:pt x="84653" y="207113"/>
                  </a:lnTo>
                  <a:lnTo>
                    <a:pt x="84517" y="207066"/>
                  </a:lnTo>
                  <a:lnTo>
                    <a:pt x="83332" y="206693"/>
                  </a:lnTo>
                  <a:lnTo>
                    <a:pt x="82512" y="206460"/>
                  </a:lnTo>
                  <a:lnTo>
                    <a:pt x="80917" y="205855"/>
                  </a:lnTo>
                  <a:lnTo>
                    <a:pt x="80097" y="205529"/>
                  </a:lnTo>
                  <a:lnTo>
                    <a:pt x="78867" y="205063"/>
                  </a:lnTo>
                  <a:lnTo>
                    <a:pt x="77500" y="204364"/>
                  </a:lnTo>
                  <a:lnTo>
                    <a:pt x="77090" y="204178"/>
                  </a:lnTo>
                  <a:lnTo>
                    <a:pt x="75586" y="203386"/>
                  </a:lnTo>
                  <a:lnTo>
                    <a:pt x="75404" y="203339"/>
                  </a:lnTo>
                  <a:lnTo>
                    <a:pt x="73673" y="202501"/>
                  </a:lnTo>
                  <a:lnTo>
                    <a:pt x="72898" y="202128"/>
                  </a:lnTo>
                  <a:lnTo>
                    <a:pt x="70301" y="200637"/>
                  </a:lnTo>
                  <a:lnTo>
                    <a:pt x="69071" y="199939"/>
                  </a:lnTo>
                  <a:lnTo>
                    <a:pt x="68114" y="199426"/>
                  </a:lnTo>
                  <a:lnTo>
                    <a:pt x="67750" y="199240"/>
                  </a:lnTo>
                  <a:lnTo>
                    <a:pt x="66611" y="198774"/>
                  </a:lnTo>
                  <a:lnTo>
                    <a:pt x="66155" y="198588"/>
                  </a:lnTo>
                  <a:lnTo>
                    <a:pt x="65882" y="198494"/>
                  </a:lnTo>
                  <a:lnTo>
                    <a:pt x="64788" y="198075"/>
                  </a:lnTo>
                  <a:lnTo>
                    <a:pt x="64105" y="197842"/>
                  </a:lnTo>
                  <a:lnTo>
                    <a:pt x="63740" y="197749"/>
                  </a:lnTo>
                  <a:lnTo>
                    <a:pt x="63285" y="197563"/>
                  </a:lnTo>
                  <a:lnTo>
                    <a:pt x="62693" y="197376"/>
                  </a:lnTo>
                  <a:lnTo>
                    <a:pt x="62556" y="197330"/>
                  </a:lnTo>
                  <a:lnTo>
                    <a:pt x="61143" y="196724"/>
                  </a:lnTo>
                  <a:lnTo>
                    <a:pt x="59822" y="196212"/>
                  </a:lnTo>
                  <a:lnTo>
                    <a:pt x="57954" y="195839"/>
                  </a:lnTo>
                  <a:lnTo>
                    <a:pt x="57453" y="195746"/>
                  </a:lnTo>
                  <a:lnTo>
                    <a:pt x="56587" y="195699"/>
                  </a:lnTo>
                  <a:lnTo>
                    <a:pt x="55676" y="195653"/>
                  </a:lnTo>
                  <a:lnTo>
                    <a:pt x="54309" y="195606"/>
                  </a:lnTo>
                  <a:lnTo>
                    <a:pt x="52031" y="195746"/>
                  </a:lnTo>
                  <a:lnTo>
                    <a:pt x="49662" y="195839"/>
                  </a:lnTo>
                  <a:lnTo>
                    <a:pt x="49343" y="195839"/>
                  </a:lnTo>
                  <a:lnTo>
                    <a:pt x="47247" y="195886"/>
                  </a:lnTo>
                  <a:lnTo>
                    <a:pt x="45288" y="195886"/>
                  </a:lnTo>
                  <a:lnTo>
                    <a:pt x="44194" y="195886"/>
                  </a:lnTo>
                  <a:lnTo>
                    <a:pt x="43875" y="195886"/>
                  </a:lnTo>
                  <a:lnTo>
                    <a:pt x="43465" y="195886"/>
                  </a:lnTo>
                  <a:lnTo>
                    <a:pt x="43420" y="195466"/>
                  </a:lnTo>
                  <a:lnTo>
                    <a:pt x="43420" y="194302"/>
                  </a:lnTo>
                  <a:lnTo>
                    <a:pt x="43420" y="193789"/>
                  </a:lnTo>
                  <a:lnTo>
                    <a:pt x="43374" y="193324"/>
                  </a:lnTo>
                  <a:lnTo>
                    <a:pt x="43329" y="192904"/>
                  </a:lnTo>
                  <a:lnTo>
                    <a:pt x="43283" y="192345"/>
                  </a:lnTo>
                  <a:lnTo>
                    <a:pt x="43283" y="192206"/>
                  </a:lnTo>
                  <a:lnTo>
                    <a:pt x="43283" y="192066"/>
                  </a:lnTo>
                  <a:lnTo>
                    <a:pt x="43192" y="191414"/>
                  </a:lnTo>
                  <a:lnTo>
                    <a:pt x="43192" y="191088"/>
                  </a:lnTo>
                  <a:lnTo>
                    <a:pt x="43147" y="190482"/>
                  </a:lnTo>
                  <a:lnTo>
                    <a:pt x="43055" y="189597"/>
                  </a:lnTo>
                  <a:lnTo>
                    <a:pt x="42964" y="188246"/>
                  </a:lnTo>
                  <a:lnTo>
                    <a:pt x="42873" y="187081"/>
                  </a:lnTo>
                  <a:lnTo>
                    <a:pt x="42828" y="186662"/>
                  </a:lnTo>
                  <a:lnTo>
                    <a:pt x="42782" y="186196"/>
                  </a:lnTo>
                  <a:lnTo>
                    <a:pt x="42691" y="185078"/>
                  </a:lnTo>
                  <a:lnTo>
                    <a:pt x="42645" y="184379"/>
                  </a:lnTo>
                  <a:lnTo>
                    <a:pt x="42509" y="182470"/>
                  </a:lnTo>
                  <a:lnTo>
                    <a:pt x="42418" y="181584"/>
                  </a:lnTo>
                  <a:lnTo>
                    <a:pt x="42418" y="181445"/>
                  </a:lnTo>
                  <a:lnTo>
                    <a:pt x="42372" y="180979"/>
                  </a:lnTo>
                  <a:lnTo>
                    <a:pt x="42235" y="178883"/>
                  </a:lnTo>
                  <a:lnTo>
                    <a:pt x="42190" y="178556"/>
                  </a:lnTo>
                  <a:lnTo>
                    <a:pt x="42144" y="178370"/>
                  </a:lnTo>
                  <a:lnTo>
                    <a:pt x="42144" y="178230"/>
                  </a:lnTo>
                  <a:lnTo>
                    <a:pt x="42144" y="177951"/>
                  </a:lnTo>
                  <a:lnTo>
                    <a:pt x="42053" y="177112"/>
                  </a:lnTo>
                  <a:lnTo>
                    <a:pt x="42007" y="176320"/>
                  </a:lnTo>
                  <a:lnTo>
                    <a:pt x="41962" y="176041"/>
                  </a:lnTo>
                  <a:lnTo>
                    <a:pt x="41689" y="172687"/>
                  </a:lnTo>
                  <a:lnTo>
                    <a:pt x="41643" y="171709"/>
                  </a:lnTo>
                  <a:lnTo>
                    <a:pt x="41597" y="171056"/>
                  </a:lnTo>
                  <a:lnTo>
                    <a:pt x="41506" y="170218"/>
                  </a:lnTo>
                  <a:lnTo>
                    <a:pt x="41415" y="168960"/>
                  </a:lnTo>
                  <a:lnTo>
                    <a:pt x="41370" y="168634"/>
                  </a:lnTo>
                  <a:lnTo>
                    <a:pt x="41278" y="167190"/>
                  </a:lnTo>
                  <a:lnTo>
                    <a:pt x="41233" y="166864"/>
                  </a:lnTo>
                  <a:lnTo>
                    <a:pt x="41142" y="165653"/>
                  </a:lnTo>
                  <a:lnTo>
                    <a:pt x="41051" y="164209"/>
                  </a:lnTo>
                  <a:lnTo>
                    <a:pt x="41005" y="163836"/>
                  </a:lnTo>
                  <a:lnTo>
                    <a:pt x="40868" y="161879"/>
                  </a:lnTo>
                  <a:lnTo>
                    <a:pt x="40777" y="161087"/>
                  </a:lnTo>
                  <a:lnTo>
                    <a:pt x="40732" y="160202"/>
                  </a:lnTo>
                  <a:lnTo>
                    <a:pt x="40686" y="159550"/>
                  </a:lnTo>
                  <a:lnTo>
                    <a:pt x="40641" y="159364"/>
                  </a:lnTo>
                  <a:lnTo>
                    <a:pt x="40504" y="157500"/>
                  </a:lnTo>
                  <a:lnTo>
                    <a:pt x="40458" y="156941"/>
                  </a:lnTo>
                  <a:lnTo>
                    <a:pt x="40413" y="156662"/>
                  </a:lnTo>
                  <a:lnTo>
                    <a:pt x="40322" y="155125"/>
                  </a:lnTo>
                  <a:lnTo>
                    <a:pt x="40094" y="152376"/>
                  </a:lnTo>
                  <a:lnTo>
                    <a:pt x="40094" y="152236"/>
                  </a:lnTo>
                  <a:lnTo>
                    <a:pt x="40003" y="151491"/>
                  </a:lnTo>
                  <a:lnTo>
                    <a:pt x="40003" y="151118"/>
                  </a:lnTo>
                  <a:lnTo>
                    <a:pt x="39957" y="150606"/>
                  </a:lnTo>
                  <a:lnTo>
                    <a:pt x="39866" y="149581"/>
                  </a:lnTo>
                  <a:lnTo>
                    <a:pt x="39820" y="149255"/>
                  </a:lnTo>
                  <a:lnTo>
                    <a:pt x="39775" y="148184"/>
                  </a:lnTo>
                  <a:lnTo>
                    <a:pt x="39729" y="147764"/>
                  </a:lnTo>
                  <a:lnTo>
                    <a:pt x="39638" y="147485"/>
                  </a:lnTo>
                  <a:lnTo>
                    <a:pt x="39274" y="146600"/>
                  </a:lnTo>
                  <a:lnTo>
                    <a:pt x="38044" y="145761"/>
                  </a:lnTo>
                  <a:lnTo>
                    <a:pt x="37679" y="145435"/>
                  </a:lnTo>
                  <a:lnTo>
                    <a:pt x="36859" y="144690"/>
                  </a:lnTo>
                  <a:lnTo>
                    <a:pt x="36084" y="143991"/>
                  </a:lnTo>
                  <a:lnTo>
                    <a:pt x="35264" y="143199"/>
                  </a:lnTo>
                  <a:lnTo>
                    <a:pt x="33624" y="141662"/>
                  </a:lnTo>
                  <a:lnTo>
                    <a:pt x="33168" y="141243"/>
                  </a:lnTo>
                  <a:lnTo>
                    <a:pt x="30070" y="138354"/>
                  </a:lnTo>
                  <a:lnTo>
                    <a:pt x="29569" y="137842"/>
                  </a:lnTo>
                  <a:lnTo>
                    <a:pt x="28795" y="137143"/>
                  </a:lnTo>
                  <a:lnTo>
                    <a:pt x="27564" y="135979"/>
                  </a:lnTo>
                  <a:lnTo>
                    <a:pt x="25787" y="134348"/>
                  </a:lnTo>
                  <a:lnTo>
                    <a:pt x="25150" y="133789"/>
                  </a:lnTo>
                  <a:lnTo>
                    <a:pt x="24603" y="133277"/>
                  </a:lnTo>
                  <a:lnTo>
                    <a:pt x="21732" y="130575"/>
                  </a:lnTo>
                  <a:lnTo>
                    <a:pt x="20958" y="129876"/>
                  </a:lnTo>
                  <a:lnTo>
                    <a:pt x="20092" y="129038"/>
                  </a:lnTo>
                  <a:lnTo>
                    <a:pt x="19910" y="128898"/>
                  </a:lnTo>
                  <a:lnTo>
                    <a:pt x="17541" y="126708"/>
                  </a:lnTo>
                  <a:lnTo>
                    <a:pt x="16721" y="125916"/>
                  </a:lnTo>
                  <a:lnTo>
                    <a:pt x="16493" y="125730"/>
                  </a:lnTo>
                  <a:lnTo>
                    <a:pt x="16265" y="125497"/>
                  </a:lnTo>
                  <a:lnTo>
                    <a:pt x="14762" y="124100"/>
                  </a:lnTo>
                  <a:lnTo>
                    <a:pt x="14397" y="123727"/>
                  </a:lnTo>
                  <a:lnTo>
                    <a:pt x="13850" y="123354"/>
                  </a:lnTo>
                  <a:lnTo>
                    <a:pt x="13212" y="122888"/>
                  </a:lnTo>
                  <a:lnTo>
                    <a:pt x="13030" y="122656"/>
                  </a:lnTo>
                  <a:lnTo>
                    <a:pt x="12711" y="122236"/>
                  </a:lnTo>
                  <a:lnTo>
                    <a:pt x="12392" y="121864"/>
                  </a:lnTo>
                  <a:lnTo>
                    <a:pt x="11436" y="120652"/>
                  </a:lnTo>
                  <a:lnTo>
                    <a:pt x="10980" y="119534"/>
                  </a:lnTo>
                  <a:lnTo>
                    <a:pt x="10661" y="118370"/>
                  </a:lnTo>
                  <a:lnTo>
                    <a:pt x="10342" y="116739"/>
                  </a:lnTo>
                  <a:lnTo>
                    <a:pt x="10205" y="115854"/>
                  </a:lnTo>
                  <a:lnTo>
                    <a:pt x="9932" y="114410"/>
                  </a:lnTo>
                  <a:lnTo>
                    <a:pt x="9021" y="109193"/>
                  </a:lnTo>
                  <a:lnTo>
                    <a:pt x="7472" y="100481"/>
                  </a:lnTo>
                  <a:lnTo>
                    <a:pt x="7426" y="99690"/>
                  </a:lnTo>
                  <a:lnTo>
                    <a:pt x="7107" y="98292"/>
                  </a:lnTo>
                  <a:lnTo>
                    <a:pt x="6378" y="94938"/>
                  </a:lnTo>
                  <a:lnTo>
                    <a:pt x="2870" y="78680"/>
                  </a:lnTo>
                  <a:lnTo>
                    <a:pt x="0" y="66149"/>
                  </a:lnTo>
                  <a:lnTo>
                    <a:pt x="136" y="66102"/>
                  </a:lnTo>
                  <a:lnTo>
                    <a:pt x="1184" y="65916"/>
                  </a:lnTo>
                  <a:lnTo>
                    <a:pt x="5786" y="64984"/>
                  </a:lnTo>
                  <a:lnTo>
                    <a:pt x="11891" y="63960"/>
                  </a:lnTo>
                  <a:lnTo>
                    <a:pt x="12301" y="64146"/>
                  </a:lnTo>
                  <a:lnTo>
                    <a:pt x="12893" y="64379"/>
                  </a:lnTo>
                  <a:lnTo>
                    <a:pt x="14488" y="65124"/>
                  </a:lnTo>
                  <a:lnTo>
                    <a:pt x="14944" y="65357"/>
                  </a:lnTo>
                  <a:lnTo>
                    <a:pt x="15263" y="65869"/>
                  </a:lnTo>
                  <a:lnTo>
                    <a:pt x="15445" y="66242"/>
                  </a:lnTo>
                  <a:lnTo>
                    <a:pt x="15855" y="67267"/>
                  </a:lnTo>
                  <a:lnTo>
                    <a:pt x="16174" y="68059"/>
                  </a:lnTo>
                  <a:lnTo>
                    <a:pt x="16311" y="68385"/>
                  </a:lnTo>
                  <a:lnTo>
                    <a:pt x="16447" y="68758"/>
                  </a:lnTo>
                  <a:lnTo>
                    <a:pt x="16675" y="69456"/>
                  </a:lnTo>
                  <a:lnTo>
                    <a:pt x="16766" y="69596"/>
                  </a:lnTo>
                  <a:lnTo>
                    <a:pt x="16857" y="70202"/>
                  </a:lnTo>
                  <a:lnTo>
                    <a:pt x="16812" y="70714"/>
                  </a:lnTo>
                  <a:lnTo>
                    <a:pt x="16721" y="71599"/>
                  </a:lnTo>
                  <a:lnTo>
                    <a:pt x="16721" y="71786"/>
                  </a:lnTo>
                  <a:lnTo>
                    <a:pt x="16721" y="71925"/>
                  </a:lnTo>
                  <a:lnTo>
                    <a:pt x="16721" y="72484"/>
                  </a:lnTo>
                  <a:lnTo>
                    <a:pt x="16766" y="72624"/>
                  </a:lnTo>
                  <a:lnTo>
                    <a:pt x="16948" y="72904"/>
                  </a:lnTo>
                  <a:lnTo>
                    <a:pt x="17359" y="73137"/>
                  </a:lnTo>
                  <a:lnTo>
                    <a:pt x="18361" y="73556"/>
                  </a:lnTo>
                  <a:lnTo>
                    <a:pt x="18634" y="73696"/>
                  </a:lnTo>
                  <a:lnTo>
                    <a:pt x="18771" y="73835"/>
                  </a:lnTo>
                  <a:lnTo>
                    <a:pt x="18908" y="74068"/>
                  </a:lnTo>
                  <a:lnTo>
                    <a:pt x="18953" y="74301"/>
                  </a:lnTo>
                  <a:lnTo>
                    <a:pt x="18953" y="74720"/>
                  </a:lnTo>
                  <a:lnTo>
                    <a:pt x="18908" y="75000"/>
                  </a:lnTo>
                  <a:lnTo>
                    <a:pt x="18498" y="76677"/>
                  </a:lnTo>
                  <a:lnTo>
                    <a:pt x="18133" y="78773"/>
                  </a:lnTo>
                  <a:lnTo>
                    <a:pt x="18042" y="79425"/>
                  </a:lnTo>
                  <a:lnTo>
                    <a:pt x="18133" y="79658"/>
                  </a:lnTo>
                  <a:lnTo>
                    <a:pt x="18179" y="79845"/>
                  </a:lnTo>
                  <a:lnTo>
                    <a:pt x="18817" y="81568"/>
                  </a:lnTo>
                  <a:lnTo>
                    <a:pt x="19044" y="81615"/>
                  </a:lnTo>
                  <a:lnTo>
                    <a:pt x="19637" y="81708"/>
                  </a:lnTo>
                  <a:lnTo>
                    <a:pt x="19773" y="82407"/>
                  </a:lnTo>
                  <a:lnTo>
                    <a:pt x="19682" y="82733"/>
                  </a:lnTo>
                  <a:lnTo>
                    <a:pt x="19682" y="82873"/>
                  </a:lnTo>
                  <a:lnTo>
                    <a:pt x="19454" y="83292"/>
                  </a:lnTo>
                  <a:lnTo>
                    <a:pt x="19363" y="83478"/>
                  </a:lnTo>
                  <a:lnTo>
                    <a:pt x="19181" y="84037"/>
                  </a:lnTo>
                  <a:lnTo>
                    <a:pt x="19135" y="84410"/>
                  </a:lnTo>
                  <a:lnTo>
                    <a:pt x="19090" y="84829"/>
                  </a:lnTo>
                  <a:lnTo>
                    <a:pt x="19090" y="84969"/>
                  </a:lnTo>
                  <a:lnTo>
                    <a:pt x="19682" y="85714"/>
                  </a:lnTo>
                  <a:lnTo>
                    <a:pt x="20958" y="87158"/>
                  </a:lnTo>
                  <a:lnTo>
                    <a:pt x="21322" y="88043"/>
                  </a:lnTo>
                  <a:lnTo>
                    <a:pt x="21414" y="88276"/>
                  </a:lnTo>
                  <a:lnTo>
                    <a:pt x="21915" y="88882"/>
                  </a:lnTo>
                  <a:lnTo>
                    <a:pt x="21960" y="89162"/>
                  </a:lnTo>
                  <a:lnTo>
                    <a:pt x="22097" y="89814"/>
                  </a:lnTo>
                  <a:lnTo>
                    <a:pt x="22097" y="90000"/>
                  </a:lnTo>
                  <a:lnTo>
                    <a:pt x="22143" y="90373"/>
                  </a:lnTo>
                  <a:lnTo>
                    <a:pt x="22143" y="91118"/>
                  </a:lnTo>
                  <a:lnTo>
                    <a:pt x="22188" y="91258"/>
                  </a:lnTo>
                  <a:lnTo>
                    <a:pt x="22188" y="91444"/>
                  </a:lnTo>
                  <a:lnTo>
                    <a:pt x="22188" y="91817"/>
                  </a:lnTo>
                  <a:lnTo>
                    <a:pt x="22188" y="91957"/>
                  </a:lnTo>
                  <a:lnTo>
                    <a:pt x="22234" y="92189"/>
                  </a:lnTo>
                  <a:lnTo>
                    <a:pt x="22234" y="92329"/>
                  </a:lnTo>
                  <a:lnTo>
                    <a:pt x="22279" y="92562"/>
                  </a:lnTo>
                  <a:lnTo>
                    <a:pt x="22279" y="92748"/>
                  </a:lnTo>
                  <a:lnTo>
                    <a:pt x="22325" y="92981"/>
                  </a:lnTo>
                  <a:lnTo>
                    <a:pt x="22416" y="93354"/>
                  </a:lnTo>
                  <a:lnTo>
                    <a:pt x="22461" y="93494"/>
                  </a:lnTo>
                  <a:lnTo>
                    <a:pt x="22507" y="93680"/>
                  </a:lnTo>
                  <a:lnTo>
                    <a:pt x="22644" y="94006"/>
                  </a:lnTo>
                  <a:lnTo>
                    <a:pt x="22917" y="94705"/>
                  </a:lnTo>
                  <a:lnTo>
                    <a:pt x="23373" y="95264"/>
                  </a:lnTo>
                  <a:lnTo>
                    <a:pt x="23783" y="96056"/>
                  </a:lnTo>
                  <a:lnTo>
                    <a:pt x="23919" y="96382"/>
                  </a:lnTo>
                  <a:lnTo>
                    <a:pt x="24011" y="96988"/>
                  </a:lnTo>
                  <a:lnTo>
                    <a:pt x="24056" y="97267"/>
                  </a:lnTo>
                  <a:lnTo>
                    <a:pt x="24375" y="97826"/>
                  </a:lnTo>
                  <a:lnTo>
                    <a:pt x="25332" y="97780"/>
                  </a:lnTo>
                  <a:lnTo>
                    <a:pt x="25560" y="97780"/>
                  </a:lnTo>
                  <a:lnTo>
                    <a:pt x="25879" y="97780"/>
                  </a:lnTo>
                  <a:lnTo>
                    <a:pt x="26106" y="97780"/>
                  </a:lnTo>
                  <a:lnTo>
                    <a:pt x="26243" y="97780"/>
                  </a:lnTo>
                  <a:lnTo>
                    <a:pt x="26380" y="97780"/>
                  </a:lnTo>
                  <a:lnTo>
                    <a:pt x="26516" y="97780"/>
                  </a:lnTo>
                  <a:lnTo>
                    <a:pt x="26881" y="97733"/>
                  </a:lnTo>
                  <a:lnTo>
                    <a:pt x="27245" y="97733"/>
                  </a:lnTo>
                  <a:lnTo>
                    <a:pt x="27428" y="97733"/>
                  </a:lnTo>
                  <a:lnTo>
                    <a:pt x="27747" y="97733"/>
                  </a:lnTo>
                  <a:lnTo>
                    <a:pt x="27929" y="97733"/>
                  </a:lnTo>
                  <a:lnTo>
                    <a:pt x="28612" y="97686"/>
                  </a:lnTo>
                  <a:lnTo>
                    <a:pt x="29478" y="97686"/>
                  </a:lnTo>
                  <a:lnTo>
                    <a:pt x="29888" y="97593"/>
                  </a:lnTo>
                  <a:lnTo>
                    <a:pt x="30207" y="97547"/>
                  </a:lnTo>
                  <a:lnTo>
                    <a:pt x="30389" y="97547"/>
                  </a:lnTo>
                  <a:lnTo>
                    <a:pt x="30663" y="97500"/>
                  </a:lnTo>
                  <a:lnTo>
                    <a:pt x="30982" y="97453"/>
                  </a:lnTo>
                  <a:lnTo>
                    <a:pt x="31118" y="97221"/>
                  </a:lnTo>
                  <a:lnTo>
                    <a:pt x="32850" y="96848"/>
                  </a:lnTo>
                  <a:lnTo>
                    <a:pt x="33123" y="96382"/>
                  </a:lnTo>
                  <a:lnTo>
                    <a:pt x="33715" y="95823"/>
                  </a:lnTo>
                  <a:lnTo>
                    <a:pt x="34672" y="94752"/>
                  </a:lnTo>
                  <a:lnTo>
                    <a:pt x="34900" y="93587"/>
                  </a:lnTo>
                  <a:lnTo>
                    <a:pt x="34672" y="92609"/>
                  </a:lnTo>
                  <a:lnTo>
                    <a:pt x="33715" y="90839"/>
                  </a:lnTo>
                  <a:lnTo>
                    <a:pt x="33852" y="89627"/>
                  </a:lnTo>
                  <a:lnTo>
                    <a:pt x="33943" y="87298"/>
                  </a:lnTo>
                  <a:lnTo>
                    <a:pt x="33214" y="85761"/>
                  </a:lnTo>
                  <a:lnTo>
                    <a:pt x="32850" y="84224"/>
                  </a:lnTo>
                  <a:lnTo>
                    <a:pt x="32531" y="82779"/>
                  </a:lnTo>
                  <a:lnTo>
                    <a:pt x="33214" y="81475"/>
                  </a:lnTo>
                  <a:lnTo>
                    <a:pt x="35128" y="79006"/>
                  </a:lnTo>
                  <a:lnTo>
                    <a:pt x="36267" y="75326"/>
                  </a:lnTo>
                  <a:lnTo>
                    <a:pt x="36677" y="69969"/>
                  </a:lnTo>
                  <a:lnTo>
                    <a:pt x="40504" y="63913"/>
                  </a:lnTo>
                  <a:lnTo>
                    <a:pt x="46655" y="60605"/>
                  </a:lnTo>
                  <a:lnTo>
                    <a:pt x="49388" y="57205"/>
                  </a:lnTo>
                  <a:lnTo>
                    <a:pt x="51165" y="52779"/>
                  </a:lnTo>
                  <a:lnTo>
                    <a:pt x="56952" y="47329"/>
                  </a:lnTo>
                  <a:lnTo>
                    <a:pt x="58683" y="45559"/>
                  </a:lnTo>
                  <a:lnTo>
                    <a:pt x="60095" y="44068"/>
                  </a:lnTo>
                  <a:lnTo>
                    <a:pt x="64150" y="39782"/>
                  </a:lnTo>
                  <a:lnTo>
                    <a:pt x="64287" y="38152"/>
                  </a:lnTo>
                  <a:lnTo>
                    <a:pt x="65062" y="36894"/>
                  </a:lnTo>
                  <a:lnTo>
                    <a:pt x="68023" y="35124"/>
                  </a:lnTo>
                  <a:lnTo>
                    <a:pt x="88025" y="20590"/>
                  </a:lnTo>
                  <a:lnTo>
                    <a:pt x="89073" y="19239"/>
                  </a:lnTo>
                  <a:lnTo>
                    <a:pt x="92535" y="14720"/>
                  </a:lnTo>
                  <a:lnTo>
                    <a:pt x="95907" y="9037"/>
                  </a:lnTo>
                  <a:lnTo>
                    <a:pt x="99598" y="1583"/>
                  </a:lnTo>
                  <a:lnTo>
                    <a:pt x="10060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3395575" y="5054091"/>
              <a:ext cx="554577" cy="316678"/>
            </a:xfrm>
            <a:custGeom>
              <a:avLst/>
              <a:pathLst>
                <a:path w="554577" h="316678">
                  <a:moveTo>
                    <a:pt x="509608" y="8012"/>
                  </a:moveTo>
                  <a:lnTo>
                    <a:pt x="509517" y="14627"/>
                  </a:lnTo>
                  <a:lnTo>
                    <a:pt x="510200" y="19565"/>
                  </a:lnTo>
                  <a:lnTo>
                    <a:pt x="510291" y="20450"/>
                  </a:lnTo>
                  <a:lnTo>
                    <a:pt x="510200" y="21009"/>
                  </a:lnTo>
                  <a:lnTo>
                    <a:pt x="509562" y="23757"/>
                  </a:lnTo>
                  <a:lnTo>
                    <a:pt x="508514" y="28229"/>
                  </a:lnTo>
                  <a:lnTo>
                    <a:pt x="503913" y="34751"/>
                  </a:lnTo>
                  <a:lnTo>
                    <a:pt x="500906" y="39363"/>
                  </a:lnTo>
                  <a:lnTo>
                    <a:pt x="497807" y="47236"/>
                  </a:lnTo>
                  <a:lnTo>
                    <a:pt x="493798" y="54596"/>
                  </a:lnTo>
                  <a:lnTo>
                    <a:pt x="492431" y="62236"/>
                  </a:lnTo>
                  <a:lnTo>
                    <a:pt x="492932" y="73183"/>
                  </a:lnTo>
                  <a:lnTo>
                    <a:pt x="491930" y="82547"/>
                  </a:lnTo>
                  <a:lnTo>
                    <a:pt x="491110" y="92050"/>
                  </a:lnTo>
                  <a:lnTo>
                    <a:pt x="492112" y="96988"/>
                  </a:lnTo>
                  <a:lnTo>
                    <a:pt x="495210" y="98525"/>
                  </a:lnTo>
                  <a:lnTo>
                    <a:pt x="499630" y="98106"/>
                  </a:lnTo>
                  <a:lnTo>
                    <a:pt x="503594" y="98012"/>
                  </a:lnTo>
                  <a:lnTo>
                    <a:pt x="507694" y="99224"/>
                  </a:lnTo>
                  <a:lnTo>
                    <a:pt x="510610" y="102298"/>
                  </a:lnTo>
                  <a:lnTo>
                    <a:pt x="512615" y="107888"/>
                  </a:lnTo>
                  <a:lnTo>
                    <a:pt x="514392" y="112500"/>
                  </a:lnTo>
                  <a:lnTo>
                    <a:pt x="516989" y="115668"/>
                  </a:lnTo>
                  <a:lnTo>
                    <a:pt x="521181" y="119022"/>
                  </a:lnTo>
                  <a:lnTo>
                    <a:pt x="529291" y="123028"/>
                  </a:lnTo>
                  <a:lnTo>
                    <a:pt x="536763" y="123820"/>
                  </a:lnTo>
                  <a:lnTo>
                    <a:pt x="545966" y="124659"/>
                  </a:lnTo>
                  <a:lnTo>
                    <a:pt x="554577" y="124565"/>
                  </a:lnTo>
                  <a:lnTo>
                    <a:pt x="554304" y="130808"/>
                  </a:lnTo>
                  <a:lnTo>
                    <a:pt x="552755" y="137516"/>
                  </a:lnTo>
                  <a:lnTo>
                    <a:pt x="549976" y="142966"/>
                  </a:lnTo>
                  <a:lnTo>
                    <a:pt x="549019" y="144177"/>
                  </a:lnTo>
                  <a:lnTo>
                    <a:pt x="543962" y="150606"/>
                  </a:lnTo>
                  <a:lnTo>
                    <a:pt x="538676" y="157780"/>
                  </a:lnTo>
                  <a:lnTo>
                    <a:pt x="534394" y="163463"/>
                  </a:lnTo>
                  <a:lnTo>
                    <a:pt x="530111" y="169007"/>
                  </a:lnTo>
                  <a:lnTo>
                    <a:pt x="529291" y="171942"/>
                  </a:lnTo>
                  <a:lnTo>
                    <a:pt x="528379" y="180327"/>
                  </a:lnTo>
                  <a:lnTo>
                    <a:pt x="527195" y="184007"/>
                  </a:lnTo>
                  <a:lnTo>
                    <a:pt x="525281" y="190342"/>
                  </a:lnTo>
                  <a:lnTo>
                    <a:pt x="523914" y="193929"/>
                  </a:lnTo>
                  <a:lnTo>
                    <a:pt x="521090" y="199007"/>
                  </a:lnTo>
                  <a:lnTo>
                    <a:pt x="515895" y="205668"/>
                  </a:lnTo>
                  <a:lnTo>
                    <a:pt x="512023" y="207299"/>
                  </a:lnTo>
                  <a:lnTo>
                    <a:pt x="508925" y="209349"/>
                  </a:lnTo>
                  <a:lnTo>
                    <a:pt x="507558" y="210793"/>
                  </a:lnTo>
                  <a:lnTo>
                    <a:pt x="501361" y="217221"/>
                  </a:lnTo>
                  <a:lnTo>
                    <a:pt x="491155" y="222811"/>
                  </a:lnTo>
                  <a:lnTo>
                    <a:pt x="484321" y="226492"/>
                  </a:lnTo>
                  <a:lnTo>
                    <a:pt x="468830" y="230172"/>
                  </a:lnTo>
                  <a:lnTo>
                    <a:pt x="459763" y="231988"/>
                  </a:lnTo>
                  <a:lnTo>
                    <a:pt x="451426" y="234038"/>
                  </a:lnTo>
                  <a:lnTo>
                    <a:pt x="439990" y="235203"/>
                  </a:lnTo>
                  <a:lnTo>
                    <a:pt x="435843" y="235110"/>
                  </a:lnTo>
                  <a:lnTo>
                    <a:pt x="430012" y="234038"/>
                  </a:lnTo>
                  <a:lnTo>
                    <a:pt x="421810" y="232221"/>
                  </a:lnTo>
                  <a:lnTo>
                    <a:pt x="415204" y="230731"/>
                  </a:lnTo>
                  <a:lnTo>
                    <a:pt x="409691" y="230498"/>
                  </a:lnTo>
                  <a:lnTo>
                    <a:pt x="401945" y="236181"/>
                  </a:lnTo>
                  <a:lnTo>
                    <a:pt x="398255" y="240327"/>
                  </a:lnTo>
                  <a:lnTo>
                    <a:pt x="395567" y="242004"/>
                  </a:lnTo>
                  <a:lnTo>
                    <a:pt x="394382" y="242749"/>
                  </a:lnTo>
                  <a:lnTo>
                    <a:pt x="384131" y="247035"/>
                  </a:lnTo>
                  <a:lnTo>
                    <a:pt x="371556" y="252392"/>
                  </a:lnTo>
                  <a:lnTo>
                    <a:pt x="366407" y="257237"/>
                  </a:lnTo>
                  <a:lnTo>
                    <a:pt x="362261" y="259659"/>
                  </a:lnTo>
                  <a:lnTo>
                    <a:pt x="356293" y="261150"/>
                  </a:lnTo>
                  <a:lnTo>
                    <a:pt x="349231" y="264131"/>
                  </a:lnTo>
                  <a:lnTo>
                    <a:pt x="344538" y="266647"/>
                  </a:lnTo>
                  <a:lnTo>
                    <a:pt x="339526" y="268697"/>
                  </a:lnTo>
                  <a:lnTo>
                    <a:pt x="336655" y="271958"/>
                  </a:lnTo>
                  <a:lnTo>
                    <a:pt x="336154" y="272470"/>
                  </a:lnTo>
                  <a:lnTo>
                    <a:pt x="333056" y="275638"/>
                  </a:lnTo>
                  <a:lnTo>
                    <a:pt x="329958" y="276896"/>
                  </a:lnTo>
                  <a:lnTo>
                    <a:pt x="326131" y="277315"/>
                  </a:lnTo>
                  <a:lnTo>
                    <a:pt x="322349" y="277501"/>
                  </a:lnTo>
                  <a:lnTo>
                    <a:pt x="320481" y="277781"/>
                  </a:lnTo>
                  <a:lnTo>
                    <a:pt x="319524" y="279458"/>
                  </a:lnTo>
                  <a:lnTo>
                    <a:pt x="318157" y="281787"/>
                  </a:lnTo>
                  <a:lnTo>
                    <a:pt x="314786" y="287889"/>
                  </a:lnTo>
                  <a:lnTo>
                    <a:pt x="311961" y="291383"/>
                  </a:lnTo>
                  <a:lnTo>
                    <a:pt x="309182" y="292315"/>
                  </a:lnTo>
                  <a:lnTo>
                    <a:pt x="302666" y="290871"/>
                  </a:lnTo>
                  <a:lnTo>
                    <a:pt x="297062" y="288309"/>
                  </a:lnTo>
                  <a:lnTo>
                    <a:pt x="293463" y="287843"/>
                  </a:lnTo>
                  <a:lnTo>
                    <a:pt x="290274" y="290172"/>
                  </a:lnTo>
                  <a:lnTo>
                    <a:pt x="287312" y="291896"/>
                  </a:lnTo>
                  <a:lnTo>
                    <a:pt x="280478" y="293014"/>
                  </a:lnTo>
                  <a:lnTo>
                    <a:pt x="273507" y="293806"/>
                  </a:lnTo>
                  <a:lnTo>
                    <a:pt x="271457" y="293759"/>
                  </a:lnTo>
                  <a:lnTo>
                    <a:pt x="268131" y="293712"/>
                  </a:lnTo>
                  <a:lnTo>
                    <a:pt x="262754" y="291849"/>
                  </a:lnTo>
                  <a:lnTo>
                    <a:pt x="259246" y="291057"/>
                  </a:lnTo>
                  <a:lnTo>
                    <a:pt x="255555" y="291663"/>
                  </a:lnTo>
                  <a:lnTo>
                    <a:pt x="250635" y="294504"/>
                  </a:lnTo>
                  <a:lnTo>
                    <a:pt x="245259" y="297858"/>
                  </a:lnTo>
                  <a:lnTo>
                    <a:pt x="239518" y="300467"/>
                  </a:lnTo>
                  <a:lnTo>
                    <a:pt x="234688" y="300653"/>
                  </a:lnTo>
                  <a:lnTo>
                    <a:pt x="230679" y="300840"/>
                  </a:lnTo>
                  <a:lnTo>
                    <a:pt x="224710" y="301725"/>
                  </a:lnTo>
                  <a:lnTo>
                    <a:pt x="221475" y="302191"/>
                  </a:lnTo>
                  <a:lnTo>
                    <a:pt x="220701" y="302004"/>
                  </a:lnTo>
                  <a:lnTo>
                    <a:pt x="215188" y="300700"/>
                  </a:lnTo>
                  <a:lnTo>
                    <a:pt x="206075" y="297858"/>
                  </a:lnTo>
                  <a:lnTo>
                    <a:pt x="198694" y="296461"/>
                  </a:lnTo>
                  <a:lnTo>
                    <a:pt x="189719" y="294178"/>
                  </a:lnTo>
                  <a:lnTo>
                    <a:pt x="180333" y="294644"/>
                  </a:lnTo>
                  <a:lnTo>
                    <a:pt x="164432" y="296927"/>
                  </a:lnTo>
                  <a:lnTo>
                    <a:pt x="161789" y="298417"/>
                  </a:lnTo>
                  <a:lnTo>
                    <a:pt x="155957" y="301492"/>
                  </a:lnTo>
                  <a:lnTo>
                    <a:pt x="153770" y="307082"/>
                  </a:lnTo>
                  <a:lnTo>
                    <a:pt x="152814" y="312952"/>
                  </a:lnTo>
                  <a:lnTo>
                    <a:pt x="149442" y="316678"/>
                  </a:lnTo>
                  <a:lnTo>
                    <a:pt x="147027" y="312626"/>
                  </a:lnTo>
                  <a:lnTo>
                    <a:pt x="143792" y="308200"/>
                  </a:lnTo>
                  <a:lnTo>
                    <a:pt x="140831" y="304846"/>
                  </a:lnTo>
                  <a:lnTo>
                    <a:pt x="131491" y="295157"/>
                  </a:lnTo>
                  <a:lnTo>
                    <a:pt x="127162" y="290638"/>
                  </a:lnTo>
                  <a:lnTo>
                    <a:pt x="119144" y="282299"/>
                  </a:lnTo>
                  <a:lnTo>
                    <a:pt x="115316" y="278293"/>
                  </a:lnTo>
                  <a:lnTo>
                    <a:pt x="115225" y="278153"/>
                  </a:lnTo>
                  <a:lnTo>
                    <a:pt x="111125" y="273914"/>
                  </a:lnTo>
                  <a:lnTo>
                    <a:pt x="104382" y="266787"/>
                  </a:lnTo>
                  <a:lnTo>
                    <a:pt x="102650" y="265017"/>
                  </a:lnTo>
                  <a:lnTo>
                    <a:pt x="101511" y="263852"/>
                  </a:lnTo>
                  <a:lnTo>
                    <a:pt x="98322" y="260731"/>
                  </a:lnTo>
                  <a:lnTo>
                    <a:pt x="93447" y="255886"/>
                  </a:lnTo>
                  <a:lnTo>
                    <a:pt x="92034" y="254582"/>
                  </a:lnTo>
                  <a:lnTo>
                    <a:pt x="89711" y="252485"/>
                  </a:lnTo>
                  <a:lnTo>
                    <a:pt x="86840" y="249830"/>
                  </a:lnTo>
                  <a:lnTo>
                    <a:pt x="86476" y="249923"/>
                  </a:lnTo>
                  <a:lnTo>
                    <a:pt x="85246" y="251274"/>
                  </a:lnTo>
                  <a:lnTo>
                    <a:pt x="84881" y="251926"/>
                  </a:lnTo>
                  <a:lnTo>
                    <a:pt x="84653" y="252346"/>
                  </a:lnTo>
                  <a:lnTo>
                    <a:pt x="84562" y="252485"/>
                  </a:lnTo>
                  <a:lnTo>
                    <a:pt x="83059" y="254442"/>
                  </a:lnTo>
                  <a:lnTo>
                    <a:pt x="81737" y="256259"/>
                  </a:lnTo>
                  <a:lnTo>
                    <a:pt x="81601" y="256445"/>
                  </a:lnTo>
                  <a:lnTo>
                    <a:pt x="78548" y="260917"/>
                  </a:lnTo>
                  <a:lnTo>
                    <a:pt x="76726" y="263433"/>
                  </a:lnTo>
                  <a:lnTo>
                    <a:pt x="76315" y="263945"/>
                  </a:lnTo>
                  <a:lnTo>
                    <a:pt x="73764" y="267439"/>
                  </a:lnTo>
                  <a:lnTo>
                    <a:pt x="73673" y="267579"/>
                  </a:lnTo>
                  <a:lnTo>
                    <a:pt x="71714" y="270281"/>
                  </a:lnTo>
                  <a:lnTo>
                    <a:pt x="69663" y="273076"/>
                  </a:lnTo>
                  <a:lnTo>
                    <a:pt x="68205" y="275125"/>
                  </a:lnTo>
                  <a:lnTo>
                    <a:pt x="67841" y="275731"/>
                  </a:lnTo>
                  <a:lnTo>
                    <a:pt x="66611" y="277687"/>
                  </a:lnTo>
                  <a:lnTo>
                    <a:pt x="66246" y="278060"/>
                  </a:lnTo>
                  <a:lnTo>
                    <a:pt x="66429" y="278293"/>
                  </a:lnTo>
                  <a:lnTo>
                    <a:pt x="66930" y="278945"/>
                  </a:lnTo>
                  <a:lnTo>
                    <a:pt x="67704" y="280762"/>
                  </a:lnTo>
                  <a:lnTo>
                    <a:pt x="67932" y="281507"/>
                  </a:lnTo>
                  <a:lnTo>
                    <a:pt x="68023" y="281973"/>
                  </a:lnTo>
                  <a:lnTo>
                    <a:pt x="68114" y="282905"/>
                  </a:lnTo>
                  <a:lnTo>
                    <a:pt x="68114" y="283743"/>
                  </a:lnTo>
                  <a:lnTo>
                    <a:pt x="68069" y="285001"/>
                  </a:lnTo>
                  <a:lnTo>
                    <a:pt x="67887" y="286166"/>
                  </a:lnTo>
                  <a:lnTo>
                    <a:pt x="67704" y="286771"/>
                  </a:lnTo>
                  <a:lnTo>
                    <a:pt x="67522" y="287424"/>
                  </a:lnTo>
                  <a:lnTo>
                    <a:pt x="67431" y="287563"/>
                  </a:lnTo>
                  <a:lnTo>
                    <a:pt x="66930" y="288821"/>
                  </a:lnTo>
                  <a:lnTo>
                    <a:pt x="66429" y="290032"/>
                  </a:lnTo>
                  <a:lnTo>
                    <a:pt x="65517" y="292315"/>
                  </a:lnTo>
                  <a:lnTo>
                    <a:pt x="64743" y="294411"/>
                  </a:lnTo>
                  <a:lnTo>
                    <a:pt x="64515" y="294924"/>
                  </a:lnTo>
                  <a:lnTo>
                    <a:pt x="64378" y="295250"/>
                  </a:lnTo>
                  <a:lnTo>
                    <a:pt x="63968" y="296088"/>
                  </a:lnTo>
                  <a:lnTo>
                    <a:pt x="63923" y="296228"/>
                  </a:lnTo>
                  <a:lnTo>
                    <a:pt x="63330" y="297672"/>
                  </a:lnTo>
                  <a:lnTo>
                    <a:pt x="63057" y="298371"/>
                  </a:lnTo>
                  <a:lnTo>
                    <a:pt x="62601" y="299396"/>
                  </a:lnTo>
                  <a:lnTo>
                    <a:pt x="62374" y="299908"/>
                  </a:lnTo>
                  <a:lnTo>
                    <a:pt x="62009" y="300840"/>
                  </a:lnTo>
                  <a:lnTo>
                    <a:pt x="59777" y="299722"/>
                  </a:lnTo>
                  <a:lnTo>
                    <a:pt x="55084" y="304380"/>
                  </a:lnTo>
                  <a:lnTo>
                    <a:pt x="53899" y="303868"/>
                  </a:lnTo>
                  <a:lnTo>
                    <a:pt x="50117" y="302983"/>
                  </a:lnTo>
                  <a:lnTo>
                    <a:pt x="48887" y="304101"/>
                  </a:lnTo>
                  <a:lnTo>
                    <a:pt x="48705" y="305265"/>
                  </a:lnTo>
                  <a:lnTo>
                    <a:pt x="48204" y="308852"/>
                  </a:lnTo>
                  <a:lnTo>
                    <a:pt x="48477" y="311927"/>
                  </a:lnTo>
                  <a:lnTo>
                    <a:pt x="47930" y="312812"/>
                  </a:lnTo>
                  <a:lnTo>
                    <a:pt x="47748" y="312812"/>
                  </a:lnTo>
                  <a:lnTo>
                    <a:pt x="47429" y="312486"/>
                  </a:lnTo>
                  <a:lnTo>
                    <a:pt x="47110" y="312905"/>
                  </a:lnTo>
                  <a:lnTo>
                    <a:pt x="46928" y="313045"/>
                  </a:lnTo>
                  <a:lnTo>
                    <a:pt x="46746" y="313091"/>
                  </a:lnTo>
                  <a:lnTo>
                    <a:pt x="46518" y="313324"/>
                  </a:lnTo>
                  <a:lnTo>
                    <a:pt x="46427" y="313464"/>
                  </a:lnTo>
                  <a:lnTo>
                    <a:pt x="46199" y="313557"/>
                  </a:lnTo>
                  <a:lnTo>
                    <a:pt x="46154" y="313371"/>
                  </a:lnTo>
                  <a:lnTo>
                    <a:pt x="46199" y="313138"/>
                  </a:lnTo>
                  <a:lnTo>
                    <a:pt x="46199" y="312952"/>
                  </a:lnTo>
                  <a:lnTo>
                    <a:pt x="46154" y="312719"/>
                  </a:lnTo>
                  <a:lnTo>
                    <a:pt x="46336" y="312113"/>
                  </a:lnTo>
                  <a:lnTo>
                    <a:pt x="46473" y="312113"/>
                  </a:lnTo>
                  <a:lnTo>
                    <a:pt x="46791" y="311927"/>
                  </a:lnTo>
                  <a:lnTo>
                    <a:pt x="47065" y="311414"/>
                  </a:lnTo>
                  <a:lnTo>
                    <a:pt x="46974" y="311042"/>
                  </a:lnTo>
                  <a:lnTo>
                    <a:pt x="46473" y="311368"/>
                  </a:lnTo>
                  <a:lnTo>
                    <a:pt x="46336" y="311461"/>
                  </a:lnTo>
                  <a:lnTo>
                    <a:pt x="46154" y="311414"/>
                  </a:lnTo>
                  <a:lnTo>
                    <a:pt x="45971" y="311368"/>
                  </a:lnTo>
                  <a:lnTo>
                    <a:pt x="45880" y="310995"/>
                  </a:lnTo>
                  <a:lnTo>
                    <a:pt x="45698" y="310809"/>
                  </a:lnTo>
                  <a:lnTo>
                    <a:pt x="45561" y="311088"/>
                  </a:lnTo>
                  <a:lnTo>
                    <a:pt x="45425" y="311088"/>
                  </a:lnTo>
                  <a:lnTo>
                    <a:pt x="45288" y="311088"/>
                  </a:lnTo>
                  <a:lnTo>
                    <a:pt x="45060" y="311181"/>
                  </a:lnTo>
                  <a:lnTo>
                    <a:pt x="44787" y="311414"/>
                  </a:lnTo>
                  <a:lnTo>
                    <a:pt x="44741" y="311228"/>
                  </a:lnTo>
                  <a:lnTo>
                    <a:pt x="44832" y="311042"/>
                  </a:lnTo>
                  <a:lnTo>
                    <a:pt x="45015" y="310902"/>
                  </a:lnTo>
                  <a:lnTo>
                    <a:pt x="45106" y="310716"/>
                  </a:lnTo>
                  <a:lnTo>
                    <a:pt x="45151" y="310576"/>
                  </a:lnTo>
                  <a:lnTo>
                    <a:pt x="45151" y="310343"/>
                  </a:lnTo>
                  <a:lnTo>
                    <a:pt x="45015" y="310203"/>
                  </a:lnTo>
                  <a:lnTo>
                    <a:pt x="44969" y="310390"/>
                  </a:lnTo>
                  <a:lnTo>
                    <a:pt x="44832" y="310622"/>
                  </a:lnTo>
                  <a:lnTo>
                    <a:pt x="44604" y="310622"/>
                  </a:lnTo>
                  <a:lnTo>
                    <a:pt x="44559" y="310436"/>
                  </a:lnTo>
                  <a:lnTo>
                    <a:pt x="44650" y="310203"/>
                  </a:lnTo>
                  <a:lnTo>
                    <a:pt x="44741" y="309877"/>
                  </a:lnTo>
                  <a:lnTo>
                    <a:pt x="44832" y="309737"/>
                  </a:lnTo>
                  <a:lnTo>
                    <a:pt x="44878" y="309504"/>
                  </a:lnTo>
                  <a:lnTo>
                    <a:pt x="44832" y="309272"/>
                  </a:lnTo>
                  <a:lnTo>
                    <a:pt x="44787" y="309132"/>
                  </a:lnTo>
                  <a:lnTo>
                    <a:pt x="44923" y="308759"/>
                  </a:lnTo>
                  <a:lnTo>
                    <a:pt x="44923" y="308480"/>
                  </a:lnTo>
                  <a:lnTo>
                    <a:pt x="45060" y="307548"/>
                  </a:lnTo>
                  <a:lnTo>
                    <a:pt x="44696" y="307268"/>
                  </a:lnTo>
                  <a:lnTo>
                    <a:pt x="44513" y="307501"/>
                  </a:lnTo>
                  <a:lnTo>
                    <a:pt x="43830" y="308293"/>
                  </a:lnTo>
                  <a:lnTo>
                    <a:pt x="43374" y="308153"/>
                  </a:lnTo>
                  <a:lnTo>
                    <a:pt x="43238" y="307874"/>
                  </a:lnTo>
                  <a:lnTo>
                    <a:pt x="43374" y="306942"/>
                  </a:lnTo>
                  <a:lnTo>
                    <a:pt x="43238" y="306244"/>
                  </a:lnTo>
                  <a:lnTo>
                    <a:pt x="42645" y="305265"/>
                  </a:lnTo>
                  <a:lnTo>
                    <a:pt x="42190" y="304986"/>
                  </a:lnTo>
                  <a:lnTo>
                    <a:pt x="41643" y="305312"/>
                  </a:lnTo>
                  <a:lnTo>
                    <a:pt x="41370" y="305219"/>
                  </a:lnTo>
                  <a:lnTo>
                    <a:pt x="41142" y="304287"/>
                  </a:lnTo>
                  <a:lnTo>
                    <a:pt x="40276" y="303961"/>
                  </a:lnTo>
                  <a:lnTo>
                    <a:pt x="39729" y="304054"/>
                  </a:lnTo>
                  <a:lnTo>
                    <a:pt x="39183" y="303914"/>
                  </a:lnTo>
                  <a:lnTo>
                    <a:pt x="38955" y="303216"/>
                  </a:lnTo>
                  <a:lnTo>
                    <a:pt x="38681" y="302610"/>
                  </a:lnTo>
                  <a:lnTo>
                    <a:pt x="38317" y="302098"/>
                  </a:lnTo>
                  <a:lnTo>
                    <a:pt x="37998" y="301166"/>
                  </a:lnTo>
                  <a:lnTo>
                    <a:pt x="37725" y="300374"/>
                  </a:lnTo>
                  <a:lnTo>
                    <a:pt x="37588" y="300327"/>
                  </a:lnTo>
                  <a:lnTo>
                    <a:pt x="37269" y="300421"/>
                  </a:lnTo>
                  <a:lnTo>
                    <a:pt x="37315" y="300653"/>
                  </a:lnTo>
                  <a:lnTo>
                    <a:pt x="37406" y="301026"/>
                  </a:lnTo>
                  <a:lnTo>
                    <a:pt x="37269" y="301399"/>
                  </a:lnTo>
                  <a:lnTo>
                    <a:pt x="37223" y="301865"/>
                  </a:lnTo>
                  <a:lnTo>
                    <a:pt x="37041" y="301865"/>
                  </a:lnTo>
                  <a:lnTo>
                    <a:pt x="36813" y="301818"/>
                  </a:lnTo>
                  <a:lnTo>
                    <a:pt x="36494" y="302098"/>
                  </a:lnTo>
                  <a:lnTo>
                    <a:pt x="36130" y="302144"/>
                  </a:lnTo>
                  <a:lnTo>
                    <a:pt x="35811" y="302144"/>
                  </a:lnTo>
                  <a:lnTo>
                    <a:pt x="35538" y="302051"/>
                  </a:lnTo>
                  <a:lnTo>
                    <a:pt x="35310" y="302098"/>
                  </a:lnTo>
                  <a:lnTo>
                    <a:pt x="35082" y="302098"/>
                  </a:lnTo>
                  <a:lnTo>
                    <a:pt x="34854" y="302098"/>
                  </a:lnTo>
                  <a:lnTo>
                    <a:pt x="34672" y="302284"/>
                  </a:lnTo>
                  <a:lnTo>
                    <a:pt x="34353" y="302563"/>
                  </a:lnTo>
                  <a:lnTo>
                    <a:pt x="34080" y="302750"/>
                  </a:lnTo>
                  <a:lnTo>
                    <a:pt x="33943" y="302983"/>
                  </a:lnTo>
                  <a:lnTo>
                    <a:pt x="33670" y="303262"/>
                  </a:lnTo>
                  <a:lnTo>
                    <a:pt x="33305" y="303309"/>
                  </a:lnTo>
                  <a:lnTo>
                    <a:pt x="32576" y="303216"/>
                  </a:lnTo>
                  <a:lnTo>
                    <a:pt x="32531" y="302936"/>
                  </a:lnTo>
                  <a:lnTo>
                    <a:pt x="32576" y="302424"/>
                  </a:lnTo>
                  <a:lnTo>
                    <a:pt x="32941" y="302144"/>
                  </a:lnTo>
                  <a:lnTo>
                    <a:pt x="33305" y="301771"/>
                  </a:lnTo>
                  <a:lnTo>
                    <a:pt x="33624" y="301539"/>
                  </a:lnTo>
                  <a:lnTo>
                    <a:pt x="34125" y="301259"/>
                  </a:lnTo>
                  <a:lnTo>
                    <a:pt x="34718" y="300747"/>
                  </a:lnTo>
                  <a:lnTo>
                    <a:pt x="34945" y="300421"/>
                  </a:lnTo>
                  <a:lnTo>
                    <a:pt x="34945" y="300094"/>
                  </a:lnTo>
                  <a:lnTo>
                    <a:pt x="34763" y="299675"/>
                  </a:lnTo>
                  <a:lnTo>
                    <a:pt x="34581" y="299629"/>
                  </a:lnTo>
                  <a:lnTo>
                    <a:pt x="33943" y="299675"/>
                  </a:lnTo>
                  <a:lnTo>
                    <a:pt x="33715" y="299908"/>
                  </a:lnTo>
                  <a:lnTo>
                    <a:pt x="33533" y="300141"/>
                  </a:lnTo>
                  <a:lnTo>
                    <a:pt x="33487" y="300560"/>
                  </a:lnTo>
                  <a:lnTo>
                    <a:pt x="33487" y="300933"/>
                  </a:lnTo>
                  <a:lnTo>
                    <a:pt x="33351" y="301399"/>
                  </a:lnTo>
                  <a:lnTo>
                    <a:pt x="32986" y="301585"/>
                  </a:lnTo>
                  <a:lnTo>
                    <a:pt x="32713" y="301865"/>
                  </a:lnTo>
                  <a:lnTo>
                    <a:pt x="32485" y="301865"/>
                  </a:lnTo>
                  <a:lnTo>
                    <a:pt x="32485" y="301585"/>
                  </a:lnTo>
                  <a:lnTo>
                    <a:pt x="32667" y="301306"/>
                  </a:lnTo>
                  <a:lnTo>
                    <a:pt x="32804" y="301119"/>
                  </a:lnTo>
                  <a:lnTo>
                    <a:pt x="32941" y="300653"/>
                  </a:lnTo>
                  <a:lnTo>
                    <a:pt x="33077" y="300281"/>
                  </a:lnTo>
                  <a:lnTo>
                    <a:pt x="33214" y="300001"/>
                  </a:lnTo>
                  <a:lnTo>
                    <a:pt x="33260" y="299815"/>
                  </a:lnTo>
                  <a:lnTo>
                    <a:pt x="33305" y="299442"/>
                  </a:lnTo>
                  <a:lnTo>
                    <a:pt x="33077" y="299070"/>
                  </a:lnTo>
                  <a:lnTo>
                    <a:pt x="32804" y="298743"/>
                  </a:lnTo>
                  <a:lnTo>
                    <a:pt x="32576" y="298557"/>
                  </a:lnTo>
                  <a:lnTo>
                    <a:pt x="32348" y="298464"/>
                  </a:lnTo>
                  <a:lnTo>
                    <a:pt x="31938" y="298464"/>
                  </a:lnTo>
                  <a:lnTo>
                    <a:pt x="31619" y="298697"/>
                  </a:lnTo>
                  <a:lnTo>
                    <a:pt x="31802" y="298976"/>
                  </a:lnTo>
                  <a:lnTo>
                    <a:pt x="32029" y="298976"/>
                  </a:lnTo>
                  <a:lnTo>
                    <a:pt x="32212" y="299023"/>
                  </a:lnTo>
                  <a:lnTo>
                    <a:pt x="32394" y="299303"/>
                  </a:lnTo>
                  <a:lnTo>
                    <a:pt x="32303" y="299629"/>
                  </a:lnTo>
                  <a:lnTo>
                    <a:pt x="32257" y="299815"/>
                  </a:lnTo>
                  <a:lnTo>
                    <a:pt x="32212" y="300234"/>
                  </a:lnTo>
                  <a:lnTo>
                    <a:pt x="32166" y="300607"/>
                  </a:lnTo>
                  <a:lnTo>
                    <a:pt x="32029" y="300747"/>
                  </a:lnTo>
                  <a:lnTo>
                    <a:pt x="31619" y="300933"/>
                  </a:lnTo>
                  <a:lnTo>
                    <a:pt x="31255" y="301026"/>
                  </a:lnTo>
                  <a:lnTo>
                    <a:pt x="30344" y="301119"/>
                  </a:lnTo>
                  <a:lnTo>
                    <a:pt x="29842" y="301119"/>
                  </a:lnTo>
                  <a:lnTo>
                    <a:pt x="29478" y="301073"/>
                  </a:lnTo>
                  <a:lnTo>
                    <a:pt x="29159" y="300980"/>
                  </a:lnTo>
                  <a:lnTo>
                    <a:pt x="28886" y="300886"/>
                  </a:lnTo>
                  <a:lnTo>
                    <a:pt x="28840" y="300700"/>
                  </a:lnTo>
                  <a:lnTo>
                    <a:pt x="29022" y="300514"/>
                  </a:lnTo>
                  <a:lnTo>
                    <a:pt x="29296" y="300327"/>
                  </a:lnTo>
                  <a:lnTo>
                    <a:pt x="29296" y="300188"/>
                  </a:lnTo>
                  <a:lnTo>
                    <a:pt x="29068" y="300188"/>
                  </a:lnTo>
                  <a:lnTo>
                    <a:pt x="28840" y="300421"/>
                  </a:lnTo>
                  <a:lnTo>
                    <a:pt x="28521" y="300281"/>
                  </a:lnTo>
                  <a:lnTo>
                    <a:pt x="28567" y="300001"/>
                  </a:lnTo>
                  <a:lnTo>
                    <a:pt x="28703" y="299768"/>
                  </a:lnTo>
                  <a:lnTo>
                    <a:pt x="28886" y="299582"/>
                  </a:lnTo>
                  <a:lnTo>
                    <a:pt x="28931" y="299303"/>
                  </a:lnTo>
                  <a:lnTo>
                    <a:pt x="29022" y="299116"/>
                  </a:lnTo>
                  <a:lnTo>
                    <a:pt x="29387" y="299023"/>
                  </a:lnTo>
                  <a:lnTo>
                    <a:pt x="29569" y="299023"/>
                  </a:lnTo>
                  <a:lnTo>
                    <a:pt x="29979" y="299070"/>
                  </a:lnTo>
                  <a:lnTo>
                    <a:pt x="30344" y="299163"/>
                  </a:lnTo>
                  <a:lnTo>
                    <a:pt x="30526" y="299163"/>
                  </a:lnTo>
                  <a:lnTo>
                    <a:pt x="30754" y="299163"/>
                  </a:lnTo>
                  <a:lnTo>
                    <a:pt x="30890" y="299070"/>
                  </a:lnTo>
                  <a:lnTo>
                    <a:pt x="31027" y="298930"/>
                  </a:lnTo>
                  <a:lnTo>
                    <a:pt x="30890" y="298883"/>
                  </a:lnTo>
                  <a:lnTo>
                    <a:pt x="30571" y="298790"/>
                  </a:lnTo>
                  <a:lnTo>
                    <a:pt x="30389" y="298557"/>
                  </a:lnTo>
                  <a:lnTo>
                    <a:pt x="30161" y="298184"/>
                  </a:lnTo>
                  <a:lnTo>
                    <a:pt x="29797" y="298324"/>
                  </a:lnTo>
                  <a:lnTo>
                    <a:pt x="29569" y="298511"/>
                  </a:lnTo>
                  <a:lnTo>
                    <a:pt x="29341" y="298557"/>
                  </a:lnTo>
                  <a:lnTo>
                    <a:pt x="29068" y="298417"/>
                  </a:lnTo>
                  <a:lnTo>
                    <a:pt x="28886" y="298231"/>
                  </a:lnTo>
                  <a:lnTo>
                    <a:pt x="29113" y="297905"/>
                  </a:lnTo>
                  <a:lnTo>
                    <a:pt x="29478" y="297719"/>
                  </a:lnTo>
                  <a:lnTo>
                    <a:pt x="29660" y="297439"/>
                  </a:lnTo>
                  <a:lnTo>
                    <a:pt x="30070" y="297393"/>
                  </a:lnTo>
                  <a:lnTo>
                    <a:pt x="30435" y="297206"/>
                  </a:lnTo>
                  <a:lnTo>
                    <a:pt x="30663" y="297020"/>
                  </a:lnTo>
                  <a:lnTo>
                    <a:pt x="30890" y="296973"/>
                  </a:lnTo>
                  <a:lnTo>
                    <a:pt x="31027" y="296927"/>
                  </a:lnTo>
                  <a:lnTo>
                    <a:pt x="31255" y="296694"/>
                  </a:lnTo>
                  <a:lnTo>
                    <a:pt x="31073" y="296647"/>
                  </a:lnTo>
                  <a:lnTo>
                    <a:pt x="30799" y="296787"/>
                  </a:lnTo>
                  <a:lnTo>
                    <a:pt x="30754" y="296647"/>
                  </a:lnTo>
                  <a:lnTo>
                    <a:pt x="30936" y="296461"/>
                  </a:lnTo>
                  <a:lnTo>
                    <a:pt x="31118" y="296181"/>
                  </a:lnTo>
                  <a:lnTo>
                    <a:pt x="31346" y="295948"/>
                  </a:lnTo>
                  <a:lnTo>
                    <a:pt x="31574" y="295948"/>
                  </a:lnTo>
                  <a:lnTo>
                    <a:pt x="31802" y="296228"/>
                  </a:lnTo>
                  <a:lnTo>
                    <a:pt x="31847" y="296414"/>
                  </a:lnTo>
                  <a:lnTo>
                    <a:pt x="31710" y="296601"/>
                  </a:lnTo>
                  <a:lnTo>
                    <a:pt x="31574" y="296787"/>
                  </a:lnTo>
                  <a:lnTo>
                    <a:pt x="31619" y="297020"/>
                  </a:lnTo>
                  <a:lnTo>
                    <a:pt x="31802" y="297113"/>
                  </a:lnTo>
                  <a:lnTo>
                    <a:pt x="31938" y="297113"/>
                  </a:lnTo>
                  <a:lnTo>
                    <a:pt x="32121" y="296973"/>
                  </a:lnTo>
                  <a:lnTo>
                    <a:pt x="32257" y="296740"/>
                  </a:lnTo>
                  <a:lnTo>
                    <a:pt x="32212" y="296507"/>
                  </a:lnTo>
                  <a:lnTo>
                    <a:pt x="32303" y="296368"/>
                  </a:lnTo>
                  <a:lnTo>
                    <a:pt x="32348" y="296135"/>
                  </a:lnTo>
                  <a:lnTo>
                    <a:pt x="32576" y="296042"/>
                  </a:lnTo>
                  <a:lnTo>
                    <a:pt x="32622" y="295902"/>
                  </a:lnTo>
                  <a:lnTo>
                    <a:pt x="32941" y="295762"/>
                  </a:lnTo>
                  <a:lnTo>
                    <a:pt x="33260" y="295669"/>
                  </a:lnTo>
                  <a:lnTo>
                    <a:pt x="33260" y="295529"/>
                  </a:lnTo>
                  <a:lnTo>
                    <a:pt x="33260" y="295296"/>
                  </a:lnTo>
                  <a:lnTo>
                    <a:pt x="33260" y="295063"/>
                  </a:lnTo>
                  <a:lnTo>
                    <a:pt x="33396" y="294877"/>
                  </a:lnTo>
                  <a:lnTo>
                    <a:pt x="33579" y="294644"/>
                  </a:lnTo>
                  <a:lnTo>
                    <a:pt x="33943" y="294504"/>
                  </a:lnTo>
                  <a:lnTo>
                    <a:pt x="34171" y="294504"/>
                  </a:lnTo>
                  <a:lnTo>
                    <a:pt x="34216" y="294691"/>
                  </a:lnTo>
                  <a:lnTo>
                    <a:pt x="34125" y="295157"/>
                  </a:lnTo>
                  <a:lnTo>
                    <a:pt x="34125" y="295436"/>
                  </a:lnTo>
                  <a:lnTo>
                    <a:pt x="34125" y="295622"/>
                  </a:lnTo>
                  <a:lnTo>
                    <a:pt x="34171" y="295902"/>
                  </a:lnTo>
                  <a:lnTo>
                    <a:pt x="34399" y="296042"/>
                  </a:lnTo>
                  <a:lnTo>
                    <a:pt x="34626" y="296042"/>
                  </a:lnTo>
                  <a:lnTo>
                    <a:pt x="35082" y="295855"/>
                  </a:lnTo>
                  <a:lnTo>
                    <a:pt x="35173" y="295622"/>
                  </a:lnTo>
                  <a:lnTo>
                    <a:pt x="35082" y="295436"/>
                  </a:lnTo>
                  <a:lnTo>
                    <a:pt x="35264" y="295389"/>
                  </a:lnTo>
                  <a:lnTo>
                    <a:pt x="35447" y="295529"/>
                  </a:lnTo>
                  <a:lnTo>
                    <a:pt x="35583" y="295716"/>
                  </a:lnTo>
                  <a:lnTo>
                    <a:pt x="35538" y="295995"/>
                  </a:lnTo>
                  <a:lnTo>
                    <a:pt x="35538" y="296414"/>
                  </a:lnTo>
                  <a:lnTo>
                    <a:pt x="35538" y="296740"/>
                  </a:lnTo>
                  <a:lnTo>
                    <a:pt x="35538" y="297020"/>
                  </a:lnTo>
                  <a:lnTo>
                    <a:pt x="35447" y="297346"/>
                  </a:lnTo>
                  <a:lnTo>
                    <a:pt x="35355" y="297532"/>
                  </a:lnTo>
                  <a:lnTo>
                    <a:pt x="35219" y="297765"/>
                  </a:lnTo>
                  <a:lnTo>
                    <a:pt x="35037" y="297952"/>
                  </a:lnTo>
                  <a:lnTo>
                    <a:pt x="34809" y="298091"/>
                  </a:lnTo>
                  <a:lnTo>
                    <a:pt x="34626" y="298231"/>
                  </a:lnTo>
                  <a:lnTo>
                    <a:pt x="34809" y="298371"/>
                  </a:lnTo>
                  <a:lnTo>
                    <a:pt x="34991" y="298417"/>
                  </a:lnTo>
                  <a:lnTo>
                    <a:pt x="35264" y="298231"/>
                  </a:lnTo>
                  <a:lnTo>
                    <a:pt x="35355" y="298045"/>
                  </a:lnTo>
                  <a:lnTo>
                    <a:pt x="35674" y="297858"/>
                  </a:lnTo>
                  <a:lnTo>
                    <a:pt x="35857" y="297765"/>
                  </a:lnTo>
                  <a:lnTo>
                    <a:pt x="36221" y="297858"/>
                  </a:lnTo>
                  <a:lnTo>
                    <a:pt x="36312" y="298045"/>
                  </a:lnTo>
                  <a:lnTo>
                    <a:pt x="36176" y="298324"/>
                  </a:lnTo>
                  <a:lnTo>
                    <a:pt x="35948" y="298464"/>
                  </a:lnTo>
                  <a:lnTo>
                    <a:pt x="35811" y="298464"/>
                  </a:lnTo>
                  <a:lnTo>
                    <a:pt x="35674" y="298324"/>
                  </a:lnTo>
                  <a:lnTo>
                    <a:pt x="35492" y="298371"/>
                  </a:lnTo>
                  <a:lnTo>
                    <a:pt x="35583" y="298697"/>
                  </a:lnTo>
                  <a:lnTo>
                    <a:pt x="35720" y="298837"/>
                  </a:lnTo>
                  <a:lnTo>
                    <a:pt x="35720" y="299163"/>
                  </a:lnTo>
                  <a:lnTo>
                    <a:pt x="35674" y="299349"/>
                  </a:lnTo>
                  <a:lnTo>
                    <a:pt x="35765" y="299768"/>
                  </a:lnTo>
                  <a:lnTo>
                    <a:pt x="35993" y="299955"/>
                  </a:lnTo>
                  <a:lnTo>
                    <a:pt x="36130" y="299908"/>
                  </a:lnTo>
                  <a:lnTo>
                    <a:pt x="36312" y="299815"/>
                  </a:lnTo>
                  <a:lnTo>
                    <a:pt x="36358" y="299675"/>
                  </a:lnTo>
                  <a:lnTo>
                    <a:pt x="36221" y="299349"/>
                  </a:lnTo>
                  <a:lnTo>
                    <a:pt x="36221" y="298976"/>
                  </a:lnTo>
                  <a:lnTo>
                    <a:pt x="36312" y="298837"/>
                  </a:lnTo>
                  <a:lnTo>
                    <a:pt x="36449" y="298790"/>
                  </a:lnTo>
                  <a:lnTo>
                    <a:pt x="36722" y="298976"/>
                  </a:lnTo>
                  <a:lnTo>
                    <a:pt x="36859" y="299070"/>
                  </a:lnTo>
                  <a:lnTo>
                    <a:pt x="37041" y="299256"/>
                  </a:lnTo>
                  <a:lnTo>
                    <a:pt x="37269" y="299163"/>
                  </a:lnTo>
                  <a:lnTo>
                    <a:pt x="37132" y="298464"/>
                  </a:lnTo>
                  <a:lnTo>
                    <a:pt x="38135" y="297672"/>
                  </a:lnTo>
                  <a:lnTo>
                    <a:pt x="38271" y="297579"/>
                  </a:lnTo>
                  <a:lnTo>
                    <a:pt x="38408" y="297532"/>
                  </a:lnTo>
                  <a:lnTo>
                    <a:pt x="38271" y="296927"/>
                  </a:lnTo>
                  <a:lnTo>
                    <a:pt x="38727" y="296787"/>
                  </a:lnTo>
                  <a:lnTo>
                    <a:pt x="38909" y="297346"/>
                  </a:lnTo>
                  <a:lnTo>
                    <a:pt x="38727" y="297625"/>
                  </a:lnTo>
                  <a:lnTo>
                    <a:pt x="38727" y="297765"/>
                  </a:lnTo>
                  <a:lnTo>
                    <a:pt x="38545" y="297998"/>
                  </a:lnTo>
                  <a:lnTo>
                    <a:pt x="38590" y="298278"/>
                  </a:lnTo>
                  <a:lnTo>
                    <a:pt x="38681" y="298930"/>
                  </a:lnTo>
                  <a:lnTo>
                    <a:pt x="38818" y="298976"/>
                  </a:lnTo>
                  <a:lnTo>
                    <a:pt x="38955" y="298930"/>
                  </a:lnTo>
                  <a:lnTo>
                    <a:pt x="39137" y="298883"/>
                  </a:lnTo>
                  <a:lnTo>
                    <a:pt x="39274" y="298790"/>
                  </a:lnTo>
                  <a:lnTo>
                    <a:pt x="39547" y="298604"/>
                  </a:lnTo>
                  <a:lnTo>
                    <a:pt x="39775" y="298511"/>
                  </a:lnTo>
                  <a:lnTo>
                    <a:pt x="39957" y="298278"/>
                  </a:lnTo>
                  <a:lnTo>
                    <a:pt x="39957" y="298138"/>
                  </a:lnTo>
                  <a:lnTo>
                    <a:pt x="39912" y="297998"/>
                  </a:lnTo>
                  <a:lnTo>
                    <a:pt x="39775" y="297952"/>
                  </a:lnTo>
                  <a:lnTo>
                    <a:pt x="39684" y="297625"/>
                  </a:lnTo>
                  <a:lnTo>
                    <a:pt x="39866" y="297346"/>
                  </a:lnTo>
                  <a:lnTo>
                    <a:pt x="40048" y="297299"/>
                  </a:lnTo>
                  <a:lnTo>
                    <a:pt x="40413" y="297486"/>
                  </a:lnTo>
                  <a:lnTo>
                    <a:pt x="40595" y="297393"/>
                  </a:lnTo>
                  <a:lnTo>
                    <a:pt x="41096" y="297066"/>
                  </a:lnTo>
                  <a:lnTo>
                    <a:pt x="41324" y="296880"/>
                  </a:lnTo>
                  <a:lnTo>
                    <a:pt x="41370" y="296694"/>
                  </a:lnTo>
                  <a:lnTo>
                    <a:pt x="41415" y="296507"/>
                  </a:lnTo>
                  <a:lnTo>
                    <a:pt x="41780" y="296228"/>
                  </a:lnTo>
                  <a:lnTo>
                    <a:pt x="42190" y="296554"/>
                  </a:lnTo>
                  <a:lnTo>
                    <a:pt x="42144" y="297066"/>
                  </a:lnTo>
                  <a:lnTo>
                    <a:pt x="42144" y="297346"/>
                  </a:lnTo>
                  <a:lnTo>
                    <a:pt x="42190" y="297812"/>
                  </a:lnTo>
                  <a:lnTo>
                    <a:pt x="42736" y="297858"/>
                  </a:lnTo>
                  <a:lnTo>
                    <a:pt x="43420" y="297486"/>
                  </a:lnTo>
                  <a:lnTo>
                    <a:pt x="43875" y="297206"/>
                  </a:lnTo>
                  <a:lnTo>
                    <a:pt x="44422" y="296740"/>
                  </a:lnTo>
                  <a:lnTo>
                    <a:pt x="44832" y="296275"/>
                  </a:lnTo>
                  <a:lnTo>
                    <a:pt x="45060" y="295809"/>
                  </a:lnTo>
                  <a:lnTo>
                    <a:pt x="45106" y="295063"/>
                  </a:lnTo>
                  <a:lnTo>
                    <a:pt x="45015" y="294691"/>
                  </a:lnTo>
                  <a:lnTo>
                    <a:pt x="45151" y="294178"/>
                  </a:lnTo>
                  <a:lnTo>
                    <a:pt x="45015" y="293479"/>
                  </a:lnTo>
                  <a:lnTo>
                    <a:pt x="45060" y="292920"/>
                  </a:lnTo>
                  <a:lnTo>
                    <a:pt x="45015" y="292734"/>
                  </a:lnTo>
                  <a:lnTo>
                    <a:pt x="45106" y="292408"/>
                  </a:lnTo>
                  <a:lnTo>
                    <a:pt x="45106" y="292082"/>
                  </a:lnTo>
                  <a:lnTo>
                    <a:pt x="45015" y="291570"/>
                  </a:lnTo>
                  <a:lnTo>
                    <a:pt x="45151" y="291337"/>
                  </a:lnTo>
                  <a:lnTo>
                    <a:pt x="45106" y="291011"/>
                  </a:lnTo>
                  <a:lnTo>
                    <a:pt x="44878" y="290778"/>
                  </a:lnTo>
                  <a:lnTo>
                    <a:pt x="44878" y="290545"/>
                  </a:lnTo>
                  <a:lnTo>
                    <a:pt x="44650" y="289986"/>
                  </a:lnTo>
                  <a:lnTo>
                    <a:pt x="44240" y="289566"/>
                  </a:lnTo>
                  <a:lnTo>
                    <a:pt x="44103" y="289473"/>
                  </a:lnTo>
                  <a:lnTo>
                    <a:pt x="43967" y="289473"/>
                  </a:lnTo>
                  <a:lnTo>
                    <a:pt x="43921" y="289613"/>
                  </a:lnTo>
                  <a:lnTo>
                    <a:pt x="43602" y="289753"/>
                  </a:lnTo>
                  <a:lnTo>
                    <a:pt x="43465" y="289660"/>
                  </a:lnTo>
                  <a:lnTo>
                    <a:pt x="43147" y="289427"/>
                  </a:lnTo>
                  <a:lnTo>
                    <a:pt x="43101" y="289240"/>
                  </a:lnTo>
                  <a:lnTo>
                    <a:pt x="43192" y="289101"/>
                  </a:lnTo>
                  <a:lnTo>
                    <a:pt x="43374" y="289054"/>
                  </a:lnTo>
                  <a:lnTo>
                    <a:pt x="43511" y="288914"/>
                  </a:lnTo>
                  <a:lnTo>
                    <a:pt x="43329" y="287983"/>
                  </a:lnTo>
                  <a:lnTo>
                    <a:pt x="43420" y="287843"/>
                  </a:lnTo>
                  <a:lnTo>
                    <a:pt x="43420" y="287656"/>
                  </a:lnTo>
                  <a:lnTo>
                    <a:pt x="43374" y="287330"/>
                  </a:lnTo>
                  <a:lnTo>
                    <a:pt x="43192" y="287237"/>
                  </a:lnTo>
                  <a:lnTo>
                    <a:pt x="42782" y="287051"/>
                  </a:lnTo>
                  <a:lnTo>
                    <a:pt x="42418" y="287051"/>
                  </a:lnTo>
                  <a:lnTo>
                    <a:pt x="42281" y="286911"/>
                  </a:lnTo>
                  <a:lnTo>
                    <a:pt x="42053" y="286865"/>
                  </a:lnTo>
                  <a:lnTo>
                    <a:pt x="41916" y="286818"/>
                  </a:lnTo>
                  <a:lnTo>
                    <a:pt x="41780" y="286865"/>
                  </a:lnTo>
                  <a:lnTo>
                    <a:pt x="41597" y="286445"/>
                  </a:lnTo>
                  <a:lnTo>
                    <a:pt x="41643" y="285933"/>
                  </a:lnTo>
                  <a:lnTo>
                    <a:pt x="42007" y="285514"/>
                  </a:lnTo>
                  <a:lnTo>
                    <a:pt x="42326" y="285467"/>
                  </a:lnTo>
                  <a:lnTo>
                    <a:pt x="42554" y="285327"/>
                  </a:lnTo>
                  <a:lnTo>
                    <a:pt x="42463" y="285141"/>
                  </a:lnTo>
                  <a:lnTo>
                    <a:pt x="42281" y="284861"/>
                  </a:lnTo>
                  <a:lnTo>
                    <a:pt x="42281" y="284489"/>
                  </a:lnTo>
                  <a:lnTo>
                    <a:pt x="42099" y="284163"/>
                  </a:lnTo>
                  <a:lnTo>
                    <a:pt x="41962" y="284069"/>
                  </a:lnTo>
                  <a:lnTo>
                    <a:pt x="42007" y="283930"/>
                  </a:lnTo>
                  <a:lnTo>
                    <a:pt x="42053" y="283743"/>
                  </a:lnTo>
                  <a:lnTo>
                    <a:pt x="42144" y="283604"/>
                  </a:lnTo>
                  <a:lnTo>
                    <a:pt x="42190" y="283417"/>
                  </a:lnTo>
                  <a:lnTo>
                    <a:pt x="42281" y="283184"/>
                  </a:lnTo>
                  <a:lnTo>
                    <a:pt x="42554" y="283045"/>
                  </a:lnTo>
                  <a:lnTo>
                    <a:pt x="43192" y="282951"/>
                  </a:lnTo>
                  <a:lnTo>
                    <a:pt x="44012" y="282812"/>
                  </a:lnTo>
                  <a:lnTo>
                    <a:pt x="44559" y="282765"/>
                  </a:lnTo>
                  <a:lnTo>
                    <a:pt x="44832" y="282719"/>
                  </a:lnTo>
                  <a:lnTo>
                    <a:pt x="45060" y="282812"/>
                  </a:lnTo>
                  <a:lnTo>
                    <a:pt x="45197" y="283045"/>
                  </a:lnTo>
                  <a:lnTo>
                    <a:pt x="45288" y="283184"/>
                  </a:lnTo>
                  <a:lnTo>
                    <a:pt x="45333" y="283371"/>
                  </a:lnTo>
                  <a:lnTo>
                    <a:pt x="45425" y="283604"/>
                  </a:lnTo>
                  <a:lnTo>
                    <a:pt x="45561" y="283697"/>
                  </a:lnTo>
                  <a:lnTo>
                    <a:pt x="45698" y="283790"/>
                  </a:lnTo>
                  <a:lnTo>
                    <a:pt x="45880" y="283743"/>
                  </a:lnTo>
                  <a:lnTo>
                    <a:pt x="46108" y="283697"/>
                  </a:lnTo>
                  <a:lnTo>
                    <a:pt x="46381" y="283604"/>
                  </a:lnTo>
                  <a:lnTo>
                    <a:pt x="46518" y="283604"/>
                  </a:lnTo>
                  <a:lnTo>
                    <a:pt x="46655" y="283650"/>
                  </a:lnTo>
                  <a:lnTo>
                    <a:pt x="46791" y="283743"/>
                  </a:lnTo>
                  <a:lnTo>
                    <a:pt x="47566" y="283790"/>
                  </a:lnTo>
                  <a:lnTo>
                    <a:pt x="48295" y="283930"/>
                  </a:lnTo>
                  <a:lnTo>
                    <a:pt x="48751" y="284023"/>
                  </a:lnTo>
                  <a:lnTo>
                    <a:pt x="49297" y="284349"/>
                  </a:lnTo>
                  <a:lnTo>
                    <a:pt x="49434" y="284629"/>
                  </a:lnTo>
                  <a:lnTo>
                    <a:pt x="49662" y="285141"/>
                  </a:lnTo>
                  <a:lnTo>
                    <a:pt x="50026" y="285420"/>
                  </a:lnTo>
                  <a:lnTo>
                    <a:pt x="50482" y="285467"/>
                  </a:lnTo>
                  <a:lnTo>
                    <a:pt x="50938" y="285607"/>
                  </a:lnTo>
                  <a:lnTo>
                    <a:pt x="51029" y="285840"/>
                  </a:lnTo>
                  <a:lnTo>
                    <a:pt x="51074" y="286399"/>
                  </a:lnTo>
                  <a:lnTo>
                    <a:pt x="51302" y="286865"/>
                  </a:lnTo>
                  <a:lnTo>
                    <a:pt x="52077" y="287191"/>
                  </a:lnTo>
                  <a:lnTo>
                    <a:pt x="52669" y="287144"/>
                  </a:lnTo>
                  <a:lnTo>
                    <a:pt x="52806" y="287051"/>
                  </a:lnTo>
                  <a:lnTo>
                    <a:pt x="53307" y="286818"/>
                  </a:lnTo>
                  <a:lnTo>
                    <a:pt x="53808" y="286538"/>
                  </a:lnTo>
                  <a:lnTo>
                    <a:pt x="54400" y="285886"/>
                  </a:lnTo>
                  <a:lnTo>
                    <a:pt x="54765" y="285374"/>
                  </a:lnTo>
                  <a:lnTo>
                    <a:pt x="55038" y="285048"/>
                  </a:lnTo>
                  <a:lnTo>
                    <a:pt x="55357" y="284629"/>
                  </a:lnTo>
                  <a:lnTo>
                    <a:pt x="55813" y="283650"/>
                  </a:lnTo>
                  <a:lnTo>
                    <a:pt x="56086" y="282765"/>
                  </a:lnTo>
                  <a:lnTo>
                    <a:pt x="56268" y="282160"/>
                  </a:lnTo>
                  <a:lnTo>
                    <a:pt x="56314" y="281274"/>
                  </a:lnTo>
                  <a:lnTo>
                    <a:pt x="56268" y="280389"/>
                  </a:lnTo>
                  <a:lnTo>
                    <a:pt x="56177" y="280156"/>
                  </a:lnTo>
                  <a:lnTo>
                    <a:pt x="56177" y="279924"/>
                  </a:lnTo>
                  <a:lnTo>
                    <a:pt x="56132" y="279644"/>
                  </a:lnTo>
                  <a:lnTo>
                    <a:pt x="55949" y="279411"/>
                  </a:lnTo>
                  <a:lnTo>
                    <a:pt x="55813" y="279318"/>
                  </a:lnTo>
                  <a:lnTo>
                    <a:pt x="55630" y="279271"/>
                  </a:lnTo>
                  <a:lnTo>
                    <a:pt x="55494" y="279318"/>
                  </a:lnTo>
                  <a:lnTo>
                    <a:pt x="54810" y="279458"/>
                  </a:lnTo>
                  <a:lnTo>
                    <a:pt x="53580" y="279830"/>
                  </a:lnTo>
                  <a:lnTo>
                    <a:pt x="53261" y="279877"/>
                  </a:lnTo>
                  <a:lnTo>
                    <a:pt x="53033" y="279737"/>
                  </a:lnTo>
                  <a:lnTo>
                    <a:pt x="52851" y="279784"/>
                  </a:lnTo>
                  <a:lnTo>
                    <a:pt x="52714" y="279830"/>
                  </a:lnTo>
                  <a:lnTo>
                    <a:pt x="52669" y="279597"/>
                  </a:lnTo>
                  <a:lnTo>
                    <a:pt x="54583" y="278805"/>
                  </a:lnTo>
                  <a:lnTo>
                    <a:pt x="54719" y="278619"/>
                  </a:lnTo>
                  <a:lnTo>
                    <a:pt x="54765" y="278386"/>
                  </a:lnTo>
                  <a:lnTo>
                    <a:pt x="54719" y="278153"/>
                  </a:lnTo>
                  <a:lnTo>
                    <a:pt x="54537" y="277641"/>
                  </a:lnTo>
                  <a:lnTo>
                    <a:pt x="54264" y="277128"/>
                  </a:lnTo>
                  <a:lnTo>
                    <a:pt x="54036" y="276523"/>
                  </a:lnTo>
                  <a:lnTo>
                    <a:pt x="53626" y="275545"/>
                  </a:lnTo>
                  <a:lnTo>
                    <a:pt x="53170" y="274706"/>
                  </a:lnTo>
                  <a:lnTo>
                    <a:pt x="52806" y="274380"/>
                  </a:lnTo>
                  <a:lnTo>
                    <a:pt x="52168" y="273961"/>
                  </a:lnTo>
                  <a:lnTo>
                    <a:pt x="51940" y="274194"/>
                  </a:lnTo>
                  <a:lnTo>
                    <a:pt x="51302" y="274706"/>
                  </a:lnTo>
                  <a:lnTo>
                    <a:pt x="51120" y="274380"/>
                  </a:lnTo>
                  <a:lnTo>
                    <a:pt x="50983" y="274194"/>
                  </a:lnTo>
                  <a:lnTo>
                    <a:pt x="51575" y="273541"/>
                  </a:lnTo>
                  <a:lnTo>
                    <a:pt x="51803" y="273355"/>
                  </a:lnTo>
                  <a:lnTo>
                    <a:pt x="51667" y="273122"/>
                  </a:lnTo>
                  <a:lnTo>
                    <a:pt x="51575" y="272750"/>
                  </a:lnTo>
                  <a:lnTo>
                    <a:pt x="51439" y="272191"/>
                  </a:lnTo>
                  <a:lnTo>
                    <a:pt x="51211" y="271632"/>
                  </a:lnTo>
                  <a:lnTo>
                    <a:pt x="50983" y="271212"/>
                  </a:lnTo>
                  <a:lnTo>
                    <a:pt x="50664" y="270886"/>
                  </a:lnTo>
                  <a:lnTo>
                    <a:pt x="50300" y="270607"/>
                  </a:lnTo>
                  <a:lnTo>
                    <a:pt x="50026" y="270467"/>
                  </a:lnTo>
                  <a:lnTo>
                    <a:pt x="49844" y="270374"/>
                  </a:lnTo>
                  <a:lnTo>
                    <a:pt x="49662" y="270281"/>
                  </a:lnTo>
                  <a:lnTo>
                    <a:pt x="49434" y="270234"/>
                  </a:lnTo>
                  <a:lnTo>
                    <a:pt x="49070" y="270234"/>
                  </a:lnTo>
                  <a:lnTo>
                    <a:pt x="48432" y="270420"/>
                  </a:lnTo>
                  <a:lnTo>
                    <a:pt x="48295" y="270467"/>
                  </a:lnTo>
                  <a:lnTo>
                    <a:pt x="47520" y="270607"/>
                  </a:lnTo>
                  <a:lnTo>
                    <a:pt x="46108" y="270933"/>
                  </a:lnTo>
                  <a:lnTo>
                    <a:pt x="45425" y="271026"/>
                  </a:lnTo>
                  <a:lnTo>
                    <a:pt x="44741" y="271073"/>
                  </a:lnTo>
                  <a:lnTo>
                    <a:pt x="44513" y="271119"/>
                  </a:lnTo>
                  <a:lnTo>
                    <a:pt x="43602" y="271212"/>
                  </a:lnTo>
                  <a:lnTo>
                    <a:pt x="43420" y="272097"/>
                  </a:lnTo>
                  <a:lnTo>
                    <a:pt x="43192" y="273262"/>
                  </a:lnTo>
                  <a:lnTo>
                    <a:pt x="42828" y="273215"/>
                  </a:lnTo>
                  <a:lnTo>
                    <a:pt x="43010" y="271864"/>
                  </a:lnTo>
                  <a:lnTo>
                    <a:pt x="43055" y="271632"/>
                  </a:lnTo>
                  <a:lnTo>
                    <a:pt x="42964" y="271352"/>
                  </a:lnTo>
                  <a:lnTo>
                    <a:pt x="42736" y="271026"/>
                  </a:lnTo>
                  <a:lnTo>
                    <a:pt x="42190" y="270700"/>
                  </a:lnTo>
                  <a:lnTo>
                    <a:pt x="41506" y="270234"/>
                  </a:lnTo>
                  <a:lnTo>
                    <a:pt x="40777" y="269861"/>
                  </a:lnTo>
                  <a:lnTo>
                    <a:pt x="40185" y="269628"/>
                  </a:lnTo>
                  <a:lnTo>
                    <a:pt x="37907" y="268417"/>
                  </a:lnTo>
                  <a:lnTo>
                    <a:pt x="37178" y="268184"/>
                  </a:lnTo>
                  <a:lnTo>
                    <a:pt x="37041" y="268184"/>
                  </a:lnTo>
                  <a:lnTo>
                    <a:pt x="36859" y="268184"/>
                  </a:lnTo>
                  <a:lnTo>
                    <a:pt x="36631" y="268184"/>
                  </a:lnTo>
                  <a:lnTo>
                    <a:pt x="36494" y="268184"/>
                  </a:lnTo>
                  <a:lnTo>
                    <a:pt x="36312" y="268184"/>
                  </a:lnTo>
                  <a:lnTo>
                    <a:pt x="36176" y="268184"/>
                  </a:lnTo>
                  <a:lnTo>
                    <a:pt x="35993" y="268184"/>
                  </a:lnTo>
                  <a:lnTo>
                    <a:pt x="35857" y="268277"/>
                  </a:lnTo>
                  <a:lnTo>
                    <a:pt x="35811" y="268417"/>
                  </a:lnTo>
                  <a:lnTo>
                    <a:pt x="35674" y="268650"/>
                  </a:lnTo>
                  <a:lnTo>
                    <a:pt x="35629" y="268930"/>
                  </a:lnTo>
                  <a:lnTo>
                    <a:pt x="35629" y="269069"/>
                  </a:lnTo>
                  <a:lnTo>
                    <a:pt x="35629" y="269209"/>
                  </a:lnTo>
                  <a:lnTo>
                    <a:pt x="35629" y="269395"/>
                  </a:lnTo>
                  <a:lnTo>
                    <a:pt x="35583" y="269628"/>
                  </a:lnTo>
                  <a:lnTo>
                    <a:pt x="35583" y="269768"/>
                  </a:lnTo>
                  <a:lnTo>
                    <a:pt x="35538" y="269908"/>
                  </a:lnTo>
                  <a:lnTo>
                    <a:pt x="35492" y="270048"/>
                  </a:lnTo>
                  <a:lnTo>
                    <a:pt x="35355" y="270327"/>
                  </a:lnTo>
                  <a:lnTo>
                    <a:pt x="35173" y="270560"/>
                  </a:lnTo>
                  <a:lnTo>
                    <a:pt x="34991" y="270793"/>
                  </a:lnTo>
                  <a:lnTo>
                    <a:pt x="34854" y="270793"/>
                  </a:lnTo>
                  <a:lnTo>
                    <a:pt x="34718" y="270700"/>
                  </a:lnTo>
                  <a:lnTo>
                    <a:pt x="34490" y="270607"/>
                  </a:lnTo>
                  <a:lnTo>
                    <a:pt x="34353" y="270560"/>
                  </a:lnTo>
                  <a:lnTo>
                    <a:pt x="34171" y="270560"/>
                  </a:lnTo>
                  <a:lnTo>
                    <a:pt x="33897" y="270560"/>
                  </a:lnTo>
                  <a:lnTo>
                    <a:pt x="33670" y="270653"/>
                  </a:lnTo>
                  <a:lnTo>
                    <a:pt x="33533" y="270746"/>
                  </a:lnTo>
                  <a:lnTo>
                    <a:pt x="33442" y="270933"/>
                  </a:lnTo>
                  <a:lnTo>
                    <a:pt x="33214" y="270979"/>
                  </a:lnTo>
                  <a:lnTo>
                    <a:pt x="32941" y="271119"/>
                  </a:lnTo>
                  <a:lnTo>
                    <a:pt x="32622" y="271119"/>
                  </a:lnTo>
                  <a:lnTo>
                    <a:pt x="32485" y="271073"/>
                  </a:lnTo>
                  <a:lnTo>
                    <a:pt x="32348" y="271073"/>
                  </a:lnTo>
                  <a:lnTo>
                    <a:pt x="32121" y="270979"/>
                  </a:lnTo>
                  <a:lnTo>
                    <a:pt x="31984" y="270886"/>
                  </a:lnTo>
                  <a:lnTo>
                    <a:pt x="31893" y="270746"/>
                  </a:lnTo>
                  <a:lnTo>
                    <a:pt x="31893" y="270607"/>
                  </a:lnTo>
                  <a:lnTo>
                    <a:pt x="31893" y="270467"/>
                  </a:lnTo>
                  <a:lnTo>
                    <a:pt x="31756" y="270281"/>
                  </a:lnTo>
                  <a:lnTo>
                    <a:pt x="31619" y="270234"/>
                  </a:lnTo>
                  <a:lnTo>
                    <a:pt x="31437" y="270420"/>
                  </a:lnTo>
                  <a:lnTo>
                    <a:pt x="31209" y="270560"/>
                  </a:lnTo>
                  <a:lnTo>
                    <a:pt x="30936" y="270607"/>
                  </a:lnTo>
                  <a:lnTo>
                    <a:pt x="30754" y="270979"/>
                  </a:lnTo>
                  <a:lnTo>
                    <a:pt x="30708" y="271212"/>
                  </a:lnTo>
                  <a:lnTo>
                    <a:pt x="30754" y="271352"/>
                  </a:lnTo>
                  <a:lnTo>
                    <a:pt x="30754" y="271492"/>
                  </a:lnTo>
                  <a:lnTo>
                    <a:pt x="30571" y="271678"/>
                  </a:lnTo>
                  <a:lnTo>
                    <a:pt x="30480" y="271818"/>
                  </a:lnTo>
                  <a:lnTo>
                    <a:pt x="30298" y="272051"/>
                  </a:lnTo>
                  <a:lnTo>
                    <a:pt x="30207" y="272237"/>
                  </a:lnTo>
                  <a:lnTo>
                    <a:pt x="30070" y="272330"/>
                  </a:lnTo>
                  <a:lnTo>
                    <a:pt x="29751" y="272470"/>
                  </a:lnTo>
                  <a:lnTo>
                    <a:pt x="29615" y="272423"/>
                  </a:lnTo>
                  <a:lnTo>
                    <a:pt x="29432" y="272517"/>
                  </a:lnTo>
                  <a:lnTo>
                    <a:pt x="29296" y="272563"/>
                  </a:lnTo>
                  <a:lnTo>
                    <a:pt x="29113" y="272517"/>
                  </a:lnTo>
                  <a:lnTo>
                    <a:pt x="29068" y="272330"/>
                  </a:lnTo>
                  <a:lnTo>
                    <a:pt x="28977" y="272191"/>
                  </a:lnTo>
                  <a:lnTo>
                    <a:pt x="28840" y="272051"/>
                  </a:lnTo>
                  <a:lnTo>
                    <a:pt x="28795" y="271818"/>
                  </a:lnTo>
                  <a:lnTo>
                    <a:pt x="28931" y="271632"/>
                  </a:lnTo>
                  <a:lnTo>
                    <a:pt x="29432" y="271305"/>
                  </a:lnTo>
                  <a:lnTo>
                    <a:pt x="29706" y="271212"/>
                  </a:lnTo>
                  <a:lnTo>
                    <a:pt x="29842" y="271166"/>
                  </a:lnTo>
                  <a:lnTo>
                    <a:pt x="30070" y="271073"/>
                  </a:lnTo>
                  <a:lnTo>
                    <a:pt x="30116" y="270933"/>
                  </a:lnTo>
                  <a:lnTo>
                    <a:pt x="29842" y="270840"/>
                  </a:lnTo>
                  <a:lnTo>
                    <a:pt x="29706" y="270840"/>
                  </a:lnTo>
                  <a:lnTo>
                    <a:pt x="29569" y="270653"/>
                  </a:lnTo>
                  <a:lnTo>
                    <a:pt x="29615" y="270420"/>
                  </a:lnTo>
                  <a:lnTo>
                    <a:pt x="29751" y="270141"/>
                  </a:lnTo>
                  <a:lnTo>
                    <a:pt x="29706" y="270001"/>
                  </a:lnTo>
                  <a:lnTo>
                    <a:pt x="29979" y="269722"/>
                  </a:lnTo>
                  <a:lnTo>
                    <a:pt x="30253" y="269489"/>
                  </a:lnTo>
                  <a:lnTo>
                    <a:pt x="30389" y="269349"/>
                  </a:lnTo>
                  <a:lnTo>
                    <a:pt x="30526" y="269349"/>
                  </a:lnTo>
                  <a:lnTo>
                    <a:pt x="30526" y="269209"/>
                  </a:lnTo>
                  <a:lnTo>
                    <a:pt x="30480" y="269069"/>
                  </a:lnTo>
                  <a:lnTo>
                    <a:pt x="30344" y="269023"/>
                  </a:lnTo>
                  <a:lnTo>
                    <a:pt x="30207" y="269256"/>
                  </a:lnTo>
                  <a:lnTo>
                    <a:pt x="30070" y="269349"/>
                  </a:lnTo>
                  <a:lnTo>
                    <a:pt x="29842" y="269722"/>
                  </a:lnTo>
                  <a:lnTo>
                    <a:pt x="29615" y="269815"/>
                  </a:lnTo>
                  <a:lnTo>
                    <a:pt x="29296" y="269908"/>
                  </a:lnTo>
                  <a:lnTo>
                    <a:pt x="29022" y="269908"/>
                  </a:lnTo>
                  <a:lnTo>
                    <a:pt x="28795" y="269861"/>
                  </a:lnTo>
                  <a:lnTo>
                    <a:pt x="28703" y="269722"/>
                  </a:lnTo>
                  <a:lnTo>
                    <a:pt x="28931" y="269628"/>
                  </a:lnTo>
                  <a:lnTo>
                    <a:pt x="29250" y="269582"/>
                  </a:lnTo>
                  <a:lnTo>
                    <a:pt x="29432" y="269489"/>
                  </a:lnTo>
                  <a:lnTo>
                    <a:pt x="29524" y="269349"/>
                  </a:lnTo>
                  <a:lnTo>
                    <a:pt x="29751" y="269069"/>
                  </a:lnTo>
                  <a:lnTo>
                    <a:pt x="29615" y="269069"/>
                  </a:lnTo>
                  <a:lnTo>
                    <a:pt x="29478" y="269163"/>
                  </a:lnTo>
                  <a:lnTo>
                    <a:pt x="29341" y="269209"/>
                  </a:lnTo>
                  <a:lnTo>
                    <a:pt x="29159" y="269256"/>
                  </a:lnTo>
                  <a:lnTo>
                    <a:pt x="29022" y="269256"/>
                  </a:lnTo>
                  <a:lnTo>
                    <a:pt x="28840" y="269395"/>
                  </a:lnTo>
                  <a:lnTo>
                    <a:pt x="28612" y="269535"/>
                  </a:lnTo>
                  <a:lnTo>
                    <a:pt x="28430" y="269535"/>
                  </a:lnTo>
                  <a:lnTo>
                    <a:pt x="28157" y="269628"/>
                  </a:lnTo>
                  <a:lnTo>
                    <a:pt x="28020" y="269722"/>
                  </a:lnTo>
                  <a:lnTo>
                    <a:pt x="27883" y="269768"/>
                  </a:lnTo>
                  <a:lnTo>
                    <a:pt x="27747" y="269768"/>
                  </a:lnTo>
                  <a:lnTo>
                    <a:pt x="27382" y="269815"/>
                  </a:lnTo>
                  <a:lnTo>
                    <a:pt x="26744" y="269489"/>
                  </a:lnTo>
                  <a:lnTo>
                    <a:pt x="26699" y="268930"/>
                  </a:lnTo>
                  <a:lnTo>
                    <a:pt x="27154" y="268138"/>
                  </a:lnTo>
                  <a:lnTo>
                    <a:pt x="27245" y="267812"/>
                  </a:lnTo>
                  <a:lnTo>
                    <a:pt x="27382" y="267625"/>
                  </a:lnTo>
                  <a:lnTo>
                    <a:pt x="27245" y="267625"/>
                  </a:lnTo>
                  <a:lnTo>
                    <a:pt x="27018" y="267439"/>
                  </a:lnTo>
                  <a:lnTo>
                    <a:pt x="26881" y="267486"/>
                  </a:lnTo>
                  <a:lnTo>
                    <a:pt x="26653" y="267439"/>
                  </a:lnTo>
                  <a:lnTo>
                    <a:pt x="26516" y="267299"/>
                  </a:lnTo>
                  <a:lnTo>
                    <a:pt x="26243" y="267486"/>
                  </a:lnTo>
                  <a:lnTo>
                    <a:pt x="25879" y="267532"/>
                  </a:lnTo>
                  <a:lnTo>
                    <a:pt x="25241" y="265622"/>
                  </a:lnTo>
                  <a:lnTo>
                    <a:pt x="25195" y="265389"/>
                  </a:lnTo>
                  <a:lnTo>
                    <a:pt x="25241" y="265203"/>
                  </a:lnTo>
                  <a:lnTo>
                    <a:pt x="25560" y="265110"/>
                  </a:lnTo>
                  <a:lnTo>
                    <a:pt x="25924" y="265017"/>
                  </a:lnTo>
                  <a:lnTo>
                    <a:pt x="26425" y="264970"/>
                  </a:lnTo>
                  <a:lnTo>
                    <a:pt x="26744" y="264923"/>
                  </a:lnTo>
                  <a:lnTo>
                    <a:pt x="27109" y="264923"/>
                  </a:lnTo>
                  <a:lnTo>
                    <a:pt x="27792" y="264877"/>
                  </a:lnTo>
                  <a:lnTo>
                    <a:pt x="28111" y="264877"/>
                  </a:lnTo>
                  <a:lnTo>
                    <a:pt x="28339" y="264784"/>
                  </a:lnTo>
                  <a:lnTo>
                    <a:pt x="28384" y="264551"/>
                  </a:lnTo>
                  <a:lnTo>
                    <a:pt x="28111" y="264504"/>
                  </a:lnTo>
                  <a:lnTo>
                    <a:pt x="27883" y="264551"/>
                  </a:lnTo>
                  <a:lnTo>
                    <a:pt x="27701" y="264644"/>
                  </a:lnTo>
                  <a:lnTo>
                    <a:pt x="27519" y="264644"/>
                  </a:lnTo>
                  <a:lnTo>
                    <a:pt x="27200" y="264597"/>
                  </a:lnTo>
                  <a:lnTo>
                    <a:pt x="26972" y="264504"/>
                  </a:lnTo>
                  <a:lnTo>
                    <a:pt x="26790" y="264225"/>
                  </a:lnTo>
                  <a:lnTo>
                    <a:pt x="26835" y="264085"/>
                  </a:lnTo>
                  <a:lnTo>
                    <a:pt x="27109" y="263619"/>
                  </a:lnTo>
                  <a:lnTo>
                    <a:pt x="27337" y="263386"/>
                  </a:lnTo>
                  <a:lnTo>
                    <a:pt x="27747" y="263107"/>
                  </a:lnTo>
                  <a:lnTo>
                    <a:pt x="28066" y="262874"/>
                  </a:lnTo>
                  <a:lnTo>
                    <a:pt x="28567" y="262920"/>
                  </a:lnTo>
                  <a:lnTo>
                    <a:pt x="28749" y="262920"/>
                  </a:lnTo>
                  <a:lnTo>
                    <a:pt x="28931" y="263013"/>
                  </a:lnTo>
                  <a:lnTo>
                    <a:pt x="29159" y="262967"/>
                  </a:lnTo>
                  <a:lnTo>
                    <a:pt x="29478" y="262827"/>
                  </a:lnTo>
                  <a:lnTo>
                    <a:pt x="29660" y="262874"/>
                  </a:lnTo>
                  <a:lnTo>
                    <a:pt x="29842" y="263200"/>
                  </a:lnTo>
                  <a:lnTo>
                    <a:pt x="30070" y="263479"/>
                  </a:lnTo>
                  <a:lnTo>
                    <a:pt x="30207" y="263712"/>
                  </a:lnTo>
                  <a:lnTo>
                    <a:pt x="30207" y="263852"/>
                  </a:lnTo>
                  <a:lnTo>
                    <a:pt x="30389" y="263805"/>
                  </a:lnTo>
                  <a:lnTo>
                    <a:pt x="30754" y="263619"/>
                  </a:lnTo>
                  <a:lnTo>
                    <a:pt x="30617" y="263433"/>
                  </a:lnTo>
                  <a:lnTo>
                    <a:pt x="30845" y="263107"/>
                  </a:lnTo>
                  <a:lnTo>
                    <a:pt x="31164" y="263340"/>
                  </a:lnTo>
                  <a:lnTo>
                    <a:pt x="31300" y="263386"/>
                  </a:lnTo>
                  <a:lnTo>
                    <a:pt x="31437" y="263433"/>
                  </a:lnTo>
                  <a:lnTo>
                    <a:pt x="31574" y="263386"/>
                  </a:lnTo>
                  <a:lnTo>
                    <a:pt x="31710" y="263386"/>
                  </a:lnTo>
                  <a:lnTo>
                    <a:pt x="31893" y="263200"/>
                  </a:lnTo>
                  <a:lnTo>
                    <a:pt x="31984" y="263013"/>
                  </a:lnTo>
                  <a:lnTo>
                    <a:pt x="31938" y="262827"/>
                  </a:lnTo>
                  <a:lnTo>
                    <a:pt x="31938" y="262594"/>
                  </a:lnTo>
                  <a:lnTo>
                    <a:pt x="31756" y="262082"/>
                  </a:lnTo>
                  <a:lnTo>
                    <a:pt x="31893" y="261942"/>
                  </a:lnTo>
                  <a:lnTo>
                    <a:pt x="31984" y="261802"/>
                  </a:lnTo>
                  <a:lnTo>
                    <a:pt x="32121" y="261709"/>
                  </a:lnTo>
                  <a:lnTo>
                    <a:pt x="32257" y="261569"/>
                  </a:lnTo>
                  <a:lnTo>
                    <a:pt x="32394" y="261430"/>
                  </a:lnTo>
                  <a:lnTo>
                    <a:pt x="32531" y="261336"/>
                  </a:lnTo>
                  <a:lnTo>
                    <a:pt x="32667" y="261243"/>
                  </a:lnTo>
                  <a:lnTo>
                    <a:pt x="32850" y="261104"/>
                  </a:lnTo>
                  <a:lnTo>
                    <a:pt x="32986" y="260731"/>
                  </a:lnTo>
                  <a:lnTo>
                    <a:pt x="32941" y="260545"/>
                  </a:lnTo>
                  <a:lnTo>
                    <a:pt x="33123" y="260358"/>
                  </a:lnTo>
                  <a:lnTo>
                    <a:pt x="33214" y="260498"/>
                  </a:lnTo>
                  <a:lnTo>
                    <a:pt x="33487" y="260777"/>
                  </a:lnTo>
                  <a:lnTo>
                    <a:pt x="33670" y="261197"/>
                  </a:lnTo>
                  <a:lnTo>
                    <a:pt x="34034" y="261057"/>
                  </a:lnTo>
                  <a:lnTo>
                    <a:pt x="34399" y="260777"/>
                  </a:lnTo>
                  <a:lnTo>
                    <a:pt x="34809" y="260265"/>
                  </a:lnTo>
                  <a:lnTo>
                    <a:pt x="35173" y="259846"/>
                  </a:lnTo>
                  <a:lnTo>
                    <a:pt x="35447" y="258961"/>
                  </a:lnTo>
                  <a:lnTo>
                    <a:pt x="35629" y="258122"/>
                  </a:lnTo>
                  <a:lnTo>
                    <a:pt x="35765" y="257330"/>
                  </a:lnTo>
                  <a:lnTo>
                    <a:pt x="35538" y="255979"/>
                  </a:lnTo>
                  <a:lnTo>
                    <a:pt x="35310" y="254675"/>
                  </a:lnTo>
                  <a:lnTo>
                    <a:pt x="34900" y="253371"/>
                  </a:lnTo>
                  <a:lnTo>
                    <a:pt x="34490" y="253184"/>
                  </a:lnTo>
                  <a:lnTo>
                    <a:pt x="34216" y="253138"/>
                  </a:lnTo>
                  <a:lnTo>
                    <a:pt x="33533" y="253417"/>
                  </a:lnTo>
                  <a:lnTo>
                    <a:pt x="32667" y="253790"/>
                  </a:lnTo>
                  <a:lnTo>
                    <a:pt x="32485" y="253324"/>
                  </a:lnTo>
                  <a:lnTo>
                    <a:pt x="34080" y="252485"/>
                  </a:lnTo>
                  <a:lnTo>
                    <a:pt x="34262" y="252346"/>
                  </a:lnTo>
                  <a:lnTo>
                    <a:pt x="34353" y="252066"/>
                  </a:lnTo>
                  <a:lnTo>
                    <a:pt x="34262" y="251647"/>
                  </a:lnTo>
                  <a:lnTo>
                    <a:pt x="34125" y="251321"/>
                  </a:lnTo>
                  <a:lnTo>
                    <a:pt x="33989" y="251088"/>
                  </a:lnTo>
                  <a:lnTo>
                    <a:pt x="33897" y="250902"/>
                  </a:lnTo>
                  <a:lnTo>
                    <a:pt x="33533" y="249690"/>
                  </a:lnTo>
                  <a:lnTo>
                    <a:pt x="33214" y="249038"/>
                  </a:lnTo>
                  <a:lnTo>
                    <a:pt x="32667" y="248479"/>
                  </a:lnTo>
                  <a:lnTo>
                    <a:pt x="32166" y="248013"/>
                  </a:lnTo>
                  <a:lnTo>
                    <a:pt x="31528" y="247687"/>
                  </a:lnTo>
                  <a:lnTo>
                    <a:pt x="31118" y="247687"/>
                  </a:lnTo>
                  <a:lnTo>
                    <a:pt x="28384" y="250203"/>
                  </a:lnTo>
                  <a:lnTo>
                    <a:pt x="28020" y="249830"/>
                  </a:lnTo>
                  <a:lnTo>
                    <a:pt x="30480" y="247501"/>
                  </a:lnTo>
                  <a:lnTo>
                    <a:pt x="29934" y="246895"/>
                  </a:lnTo>
                  <a:lnTo>
                    <a:pt x="29797" y="246662"/>
                  </a:lnTo>
                  <a:lnTo>
                    <a:pt x="29296" y="246057"/>
                  </a:lnTo>
                  <a:lnTo>
                    <a:pt x="29068" y="245777"/>
                  </a:lnTo>
                  <a:lnTo>
                    <a:pt x="28430" y="245079"/>
                  </a:lnTo>
                  <a:lnTo>
                    <a:pt x="27883" y="244426"/>
                  </a:lnTo>
                  <a:lnTo>
                    <a:pt x="27564" y="243821"/>
                  </a:lnTo>
                  <a:lnTo>
                    <a:pt x="27018" y="243122"/>
                  </a:lnTo>
                  <a:lnTo>
                    <a:pt x="26516" y="242470"/>
                  </a:lnTo>
                  <a:lnTo>
                    <a:pt x="25879" y="242097"/>
                  </a:lnTo>
                  <a:lnTo>
                    <a:pt x="24831" y="241678"/>
                  </a:lnTo>
                  <a:lnTo>
                    <a:pt x="24421" y="241538"/>
                  </a:lnTo>
                  <a:lnTo>
                    <a:pt x="24011" y="241445"/>
                  </a:lnTo>
                  <a:lnTo>
                    <a:pt x="23600" y="242516"/>
                  </a:lnTo>
                  <a:lnTo>
                    <a:pt x="23282" y="242377"/>
                  </a:lnTo>
                  <a:lnTo>
                    <a:pt x="23509" y="241585"/>
                  </a:lnTo>
                  <a:lnTo>
                    <a:pt x="23555" y="241212"/>
                  </a:lnTo>
                  <a:lnTo>
                    <a:pt x="22553" y="240607"/>
                  </a:lnTo>
                  <a:lnTo>
                    <a:pt x="21505" y="239954"/>
                  </a:lnTo>
                  <a:lnTo>
                    <a:pt x="21003" y="239768"/>
                  </a:lnTo>
                  <a:lnTo>
                    <a:pt x="19591" y="239442"/>
                  </a:lnTo>
                  <a:lnTo>
                    <a:pt x="18680" y="239209"/>
                  </a:lnTo>
                  <a:lnTo>
                    <a:pt x="18224" y="239302"/>
                  </a:lnTo>
                  <a:lnTo>
                    <a:pt x="18088" y="239349"/>
                  </a:lnTo>
                  <a:lnTo>
                    <a:pt x="17860" y="239488"/>
                  </a:lnTo>
                  <a:lnTo>
                    <a:pt x="17586" y="239861"/>
                  </a:lnTo>
                  <a:lnTo>
                    <a:pt x="17359" y="240280"/>
                  </a:lnTo>
                  <a:lnTo>
                    <a:pt x="16994" y="240327"/>
                  </a:lnTo>
                  <a:lnTo>
                    <a:pt x="16402" y="240141"/>
                  </a:lnTo>
                  <a:lnTo>
                    <a:pt x="15809" y="240187"/>
                  </a:lnTo>
                  <a:lnTo>
                    <a:pt x="15126" y="240467"/>
                  </a:lnTo>
                  <a:lnTo>
                    <a:pt x="14260" y="241072"/>
                  </a:lnTo>
                  <a:lnTo>
                    <a:pt x="14124" y="241072"/>
                  </a:lnTo>
                  <a:lnTo>
                    <a:pt x="12848" y="241678"/>
                  </a:lnTo>
                  <a:lnTo>
                    <a:pt x="11982" y="242237"/>
                  </a:lnTo>
                  <a:lnTo>
                    <a:pt x="11663" y="242377"/>
                  </a:lnTo>
                  <a:lnTo>
                    <a:pt x="11253" y="242563"/>
                  </a:lnTo>
                  <a:lnTo>
                    <a:pt x="10980" y="242796"/>
                  </a:lnTo>
                  <a:lnTo>
                    <a:pt x="10752" y="242889"/>
                  </a:lnTo>
                  <a:lnTo>
                    <a:pt x="10433" y="242889"/>
                  </a:lnTo>
                  <a:lnTo>
                    <a:pt x="10251" y="242889"/>
                  </a:lnTo>
                  <a:lnTo>
                    <a:pt x="9978" y="243029"/>
                  </a:lnTo>
                  <a:lnTo>
                    <a:pt x="9659" y="243075"/>
                  </a:lnTo>
                  <a:lnTo>
                    <a:pt x="9431" y="243169"/>
                  </a:lnTo>
                  <a:lnTo>
                    <a:pt x="9294" y="243308"/>
                  </a:lnTo>
                  <a:lnTo>
                    <a:pt x="9340" y="243448"/>
                  </a:lnTo>
                  <a:lnTo>
                    <a:pt x="9385" y="243634"/>
                  </a:lnTo>
                  <a:lnTo>
                    <a:pt x="9294" y="243774"/>
                  </a:lnTo>
                  <a:lnTo>
                    <a:pt x="9249" y="243914"/>
                  </a:lnTo>
                  <a:lnTo>
                    <a:pt x="9249" y="244100"/>
                  </a:lnTo>
                  <a:lnTo>
                    <a:pt x="9066" y="244100"/>
                  </a:lnTo>
                  <a:lnTo>
                    <a:pt x="9066" y="243774"/>
                  </a:lnTo>
                  <a:lnTo>
                    <a:pt x="8884" y="243681"/>
                  </a:lnTo>
                  <a:lnTo>
                    <a:pt x="8656" y="243728"/>
                  </a:lnTo>
                  <a:lnTo>
                    <a:pt x="7289" y="243867"/>
                  </a:lnTo>
                  <a:lnTo>
                    <a:pt x="6560" y="244193"/>
                  </a:lnTo>
                  <a:lnTo>
                    <a:pt x="5604" y="244566"/>
                  </a:lnTo>
                  <a:lnTo>
                    <a:pt x="5239" y="244566"/>
                  </a:lnTo>
                  <a:lnTo>
                    <a:pt x="2414" y="244380"/>
                  </a:lnTo>
                  <a:lnTo>
                    <a:pt x="728" y="243262"/>
                  </a:lnTo>
                  <a:lnTo>
                    <a:pt x="0" y="241631"/>
                  </a:lnTo>
                  <a:lnTo>
                    <a:pt x="0" y="241352"/>
                  </a:lnTo>
                  <a:lnTo>
                    <a:pt x="45" y="240327"/>
                  </a:lnTo>
                  <a:lnTo>
                    <a:pt x="0" y="239488"/>
                  </a:lnTo>
                  <a:lnTo>
                    <a:pt x="136" y="239162"/>
                  </a:lnTo>
                  <a:lnTo>
                    <a:pt x="637" y="238091"/>
                  </a:lnTo>
                  <a:lnTo>
                    <a:pt x="1457" y="235948"/>
                  </a:lnTo>
                  <a:lnTo>
                    <a:pt x="1640" y="235249"/>
                  </a:lnTo>
                  <a:lnTo>
                    <a:pt x="2323" y="234970"/>
                  </a:lnTo>
                  <a:lnTo>
                    <a:pt x="6879" y="235249"/>
                  </a:lnTo>
                  <a:lnTo>
                    <a:pt x="19637" y="227610"/>
                  </a:lnTo>
                  <a:lnTo>
                    <a:pt x="35447" y="213681"/>
                  </a:lnTo>
                  <a:lnTo>
                    <a:pt x="41370" y="207066"/>
                  </a:lnTo>
                  <a:lnTo>
                    <a:pt x="47520" y="201709"/>
                  </a:lnTo>
                  <a:lnTo>
                    <a:pt x="47976" y="201336"/>
                  </a:lnTo>
                  <a:lnTo>
                    <a:pt x="51758" y="200544"/>
                  </a:lnTo>
                  <a:lnTo>
                    <a:pt x="52487" y="199892"/>
                  </a:lnTo>
                  <a:lnTo>
                    <a:pt x="57088" y="195606"/>
                  </a:lnTo>
                  <a:lnTo>
                    <a:pt x="62738" y="191274"/>
                  </a:lnTo>
                  <a:lnTo>
                    <a:pt x="65745" y="190482"/>
                  </a:lnTo>
                  <a:lnTo>
                    <a:pt x="68069" y="188572"/>
                  </a:lnTo>
                  <a:lnTo>
                    <a:pt x="70939" y="187361"/>
                  </a:lnTo>
                  <a:lnTo>
                    <a:pt x="75268" y="183681"/>
                  </a:lnTo>
                  <a:lnTo>
                    <a:pt x="78184" y="180839"/>
                  </a:lnTo>
                  <a:lnTo>
                    <a:pt x="82603" y="177206"/>
                  </a:lnTo>
                  <a:lnTo>
                    <a:pt x="90850" y="172268"/>
                  </a:lnTo>
                  <a:lnTo>
                    <a:pt x="92262" y="169379"/>
                  </a:lnTo>
                  <a:lnTo>
                    <a:pt x="96044" y="166957"/>
                  </a:lnTo>
                  <a:lnTo>
                    <a:pt x="104609" y="162532"/>
                  </a:lnTo>
                  <a:lnTo>
                    <a:pt x="107115" y="160901"/>
                  </a:lnTo>
                  <a:lnTo>
                    <a:pt x="110213" y="157687"/>
                  </a:lnTo>
                  <a:lnTo>
                    <a:pt x="113995" y="152330"/>
                  </a:lnTo>
                  <a:lnTo>
                    <a:pt x="115590" y="149162"/>
                  </a:lnTo>
                  <a:lnTo>
                    <a:pt x="119280" y="144503"/>
                  </a:lnTo>
                  <a:lnTo>
                    <a:pt x="123745" y="142361"/>
                  </a:lnTo>
                  <a:lnTo>
                    <a:pt x="126251" y="140637"/>
                  </a:lnTo>
                  <a:lnTo>
                    <a:pt x="128757" y="138028"/>
                  </a:lnTo>
                  <a:lnTo>
                    <a:pt x="132675" y="133090"/>
                  </a:lnTo>
                  <a:lnTo>
                    <a:pt x="134361" y="130668"/>
                  </a:lnTo>
                  <a:lnTo>
                    <a:pt x="134817" y="129969"/>
                  </a:lnTo>
                  <a:lnTo>
                    <a:pt x="136958" y="127966"/>
                  </a:lnTo>
                  <a:lnTo>
                    <a:pt x="140558" y="125544"/>
                  </a:lnTo>
                  <a:lnTo>
                    <a:pt x="144203" y="122516"/>
                  </a:lnTo>
                  <a:lnTo>
                    <a:pt x="149989" y="117019"/>
                  </a:lnTo>
                  <a:lnTo>
                    <a:pt x="152358" y="114317"/>
                  </a:lnTo>
                  <a:lnTo>
                    <a:pt x="154408" y="112034"/>
                  </a:lnTo>
                  <a:lnTo>
                    <a:pt x="157279" y="109659"/>
                  </a:lnTo>
                  <a:lnTo>
                    <a:pt x="159876" y="107982"/>
                  </a:lnTo>
                  <a:lnTo>
                    <a:pt x="162518" y="106910"/>
                  </a:lnTo>
                  <a:lnTo>
                    <a:pt x="166209" y="104860"/>
                  </a:lnTo>
                  <a:lnTo>
                    <a:pt x="172542" y="103789"/>
                  </a:lnTo>
                  <a:lnTo>
                    <a:pt x="175276" y="101273"/>
                  </a:lnTo>
                  <a:lnTo>
                    <a:pt x="180379" y="97640"/>
                  </a:lnTo>
                  <a:lnTo>
                    <a:pt x="183386" y="96149"/>
                  </a:lnTo>
                  <a:lnTo>
                    <a:pt x="189263" y="93867"/>
                  </a:lnTo>
                  <a:lnTo>
                    <a:pt x="195095" y="93121"/>
                  </a:lnTo>
                  <a:lnTo>
                    <a:pt x="205483" y="88742"/>
                  </a:lnTo>
                  <a:lnTo>
                    <a:pt x="207625" y="87298"/>
                  </a:lnTo>
                  <a:lnTo>
                    <a:pt x="212500" y="83525"/>
                  </a:lnTo>
                  <a:lnTo>
                    <a:pt x="213593" y="81755"/>
                  </a:lnTo>
                  <a:lnTo>
                    <a:pt x="215962" y="77981"/>
                  </a:lnTo>
                  <a:lnTo>
                    <a:pt x="223571" y="72065"/>
                  </a:lnTo>
                  <a:lnTo>
                    <a:pt x="225986" y="66522"/>
                  </a:lnTo>
                  <a:lnTo>
                    <a:pt x="227672" y="64192"/>
                  </a:lnTo>
                  <a:lnTo>
                    <a:pt x="232273" y="63354"/>
                  </a:lnTo>
                  <a:lnTo>
                    <a:pt x="238151" y="61723"/>
                  </a:lnTo>
                  <a:lnTo>
                    <a:pt x="242980" y="59581"/>
                  </a:lnTo>
                  <a:lnTo>
                    <a:pt x="246808" y="56925"/>
                  </a:lnTo>
                  <a:lnTo>
                    <a:pt x="251592" y="54363"/>
                  </a:lnTo>
                  <a:lnTo>
                    <a:pt x="257150" y="50823"/>
                  </a:lnTo>
                  <a:lnTo>
                    <a:pt x="262299" y="46677"/>
                  </a:lnTo>
                  <a:lnTo>
                    <a:pt x="265078" y="46770"/>
                  </a:lnTo>
                  <a:lnTo>
                    <a:pt x="268358" y="45279"/>
                  </a:lnTo>
                  <a:lnTo>
                    <a:pt x="275329" y="43369"/>
                  </a:lnTo>
                  <a:lnTo>
                    <a:pt x="281936" y="40435"/>
                  </a:lnTo>
                  <a:lnTo>
                    <a:pt x="285672" y="39037"/>
                  </a:lnTo>
                  <a:lnTo>
                    <a:pt x="289089" y="38338"/>
                  </a:lnTo>
                  <a:lnTo>
                    <a:pt x="293053" y="36475"/>
                  </a:lnTo>
                  <a:lnTo>
                    <a:pt x="297290" y="36848"/>
                  </a:lnTo>
                  <a:lnTo>
                    <a:pt x="300525" y="37919"/>
                  </a:lnTo>
                  <a:lnTo>
                    <a:pt x="306949" y="38944"/>
                  </a:lnTo>
                  <a:lnTo>
                    <a:pt x="309318" y="40388"/>
                  </a:lnTo>
                  <a:lnTo>
                    <a:pt x="311460" y="41320"/>
                  </a:lnTo>
                  <a:lnTo>
                    <a:pt x="314922" y="41459"/>
                  </a:lnTo>
                  <a:lnTo>
                    <a:pt x="319069" y="42018"/>
                  </a:lnTo>
                  <a:lnTo>
                    <a:pt x="322076" y="41366"/>
                  </a:lnTo>
                  <a:lnTo>
                    <a:pt x="325675" y="39223"/>
                  </a:lnTo>
                  <a:lnTo>
                    <a:pt x="328181" y="38385"/>
                  </a:lnTo>
                  <a:lnTo>
                    <a:pt x="330596" y="38245"/>
                  </a:lnTo>
                  <a:lnTo>
                    <a:pt x="336747" y="36428"/>
                  </a:lnTo>
                  <a:lnTo>
                    <a:pt x="343626" y="35403"/>
                  </a:lnTo>
                  <a:lnTo>
                    <a:pt x="346041" y="34798"/>
                  </a:lnTo>
                  <a:lnTo>
                    <a:pt x="352238" y="31584"/>
                  </a:lnTo>
                  <a:lnTo>
                    <a:pt x="354242" y="32003"/>
                  </a:lnTo>
                  <a:lnTo>
                    <a:pt x="355928" y="32003"/>
                  </a:lnTo>
                  <a:lnTo>
                    <a:pt x="359983" y="31351"/>
                  </a:lnTo>
                  <a:lnTo>
                    <a:pt x="365450" y="31677"/>
                  </a:lnTo>
                  <a:lnTo>
                    <a:pt x="368868" y="32329"/>
                  </a:lnTo>
                  <a:lnTo>
                    <a:pt x="372103" y="31304"/>
                  </a:lnTo>
                  <a:lnTo>
                    <a:pt x="375018" y="31537"/>
                  </a:lnTo>
                  <a:lnTo>
                    <a:pt x="377570" y="31397"/>
                  </a:lnTo>
                  <a:lnTo>
                    <a:pt x="380440" y="30792"/>
                  </a:lnTo>
                  <a:lnTo>
                    <a:pt x="385270" y="30792"/>
                  </a:lnTo>
                  <a:lnTo>
                    <a:pt x="386272" y="30466"/>
                  </a:lnTo>
                  <a:lnTo>
                    <a:pt x="389416" y="28788"/>
                  </a:lnTo>
                  <a:lnTo>
                    <a:pt x="389644" y="28695"/>
                  </a:lnTo>
                  <a:lnTo>
                    <a:pt x="394382" y="27111"/>
                  </a:lnTo>
                  <a:lnTo>
                    <a:pt x="397617" y="25062"/>
                  </a:lnTo>
                  <a:lnTo>
                    <a:pt x="400624" y="25341"/>
                  </a:lnTo>
                  <a:lnTo>
                    <a:pt x="403859" y="26739"/>
                  </a:lnTo>
                  <a:lnTo>
                    <a:pt x="405590" y="28136"/>
                  </a:lnTo>
                  <a:lnTo>
                    <a:pt x="410374" y="32049"/>
                  </a:lnTo>
                  <a:lnTo>
                    <a:pt x="414065" y="33587"/>
                  </a:lnTo>
                  <a:lnTo>
                    <a:pt x="418940" y="34379"/>
                  </a:lnTo>
                  <a:lnTo>
                    <a:pt x="424863" y="33400"/>
                  </a:lnTo>
                  <a:lnTo>
                    <a:pt x="433155" y="30466"/>
                  </a:lnTo>
                  <a:lnTo>
                    <a:pt x="438759" y="29813"/>
                  </a:lnTo>
                  <a:lnTo>
                    <a:pt x="440172" y="28882"/>
                  </a:lnTo>
                  <a:lnTo>
                    <a:pt x="442541" y="27251"/>
                  </a:lnTo>
                  <a:lnTo>
                    <a:pt x="444865" y="26320"/>
                  </a:lnTo>
                  <a:lnTo>
                    <a:pt x="448145" y="24456"/>
                  </a:lnTo>
                  <a:lnTo>
                    <a:pt x="450879" y="23571"/>
                  </a:lnTo>
                  <a:lnTo>
                    <a:pt x="454524" y="23618"/>
                  </a:lnTo>
                  <a:lnTo>
                    <a:pt x="457576" y="21987"/>
                  </a:lnTo>
                  <a:lnTo>
                    <a:pt x="461950" y="20543"/>
                  </a:lnTo>
                  <a:lnTo>
                    <a:pt x="465732" y="17375"/>
                  </a:lnTo>
                  <a:lnTo>
                    <a:pt x="467418" y="16537"/>
                  </a:lnTo>
                  <a:lnTo>
                    <a:pt x="468056" y="15931"/>
                  </a:lnTo>
                  <a:lnTo>
                    <a:pt x="471837" y="14860"/>
                  </a:lnTo>
                  <a:lnTo>
                    <a:pt x="473113" y="13416"/>
                  </a:lnTo>
                  <a:lnTo>
                    <a:pt x="478079" y="12158"/>
                  </a:lnTo>
                  <a:lnTo>
                    <a:pt x="480631" y="11133"/>
                  </a:lnTo>
                  <a:lnTo>
                    <a:pt x="481724" y="10528"/>
                  </a:lnTo>
                  <a:lnTo>
                    <a:pt x="483501" y="9549"/>
                  </a:lnTo>
                  <a:lnTo>
                    <a:pt x="489697" y="7919"/>
                  </a:lnTo>
                  <a:lnTo>
                    <a:pt x="492294" y="6428"/>
                  </a:lnTo>
                  <a:lnTo>
                    <a:pt x="495575" y="4052"/>
                  </a:lnTo>
                  <a:lnTo>
                    <a:pt x="502090" y="1863"/>
                  </a:lnTo>
                  <a:lnTo>
                    <a:pt x="505416" y="465"/>
                  </a:lnTo>
                  <a:lnTo>
                    <a:pt x="5070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382281" y="3872904"/>
              <a:ext cx="154272" cy="151118"/>
            </a:xfrm>
            <a:custGeom>
              <a:avLst/>
              <a:pathLst>
                <a:path w="154272" h="151118">
                  <a:moveTo>
                    <a:pt x="113494" y="652"/>
                  </a:moveTo>
                  <a:lnTo>
                    <a:pt x="113904" y="1164"/>
                  </a:lnTo>
                  <a:lnTo>
                    <a:pt x="117002" y="5217"/>
                  </a:lnTo>
                  <a:lnTo>
                    <a:pt x="118004" y="6568"/>
                  </a:lnTo>
                  <a:lnTo>
                    <a:pt x="121012" y="10434"/>
                  </a:lnTo>
                  <a:lnTo>
                    <a:pt x="121376" y="10900"/>
                  </a:lnTo>
                  <a:lnTo>
                    <a:pt x="122333" y="12111"/>
                  </a:lnTo>
                  <a:lnTo>
                    <a:pt x="123882" y="14161"/>
                  </a:lnTo>
                  <a:lnTo>
                    <a:pt x="125841" y="16723"/>
                  </a:lnTo>
                  <a:lnTo>
                    <a:pt x="126661" y="17888"/>
                  </a:lnTo>
                  <a:lnTo>
                    <a:pt x="127026" y="18540"/>
                  </a:lnTo>
                  <a:lnTo>
                    <a:pt x="127254" y="19285"/>
                  </a:lnTo>
                  <a:lnTo>
                    <a:pt x="127664" y="21242"/>
                  </a:lnTo>
                  <a:lnTo>
                    <a:pt x="128074" y="23757"/>
                  </a:lnTo>
                  <a:lnTo>
                    <a:pt x="133723" y="23711"/>
                  </a:lnTo>
                  <a:lnTo>
                    <a:pt x="136639" y="23618"/>
                  </a:lnTo>
                  <a:lnTo>
                    <a:pt x="136503" y="23944"/>
                  </a:lnTo>
                  <a:lnTo>
                    <a:pt x="136411" y="24177"/>
                  </a:lnTo>
                  <a:lnTo>
                    <a:pt x="136184" y="25015"/>
                  </a:lnTo>
                  <a:lnTo>
                    <a:pt x="136138" y="25155"/>
                  </a:lnTo>
                  <a:lnTo>
                    <a:pt x="136047" y="26087"/>
                  </a:lnTo>
                  <a:lnTo>
                    <a:pt x="136001" y="26832"/>
                  </a:lnTo>
                  <a:lnTo>
                    <a:pt x="136047" y="27298"/>
                  </a:lnTo>
                  <a:lnTo>
                    <a:pt x="136184" y="28090"/>
                  </a:lnTo>
                  <a:lnTo>
                    <a:pt x="136184" y="28276"/>
                  </a:lnTo>
                  <a:lnTo>
                    <a:pt x="136366" y="28928"/>
                  </a:lnTo>
                  <a:lnTo>
                    <a:pt x="136594" y="29534"/>
                  </a:lnTo>
                  <a:lnTo>
                    <a:pt x="136913" y="30326"/>
                  </a:lnTo>
                  <a:lnTo>
                    <a:pt x="137505" y="32003"/>
                  </a:lnTo>
                  <a:lnTo>
                    <a:pt x="137687" y="32422"/>
                  </a:lnTo>
                  <a:lnTo>
                    <a:pt x="137778" y="32702"/>
                  </a:lnTo>
                  <a:lnTo>
                    <a:pt x="138234" y="33820"/>
                  </a:lnTo>
                  <a:lnTo>
                    <a:pt x="138507" y="34518"/>
                  </a:lnTo>
                  <a:lnTo>
                    <a:pt x="138963" y="35776"/>
                  </a:lnTo>
                  <a:lnTo>
                    <a:pt x="139601" y="37919"/>
                  </a:lnTo>
                  <a:lnTo>
                    <a:pt x="139920" y="38897"/>
                  </a:lnTo>
                  <a:lnTo>
                    <a:pt x="140056" y="39270"/>
                  </a:lnTo>
                  <a:lnTo>
                    <a:pt x="140330" y="40248"/>
                  </a:lnTo>
                  <a:lnTo>
                    <a:pt x="140421" y="40528"/>
                  </a:lnTo>
                  <a:lnTo>
                    <a:pt x="140785" y="42158"/>
                  </a:lnTo>
                  <a:lnTo>
                    <a:pt x="140877" y="42671"/>
                  </a:lnTo>
                  <a:lnTo>
                    <a:pt x="140922" y="42950"/>
                  </a:lnTo>
                  <a:lnTo>
                    <a:pt x="141013" y="43835"/>
                  </a:lnTo>
                  <a:lnTo>
                    <a:pt x="141469" y="47329"/>
                  </a:lnTo>
                  <a:lnTo>
                    <a:pt x="141833" y="49984"/>
                  </a:lnTo>
                  <a:lnTo>
                    <a:pt x="142972" y="58509"/>
                  </a:lnTo>
                  <a:lnTo>
                    <a:pt x="143109" y="59301"/>
                  </a:lnTo>
                  <a:lnTo>
                    <a:pt x="143246" y="60466"/>
                  </a:lnTo>
                  <a:lnTo>
                    <a:pt x="144111" y="66708"/>
                  </a:lnTo>
                  <a:lnTo>
                    <a:pt x="144248" y="67779"/>
                  </a:lnTo>
                  <a:lnTo>
                    <a:pt x="145023" y="73416"/>
                  </a:lnTo>
                  <a:lnTo>
                    <a:pt x="145250" y="74907"/>
                  </a:lnTo>
                  <a:lnTo>
                    <a:pt x="145478" y="76863"/>
                  </a:lnTo>
                  <a:lnTo>
                    <a:pt x="145660" y="78028"/>
                  </a:lnTo>
                  <a:lnTo>
                    <a:pt x="145888" y="79938"/>
                  </a:lnTo>
                  <a:lnTo>
                    <a:pt x="146298" y="83199"/>
                  </a:lnTo>
                  <a:lnTo>
                    <a:pt x="146572" y="84922"/>
                  </a:lnTo>
                  <a:lnTo>
                    <a:pt x="146754" y="85714"/>
                  </a:lnTo>
                  <a:lnTo>
                    <a:pt x="146845" y="86180"/>
                  </a:lnTo>
                  <a:lnTo>
                    <a:pt x="147073" y="88090"/>
                  </a:lnTo>
                  <a:lnTo>
                    <a:pt x="147118" y="88230"/>
                  </a:lnTo>
                  <a:lnTo>
                    <a:pt x="147164" y="88463"/>
                  </a:lnTo>
                  <a:lnTo>
                    <a:pt x="147210" y="88929"/>
                  </a:lnTo>
                  <a:lnTo>
                    <a:pt x="148531" y="98898"/>
                  </a:lnTo>
                  <a:lnTo>
                    <a:pt x="149305" y="104581"/>
                  </a:lnTo>
                  <a:lnTo>
                    <a:pt x="149579" y="106631"/>
                  </a:lnTo>
                  <a:lnTo>
                    <a:pt x="149898" y="108960"/>
                  </a:lnTo>
                  <a:lnTo>
                    <a:pt x="149943" y="109239"/>
                  </a:lnTo>
                  <a:lnTo>
                    <a:pt x="150080" y="110078"/>
                  </a:lnTo>
                  <a:lnTo>
                    <a:pt x="150126" y="110450"/>
                  </a:lnTo>
                  <a:lnTo>
                    <a:pt x="150171" y="110683"/>
                  </a:lnTo>
                  <a:lnTo>
                    <a:pt x="150809" y="115342"/>
                  </a:lnTo>
                  <a:lnTo>
                    <a:pt x="150763" y="115761"/>
                  </a:lnTo>
                  <a:lnTo>
                    <a:pt x="151447" y="120978"/>
                  </a:lnTo>
                  <a:lnTo>
                    <a:pt x="151675" y="122329"/>
                  </a:lnTo>
                  <a:lnTo>
                    <a:pt x="152358" y="127267"/>
                  </a:lnTo>
                  <a:lnTo>
                    <a:pt x="152950" y="131506"/>
                  </a:lnTo>
                  <a:lnTo>
                    <a:pt x="153178" y="133044"/>
                  </a:lnTo>
                  <a:lnTo>
                    <a:pt x="153360" y="134115"/>
                  </a:lnTo>
                  <a:lnTo>
                    <a:pt x="153816" y="137749"/>
                  </a:lnTo>
                  <a:lnTo>
                    <a:pt x="154089" y="139705"/>
                  </a:lnTo>
                  <a:lnTo>
                    <a:pt x="154272" y="141056"/>
                  </a:lnTo>
                  <a:lnTo>
                    <a:pt x="154089" y="141056"/>
                  </a:lnTo>
                  <a:lnTo>
                    <a:pt x="153862" y="141056"/>
                  </a:lnTo>
                  <a:lnTo>
                    <a:pt x="152221" y="141196"/>
                  </a:lnTo>
                  <a:lnTo>
                    <a:pt x="150444" y="141289"/>
                  </a:lnTo>
                  <a:lnTo>
                    <a:pt x="141560" y="141895"/>
                  </a:lnTo>
                  <a:lnTo>
                    <a:pt x="139737" y="142034"/>
                  </a:lnTo>
                  <a:lnTo>
                    <a:pt x="137323" y="142221"/>
                  </a:lnTo>
                  <a:lnTo>
                    <a:pt x="132812" y="142547"/>
                  </a:lnTo>
                  <a:lnTo>
                    <a:pt x="128256" y="142873"/>
                  </a:lnTo>
                  <a:lnTo>
                    <a:pt x="126843" y="143013"/>
                  </a:lnTo>
                  <a:lnTo>
                    <a:pt x="125659" y="143059"/>
                  </a:lnTo>
                  <a:lnTo>
                    <a:pt x="121331" y="143385"/>
                  </a:lnTo>
                  <a:lnTo>
                    <a:pt x="115726" y="143758"/>
                  </a:lnTo>
                  <a:lnTo>
                    <a:pt x="115043" y="143805"/>
                  </a:lnTo>
                  <a:lnTo>
                    <a:pt x="112127" y="144038"/>
                  </a:lnTo>
                  <a:lnTo>
                    <a:pt x="108209" y="144317"/>
                  </a:lnTo>
                  <a:lnTo>
                    <a:pt x="104382" y="144597"/>
                  </a:lnTo>
                  <a:lnTo>
                    <a:pt x="103015" y="144690"/>
                  </a:lnTo>
                  <a:lnTo>
                    <a:pt x="100737" y="144876"/>
                  </a:lnTo>
                  <a:lnTo>
                    <a:pt x="87888" y="145761"/>
                  </a:lnTo>
                  <a:lnTo>
                    <a:pt x="85109" y="145948"/>
                  </a:lnTo>
                  <a:lnTo>
                    <a:pt x="84380" y="146041"/>
                  </a:lnTo>
                  <a:lnTo>
                    <a:pt x="83788" y="146087"/>
                  </a:lnTo>
                  <a:lnTo>
                    <a:pt x="81601" y="146274"/>
                  </a:lnTo>
                  <a:lnTo>
                    <a:pt x="63467" y="147485"/>
                  </a:lnTo>
                  <a:lnTo>
                    <a:pt x="58911" y="147811"/>
                  </a:lnTo>
                  <a:lnTo>
                    <a:pt x="54400" y="148137"/>
                  </a:lnTo>
                  <a:lnTo>
                    <a:pt x="54127" y="148184"/>
                  </a:lnTo>
                  <a:lnTo>
                    <a:pt x="52942" y="148277"/>
                  </a:lnTo>
                  <a:lnTo>
                    <a:pt x="44969" y="148789"/>
                  </a:lnTo>
                  <a:lnTo>
                    <a:pt x="44559" y="148789"/>
                  </a:lnTo>
                  <a:lnTo>
                    <a:pt x="40413" y="149069"/>
                  </a:lnTo>
                  <a:lnTo>
                    <a:pt x="39638" y="149115"/>
                  </a:lnTo>
                  <a:lnTo>
                    <a:pt x="33032" y="149581"/>
                  </a:lnTo>
                  <a:lnTo>
                    <a:pt x="27382" y="150000"/>
                  </a:lnTo>
                  <a:lnTo>
                    <a:pt x="26835" y="150047"/>
                  </a:lnTo>
                  <a:lnTo>
                    <a:pt x="20138" y="150466"/>
                  </a:lnTo>
                  <a:lnTo>
                    <a:pt x="19546" y="150513"/>
                  </a:lnTo>
                  <a:lnTo>
                    <a:pt x="17495" y="150653"/>
                  </a:lnTo>
                  <a:lnTo>
                    <a:pt x="11481" y="151118"/>
                  </a:lnTo>
                  <a:lnTo>
                    <a:pt x="11253" y="148277"/>
                  </a:lnTo>
                  <a:lnTo>
                    <a:pt x="11025" y="145621"/>
                  </a:lnTo>
                  <a:lnTo>
                    <a:pt x="10934" y="144457"/>
                  </a:lnTo>
                  <a:lnTo>
                    <a:pt x="10843" y="143665"/>
                  </a:lnTo>
                  <a:lnTo>
                    <a:pt x="10570" y="141429"/>
                  </a:lnTo>
                  <a:lnTo>
                    <a:pt x="10251" y="141103"/>
                  </a:lnTo>
                  <a:lnTo>
                    <a:pt x="10160" y="140730"/>
                  </a:lnTo>
                  <a:lnTo>
                    <a:pt x="9886" y="139426"/>
                  </a:lnTo>
                  <a:lnTo>
                    <a:pt x="9841" y="139193"/>
                  </a:lnTo>
                  <a:lnTo>
                    <a:pt x="9613" y="138028"/>
                  </a:lnTo>
                  <a:lnTo>
                    <a:pt x="9431" y="137003"/>
                  </a:lnTo>
                  <a:lnTo>
                    <a:pt x="8747" y="133743"/>
                  </a:lnTo>
                  <a:lnTo>
                    <a:pt x="8109" y="130575"/>
                  </a:lnTo>
                  <a:lnTo>
                    <a:pt x="8109" y="130435"/>
                  </a:lnTo>
                  <a:lnTo>
                    <a:pt x="7973" y="130156"/>
                  </a:lnTo>
                  <a:lnTo>
                    <a:pt x="7654" y="129317"/>
                  </a:lnTo>
                  <a:lnTo>
                    <a:pt x="7472" y="128385"/>
                  </a:lnTo>
                  <a:lnTo>
                    <a:pt x="7289" y="127454"/>
                  </a:lnTo>
                  <a:lnTo>
                    <a:pt x="6925" y="125823"/>
                  </a:lnTo>
                  <a:lnTo>
                    <a:pt x="6560" y="123867"/>
                  </a:lnTo>
                  <a:lnTo>
                    <a:pt x="5421" y="118277"/>
                  </a:lnTo>
                  <a:lnTo>
                    <a:pt x="4328" y="113059"/>
                  </a:lnTo>
                  <a:lnTo>
                    <a:pt x="3052" y="107003"/>
                  </a:lnTo>
                  <a:lnTo>
                    <a:pt x="2278" y="103603"/>
                  </a:lnTo>
                  <a:lnTo>
                    <a:pt x="273" y="94006"/>
                  </a:lnTo>
                  <a:lnTo>
                    <a:pt x="227" y="91863"/>
                  </a:lnTo>
                  <a:lnTo>
                    <a:pt x="0" y="89348"/>
                  </a:lnTo>
                  <a:lnTo>
                    <a:pt x="774" y="88230"/>
                  </a:lnTo>
                  <a:lnTo>
                    <a:pt x="1093" y="86087"/>
                  </a:lnTo>
                  <a:lnTo>
                    <a:pt x="1093" y="85528"/>
                  </a:lnTo>
                  <a:lnTo>
                    <a:pt x="1002" y="84922"/>
                  </a:lnTo>
                  <a:lnTo>
                    <a:pt x="911" y="84503"/>
                  </a:lnTo>
                  <a:lnTo>
                    <a:pt x="1275" y="83432"/>
                  </a:lnTo>
                  <a:lnTo>
                    <a:pt x="2642" y="79286"/>
                  </a:lnTo>
                  <a:lnTo>
                    <a:pt x="3508" y="77515"/>
                  </a:lnTo>
                  <a:lnTo>
                    <a:pt x="3644" y="77329"/>
                  </a:lnTo>
                  <a:lnTo>
                    <a:pt x="4966" y="74953"/>
                  </a:lnTo>
                  <a:lnTo>
                    <a:pt x="9567" y="66289"/>
                  </a:lnTo>
                  <a:lnTo>
                    <a:pt x="13258" y="59301"/>
                  </a:lnTo>
                  <a:lnTo>
                    <a:pt x="13668" y="58556"/>
                  </a:lnTo>
                  <a:lnTo>
                    <a:pt x="16857" y="52546"/>
                  </a:lnTo>
                  <a:lnTo>
                    <a:pt x="17586" y="51149"/>
                  </a:lnTo>
                  <a:lnTo>
                    <a:pt x="18817" y="48820"/>
                  </a:lnTo>
                  <a:lnTo>
                    <a:pt x="19227" y="48074"/>
                  </a:lnTo>
                  <a:lnTo>
                    <a:pt x="19956" y="46723"/>
                  </a:lnTo>
                  <a:lnTo>
                    <a:pt x="20092" y="46397"/>
                  </a:lnTo>
                  <a:lnTo>
                    <a:pt x="20593" y="44627"/>
                  </a:lnTo>
                  <a:lnTo>
                    <a:pt x="20593" y="44487"/>
                  </a:lnTo>
                  <a:lnTo>
                    <a:pt x="20730" y="43556"/>
                  </a:lnTo>
                  <a:lnTo>
                    <a:pt x="20776" y="43416"/>
                  </a:lnTo>
                  <a:lnTo>
                    <a:pt x="20776" y="42065"/>
                  </a:lnTo>
                  <a:lnTo>
                    <a:pt x="20730" y="41646"/>
                  </a:lnTo>
                  <a:lnTo>
                    <a:pt x="20685" y="41459"/>
                  </a:lnTo>
                  <a:lnTo>
                    <a:pt x="20593" y="40761"/>
                  </a:lnTo>
                  <a:lnTo>
                    <a:pt x="10296" y="42158"/>
                  </a:lnTo>
                  <a:lnTo>
                    <a:pt x="9659" y="37826"/>
                  </a:lnTo>
                  <a:lnTo>
                    <a:pt x="9476" y="36382"/>
                  </a:lnTo>
                  <a:lnTo>
                    <a:pt x="9066" y="33493"/>
                  </a:lnTo>
                  <a:lnTo>
                    <a:pt x="9021" y="33028"/>
                  </a:lnTo>
                  <a:lnTo>
                    <a:pt x="8930" y="32236"/>
                  </a:lnTo>
                  <a:lnTo>
                    <a:pt x="8884" y="31677"/>
                  </a:lnTo>
                  <a:lnTo>
                    <a:pt x="8930" y="31257"/>
                  </a:lnTo>
                  <a:lnTo>
                    <a:pt x="8930" y="30466"/>
                  </a:lnTo>
                  <a:lnTo>
                    <a:pt x="9112" y="29021"/>
                  </a:lnTo>
                  <a:lnTo>
                    <a:pt x="9385" y="27577"/>
                  </a:lnTo>
                  <a:lnTo>
                    <a:pt x="9385" y="27344"/>
                  </a:lnTo>
                  <a:lnTo>
                    <a:pt x="9522" y="25900"/>
                  </a:lnTo>
                  <a:lnTo>
                    <a:pt x="9522" y="24736"/>
                  </a:lnTo>
                  <a:lnTo>
                    <a:pt x="9385" y="23198"/>
                  </a:lnTo>
                  <a:lnTo>
                    <a:pt x="14898" y="22453"/>
                  </a:lnTo>
                  <a:lnTo>
                    <a:pt x="17905" y="22034"/>
                  </a:lnTo>
                  <a:lnTo>
                    <a:pt x="20502" y="21615"/>
                  </a:lnTo>
                  <a:lnTo>
                    <a:pt x="28476" y="20543"/>
                  </a:lnTo>
                  <a:lnTo>
                    <a:pt x="28749" y="20497"/>
                  </a:lnTo>
                  <a:lnTo>
                    <a:pt x="36312" y="19332"/>
                  </a:lnTo>
                  <a:lnTo>
                    <a:pt x="38955" y="18959"/>
                  </a:lnTo>
                  <a:lnTo>
                    <a:pt x="43374" y="18354"/>
                  </a:lnTo>
                  <a:lnTo>
                    <a:pt x="43739" y="18260"/>
                  </a:lnTo>
                  <a:lnTo>
                    <a:pt x="45151" y="18074"/>
                  </a:lnTo>
                  <a:lnTo>
                    <a:pt x="51439" y="17236"/>
                  </a:lnTo>
                  <a:lnTo>
                    <a:pt x="51758" y="17189"/>
                  </a:lnTo>
                  <a:lnTo>
                    <a:pt x="54993" y="16723"/>
                  </a:lnTo>
                  <a:lnTo>
                    <a:pt x="55448" y="16677"/>
                  </a:lnTo>
                  <a:lnTo>
                    <a:pt x="56997" y="16444"/>
                  </a:lnTo>
                  <a:lnTo>
                    <a:pt x="58045" y="16304"/>
                  </a:lnTo>
                  <a:lnTo>
                    <a:pt x="58182" y="16257"/>
                  </a:lnTo>
                  <a:lnTo>
                    <a:pt x="59230" y="16118"/>
                  </a:lnTo>
                  <a:lnTo>
                    <a:pt x="61645" y="15186"/>
                  </a:lnTo>
                  <a:lnTo>
                    <a:pt x="63285" y="14441"/>
                  </a:lnTo>
                  <a:lnTo>
                    <a:pt x="64697" y="13649"/>
                  </a:lnTo>
                  <a:lnTo>
                    <a:pt x="66201" y="12624"/>
                  </a:lnTo>
                  <a:lnTo>
                    <a:pt x="66520" y="12391"/>
                  </a:lnTo>
                  <a:lnTo>
                    <a:pt x="67476" y="11785"/>
                  </a:lnTo>
                  <a:lnTo>
                    <a:pt x="67887" y="11459"/>
                  </a:lnTo>
                  <a:lnTo>
                    <a:pt x="68479" y="11087"/>
                  </a:lnTo>
                  <a:lnTo>
                    <a:pt x="68798" y="10900"/>
                  </a:lnTo>
                  <a:lnTo>
                    <a:pt x="69436" y="10481"/>
                  </a:lnTo>
                  <a:lnTo>
                    <a:pt x="70074" y="10108"/>
                  </a:lnTo>
                  <a:lnTo>
                    <a:pt x="70256" y="9969"/>
                  </a:lnTo>
                  <a:lnTo>
                    <a:pt x="71486" y="9177"/>
                  </a:lnTo>
                  <a:lnTo>
                    <a:pt x="71942" y="8897"/>
                  </a:lnTo>
                  <a:lnTo>
                    <a:pt x="72671" y="8524"/>
                  </a:lnTo>
                  <a:lnTo>
                    <a:pt x="74174" y="7779"/>
                  </a:lnTo>
                  <a:lnTo>
                    <a:pt x="74630" y="7593"/>
                  </a:lnTo>
                  <a:lnTo>
                    <a:pt x="76224" y="7127"/>
                  </a:lnTo>
                  <a:lnTo>
                    <a:pt x="77409" y="6801"/>
                  </a:lnTo>
                  <a:lnTo>
                    <a:pt x="78138" y="6661"/>
                  </a:lnTo>
                  <a:lnTo>
                    <a:pt x="82147" y="5729"/>
                  </a:lnTo>
                  <a:lnTo>
                    <a:pt x="83696" y="5217"/>
                  </a:lnTo>
                  <a:lnTo>
                    <a:pt x="84015" y="5124"/>
                  </a:lnTo>
                  <a:lnTo>
                    <a:pt x="84517" y="4844"/>
                  </a:lnTo>
                  <a:lnTo>
                    <a:pt x="85063" y="8012"/>
                  </a:lnTo>
                  <a:lnTo>
                    <a:pt x="85565" y="7965"/>
                  </a:lnTo>
                  <a:lnTo>
                    <a:pt x="85883" y="7826"/>
                  </a:lnTo>
                  <a:lnTo>
                    <a:pt x="87250" y="6801"/>
                  </a:lnTo>
                  <a:lnTo>
                    <a:pt x="87524" y="7313"/>
                  </a:lnTo>
                  <a:lnTo>
                    <a:pt x="87888" y="8245"/>
                  </a:lnTo>
                  <a:lnTo>
                    <a:pt x="89255" y="8245"/>
                  </a:lnTo>
                  <a:lnTo>
                    <a:pt x="89847" y="8291"/>
                  </a:lnTo>
                  <a:lnTo>
                    <a:pt x="90030" y="8291"/>
                  </a:lnTo>
                  <a:lnTo>
                    <a:pt x="91761" y="8291"/>
                  </a:lnTo>
                  <a:lnTo>
                    <a:pt x="94039" y="8338"/>
                  </a:lnTo>
                  <a:lnTo>
                    <a:pt x="95041" y="8385"/>
                  </a:lnTo>
                  <a:lnTo>
                    <a:pt x="96180" y="8385"/>
                  </a:lnTo>
                  <a:lnTo>
                    <a:pt x="96363" y="8385"/>
                  </a:lnTo>
                  <a:lnTo>
                    <a:pt x="96955" y="8431"/>
                  </a:lnTo>
                  <a:lnTo>
                    <a:pt x="97137" y="8431"/>
                  </a:lnTo>
                  <a:lnTo>
                    <a:pt x="97456" y="8431"/>
                  </a:lnTo>
                  <a:lnTo>
                    <a:pt x="97638" y="8431"/>
                  </a:lnTo>
                  <a:lnTo>
                    <a:pt x="100053" y="8478"/>
                  </a:lnTo>
                  <a:lnTo>
                    <a:pt x="101830" y="8478"/>
                  </a:lnTo>
                  <a:lnTo>
                    <a:pt x="102559" y="8385"/>
                  </a:lnTo>
                  <a:lnTo>
                    <a:pt x="111125" y="1490"/>
                  </a:lnTo>
                  <a:lnTo>
                    <a:pt x="11303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160259" y="3897034"/>
              <a:ext cx="242798" cy="121211"/>
            </a:xfrm>
            <a:custGeom>
              <a:avLst/>
              <a:pathLst>
                <a:path w="242798" h="121211">
                  <a:moveTo>
                    <a:pt x="55494" y="0"/>
                  </a:moveTo>
                  <a:lnTo>
                    <a:pt x="55858" y="2142"/>
                  </a:lnTo>
                  <a:lnTo>
                    <a:pt x="56268" y="5031"/>
                  </a:lnTo>
                  <a:lnTo>
                    <a:pt x="56542" y="6941"/>
                  </a:lnTo>
                  <a:lnTo>
                    <a:pt x="56678" y="7686"/>
                  </a:lnTo>
                  <a:lnTo>
                    <a:pt x="57635" y="13695"/>
                  </a:lnTo>
                  <a:lnTo>
                    <a:pt x="57726" y="14534"/>
                  </a:lnTo>
                  <a:lnTo>
                    <a:pt x="57772" y="14767"/>
                  </a:lnTo>
                  <a:lnTo>
                    <a:pt x="57817" y="14906"/>
                  </a:lnTo>
                  <a:lnTo>
                    <a:pt x="58136" y="17049"/>
                  </a:lnTo>
                  <a:lnTo>
                    <a:pt x="58683" y="20729"/>
                  </a:lnTo>
                  <a:lnTo>
                    <a:pt x="58729" y="20962"/>
                  </a:lnTo>
                  <a:lnTo>
                    <a:pt x="58774" y="21149"/>
                  </a:lnTo>
                  <a:lnTo>
                    <a:pt x="59503" y="26785"/>
                  </a:lnTo>
                  <a:lnTo>
                    <a:pt x="59549" y="27065"/>
                  </a:lnTo>
                  <a:lnTo>
                    <a:pt x="59685" y="28183"/>
                  </a:lnTo>
                  <a:lnTo>
                    <a:pt x="59868" y="29441"/>
                  </a:lnTo>
                  <a:lnTo>
                    <a:pt x="59913" y="29860"/>
                  </a:lnTo>
                  <a:lnTo>
                    <a:pt x="60187" y="29813"/>
                  </a:lnTo>
                  <a:lnTo>
                    <a:pt x="65107" y="29161"/>
                  </a:lnTo>
                  <a:lnTo>
                    <a:pt x="65290" y="30559"/>
                  </a:lnTo>
                  <a:lnTo>
                    <a:pt x="70347" y="29860"/>
                  </a:lnTo>
                  <a:lnTo>
                    <a:pt x="70757" y="29813"/>
                  </a:lnTo>
                  <a:lnTo>
                    <a:pt x="75495" y="29161"/>
                  </a:lnTo>
                  <a:lnTo>
                    <a:pt x="75632" y="29161"/>
                  </a:lnTo>
                  <a:lnTo>
                    <a:pt x="75769" y="29115"/>
                  </a:lnTo>
                  <a:lnTo>
                    <a:pt x="80644" y="28416"/>
                  </a:lnTo>
                  <a:lnTo>
                    <a:pt x="80097" y="24689"/>
                  </a:lnTo>
                  <a:lnTo>
                    <a:pt x="81601" y="24503"/>
                  </a:lnTo>
                  <a:lnTo>
                    <a:pt x="87296" y="23664"/>
                  </a:lnTo>
                  <a:lnTo>
                    <a:pt x="87524" y="23664"/>
                  </a:lnTo>
                  <a:lnTo>
                    <a:pt x="87888" y="23618"/>
                  </a:lnTo>
                  <a:lnTo>
                    <a:pt x="88617" y="23478"/>
                  </a:lnTo>
                  <a:lnTo>
                    <a:pt x="89620" y="23338"/>
                  </a:lnTo>
                  <a:lnTo>
                    <a:pt x="90804" y="23198"/>
                  </a:lnTo>
                  <a:lnTo>
                    <a:pt x="91305" y="23105"/>
                  </a:lnTo>
                  <a:lnTo>
                    <a:pt x="92080" y="23012"/>
                  </a:lnTo>
                  <a:lnTo>
                    <a:pt x="92353" y="22965"/>
                  </a:lnTo>
                  <a:lnTo>
                    <a:pt x="93902" y="22733"/>
                  </a:lnTo>
                  <a:lnTo>
                    <a:pt x="94449" y="22686"/>
                  </a:lnTo>
                  <a:lnTo>
                    <a:pt x="95588" y="22500"/>
                  </a:lnTo>
                  <a:lnTo>
                    <a:pt x="96499" y="22360"/>
                  </a:lnTo>
                  <a:lnTo>
                    <a:pt x="97502" y="22220"/>
                  </a:lnTo>
                  <a:lnTo>
                    <a:pt x="98732" y="22034"/>
                  </a:lnTo>
                  <a:lnTo>
                    <a:pt x="98914" y="22034"/>
                  </a:lnTo>
                  <a:lnTo>
                    <a:pt x="103197" y="21428"/>
                  </a:lnTo>
                  <a:lnTo>
                    <a:pt x="110441" y="20357"/>
                  </a:lnTo>
                  <a:lnTo>
                    <a:pt x="123153" y="18633"/>
                  </a:lnTo>
                  <a:lnTo>
                    <a:pt x="123153" y="18773"/>
                  </a:lnTo>
                  <a:lnTo>
                    <a:pt x="123609" y="21754"/>
                  </a:lnTo>
                  <a:lnTo>
                    <a:pt x="124201" y="25714"/>
                  </a:lnTo>
                  <a:lnTo>
                    <a:pt x="124246" y="25947"/>
                  </a:lnTo>
                  <a:lnTo>
                    <a:pt x="124474" y="25947"/>
                  </a:lnTo>
                  <a:lnTo>
                    <a:pt x="125431" y="26087"/>
                  </a:lnTo>
                  <a:lnTo>
                    <a:pt x="131081" y="26832"/>
                  </a:lnTo>
                  <a:lnTo>
                    <a:pt x="135227" y="27344"/>
                  </a:lnTo>
                  <a:lnTo>
                    <a:pt x="138781" y="27810"/>
                  </a:lnTo>
                  <a:lnTo>
                    <a:pt x="140558" y="28043"/>
                  </a:lnTo>
                  <a:lnTo>
                    <a:pt x="139510" y="31444"/>
                  </a:lnTo>
                  <a:lnTo>
                    <a:pt x="139829" y="31397"/>
                  </a:lnTo>
                  <a:lnTo>
                    <a:pt x="143063" y="30931"/>
                  </a:lnTo>
                  <a:lnTo>
                    <a:pt x="173134" y="26552"/>
                  </a:lnTo>
                  <a:lnTo>
                    <a:pt x="189947" y="24130"/>
                  </a:lnTo>
                  <a:lnTo>
                    <a:pt x="204207" y="22174"/>
                  </a:lnTo>
                  <a:lnTo>
                    <a:pt x="211269" y="21195"/>
                  </a:lnTo>
                  <a:lnTo>
                    <a:pt x="211588" y="21149"/>
                  </a:lnTo>
                  <a:lnTo>
                    <a:pt x="214277" y="20729"/>
                  </a:lnTo>
                  <a:lnTo>
                    <a:pt x="215279" y="20590"/>
                  </a:lnTo>
                  <a:lnTo>
                    <a:pt x="220655" y="19751"/>
                  </a:lnTo>
                  <a:lnTo>
                    <a:pt x="226715" y="18819"/>
                  </a:lnTo>
                  <a:lnTo>
                    <a:pt x="232319" y="18028"/>
                  </a:lnTo>
                  <a:lnTo>
                    <a:pt x="242616" y="16630"/>
                  </a:lnTo>
                  <a:lnTo>
                    <a:pt x="242707" y="17329"/>
                  </a:lnTo>
                  <a:lnTo>
                    <a:pt x="242753" y="17515"/>
                  </a:lnTo>
                  <a:lnTo>
                    <a:pt x="242798" y="17934"/>
                  </a:lnTo>
                  <a:lnTo>
                    <a:pt x="242798" y="19285"/>
                  </a:lnTo>
                  <a:lnTo>
                    <a:pt x="242753" y="19425"/>
                  </a:lnTo>
                  <a:lnTo>
                    <a:pt x="242616" y="20357"/>
                  </a:lnTo>
                  <a:lnTo>
                    <a:pt x="242616" y="20497"/>
                  </a:lnTo>
                  <a:lnTo>
                    <a:pt x="242115" y="22267"/>
                  </a:lnTo>
                  <a:lnTo>
                    <a:pt x="241978" y="22593"/>
                  </a:lnTo>
                  <a:lnTo>
                    <a:pt x="241249" y="23944"/>
                  </a:lnTo>
                  <a:lnTo>
                    <a:pt x="240839" y="24689"/>
                  </a:lnTo>
                  <a:lnTo>
                    <a:pt x="239609" y="27018"/>
                  </a:lnTo>
                  <a:lnTo>
                    <a:pt x="238880" y="28416"/>
                  </a:lnTo>
                  <a:lnTo>
                    <a:pt x="235691" y="34425"/>
                  </a:lnTo>
                  <a:lnTo>
                    <a:pt x="235281" y="35171"/>
                  </a:lnTo>
                  <a:lnTo>
                    <a:pt x="231590" y="42158"/>
                  </a:lnTo>
                  <a:lnTo>
                    <a:pt x="226988" y="50823"/>
                  </a:lnTo>
                  <a:lnTo>
                    <a:pt x="225667" y="53199"/>
                  </a:lnTo>
                  <a:lnTo>
                    <a:pt x="225530" y="53385"/>
                  </a:lnTo>
                  <a:lnTo>
                    <a:pt x="224665" y="55155"/>
                  </a:lnTo>
                  <a:lnTo>
                    <a:pt x="223298" y="59301"/>
                  </a:lnTo>
                  <a:lnTo>
                    <a:pt x="222933" y="60373"/>
                  </a:lnTo>
                  <a:lnTo>
                    <a:pt x="223024" y="60885"/>
                  </a:lnTo>
                  <a:lnTo>
                    <a:pt x="223116" y="61397"/>
                  </a:lnTo>
                  <a:lnTo>
                    <a:pt x="223116" y="61956"/>
                  </a:lnTo>
                  <a:lnTo>
                    <a:pt x="222797" y="64099"/>
                  </a:lnTo>
                  <a:lnTo>
                    <a:pt x="222022" y="65217"/>
                  </a:lnTo>
                  <a:lnTo>
                    <a:pt x="222250" y="67733"/>
                  </a:lnTo>
                  <a:lnTo>
                    <a:pt x="222295" y="69876"/>
                  </a:lnTo>
                  <a:lnTo>
                    <a:pt x="224300" y="79472"/>
                  </a:lnTo>
                  <a:lnTo>
                    <a:pt x="225075" y="82873"/>
                  </a:lnTo>
                  <a:lnTo>
                    <a:pt x="226350" y="88929"/>
                  </a:lnTo>
                  <a:lnTo>
                    <a:pt x="227444" y="94146"/>
                  </a:lnTo>
                  <a:lnTo>
                    <a:pt x="228583" y="99736"/>
                  </a:lnTo>
                  <a:lnTo>
                    <a:pt x="228947" y="101693"/>
                  </a:lnTo>
                  <a:lnTo>
                    <a:pt x="229312" y="103323"/>
                  </a:lnTo>
                  <a:lnTo>
                    <a:pt x="224300" y="104255"/>
                  </a:lnTo>
                  <a:lnTo>
                    <a:pt x="222295" y="104627"/>
                  </a:lnTo>
                  <a:lnTo>
                    <a:pt x="221202" y="104814"/>
                  </a:lnTo>
                  <a:lnTo>
                    <a:pt x="219698" y="105093"/>
                  </a:lnTo>
                  <a:lnTo>
                    <a:pt x="215416" y="105885"/>
                  </a:lnTo>
                  <a:lnTo>
                    <a:pt x="214732" y="106025"/>
                  </a:lnTo>
                  <a:lnTo>
                    <a:pt x="212090" y="106491"/>
                  </a:lnTo>
                  <a:lnTo>
                    <a:pt x="211315" y="106631"/>
                  </a:lnTo>
                  <a:lnTo>
                    <a:pt x="209857" y="106910"/>
                  </a:lnTo>
                  <a:lnTo>
                    <a:pt x="208946" y="105606"/>
                  </a:lnTo>
                  <a:lnTo>
                    <a:pt x="207214" y="103137"/>
                  </a:lnTo>
                  <a:lnTo>
                    <a:pt x="207123" y="102950"/>
                  </a:lnTo>
                  <a:lnTo>
                    <a:pt x="202886" y="96848"/>
                  </a:lnTo>
                  <a:lnTo>
                    <a:pt x="201793" y="95311"/>
                  </a:lnTo>
                  <a:lnTo>
                    <a:pt x="201656" y="94379"/>
                  </a:lnTo>
                  <a:lnTo>
                    <a:pt x="201701" y="93634"/>
                  </a:lnTo>
                  <a:lnTo>
                    <a:pt x="202112" y="90280"/>
                  </a:lnTo>
                  <a:lnTo>
                    <a:pt x="202339" y="88929"/>
                  </a:lnTo>
                  <a:lnTo>
                    <a:pt x="202567" y="87997"/>
                  </a:lnTo>
                  <a:lnTo>
                    <a:pt x="202704" y="87717"/>
                  </a:lnTo>
                  <a:lnTo>
                    <a:pt x="203387" y="86366"/>
                  </a:lnTo>
                  <a:lnTo>
                    <a:pt x="203433" y="86227"/>
                  </a:lnTo>
                  <a:lnTo>
                    <a:pt x="203570" y="85947"/>
                  </a:lnTo>
                  <a:lnTo>
                    <a:pt x="203387" y="85854"/>
                  </a:lnTo>
                  <a:lnTo>
                    <a:pt x="202522" y="85342"/>
                  </a:lnTo>
                  <a:lnTo>
                    <a:pt x="201929" y="85016"/>
                  </a:lnTo>
                  <a:lnTo>
                    <a:pt x="201747" y="84922"/>
                  </a:lnTo>
                  <a:lnTo>
                    <a:pt x="201656" y="84736"/>
                  </a:lnTo>
                  <a:lnTo>
                    <a:pt x="201565" y="84503"/>
                  </a:lnTo>
                  <a:lnTo>
                    <a:pt x="201565" y="84317"/>
                  </a:lnTo>
                  <a:lnTo>
                    <a:pt x="201747" y="82919"/>
                  </a:lnTo>
                  <a:lnTo>
                    <a:pt x="201884" y="82034"/>
                  </a:lnTo>
                  <a:lnTo>
                    <a:pt x="201884" y="81848"/>
                  </a:lnTo>
                  <a:lnTo>
                    <a:pt x="202020" y="80683"/>
                  </a:lnTo>
                  <a:lnTo>
                    <a:pt x="202066" y="80311"/>
                  </a:lnTo>
                  <a:lnTo>
                    <a:pt x="202112" y="80031"/>
                  </a:lnTo>
                  <a:lnTo>
                    <a:pt x="201428" y="79891"/>
                  </a:lnTo>
                  <a:lnTo>
                    <a:pt x="198421" y="79425"/>
                  </a:lnTo>
                  <a:lnTo>
                    <a:pt x="198057" y="79332"/>
                  </a:lnTo>
                  <a:lnTo>
                    <a:pt x="197601" y="79286"/>
                  </a:lnTo>
                  <a:lnTo>
                    <a:pt x="195778" y="78960"/>
                  </a:lnTo>
                  <a:lnTo>
                    <a:pt x="191678" y="78307"/>
                  </a:lnTo>
                  <a:lnTo>
                    <a:pt x="187668" y="78773"/>
                  </a:lnTo>
                  <a:lnTo>
                    <a:pt x="181016" y="79472"/>
                  </a:lnTo>
                  <a:lnTo>
                    <a:pt x="177417" y="79891"/>
                  </a:lnTo>
                  <a:lnTo>
                    <a:pt x="174228" y="80217"/>
                  </a:lnTo>
                  <a:lnTo>
                    <a:pt x="172770" y="80404"/>
                  </a:lnTo>
                  <a:lnTo>
                    <a:pt x="170309" y="80683"/>
                  </a:lnTo>
                  <a:lnTo>
                    <a:pt x="170036" y="80683"/>
                  </a:lnTo>
                  <a:lnTo>
                    <a:pt x="169854" y="80730"/>
                  </a:lnTo>
                  <a:lnTo>
                    <a:pt x="167530" y="80963"/>
                  </a:lnTo>
                  <a:lnTo>
                    <a:pt x="165617" y="81196"/>
                  </a:lnTo>
                  <a:lnTo>
                    <a:pt x="162609" y="81522"/>
                  </a:lnTo>
                  <a:lnTo>
                    <a:pt x="159557" y="81848"/>
                  </a:lnTo>
                  <a:lnTo>
                    <a:pt x="157552" y="82081"/>
                  </a:lnTo>
                  <a:lnTo>
                    <a:pt x="154454" y="82407"/>
                  </a:lnTo>
                  <a:lnTo>
                    <a:pt x="153770" y="82500"/>
                  </a:lnTo>
                  <a:lnTo>
                    <a:pt x="153087" y="82547"/>
                  </a:lnTo>
                  <a:lnTo>
                    <a:pt x="152723" y="82593"/>
                  </a:lnTo>
                  <a:lnTo>
                    <a:pt x="152540" y="82640"/>
                  </a:lnTo>
                  <a:lnTo>
                    <a:pt x="145342" y="83898"/>
                  </a:lnTo>
                  <a:lnTo>
                    <a:pt x="143474" y="84177"/>
                  </a:lnTo>
                  <a:lnTo>
                    <a:pt x="142972" y="84270"/>
                  </a:lnTo>
                  <a:lnTo>
                    <a:pt x="142608" y="84317"/>
                  </a:lnTo>
                  <a:lnTo>
                    <a:pt x="142016" y="84457"/>
                  </a:lnTo>
                  <a:lnTo>
                    <a:pt x="140740" y="84643"/>
                  </a:lnTo>
                  <a:lnTo>
                    <a:pt x="140239" y="84689"/>
                  </a:lnTo>
                  <a:lnTo>
                    <a:pt x="138325" y="84969"/>
                  </a:lnTo>
                  <a:lnTo>
                    <a:pt x="137095" y="85155"/>
                  </a:lnTo>
                  <a:lnTo>
                    <a:pt x="135409" y="85435"/>
                  </a:lnTo>
                  <a:lnTo>
                    <a:pt x="134452" y="85621"/>
                  </a:lnTo>
                  <a:lnTo>
                    <a:pt x="134224" y="85668"/>
                  </a:lnTo>
                  <a:lnTo>
                    <a:pt x="133860" y="85761"/>
                  </a:lnTo>
                  <a:lnTo>
                    <a:pt x="133313" y="85854"/>
                  </a:lnTo>
                  <a:lnTo>
                    <a:pt x="129030" y="91444"/>
                  </a:lnTo>
                  <a:lnTo>
                    <a:pt x="121331" y="101506"/>
                  </a:lnTo>
                  <a:lnTo>
                    <a:pt x="121103" y="101739"/>
                  </a:lnTo>
                  <a:lnTo>
                    <a:pt x="117594" y="106351"/>
                  </a:lnTo>
                  <a:lnTo>
                    <a:pt x="115043" y="109659"/>
                  </a:lnTo>
                  <a:lnTo>
                    <a:pt x="112355" y="113199"/>
                  </a:lnTo>
                  <a:lnTo>
                    <a:pt x="110168" y="116041"/>
                  </a:lnTo>
                  <a:lnTo>
                    <a:pt x="109986" y="115901"/>
                  </a:lnTo>
                  <a:lnTo>
                    <a:pt x="109803" y="115761"/>
                  </a:lnTo>
                  <a:lnTo>
                    <a:pt x="109576" y="115714"/>
                  </a:lnTo>
                  <a:lnTo>
                    <a:pt x="109348" y="115621"/>
                  </a:lnTo>
                  <a:lnTo>
                    <a:pt x="109074" y="115621"/>
                  </a:lnTo>
                  <a:lnTo>
                    <a:pt x="108847" y="115621"/>
                  </a:lnTo>
                  <a:lnTo>
                    <a:pt x="108619" y="115668"/>
                  </a:lnTo>
                  <a:lnTo>
                    <a:pt x="108391" y="115761"/>
                  </a:lnTo>
                  <a:lnTo>
                    <a:pt x="108209" y="115901"/>
                  </a:lnTo>
                  <a:lnTo>
                    <a:pt x="107981" y="116041"/>
                  </a:lnTo>
                  <a:lnTo>
                    <a:pt x="107844" y="116180"/>
                  </a:lnTo>
                  <a:lnTo>
                    <a:pt x="107297" y="115668"/>
                  </a:lnTo>
                  <a:lnTo>
                    <a:pt x="106341" y="114643"/>
                  </a:lnTo>
                  <a:lnTo>
                    <a:pt x="105521" y="113851"/>
                  </a:lnTo>
                  <a:lnTo>
                    <a:pt x="104245" y="112547"/>
                  </a:lnTo>
                  <a:lnTo>
                    <a:pt x="102924" y="111196"/>
                  </a:lnTo>
                  <a:lnTo>
                    <a:pt x="100645" y="113432"/>
                  </a:lnTo>
                  <a:lnTo>
                    <a:pt x="99324" y="114783"/>
                  </a:lnTo>
                  <a:lnTo>
                    <a:pt x="99187" y="114923"/>
                  </a:lnTo>
                  <a:lnTo>
                    <a:pt x="97319" y="113059"/>
                  </a:lnTo>
                  <a:lnTo>
                    <a:pt x="95907" y="111568"/>
                  </a:lnTo>
                  <a:lnTo>
                    <a:pt x="93356" y="108913"/>
                  </a:lnTo>
                  <a:lnTo>
                    <a:pt x="92763" y="108308"/>
                  </a:lnTo>
                  <a:lnTo>
                    <a:pt x="91488" y="109565"/>
                  </a:lnTo>
                  <a:lnTo>
                    <a:pt x="88617" y="112314"/>
                  </a:lnTo>
                  <a:lnTo>
                    <a:pt x="85473" y="115342"/>
                  </a:lnTo>
                  <a:lnTo>
                    <a:pt x="84790" y="116041"/>
                  </a:lnTo>
                  <a:lnTo>
                    <a:pt x="80598" y="120093"/>
                  </a:lnTo>
                  <a:lnTo>
                    <a:pt x="80188" y="119767"/>
                  </a:lnTo>
                  <a:lnTo>
                    <a:pt x="79778" y="119488"/>
                  </a:lnTo>
                  <a:lnTo>
                    <a:pt x="79368" y="119208"/>
                  </a:lnTo>
                  <a:lnTo>
                    <a:pt x="78912" y="118975"/>
                  </a:lnTo>
                  <a:lnTo>
                    <a:pt x="78457" y="118789"/>
                  </a:lnTo>
                  <a:lnTo>
                    <a:pt x="77956" y="118603"/>
                  </a:lnTo>
                  <a:lnTo>
                    <a:pt x="77500" y="118463"/>
                  </a:lnTo>
                  <a:lnTo>
                    <a:pt x="76999" y="118323"/>
                  </a:lnTo>
                  <a:lnTo>
                    <a:pt x="76543" y="118230"/>
                  </a:lnTo>
                  <a:lnTo>
                    <a:pt x="76042" y="118137"/>
                  </a:lnTo>
                  <a:lnTo>
                    <a:pt x="75541" y="118137"/>
                  </a:lnTo>
                  <a:lnTo>
                    <a:pt x="75040" y="118090"/>
                  </a:lnTo>
                  <a:lnTo>
                    <a:pt x="74539" y="118137"/>
                  </a:lnTo>
                  <a:lnTo>
                    <a:pt x="66520" y="118370"/>
                  </a:lnTo>
                  <a:lnTo>
                    <a:pt x="64469" y="120326"/>
                  </a:lnTo>
                  <a:lnTo>
                    <a:pt x="63057" y="118882"/>
                  </a:lnTo>
                  <a:lnTo>
                    <a:pt x="62237" y="118044"/>
                  </a:lnTo>
                  <a:lnTo>
                    <a:pt x="61553" y="117391"/>
                  </a:lnTo>
                  <a:lnTo>
                    <a:pt x="58911" y="114690"/>
                  </a:lnTo>
                  <a:lnTo>
                    <a:pt x="57180" y="112919"/>
                  </a:lnTo>
                  <a:lnTo>
                    <a:pt x="56724" y="112454"/>
                  </a:lnTo>
                  <a:lnTo>
                    <a:pt x="55949" y="111662"/>
                  </a:lnTo>
                  <a:lnTo>
                    <a:pt x="55722" y="111382"/>
                  </a:lnTo>
                  <a:lnTo>
                    <a:pt x="55084" y="110777"/>
                  </a:lnTo>
                  <a:lnTo>
                    <a:pt x="54856" y="110544"/>
                  </a:lnTo>
                  <a:lnTo>
                    <a:pt x="54127" y="109798"/>
                  </a:lnTo>
                  <a:lnTo>
                    <a:pt x="52487" y="108075"/>
                  </a:lnTo>
                  <a:lnTo>
                    <a:pt x="44787" y="115528"/>
                  </a:lnTo>
                  <a:lnTo>
                    <a:pt x="44103" y="116180"/>
                  </a:lnTo>
                  <a:lnTo>
                    <a:pt x="43511" y="116739"/>
                  </a:lnTo>
                  <a:lnTo>
                    <a:pt x="42691" y="117252"/>
                  </a:lnTo>
                  <a:lnTo>
                    <a:pt x="42463" y="116972"/>
                  </a:lnTo>
                  <a:lnTo>
                    <a:pt x="42235" y="116739"/>
                  </a:lnTo>
                  <a:lnTo>
                    <a:pt x="42007" y="116506"/>
                  </a:lnTo>
                  <a:lnTo>
                    <a:pt x="41643" y="116134"/>
                  </a:lnTo>
                  <a:lnTo>
                    <a:pt x="41278" y="115761"/>
                  </a:lnTo>
                  <a:lnTo>
                    <a:pt x="40914" y="115295"/>
                  </a:lnTo>
                  <a:lnTo>
                    <a:pt x="40732" y="115109"/>
                  </a:lnTo>
                  <a:lnTo>
                    <a:pt x="40413" y="114783"/>
                  </a:lnTo>
                  <a:lnTo>
                    <a:pt x="39912" y="114224"/>
                  </a:lnTo>
                  <a:lnTo>
                    <a:pt x="39593" y="113898"/>
                  </a:lnTo>
                  <a:lnTo>
                    <a:pt x="39319" y="113618"/>
                  </a:lnTo>
                  <a:lnTo>
                    <a:pt x="39183" y="113432"/>
                  </a:lnTo>
                  <a:lnTo>
                    <a:pt x="38636" y="112826"/>
                  </a:lnTo>
                  <a:lnTo>
                    <a:pt x="38089" y="112127"/>
                  </a:lnTo>
                  <a:lnTo>
                    <a:pt x="37634" y="111662"/>
                  </a:lnTo>
                  <a:lnTo>
                    <a:pt x="37041" y="111009"/>
                  </a:lnTo>
                  <a:lnTo>
                    <a:pt x="36813" y="110730"/>
                  </a:lnTo>
                  <a:lnTo>
                    <a:pt x="36221" y="110078"/>
                  </a:lnTo>
                  <a:lnTo>
                    <a:pt x="35765" y="109565"/>
                  </a:lnTo>
                  <a:lnTo>
                    <a:pt x="35583" y="109379"/>
                  </a:lnTo>
                  <a:lnTo>
                    <a:pt x="35447" y="109146"/>
                  </a:lnTo>
                  <a:lnTo>
                    <a:pt x="35310" y="109006"/>
                  </a:lnTo>
                  <a:lnTo>
                    <a:pt x="35037" y="108727"/>
                  </a:lnTo>
                  <a:lnTo>
                    <a:pt x="34854" y="110637"/>
                  </a:lnTo>
                  <a:lnTo>
                    <a:pt x="34809" y="111103"/>
                  </a:lnTo>
                  <a:lnTo>
                    <a:pt x="34490" y="112640"/>
                  </a:lnTo>
                  <a:lnTo>
                    <a:pt x="34308" y="113152"/>
                  </a:lnTo>
                  <a:lnTo>
                    <a:pt x="34171" y="113385"/>
                  </a:lnTo>
                  <a:lnTo>
                    <a:pt x="33761" y="113805"/>
                  </a:lnTo>
                  <a:lnTo>
                    <a:pt x="33396" y="114131"/>
                  </a:lnTo>
                  <a:lnTo>
                    <a:pt x="33168" y="114270"/>
                  </a:lnTo>
                  <a:lnTo>
                    <a:pt x="32348" y="114503"/>
                  </a:lnTo>
                  <a:lnTo>
                    <a:pt x="31710" y="114503"/>
                  </a:lnTo>
                  <a:lnTo>
                    <a:pt x="30708" y="114550"/>
                  </a:lnTo>
                  <a:lnTo>
                    <a:pt x="29842" y="114550"/>
                  </a:lnTo>
                  <a:lnTo>
                    <a:pt x="29706" y="114596"/>
                  </a:lnTo>
                  <a:lnTo>
                    <a:pt x="29250" y="114736"/>
                  </a:lnTo>
                  <a:lnTo>
                    <a:pt x="29022" y="114876"/>
                  </a:lnTo>
                  <a:lnTo>
                    <a:pt x="28658" y="115202"/>
                  </a:lnTo>
                  <a:lnTo>
                    <a:pt x="28339" y="115482"/>
                  </a:lnTo>
                  <a:lnTo>
                    <a:pt x="28020" y="115714"/>
                  </a:lnTo>
                  <a:lnTo>
                    <a:pt x="27792" y="115854"/>
                  </a:lnTo>
                  <a:lnTo>
                    <a:pt x="27564" y="115994"/>
                  </a:lnTo>
                  <a:lnTo>
                    <a:pt x="27200" y="116180"/>
                  </a:lnTo>
                  <a:lnTo>
                    <a:pt x="26927" y="116413"/>
                  </a:lnTo>
                  <a:lnTo>
                    <a:pt x="26790" y="116646"/>
                  </a:lnTo>
                  <a:lnTo>
                    <a:pt x="26699" y="116972"/>
                  </a:lnTo>
                  <a:lnTo>
                    <a:pt x="26744" y="117298"/>
                  </a:lnTo>
                  <a:lnTo>
                    <a:pt x="26790" y="117624"/>
                  </a:lnTo>
                  <a:lnTo>
                    <a:pt x="26881" y="118044"/>
                  </a:lnTo>
                  <a:lnTo>
                    <a:pt x="26699" y="118370"/>
                  </a:lnTo>
                  <a:lnTo>
                    <a:pt x="26562" y="118603"/>
                  </a:lnTo>
                  <a:lnTo>
                    <a:pt x="26289" y="118836"/>
                  </a:lnTo>
                  <a:lnTo>
                    <a:pt x="25879" y="119162"/>
                  </a:lnTo>
                  <a:lnTo>
                    <a:pt x="25013" y="119581"/>
                  </a:lnTo>
                  <a:lnTo>
                    <a:pt x="24694" y="119721"/>
                  </a:lnTo>
                  <a:lnTo>
                    <a:pt x="23919" y="120093"/>
                  </a:lnTo>
                  <a:lnTo>
                    <a:pt x="23464" y="120326"/>
                  </a:lnTo>
                  <a:lnTo>
                    <a:pt x="23190" y="120466"/>
                  </a:lnTo>
                  <a:lnTo>
                    <a:pt x="22826" y="120559"/>
                  </a:lnTo>
                  <a:lnTo>
                    <a:pt x="22188" y="120699"/>
                  </a:lnTo>
                  <a:lnTo>
                    <a:pt x="21414" y="121211"/>
                  </a:lnTo>
                  <a:lnTo>
                    <a:pt x="21277" y="121118"/>
                  </a:lnTo>
                  <a:lnTo>
                    <a:pt x="19135" y="120093"/>
                  </a:lnTo>
                  <a:lnTo>
                    <a:pt x="17677" y="118882"/>
                  </a:lnTo>
                  <a:lnTo>
                    <a:pt x="16219" y="118044"/>
                  </a:lnTo>
                  <a:lnTo>
                    <a:pt x="14443" y="116553"/>
                  </a:lnTo>
                  <a:lnTo>
                    <a:pt x="13258" y="115435"/>
                  </a:lnTo>
                  <a:lnTo>
                    <a:pt x="11891" y="114270"/>
                  </a:lnTo>
                  <a:lnTo>
                    <a:pt x="11025" y="113572"/>
                  </a:lnTo>
                  <a:lnTo>
                    <a:pt x="9886" y="112686"/>
                  </a:lnTo>
                  <a:lnTo>
                    <a:pt x="9203" y="111895"/>
                  </a:lnTo>
                  <a:lnTo>
                    <a:pt x="8109" y="111289"/>
                  </a:lnTo>
                  <a:lnTo>
                    <a:pt x="7244" y="110404"/>
                  </a:lnTo>
                  <a:lnTo>
                    <a:pt x="6606" y="109798"/>
                  </a:lnTo>
                  <a:lnTo>
                    <a:pt x="5695" y="109193"/>
                  </a:lnTo>
                  <a:lnTo>
                    <a:pt x="4692" y="108168"/>
                  </a:lnTo>
                  <a:lnTo>
                    <a:pt x="3462" y="107283"/>
                  </a:lnTo>
                  <a:lnTo>
                    <a:pt x="2369" y="106770"/>
                  </a:lnTo>
                  <a:lnTo>
                    <a:pt x="774" y="105932"/>
                  </a:lnTo>
                  <a:lnTo>
                    <a:pt x="364" y="105606"/>
                  </a:lnTo>
                  <a:lnTo>
                    <a:pt x="1685" y="102019"/>
                  </a:lnTo>
                  <a:lnTo>
                    <a:pt x="2050" y="98012"/>
                  </a:lnTo>
                  <a:lnTo>
                    <a:pt x="2414" y="93447"/>
                  </a:lnTo>
                  <a:lnTo>
                    <a:pt x="2278" y="91584"/>
                  </a:lnTo>
                  <a:lnTo>
                    <a:pt x="2186" y="91025"/>
                  </a:lnTo>
                  <a:lnTo>
                    <a:pt x="1913" y="90186"/>
                  </a:lnTo>
                  <a:lnTo>
                    <a:pt x="1503" y="88975"/>
                  </a:lnTo>
                  <a:lnTo>
                    <a:pt x="956" y="87811"/>
                  </a:lnTo>
                  <a:lnTo>
                    <a:pt x="820" y="87391"/>
                  </a:lnTo>
                  <a:lnTo>
                    <a:pt x="728" y="86646"/>
                  </a:lnTo>
                  <a:lnTo>
                    <a:pt x="728" y="86273"/>
                  </a:lnTo>
                  <a:lnTo>
                    <a:pt x="865" y="85435"/>
                  </a:lnTo>
                  <a:lnTo>
                    <a:pt x="1412" y="83478"/>
                  </a:lnTo>
                  <a:lnTo>
                    <a:pt x="774" y="81568"/>
                  </a:lnTo>
                  <a:lnTo>
                    <a:pt x="227" y="79239"/>
                  </a:lnTo>
                  <a:lnTo>
                    <a:pt x="455" y="77329"/>
                  </a:lnTo>
                  <a:lnTo>
                    <a:pt x="911" y="75419"/>
                  </a:lnTo>
                  <a:lnTo>
                    <a:pt x="728" y="74953"/>
                  </a:lnTo>
                  <a:lnTo>
                    <a:pt x="956" y="74255"/>
                  </a:lnTo>
                  <a:lnTo>
                    <a:pt x="0" y="73882"/>
                  </a:lnTo>
                  <a:lnTo>
                    <a:pt x="1868" y="70295"/>
                  </a:lnTo>
                  <a:lnTo>
                    <a:pt x="2642" y="68851"/>
                  </a:lnTo>
                  <a:lnTo>
                    <a:pt x="2870" y="68944"/>
                  </a:lnTo>
                  <a:lnTo>
                    <a:pt x="3280" y="69177"/>
                  </a:lnTo>
                  <a:lnTo>
                    <a:pt x="4054" y="69410"/>
                  </a:lnTo>
                  <a:lnTo>
                    <a:pt x="4465" y="68571"/>
                  </a:lnTo>
                  <a:lnTo>
                    <a:pt x="5421" y="66428"/>
                  </a:lnTo>
                  <a:lnTo>
                    <a:pt x="5512" y="66242"/>
                  </a:lnTo>
                  <a:lnTo>
                    <a:pt x="6196" y="64751"/>
                  </a:lnTo>
                  <a:lnTo>
                    <a:pt x="6697" y="62935"/>
                  </a:lnTo>
                  <a:lnTo>
                    <a:pt x="6925" y="62469"/>
                  </a:lnTo>
                  <a:lnTo>
                    <a:pt x="7107" y="62189"/>
                  </a:lnTo>
                  <a:lnTo>
                    <a:pt x="7745" y="60838"/>
                  </a:lnTo>
                  <a:lnTo>
                    <a:pt x="9659" y="56925"/>
                  </a:lnTo>
                  <a:lnTo>
                    <a:pt x="9750" y="56786"/>
                  </a:lnTo>
                  <a:lnTo>
                    <a:pt x="9886" y="56459"/>
                  </a:lnTo>
                  <a:lnTo>
                    <a:pt x="10023" y="55807"/>
                  </a:lnTo>
                  <a:lnTo>
                    <a:pt x="10889" y="53944"/>
                  </a:lnTo>
                  <a:lnTo>
                    <a:pt x="10980" y="53758"/>
                  </a:lnTo>
                  <a:lnTo>
                    <a:pt x="8930" y="52593"/>
                  </a:lnTo>
                  <a:lnTo>
                    <a:pt x="10707" y="47888"/>
                  </a:lnTo>
                  <a:lnTo>
                    <a:pt x="11253" y="46537"/>
                  </a:lnTo>
                  <a:lnTo>
                    <a:pt x="11299" y="46397"/>
                  </a:lnTo>
                  <a:lnTo>
                    <a:pt x="11527" y="45745"/>
                  </a:lnTo>
                  <a:lnTo>
                    <a:pt x="12347" y="43556"/>
                  </a:lnTo>
                  <a:lnTo>
                    <a:pt x="12392" y="43416"/>
                  </a:lnTo>
                  <a:lnTo>
                    <a:pt x="13668" y="40062"/>
                  </a:lnTo>
                  <a:lnTo>
                    <a:pt x="15354" y="35450"/>
                  </a:lnTo>
                  <a:lnTo>
                    <a:pt x="15673" y="34658"/>
                  </a:lnTo>
                  <a:lnTo>
                    <a:pt x="23099" y="38385"/>
                  </a:lnTo>
                  <a:lnTo>
                    <a:pt x="26243" y="32003"/>
                  </a:lnTo>
                  <a:lnTo>
                    <a:pt x="26516" y="31444"/>
                  </a:lnTo>
                  <a:lnTo>
                    <a:pt x="26699" y="31584"/>
                  </a:lnTo>
                  <a:lnTo>
                    <a:pt x="26835" y="31677"/>
                  </a:lnTo>
                  <a:lnTo>
                    <a:pt x="27291" y="32003"/>
                  </a:lnTo>
                  <a:lnTo>
                    <a:pt x="28020" y="32469"/>
                  </a:lnTo>
                  <a:lnTo>
                    <a:pt x="28476" y="32795"/>
                  </a:lnTo>
                  <a:lnTo>
                    <a:pt x="29205" y="33307"/>
                  </a:lnTo>
                  <a:lnTo>
                    <a:pt x="29387" y="33400"/>
                  </a:lnTo>
                  <a:lnTo>
                    <a:pt x="31300" y="34751"/>
                  </a:lnTo>
                  <a:lnTo>
                    <a:pt x="34535" y="36941"/>
                  </a:lnTo>
                  <a:lnTo>
                    <a:pt x="38226" y="29953"/>
                  </a:lnTo>
                  <a:lnTo>
                    <a:pt x="39274" y="27764"/>
                  </a:lnTo>
                  <a:lnTo>
                    <a:pt x="43147" y="19984"/>
                  </a:lnTo>
                  <a:lnTo>
                    <a:pt x="44012" y="18260"/>
                  </a:lnTo>
                  <a:lnTo>
                    <a:pt x="46655" y="13090"/>
                  </a:lnTo>
                  <a:lnTo>
                    <a:pt x="47703" y="10993"/>
                  </a:lnTo>
                  <a:lnTo>
                    <a:pt x="47839" y="10760"/>
                  </a:lnTo>
                  <a:lnTo>
                    <a:pt x="48978" y="8571"/>
                  </a:lnTo>
                  <a:lnTo>
                    <a:pt x="49753" y="7034"/>
                  </a:lnTo>
                  <a:lnTo>
                    <a:pt x="51165" y="4751"/>
                  </a:lnTo>
                  <a:lnTo>
                    <a:pt x="51348" y="4518"/>
                  </a:lnTo>
                  <a:lnTo>
                    <a:pt x="52304" y="3354"/>
                  </a:lnTo>
                  <a:lnTo>
                    <a:pt x="54218" y="1164"/>
                  </a:lnTo>
                  <a:lnTo>
                    <a:pt x="55038" y="4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96534" y="2852432"/>
              <a:ext cx="619640" cy="821790"/>
            </a:xfrm>
            <a:custGeom>
              <a:avLst/>
              <a:pathLst>
                <a:path w="619640" h="821790">
                  <a:moveTo>
                    <a:pt x="408962" y="6009"/>
                  </a:moveTo>
                  <a:lnTo>
                    <a:pt x="414019" y="11413"/>
                  </a:lnTo>
                  <a:lnTo>
                    <a:pt x="416844" y="16444"/>
                  </a:lnTo>
                  <a:lnTo>
                    <a:pt x="419806" y="23105"/>
                  </a:lnTo>
                  <a:lnTo>
                    <a:pt x="421446" y="28788"/>
                  </a:lnTo>
                  <a:lnTo>
                    <a:pt x="421765" y="29907"/>
                  </a:lnTo>
                  <a:lnTo>
                    <a:pt x="424817" y="34565"/>
                  </a:lnTo>
                  <a:lnTo>
                    <a:pt x="429009" y="38711"/>
                  </a:lnTo>
                  <a:lnTo>
                    <a:pt x="432244" y="39969"/>
                  </a:lnTo>
                  <a:lnTo>
                    <a:pt x="436664" y="41739"/>
                  </a:lnTo>
                  <a:lnTo>
                    <a:pt x="446505" y="43975"/>
                  </a:lnTo>
                  <a:lnTo>
                    <a:pt x="447097" y="44115"/>
                  </a:lnTo>
                  <a:lnTo>
                    <a:pt x="456847" y="45372"/>
                  </a:lnTo>
                  <a:lnTo>
                    <a:pt x="463363" y="45466"/>
                  </a:lnTo>
                  <a:lnTo>
                    <a:pt x="464821" y="45512"/>
                  </a:lnTo>
                  <a:lnTo>
                    <a:pt x="471473" y="44627"/>
                  </a:lnTo>
                  <a:lnTo>
                    <a:pt x="479355" y="41739"/>
                  </a:lnTo>
                  <a:lnTo>
                    <a:pt x="489333" y="35683"/>
                  </a:lnTo>
                  <a:lnTo>
                    <a:pt x="496942" y="29534"/>
                  </a:lnTo>
                  <a:lnTo>
                    <a:pt x="503958" y="26646"/>
                  </a:lnTo>
                  <a:lnTo>
                    <a:pt x="510474" y="25993"/>
                  </a:lnTo>
                  <a:lnTo>
                    <a:pt x="521591" y="24270"/>
                  </a:lnTo>
                  <a:lnTo>
                    <a:pt x="521819" y="24223"/>
                  </a:lnTo>
                  <a:lnTo>
                    <a:pt x="527104" y="22826"/>
                  </a:lnTo>
                  <a:lnTo>
                    <a:pt x="530156" y="21987"/>
                  </a:lnTo>
                  <a:lnTo>
                    <a:pt x="542595" y="18959"/>
                  </a:lnTo>
                  <a:lnTo>
                    <a:pt x="545784" y="19006"/>
                  </a:lnTo>
                  <a:lnTo>
                    <a:pt x="551343" y="19099"/>
                  </a:lnTo>
                  <a:lnTo>
                    <a:pt x="558359" y="18959"/>
                  </a:lnTo>
                  <a:lnTo>
                    <a:pt x="567608" y="18680"/>
                  </a:lnTo>
                  <a:lnTo>
                    <a:pt x="577085" y="18959"/>
                  </a:lnTo>
                  <a:lnTo>
                    <a:pt x="577951" y="18866"/>
                  </a:lnTo>
                  <a:lnTo>
                    <a:pt x="580684" y="18540"/>
                  </a:lnTo>
                  <a:lnTo>
                    <a:pt x="584557" y="18074"/>
                  </a:lnTo>
                  <a:lnTo>
                    <a:pt x="594398" y="17329"/>
                  </a:lnTo>
                  <a:lnTo>
                    <a:pt x="603374" y="15745"/>
                  </a:lnTo>
                  <a:lnTo>
                    <a:pt x="606609" y="15186"/>
                  </a:lnTo>
                  <a:lnTo>
                    <a:pt x="614354" y="15186"/>
                  </a:lnTo>
                  <a:lnTo>
                    <a:pt x="618045" y="18074"/>
                  </a:lnTo>
                  <a:lnTo>
                    <a:pt x="619640" y="22733"/>
                  </a:lnTo>
                  <a:lnTo>
                    <a:pt x="616678" y="29254"/>
                  </a:lnTo>
                  <a:lnTo>
                    <a:pt x="611530" y="36335"/>
                  </a:lnTo>
                  <a:lnTo>
                    <a:pt x="607930" y="44348"/>
                  </a:lnTo>
                  <a:lnTo>
                    <a:pt x="606472" y="56459"/>
                  </a:lnTo>
                  <a:lnTo>
                    <a:pt x="607338" y="67407"/>
                  </a:lnTo>
                  <a:lnTo>
                    <a:pt x="608796" y="76537"/>
                  </a:lnTo>
                  <a:lnTo>
                    <a:pt x="609935" y="83478"/>
                  </a:lnTo>
                  <a:lnTo>
                    <a:pt x="608340" y="92189"/>
                  </a:lnTo>
                  <a:lnTo>
                    <a:pt x="602326" y="99643"/>
                  </a:lnTo>
                  <a:lnTo>
                    <a:pt x="601552" y="100621"/>
                  </a:lnTo>
                  <a:lnTo>
                    <a:pt x="596631" y="104627"/>
                  </a:lnTo>
                  <a:lnTo>
                    <a:pt x="582598" y="113432"/>
                  </a:lnTo>
                  <a:lnTo>
                    <a:pt x="573258" y="117857"/>
                  </a:lnTo>
                  <a:lnTo>
                    <a:pt x="565603" y="120746"/>
                  </a:lnTo>
                  <a:lnTo>
                    <a:pt x="557995" y="123121"/>
                  </a:lnTo>
                  <a:lnTo>
                    <a:pt x="552846" y="126289"/>
                  </a:lnTo>
                  <a:lnTo>
                    <a:pt x="548518" y="128944"/>
                  </a:lnTo>
                  <a:lnTo>
                    <a:pt x="541365" y="132298"/>
                  </a:lnTo>
                  <a:lnTo>
                    <a:pt x="538038" y="140125"/>
                  </a:lnTo>
                  <a:lnTo>
                    <a:pt x="535487" y="151584"/>
                  </a:lnTo>
                  <a:lnTo>
                    <a:pt x="535350" y="159131"/>
                  </a:lnTo>
                  <a:lnTo>
                    <a:pt x="533027" y="169799"/>
                  </a:lnTo>
                  <a:lnTo>
                    <a:pt x="529336" y="182004"/>
                  </a:lnTo>
                  <a:lnTo>
                    <a:pt x="523276" y="195373"/>
                  </a:lnTo>
                  <a:lnTo>
                    <a:pt x="519495" y="201988"/>
                  </a:lnTo>
                  <a:lnTo>
                    <a:pt x="517126" y="206181"/>
                  </a:lnTo>
                  <a:lnTo>
                    <a:pt x="514529" y="212330"/>
                  </a:lnTo>
                  <a:lnTo>
                    <a:pt x="514301" y="219644"/>
                  </a:lnTo>
                  <a:lnTo>
                    <a:pt x="514392" y="220203"/>
                  </a:lnTo>
                  <a:lnTo>
                    <a:pt x="515394" y="226957"/>
                  </a:lnTo>
                  <a:lnTo>
                    <a:pt x="515531" y="227936"/>
                  </a:lnTo>
                  <a:lnTo>
                    <a:pt x="518720" y="234597"/>
                  </a:lnTo>
                  <a:lnTo>
                    <a:pt x="521090" y="242144"/>
                  </a:lnTo>
                  <a:lnTo>
                    <a:pt x="519586" y="248945"/>
                  </a:lnTo>
                  <a:lnTo>
                    <a:pt x="517490" y="255420"/>
                  </a:lnTo>
                  <a:lnTo>
                    <a:pt x="517126" y="256492"/>
                  </a:lnTo>
                  <a:lnTo>
                    <a:pt x="515212" y="259473"/>
                  </a:lnTo>
                  <a:lnTo>
                    <a:pt x="513071" y="262781"/>
                  </a:lnTo>
                  <a:lnTo>
                    <a:pt x="512478" y="267439"/>
                  </a:lnTo>
                  <a:lnTo>
                    <a:pt x="513298" y="273868"/>
                  </a:lnTo>
                  <a:lnTo>
                    <a:pt x="516260" y="279038"/>
                  </a:lnTo>
                  <a:lnTo>
                    <a:pt x="525145" y="287330"/>
                  </a:lnTo>
                  <a:lnTo>
                    <a:pt x="527969" y="292222"/>
                  </a:lnTo>
                  <a:lnTo>
                    <a:pt x="529200" y="298650"/>
                  </a:lnTo>
                  <a:lnTo>
                    <a:pt x="529701" y="303821"/>
                  </a:lnTo>
                  <a:lnTo>
                    <a:pt x="528744" y="306616"/>
                  </a:lnTo>
                  <a:lnTo>
                    <a:pt x="528106" y="308619"/>
                  </a:lnTo>
                  <a:lnTo>
                    <a:pt x="523778" y="313371"/>
                  </a:lnTo>
                  <a:lnTo>
                    <a:pt x="519221" y="317144"/>
                  </a:lnTo>
                  <a:lnTo>
                    <a:pt x="511476" y="322827"/>
                  </a:lnTo>
                  <a:lnTo>
                    <a:pt x="499402" y="327952"/>
                  </a:lnTo>
                  <a:lnTo>
                    <a:pt x="486007" y="332750"/>
                  </a:lnTo>
                  <a:lnTo>
                    <a:pt x="475027" y="338526"/>
                  </a:lnTo>
                  <a:lnTo>
                    <a:pt x="471108" y="341182"/>
                  </a:lnTo>
                  <a:lnTo>
                    <a:pt x="466552" y="346725"/>
                  </a:lnTo>
                  <a:lnTo>
                    <a:pt x="464684" y="350359"/>
                  </a:lnTo>
                  <a:lnTo>
                    <a:pt x="463363" y="353014"/>
                  </a:lnTo>
                  <a:lnTo>
                    <a:pt x="462634" y="358558"/>
                  </a:lnTo>
                  <a:lnTo>
                    <a:pt x="462679" y="360188"/>
                  </a:lnTo>
                  <a:lnTo>
                    <a:pt x="462862" y="365219"/>
                  </a:lnTo>
                  <a:lnTo>
                    <a:pt x="461039" y="371741"/>
                  </a:lnTo>
                  <a:lnTo>
                    <a:pt x="457804" y="376027"/>
                  </a:lnTo>
                  <a:lnTo>
                    <a:pt x="453613" y="378728"/>
                  </a:lnTo>
                  <a:lnTo>
                    <a:pt x="450605" y="383992"/>
                  </a:lnTo>
                  <a:lnTo>
                    <a:pt x="448965" y="390468"/>
                  </a:lnTo>
                  <a:lnTo>
                    <a:pt x="443680" y="395918"/>
                  </a:lnTo>
                  <a:lnTo>
                    <a:pt x="437393" y="398760"/>
                  </a:lnTo>
                  <a:lnTo>
                    <a:pt x="434340" y="400111"/>
                  </a:lnTo>
                  <a:lnTo>
                    <a:pt x="427369" y="403977"/>
                  </a:lnTo>
                  <a:lnTo>
                    <a:pt x="423132" y="407378"/>
                  </a:lnTo>
                  <a:lnTo>
                    <a:pt x="422676" y="408356"/>
                  </a:lnTo>
                  <a:lnTo>
                    <a:pt x="421173" y="411384"/>
                  </a:lnTo>
                  <a:lnTo>
                    <a:pt x="419259" y="415344"/>
                  </a:lnTo>
                  <a:lnTo>
                    <a:pt x="415477" y="421213"/>
                  </a:lnTo>
                  <a:lnTo>
                    <a:pt x="410192" y="425685"/>
                  </a:lnTo>
                  <a:lnTo>
                    <a:pt x="402173" y="428341"/>
                  </a:lnTo>
                  <a:lnTo>
                    <a:pt x="393198" y="429691"/>
                  </a:lnTo>
                  <a:lnTo>
                    <a:pt x="385999" y="426664"/>
                  </a:lnTo>
                  <a:lnTo>
                    <a:pt x="377297" y="425080"/>
                  </a:lnTo>
                  <a:lnTo>
                    <a:pt x="372330" y="427269"/>
                  </a:lnTo>
                  <a:lnTo>
                    <a:pt x="369961" y="430204"/>
                  </a:lnTo>
                  <a:lnTo>
                    <a:pt x="367956" y="432673"/>
                  </a:lnTo>
                  <a:lnTo>
                    <a:pt x="368549" y="440872"/>
                  </a:lnTo>
                  <a:lnTo>
                    <a:pt x="367501" y="451959"/>
                  </a:lnTo>
                  <a:lnTo>
                    <a:pt x="366179" y="465095"/>
                  </a:lnTo>
                  <a:lnTo>
                    <a:pt x="364904" y="473713"/>
                  </a:lnTo>
                  <a:lnTo>
                    <a:pt x="352784" y="505763"/>
                  </a:lnTo>
                  <a:lnTo>
                    <a:pt x="348866" y="513310"/>
                  </a:lnTo>
                  <a:lnTo>
                    <a:pt x="347180" y="516524"/>
                  </a:lnTo>
                  <a:lnTo>
                    <a:pt x="337293" y="529894"/>
                  </a:lnTo>
                  <a:lnTo>
                    <a:pt x="333512" y="536229"/>
                  </a:lnTo>
                  <a:lnTo>
                    <a:pt x="332646" y="538093"/>
                  </a:lnTo>
                  <a:lnTo>
                    <a:pt x="326905" y="550484"/>
                  </a:lnTo>
                  <a:lnTo>
                    <a:pt x="318567" y="563108"/>
                  </a:lnTo>
                  <a:lnTo>
                    <a:pt x="312325" y="572658"/>
                  </a:lnTo>
                  <a:lnTo>
                    <a:pt x="309637" y="578108"/>
                  </a:lnTo>
                  <a:lnTo>
                    <a:pt x="308589" y="581649"/>
                  </a:lnTo>
                  <a:lnTo>
                    <a:pt x="306038" y="584211"/>
                  </a:lnTo>
                  <a:lnTo>
                    <a:pt x="306539" y="588543"/>
                  </a:lnTo>
                  <a:lnTo>
                    <a:pt x="305765" y="591245"/>
                  </a:lnTo>
                  <a:lnTo>
                    <a:pt x="298839" y="597161"/>
                  </a:lnTo>
                  <a:lnTo>
                    <a:pt x="296060" y="604568"/>
                  </a:lnTo>
                  <a:lnTo>
                    <a:pt x="293691" y="607736"/>
                  </a:lnTo>
                  <a:lnTo>
                    <a:pt x="291367" y="613326"/>
                  </a:lnTo>
                  <a:lnTo>
                    <a:pt x="285763" y="618217"/>
                  </a:lnTo>
                  <a:lnTo>
                    <a:pt x="280341" y="624506"/>
                  </a:lnTo>
                  <a:lnTo>
                    <a:pt x="278701" y="632099"/>
                  </a:lnTo>
                  <a:lnTo>
                    <a:pt x="279156" y="639041"/>
                  </a:lnTo>
                  <a:lnTo>
                    <a:pt x="279293" y="641509"/>
                  </a:lnTo>
                  <a:lnTo>
                    <a:pt x="279202" y="644258"/>
                  </a:lnTo>
                  <a:lnTo>
                    <a:pt x="281389" y="650547"/>
                  </a:lnTo>
                  <a:lnTo>
                    <a:pt x="289408" y="668062"/>
                  </a:lnTo>
                  <a:lnTo>
                    <a:pt x="294739" y="670671"/>
                  </a:lnTo>
                  <a:lnTo>
                    <a:pt x="300297" y="672348"/>
                  </a:lnTo>
                  <a:lnTo>
                    <a:pt x="308179" y="675982"/>
                  </a:lnTo>
                  <a:lnTo>
                    <a:pt x="315333" y="677379"/>
                  </a:lnTo>
                  <a:lnTo>
                    <a:pt x="316062" y="677519"/>
                  </a:lnTo>
                  <a:lnTo>
                    <a:pt x="318203" y="678870"/>
                  </a:lnTo>
                  <a:lnTo>
                    <a:pt x="320481" y="678870"/>
                  </a:lnTo>
                  <a:lnTo>
                    <a:pt x="322805" y="678870"/>
                  </a:lnTo>
                  <a:lnTo>
                    <a:pt x="324354" y="681292"/>
                  </a:lnTo>
                  <a:lnTo>
                    <a:pt x="324946" y="683249"/>
                  </a:lnTo>
                  <a:lnTo>
                    <a:pt x="325857" y="684740"/>
                  </a:lnTo>
                  <a:lnTo>
                    <a:pt x="328135" y="685811"/>
                  </a:lnTo>
                  <a:lnTo>
                    <a:pt x="329001" y="688466"/>
                  </a:lnTo>
                  <a:lnTo>
                    <a:pt x="330003" y="690004"/>
                  </a:lnTo>
                  <a:lnTo>
                    <a:pt x="331644" y="690935"/>
                  </a:lnTo>
                  <a:lnTo>
                    <a:pt x="333694" y="691355"/>
                  </a:lnTo>
                  <a:lnTo>
                    <a:pt x="335289" y="692100"/>
                  </a:lnTo>
                  <a:lnTo>
                    <a:pt x="337658" y="693171"/>
                  </a:lnTo>
                  <a:lnTo>
                    <a:pt x="340209" y="693823"/>
                  </a:lnTo>
                  <a:lnTo>
                    <a:pt x="341895" y="695640"/>
                  </a:lnTo>
                  <a:lnTo>
                    <a:pt x="342943" y="697737"/>
                  </a:lnTo>
                  <a:lnTo>
                    <a:pt x="343672" y="699786"/>
                  </a:lnTo>
                  <a:lnTo>
                    <a:pt x="344538" y="701743"/>
                  </a:lnTo>
                  <a:lnTo>
                    <a:pt x="345403" y="703280"/>
                  </a:lnTo>
                  <a:lnTo>
                    <a:pt x="348000" y="704864"/>
                  </a:lnTo>
                  <a:lnTo>
                    <a:pt x="350415" y="707706"/>
                  </a:lnTo>
                  <a:lnTo>
                    <a:pt x="351372" y="711013"/>
                  </a:lnTo>
                  <a:lnTo>
                    <a:pt x="349868" y="713389"/>
                  </a:lnTo>
                  <a:lnTo>
                    <a:pt x="349048" y="713855"/>
                  </a:lnTo>
                  <a:lnTo>
                    <a:pt x="349094" y="714926"/>
                  </a:lnTo>
                  <a:lnTo>
                    <a:pt x="348502" y="716230"/>
                  </a:lnTo>
                  <a:lnTo>
                    <a:pt x="348228" y="717721"/>
                  </a:lnTo>
                  <a:lnTo>
                    <a:pt x="348912" y="719398"/>
                  </a:lnTo>
                  <a:lnTo>
                    <a:pt x="349868" y="720143"/>
                  </a:lnTo>
                  <a:lnTo>
                    <a:pt x="351190" y="720889"/>
                  </a:lnTo>
                  <a:lnTo>
                    <a:pt x="352420" y="720982"/>
                  </a:lnTo>
                  <a:lnTo>
                    <a:pt x="353240" y="721168"/>
                  </a:lnTo>
                  <a:lnTo>
                    <a:pt x="355381" y="726479"/>
                  </a:lnTo>
                  <a:lnTo>
                    <a:pt x="355700" y="727364"/>
                  </a:lnTo>
                  <a:lnTo>
                    <a:pt x="356065" y="728109"/>
                  </a:lnTo>
                  <a:lnTo>
                    <a:pt x="357386" y="728482"/>
                  </a:lnTo>
                  <a:lnTo>
                    <a:pt x="358707" y="728389"/>
                  </a:lnTo>
                  <a:lnTo>
                    <a:pt x="358525" y="730765"/>
                  </a:lnTo>
                  <a:lnTo>
                    <a:pt x="358480" y="731696"/>
                  </a:lnTo>
                  <a:lnTo>
                    <a:pt x="358753" y="733187"/>
                  </a:lnTo>
                  <a:lnTo>
                    <a:pt x="359026" y="734724"/>
                  </a:lnTo>
                  <a:lnTo>
                    <a:pt x="359391" y="735050"/>
                  </a:lnTo>
                  <a:lnTo>
                    <a:pt x="359254" y="737147"/>
                  </a:lnTo>
                  <a:lnTo>
                    <a:pt x="358206" y="741665"/>
                  </a:lnTo>
                  <a:lnTo>
                    <a:pt x="356794" y="745113"/>
                  </a:lnTo>
                  <a:lnTo>
                    <a:pt x="357796" y="747908"/>
                  </a:lnTo>
                  <a:lnTo>
                    <a:pt x="352420" y="750051"/>
                  </a:lnTo>
                  <a:lnTo>
                    <a:pt x="349185" y="751401"/>
                  </a:lnTo>
                  <a:lnTo>
                    <a:pt x="331598" y="758436"/>
                  </a:lnTo>
                  <a:lnTo>
                    <a:pt x="327680" y="759693"/>
                  </a:lnTo>
                  <a:lnTo>
                    <a:pt x="306904" y="766215"/>
                  </a:lnTo>
                  <a:lnTo>
                    <a:pt x="297017" y="769895"/>
                  </a:lnTo>
                  <a:lnTo>
                    <a:pt x="295878" y="770128"/>
                  </a:lnTo>
                  <a:lnTo>
                    <a:pt x="285353" y="772178"/>
                  </a:lnTo>
                  <a:lnTo>
                    <a:pt x="283439" y="771852"/>
                  </a:lnTo>
                  <a:lnTo>
                    <a:pt x="277106" y="771479"/>
                  </a:lnTo>
                  <a:lnTo>
                    <a:pt x="272869" y="770408"/>
                  </a:lnTo>
                  <a:lnTo>
                    <a:pt x="270135" y="770501"/>
                  </a:lnTo>
                  <a:lnTo>
                    <a:pt x="268358" y="771013"/>
                  </a:lnTo>
                  <a:lnTo>
                    <a:pt x="265488" y="771107"/>
                  </a:lnTo>
                  <a:lnTo>
                    <a:pt x="263483" y="770082"/>
                  </a:lnTo>
                  <a:lnTo>
                    <a:pt x="261797" y="769709"/>
                  </a:lnTo>
                  <a:lnTo>
                    <a:pt x="259200" y="769662"/>
                  </a:lnTo>
                  <a:lnTo>
                    <a:pt x="257606" y="769849"/>
                  </a:lnTo>
                  <a:lnTo>
                    <a:pt x="255692" y="769895"/>
                  </a:lnTo>
                  <a:lnTo>
                    <a:pt x="255054" y="769942"/>
                  </a:lnTo>
                  <a:lnTo>
                    <a:pt x="253323" y="770920"/>
                  </a:lnTo>
                  <a:lnTo>
                    <a:pt x="252503" y="771013"/>
                  </a:lnTo>
                  <a:lnTo>
                    <a:pt x="247263" y="770082"/>
                  </a:lnTo>
                  <a:lnTo>
                    <a:pt x="244621" y="769662"/>
                  </a:lnTo>
                  <a:lnTo>
                    <a:pt x="243117" y="769383"/>
                  </a:lnTo>
                  <a:lnTo>
                    <a:pt x="239108" y="768638"/>
                  </a:lnTo>
                  <a:lnTo>
                    <a:pt x="238151" y="768498"/>
                  </a:lnTo>
                  <a:lnTo>
                    <a:pt x="234734" y="768125"/>
                  </a:lnTo>
                  <a:lnTo>
                    <a:pt x="233367" y="767939"/>
                  </a:lnTo>
                  <a:lnTo>
                    <a:pt x="231362" y="767193"/>
                  </a:lnTo>
                  <a:lnTo>
                    <a:pt x="230907" y="767054"/>
                  </a:lnTo>
                  <a:lnTo>
                    <a:pt x="229995" y="766914"/>
                  </a:lnTo>
                  <a:lnTo>
                    <a:pt x="228947" y="766821"/>
                  </a:lnTo>
                  <a:lnTo>
                    <a:pt x="226715" y="766821"/>
                  </a:lnTo>
                  <a:lnTo>
                    <a:pt x="222705" y="767520"/>
                  </a:lnTo>
                  <a:lnTo>
                    <a:pt x="219197" y="768591"/>
                  </a:lnTo>
                  <a:lnTo>
                    <a:pt x="217147" y="768824"/>
                  </a:lnTo>
                  <a:lnTo>
                    <a:pt x="213958" y="769569"/>
                  </a:lnTo>
                  <a:lnTo>
                    <a:pt x="207533" y="770128"/>
                  </a:lnTo>
                  <a:lnTo>
                    <a:pt x="202977" y="771013"/>
                  </a:lnTo>
                  <a:lnTo>
                    <a:pt x="202112" y="771433"/>
                  </a:lnTo>
                  <a:lnTo>
                    <a:pt x="195460" y="772411"/>
                  </a:lnTo>
                  <a:lnTo>
                    <a:pt x="191040" y="773296"/>
                  </a:lnTo>
                  <a:lnTo>
                    <a:pt x="180470" y="773343"/>
                  </a:lnTo>
                  <a:lnTo>
                    <a:pt x="179422" y="773296"/>
                  </a:lnTo>
                  <a:lnTo>
                    <a:pt x="177417" y="772970"/>
                  </a:lnTo>
                  <a:lnTo>
                    <a:pt x="175686" y="773016"/>
                  </a:lnTo>
                  <a:lnTo>
                    <a:pt x="171403" y="773902"/>
                  </a:lnTo>
                  <a:lnTo>
                    <a:pt x="168031" y="774274"/>
                  </a:lnTo>
                  <a:lnTo>
                    <a:pt x="165935" y="774321"/>
                  </a:lnTo>
                  <a:lnTo>
                    <a:pt x="163293" y="774088"/>
                  </a:lnTo>
                  <a:lnTo>
                    <a:pt x="162792" y="774088"/>
                  </a:lnTo>
                  <a:lnTo>
                    <a:pt x="161789" y="774134"/>
                  </a:lnTo>
                  <a:lnTo>
                    <a:pt x="159329" y="773855"/>
                  </a:lnTo>
                  <a:lnTo>
                    <a:pt x="159192" y="773855"/>
                  </a:lnTo>
                  <a:lnTo>
                    <a:pt x="155866" y="774787"/>
                  </a:lnTo>
                  <a:lnTo>
                    <a:pt x="154408" y="775066"/>
                  </a:lnTo>
                  <a:lnTo>
                    <a:pt x="152631" y="775346"/>
                  </a:lnTo>
                  <a:lnTo>
                    <a:pt x="151082" y="775625"/>
                  </a:lnTo>
                  <a:lnTo>
                    <a:pt x="147437" y="776883"/>
                  </a:lnTo>
                  <a:lnTo>
                    <a:pt x="145433" y="777302"/>
                  </a:lnTo>
                  <a:lnTo>
                    <a:pt x="143063" y="777442"/>
                  </a:lnTo>
                  <a:lnTo>
                    <a:pt x="141651" y="777535"/>
                  </a:lnTo>
                  <a:lnTo>
                    <a:pt x="136001" y="779352"/>
                  </a:lnTo>
                  <a:lnTo>
                    <a:pt x="131445" y="780796"/>
                  </a:lnTo>
                  <a:lnTo>
                    <a:pt x="130443" y="781448"/>
                  </a:lnTo>
                  <a:lnTo>
                    <a:pt x="127117" y="783265"/>
                  </a:lnTo>
                  <a:lnTo>
                    <a:pt x="124201" y="784569"/>
                  </a:lnTo>
                  <a:lnTo>
                    <a:pt x="122014" y="785594"/>
                  </a:lnTo>
                  <a:lnTo>
                    <a:pt x="117594" y="786246"/>
                  </a:lnTo>
                  <a:lnTo>
                    <a:pt x="113585" y="786899"/>
                  </a:lnTo>
                  <a:lnTo>
                    <a:pt x="112765" y="787038"/>
                  </a:lnTo>
                  <a:lnTo>
                    <a:pt x="111580" y="787085"/>
                  </a:lnTo>
                  <a:lnTo>
                    <a:pt x="107024" y="787877"/>
                  </a:lnTo>
                  <a:lnTo>
                    <a:pt x="105111" y="788576"/>
                  </a:lnTo>
                  <a:lnTo>
                    <a:pt x="100418" y="789507"/>
                  </a:lnTo>
                  <a:lnTo>
                    <a:pt x="96682" y="790532"/>
                  </a:lnTo>
                  <a:lnTo>
                    <a:pt x="96044" y="790858"/>
                  </a:lnTo>
                  <a:lnTo>
                    <a:pt x="95770" y="790951"/>
                  </a:lnTo>
                  <a:lnTo>
                    <a:pt x="91715" y="793560"/>
                  </a:lnTo>
                  <a:lnTo>
                    <a:pt x="90485" y="795144"/>
                  </a:lnTo>
                  <a:lnTo>
                    <a:pt x="86385" y="803669"/>
                  </a:lnTo>
                  <a:lnTo>
                    <a:pt x="85382" y="808560"/>
                  </a:lnTo>
                  <a:lnTo>
                    <a:pt x="85154" y="809632"/>
                  </a:lnTo>
                  <a:lnTo>
                    <a:pt x="84744" y="811262"/>
                  </a:lnTo>
                  <a:lnTo>
                    <a:pt x="83833" y="816992"/>
                  </a:lnTo>
                  <a:lnTo>
                    <a:pt x="82330" y="821790"/>
                  </a:lnTo>
                  <a:lnTo>
                    <a:pt x="78184" y="821091"/>
                  </a:lnTo>
                  <a:lnTo>
                    <a:pt x="77546" y="821231"/>
                  </a:lnTo>
                  <a:lnTo>
                    <a:pt x="77455" y="820299"/>
                  </a:lnTo>
                  <a:lnTo>
                    <a:pt x="77090" y="820346"/>
                  </a:lnTo>
                  <a:lnTo>
                    <a:pt x="76088" y="819927"/>
                  </a:lnTo>
                  <a:lnTo>
                    <a:pt x="75951" y="820160"/>
                  </a:lnTo>
                  <a:lnTo>
                    <a:pt x="75085" y="819740"/>
                  </a:lnTo>
                  <a:lnTo>
                    <a:pt x="74949" y="820020"/>
                  </a:lnTo>
                  <a:lnTo>
                    <a:pt x="74721" y="819880"/>
                  </a:lnTo>
                  <a:lnTo>
                    <a:pt x="74584" y="820206"/>
                  </a:lnTo>
                  <a:lnTo>
                    <a:pt x="73627" y="819880"/>
                  </a:lnTo>
                  <a:lnTo>
                    <a:pt x="72989" y="819461"/>
                  </a:lnTo>
                  <a:lnTo>
                    <a:pt x="72762" y="819601"/>
                  </a:lnTo>
                  <a:lnTo>
                    <a:pt x="72352" y="819368"/>
                  </a:lnTo>
                  <a:lnTo>
                    <a:pt x="72397" y="819135"/>
                  </a:lnTo>
                  <a:lnTo>
                    <a:pt x="71805" y="819088"/>
                  </a:lnTo>
                  <a:lnTo>
                    <a:pt x="71759" y="818855"/>
                  </a:lnTo>
                  <a:lnTo>
                    <a:pt x="71668" y="818669"/>
                  </a:lnTo>
                  <a:lnTo>
                    <a:pt x="70848" y="818296"/>
                  </a:lnTo>
                  <a:lnTo>
                    <a:pt x="70484" y="818296"/>
                  </a:lnTo>
                  <a:lnTo>
                    <a:pt x="69162" y="817691"/>
                  </a:lnTo>
                  <a:lnTo>
                    <a:pt x="68570" y="817225"/>
                  </a:lnTo>
                  <a:lnTo>
                    <a:pt x="67294" y="817085"/>
                  </a:lnTo>
                  <a:lnTo>
                    <a:pt x="66747" y="816806"/>
                  </a:lnTo>
                  <a:lnTo>
                    <a:pt x="65973" y="816619"/>
                  </a:lnTo>
                  <a:lnTo>
                    <a:pt x="64879" y="816573"/>
                  </a:lnTo>
                  <a:lnTo>
                    <a:pt x="64014" y="816433"/>
                  </a:lnTo>
                  <a:lnTo>
                    <a:pt x="63740" y="816153"/>
                  </a:lnTo>
                  <a:lnTo>
                    <a:pt x="63057" y="815781"/>
                  </a:lnTo>
                  <a:lnTo>
                    <a:pt x="62374" y="815455"/>
                  </a:lnTo>
                  <a:lnTo>
                    <a:pt x="61599" y="815082"/>
                  </a:lnTo>
                  <a:lnTo>
                    <a:pt x="60916" y="814756"/>
                  </a:lnTo>
                  <a:lnTo>
                    <a:pt x="60278" y="814057"/>
                  </a:lnTo>
                  <a:lnTo>
                    <a:pt x="59640" y="813172"/>
                  </a:lnTo>
                  <a:lnTo>
                    <a:pt x="59731" y="811728"/>
                  </a:lnTo>
                  <a:lnTo>
                    <a:pt x="59959" y="810377"/>
                  </a:lnTo>
                  <a:lnTo>
                    <a:pt x="60506" y="808374"/>
                  </a:lnTo>
                  <a:lnTo>
                    <a:pt x="59959" y="807396"/>
                  </a:lnTo>
                  <a:lnTo>
                    <a:pt x="57407" y="804927"/>
                  </a:lnTo>
                  <a:lnTo>
                    <a:pt x="56223" y="803063"/>
                  </a:lnTo>
                  <a:lnTo>
                    <a:pt x="54901" y="800501"/>
                  </a:lnTo>
                  <a:lnTo>
                    <a:pt x="54081" y="798591"/>
                  </a:lnTo>
                  <a:lnTo>
                    <a:pt x="53535" y="797566"/>
                  </a:lnTo>
                  <a:lnTo>
                    <a:pt x="52851" y="796681"/>
                  </a:lnTo>
                  <a:lnTo>
                    <a:pt x="52350" y="795097"/>
                  </a:lnTo>
                  <a:lnTo>
                    <a:pt x="51803" y="793513"/>
                  </a:lnTo>
                  <a:lnTo>
                    <a:pt x="51029" y="792768"/>
                  </a:lnTo>
                  <a:lnTo>
                    <a:pt x="50436" y="792209"/>
                  </a:lnTo>
                  <a:lnTo>
                    <a:pt x="50026" y="791743"/>
                  </a:lnTo>
                  <a:lnTo>
                    <a:pt x="49434" y="790346"/>
                  </a:lnTo>
                  <a:lnTo>
                    <a:pt x="48659" y="789694"/>
                  </a:lnTo>
                  <a:lnTo>
                    <a:pt x="48432" y="789554"/>
                  </a:lnTo>
                  <a:lnTo>
                    <a:pt x="46883" y="788576"/>
                  </a:lnTo>
                  <a:lnTo>
                    <a:pt x="46473" y="788529"/>
                  </a:lnTo>
                  <a:lnTo>
                    <a:pt x="45926" y="787318"/>
                  </a:lnTo>
                  <a:lnTo>
                    <a:pt x="45015" y="785920"/>
                  </a:lnTo>
                  <a:lnTo>
                    <a:pt x="44103" y="785128"/>
                  </a:lnTo>
                  <a:lnTo>
                    <a:pt x="43101" y="783871"/>
                  </a:lnTo>
                  <a:lnTo>
                    <a:pt x="42007" y="782194"/>
                  </a:lnTo>
                  <a:lnTo>
                    <a:pt x="40960" y="780889"/>
                  </a:lnTo>
                  <a:lnTo>
                    <a:pt x="40276" y="780097"/>
                  </a:lnTo>
                  <a:lnTo>
                    <a:pt x="39638" y="779492"/>
                  </a:lnTo>
                  <a:lnTo>
                    <a:pt x="39183" y="778933"/>
                  </a:lnTo>
                  <a:lnTo>
                    <a:pt x="39092" y="778094"/>
                  </a:lnTo>
                  <a:lnTo>
                    <a:pt x="39046" y="777628"/>
                  </a:lnTo>
                  <a:lnTo>
                    <a:pt x="38727" y="777116"/>
                  </a:lnTo>
                  <a:lnTo>
                    <a:pt x="38590" y="776650"/>
                  </a:lnTo>
                  <a:lnTo>
                    <a:pt x="39274" y="774600"/>
                  </a:lnTo>
                  <a:lnTo>
                    <a:pt x="39866" y="773762"/>
                  </a:lnTo>
                  <a:lnTo>
                    <a:pt x="39820" y="773156"/>
                  </a:lnTo>
                  <a:lnTo>
                    <a:pt x="39957" y="773110"/>
                  </a:lnTo>
                  <a:lnTo>
                    <a:pt x="40595" y="772737"/>
                  </a:lnTo>
                  <a:lnTo>
                    <a:pt x="40595" y="772178"/>
                  </a:lnTo>
                  <a:lnTo>
                    <a:pt x="40413" y="771898"/>
                  </a:lnTo>
                  <a:lnTo>
                    <a:pt x="40276" y="771246"/>
                  </a:lnTo>
                  <a:lnTo>
                    <a:pt x="40003" y="771013"/>
                  </a:lnTo>
                  <a:lnTo>
                    <a:pt x="40003" y="769989"/>
                  </a:lnTo>
                  <a:lnTo>
                    <a:pt x="40276" y="769849"/>
                  </a:lnTo>
                  <a:lnTo>
                    <a:pt x="40231" y="768917"/>
                  </a:lnTo>
                  <a:lnTo>
                    <a:pt x="40322" y="767520"/>
                  </a:lnTo>
                  <a:lnTo>
                    <a:pt x="40139" y="766728"/>
                  </a:lnTo>
                  <a:lnTo>
                    <a:pt x="40367" y="766634"/>
                  </a:lnTo>
                  <a:lnTo>
                    <a:pt x="40458" y="765237"/>
                  </a:lnTo>
                  <a:lnTo>
                    <a:pt x="42691" y="764259"/>
                  </a:lnTo>
                  <a:lnTo>
                    <a:pt x="43192" y="764026"/>
                  </a:lnTo>
                  <a:lnTo>
                    <a:pt x="44787" y="763234"/>
                  </a:lnTo>
                  <a:lnTo>
                    <a:pt x="47110" y="759693"/>
                  </a:lnTo>
                  <a:lnTo>
                    <a:pt x="49297" y="757690"/>
                  </a:lnTo>
                  <a:lnTo>
                    <a:pt x="49343" y="752752"/>
                  </a:lnTo>
                  <a:lnTo>
                    <a:pt x="50846" y="750004"/>
                  </a:lnTo>
                  <a:lnTo>
                    <a:pt x="52213" y="746883"/>
                  </a:lnTo>
                  <a:lnTo>
                    <a:pt x="52122" y="744740"/>
                  </a:lnTo>
                  <a:lnTo>
                    <a:pt x="50938" y="742038"/>
                  </a:lnTo>
                  <a:lnTo>
                    <a:pt x="49525" y="740827"/>
                  </a:lnTo>
                  <a:lnTo>
                    <a:pt x="48614" y="738404"/>
                  </a:lnTo>
                  <a:lnTo>
                    <a:pt x="47156" y="735889"/>
                  </a:lnTo>
                  <a:lnTo>
                    <a:pt x="47612" y="732162"/>
                  </a:lnTo>
                  <a:lnTo>
                    <a:pt x="48249" y="727550"/>
                  </a:lnTo>
                  <a:lnTo>
                    <a:pt x="49206" y="724243"/>
                  </a:lnTo>
                  <a:lnTo>
                    <a:pt x="49024" y="720842"/>
                  </a:lnTo>
                  <a:lnTo>
                    <a:pt x="47156" y="718606"/>
                  </a:lnTo>
                  <a:lnTo>
                    <a:pt x="45516" y="716510"/>
                  </a:lnTo>
                  <a:lnTo>
                    <a:pt x="44331" y="715671"/>
                  </a:lnTo>
                  <a:lnTo>
                    <a:pt x="43238" y="714926"/>
                  </a:lnTo>
                  <a:lnTo>
                    <a:pt x="41461" y="711945"/>
                  </a:lnTo>
                  <a:lnTo>
                    <a:pt x="39228" y="708824"/>
                  </a:lnTo>
                  <a:lnTo>
                    <a:pt x="38773" y="702954"/>
                  </a:lnTo>
                  <a:lnTo>
                    <a:pt x="39729" y="700811"/>
                  </a:lnTo>
                  <a:lnTo>
                    <a:pt x="39775" y="698016"/>
                  </a:lnTo>
                  <a:lnTo>
                    <a:pt x="39547" y="695687"/>
                  </a:lnTo>
                  <a:lnTo>
                    <a:pt x="37998" y="693358"/>
                  </a:lnTo>
                  <a:lnTo>
                    <a:pt x="35492" y="692333"/>
                  </a:lnTo>
                  <a:lnTo>
                    <a:pt x="32531" y="691774"/>
                  </a:lnTo>
                  <a:lnTo>
                    <a:pt x="30253" y="691355"/>
                  </a:lnTo>
                  <a:lnTo>
                    <a:pt x="28567" y="690330"/>
                  </a:lnTo>
                  <a:lnTo>
                    <a:pt x="25469" y="690097"/>
                  </a:lnTo>
                  <a:lnTo>
                    <a:pt x="25377" y="689351"/>
                  </a:lnTo>
                  <a:lnTo>
                    <a:pt x="24603" y="681805"/>
                  </a:lnTo>
                  <a:lnTo>
                    <a:pt x="24603" y="678544"/>
                  </a:lnTo>
                  <a:lnTo>
                    <a:pt x="24603" y="677566"/>
                  </a:lnTo>
                  <a:lnTo>
                    <a:pt x="24329" y="674957"/>
                  </a:lnTo>
                  <a:lnTo>
                    <a:pt x="23054" y="673000"/>
                  </a:lnTo>
                  <a:lnTo>
                    <a:pt x="21095" y="672721"/>
                  </a:lnTo>
                  <a:lnTo>
                    <a:pt x="17814" y="669041"/>
                  </a:lnTo>
                  <a:lnTo>
                    <a:pt x="14488" y="662705"/>
                  </a:lnTo>
                  <a:lnTo>
                    <a:pt x="11754" y="659631"/>
                  </a:lnTo>
                  <a:lnTo>
                    <a:pt x="11208" y="657069"/>
                  </a:lnTo>
                  <a:lnTo>
                    <a:pt x="11208" y="653342"/>
                  </a:lnTo>
                  <a:lnTo>
                    <a:pt x="11754" y="652457"/>
                  </a:lnTo>
                  <a:lnTo>
                    <a:pt x="12575" y="650593"/>
                  </a:lnTo>
                  <a:lnTo>
                    <a:pt x="12575" y="648264"/>
                  </a:lnTo>
                  <a:lnTo>
                    <a:pt x="11937" y="645329"/>
                  </a:lnTo>
                  <a:lnTo>
                    <a:pt x="10752" y="643606"/>
                  </a:lnTo>
                  <a:lnTo>
                    <a:pt x="8747" y="640298"/>
                  </a:lnTo>
                  <a:lnTo>
                    <a:pt x="8201" y="639180"/>
                  </a:lnTo>
                  <a:lnTo>
                    <a:pt x="6970" y="637503"/>
                  </a:lnTo>
                  <a:lnTo>
                    <a:pt x="4738" y="636106"/>
                  </a:lnTo>
                  <a:lnTo>
                    <a:pt x="2961" y="635547"/>
                  </a:lnTo>
                  <a:lnTo>
                    <a:pt x="1549" y="635733"/>
                  </a:lnTo>
                  <a:lnTo>
                    <a:pt x="728" y="634522"/>
                  </a:lnTo>
                  <a:lnTo>
                    <a:pt x="0" y="633218"/>
                  </a:lnTo>
                  <a:lnTo>
                    <a:pt x="1275" y="631308"/>
                  </a:lnTo>
                  <a:lnTo>
                    <a:pt x="1685" y="623295"/>
                  </a:lnTo>
                  <a:lnTo>
                    <a:pt x="2870" y="617891"/>
                  </a:lnTo>
                  <a:lnTo>
                    <a:pt x="4146" y="612674"/>
                  </a:lnTo>
                  <a:lnTo>
                    <a:pt x="364" y="600655"/>
                  </a:lnTo>
                  <a:lnTo>
                    <a:pt x="3371" y="593481"/>
                  </a:lnTo>
                  <a:lnTo>
                    <a:pt x="4009" y="591152"/>
                  </a:lnTo>
                  <a:lnTo>
                    <a:pt x="4009" y="590360"/>
                  </a:lnTo>
                  <a:lnTo>
                    <a:pt x="3553" y="589102"/>
                  </a:lnTo>
                  <a:lnTo>
                    <a:pt x="2961" y="587518"/>
                  </a:lnTo>
                  <a:lnTo>
                    <a:pt x="1549" y="584164"/>
                  </a:lnTo>
                  <a:lnTo>
                    <a:pt x="1822" y="581556"/>
                  </a:lnTo>
                  <a:lnTo>
                    <a:pt x="3007" y="579040"/>
                  </a:lnTo>
                  <a:lnTo>
                    <a:pt x="3326" y="578388"/>
                  </a:lnTo>
                  <a:lnTo>
                    <a:pt x="4647" y="575500"/>
                  </a:lnTo>
                  <a:lnTo>
                    <a:pt x="5877" y="573636"/>
                  </a:lnTo>
                  <a:lnTo>
                    <a:pt x="9112" y="569863"/>
                  </a:lnTo>
                  <a:lnTo>
                    <a:pt x="10114" y="567534"/>
                  </a:lnTo>
                  <a:lnTo>
                    <a:pt x="10661" y="566230"/>
                  </a:lnTo>
                  <a:lnTo>
                    <a:pt x="10251" y="563761"/>
                  </a:lnTo>
                  <a:lnTo>
                    <a:pt x="10479" y="562689"/>
                  </a:lnTo>
                  <a:lnTo>
                    <a:pt x="9385" y="560080"/>
                  </a:lnTo>
                  <a:lnTo>
                    <a:pt x="8292" y="557518"/>
                  </a:lnTo>
                  <a:lnTo>
                    <a:pt x="8793" y="555748"/>
                  </a:lnTo>
                  <a:lnTo>
                    <a:pt x="9157" y="554677"/>
                  </a:lnTo>
                  <a:lnTo>
                    <a:pt x="8565" y="553372"/>
                  </a:lnTo>
                  <a:lnTo>
                    <a:pt x="9021" y="551229"/>
                  </a:lnTo>
                  <a:lnTo>
                    <a:pt x="9157" y="548947"/>
                  </a:lnTo>
                  <a:lnTo>
                    <a:pt x="7608" y="547782"/>
                  </a:lnTo>
                  <a:lnTo>
                    <a:pt x="7153" y="546292"/>
                  </a:lnTo>
                  <a:lnTo>
                    <a:pt x="6287" y="544149"/>
                  </a:lnTo>
                  <a:lnTo>
                    <a:pt x="6697" y="540236"/>
                  </a:lnTo>
                  <a:lnTo>
                    <a:pt x="6788" y="537021"/>
                  </a:lnTo>
                  <a:lnTo>
                    <a:pt x="6196" y="535111"/>
                  </a:lnTo>
                  <a:lnTo>
                    <a:pt x="5604" y="532922"/>
                  </a:lnTo>
                  <a:lnTo>
                    <a:pt x="5148" y="527332"/>
                  </a:lnTo>
                  <a:lnTo>
                    <a:pt x="5740" y="524071"/>
                  </a:lnTo>
                  <a:lnTo>
                    <a:pt x="6424" y="522347"/>
                  </a:lnTo>
                  <a:lnTo>
                    <a:pt x="7791" y="520531"/>
                  </a:lnTo>
                  <a:lnTo>
                    <a:pt x="9613" y="517922"/>
                  </a:lnTo>
                  <a:lnTo>
                    <a:pt x="9476" y="516478"/>
                  </a:lnTo>
                  <a:lnTo>
                    <a:pt x="8793" y="515593"/>
                  </a:lnTo>
                  <a:lnTo>
                    <a:pt x="7699" y="514242"/>
                  </a:lnTo>
                  <a:lnTo>
                    <a:pt x="6697" y="512611"/>
                  </a:lnTo>
                  <a:lnTo>
                    <a:pt x="7107" y="506881"/>
                  </a:lnTo>
                  <a:lnTo>
                    <a:pt x="8109" y="505251"/>
                  </a:lnTo>
                  <a:lnTo>
                    <a:pt x="8702" y="503807"/>
                  </a:lnTo>
                  <a:lnTo>
                    <a:pt x="9704" y="501617"/>
                  </a:lnTo>
                  <a:lnTo>
                    <a:pt x="10114" y="500360"/>
                  </a:lnTo>
                  <a:lnTo>
                    <a:pt x="12028" y="498356"/>
                  </a:lnTo>
                  <a:lnTo>
                    <a:pt x="14898" y="492440"/>
                  </a:lnTo>
                  <a:lnTo>
                    <a:pt x="15901" y="490064"/>
                  </a:lnTo>
                  <a:lnTo>
                    <a:pt x="10843" y="480468"/>
                  </a:lnTo>
                  <a:lnTo>
                    <a:pt x="10069" y="473527"/>
                  </a:lnTo>
                  <a:lnTo>
                    <a:pt x="12073" y="464956"/>
                  </a:lnTo>
                  <a:lnTo>
                    <a:pt x="17359" y="456571"/>
                  </a:lnTo>
                  <a:lnTo>
                    <a:pt x="21960" y="452145"/>
                  </a:lnTo>
                  <a:lnTo>
                    <a:pt x="25605" y="447440"/>
                  </a:lnTo>
                  <a:lnTo>
                    <a:pt x="31483" y="440965"/>
                  </a:lnTo>
                  <a:lnTo>
                    <a:pt x="40185" y="434396"/>
                  </a:lnTo>
                  <a:lnTo>
                    <a:pt x="47338" y="428806"/>
                  </a:lnTo>
                  <a:lnTo>
                    <a:pt x="49206" y="427036"/>
                  </a:lnTo>
                  <a:lnTo>
                    <a:pt x="54309" y="422191"/>
                  </a:lnTo>
                  <a:lnTo>
                    <a:pt x="59366" y="414458"/>
                  </a:lnTo>
                  <a:lnTo>
                    <a:pt x="59275" y="406213"/>
                  </a:lnTo>
                  <a:lnTo>
                    <a:pt x="62419" y="400576"/>
                  </a:lnTo>
                  <a:lnTo>
                    <a:pt x="62282" y="394753"/>
                  </a:lnTo>
                  <a:lnTo>
                    <a:pt x="63421" y="386555"/>
                  </a:lnTo>
                  <a:lnTo>
                    <a:pt x="66747" y="379148"/>
                  </a:lnTo>
                  <a:lnTo>
                    <a:pt x="70620" y="376492"/>
                  </a:lnTo>
                  <a:lnTo>
                    <a:pt x="70939" y="374070"/>
                  </a:lnTo>
                  <a:lnTo>
                    <a:pt x="69208" y="369225"/>
                  </a:lnTo>
                  <a:lnTo>
                    <a:pt x="62875" y="359210"/>
                  </a:lnTo>
                  <a:lnTo>
                    <a:pt x="62738" y="355949"/>
                  </a:lnTo>
                  <a:lnTo>
                    <a:pt x="71121" y="352734"/>
                  </a:lnTo>
                  <a:lnTo>
                    <a:pt x="73400" y="349800"/>
                  </a:lnTo>
                  <a:lnTo>
                    <a:pt x="76634" y="348449"/>
                  </a:lnTo>
                  <a:lnTo>
                    <a:pt x="78366" y="347750"/>
                  </a:lnTo>
                  <a:lnTo>
                    <a:pt x="82603" y="345747"/>
                  </a:lnTo>
                  <a:lnTo>
                    <a:pt x="85519" y="343464"/>
                  </a:lnTo>
                  <a:lnTo>
                    <a:pt x="88480" y="340343"/>
                  </a:lnTo>
                  <a:lnTo>
                    <a:pt x="90531" y="338759"/>
                  </a:lnTo>
                  <a:lnTo>
                    <a:pt x="92353" y="338247"/>
                  </a:lnTo>
                  <a:lnTo>
                    <a:pt x="95907" y="334660"/>
                  </a:lnTo>
                  <a:lnTo>
                    <a:pt x="102559" y="331772"/>
                  </a:lnTo>
                  <a:lnTo>
                    <a:pt x="106295" y="330560"/>
                  </a:lnTo>
                  <a:lnTo>
                    <a:pt x="110441" y="327579"/>
                  </a:lnTo>
                  <a:lnTo>
                    <a:pt x="115681" y="322222"/>
                  </a:lnTo>
                  <a:lnTo>
                    <a:pt x="116455" y="320452"/>
                  </a:lnTo>
                  <a:lnTo>
                    <a:pt x="116410" y="316445"/>
                  </a:lnTo>
                  <a:lnTo>
                    <a:pt x="116957" y="314396"/>
                  </a:lnTo>
                  <a:lnTo>
                    <a:pt x="117959" y="313371"/>
                  </a:lnTo>
                  <a:lnTo>
                    <a:pt x="120602" y="312765"/>
                  </a:lnTo>
                  <a:lnTo>
                    <a:pt x="121968" y="312486"/>
                  </a:lnTo>
                  <a:lnTo>
                    <a:pt x="124839" y="310809"/>
                  </a:lnTo>
                  <a:lnTo>
                    <a:pt x="126114" y="309598"/>
                  </a:lnTo>
                  <a:lnTo>
                    <a:pt x="127345" y="301865"/>
                  </a:lnTo>
                  <a:lnTo>
                    <a:pt x="137323" y="298231"/>
                  </a:lnTo>
                  <a:lnTo>
                    <a:pt x="140877" y="296368"/>
                  </a:lnTo>
                  <a:lnTo>
                    <a:pt x="142927" y="292082"/>
                  </a:lnTo>
                  <a:lnTo>
                    <a:pt x="144294" y="280296"/>
                  </a:lnTo>
                  <a:lnTo>
                    <a:pt x="148850" y="274147"/>
                  </a:lnTo>
                  <a:lnTo>
                    <a:pt x="154910" y="268417"/>
                  </a:lnTo>
                  <a:lnTo>
                    <a:pt x="160650" y="262967"/>
                  </a:lnTo>
                  <a:lnTo>
                    <a:pt x="173954" y="260824"/>
                  </a:lnTo>
                  <a:lnTo>
                    <a:pt x="184570" y="261383"/>
                  </a:lnTo>
                  <a:lnTo>
                    <a:pt x="191177" y="260545"/>
                  </a:lnTo>
                  <a:lnTo>
                    <a:pt x="193819" y="258262"/>
                  </a:lnTo>
                  <a:lnTo>
                    <a:pt x="192134" y="253184"/>
                  </a:lnTo>
                  <a:lnTo>
                    <a:pt x="191860" y="252392"/>
                  </a:lnTo>
                  <a:lnTo>
                    <a:pt x="189309" y="249504"/>
                  </a:lnTo>
                  <a:lnTo>
                    <a:pt x="185573" y="245218"/>
                  </a:lnTo>
                  <a:lnTo>
                    <a:pt x="185618" y="243215"/>
                  </a:lnTo>
                  <a:lnTo>
                    <a:pt x="185846" y="236041"/>
                  </a:lnTo>
                  <a:lnTo>
                    <a:pt x="183750" y="221740"/>
                  </a:lnTo>
                  <a:lnTo>
                    <a:pt x="184024" y="216290"/>
                  </a:lnTo>
                  <a:lnTo>
                    <a:pt x="186757" y="209535"/>
                  </a:lnTo>
                  <a:lnTo>
                    <a:pt x="190174" y="201150"/>
                  </a:lnTo>
                  <a:lnTo>
                    <a:pt x="190448" y="200404"/>
                  </a:lnTo>
                  <a:lnTo>
                    <a:pt x="192999" y="188246"/>
                  </a:lnTo>
                  <a:lnTo>
                    <a:pt x="192862" y="179488"/>
                  </a:lnTo>
                  <a:lnTo>
                    <a:pt x="195824" y="169007"/>
                  </a:lnTo>
                  <a:lnTo>
                    <a:pt x="202704" y="162997"/>
                  </a:lnTo>
                  <a:lnTo>
                    <a:pt x="205210" y="160854"/>
                  </a:lnTo>
                  <a:lnTo>
                    <a:pt x="213730" y="156010"/>
                  </a:lnTo>
                  <a:lnTo>
                    <a:pt x="223116" y="150187"/>
                  </a:lnTo>
                  <a:lnTo>
                    <a:pt x="235144" y="146274"/>
                  </a:lnTo>
                  <a:lnTo>
                    <a:pt x="247354" y="141615"/>
                  </a:lnTo>
                  <a:lnTo>
                    <a:pt x="256421" y="133975"/>
                  </a:lnTo>
                  <a:lnTo>
                    <a:pt x="263028" y="124659"/>
                  </a:lnTo>
                  <a:lnTo>
                    <a:pt x="269816" y="115342"/>
                  </a:lnTo>
                  <a:lnTo>
                    <a:pt x="275512" y="108727"/>
                  </a:lnTo>
                  <a:lnTo>
                    <a:pt x="278473" y="104068"/>
                  </a:lnTo>
                  <a:lnTo>
                    <a:pt x="284487" y="93261"/>
                  </a:lnTo>
                  <a:lnTo>
                    <a:pt x="289499" y="84270"/>
                  </a:lnTo>
                  <a:lnTo>
                    <a:pt x="294875" y="77981"/>
                  </a:lnTo>
                  <a:lnTo>
                    <a:pt x="297974" y="74348"/>
                  </a:lnTo>
                  <a:lnTo>
                    <a:pt x="303259" y="68338"/>
                  </a:lnTo>
                  <a:lnTo>
                    <a:pt x="308726" y="61164"/>
                  </a:lnTo>
                  <a:lnTo>
                    <a:pt x="313556" y="56040"/>
                  </a:lnTo>
                  <a:lnTo>
                    <a:pt x="320299" y="50963"/>
                  </a:lnTo>
                  <a:lnTo>
                    <a:pt x="327498" y="47515"/>
                  </a:lnTo>
                  <a:lnTo>
                    <a:pt x="335425" y="44813"/>
                  </a:lnTo>
                  <a:lnTo>
                    <a:pt x="335972" y="44534"/>
                  </a:lnTo>
                  <a:lnTo>
                    <a:pt x="339389" y="42857"/>
                  </a:lnTo>
                  <a:lnTo>
                    <a:pt x="344538" y="34146"/>
                  </a:lnTo>
                  <a:lnTo>
                    <a:pt x="350871" y="26925"/>
                  </a:lnTo>
                  <a:lnTo>
                    <a:pt x="356566" y="21521"/>
                  </a:lnTo>
                  <a:lnTo>
                    <a:pt x="368184" y="14627"/>
                  </a:lnTo>
                  <a:lnTo>
                    <a:pt x="376522" y="9083"/>
                  </a:lnTo>
                  <a:lnTo>
                    <a:pt x="380805" y="5776"/>
                  </a:lnTo>
                  <a:lnTo>
                    <a:pt x="386956" y="4704"/>
                  </a:lnTo>
                  <a:lnTo>
                    <a:pt x="398209" y="3121"/>
                  </a:lnTo>
                  <a:lnTo>
                    <a:pt x="40390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499421" y="4038743"/>
              <a:ext cx="207807" cy="371461"/>
            </a:xfrm>
            <a:custGeom>
              <a:avLst/>
              <a:pathLst>
                <a:path w="207807" h="371461">
                  <a:moveTo>
                    <a:pt x="144385" y="0"/>
                  </a:moveTo>
                  <a:lnTo>
                    <a:pt x="146298" y="186"/>
                  </a:lnTo>
                  <a:lnTo>
                    <a:pt x="146982" y="186"/>
                  </a:lnTo>
                  <a:lnTo>
                    <a:pt x="147529" y="186"/>
                  </a:lnTo>
                  <a:lnTo>
                    <a:pt x="148349" y="93"/>
                  </a:lnTo>
                  <a:lnTo>
                    <a:pt x="149078" y="93"/>
                  </a:lnTo>
                  <a:lnTo>
                    <a:pt x="149943" y="232"/>
                  </a:lnTo>
                  <a:lnTo>
                    <a:pt x="150809" y="419"/>
                  </a:lnTo>
                  <a:lnTo>
                    <a:pt x="151356" y="605"/>
                  </a:lnTo>
                  <a:lnTo>
                    <a:pt x="151902" y="978"/>
                  </a:lnTo>
                  <a:lnTo>
                    <a:pt x="152540" y="1257"/>
                  </a:lnTo>
                  <a:lnTo>
                    <a:pt x="154089" y="2049"/>
                  </a:lnTo>
                  <a:lnTo>
                    <a:pt x="158190" y="2562"/>
                  </a:lnTo>
                  <a:lnTo>
                    <a:pt x="164432" y="4006"/>
                  </a:lnTo>
                  <a:lnTo>
                    <a:pt x="170993" y="7267"/>
                  </a:lnTo>
                  <a:lnTo>
                    <a:pt x="176096" y="9363"/>
                  </a:lnTo>
                  <a:lnTo>
                    <a:pt x="176825" y="11413"/>
                  </a:lnTo>
                  <a:lnTo>
                    <a:pt x="178055" y="12344"/>
                  </a:lnTo>
                  <a:lnTo>
                    <a:pt x="181654" y="14767"/>
                  </a:lnTo>
                  <a:lnTo>
                    <a:pt x="183796" y="15000"/>
                  </a:lnTo>
                  <a:lnTo>
                    <a:pt x="186302" y="14953"/>
                  </a:lnTo>
                  <a:lnTo>
                    <a:pt x="188899" y="16397"/>
                  </a:lnTo>
                  <a:lnTo>
                    <a:pt x="191723" y="18400"/>
                  </a:lnTo>
                  <a:lnTo>
                    <a:pt x="194002" y="21568"/>
                  </a:lnTo>
                  <a:lnTo>
                    <a:pt x="195551" y="22965"/>
                  </a:lnTo>
                  <a:lnTo>
                    <a:pt x="197646" y="23757"/>
                  </a:lnTo>
                  <a:lnTo>
                    <a:pt x="200881" y="25108"/>
                  </a:lnTo>
                  <a:lnTo>
                    <a:pt x="204253" y="24875"/>
                  </a:lnTo>
                  <a:lnTo>
                    <a:pt x="204435" y="25062"/>
                  </a:lnTo>
                  <a:lnTo>
                    <a:pt x="205665" y="26040"/>
                  </a:lnTo>
                  <a:lnTo>
                    <a:pt x="206485" y="27484"/>
                  </a:lnTo>
                  <a:lnTo>
                    <a:pt x="207625" y="29394"/>
                  </a:lnTo>
                  <a:lnTo>
                    <a:pt x="207807" y="30885"/>
                  </a:lnTo>
                  <a:lnTo>
                    <a:pt x="202430" y="36056"/>
                  </a:lnTo>
                  <a:lnTo>
                    <a:pt x="200061" y="38664"/>
                  </a:lnTo>
                  <a:lnTo>
                    <a:pt x="197601" y="41972"/>
                  </a:lnTo>
                  <a:lnTo>
                    <a:pt x="196189" y="45745"/>
                  </a:lnTo>
                  <a:lnTo>
                    <a:pt x="195414" y="48121"/>
                  </a:lnTo>
                  <a:lnTo>
                    <a:pt x="193683" y="50590"/>
                  </a:lnTo>
                  <a:lnTo>
                    <a:pt x="192407" y="52220"/>
                  </a:lnTo>
                  <a:lnTo>
                    <a:pt x="190129" y="54084"/>
                  </a:lnTo>
                  <a:lnTo>
                    <a:pt x="188124" y="56087"/>
                  </a:lnTo>
                  <a:lnTo>
                    <a:pt x="186894" y="58276"/>
                  </a:lnTo>
                  <a:lnTo>
                    <a:pt x="186028" y="60792"/>
                  </a:lnTo>
                  <a:lnTo>
                    <a:pt x="185937" y="63074"/>
                  </a:lnTo>
                  <a:lnTo>
                    <a:pt x="186621" y="65963"/>
                  </a:lnTo>
                  <a:lnTo>
                    <a:pt x="187760" y="67686"/>
                  </a:lnTo>
                  <a:lnTo>
                    <a:pt x="187668" y="69829"/>
                  </a:lnTo>
                  <a:lnTo>
                    <a:pt x="185390" y="72438"/>
                  </a:lnTo>
                  <a:lnTo>
                    <a:pt x="184980" y="73463"/>
                  </a:lnTo>
                  <a:lnTo>
                    <a:pt x="182201" y="74860"/>
                  </a:lnTo>
                  <a:lnTo>
                    <a:pt x="182338" y="75093"/>
                  </a:lnTo>
                  <a:lnTo>
                    <a:pt x="182657" y="75978"/>
                  </a:lnTo>
                  <a:lnTo>
                    <a:pt x="182930" y="77189"/>
                  </a:lnTo>
                  <a:lnTo>
                    <a:pt x="183112" y="77469"/>
                  </a:lnTo>
                  <a:lnTo>
                    <a:pt x="183203" y="77655"/>
                  </a:lnTo>
                  <a:lnTo>
                    <a:pt x="182702" y="78354"/>
                  </a:lnTo>
                  <a:lnTo>
                    <a:pt x="182019" y="79239"/>
                  </a:lnTo>
                  <a:lnTo>
                    <a:pt x="181199" y="79705"/>
                  </a:lnTo>
                  <a:lnTo>
                    <a:pt x="179786" y="79658"/>
                  </a:lnTo>
                  <a:lnTo>
                    <a:pt x="178738" y="79425"/>
                  </a:lnTo>
                  <a:lnTo>
                    <a:pt x="178419" y="79658"/>
                  </a:lnTo>
                  <a:lnTo>
                    <a:pt x="177782" y="81429"/>
                  </a:lnTo>
                  <a:lnTo>
                    <a:pt x="177098" y="81661"/>
                  </a:lnTo>
                  <a:lnTo>
                    <a:pt x="175868" y="81894"/>
                  </a:lnTo>
                  <a:lnTo>
                    <a:pt x="174091" y="82127"/>
                  </a:lnTo>
                  <a:lnTo>
                    <a:pt x="173408" y="82453"/>
                  </a:lnTo>
                  <a:lnTo>
                    <a:pt x="172269" y="82966"/>
                  </a:lnTo>
                  <a:lnTo>
                    <a:pt x="171312" y="83012"/>
                  </a:lnTo>
                  <a:lnTo>
                    <a:pt x="170401" y="82826"/>
                  </a:lnTo>
                  <a:lnTo>
                    <a:pt x="169353" y="82966"/>
                  </a:lnTo>
                  <a:lnTo>
                    <a:pt x="168396" y="83432"/>
                  </a:lnTo>
                  <a:lnTo>
                    <a:pt x="168214" y="83665"/>
                  </a:lnTo>
                  <a:lnTo>
                    <a:pt x="168168" y="83944"/>
                  </a:lnTo>
                  <a:lnTo>
                    <a:pt x="167895" y="84317"/>
                  </a:lnTo>
                  <a:lnTo>
                    <a:pt x="167166" y="84363"/>
                  </a:lnTo>
                  <a:lnTo>
                    <a:pt x="166209" y="84643"/>
                  </a:lnTo>
                  <a:lnTo>
                    <a:pt x="166072" y="84596"/>
                  </a:lnTo>
                  <a:lnTo>
                    <a:pt x="165844" y="84783"/>
                  </a:lnTo>
                  <a:lnTo>
                    <a:pt x="165617" y="85109"/>
                  </a:lnTo>
                  <a:lnTo>
                    <a:pt x="165298" y="85575"/>
                  </a:lnTo>
                  <a:lnTo>
                    <a:pt x="164979" y="85947"/>
                  </a:lnTo>
                  <a:lnTo>
                    <a:pt x="164341" y="86460"/>
                  </a:lnTo>
                  <a:lnTo>
                    <a:pt x="164067" y="86739"/>
                  </a:lnTo>
                  <a:lnTo>
                    <a:pt x="163475" y="87531"/>
                  </a:lnTo>
                  <a:lnTo>
                    <a:pt x="162928" y="87811"/>
                  </a:lnTo>
                  <a:lnTo>
                    <a:pt x="162336" y="88230"/>
                  </a:lnTo>
                  <a:lnTo>
                    <a:pt x="160605" y="89394"/>
                  </a:lnTo>
                  <a:lnTo>
                    <a:pt x="160286" y="90419"/>
                  </a:lnTo>
                  <a:lnTo>
                    <a:pt x="159557" y="92236"/>
                  </a:lnTo>
                  <a:lnTo>
                    <a:pt x="158509" y="92888"/>
                  </a:lnTo>
                  <a:lnTo>
                    <a:pt x="158600" y="93075"/>
                  </a:lnTo>
                  <a:lnTo>
                    <a:pt x="157689" y="93867"/>
                  </a:lnTo>
                  <a:lnTo>
                    <a:pt x="157279" y="93354"/>
                  </a:lnTo>
                  <a:lnTo>
                    <a:pt x="155092" y="93867"/>
                  </a:lnTo>
                  <a:lnTo>
                    <a:pt x="154955" y="94379"/>
                  </a:lnTo>
                  <a:lnTo>
                    <a:pt x="154727" y="94332"/>
                  </a:lnTo>
                  <a:lnTo>
                    <a:pt x="154272" y="94565"/>
                  </a:lnTo>
                  <a:lnTo>
                    <a:pt x="153862" y="95357"/>
                  </a:lnTo>
                  <a:lnTo>
                    <a:pt x="152814" y="95124"/>
                  </a:lnTo>
                  <a:lnTo>
                    <a:pt x="151128" y="95916"/>
                  </a:lnTo>
                  <a:lnTo>
                    <a:pt x="149943" y="96568"/>
                  </a:lnTo>
                  <a:lnTo>
                    <a:pt x="149305" y="97873"/>
                  </a:lnTo>
                  <a:lnTo>
                    <a:pt x="149214" y="99270"/>
                  </a:lnTo>
                  <a:lnTo>
                    <a:pt x="148576" y="101367"/>
                  </a:lnTo>
                  <a:lnTo>
                    <a:pt x="148166" y="102391"/>
                  </a:lnTo>
                  <a:lnTo>
                    <a:pt x="147756" y="103509"/>
                  </a:lnTo>
                  <a:lnTo>
                    <a:pt x="147164" y="104860"/>
                  </a:lnTo>
                  <a:lnTo>
                    <a:pt x="146845" y="105000"/>
                  </a:lnTo>
                  <a:lnTo>
                    <a:pt x="146526" y="105326"/>
                  </a:lnTo>
                  <a:lnTo>
                    <a:pt x="146389" y="105606"/>
                  </a:lnTo>
                  <a:lnTo>
                    <a:pt x="146025" y="106304"/>
                  </a:lnTo>
                  <a:lnTo>
                    <a:pt x="145797" y="106770"/>
                  </a:lnTo>
                  <a:lnTo>
                    <a:pt x="144840" y="108075"/>
                  </a:lnTo>
                  <a:lnTo>
                    <a:pt x="144203" y="108680"/>
                  </a:lnTo>
                  <a:lnTo>
                    <a:pt x="142745" y="111336"/>
                  </a:lnTo>
                  <a:lnTo>
                    <a:pt x="141697" y="112360"/>
                  </a:lnTo>
                  <a:lnTo>
                    <a:pt x="140968" y="113898"/>
                  </a:lnTo>
                  <a:lnTo>
                    <a:pt x="141195" y="114736"/>
                  </a:lnTo>
                  <a:lnTo>
                    <a:pt x="141378" y="116506"/>
                  </a:lnTo>
                  <a:lnTo>
                    <a:pt x="139555" y="119069"/>
                  </a:lnTo>
                  <a:lnTo>
                    <a:pt x="135591" y="121677"/>
                  </a:lnTo>
                  <a:lnTo>
                    <a:pt x="134452" y="121957"/>
                  </a:lnTo>
                  <a:lnTo>
                    <a:pt x="132402" y="123634"/>
                  </a:lnTo>
                  <a:lnTo>
                    <a:pt x="131627" y="125497"/>
                  </a:lnTo>
                  <a:lnTo>
                    <a:pt x="130853" y="126569"/>
                  </a:lnTo>
                  <a:lnTo>
                    <a:pt x="130352" y="129364"/>
                  </a:lnTo>
                  <a:lnTo>
                    <a:pt x="130488" y="130528"/>
                  </a:lnTo>
                  <a:lnTo>
                    <a:pt x="130443" y="131460"/>
                  </a:lnTo>
                  <a:lnTo>
                    <a:pt x="130078" y="134208"/>
                  </a:lnTo>
                  <a:lnTo>
                    <a:pt x="129668" y="135979"/>
                  </a:lnTo>
                  <a:lnTo>
                    <a:pt x="129395" y="136957"/>
                  </a:lnTo>
                  <a:lnTo>
                    <a:pt x="129304" y="138261"/>
                  </a:lnTo>
                  <a:lnTo>
                    <a:pt x="128256" y="138820"/>
                  </a:lnTo>
                  <a:lnTo>
                    <a:pt x="128165" y="140311"/>
                  </a:lnTo>
                  <a:lnTo>
                    <a:pt x="127618" y="141988"/>
                  </a:lnTo>
                  <a:lnTo>
                    <a:pt x="126661" y="142454"/>
                  </a:lnTo>
                  <a:lnTo>
                    <a:pt x="126388" y="143991"/>
                  </a:lnTo>
                  <a:lnTo>
                    <a:pt x="126433" y="144597"/>
                  </a:lnTo>
                  <a:lnTo>
                    <a:pt x="125887" y="146041"/>
                  </a:lnTo>
                  <a:lnTo>
                    <a:pt x="128757" y="147345"/>
                  </a:lnTo>
                  <a:lnTo>
                    <a:pt x="128393" y="148370"/>
                  </a:lnTo>
                  <a:lnTo>
                    <a:pt x="127117" y="147858"/>
                  </a:lnTo>
                  <a:lnTo>
                    <a:pt x="126661" y="149488"/>
                  </a:lnTo>
                  <a:lnTo>
                    <a:pt x="127755" y="150047"/>
                  </a:lnTo>
                  <a:lnTo>
                    <a:pt x="127299" y="151444"/>
                  </a:lnTo>
                  <a:lnTo>
                    <a:pt x="126114" y="151957"/>
                  </a:lnTo>
                  <a:lnTo>
                    <a:pt x="125841" y="153354"/>
                  </a:lnTo>
                  <a:lnTo>
                    <a:pt x="125249" y="153960"/>
                  </a:lnTo>
                  <a:lnTo>
                    <a:pt x="125932" y="155823"/>
                  </a:lnTo>
                  <a:lnTo>
                    <a:pt x="123791" y="156895"/>
                  </a:lnTo>
                  <a:lnTo>
                    <a:pt x="123973" y="157500"/>
                  </a:lnTo>
                  <a:lnTo>
                    <a:pt x="124201" y="159410"/>
                  </a:lnTo>
                  <a:lnTo>
                    <a:pt x="124565" y="161693"/>
                  </a:lnTo>
                  <a:lnTo>
                    <a:pt x="124793" y="163417"/>
                  </a:lnTo>
                  <a:lnTo>
                    <a:pt x="124884" y="164209"/>
                  </a:lnTo>
                  <a:lnTo>
                    <a:pt x="125158" y="164814"/>
                  </a:lnTo>
                  <a:lnTo>
                    <a:pt x="125704" y="165653"/>
                  </a:lnTo>
                  <a:lnTo>
                    <a:pt x="125841" y="166398"/>
                  </a:lnTo>
                  <a:lnTo>
                    <a:pt x="125841" y="167749"/>
                  </a:lnTo>
                  <a:lnTo>
                    <a:pt x="125932" y="169333"/>
                  </a:lnTo>
                  <a:lnTo>
                    <a:pt x="126707" y="170218"/>
                  </a:lnTo>
                  <a:lnTo>
                    <a:pt x="126707" y="170870"/>
                  </a:lnTo>
                  <a:lnTo>
                    <a:pt x="125613" y="170870"/>
                  </a:lnTo>
                  <a:lnTo>
                    <a:pt x="124201" y="172733"/>
                  </a:lnTo>
                  <a:lnTo>
                    <a:pt x="123836" y="172873"/>
                  </a:lnTo>
                  <a:lnTo>
                    <a:pt x="122196" y="175342"/>
                  </a:lnTo>
                  <a:lnTo>
                    <a:pt x="122151" y="176553"/>
                  </a:lnTo>
                  <a:lnTo>
                    <a:pt x="121968" y="177858"/>
                  </a:lnTo>
                  <a:lnTo>
                    <a:pt x="121832" y="177997"/>
                  </a:lnTo>
                  <a:lnTo>
                    <a:pt x="121331" y="178044"/>
                  </a:lnTo>
                  <a:lnTo>
                    <a:pt x="120556" y="178091"/>
                  </a:lnTo>
                  <a:lnTo>
                    <a:pt x="119918" y="178137"/>
                  </a:lnTo>
                  <a:lnTo>
                    <a:pt x="119371" y="178091"/>
                  </a:lnTo>
                  <a:lnTo>
                    <a:pt x="118733" y="177997"/>
                  </a:lnTo>
                  <a:lnTo>
                    <a:pt x="118050" y="177718"/>
                  </a:lnTo>
                  <a:lnTo>
                    <a:pt x="116774" y="177392"/>
                  </a:lnTo>
                  <a:lnTo>
                    <a:pt x="115499" y="178883"/>
                  </a:lnTo>
                  <a:lnTo>
                    <a:pt x="114405" y="180094"/>
                  </a:lnTo>
                  <a:lnTo>
                    <a:pt x="114268" y="180233"/>
                  </a:lnTo>
                  <a:lnTo>
                    <a:pt x="113631" y="180932"/>
                  </a:lnTo>
                  <a:lnTo>
                    <a:pt x="113312" y="181305"/>
                  </a:lnTo>
                  <a:lnTo>
                    <a:pt x="112264" y="182470"/>
                  </a:lnTo>
                  <a:lnTo>
                    <a:pt x="111763" y="183122"/>
                  </a:lnTo>
                  <a:lnTo>
                    <a:pt x="116364" y="186709"/>
                  </a:lnTo>
                  <a:lnTo>
                    <a:pt x="117002" y="187221"/>
                  </a:lnTo>
                  <a:lnTo>
                    <a:pt x="117321" y="187501"/>
                  </a:lnTo>
                  <a:lnTo>
                    <a:pt x="119007" y="188991"/>
                  </a:lnTo>
                  <a:lnTo>
                    <a:pt x="119144" y="189131"/>
                  </a:lnTo>
                  <a:lnTo>
                    <a:pt x="120009" y="189876"/>
                  </a:lnTo>
                  <a:lnTo>
                    <a:pt x="120146" y="190016"/>
                  </a:lnTo>
                  <a:lnTo>
                    <a:pt x="120465" y="190296"/>
                  </a:lnTo>
                  <a:lnTo>
                    <a:pt x="122697" y="192299"/>
                  </a:lnTo>
                  <a:lnTo>
                    <a:pt x="128575" y="197376"/>
                  </a:lnTo>
                  <a:lnTo>
                    <a:pt x="129668" y="198215"/>
                  </a:lnTo>
                  <a:lnTo>
                    <a:pt x="130215" y="198681"/>
                  </a:lnTo>
                  <a:lnTo>
                    <a:pt x="133313" y="201476"/>
                  </a:lnTo>
                  <a:lnTo>
                    <a:pt x="137961" y="205249"/>
                  </a:lnTo>
                  <a:lnTo>
                    <a:pt x="137824" y="205342"/>
                  </a:lnTo>
                  <a:lnTo>
                    <a:pt x="136776" y="206321"/>
                  </a:lnTo>
                  <a:lnTo>
                    <a:pt x="134224" y="208743"/>
                  </a:lnTo>
                  <a:lnTo>
                    <a:pt x="134361" y="208836"/>
                  </a:lnTo>
                  <a:lnTo>
                    <a:pt x="135272" y="209721"/>
                  </a:lnTo>
                  <a:lnTo>
                    <a:pt x="134862" y="210047"/>
                  </a:lnTo>
                  <a:lnTo>
                    <a:pt x="133906" y="210886"/>
                  </a:lnTo>
                  <a:lnTo>
                    <a:pt x="133495" y="211212"/>
                  </a:lnTo>
                  <a:lnTo>
                    <a:pt x="132129" y="212377"/>
                  </a:lnTo>
                  <a:lnTo>
                    <a:pt x="131901" y="212609"/>
                  </a:lnTo>
                  <a:lnTo>
                    <a:pt x="131810" y="212889"/>
                  </a:lnTo>
                  <a:lnTo>
                    <a:pt x="130443" y="216150"/>
                  </a:lnTo>
                  <a:lnTo>
                    <a:pt x="130124" y="216942"/>
                  </a:lnTo>
                  <a:lnTo>
                    <a:pt x="129304" y="219224"/>
                  </a:lnTo>
                  <a:lnTo>
                    <a:pt x="128803" y="220482"/>
                  </a:lnTo>
                  <a:lnTo>
                    <a:pt x="128575" y="221088"/>
                  </a:lnTo>
                  <a:lnTo>
                    <a:pt x="128210" y="221973"/>
                  </a:lnTo>
                  <a:lnTo>
                    <a:pt x="127664" y="223277"/>
                  </a:lnTo>
                  <a:lnTo>
                    <a:pt x="126889" y="224908"/>
                  </a:lnTo>
                  <a:lnTo>
                    <a:pt x="127664" y="225373"/>
                  </a:lnTo>
                  <a:lnTo>
                    <a:pt x="128074" y="225793"/>
                  </a:lnTo>
                  <a:lnTo>
                    <a:pt x="128347" y="226259"/>
                  </a:lnTo>
                  <a:lnTo>
                    <a:pt x="128620" y="226678"/>
                  </a:lnTo>
                  <a:lnTo>
                    <a:pt x="128894" y="227004"/>
                  </a:lnTo>
                  <a:lnTo>
                    <a:pt x="129486" y="227610"/>
                  </a:lnTo>
                  <a:lnTo>
                    <a:pt x="129987" y="227889"/>
                  </a:lnTo>
                  <a:lnTo>
                    <a:pt x="130397" y="228029"/>
                  </a:lnTo>
                  <a:lnTo>
                    <a:pt x="131217" y="228308"/>
                  </a:lnTo>
                  <a:lnTo>
                    <a:pt x="131673" y="228448"/>
                  </a:lnTo>
                  <a:lnTo>
                    <a:pt x="132038" y="228588"/>
                  </a:lnTo>
                  <a:lnTo>
                    <a:pt x="132311" y="228774"/>
                  </a:lnTo>
                  <a:lnTo>
                    <a:pt x="132584" y="229054"/>
                  </a:lnTo>
                  <a:lnTo>
                    <a:pt x="132721" y="229333"/>
                  </a:lnTo>
                  <a:lnTo>
                    <a:pt x="132858" y="229566"/>
                  </a:lnTo>
                  <a:lnTo>
                    <a:pt x="133040" y="229939"/>
                  </a:lnTo>
                  <a:lnTo>
                    <a:pt x="133177" y="230218"/>
                  </a:lnTo>
                  <a:lnTo>
                    <a:pt x="133313" y="230544"/>
                  </a:lnTo>
                  <a:lnTo>
                    <a:pt x="133359" y="230870"/>
                  </a:lnTo>
                  <a:lnTo>
                    <a:pt x="133404" y="231243"/>
                  </a:lnTo>
                  <a:lnTo>
                    <a:pt x="133404" y="231383"/>
                  </a:lnTo>
                  <a:lnTo>
                    <a:pt x="133404" y="231523"/>
                  </a:lnTo>
                  <a:lnTo>
                    <a:pt x="133404" y="231709"/>
                  </a:lnTo>
                  <a:lnTo>
                    <a:pt x="133404" y="231849"/>
                  </a:lnTo>
                  <a:lnTo>
                    <a:pt x="133404" y="232408"/>
                  </a:lnTo>
                  <a:lnTo>
                    <a:pt x="133268" y="232874"/>
                  </a:lnTo>
                  <a:lnTo>
                    <a:pt x="133040" y="233433"/>
                  </a:lnTo>
                  <a:lnTo>
                    <a:pt x="132721" y="233945"/>
                  </a:lnTo>
                  <a:lnTo>
                    <a:pt x="132903" y="234178"/>
                  </a:lnTo>
                  <a:lnTo>
                    <a:pt x="135045" y="237206"/>
                  </a:lnTo>
                  <a:lnTo>
                    <a:pt x="134771" y="237439"/>
                  </a:lnTo>
                  <a:lnTo>
                    <a:pt x="134999" y="237858"/>
                  </a:lnTo>
                  <a:lnTo>
                    <a:pt x="135181" y="238044"/>
                  </a:lnTo>
                  <a:lnTo>
                    <a:pt x="134726" y="238603"/>
                  </a:lnTo>
                  <a:lnTo>
                    <a:pt x="134635" y="239628"/>
                  </a:lnTo>
                  <a:lnTo>
                    <a:pt x="134999" y="240746"/>
                  </a:lnTo>
                  <a:lnTo>
                    <a:pt x="135409" y="241771"/>
                  </a:lnTo>
                  <a:lnTo>
                    <a:pt x="135591" y="242144"/>
                  </a:lnTo>
                  <a:lnTo>
                    <a:pt x="135910" y="242656"/>
                  </a:lnTo>
                  <a:lnTo>
                    <a:pt x="136275" y="243634"/>
                  </a:lnTo>
                  <a:lnTo>
                    <a:pt x="136411" y="243961"/>
                  </a:lnTo>
                  <a:lnTo>
                    <a:pt x="136639" y="244380"/>
                  </a:lnTo>
                  <a:lnTo>
                    <a:pt x="136822" y="244706"/>
                  </a:lnTo>
                  <a:lnTo>
                    <a:pt x="136913" y="244846"/>
                  </a:lnTo>
                  <a:lnTo>
                    <a:pt x="138006" y="246802"/>
                  </a:lnTo>
                  <a:lnTo>
                    <a:pt x="138188" y="249178"/>
                  </a:lnTo>
                  <a:lnTo>
                    <a:pt x="137961" y="249364"/>
                  </a:lnTo>
                  <a:lnTo>
                    <a:pt x="138644" y="250436"/>
                  </a:lnTo>
                  <a:lnTo>
                    <a:pt x="139327" y="251554"/>
                  </a:lnTo>
                  <a:lnTo>
                    <a:pt x="139920" y="252346"/>
                  </a:lnTo>
                  <a:lnTo>
                    <a:pt x="139601" y="252672"/>
                  </a:lnTo>
                  <a:lnTo>
                    <a:pt x="139920" y="253557"/>
                  </a:lnTo>
                  <a:lnTo>
                    <a:pt x="140603" y="253836"/>
                  </a:lnTo>
                  <a:lnTo>
                    <a:pt x="141013" y="254162"/>
                  </a:lnTo>
                  <a:lnTo>
                    <a:pt x="141833" y="255187"/>
                  </a:lnTo>
                  <a:lnTo>
                    <a:pt x="142517" y="256352"/>
                  </a:lnTo>
                  <a:lnTo>
                    <a:pt x="142653" y="257330"/>
                  </a:lnTo>
                  <a:lnTo>
                    <a:pt x="142334" y="258867"/>
                  </a:lnTo>
                  <a:lnTo>
                    <a:pt x="142061" y="259706"/>
                  </a:lnTo>
                  <a:lnTo>
                    <a:pt x="141788" y="262874"/>
                  </a:lnTo>
                  <a:lnTo>
                    <a:pt x="142426" y="264877"/>
                  </a:lnTo>
                  <a:lnTo>
                    <a:pt x="143565" y="266041"/>
                  </a:lnTo>
                  <a:lnTo>
                    <a:pt x="143656" y="267718"/>
                  </a:lnTo>
                  <a:lnTo>
                    <a:pt x="143747" y="268464"/>
                  </a:lnTo>
                  <a:lnTo>
                    <a:pt x="143929" y="270094"/>
                  </a:lnTo>
                  <a:lnTo>
                    <a:pt x="144476" y="271725"/>
                  </a:lnTo>
                  <a:lnTo>
                    <a:pt x="144385" y="273029"/>
                  </a:lnTo>
                  <a:lnTo>
                    <a:pt x="144476" y="273448"/>
                  </a:lnTo>
                  <a:lnTo>
                    <a:pt x="144385" y="273961"/>
                  </a:lnTo>
                  <a:lnTo>
                    <a:pt x="144339" y="274427"/>
                  </a:lnTo>
                  <a:lnTo>
                    <a:pt x="144248" y="274846"/>
                  </a:lnTo>
                  <a:lnTo>
                    <a:pt x="144203" y="276104"/>
                  </a:lnTo>
                  <a:lnTo>
                    <a:pt x="143975" y="276383"/>
                  </a:lnTo>
                  <a:lnTo>
                    <a:pt x="143838" y="276896"/>
                  </a:lnTo>
                  <a:lnTo>
                    <a:pt x="143929" y="277641"/>
                  </a:lnTo>
                  <a:lnTo>
                    <a:pt x="143792" y="278107"/>
                  </a:lnTo>
                  <a:lnTo>
                    <a:pt x="143565" y="279458"/>
                  </a:lnTo>
                  <a:lnTo>
                    <a:pt x="143701" y="280343"/>
                  </a:lnTo>
                  <a:lnTo>
                    <a:pt x="144157" y="281647"/>
                  </a:lnTo>
                  <a:lnTo>
                    <a:pt x="145478" y="283557"/>
                  </a:lnTo>
                  <a:lnTo>
                    <a:pt x="145888" y="285560"/>
                  </a:lnTo>
                  <a:lnTo>
                    <a:pt x="148258" y="286492"/>
                  </a:lnTo>
                  <a:lnTo>
                    <a:pt x="148258" y="289520"/>
                  </a:lnTo>
                  <a:lnTo>
                    <a:pt x="148895" y="290312"/>
                  </a:lnTo>
                  <a:lnTo>
                    <a:pt x="149214" y="292967"/>
                  </a:lnTo>
                  <a:lnTo>
                    <a:pt x="148258" y="292920"/>
                  </a:lnTo>
                  <a:lnTo>
                    <a:pt x="147437" y="292594"/>
                  </a:lnTo>
                  <a:lnTo>
                    <a:pt x="147255" y="292920"/>
                  </a:lnTo>
                  <a:lnTo>
                    <a:pt x="146982" y="293479"/>
                  </a:lnTo>
                  <a:lnTo>
                    <a:pt x="146572" y="294458"/>
                  </a:lnTo>
                  <a:lnTo>
                    <a:pt x="146800" y="294877"/>
                  </a:lnTo>
                  <a:lnTo>
                    <a:pt x="146572" y="295669"/>
                  </a:lnTo>
                  <a:lnTo>
                    <a:pt x="146936" y="296554"/>
                  </a:lnTo>
                  <a:lnTo>
                    <a:pt x="147574" y="297299"/>
                  </a:lnTo>
                  <a:lnTo>
                    <a:pt x="148668" y="298930"/>
                  </a:lnTo>
                  <a:lnTo>
                    <a:pt x="149579" y="300607"/>
                  </a:lnTo>
                  <a:lnTo>
                    <a:pt x="149852" y="300747"/>
                  </a:lnTo>
                  <a:lnTo>
                    <a:pt x="150399" y="302330"/>
                  </a:lnTo>
                  <a:lnTo>
                    <a:pt x="151128" y="303216"/>
                  </a:lnTo>
                  <a:lnTo>
                    <a:pt x="151584" y="304008"/>
                  </a:lnTo>
                  <a:lnTo>
                    <a:pt x="152085" y="306290"/>
                  </a:lnTo>
                  <a:lnTo>
                    <a:pt x="152404" y="307222"/>
                  </a:lnTo>
                  <a:lnTo>
                    <a:pt x="152631" y="308480"/>
                  </a:lnTo>
                  <a:lnTo>
                    <a:pt x="152267" y="310390"/>
                  </a:lnTo>
                  <a:lnTo>
                    <a:pt x="151447" y="311275"/>
                  </a:lnTo>
                  <a:lnTo>
                    <a:pt x="150672" y="312486"/>
                  </a:lnTo>
                  <a:lnTo>
                    <a:pt x="149989" y="313744"/>
                  </a:lnTo>
                  <a:lnTo>
                    <a:pt x="149761" y="315654"/>
                  </a:lnTo>
                  <a:lnTo>
                    <a:pt x="149715" y="316539"/>
                  </a:lnTo>
                  <a:lnTo>
                    <a:pt x="150763" y="319846"/>
                  </a:lnTo>
                  <a:lnTo>
                    <a:pt x="151675" y="322781"/>
                  </a:lnTo>
                  <a:lnTo>
                    <a:pt x="152723" y="322595"/>
                  </a:lnTo>
                  <a:lnTo>
                    <a:pt x="153543" y="322781"/>
                  </a:lnTo>
                  <a:lnTo>
                    <a:pt x="154135" y="323852"/>
                  </a:lnTo>
                  <a:lnTo>
                    <a:pt x="154226" y="324225"/>
                  </a:lnTo>
                  <a:lnTo>
                    <a:pt x="154864" y="325157"/>
                  </a:lnTo>
                  <a:lnTo>
                    <a:pt x="155274" y="325483"/>
                  </a:lnTo>
                  <a:lnTo>
                    <a:pt x="154864" y="325809"/>
                  </a:lnTo>
                  <a:lnTo>
                    <a:pt x="154044" y="327812"/>
                  </a:lnTo>
                  <a:lnTo>
                    <a:pt x="153816" y="328418"/>
                  </a:lnTo>
                  <a:lnTo>
                    <a:pt x="152495" y="327812"/>
                  </a:lnTo>
                  <a:lnTo>
                    <a:pt x="150809" y="329955"/>
                  </a:lnTo>
                  <a:lnTo>
                    <a:pt x="146344" y="329116"/>
                  </a:lnTo>
                  <a:lnTo>
                    <a:pt x="145023" y="330374"/>
                  </a:lnTo>
                  <a:lnTo>
                    <a:pt x="145296" y="331352"/>
                  </a:lnTo>
                  <a:lnTo>
                    <a:pt x="145706" y="331352"/>
                  </a:lnTo>
                  <a:lnTo>
                    <a:pt x="145934" y="336523"/>
                  </a:lnTo>
                  <a:lnTo>
                    <a:pt x="145569" y="341182"/>
                  </a:lnTo>
                  <a:lnTo>
                    <a:pt x="145250" y="341601"/>
                  </a:lnTo>
                  <a:lnTo>
                    <a:pt x="145250" y="343651"/>
                  </a:lnTo>
                  <a:lnTo>
                    <a:pt x="146663" y="346213"/>
                  </a:lnTo>
                  <a:lnTo>
                    <a:pt x="145205" y="347610"/>
                  </a:lnTo>
                  <a:lnTo>
                    <a:pt x="133268" y="354458"/>
                  </a:lnTo>
                  <a:lnTo>
                    <a:pt x="132311" y="355017"/>
                  </a:lnTo>
                  <a:lnTo>
                    <a:pt x="127026" y="358325"/>
                  </a:lnTo>
                  <a:lnTo>
                    <a:pt x="125704" y="355949"/>
                  </a:lnTo>
                  <a:lnTo>
                    <a:pt x="123654" y="354738"/>
                  </a:lnTo>
                  <a:lnTo>
                    <a:pt x="121877" y="354738"/>
                  </a:lnTo>
                  <a:lnTo>
                    <a:pt x="119052" y="356135"/>
                  </a:lnTo>
                  <a:lnTo>
                    <a:pt x="115316" y="358651"/>
                  </a:lnTo>
                  <a:lnTo>
                    <a:pt x="114997" y="358744"/>
                  </a:lnTo>
                  <a:lnTo>
                    <a:pt x="114770" y="358884"/>
                  </a:lnTo>
                  <a:lnTo>
                    <a:pt x="113631" y="359256"/>
                  </a:lnTo>
                  <a:lnTo>
                    <a:pt x="112856" y="359349"/>
                  </a:lnTo>
                  <a:lnTo>
                    <a:pt x="111398" y="359536"/>
                  </a:lnTo>
                  <a:lnTo>
                    <a:pt x="109302" y="359769"/>
                  </a:lnTo>
                  <a:lnTo>
                    <a:pt x="105065" y="360281"/>
                  </a:lnTo>
                  <a:lnTo>
                    <a:pt x="104883" y="360281"/>
                  </a:lnTo>
                  <a:lnTo>
                    <a:pt x="103334" y="360514"/>
                  </a:lnTo>
                  <a:lnTo>
                    <a:pt x="101876" y="360700"/>
                  </a:lnTo>
                  <a:lnTo>
                    <a:pt x="98777" y="361073"/>
                  </a:lnTo>
                  <a:lnTo>
                    <a:pt x="98550" y="361073"/>
                  </a:lnTo>
                  <a:lnTo>
                    <a:pt x="95451" y="361446"/>
                  </a:lnTo>
                  <a:lnTo>
                    <a:pt x="94403" y="361585"/>
                  </a:lnTo>
                  <a:lnTo>
                    <a:pt x="94039" y="361632"/>
                  </a:lnTo>
                  <a:lnTo>
                    <a:pt x="93538" y="361679"/>
                  </a:lnTo>
                  <a:lnTo>
                    <a:pt x="92672" y="361772"/>
                  </a:lnTo>
                  <a:lnTo>
                    <a:pt x="91396" y="361912"/>
                  </a:lnTo>
                  <a:lnTo>
                    <a:pt x="90348" y="362005"/>
                  </a:lnTo>
                  <a:lnTo>
                    <a:pt x="89437" y="362098"/>
                  </a:lnTo>
                  <a:lnTo>
                    <a:pt x="88708" y="362098"/>
                  </a:lnTo>
                  <a:lnTo>
                    <a:pt x="88253" y="362098"/>
                  </a:lnTo>
                  <a:lnTo>
                    <a:pt x="87843" y="362098"/>
                  </a:lnTo>
                  <a:lnTo>
                    <a:pt x="82330" y="361120"/>
                  </a:lnTo>
                  <a:lnTo>
                    <a:pt x="77546" y="360235"/>
                  </a:lnTo>
                  <a:lnTo>
                    <a:pt x="71714" y="359163"/>
                  </a:lnTo>
                  <a:lnTo>
                    <a:pt x="70392" y="358884"/>
                  </a:lnTo>
                  <a:lnTo>
                    <a:pt x="69071" y="358604"/>
                  </a:lnTo>
                  <a:lnTo>
                    <a:pt x="67340" y="358138"/>
                  </a:lnTo>
                  <a:lnTo>
                    <a:pt x="65472" y="357533"/>
                  </a:lnTo>
                  <a:lnTo>
                    <a:pt x="63968" y="357020"/>
                  </a:lnTo>
                  <a:lnTo>
                    <a:pt x="62875" y="356694"/>
                  </a:lnTo>
                  <a:lnTo>
                    <a:pt x="62738" y="356554"/>
                  </a:lnTo>
                  <a:lnTo>
                    <a:pt x="62738" y="357253"/>
                  </a:lnTo>
                  <a:lnTo>
                    <a:pt x="62829" y="358651"/>
                  </a:lnTo>
                  <a:lnTo>
                    <a:pt x="62875" y="359582"/>
                  </a:lnTo>
                  <a:lnTo>
                    <a:pt x="62875" y="360141"/>
                  </a:lnTo>
                  <a:lnTo>
                    <a:pt x="62875" y="360794"/>
                  </a:lnTo>
                  <a:lnTo>
                    <a:pt x="62829" y="361585"/>
                  </a:lnTo>
                  <a:lnTo>
                    <a:pt x="62829" y="362051"/>
                  </a:lnTo>
                  <a:lnTo>
                    <a:pt x="62829" y="362377"/>
                  </a:lnTo>
                  <a:lnTo>
                    <a:pt x="62784" y="363356"/>
                  </a:lnTo>
                  <a:lnTo>
                    <a:pt x="62738" y="363961"/>
                  </a:lnTo>
                  <a:lnTo>
                    <a:pt x="62738" y="364194"/>
                  </a:lnTo>
                  <a:lnTo>
                    <a:pt x="62693" y="364613"/>
                  </a:lnTo>
                  <a:lnTo>
                    <a:pt x="62601" y="365359"/>
                  </a:lnTo>
                  <a:lnTo>
                    <a:pt x="62510" y="366290"/>
                  </a:lnTo>
                  <a:lnTo>
                    <a:pt x="62419" y="366989"/>
                  </a:lnTo>
                  <a:lnTo>
                    <a:pt x="62237" y="367921"/>
                  </a:lnTo>
                  <a:lnTo>
                    <a:pt x="62237" y="368154"/>
                  </a:lnTo>
                  <a:lnTo>
                    <a:pt x="61599" y="371461"/>
                  </a:lnTo>
                  <a:lnTo>
                    <a:pt x="61235" y="371415"/>
                  </a:lnTo>
                  <a:lnTo>
                    <a:pt x="59230" y="371042"/>
                  </a:lnTo>
                  <a:lnTo>
                    <a:pt x="53671" y="370064"/>
                  </a:lnTo>
                  <a:lnTo>
                    <a:pt x="51530" y="369645"/>
                  </a:lnTo>
                  <a:lnTo>
                    <a:pt x="49252" y="369225"/>
                  </a:lnTo>
                  <a:lnTo>
                    <a:pt x="48978" y="369179"/>
                  </a:lnTo>
                  <a:lnTo>
                    <a:pt x="47110" y="368853"/>
                  </a:lnTo>
                  <a:lnTo>
                    <a:pt x="45242" y="368480"/>
                  </a:lnTo>
                  <a:lnTo>
                    <a:pt x="43693" y="368200"/>
                  </a:lnTo>
                  <a:lnTo>
                    <a:pt x="42919" y="368061"/>
                  </a:lnTo>
                  <a:lnTo>
                    <a:pt x="42600" y="367968"/>
                  </a:lnTo>
                  <a:lnTo>
                    <a:pt x="41142" y="366849"/>
                  </a:lnTo>
                  <a:lnTo>
                    <a:pt x="40777" y="366384"/>
                  </a:lnTo>
                  <a:lnTo>
                    <a:pt x="40549" y="366058"/>
                  </a:lnTo>
                  <a:lnTo>
                    <a:pt x="37907" y="362331"/>
                  </a:lnTo>
                  <a:lnTo>
                    <a:pt x="37861" y="362191"/>
                  </a:lnTo>
                  <a:lnTo>
                    <a:pt x="37451" y="361632"/>
                  </a:lnTo>
                  <a:lnTo>
                    <a:pt x="36859" y="360794"/>
                  </a:lnTo>
                  <a:lnTo>
                    <a:pt x="36176" y="359396"/>
                  </a:lnTo>
                  <a:lnTo>
                    <a:pt x="35264" y="357579"/>
                  </a:lnTo>
                  <a:lnTo>
                    <a:pt x="34991" y="356741"/>
                  </a:lnTo>
                  <a:lnTo>
                    <a:pt x="34308" y="354831"/>
                  </a:lnTo>
                  <a:lnTo>
                    <a:pt x="33077" y="352502"/>
                  </a:lnTo>
                  <a:lnTo>
                    <a:pt x="32986" y="352362"/>
                  </a:lnTo>
                  <a:lnTo>
                    <a:pt x="32804" y="351943"/>
                  </a:lnTo>
                  <a:lnTo>
                    <a:pt x="32166" y="350219"/>
                  </a:lnTo>
                  <a:lnTo>
                    <a:pt x="32075" y="349986"/>
                  </a:lnTo>
                  <a:lnTo>
                    <a:pt x="31984" y="349753"/>
                  </a:lnTo>
                  <a:lnTo>
                    <a:pt x="31847" y="346446"/>
                  </a:lnTo>
                  <a:lnTo>
                    <a:pt x="31619" y="342393"/>
                  </a:lnTo>
                  <a:lnTo>
                    <a:pt x="31528" y="341554"/>
                  </a:lnTo>
                  <a:lnTo>
                    <a:pt x="31437" y="339132"/>
                  </a:lnTo>
                  <a:lnTo>
                    <a:pt x="30845" y="338060"/>
                  </a:lnTo>
                  <a:lnTo>
                    <a:pt x="29934" y="336942"/>
                  </a:lnTo>
                  <a:lnTo>
                    <a:pt x="29432" y="336616"/>
                  </a:lnTo>
                  <a:lnTo>
                    <a:pt x="29205" y="336477"/>
                  </a:lnTo>
                  <a:lnTo>
                    <a:pt x="28293" y="336057"/>
                  </a:lnTo>
                  <a:lnTo>
                    <a:pt x="27747" y="335824"/>
                  </a:lnTo>
                  <a:lnTo>
                    <a:pt x="27018" y="335685"/>
                  </a:lnTo>
                  <a:lnTo>
                    <a:pt x="26562" y="335824"/>
                  </a:lnTo>
                  <a:lnTo>
                    <a:pt x="21596" y="337129"/>
                  </a:lnTo>
                  <a:lnTo>
                    <a:pt x="20867" y="337315"/>
                  </a:lnTo>
                  <a:lnTo>
                    <a:pt x="12893" y="339085"/>
                  </a:lnTo>
                  <a:lnTo>
                    <a:pt x="12575" y="336942"/>
                  </a:lnTo>
                  <a:lnTo>
                    <a:pt x="11025" y="326042"/>
                  </a:lnTo>
                  <a:lnTo>
                    <a:pt x="19728" y="323806"/>
                  </a:lnTo>
                  <a:lnTo>
                    <a:pt x="19591" y="322734"/>
                  </a:lnTo>
                  <a:lnTo>
                    <a:pt x="19546" y="322455"/>
                  </a:lnTo>
                  <a:lnTo>
                    <a:pt x="19272" y="320265"/>
                  </a:lnTo>
                  <a:lnTo>
                    <a:pt x="18725" y="315886"/>
                  </a:lnTo>
                  <a:lnTo>
                    <a:pt x="18680" y="315467"/>
                  </a:lnTo>
                  <a:lnTo>
                    <a:pt x="17359" y="309272"/>
                  </a:lnTo>
                  <a:lnTo>
                    <a:pt x="16721" y="307315"/>
                  </a:lnTo>
                  <a:lnTo>
                    <a:pt x="16402" y="306337"/>
                  </a:lnTo>
                  <a:lnTo>
                    <a:pt x="15172" y="302470"/>
                  </a:lnTo>
                  <a:lnTo>
                    <a:pt x="14989" y="301818"/>
                  </a:lnTo>
                  <a:lnTo>
                    <a:pt x="14670" y="300467"/>
                  </a:lnTo>
                  <a:lnTo>
                    <a:pt x="14534" y="299815"/>
                  </a:lnTo>
                  <a:lnTo>
                    <a:pt x="14215" y="298371"/>
                  </a:lnTo>
                  <a:lnTo>
                    <a:pt x="14169" y="297765"/>
                  </a:lnTo>
                  <a:lnTo>
                    <a:pt x="14169" y="296973"/>
                  </a:lnTo>
                  <a:lnTo>
                    <a:pt x="14215" y="296368"/>
                  </a:lnTo>
                  <a:lnTo>
                    <a:pt x="14215" y="296135"/>
                  </a:lnTo>
                  <a:lnTo>
                    <a:pt x="14351" y="295296"/>
                  </a:lnTo>
                  <a:lnTo>
                    <a:pt x="14534" y="294551"/>
                  </a:lnTo>
                  <a:lnTo>
                    <a:pt x="15263" y="291896"/>
                  </a:lnTo>
                  <a:lnTo>
                    <a:pt x="15399" y="291523"/>
                  </a:lnTo>
                  <a:lnTo>
                    <a:pt x="15445" y="291383"/>
                  </a:lnTo>
                  <a:lnTo>
                    <a:pt x="15536" y="290964"/>
                  </a:lnTo>
                  <a:lnTo>
                    <a:pt x="15673" y="290452"/>
                  </a:lnTo>
                  <a:lnTo>
                    <a:pt x="15764" y="290172"/>
                  </a:lnTo>
                  <a:lnTo>
                    <a:pt x="16675" y="287191"/>
                  </a:lnTo>
                  <a:lnTo>
                    <a:pt x="17176" y="285514"/>
                  </a:lnTo>
                  <a:lnTo>
                    <a:pt x="17769" y="283604"/>
                  </a:lnTo>
                  <a:lnTo>
                    <a:pt x="17860" y="283324"/>
                  </a:lnTo>
                  <a:lnTo>
                    <a:pt x="17905" y="283184"/>
                  </a:lnTo>
                  <a:lnTo>
                    <a:pt x="18543" y="281694"/>
                  </a:lnTo>
                  <a:lnTo>
                    <a:pt x="18725" y="281274"/>
                  </a:lnTo>
                  <a:lnTo>
                    <a:pt x="19044" y="280715"/>
                  </a:lnTo>
                  <a:lnTo>
                    <a:pt x="20958" y="277641"/>
                  </a:lnTo>
                  <a:lnTo>
                    <a:pt x="22234" y="275731"/>
                  </a:lnTo>
                  <a:lnTo>
                    <a:pt x="22553" y="275219"/>
                  </a:lnTo>
                  <a:lnTo>
                    <a:pt x="23737" y="273448"/>
                  </a:lnTo>
                  <a:lnTo>
                    <a:pt x="23783" y="273309"/>
                  </a:lnTo>
                  <a:lnTo>
                    <a:pt x="23919" y="272610"/>
                  </a:lnTo>
                  <a:lnTo>
                    <a:pt x="24102" y="271166"/>
                  </a:lnTo>
                  <a:lnTo>
                    <a:pt x="24193" y="270141"/>
                  </a:lnTo>
                  <a:lnTo>
                    <a:pt x="24284" y="269163"/>
                  </a:lnTo>
                  <a:lnTo>
                    <a:pt x="24329" y="266787"/>
                  </a:lnTo>
                  <a:lnTo>
                    <a:pt x="24421" y="263526"/>
                  </a:lnTo>
                  <a:lnTo>
                    <a:pt x="24421" y="263293"/>
                  </a:lnTo>
                  <a:lnTo>
                    <a:pt x="24375" y="262222"/>
                  </a:lnTo>
                  <a:lnTo>
                    <a:pt x="23874" y="262268"/>
                  </a:lnTo>
                  <a:lnTo>
                    <a:pt x="17814" y="260917"/>
                  </a:lnTo>
                  <a:lnTo>
                    <a:pt x="14306" y="258495"/>
                  </a:lnTo>
                  <a:lnTo>
                    <a:pt x="13258" y="257470"/>
                  </a:lnTo>
                  <a:lnTo>
                    <a:pt x="11937" y="256212"/>
                  </a:lnTo>
                  <a:lnTo>
                    <a:pt x="11071" y="255420"/>
                  </a:lnTo>
                  <a:lnTo>
                    <a:pt x="9385" y="254023"/>
                  </a:lnTo>
                  <a:lnTo>
                    <a:pt x="8975" y="253743"/>
                  </a:lnTo>
                  <a:lnTo>
                    <a:pt x="7381" y="251647"/>
                  </a:lnTo>
                  <a:lnTo>
                    <a:pt x="4237" y="247454"/>
                  </a:lnTo>
                  <a:lnTo>
                    <a:pt x="2824" y="245638"/>
                  </a:lnTo>
                  <a:lnTo>
                    <a:pt x="1822" y="244333"/>
                  </a:lnTo>
                  <a:lnTo>
                    <a:pt x="728" y="242889"/>
                  </a:lnTo>
                  <a:lnTo>
                    <a:pt x="0" y="241911"/>
                  </a:lnTo>
                  <a:lnTo>
                    <a:pt x="6697" y="237159"/>
                  </a:lnTo>
                  <a:lnTo>
                    <a:pt x="9066" y="237206"/>
                  </a:lnTo>
                  <a:lnTo>
                    <a:pt x="9294" y="236414"/>
                  </a:lnTo>
                  <a:lnTo>
                    <a:pt x="9522" y="235156"/>
                  </a:lnTo>
                  <a:lnTo>
                    <a:pt x="9750" y="233992"/>
                  </a:lnTo>
                  <a:lnTo>
                    <a:pt x="10570" y="231057"/>
                  </a:lnTo>
                  <a:lnTo>
                    <a:pt x="11162" y="229007"/>
                  </a:lnTo>
                  <a:lnTo>
                    <a:pt x="11390" y="228401"/>
                  </a:lnTo>
                  <a:lnTo>
                    <a:pt x="11937" y="226538"/>
                  </a:lnTo>
                  <a:lnTo>
                    <a:pt x="11937" y="226072"/>
                  </a:lnTo>
                  <a:lnTo>
                    <a:pt x="11891" y="225187"/>
                  </a:lnTo>
                  <a:lnTo>
                    <a:pt x="11891" y="223464"/>
                  </a:lnTo>
                  <a:lnTo>
                    <a:pt x="11891" y="220575"/>
                  </a:lnTo>
                  <a:lnTo>
                    <a:pt x="11800" y="220203"/>
                  </a:lnTo>
                  <a:lnTo>
                    <a:pt x="11663" y="219923"/>
                  </a:lnTo>
                  <a:lnTo>
                    <a:pt x="10707" y="219085"/>
                  </a:lnTo>
                  <a:lnTo>
                    <a:pt x="10388" y="218805"/>
                  </a:lnTo>
                  <a:lnTo>
                    <a:pt x="9659" y="217268"/>
                  </a:lnTo>
                  <a:lnTo>
                    <a:pt x="9431" y="216662"/>
                  </a:lnTo>
                  <a:lnTo>
                    <a:pt x="9385" y="216383"/>
                  </a:lnTo>
                  <a:lnTo>
                    <a:pt x="9340" y="215218"/>
                  </a:lnTo>
                  <a:lnTo>
                    <a:pt x="9522" y="214286"/>
                  </a:lnTo>
                  <a:lnTo>
                    <a:pt x="9704" y="213774"/>
                  </a:lnTo>
                  <a:lnTo>
                    <a:pt x="9613" y="213262"/>
                  </a:lnTo>
                  <a:lnTo>
                    <a:pt x="9431" y="212889"/>
                  </a:lnTo>
                  <a:lnTo>
                    <a:pt x="8109" y="211864"/>
                  </a:lnTo>
                  <a:lnTo>
                    <a:pt x="7608" y="211585"/>
                  </a:lnTo>
                  <a:lnTo>
                    <a:pt x="7654" y="209628"/>
                  </a:lnTo>
                  <a:lnTo>
                    <a:pt x="7608" y="208091"/>
                  </a:lnTo>
                  <a:lnTo>
                    <a:pt x="6697" y="208091"/>
                  </a:lnTo>
                  <a:lnTo>
                    <a:pt x="6697" y="204411"/>
                  </a:lnTo>
                  <a:lnTo>
                    <a:pt x="6652" y="201709"/>
                  </a:lnTo>
                  <a:lnTo>
                    <a:pt x="7016" y="195560"/>
                  </a:lnTo>
                  <a:lnTo>
                    <a:pt x="14351" y="193743"/>
                  </a:lnTo>
                  <a:lnTo>
                    <a:pt x="13531" y="190761"/>
                  </a:lnTo>
                  <a:lnTo>
                    <a:pt x="13030" y="188758"/>
                  </a:lnTo>
                  <a:lnTo>
                    <a:pt x="12620" y="187081"/>
                  </a:lnTo>
                  <a:lnTo>
                    <a:pt x="12028" y="183448"/>
                  </a:lnTo>
                  <a:lnTo>
                    <a:pt x="11709" y="180233"/>
                  </a:lnTo>
                  <a:lnTo>
                    <a:pt x="11618" y="177997"/>
                  </a:lnTo>
                  <a:lnTo>
                    <a:pt x="11618" y="175761"/>
                  </a:lnTo>
                  <a:lnTo>
                    <a:pt x="11891" y="171476"/>
                  </a:lnTo>
                  <a:lnTo>
                    <a:pt x="12256" y="168914"/>
                  </a:lnTo>
                  <a:lnTo>
                    <a:pt x="12802" y="165979"/>
                  </a:lnTo>
                  <a:lnTo>
                    <a:pt x="13212" y="164255"/>
                  </a:lnTo>
                  <a:lnTo>
                    <a:pt x="13668" y="162811"/>
                  </a:lnTo>
                  <a:lnTo>
                    <a:pt x="17814" y="150233"/>
                  </a:lnTo>
                  <a:lnTo>
                    <a:pt x="18725" y="147299"/>
                  </a:lnTo>
                  <a:lnTo>
                    <a:pt x="19272" y="145249"/>
                  </a:lnTo>
                  <a:lnTo>
                    <a:pt x="19682" y="143339"/>
                  </a:lnTo>
                  <a:lnTo>
                    <a:pt x="21095" y="135140"/>
                  </a:lnTo>
                  <a:lnTo>
                    <a:pt x="23373" y="121677"/>
                  </a:lnTo>
                  <a:lnTo>
                    <a:pt x="25696" y="108075"/>
                  </a:lnTo>
                  <a:lnTo>
                    <a:pt x="26881" y="108308"/>
                  </a:lnTo>
                  <a:lnTo>
                    <a:pt x="27382" y="108401"/>
                  </a:lnTo>
                  <a:lnTo>
                    <a:pt x="27701" y="108541"/>
                  </a:lnTo>
                  <a:lnTo>
                    <a:pt x="28202" y="108680"/>
                  </a:lnTo>
                  <a:lnTo>
                    <a:pt x="28612" y="108913"/>
                  </a:lnTo>
                  <a:lnTo>
                    <a:pt x="29068" y="109146"/>
                  </a:lnTo>
                  <a:lnTo>
                    <a:pt x="29387" y="109100"/>
                  </a:lnTo>
                  <a:lnTo>
                    <a:pt x="29660" y="109053"/>
                  </a:lnTo>
                  <a:lnTo>
                    <a:pt x="29934" y="109053"/>
                  </a:lnTo>
                  <a:lnTo>
                    <a:pt x="30116" y="109193"/>
                  </a:lnTo>
                  <a:lnTo>
                    <a:pt x="30389" y="109332"/>
                  </a:lnTo>
                  <a:lnTo>
                    <a:pt x="30845" y="109379"/>
                  </a:lnTo>
                  <a:lnTo>
                    <a:pt x="31255" y="109472"/>
                  </a:lnTo>
                  <a:lnTo>
                    <a:pt x="31437" y="109612"/>
                  </a:lnTo>
                  <a:lnTo>
                    <a:pt x="31756" y="109845"/>
                  </a:lnTo>
                  <a:lnTo>
                    <a:pt x="31984" y="110218"/>
                  </a:lnTo>
                  <a:lnTo>
                    <a:pt x="32257" y="110404"/>
                  </a:lnTo>
                  <a:lnTo>
                    <a:pt x="32576" y="110590"/>
                  </a:lnTo>
                  <a:lnTo>
                    <a:pt x="32804" y="110683"/>
                  </a:lnTo>
                  <a:lnTo>
                    <a:pt x="33077" y="110823"/>
                  </a:lnTo>
                  <a:lnTo>
                    <a:pt x="33260" y="111009"/>
                  </a:lnTo>
                  <a:lnTo>
                    <a:pt x="36130" y="110450"/>
                  </a:lnTo>
                  <a:lnTo>
                    <a:pt x="37770" y="110171"/>
                  </a:lnTo>
                  <a:lnTo>
                    <a:pt x="39729" y="111615"/>
                  </a:lnTo>
                  <a:lnTo>
                    <a:pt x="41780" y="113013"/>
                  </a:lnTo>
                  <a:lnTo>
                    <a:pt x="41005" y="113711"/>
                  </a:lnTo>
                  <a:lnTo>
                    <a:pt x="41689" y="114876"/>
                  </a:lnTo>
                  <a:lnTo>
                    <a:pt x="43055" y="119022"/>
                  </a:lnTo>
                  <a:lnTo>
                    <a:pt x="41051" y="119674"/>
                  </a:lnTo>
                  <a:lnTo>
                    <a:pt x="38773" y="118929"/>
                  </a:lnTo>
                  <a:lnTo>
                    <a:pt x="38499" y="119208"/>
                  </a:lnTo>
                  <a:lnTo>
                    <a:pt x="38363" y="119534"/>
                  </a:lnTo>
                  <a:lnTo>
                    <a:pt x="38226" y="119907"/>
                  </a:lnTo>
                  <a:lnTo>
                    <a:pt x="38271" y="120233"/>
                  </a:lnTo>
                  <a:lnTo>
                    <a:pt x="39000" y="120419"/>
                  </a:lnTo>
                  <a:lnTo>
                    <a:pt x="39502" y="120513"/>
                  </a:lnTo>
                  <a:lnTo>
                    <a:pt x="40322" y="121677"/>
                  </a:lnTo>
                  <a:lnTo>
                    <a:pt x="41187" y="122888"/>
                  </a:lnTo>
                  <a:lnTo>
                    <a:pt x="42691" y="123401"/>
                  </a:lnTo>
                  <a:lnTo>
                    <a:pt x="45652" y="127780"/>
                  </a:lnTo>
                  <a:lnTo>
                    <a:pt x="45516" y="127966"/>
                  </a:lnTo>
                  <a:lnTo>
                    <a:pt x="47156" y="129783"/>
                  </a:lnTo>
                  <a:lnTo>
                    <a:pt x="48705" y="128339"/>
                  </a:lnTo>
                  <a:lnTo>
                    <a:pt x="52031" y="125171"/>
                  </a:lnTo>
                  <a:lnTo>
                    <a:pt x="54264" y="123820"/>
                  </a:lnTo>
                  <a:lnTo>
                    <a:pt x="53489" y="121864"/>
                  </a:lnTo>
                  <a:lnTo>
                    <a:pt x="53216" y="121211"/>
                  </a:lnTo>
                  <a:lnTo>
                    <a:pt x="52532" y="119674"/>
                  </a:lnTo>
                  <a:lnTo>
                    <a:pt x="52213" y="118742"/>
                  </a:lnTo>
                  <a:lnTo>
                    <a:pt x="52077" y="117997"/>
                  </a:lnTo>
                  <a:lnTo>
                    <a:pt x="51985" y="117624"/>
                  </a:lnTo>
                  <a:lnTo>
                    <a:pt x="52031" y="116879"/>
                  </a:lnTo>
                  <a:lnTo>
                    <a:pt x="52168" y="115854"/>
                  </a:lnTo>
                  <a:lnTo>
                    <a:pt x="52259" y="115062"/>
                  </a:lnTo>
                  <a:lnTo>
                    <a:pt x="52396" y="114224"/>
                  </a:lnTo>
                  <a:lnTo>
                    <a:pt x="52487" y="112686"/>
                  </a:lnTo>
                  <a:lnTo>
                    <a:pt x="52487" y="109938"/>
                  </a:lnTo>
                  <a:lnTo>
                    <a:pt x="52441" y="108773"/>
                  </a:lnTo>
                  <a:lnTo>
                    <a:pt x="52122" y="107190"/>
                  </a:lnTo>
                  <a:lnTo>
                    <a:pt x="51621" y="105466"/>
                  </a:lnTo>
                  <a:lnTo>
                    <a:pt x="50846" y="103836"/>
                  </a:lnTo>
                  <a:lnTo>
                    <a:pt x="49343" y="100714"/>
                  </a:lnTo>
                  <a:lnTo>
                    <a:pt x="52031" y="99643"/>
                  </a:lnTo>
                  <a:lnTo>
                    <a:pt x="54537" y="98944"/>
                  </a:lnTo>
                  <a:lnTo>
                    <a:pt x="53899" y="90186"/>
                  </a:lnTo>
                  <a:lnTo>
                    <a:pt x="57453" y="91724"/>
                  </a:lnTo>
                  <a:lnTo>
                    <a:pt x="64925" y="91211"/>
                  </a:lnTo>
                  <a:lnTo>
                    <a:pt x="65062" y="85668"/>
                  </a:lnTo>
                  <a:lnTo>
                    <a:pt x="70529" y="84410"/>
                  </a:lnTo>
                  <a:lnTo>
                    <a:pt x="71076" y="77888"/>
                  </a:lnTo>
                  <a:lnTo>
                    <a:pt x="72352" y="78121"/>
                  </a:lnTo>
                  <a:lnTo>
                    <a:pt x="72716" y="77422"/>
                  </a:lnTo>
                  <a:lnTo>
                    <a:pt x="73035" y="77003"/>
                  </a:lnTo>
                  <a:lnTo>
                    <a:pt x="73445" y="76165"/>
                  </a:lnTo>
                  <a:lnTo>
                    <a:pt x="73536" y="75792"/>
                  </a:lnTo>
                  <a:lnTo>
                    <a:pt x="73764" y="75419"/>
                  </a:lnTo>
                  <a:lnTo>
                    <a:pt x="74447" y="75186"/>
                  </a:lnTo>
                  <a:lnTo>
                    <a:pt x="75268" y="75047"/>
                  </a:lnTo>
                  <a:lnTo>
                    <a:pt x="76498" y="74720"/>
                  </a:lnTo>
                  <a:lnTo>
                    <a:pt x="77136" y="74441"/>
                  </a:lnTo>
                  <a:lnTo>
                    <a:pt x="77865" y="73975"/>
                  </a:lnTo>
                  <a:lnTo>
                    <a:pt x="78502" y="73649"/>
                  </a:lnTo>
                  <a:lnTo>
                    <a:pt x="79368" y="73230"/>
                  </a:lnTo>
                  <a:lnTo>
                    <a:pt x="80370" y="72717"/>
                  </a:lnTo>
                  <a:lnTo>
                    <a:pt x="80917" y="72205"/>
                  </a:lnTo>
                  <a:lnTo>
                    <a:pt x="81646" y="71646"/>
                  </a:lnTo>
                  <a:lnTo>
                    <a:pt x="82375" y="71133"/>
                  </a:lnTo>
                  <a:lnTo>
                    <a:pt x="82649" y="70901"/>
                  </a:lnTo>
                  <a:lnTo>
                    <a:pt x="82967" y="70761"/>
                  </a:lnTo>
                  <a:lnTo>
                    <a:pt x="83378" y="70435"/>
                  </a:lnTo>
                  <a:lnTo>
                    <a:pt x="83742" y="70248"/>
                  </a:lnTo>
                  <a:lnTo>
                    <a:pt x="84562" y="70062"/>
                  </a:lnTo>
                  <a:lnTo>
                    <a:pt x="85109" y="69922"/>
                  </a:lnTo>
                  <a:lnTo>
                    <a:pt x="85382" y="69876"/>
                  </a:lnTo>
                  <a:lnTo>
                    <a:pt x="85656" y="69829"/>
                  </a:lnTo>
                  <a:lnTo>
                    <a:pt x="85929" y="69643"/>
                  </a:lnTo>
                  <a:lnTo>
                    <a:pt x="86202" y="69456"/>
                  </a:lnTo>
                  <a:lnTo>
                    <a:pt x="86749" y="69317"/>
                  </a:lnTo>
                  <a:lnTo>
                    <a:pt x="87296" y="69270"/>
                  </a:lnTo>
                  <a:lnTo>
                    <a:pt x="87751" y="69130"/>
                  </a:lnTo>
                  <a:lnTo>
                    <a:pt x="88162" y="68851"/>
                  </a:lnTo>
                  <a:lnTo>
                    <a:pt x="88480" y="68525"/>
                  </a:lnTo>
                  <a:lnTo>
                    <a:pt x="89118" y="67919"/>
                  </a:lnTo>
                  <a:lnTo>
                    <a:pt x="89893" y="66941"/>
                  </a:lnTo>
                  <a:lnTo>
                    <a:pt x="90485" y="66428"/>
                  </a:lnTo>
                  <a:lnTo>
                    <a:pt x="91715" y="65404"/>
                  </a:lnTo>
                  <a:lnTo>
                    <a:pt x="92900" y="64425"/>
                  </a:lnTo>
                  <a:lnTo>
                    <a:pt x="93675" y="63680"/>
                  </a:lnTo>
                  <a:lnTo>
                    <a:pt x="94085" y="63354"/>
                  </a:lnTo>
                  <a:lnTo>
                    <a:pt x="95041" y="63028"/>
                  </a:lnTo>
                  <a:lnTo>
                    <a:pt x="95770" y="62748"/>
                  </a:lnTo>
                  <a:lnTo>
                    <a:pt x="96272" y="62609"/>
                  </a:lnTo>
                  <a:lnTo>
                    <a:pt x="96682" y="62515"/>
                  </a:lnTo>
                  <a:lnTo>
                    <a:pt x="97137" y="62422"/>
                  </a:lnTo>
                  <a:lnTo>
                    <a:pt x="97547" y="62469"/>
                  </a:lnTo>
                  <a:lnTo>
                    <a:pt x="98231" y="62376"/>
                  </a:lnTo>
                  <a:lnTo>
                    <a:pt x="98595" y="62282"/>
                  </a:lnTo>
                  <a:lnTo>
                    <a:pt x="99506" y="62282"/>
                  </a:lnTo>
                  <a:lnTo>
                    <a:pt x="99871" y="62050"/>
                  </a:lnTo>
                  <a:lnTo>
                    <a:pt x="100372" y="61817"/>
                  </a:lnTo>
                  <a:lnTo>
                    <a:pt x="100782" y="61491"/>
                  </a:lnTo>
                  <a:lnTo>
                    <a:pt x="101147" y="61025"/>
                  </a:lnTo>
                  <a:lnTo>
                    <a:pt x="101693" y="60466"/>
                  </a:lnTo>
                  <a:lnTo>
                    <a:pt x="102058" y="60233"/>
                  </a:lnTo>
                  <a:lnTo>
                    <a:pt x="102559" y="59814"/>
                  </a:lnTo>
                  <a:lnTo>
                    <a:pt x="103060" y="59487"/>
                  </a:lnTo>
                  <a:lnTo>
                    <a:pt x="103288" y="59208"/>
                  </a:lnTo>
                  <a:lnTo>
                    <a:pt x="103561" y="59068"/>
                  </a:lnTo>
                  <a:lnTo>
                    <a:pt x="103926" y="58789"/>
                  </a:lnTo>
                  <a:lnTo>
                    <a:pt x="104382" y="58509"/>
                  </a:lnTo>
                  <a:lnTo>
                    <a:pt x="104883" y="58183"/>
                  </a:lnTo>
                  <a:lnTo>
                    <a:pt x="105293" y="57950"/>
                  </a:lnTo>
                  <a:lnTo>
                    <a:pt x="105612" y="57717"/>
                  </a:lnTo>
                  <a:lnTo>
                    <a:pt x="106158" y="57345"/>
                  </a:lnTo>
                  <a:lnTo>
                    <a:pt x="106614" y="57205"/>
                  </a:lnTo>
                  <a:lnTo>
                    <a:pt x="106933" y="57158"/>
                  </a:lnTo>
                  <a:lnTo>
                    <a:pt x="107389" y="57158"/>
                  </a:lnTo>
                  <a:lnTo>
                    <a:pt x="107662" y="56972"/>
                  </a:lnTo>
                  <a:lnTo>
                    <a:pt x="107981" y="56459"/>
                  </a:lnTo>
                  <a:lnTo>
                    <a:pt x="108254" y="55947"/>
                  </a:lnTo>
                  <a:lnTo>
                    <a:pt x="108619" y="55528"/>
                  </a:lnTo>
                  <a:lnTo>
                    <a:pt x="108938" y="55202"/>
                  </a:lnTo>
                  <a:lnTo>
                    <a:pt x="109348" y="54643"/>
                  </a:lnTo>
                  <a:lnTo>
                    <a:pt x="109621" y="54130"/>
                  </a:lnTo>
                  <a:lnTo>
                    <a:pt x="109712" y="53804"/>
                  </a:lnTo>
                  <a:lnTo>
                    <a:pt x="109667" y="53385"/>
                  </a:lnTo>
                  <a:lnTo>
                    <a:pt x="109621" y="52919"/>
                  </a:lnTo>
                  <a:lnTo>
                    <a:pt x="109576" y="52407"/>
                  </a:lnTo>
                  <a:lnTo>
                    <a:pt x="109621" y="51894"/>
                  </a:lnTo>
                  <a:lnTo>
                    <a:pt x="109530" y="51195"/>
                  </a:lnTo>
                  <a:lnTo>
                    <a:pt x="109576" y="50590"/>
                  </a:lnTo>
                  <a:lnTo>
                    <a:pt x="109484" y="49984"/>
                  </a:lnTo>
                  <a:lnTo>
                    <a:pt x="109348" y="49192"/>
                  </a:lnTo>
                  <a:lnTo>
                    <a:pt x="109166" y="48726"/>
                  </a:lnTo>
                  <a:lnTo>
                    <a:pt x="109120" y="48214"/>
                  </a:lnTo>
                  <a:lnTo>
                    <a:pt x="109120" y="47469"/>
                  </a:lnTo>
                  <a:lnTo>
                    <a:pt x="109211" y="46490"/>
                  </a:lnTo>
                  <a:lnTo>
                    <a:pt x="109439" y="45652"/>
                  </a:lnTo>
                  <a:lnTo>
                    <a:pt x="109484" y="44394"/>
                  </a:lnTo>
                  <a:lnTo>
                    <a:pt x="109758" y="43835"/>
                  </a:lnTo>
                  <a:lnTo>
                    <a:pt x="110122" y="43323"/>
                  </a:lnTo>
                  <a:lnTo>
                    <a:pt x="110441" y="42251"/>
                  </a:lnTo>
                  <a:lnTo>
                    <a:pt x="110578" y="41459"/>
                  </a:lnTo>
                  <a:lnTo>
                    <a:pt x="110669" y="40854"/>
                  </a:lnTo>
                  <a:lnTo>
                    <a:pt x="111034" y="40202"/>
                  </a:lnTo>
                  <a:lnTo>
                    <a:pt x="111398" y="39643"/>
                  </a:lnTo>
                  <a:lnTo>
                    <a:pt x="111535" y="39456"/>
                  </a:lnTo>
                  <a:lnTo>
                    <a:pt x="111717" y="38990"/>
                  </a:lnTo>
                  <a:lnTo>
                    <a:pt x="111808" y="38338"/>
                  </a:lnTo>
                  <a:lnTo>
                    <a:pt x="111899" y="37733"/>
                  </a:lnTo>
                  <a:lnTo>
                    <a:pt x="112081" y="36987"/>
                  </a:lnTo>
                  <a:lnTo>
                    <a:pt x="112081" y="36382"/>
                  </a:lnTo>
                  <a:lnTo>
                    <a:pt x="112127" y="35962"/>
                  </a:lnTo>
                  <a:lnTo>
                    <a:pt x="112355" y="35171"/>
                  </a:lnTo>
                  <a:lnTo>
                    <a:pt x="112492" y="34518"/>
                  </a:lnTo>
                  <a:lnTo>
                    <a:pt x="112674" y="33820"/>
                  </a:lnTo>
                  <a:lnTo>
                    <a:pt x="112993" y="32981"/>
                  </a:lnTo>
                  <a:lnTo>
                    <a:pt x="113448" y="32096"/>
                  </a:lnTo>
                  <a:lnTo>
                    <a:pt x="113767" y="31397"/>
                  </a:lnTo>
                  <a:lnTo>
                    <a:pt x="113949" y="30885"/>
                  </a:lnTo>
                  <a:lnTo>
                    <a:pt x="114405" y="30279"/>
                  </a:lnTo>
                  <a:lnTo>
                    <a:pt x="114451" y="30139"/>
                  </a:lnTo>
                  <a:lnTo>
                    <a:pt x="114861" y="29254"/>
                  </a:lnTo>
                  <a:lnTo>
                    <a:pt x="115089" y="28509"/>
                  </a:lnTo>
                  <a:lnTo>
                    <a:pt x="115726" y="27577"/>
                  </a:lnTo>
                  <a:lnTo>
                    <a:pt x="116000" y="26972"/>
                  </a:lnTo>
                  <a:lnTo>
                    <a:pt x="116228" y="26273"/>
                  </a:lnTo>
                  <a:lnTo>
                    <a:pt x="116683" y="25434"/>
                  </a:lnTo>
                  <a:lnTo>
                    <a:pt x="117048" y="24643"/>
                  </a:lnTo>
                  <a:lnTo>
                    <a:pt x="117321" y="24130"/>
                  </a:lnTo>
                  <a:lnTo>
                    <a:pt x="117822" y="23618"/>
                  </a:lnTo>
                  <a:lnTo>
                    <a:pt x="118141" y="23571"/>
                  </a:lnTo>
                  <a:lnTo>
                    <a:pt x="118642" y="22826"/>
                  </a:lnTo>
                  <a:lnTo>
                    <a:pt x="118916" y="22313"/>
                  </a:lnTo>
                  <a:lnTo>
                    <a:pt x="119417" y="21661"/>
                  </a:lnTo>
                  <a:lnTo>
                    <a:pt x="119918" y="21288"/>
                  </a:lnTo>
                  <a:lnTo>
                    <a:pt x="120510" y="21102"/>
                  </a:lnTo>
                  <a:lnTo>
                    <a:pt x="121148" y="21056"/>
                  </a:lnTo>
                  <a:lnTo>
                    <a:pt x="121649" y="20916"/>
                  </a:lnTo>
                  <a:lnTo>
                    <a:pt x="122242" y="20543"/>
                  </a:lnTo>
                  <a:lnTo>
                    <a:pt x="122606" y="20357"/>
                  </a:lnTo>
                  <a:lnTo>
                    <a:pt x="122880" y="20264"/>
                  </a:lnTo>
                  <a:lnTo>
                    <a:pt x="123199" y="20170"/>
                  </a:lnTo>
                  <a:lnTo>
                    <a:pt x="123609" y="20077"/>
                  </a:lnTo>
                  <a:lnTo>
                    <a:pt x="124064" y="20031"/>
                  </a:lnTo>
                  <a:lnTo>
                    <a:pt x="124657" y="19984"/>
                  </a:lnTo>
                  <a:lnTo>
                    <a:pt x="125158" y="19984"/>
                  </a:lnTo>
                  <a:lnTo>
                    <a:pt x="125978" y="19658"/>
                  </a:lnTo>
                  <a:lnTo>
                    <a:pt x="126433" y="19239"/>
                  </a:lnTo>
                  <a:lnTo>
                    <a:pt x="126889" y="18819"/>
                  </a:lnTo>
                  <a:lnTo>
                    <a:pt x="127390" y="18167"/>
                  </a:lnTo>
                  <a:lnTo>
                    <a:pt x="127846" y="17608"/>
                  </a:lnTo>
                  <a:lnTo>
                    <a:pt x="128165" y="16770"/>
                  </a:lnTo>
                  <a:lnTo>
                    <a:pt x="128666" y="15559"/>
                  </a:lnTo>
                  <a:lnTo>
                    <a:pt x="129213" y="13788"/>
                  </a:lnTo>
                  <a:lnTo>
                    <a:pt x="129486" y="13229"/>
                  </a:lnTo>
                  <a:lnTo>
                    <a:pt x="130124" y="11739"/>
                  </a:lnTo>
                  <a:lnTo>
                    <a:pt x="130306" y="11087"/>
                  </a:lnTo>
                  <a:lnTo>
                    <a:pt x="130397" y="10388"/>
                  </a:lnTo>
                  <a:lnTo>
                    <a:pt x="130853" y="9689"/>
                  </a:lnTo>
                  <a:lnTo>
                    <a:pt x="131354" y="9083"/>
                  </a:lnTo>
                  <a:lnTo>
                    <a:pt x="131810" y="8291"/>
                  </a:lnTo>
                  <a:lnTo>
                    <a:pt x="132356" y="7220"/>
                  </a:lnTo>
                  <a:lnTo>
                    <a:pt x="132721" y="6428"/>
                  </a:lnTo>
                  <a:lnTo>
                    <a:pt x="133541" y="5403"/>
                  </a:lnTo>
                  <a:lnTo>
                    <a:pt x="134543" y="4658"/>
                  </a:lnTo>
                  <a:lnTo>
                    <a:pt x="135181" y="4052"/>
                  </a:lnTo>
                  <a:lnTo>
                    <a:pt x="136275" y="3540"/>
                  </a:lnTo>
                  <a:lnTo>
                    <a:pt x="137505" y="2701"/>
                  </a:lnTo>
                  <a:lnTo>
                    <a:pt x="138462" y="1956"/>
                  </a:lnTo>
                  <a:lnTo>
                    <a:pt x="139555" y="1071"/>
                  </a:lnTo>
                  <a:lnTo>
                    <a:pt x="140011" y="512"/>
                  </a:lnTo>
                  <a:lnTo>
                    <a:pt x="140603" y="326"/>
                  </a:lnTo>
                  <a:lnTo>
                    <a:pt x="141287" y="46"/>
                  </a:lnTo>
                  <a:lnTo>
                    <a:pt x="143109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390255" y="3782391"/>
              <a:ext cx="105429" cy="109845"/>
            </a:xfrm>
            <a:custGeom>
              <a:avLst/>
              <a:pathLst>
                <a:path w="105429" h="109845">
                  <a:moveTo>
                    <a:pt x="52851" y="46"/>
                  </a:moveTo>
                  <a:lnTo>
                    <a:pt x="54036" y="93"/>
                  </a:lnTo>
                  <a:lnTo>
                    <a:pt x="54309" y="139"/>
                  </a:lnTo>
                  <a:lnTo>
                    <a:pt x="54719" y="232"/>
                  </a:lnTo>
                  <a:lnTo>
                    <a:pt x="54901" y="279"/>
                  </a:lnTo>
                  <a:lnTo>
                    <a:pt x="56359" y="1118"/>
                  </a:lnTo>
                  <a:lnTo>
                    <a:pt x="57225" y="1583"/>
                  </a:lnTo>
                  <a:lnTo>
                    <a:pt x="57180" y="1863"/>
                  </a:lnTo>
                  <a:lnTo>
                    <a:pt x="57043" y="3540"/>
                  </a:lnTo>
                  <a:lnTo>
                    <a:pt x="56769" y="5962"/>
                  </a:lnTo>
                  <a:lnTo>
                    <a:pt x="56769" y="6149"/>
                  </a:lnTo>
                  <a:lnTo>
                    <a:pt x="56451" y="9130"/>
                  </a:lnTo>
                  <a:lnTo>
                    <a:pt x="56451" y="9270"/>
                  </a:lnTo>
                  <a:lnTo>
                    <a:pt x="56268" y="11040"/>
                  </a:lnTo>
                  <a:lnTo>
                    <a:pt x="56223" y="11319"/>
                  </a:lnTo>
                  <a:lnTo>
                    <a:pt x="55904" y="14580"/>
                  </a:lnTo>
                  <a:lnTo>
                    <a:pt x="55858" y="14767"/>
                  </a:lnTo>
                  <a:lnTo>
                    <a:pt x="57544" y="14906"/>
                  </a:lnTo>
                  <a:lnTo>
                    <a:pt x="60095" y="15186"/>
                  </a:lnTo>
                  <a:lnTo>
                    <a:pt x="60369" y="15186"/>
                  </a:lnTo>
                  <a:lnTo>
                    <a:pt x="60506" y="15186"/>
                  </a:lnTo>
                  <a:lnTo>
                    <a:pt x="60733" y="15233"/>
                  </a:lnTo>
                  <a:lnTo>
                    <a:pt x="63148" y="15279"/>
                  </a:lnTo>
                  <a:lnTo>
                    <a:pt x="72443" y="15931"/>
                  </a:lnTo>
                  <a:lnTo>
                    <a:pt x="74311" y="16118"/>
                  </a:lnTo>
                  <a:lnTo>
                    <a:pt x="83469" y="17049"/>
                  </a:lnTo>
                  <a:lnTo>
                    <a:pt x="88116" y="17562"/>
                  </a:lnTo>
                  <a:lnTo>
                    <a:pt x="90212" y="17608"/>
                  </a:lnTo>
                  <a:lnTo>
                    <a:pt x="95269" y="17375"/>
                  </a:lnTo>
                  <a:lnTo>
                    <a:pt x="100008" y="17189"/>
                  </a:lnTo>
                  <a:lnTo>
                    <a:pt x="100691" y="17189"/>
                  </a:lnTo>
                  <a:lnTo>
                    <a:pt x="102741" y="17003"/>
                  </a:lnTo>
                  <a:lnTo>
                    <a:pt x="104336" y="16770"/>
                  </a:lnTo>
                  <a:lnTo>
                    <a:pt x="104609" y="16723"/>
                  </a:lnTo>
                  <a:lnTo>
                    <a:pt x="105429" y="16630"/>
                  </a:lnTo>
                  <a:lnTo>
                    <a:pt x="103379" y="25248"/>
                  </a:lnTo>
                  <a:lnTo>
                    <a:pt x="101967" y="31257"/>
                  </a:lnTo>
                  <a:lnTo>
                    <a:pt x="101010" y="35310"/>
                  </a:lnTo>
                  <a:lnTo>
                    <a:pt x="100919" y="35636"/>
                  </a:lnTo>
                  <a:lnTo>
                    <a:pt x="100463" y="37686"/>
                  </a:lnTo>
                  <a:lnTo>
                    <a:pt x="99461" y="41879"/>
                  </a:lnTo>
                  <a:lnTo>
                    <a:pt x="98458" y="46118"/>
                  </a:lnTo>
                  <a:lnTo>
                    <a:pt x="98367" y="46490"/>
                  </a:lnTo>
                  <a:lnTo>
                    <a:pt x="97912" y="48587"/>
                  </a:lnTo>
                  <a:lnTo>
                    <a:pt x="97775" y="49146"/>
                  </a:lnTo>
                  <a:lnTo>
                    <a:pt x="97730" y="49984"/>
                  </a:lnTo>
                  <a:lnTo>
                    <a:pt x="97730" y="50776"/>
                  </a:lnTo>
                  <a:lnTo>
                    <a:pt x="98003" y="51568"/>
                  </a:lnTo>
                  <a:lnTo>
                    <a:pt x="98094" y="51754"/>
                  </a:lnTo>
                  <a:lnTo>
                    <a:pt x="99005" y="54130"/>
                  </a:lnTo>
                  <a:lnTo>
                    <a:pt x="99962" y="56739"/>
                  </a:lnTo>
                  <a:lnTo>
                    <a:pt x="101056" y="58882"/>
                  </a:lnTo>
                  <a:lnTo>
                    <a:pt x="101876" y="59814"/>
                  </a:lnTo>
                  <a:lnTo>
                    <a:pt x="102240" y="60233"/>
                  </a:lnTo>
                  <a:lnTo>
                    <a:pt x="102878" y="60699"/>
                  </a:lnTo>
                  <a:lnTo>
                    <a:pt x="103288" y="60978"/>
                  </a:lnTo>
                  <a:lnTo>
                    <a:pt x="102559" y="61258"/>
                  </a:lnTo>
                  <a:lnTo>
                    <a:pt x="102286" y="61258"/>
                  </a:lnTo>
                  <a:lnTo>
                    <a:pt x="100144" y="61211"/>
                  </a:lnTo>
                  <a:lnTo>
                    <a:pt x="97502" y="61118"/>
                  </a:lnTo>
                  <a:lnTo>
                    <a:pt x="97183" y="61118"/>
                  </a:lnTo>
                  <a:lnTo>
                    <a:pt x="95406" y="61025"/>
                  </a:lnTo>
                  <a:lnTo>
                    <a:pt x="95178" y="61071"/>
                  </a:lnTo>
                  <a:lnTo>
                    <a:pt x="94722" y="61025"/>
                  </a:lnTo>
                  <a:lnTo>
                    <a:pt x="92946" y="61211"/>
                  </a:lnTo>
                  <a:lnTo>
                    <a:pt x="91123" y="61444"/>
                  </a:lnTo>
                  <a:lnTo>
                    <a:pt x="90030" y="61770"/>
                  </a:lnTo>
                  <a:lnTo>
                    <a:pt x="89437" y="62003"/>
                  </a:lnTo>
                  <a:lnTo>
                    <a:pt x="89027" y="62376"/>
                  </a:lnTo>
                  <a:lnTo>
                    <a:pt x="88663" y="62888"/>
                  </a:lnTo>
                  <a:lnTo>
                    <a:pt x="88389" y="63494"/>
                  </a:lnTo>
                  <a:lnTo>
                    <a:pt x="88253" y="63960"/>
                  </a:lnTo>
                  <a:lnTo>
                    <a:pt x="88070" y="65124"/>
                  </a:lnTo>
                  <a:lnTo>
                    <a:pt x="88116" y="65543"/>
                  </a:lnTo>
                  <a:lnTo>
                    <a:pt x="88298" y="66196"/>
                  </a:lnTo>
                  <a:lnTo>
                    <a:pt x="88891" y="67034"/>
                  </a:lnTo>
                  <a:lnTo>
                    <a:pt x="88207" y="67733"/>
                  </a:lnTo>
                  <a:lnTo>
                    <a:pt x="88891" y="69317"/>
                  </a:lnTo>
                  <a:lnTo>
                    <a:pt x="88982" y="69503"/>
                  </a:lnTo>
                  <a:lnTo>
                    <a:pt x="89118" y="69689"/>
                  </a:lnTo>
                  <a:lnTo>
                    <a:pt x="93811" y="75699"/>
                  </a:lnTo>
                  <a:lnTo>
                    <a:pt x="105065" y="90512"/>
                  </a:lnTo>
                  <a:lnTo>
                    <a:pt x="103151" y="92003"/>
                  </a:lnTo>
                  <a:lnTo>
                    <a:pt x="94586" y="98898"/>
                  </a:lnTo>
                  <a:lnTo>
                    <a:pt x="93766" y="99037"/>
                  </a:lnTo>
                  <a:lnTo>
                    <a:pt x="92080" y="98991"/>
                  </a:lnTo>
                  <a:lnTo>
                    <a:pt x="89665" y="98944"/>
                  </a:lnTo>
                  <a:lnTo>
                    <a:pt x="89483" y="98944"/>
                  </a:lnTo>
                  <a:lnTo>
                    <a:pt x="89164" y="98944"/>
                  </a:lnTo>
                  <a:lnTo>
                    <a:pt x="88982" y="98944"/>
                  </a:lnTo>
                  <a:lnTo>
                    <a:pt x="88389" y="98898"/>
                  </a:lnTo>
                  <a:lnTo>
                    <a:pt x="88207" y="98898"/>
                  </a:lnTo>
                  <a:lnTo>
                    <a:pt x="87068" y="98898"/>
                  </a:lnTo>
                  <a:lnTo>
                    <a:pt x="86066" y="98851"/>
                  </a:lnTo>
                  <a:lnTo>
                    <a:pt x="83788" y="98804"/>
                  </a:lnTo>
                  <a:lnTo>
                    <a:pt x="82056" y="98804"/>
                  </a:lnTo>
                  <a:lnTo>
                    <a:pt x="81510" y="98804"/>
                  </a:lnTo>
                  <a:lnTo>
                    <a:pt x="81282" y="98758"/>
                  </a:lnTo>
                  <a:lnTo>
                    <a:pt x="79915" y="98758"/>
                  </a:lnTo>
                  <a:lnTo>
                    <a:pt x="79550" y="97826"/>
                  </a:lnTo>
                  <a:lnTo>
                    <a:pt x="79277" y="97314"/>
                  </a:lnTo>
                  <a:lnTo>
                    <a:pt x="77910" y="98339"/>
                  </a:lnTo>
                  <a:lnTo>
                    <a:pt x="77591" y="98478"/>
                  </a:lnTo>
                  <a:lnTo>
                    <a:pt x="77090" y="98525"/>
                  </a:lnTo>
                  <a:lnTo>
                    <a:pt x="76543" y="95357"/>
                  </a:lnTo>
                  <a:lnTo>
                    <a:pt x="76042" y="95637"/>
                  </a:lnTo>
                  <a:lnTo>
                    <a:pt x="75723" y="95730"/>
                  </a:lnTo>
                  <a:lnTo>
                    <a:pt x="74174" y="96242"/>
                  </a:lnTo>
                  <a:lnTo>
                    <a:pt x="70165" y="97174"/>
                  </a:lnTo>
                  <a:lnTo>
                    <a:pt x="69436" y="97314"/>
                  </a:lnTo>
                  <a:lnTo>
                    <a:pt x="68251" y="97640"/>
                  </a:lnTo>
                  <a:lnTo>
                    <a:pt x="66656" y="98106"/>
                  </a:lnTo>
                  <a:lnTo>
                    <a:pt x="66110" y="98339"/>
                  </a:lnTo>
                  <a:lnTo>
                    <a:pt x="64697" y="99037"/>
                  </a:lnTo>
                  <a:lnTo>
                    <a:pt x="63786" y="99550"/>
                  </a:lnTo>
                  <a:lnTo>
                    <a:pt x="63513" y="99690"/>
                  </a:lnTo>
                  <a:lnTo>
                    <a:pt x="62282" y="100481"/>
                  </a:lnTo>
                  <a:lnTo>
                    <a:pt x="62100" y="100621"/>
                  </a:lnTo>
                  <a:lnTo>
                    <a:pt x="61462" y="100994"/>
                  </a:lnTo>
                  <a:lnTo>
                    <a:pt x="60824" y="101413"/>
                  </a:lnTo>
                  <a:lnTo>
                    <a:pt x="60506" y="101599"/>
                  </a:lnTo>
                  <a:lnTo>
                    <a:pt x="59913" y="101972"/>
                  </a:lnTo>
                  <a:lnTo>
                    <a:pt x="59503" y="102298"/>
                  </a:lnTo>
                  <a:lnTo>
                    <a:pt x="58546" y="102904"/>
                  </a:lnTo>
                  <a:lnTo>
                    <a:pt x="58227" y="103137"/>
                  </a:lnTo>
                  <a:lnTo>
                    <a:pt x="56724" y="104162"/>
                  </a:lnTo>
                  <a:lnTo>
                    <a:pt x="55311" y="104954"/>
                  </a:lnTo>
                  <a:lnTo>
                    <a:pt x="53671" y="105699"/>
                  </a:lnTo>
                  <a:lnTo>
                    <a:pt x="51256" y="106631"/>
                  </a:lnTo>
                  <a:lnTo>
                    <a:pt x="50209" y="106770"/>
                  </a:lnTo>
                  <a:lnTo>
                    <a:pt x="50072" y="106817"/>
                  </a:lnTo>
                  <a:lnTo>
                    <a:pt x="49024" y="106957"/>
                  </a:lnTo>
                  <a:lnTo>
                    <a:pt x="47475" y="107190"/>
                  </a:lnTo>
                  <a:lnTo>
                    <a:pt x="47019" y="107236"/>
                  </a:lnTo>
                  <a:lnTo>
                    <a:pt x="43784" y="107702"/>
                  </a:lnTo>
                  <a:lnTo>
                    <a:pt x="43465" y="107749"/>
                  </a:lnTo>
                  <a:lnTo>
                    <a:pt x="37178" y="108587"/>
                  </a:lnTo>
                  <a:lnTo>
                    <a:pt x="35720" y="108820"/>
                  </a:lnTo>
                  <a:lnTo>
                    <a:pt x="35401" y="108867"/>
                  </a:lnTo>
                  <a:lnTo>
                    <a:pt x="30936" y="109472"/>
                  </a:lnTo>
                  <a:lnTo>
                    <a:pt x="28339" y="109845"/>
                  </a:lnTo>
                  <a:lnTo>
                    <a:pt x="28339" y="109612"/>
                  </a:lnTo>
                  <a:lnTo>
                    <a:pt x="28339" y="109379"/>
                  </a:lnTo>
                  <a:lnTo>
                    <a:pt x="28248" y="107702"/>
                  </a:lnTo>
                  <a:lnTo>
                    <a:pt x="28202" y="107283"/>
                  </a:lnTo>
                  <a:lnTo>
                    <a:pt x="28157" y="107003"/>
                  </a:lnTo>
                  <a:lnTo>
                    <a:pt x="28111" y="106677"/>
                  </a:lnTo>
                  <a:lnTo>
                    <a:pt x="28020" y="106351"/>
                  </a:lnTo>
                  <a:lnTo>
                    <a:pt x="27883" y="105652"/>
                  </a:lnTo>
                  <a:lnTo>
                    <a:pt x="27610" y="104488"/>
                  </a:lnTo>
                  <a:lnTo>
                    <a:pt x="27564" y="104301"/>
                  </a:lnTo>
                  <a:lnTo>
                    <a:pt x="27382" y="103742"/>
                  </a:lnTo>
                  <a:lnTo>
                    <a:pt x="27154" y="103183"/>
                  </a:lnTo>
                  <a:lnTo>
                    <a:pt x="26744" y="102112"/>
                  </a:lnTo>
                  <a:lnTo>
                    <a:pt x="26562" y="101832"/>
                  </a:lnTo>
                  <a:lnTo>
                    <a:pt x="25879" y="100668"/>
                  </a:lnTo>
                  <a:lnTo>
                    <a:pt x="25150" y="99317"/>
                  </a:lnTo>
                  <a:lnTo>
                    <a:pt x="24740" y="98804"/>
                  </a:lnTo>
                  <a:lnTo>
                    <a:pt x="23737" y="97640"/>
                  </a:lnTo>
                  <a:lnTo>
                    <a:pt x="23464" y="97221"/>
                  </a:lnTo>
                  <a:lnTo>
                    <a:pt x="23099" y="96941"/>
                  </a:lnTo>
                  <a:lnTo>
                    <a:pt x="21277" y="95497"/>
                  </a:lnTo>
                  <a:lnTo>
                    <a:pt x="19773" y="94565"/>
                  </a:lnTo>
                  <a:lnTo>
                    <a:pt x="18953" y="94193"/>
                  </a:lnTo>
                  <a:lnTo>
                    <a:pt x="17267" y="93494"/>
                  </a:lnTo>
                  <a:lnTo>
                    <a:pt x="16766" y="93261"/>
                  </a:lnTo>
                  <a:lnTo>
                    <a:pt x="16311" y="93168"/>
                  </a:lnTo>
                  <a:lnTo>
                    <a:pt x="15080" y="92842"/>
                  </a:lnTo>
                  <a:lnTo>
                    <a:pt x="14670" y="92748"/>
                  </a:lnTo>
                  <a:lnTo>
                    <a:pt x="13395" y="92422"/>
                  </a:lnTo>
                  <a:lnTo>
                    <a:pt x="12438" y="92143"/>
                  </a:lnTo>
                  <a:lnTo>
                    <a:pt x="12164" y="92050"/>
                  </a:lnTo>
                  <a:lnTo>
                    <a:pt x="8292" y="90978"/>
                  </a:lnTo>
                  <a:lnTo>
                    <a:pt x="7927" y="90839"/>
                  </a:lnTo>
                  <a:lnTo>
                    <a:pt x="6424" y="90186"/>
                  </a:lnTo>
                  <a:lnTo>
                    <a:pt x="6287" y="90093"/>
                  </a:lnTo>
                  <a:lnTo>
                    <a:pt x="5558" y="89674"/>
                  </a:lnTo>
                  <a:lnTo>
                    <a:pt x="5194" y="89488"/>
                  </a:lnTo>
                  <a:lnTo>
                    <a:pt x="4054" y="88649"/>
                  </a:lnTo>
                  <a:lnTo>
                    <a:pt x="3371" y="87904"/>
                  </a:lnTo>
                  <a:lnTo>
                    <a:pt x="3189" y="87764"/>
                  </a:lnTo>
                  <a:lnTo>
                    <a:pt x="2186" y="86693"/>
                  </a:lnTo>
                  <a:lnTo>
                    <a:pt x="1412" y="85575"/>
                  </a:lnTo>
                  <a:lnTo>
                    <a:pt x="501" y="83618"/>
                  </a:lnTo>
                  <a:lnTo>
                    <a:pt x="45" y="82500"/>
                  </a:lnTo>
                  <a:lnTo>
                    <a:pt x="0" y="82360"/>
                  </a:lnTo>
                  <a:lnTo>
                    <a:pt x="136" y="82127"/>
                  </a:lnTo>
                  <a:lnTo>
                    <a:pt x="410" y="81429"/>
                  </a:lnTo>
                  <a:lnTo>
                    <a:pt x="501" y="81242"/>
                  </a:lnTo>
                  <a:lnTo>
                    <a:pt x="683" y="80031"/>
                  </a:lnTo>
                  <a:lnTo>
                    <a:pt x="911" y="78727"/>
                  </a:lnTo>
                  <a:lnTo>
                    <a:pt x="1139" y="77376"/>
                  </a:lnTo>
                  <a:lnTo>
                    <a:pt x="1230" y="76956"/>
                  </a:lnTo>
                  <a:lnTo>
                    <a:pt x="1457" y="76351"/>
                  </a:lnTo>
                  <a:lnTo>
                    <a:pt x="1594" y="76118"/>
                  </a:lnTo>
                  <a:lnTo>
                    <a:pt x="2141" y="75373"/>
                  </a:lnTo>
                  <a:lnTo>
                    <a:pt x="3234" y="73556"/>
                  </a:lnTo>
                  <a:lnTo>
                    <a:pt x="3553" y="73183"/>
                  </a:lnTo>
                  <a:lnTo>
                    <a:pt x="3827" y="72810"/>
                  </a:lnTo>
                  <a:lnTo>
                    <a:pt x="4100" y="72624"/>
                  </a:lnTo>
                  <a:lnTo>
                    <a:pt x="6743" y="70388"/>
                  </a:lnTo>
                  <a:lnTo>
                    <a:pt x="9567" y="68432"/>
                  </a:lnTo>
                  <a:lnTo>
                    <a:pt x="11299" y="67220"/>
                  </a:lnTo>
                  <a:lnTo>
                    <a:pt x="14033" y="65590"/>
                  </a:lnTo>
                  <a:lnTo>
                    <a:pt x="18179" y="63168"/>
                  </a:lnTo>
                  <a:lnTo>
                    <a:pt x="21277" y="61351"/>
                  </a:lnTo>
                  <a:lnTo>
                    <a:pt x="21550" y="61211"/>
                  </a:lnTo>
                  <a:lnTo>
                    <a:pt x="21687" y="61118"/>
                  </a:lnTo>
                  <a:lnTo>
                    <a:pt x="22279" y="60745"/>
                  </a:lnTo>
                  <a:lnTo>
                    <a:pt x="22689" y="60512"/>
                  </a:lnTo>
                  <a:lnTo>
                    <a:pt x="23327" y="60140"/>
                  </a:lnTo>
                  <a:lnTo>
                    <a:pt x="27018" y="57997"/>
                  </a:lnTo>
                  <a:lnTo>
                    <a:pt x="27929" y="57484"/>
                  </a:lnTo>
                  <a:lnTo>
                    <a:pt x="28749" y="56972"/>
                  </a:lnTo>
                  <a:lnTo>
                    <a:pt x="29751" y="56413"/>
                  </a:lnTo>
                  <a:lnTo>
                    <a:pt x="31209" y="55528"/>
                  </a:lnTo>
                  <a:lnTo>
                    <a:pt x="32622" y="54736"/>
                  </a:lnTo>
                  <a:lnTo>
                    <a:pt x="33806" y="54037"/>
                  </a:lnTo>
                  <a:lnTo>
                    <a:pt x="34216" y="53804"/>
                  </a:lnTo>
                  <a:lnTo>
                    <a:pt x="45106" y="47422"/>
                  </a:lnTo>
                  <a:lnTo>
                    <a:pt x="48158" y="45699"/>
                  </a:lnTo>
                  <a:lnTo>
                    <a:pt x="54810" y="41785"/>
                  </a:lnTo>
                  <a:lnTo>
                    <a:pt x="57225" y="40388"/>
                  </a:lnTo>
                  <a:lnTo>
                    <a:pt x="57590" y="40155"/>
                  </a:lnTo>
                  <a:lnTo>
                    <a:pt x="64059" y="36382"/>
                  </a:lnTo>
                  <a:lnTo>
                    <a:pt x="59959" y="31025"/>
                  </a:lnTo>
                  <a:lnTo>
                    <a:pt x="57362" y="27670"/>
                  </a:lnTo>
                  <a:lnTo>
                    <a:pt x="54309" y="23618"/>
                  </a:lnTo>
                  <a:lnTo>
                    <a:pt x="51667" y="20170"/>
                  </a:lnTo>
                  <a:lnTo>
                    <a:pt x="49799" y="17701"/>
                  </a:lnTo>
                  <a:lnTo>
                    <a:pt x="49297" y="17003"/>
                  </a:lnTo>
                  <a:lnTo>
                    <a:pt x="47703" y="14254"/>
                  </a:lnTo>
                  <a:lnTo>
                    <a:pt x="47520" y="13928"/>
                  </a:lnTo>
                  <a:lnTo>
                    <a:pt x="46837" y="13788"/>
                  </a:lnTo>
                  <a:lnTo>
                    <a:pt x="45971" y="13649"/>
                  </a:lnTo>
                  <a:lnTo>
                    <a:pt x="44604" y="13369"/>
                  </a:lnTo>
                  <a:lnTo>
                    <a:pt x="43511" y="13229"/>
                  </a:lnTo>
                  <a:lnTo>
                    <a:pt x="42418" y="13090"/>
                  </a:lnTo>
                  <a:lnTo>
                    <a:pt x="41324" y="12903"/>
                  </a:lnTo>
                  <a:lnTo>
                    <a:pt x="39046" y="12298"/>
                  </a:lnTo>
                  <a:lnTo>
                    <a:pt x="36130" y="11133"/>
                  </a:lnTo>
                  <a:lnTo>
                    <a:pt x="35037" y="10714"/>
                  </a:lnTo>
                  <a:lnTo>
                    <a:pt x="34080" y="10341"/>
                  </a:lnTo>
                  <a:lnTo>
                    <a:pt x="32622" y="9689"/>
                  </a:lnTo>
                  <a:lnTo>
                    <a:pt x="33032" y="8385"/>
                  </a:lnTo>
                  <a:lnTo>
                    <a:pt x="34034" y="4984"/>
                  </a:lnTo>
                  <a:lnTo>
                    <a:pt x="37497" y="5962"/>
                  </a:lnTo>
                  <a:lnTo>
                    <a:pt x="38909" y="6288"/>
                  </a:lnTo>
                  <a:lnTo>
                    <a:pt x="39137" y="5496"/>
                  </a:lnTo>
                  <a:lnTo>
                    <a:pt x="39456" y="5543"/>
                  </a:lnTo>
                  <a:lnTo>
                    <a:pt x="40139" y="5683"/>
                  </a:lnTo>
                  <a:lnTo>
                    <a:pt x="41461" y="5776"/>
                  </a:lnTo>
                  <a:lnTo>
                    <a:pt x="42053" y="5776"/>
                  </a:lnTo>
                  <a:lnTo>
                    <a:pt x="44012" y="5310"/>
                  </a:lnTo>
                  <a:lnTo>
                    <a:pt x="47156" y="4565"/>
                  </a:lnTo>
                  <a:lnTo>
                    <a:pt x="47384" y="2468"/>
                  </a:lnTo>
                  <a:lnTo>
                    <a:pt x="47657" y="512"/>
                  </a:lnTo>
                  <a:lnTo>
                    <a:pt x="47748" y="326"/>
                  </a:lnTo>
                  <a:lnTo>
                    <a:pt x="48022" y="372"/>
                  </a:lnTo>
                  <a:lnTo>
                    <a:pt x="48568" y="326"/>
                  </a:lnTo>
                  <a:lnTo>
                    <a:pt x="50072" y="186"/>
                  </a:lnTo>
                  <a:lnTo>
                    <a:pt x="51393" y="46"/>
                  </a:lnTo>
                  <a:lnTo>
                    <a:pt x="51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1851578" y="3206006"/>
              <a:ext cx="387821" cy="476089"/>
            </a:xfrm>
            <a:custGeom>
              <a:avLst/>
              <a:pathLst>
                <a:path w="387821" h="476089">
                  <a:moveTo>
                    <a:pt x="203023" y="559"/>
                  </a:moveTo>
                  <a:lnTo>
                    <a:pt x="203023" y="745"/>
                  </a:lnTo>
                  <a:lnTo>
                    <a:pt x="203159" y="2655"/>
                  </a:lnTo>
                  <a:lnTo>
                    <a:pt x="203615" y="10993"/>
                  </a:lnTo>
                  <a:lnTo>
                    <a:pt x="203752" y="13975"/>
                  </a:lnTo>
                  <a:lnTo>
                    <a:pt x="203752" y="14487"/>
                  </a:lnTo>
                  <a:lnTo>
                    <a:pt x="203888" y="16630"/>
                  </a:lnTo>
                  <a:lnTo>
                    <a:pt x="203888" y="17096"/>
                  </a:lnTo>
                  <a:lnTo>
                    <a:pt x="203980" y="17981"/>
                  </a:lnTo>
                  <a:lnTo>
                    <a:pt x="203934" y="18167"/>
                  </a:lnTo>
                  <a:lnTo>
                    <a:pt x="203615" y="19285"/>
                  </a:lnTo>
                  <a:lnTo>
                    <a:pt x="203068" y="20962"/>
                  </a:lnTo>
                  <a:lnTo>
                    <a:pt x="202613" y="22500"/>
                  </a:lnTo>
                  <a:lnTo>
                    <a:pt x="201519" y="26133"/>
                  </a:lnTo>
                  <a:lnTo>
                    <a:pt x="201291" y="26785"/>
                  </a:lnTo>
                  <a:lnTo>
                    <a:pt x="201246" y="27018"/>
                  </a:lnTo>
                  <a:lnTo>
                    <a:pt x="200471" y="29487"/>
                  </a:lnTo>
                  <a:lnTo>
                    <a:pt x="200152" y="30372"/>
                  </a:lnTo>
                  <a:lnTo>
                    <a:pt x="199879" y="31164"/>
                  </a:lnTo>
                  <a:lnTo>
                    <a:pt x="199241" y="33074"/>
                  </a:lnTo>
                  <a:lnTo>
                    <a:pt x="198786" y="34379"/>
                  </a:lnTo>
                  <a:lnTo>
                    <a:pt x="198148" y="36289"/>
                  </a:lnTo>
                  <a:lnTo>
                    <a:pt x="197783" y="37360"/>
                  </a:lnTo>
                  <a:lnTo>
                    <a:pt x="197009" y="39549"/>
                  </a:lnTo>
                  <a:lnTo>
                    <a:pt x="195277" y="44627"/>
                  </a:lnTo>
                  <a:lnTo>
                    <a:pt x="194594" y="46723"/>
                  </a:lnTo>
                  <a:lnTo>
                    <a:pt x="194047" y="48354"/>
                  </a:lnTo>
                  <a:lnTo>
                    <a:pt x="193728" y="49286"/>
                  </a:lnTo>
                  <a:lnTo>
                    <a:pt x="193637" y="49565"/>
                  </a:lnTo>
                  <a:lnTo>
                    <a:pt x="193728" y="51335"/>
                  </a:lnTo>
                  <a:lnTo>
                    <a:pt x="194548" y="57438"/>
                  </a:lnTo>
                  <a:lnTo>
                    <a:pt x="195049" y="61304"/>
                  </a:lnTo>
                  <a:lnTo>
                    <a:pt x="195505" y="64565"/>
                  </a:lnTo>
                  <a:lnTo>
                    <a:pt x="196507" y="71460"/>
                  </a:lnTo>
                  <a:lnTo>
                    <a:pt x="196826" y="73649"/>
                  </a:lnTo>
                  <a:lnTo>
                    <a:pt x="197510" y="78447"/>
                  </a:lnTo>
                  <a:lnTo>
                    <a:pt x="197646" y="79053"/>
                  </a:lnTo>
                  <a:lnTo>
                    <a:pt x="197692" y="79193"/>
                  </a:lnTo>
                  <a:lnTo>
                    <a:pt x="197783" y="79565"/>
                  </a:lnTo>
                  <a:lnTo>
                    <a:pt x="198011" y="80497"/>
                  </a:lnTo>
                  <a:lnTo>
                    <a:pt x="198512" y="84829"/>
                  </a:lnTo>
                  <a:lnTo>
                    <a:pt x="198558" y="85016"/>
                  </a:lnTo>
                  <a:lnTo>
                    <a:pt x="200061" y="95590"/>
                  </a:lnTo>
                  <a:lnTo>
                    <a:pt x="200380" y="97826"/>
                  </a:lnTo>
                  <a:lnTo>
                    <a:pt x="200836" y="101040"/>
                  </a:lnTo>
                  <a:lnTo>
                    <a:pt x="201474" y="105419"/>
                  </a:lnTo>
                  <a:lnTo>
                    <a:pt x="202567" y="113152"/>
                  </a:lnTo>
                  <a:lnTo>
                    <a:pt x="203159" y="117159"/>
                  </a:lnTo>
                  <a:lnTo>
                    <a:pt x="203433" y="118929"/>
                  </a:lnTo>
                  <a:lnTo>
                    <a:pt x="204344" y="124752"/>
                  </a:lnTo>
                  <a:lnTo>
                    <a:pt x="204663" y="126848"/>
                  </a:lnTo>
                  <a:lnTo>
                    <a:pt x="204982" y="129084"/>
                  </a:lnTo>
                  <a:lnTo>
                    <a:pt x="205027" y="129317"/>
                  </a:lnTo>
                  <a:lnTo>
                    <a:pt x="205255" y="131320"/>
                  </a:lnTo>
                  <a:lnTo>
                    <a:pt x="205210" y="132485"/>
                  </a:lnTo>
                  <a:lnTo>
                    <a:pt x="204663" y="133463"/>
                  </a:lnTo>
                  <a:lnTo>
                    <a:pt x="204162" y="134022"/>
                  </a:lnTo>
                  <a:lnTo>
                    <a:pt x="204162" y="134302"/>
                  </a:lnTo>
                  <a:lnTo>
                    <a:pt x="204162" y="134674"/>
                  </a:lnTo>
                  <a:lnTo>
                    <a:pt x="204298" y="135932"/>
                  </a:lnTo>
                  <a:lnTo>
                    <a:pt x="205438" y="135932"/>
                  </a:lnTo>
                  <a:lnTo>
                    <a:pt x="205164" y="138448"/>
                  </a:lnTo>
                  <a:lnTo>
                    <a:pt x="204891" y="141103"/>
                  </a:lnTo>
                  <a:lnTo>
                    <a:pt x="204754" y="142361"/>
                  </a:lnTo>
                  <a:lnTo>
                    <a:pt x="204071" y="146413"/>
                  </a:lnTo>
                  <a:lnTo>
                    <a:pt x="203980" y="146693"/>
                  </a:lnTo>
                  <a:lnTo>
                    <a:pt x="203615" y="147578"/>
                  </a:lnTo>
                  <a:lnTo>
                    <a:pt x="202294" y="150466"/>
                  </a:lnTo>
                  <a:lnTo>
                    <a:pt x="201246" y="152516"/>
                  </a:lnTo>
                  <a:lnTo>
                    <a:pt x="199697" y="155590"/>
                  </a:lnTo>
                  <a:lnTo>
                    <a:pt x="197783" y="158805"/>
                  </a:lnTo>
                  <a:lnTo>
                    <a:pt x="197555" y="159364"/>
                  </a:lnTo>
                  <a:lnTo>
                    <a:pt x="197328" y="159736"/>
                  </a:lnTo>
                  <a:lnTo>
                    <a:pt x="192771" y="165559"/>
                  </a:lnTo>
                  <a:lnTo>
                    <a:pt x="190858" y="167749"/>
                  </a:lnTo>
                  <a:lnTo>
                    <a:pt x="188716" y="169892"/>
                  </a:lnTo>
                  <a:lnTo>
                    <a:pt x="187623" y="170497"/>
                  </a:lnTo>
                  <a:lnTo>
                    <a:pt x="186666" y="171103"/>
                  </a:lnTo>
                  <a:lnTo>
                    <a:pt x="185163" y="171988"/>
                  </a:lnTo>
                  <a:lnTo>
                    <a:pt x="185481" y="172594"/>
                  </a:lnTo>
                  <a:lnTo>
                    <a:pt x="185618" y="172780"/>
                  </a:lnTo>
                  <a:lnTo>
                    <a:pt x="185800" y="173153"/>
                  </a:lnTo>
                  <a:lnTo>
                    <a:pt x="186575" y="173898"/>
                  </a:lnTo>
                  <a:lnTo>
                    <a:pt x="186939" y="174224"/>
                  </a:lnTo>
                  <a:lnTo>
                    <a:pt x="187213" y="174504"/>
                  </a:lnTo>
                  <a:lnTo>
                    <a:pt x="188990" y="176087"/>
                  </a:lnTo>
                  <a:lnTo>
                    <a:pt x="189400" y="176553"/>
                  </a:lnTo>
                  <a:lnTo>
                    <a:pt x="189764" y="176926"/>
                  </a:lnTo>
                  <a:lnTo>
                    <a:pt x="190493" y="177718"/>
                  </a:lnTo>
                  <a:lnTo>
                    <a:pt x="190630" y="177858"/>
                  </a:lnTo>
                  <a:lnTo>
                    <a:pt x="191086" y="178277"/>
                  </a:lnTo>
                  <a:lnTo>
                    <a:pt x="191222" y="178370"/>
                  </a:lnTo>
                  <a:lnTo>
                    <a:pt x="191678" y="178789"/>
                  </a:lnTo>
                  <a:lnTo>
                    <a:pt x="192635" y="179674"/>
                  </a:lnTo>
                  <a:lnTo>
                    <a:pt x="193227" y="180187"/>
                  </a:lnTo>
                  <a:lnTo>
                    <a:pt x="193683" y="180606"/>
                  </a:lnTo>
                  <a:lnTo>
                    <a:pt x="194047" y="180886"/>
                  </a:lnTo>
                  <a:lnTo>
                    <a:pt x="194548" y="181258"/>
                  </a:lnTo>
                  <a:lnTo>
                    <a:pt x="194958" y="181538"/>
                  </a:lnTo>
                  <a:lnTo>
                    <a:pt x="195505" y="181864"/>
                  </a:lnTo>
                  <a:lnTo>
                    <a:pt x="196052" y="182190"/>
                  </a:lnTo>
                  <a:lnTo>
                    <a:pt x="196371" y="182376"/>
                  </a:lnTo>
                  <a:lnTo>
                    <a:pt x="196690" y="182563"/>
                  </a:lnTo>
                  <a:lnTo>
                    <a:pt x="196963" y="182702"/>
                  </a:lnTo>
                  <a:lnTo>
                    <a:pt x="197282" y="182842"/>
                  </a:lnTo>
                  <a:lnTo>
                    <a:pt x="197464" y="182935"/>
                  </a:lnTo>
                  <a:lnTo>
                    <a:pt x="197692" y="183029"/>
                  </a:lnTo>
                  <a:lnTo>
                    <a:pt x="197829" y="183122"/>
                  </a:lnTo>
                  <a:lnTo>
                    <a:pt x="197965" y="183168"/>
                  </a:lnTo>
                  <a:lnTo>
                    <a:pt x="198193" y="183261"/>
                  </a:lnTo>
                  <a:lnTo>
                    <a:pt x="198421" y="183355"/>
                  </a:lnTo>
                  <a:lnTo>
                    <a:pt x="198694" y="183448"/>
                  </a:lnTo>
                  <a:lnTo>
                    <a:pt x="199013" y="183588"/>
                  </a:lnTo>
                  <a:lnTo>
                    <a:pt x="199788" y="183867"/>
                  </a:lnTo>
                  <a:lnTo>
                    <a:pt x="200562" y="184100"/>
                  </a:lnTo>
                  <a:lnTo>
                    <a:pt x="201519" y="184333"/>
                  </a:lnTo>
                  <a:lnTo>
                    <a:pt x="202795" y="184659"/>
                  </a:lnTo>
                  <a:lnTo>
                    <a:pt x="203387" y="184799"/>
                  </a:lnTo>
                  <a:lnTo>
                    <a:pt x="203706" y="184892"/>
                  </a:lnTo>
                  <a:lnTo>
                    <a:pt x="203888" y="184938"/>
                  </a:lnTo>
                  <a:lnTo>
                    <a:pt x="204845" y="185171"/>
                  </a:lnTo>
                  <a:lnTo>
                    <a:pt x="205665" y="185358"/>
                  </a:lnTo>
                  <a:lnTo>
                    <a:pt x="206440" y="185637"/>
                  </a:lnTo>
                  <a:lnTo>
                    <a:pt x="206258" y="186103"/>
                  </a:lnTo>
                  <a:lnTo>
                    <a:pt x="206030" y="186569"/>
                  </a:lnTo>
                  <a:lnTo>
                    <a:pt x="205848" y="186988"/>
                  </a:lnTo>
                  <a:lnTo>
                    <a:pt x="203023" y="193557"/>
                  </a:lnTo>
                  <a:lnTo>
                    <a:pt x="202704" y="194395"/>
                  </a:lnTo>
                  <a:lnTo>
                    <a:pt x="202203" y="195466"/>
                  </a:lnTo>
                  <a:lnTo>
                    <a:pt x="199423" y="201988"/>
                  </a:lnTo>
                  <a:lnTo>
                    <a:pt x="198603" y="203805"/>
                  </a:lnTo>
                  <a:lnTo>
                    <a:pt x="198512" y="204085"/>
                  </a:lnTo>
                  <a:lnTo>
                    <a:pt x="197009" y="207345"/>
                  </a:lnTo>
                  <a:lnTo>
                    <a:pt x="194594" y="212749"/>
                  </a:lnTo>
                  <a:lnTo>
                    <a:pt x="194503" y="212889"/>
                  </a:lnTo>
                  <a:lnTo>
                    <a:pt x="194457" y="213029"/>
                  </a:lnTo>
                  <a:lnTo>
                    <a:pt x="194958" y="213075"/>
                  </a:lnTo>
                  <a:lnTo>
                    <a:pt x="200016" y="213541"/>
                  </a:lnTo>
                  <a:lnTo>
                    <a:pt x="205529" y="214054"/>
                  </a:lnTo>
                  <a:lnTo>
                    <a:pt x="209082" y="214380"/>
                  </a:lnTo>
                  <a:lnTo>
                    <a:pt x="213548" y="214845"/>
                  </a:lnTo>
                  <a:lnTo>
                    <a:pt x="215871" y="215078"/>
                  </a:lnTo>
                  <a:lnTo>
                    <a:pt x="216372" y="215125"/>
                  </a:lnTo>
                  <a:lnTo>
                    <a:pt x="218104" y="215311"/>
                  </a:lnTo>
                  <a:lnTo>
                    <a:pt x="218559" y="215358"/>
                  </a:lnTo>
                  <a:lnTo>
                    <a:pt x="221840" y="215684"/>
                  </a:lnTo>
                  <a:lnTo>
                    <a:pt x="228537" y="216383"/>
                  </a:lnTo>
                  <a:lnTo>
                    <a:pt x="228492" y="216569"/>
                  </a:lnTo>
                  <a:lnTo>
                    <a:pt x="228446" y="216755"/>
                  </a:lnTo>
                  <a:lnTo>
                    <a:pt x="227945" y="219457"/>
                  </a:lnTo>
                  <a:lnTo>
                    <a:pt x="227672" y="220529"/>
                  </a:lnTo>
                  <a:lnTo>
                    <a:pt x="227398" y="221507"/>
                  </a:lnTo>
                  <a:lnTo>
                    <a:pt x="227171" y="222113"/>
                  </a:lnTo>
                  <a:lnTo>
                    <a:pt x="226988" y="222578"/>
                  </a:lnTo>
                  <a:lnTo>
                    <a:pt x="226715" y="223231"/>
                  </a:lnTo>
                  <a:lnTo>
                    <a:pt x="226578" y="223464"/>
                  </a:lnTo>
                  <a:lnTo>
                    <a:pt x="225940" y="224768"/>
                  </a:lnTo>
                  <a:lnTo>
                    <a:pt x="224756" y="226911"/>
                  </a:lnTo>
                  <a:lnTo>
                    <a:pt x="224573" y="227190"/>
                  </a:lnTo>
                  <a:lnTo>
                    <a:pt x="222751" y="230358"/>
                  </a:lnTo>
                  <a:lnTo>
                    <a:pt x="222569" y="230638"/>
                  </a:lnTo>
                  <a:lnTo>
                    <a:pt x="220701" y="234085"/>
                  </a:lnTo>
                  <a:lnTo>
                    <a:pt x="219790" y="235902"/>
                  </a:lnTo>
                  <a:lnTo>
                    <a:pt x="219288" y="236787"/>
                  </a:lnTo>
                  <a:lnTo>
                    <a:pt x="216965" y="241259"/>
                  </a:lnTo>
                  <a:lnTo>
                    <a:pt x="216828" y="241445"/>
                  </a:lnTo>
                  <a:lnTo>
                    <a:pt x="214003" y="247315"/>
                  </a:lnTo>
                  <a:lnTo>
                    <a:pt x="213502" y="248293"/>
                  </a:lnTo>
                  <a:lnTo>
                    <a:pt x="212955" y="249411"/>
                  </a:lnTo>
                  <a:lnTo>
                    <a:pt x="210677" y="253743"/>
                  </a:lnTo>
                  <a:lnTo>
                    <a:pt x="210540" y="254023"/>
                  </a:lnTo>
                  <a:lnTo>
                    <a:pt x="210495" y="254162"/>
                  </a:lnTo>
                  <a:lnTo>
                    <a:pt x="209994" y="255048"/>
                  </a:lnTo>
                  <a:lnTo>
                    <a:pt x="206485" y="262082"/>
                  </a:lnTo>
                  <a:lnTo>
                    <a:pt x="205392" y="264644"/>
                  </a:lnTo>
                  <a:lnTo>
                    <a:pt x="205073" y="265343"/>
                  </a:lnTo>
                  <a:lnTo>
                    <a:pt x="204572" y="266461"/>
                  </a:lnTo>
                  <a:lnTo>
                    <a:pt x="204071" y="267579"/>
                  </a:lnTo>
                  <a:lnTo>
                    <a:pt x="203661" y="268371"/>
                  </a:lnTo>
                  <a:lnTo>
                    <a:pt x="203342" y="269069"/>
                  </a:lnTo>
                  <a:lnTo>
                    <a:pt x="203068" y="269768"/>
                  </a:lnTo>
                  <a:lnTo>
                    <a:pt x="202749" y="270467"/>
                  </a:lnTo>
                  <a:lnTo>
                    <a:pt x="202430" y="271119"/>
                  </a:lnTo>
                  <a:lnTo>
                    <a:pt x="201884" y="272377"/>
                  </a:lnTo>
                  <a:lnTo>
                    <a:pt x="201747" y="272750"/>
                  </a:lnTo>
                  <a:lnTo>
                    <a:pt x="200426" y="276010"/>
                  </a:lnTo>
                  <a:lnTo>
                    <a:pt x="200243" y="276663"/>
                  </a:lnTo>
                  <a:lnTo>
                    <a:pt x="200016" y="277734"/>
                  </a:lnTo>
                  <a:lnTo>
                    <a:pt x="200016" y="279225"/>
                  </a:lnTo>
                  <a:lnTo>
                    <a:pt x="200152" y="279877"/>
                  </a:lnTo>
                  <a:lnTo>
                    <a:pt x="200927" y="283883"/>
                  </a:lnTo>
                  <a:lnTo>
                    <a:pt x="201018" y="284209"/>
                  </a:lnTo>
                  <a:lnTo>
                    <a:pt x="201064" y="284582"/>
                  </a:lnTo>
                  <a:lnTo>
                    <a:pt x="201474" y="286678"/>
                  </a:lnTo>
                  <a:lnTo>
                    <a:pt x="201610" y="287237"/>
                  </a:lnTo>
                  <a:lnTo>
                    <a:pt x="201884" y="288262"/>
                  </a:lnTo>
                  <a:lnTo>
                    <a:pt x="202112" y="289287"/>
                  </a:lnTo>
                  <a:lnTo>
                    <a:pt x="202385" y="290405"/>
                  </a:lnTo>
                  <a:lnTo>
                    <a:pt x="202841" y="292175"/>
                  </a:lnTo>
                  <a:lnTo>
                    <a:pt x="203205" y="293712"/>
                  </a:lnTo>
                  <a:lnTo>
                    <a:pt x="203296" y="293899"/>
                  </a:lnTo>
                  <a:lnTo>
                    <a:pt x="203478" y="294784"/>
                  </a:lnTo>
                  <a:lnTo>
                    <a:pt x="203615" y="295296"/>
                  </a:lnTo>
                  <a:lnTo>
                    <a:pt x="203843" y="296181"/>
                  </a:lnTo>
                  <a:lnTo>
                    <a:pt x="204298" y="297998"/>
                  </a:lnTo>
                  <a:lnTo>
                    <a:pt x="204344" y="298138"/>
                  </a:lnTo>
                  <a:lnTo>
                    <a:pt x="204526" y="299023"/>
                  </a:lnTo>
                  <a:lnTo>
                    <a:pt x="204754" y="300001"/>
                  </a:lnTo>
                  <a:lnTo>
                    <a:pt x="204845" y="300327"/>
                  </a:lnTo>
                  <a:lnTo>
                    <a:pt x="205301" y="302377"/>
                  </a:lnTo>
                  <a:lnTo>
                    <a:pt x="205392" y="302750"/>
                  </a:lnTo>
                  <a:lnTo>
                    <a:pt x="205438" y="302889"/>
                  </a:lnTo>
                  <a:lnTo>
                    <a:pt x="206075" y="305824"/>
                  </a:lnTo>
                  <a:lnTo>
                    <a:pt x="206212" y="306476"/>
                  </a:lnTo>
                  <a:lnTo>
                    <a:pt x="206258" y="306756"/>
                  </a:lnTo>
                  <a:lnTo>
                    <a:pt x="206349" y="307082"/>
                  </a:lnTo>
                  <a:lnTo>
                    <a:pt x="206987" y="309970"/>
                  </a:lnTo>
                  <a:lnTo>
                    <a:pt x="207123" y="310576"/>
                  </a:lnTo>
                  <a:lnTo>
                    <a:pt x="207351" y="311508"/>
                  </a:lnTo>
                  <a:lnTo>
                    <a:pt x="207579" y="312626"/>
                  </a:lnTo>
                  <a:lnTo>
                    <a:pt x="207670" y="312952"/>
                  </a:lnTo>
                  <a:lnTo>
                    <a:pt x="207807" y="313697"/>
                  </a:lnTo>
                  <a:lnTo>
                    <a:pt x="208080" y="314862"/>
                  </a:lnTo>
                  <a:lnTo>
                    <a:pt x="208764" y="318029"/>
                  </a:lnTo>
                  <a:lnTo>
                    <a:pt x="208900" y="318542"/>
                  </a:lnTo>
                  <a:lnTo>
                    <a:pt x="209174" y="319706"/>
                  </a:lnTo>
                  <a:lnTo>
                    <a:pt x="209857" y="322641"/>
                  </a:lnTo>
                  <a:lnTo>
                    <a:pt x="210222" y="324225"/>
                  </a:lnTo>
                  <a:lnTo>
                    <a:pt x="210404" y="325157"/>
                  </a:lnTo>
                  <a:lnTo>
                    <a:pt x="210449" y="325390"/>
                  </a:lnTo>
                  <a:lnTo>
                    <a:pt x="210495" y="325669"/>
                  </a:lnTo>
                  <a:lnTo>
                    <a:pt x="211224" y="328231"/>
                  </a:lnTo>
                  <a:lnTo>
                    <a:pt x="211315" y="328604"/>
                  </a:lnTo>
                  <a:lnTo>
                    <a:pt x="211406" y="328930"/>
                  </a:lnTo>
                  <a:lnTo>
                    <a:pt x="211907" y="330607"/>
                  </a:lnTo>
                  <a:lnTo>
                    <a:pt x="212454" y="332750"/>
                  </a:lnTo>
                  <a:lnTo>
                    <a:pt x="212727" y="333775"/>
                  </a:lnTo>
                  <a:lnTo>
                    <a:pt x="213183" y="334753"/>
                  </a:lnTo>
                  <a:lnTo>
                    <a:pt x="213274" y="334986"/>
                  </a:lnTo>
                  <a:lnTo>
                    <a:pt x="213456" y="335359"/>
                  </a:lnTo>
                  <a:lnTo>
                    <a:pt x="213593" y="335731"/>
                  </a:lnTo>
                  <a:lnTo>
                    <a:pt x="214094" y="337036"/>
                  </a:lnTo>
                  <a:lnTo>
                    <a:pt x="214732" y="338340"/>
                  </a:lnTo>
                  <a:lnTo>
                    <a:pt x="214914" y="338713"/>
                  </a:lnTo>
                  <a:lnTo>
                    <a:pt x="215370" y="339691"/>
                  </a:lnTo>
                  <a:lnTo>
                    <a:pt x="215689" y="340297"/>
                  </a:lnTo>
                  <a:lnTo>
                    <a:pt x="216372" y="341694"/>
                  </a:lnTo>
                  <a:lnTo>
                    <a:pt x="216782" y="342486"/>
                  </a:lnTo>
                  <a:lnTo>
                    <a:pt x="217375" y="343651"/>
                  </a:lnTo>
                  <a:lnTo>
                    <a:pt x="218377" y="345700"/>
                  </a:lnTo>
                  <a:lnTo>
                    <a:pt x="218878" y="346725"/>
                  </a:lnTo>
                  <a:lnTo>
                    <a:pt x="219607" y="348216"/>
                  </a:lnTo>
                  <a:lnTo>
                    <a:pt x="219744" y="348495"/>
                  </a:lnTo>
                  <a:lnTo>
                    <a:pt x="220200" y="349474"/>
                  </a:lnTo>
                  <a:lnTo>
                    <a:pt x="220336" y="349707"/>
                  </a:lnTo>
                  <a:lnTo>
                    <a:pt x="220473" y="350126"/>
                  </a:lnTo>
                  <a:lnTo>
                    <a:pt x="221475" y="352222"/>
                  </a:lnTo>
                  <a:lnTo>
                    <a:pt x="222159" y="353620"/>
                  </a:lnTo>
                  <a:lnTo>
                    <a:pt x="224027" y="353294"/>
                  </a:lnTo>
                  <a:lnTo>
                    <a:pt x="225075" y="353107"/>
                  </a:lnTo>
                  <a:lnTo>
                    <a:pt x="229403" y="352315"/>
                  </a:lnTo>
                  <a:lnTo>
                    <a:pt x="229722" y="352222"/>
                  </a:lnTo>
                  <a:lnTo>
                    <a:pt x="231408" y="351943"/>
                  </a:lnTo>
                  <a:lnTo>
                    <a:pt x="238561" y="350825"/>
                  </a:lnTo>
                  <a:lnTo>
                    <a:pt x="239928" y="350592"/>
                  </a:lnTo>
                  <a:lnTo>
                    <a:pt x="240611" y="350452"/>
                  </a:lnTo>
                  <a:lnTo>
                    <a:pt x="245031" y="349707"/>
                  </a:lnTo>
                  <a:lnTo>
                    <a:pt x="246443" y="349474"/>
                  </a:lnTo>
                  <a:lnTo>
                    <a:pt x="253004" y="348356"/>
                  </a:lnTo>
                  <a:lnTo>
                    <a:pt x="253687" y="348216"/>
                  </a:lnTo>
                  <a:lnTo>
                    <a:pt x="254280" y="348123"/>
                  </a:lnTo>
                  <a:lnTo>
                    <a:pt x="256284" y="347750"/>
                  </a:lnTo>
                  <a:lnTo>
                    <a:pt x="257378" y="347564"/>
                  </a:lnTo>
                  <a:lnTo>
                    <a:pt x="257925" y="347470"/>
                  </a:lnTo>
                  <a:lnTo>
                    <a:pt x="258927" y="347238"/>
                  </a:lnTo>
                  <a:lnTo>
                    <a:pt x="259838" y="347051"/>
                  </a:lnTo>
                  <a:lnTo>
                    <a:pt x="260886" y="346772"/>
                  </a:lnTo>
                  <a:lnTo>
                    <a:pt x="262891" y="346166"/>
                  </a:lnTo>
                  <a:lnTo>
                    <a:pt x="264759" y="345561"/>
                  </a:lnTo>
                  <a:lnTo>
                    <a:pt x="265169" y="345374"/>
                  </a:lnTo>
                  <a:lnTo>
                    <a:pt x="267447" y="344629"/>
                  </a:lnTo>
                  <a:lnTo>
                    <a:pt x="272368" y="342859"/>
                  </a:lnTo>
                  <a:lnTo>
                    <a:pt x="272687" y="342765"/>
                  </a:lnTo>
                  <a:lnTo>
                    <a:pt x="274418" y="342160"/>
                  </a:lnTo>
                  <a:lnTo>
                    <a:pt x="281981" y="339598"/>
                  </a:lnTo>
                  <a:lnTo>
                    <a:pt x="282574" y="339365"/>
                  </a:lnTo>
                  <a:lnTo>
                    <a:pt x="286720" y="337967"/>
                  </a:lnTo>
                  <a:lnTo>
                    <a:pt x="287950" y="337548"/>
                  </a:lnTo>
                  <a:lnTo>
                    <a:pt x="290137" y="336849"/>
                  </a:lnTo>
                  <a:lnTo>
                    <a:pt x="291732" y="336383"/>
                  </a:lnTo>
                  <a:lnTo>
                    <a:pt x="291868" y="336383"/>
                  </a:lnTo>
                  <a:lnTo>
                    <a:pt x="293326" y="336057"/>
                  </a:lnTo>
                  <a:lnTo>
                    <a:pt x="294465" y="335871"/>
                  </a:lnTo>
                  <a:lnTo>
                    <a:pt x="295240" y="335731"/>
                  </a:lnTo>
                  <a:lnTo>
                    <a:pt x="300206" y="335033"/>
                  </a:lnTo>
                  <a:lnTo>
                    <a:pt x="301755" y="334800"/>
                  </a:lnTo>
                  <a:lnTo>
                    <a:pt x="304944" y="334334"/>
                  </a:lnTo>
                  <a:lnTo>
                    <a:pt x="306539" y="334054"/>
                  </a:lnTo>
                  <a:lnTo>
                    <a:pt x="315333" y="332750"/>
                  </a:lnTo>
                  <a:lnTo>
                    <a:pt x="318431" y="332331"/>
                  </a:lnTo>
                  <a:lnTo>
                    <a:pt x="322531" y="331725"/>
                  </a:lnTo>
                  <a:lnTo>
                    <a:pt x="324673" y="331399"/>
                  </a:lnTo>
                  <a:lnTo>
                    <a:pt x="325812" y="331259"/>
                  </a:lnTo>
                  <a:lnTo>
                    <a:pt x="333922" y="330048"/>
                  </a:lnTo>
                  <a:lnTo>
                    <a:pt x="337066" y="329629"/>
                  </a:lnTo>
                  <a:lnTo>
                    <a:pt x="340756" y="329070"/>
                  </a:lnTo>
                  <a:lnTo>
                    <a:pt x="341439" y="332191"/>
                  </a:lnTo>
                  <a:lnTo>
                    <a:pt x="343626" y="342393"/>
                  </a:lnTo>
                  <a:lnTo>
                    <a:pt x="344219" y="345048"/>
                  </a:lnTo>
                  <a:lnTo>
                    <a:pt x="344310" y="345467"/>
                  </a:lnTo>
                  <a:lnTo>
                    <a:pt x="344355" y="345793"/>
                  </a:lnTo>
                  <a:lnTo>
                    <a:pt x="347226" y="358325"/>
                  </a:lnTo>
                  <a:lnTo>
                    <a:pt x="350734" y="374582"/>
                  </a:lnTo>
                  <a:lnTo>
                    <a:pt x="351463" y="377937"/>
                  </a:lnTo>
                  <a:lnTo>
                    <a:pt x="351782" y="379334"/>
                  </a:lnTo>
                  <a:lnTo>
                    <a:pt x="351828" y="380126"/>
                  </a:lnTo>
                  <a:lnTo>
                    <a:pt x="353377" y="388837"/>
                  </a:lnTo>
                  <a:lnTo>
                    <a:pt x="354288" y="394055"/>
                  </a:lnTo>
                  <a:lnTo>
                    <a:pt x="354561" y="395499"/>
                  </a:lnTo>
                  <a:lnTo>
                    <a:pt x="354698" y="396384"/>
                  </a:lnTo>
                  <a:lnTo>
                    <a:pt x="355017" y="398014"/>
                  </a:lnTo>
                  <a:lnTo>
                    <a:pt x="355336" y="399179"/>
                  </a:lnTo>
                  <a:lnTo>
                    <a:pt x="355791" y="400297"/>
                  </a:lnTo>
                  <a:lnTo>
                    <a:pt x="356794" y="401555"/>
                  </a:lnTo>
                  <a:lnTo>
                    <a:pt x="357067" y="401881"/>
                  </a:lnTo>
                  <a:lnTo>
                    <a:pt x="357386" y="402300"/>
                  </a:lnTo>
                  <a:lnTo>
                    <a:pt x="357568" y="402533"/>
                  </a:lnTo>
                  <a:lnTo>
                    <a:pt x="358206" y="402999"/>
                  </a:lnTo>
                  <a:lnTo>
                    <a:pt x="358844" y="403465"/>
                  </a:lnTo>
                  <a:lnTo>
                    <a:pt x="359163" y="403791"/>
                  </a:lnTo>
                  <a:lnTo>
                    <a:pt x="360621" y="405142"/>
                  </a:lnTo>
                  <a:lnTo>
                    <a:pt x="360849" y="405375"/>
                  </a:lnTo>
                  <a:lnTo>
                    <a:pt x="361077" y="405561"/>
                  </a:lnTo>
                  <a:lnTo>
                    <a:pt x="361897" y="406353"/>
                  </a:lnTo>
                  <a:lnTo>
                    <a:pt x="364266" y="408542"/>
                  </a:lnTo>
                  <a:lnTo>
                    <a:pt x="364494" y="408729"/>
                  </a:lnTo>
                  <a:lnTo>
                    <a:pt x="365314" y="409521"/>
                  </a:lnTo>
                  <a:lnTo>
                    <a:pt x="366088" y="410219"/>
                  </a:lnTo>
                  <a:lnTo>
                    <a:pt x="368959" y="412921"/>
                  </a:lnTo>
                  <a:lnTo>
                    <a:pt x="369505" y="413434"/>
                  </a:lnTo>
                  <a:lnTo>
                    <a:pt x="370143" y="413993"/>
                  </a:lnTo>
                  <a:lnTo>
                    <a:pt x="371920" y="415623"/>
                  </a:lnTo>
                  <a:lnTo>
                    <a:pt x="373150" y="416788"/>
                  </a:lnTo>
                  <a:lnTo>
                    <a:pt x="373925" y="417486"/>
                  </a:lnTo>
                  <a:lnTo>
                    <a:pt x="374426" y="417999"/>
                  </a:lnTo>
                  <a:lnTo>
                    <a:pt x="377524" y="420887"/>
                  </a:lnTo>
                  <a:lnTo>
                    <a:pt x="377980" y="421306"/>
                  </a:lnTo>
                  <a:lnTo>
                    <a:pt x="379620" y="422844"/>
                  </a:lnTo>
                  <a:lnTo>
                    <a:pt x="380440" y="423636"/>
                  </a:lnTo>
                  <a:lnTo>
                    <a:pt x="381215" y="424334"/>
                  </a:lnTo>
                  <a:lnTo>
                    <a:pt x="382035" y="425080"/>
                  </a:lnTo>
                  <a:lnTo>
                    <a:pt x="382399" y="425406"/>
                  </a:lnTo>
                  <a:lnTo>
                    <a:pt x="383630" y="426244"/>
                  </a:lnTo>
                  <a:lnTo>
                    <a:pt x="384040" y="427129"/>
                  </a:lnTo>
                  <a:lnTo>
                    <a:pt x="384085" y="427409"/>
                  </a:lnTo>
                  <a:lnTo>
                    <a:pt x="384131" y="427828"/>
                  </a:lnTo>
                  <a:lnTo>
                    <a:pt x="384176" y="428900"/>
                  </a:lnTo>
                  <a:lnTo>
                    <a:pt x="384222" y="429226"/>
                  </a:lnTo>
                  <a:lnTo>
                    <a:pt x="384313" y="430250"/>
                  </a:lnTo>
                  <a:lnTo>
                    <a:pt x="384359" y="430763"/>
                  </a:lnTo>
                  <a:lnTo>
                    <a:pt x="384359" y="431136"/>
                  </a:lnTo>
                  <a:lnTo>
                    <a:pt x="384450" y="431881"/>
                  </a:lnTo>
                  <a:lnTo>
                    <a:pt x="384450" y="432160"/>
                  </a:lnTo>
                  <a:lnTo>
                    <a:pt x="384678" y="434769"/>
                  </a:lnTo>
                  <a:lnTo>
                    <a:pt x="384769" y="436306"/>
                  </a:lnTo>
                  <a:lnTo>
                    <a:pt x="384814" y="436586"/>
                  </a:lnTo>
                  <a:lnTo>
                    <a:pt x="384860" y="437145"/>
                  </a:lnTo>
                  <a:lnTo>
                    <a:pt x="384996" y="439008"/>
                  </a:lnTo>
                  <a:lnTo>
                    <a:pt x="385042" y="439195"/>
                  </a:lnTo>
                  <a:lnTo>
                    <a:pt x="385088" y="439847"/>
                  </a:lnTo>
                  <a:lnTo>
                    <a:pt x="385133" y="440732"/>
                  </a:lnTo>
                  <a:lnTo>
                    <a:pt x="385224" y="441524"/>
                  </a:lnTo>
                  <a:lnTo>
                    <a:pt x="385361" y="443480"/>
                  </a:lnTo>
                  <a:lnTo>
                    <a:pt x="385407" y="443853"/>
                  </a:lnTo>
                  <a:lnTo>
                    <a:pt x="385498" y="445297"/>
                  </a:lnTo>
                  <a:lnTo>
                    <a:pt x="385589" y="446555"/>
                  </a:lnTo>
                  <a:lnTo>
                    <a:pt x="385634" y="446834"/>
                  </a:lnTo>
                  <a:lnTo>
                    <a:pt x="385725" y="448279"/>
                  </a:lnTo>
                  <a:lnTo>
                    <a:pt x="385771" y="448605"/>
                  </a:lnTo>
                  <a:lnTo>
                    <a:pt x="385862" y="449862"/>
                  </a:lnTo>
                  <a:lnTo>
                    <a:pt x="385953" y="450701"/>
                  </a:lnTo>
                  <a:lnTo>
                    <a:pt x="385999" y="451353"/>
                  </a:lnTo>
                  <a:lnTo>
                    <a:pt x="386044" y="452331"/>
                  </a:lnTo>
                  <a:lnTo>
                    <a:pt x="386318" y="455685"/>
                  </a:lnTo>
                  <a:lnTo>
                    <a:pt x="386363" y="455965"/>
                  </a:lnTo>
                  <a:lnTo>
                    <a:pt x="386409" y="456757"/>
                  </a:lnTo>
                  <a:lnTo>
                    <a:pt x="386500" y="457595"/>
                  </a:lnTo>
                  <a:lnTo>
                    <a:pt x="386500" y="457875"/>
                  </a:lnTo>
                  <a:lnTo>
                    <a:pt x="386500" y="458015"/>
                  </a:lnTo>
                  <a:lnTo>
                    <a:pt x="386546" y="458201"/>
                  </a:lnTo>
                  <a:lnTo>
                    <a:pt x="386591" y="458527"/>
                  </a:lnTo>
                  <a:lnTo>
                    <a:pt x="386728" y="460623"/>
                  </a:lnTo>
                  <a:lnTo>
                    <a:pt x="386773" y="461089"/>
                  </a:lnTo>
                  <a:lnTo>
                    <a:pt x="386773" y="461229"/>
                  </a:lnTo>
                  <a:lnTo>
                    <a:pt x="386865" y="462114"/>
                  </a:lnTo>
                  <a:lnTo>
                    <a:pt x="387001" y="464024"/>
                  </a:lnTo>
                  <a:lnTo>
                    <a:pt x="387047" y="464723"/>
                  </a:lnTo>
                  <a:lnTo>
                    <a:pt x="387138" y="465841"/>
                  </a:lnTo>
                  <a:lnTo>
                    <a:pt x="387183" y="466307"/>
                  </a:lnTo>
                  <a:lnTo>
                    <a:pt x="387229" y="466726"/>
                  </a:lnTo>
                  <a:lnTo>
                    <a:pt x="387320" y="467937"/>
                  </a:lnTo>
                  <a:lnTo>
                    <a:pt x="387411" y="469241"/>
                  </a:lnTo>
                  <a:lnTo>
                    <a:pt x="387502" y="470126"/>
                  </a:lnTo>
                  <a:lnTo>
                    <a:pt x="387548" y="470732"/>
                  </a:lnTo>
                  <a:lnTo>
                    <a:pt x="387548" y="471058"/>
                  </a:lnTo>
                  <a:lnTo>
                    <a:pt x="387639" y="471710"/>
                  </a:lnTo>
                  <a:lnTo>
                    <a:pt x="387639" y="471850"/>
                  </a:lnTo>
                  <a:lnTo>
                    <a:pt x="387639" y="471990"/>
                  </a:lnTo>
                  <a:lnTo>
                    <a:pt x="387685" y="472549"/>
                  </a:lnTo>
                  <a:lnTo>
                    <a:pt x="387730" y="472968"/>
                  </a:lnTo>
                  <a:lnTo>
                    <a:pt x="387776" y="473434"/>
                  </a:lnTo>
                  <a:lnTo>
                    <a:pt x="387776" y="473946"/>
                  </a:lnTo>
                  <a:lnTo>
                    <a:pt x="387776" y="475158"/>
                  </a:lnTo>
                  <a:lnTo>
                    <a:pt x="387821" y="475530"/>
                  </a:lnTo>
                  <a:lnTo>
                    <a:pt x="387411" y="475670"/>
                  </a:lnTo>
                  <a:lnTo>
                    <a:pt x="385543" y="475717"/>
                  </a:lnTo>
                  <a:lnTo>
                    <a:pt x="385270" y="475763"/>
                  </a:lnTo>
                  <a:lnTo>
                    <a:pt x="384723" y="475763"/>
                  </a:lnTo>
                  <a:lnTo>
                    <a:pt x="383812" y="475903"/>
                  </a:lnTo>
                  <a:lnTo>
                    <a:pt x="383675" y="475903"/>
                  </a:lnTo>
                  <a:lnTo>
                    <a:pt x="382445" y="476089"/>
                  </a:lnTo>
                  <a:lnTo>
                    <a:pt x="382263" y="476089"/>
                  </a:lnTo>
                  <a:lnTo>
                    <a:pt x="381169" y="476043"/>
                  </a:lnTo>
                  <a:lnTo>
                    <a:pt x="380577" y="475810"/>
                  </a:lnTo>
                  <a:lnTo>
                    <a:pt x="380304" y="475763"/>
                  </a:lnTo>
                  <a:lnTo>
                    <a:pt x="380167" y="475717"/>
                  </a:lnTo>
                  <a:lnTo>
                    <a:pt x="379757" y="475577"/>
                  </a:lnTo>
                  <a:lnTo>
                    <a:pt x="378937" y="475344"/>
                  </a:lnTo>
                  <a:lnTo>
                    <a:pt x="378208" y="475064"/>
                  </a:lnTo>
                  <a:lnTo>
                    <a:pt x="377980" y="474971"/>
                  </a:lnTo>
                  <a:lnTo>
                    <a:pt x="376932" y="474459"/>
                  </a:lnTo>
                  <a:lnTo>
                    <a:pt x="376750" y="474366"/>
                  </a:lnTo>
                  <a:lnTo>
                    <a:pt x="376385" y="473946"/>
                  </a:lnTo>
                  <a:lnTo>
                    <a:pt x="375747" y="473294"/>
                  </a:lnTo>
                  <a:lnTo>
                    <a:pt x="375565" y="472922"/>
                  </a:lnTo>
                  <a:lnTo>
                    <a:pt x="375337" y="472456"/>
                  </a:lnTo>
                  <a:lnTo>
                    <a:pt x="375064" y="472130"/>
                  </a:lnTo>
                  <a:lnTo>
                    <a:pt x="374654" y="471571"/>
                  </a:lnTo>
                  <a:lnTo>
                    <a:pt x="374563" y="471431"/>
                  </a:lnTo>
                  <a:lnTo>
                    <a:pt x="374289" y="470965"/>
                  </a:lnTo>
                  <a:lnTo>
                    <a:pt x="373834" y="470080"/>
                  </a:lnTo>
                  <a:lnTo>
                    <a:pt x="373515" y="469474"/>
                  </a:lnTo>
                  <a:lnTo>
                    <a:pt x="373150" y="469055"/>
                  </a:lnTo>
                  <a:lnTo>
                    <a:pt x="372968" y="468869"/>
                  </a:lnTo>
                  <a:lnTo>
                    <a:pt x="372558" y="468356"/>
                  </a:lnTo>
                  <a:lnTo>
                    <a:pt x="372330" y="467984"/>
                  </a:lnTo>
                  <a:lnTo>
                    <a:pt x="371966" y="467378"/>
                  </a:lnTo>
                  <a:lnTo>
                    <a:pt x="371875" y="467145"/>
                  </a:lnTo>
                  <a:lnTo>
                    <a:pt x="371692" y="466633"/>
                  </a:lnTo>
                  <a:lnTo>
                    <a:pt x="371647" y="466493"/>
                  </a:lnTo>
                  <a:lnTo>
                    <a:pt x="371009" y="465328"/>
                  </a:lnTo>
                  <a:lnTo>
                    <a:pt x="370736" y="465095"/>
                  </a:lnTo>
                  <a:lnTo>
                    <a:pt x="370280" y="464630"/>
                  </a:lnTo>
                  <a:lnTo>
                    <a:pt x="369642" y="464071"/>
                  </a:lnTo>
                  <a:lnTo>
                    <a:pt x="369460" y="463977"/>
                  </a:lnTo>
                  <a:lnTo>
                    <a:pt x="369278" y="463838"/>
                  </a:lnTo>
                  <a:lnTo>
                    <a:pt x="369095" y="463698"/>
                  </a:lnTo>
                  <a:lnTo>
                    <a:pt x="368959" y="463605"/>
                  </a:lnTo>
                  <a:lnTo>
                    <a:pt x="368731" y="463325"/>
                  </a:lnTo>
                  <a:lnTo>
                    <a:pt x="368458" y="463046"/>
                  </a:lnTo>
                  <a:lnTo>
                    <a:pt x="367956" y="462394"/>
                  </a:lnTo>
                  <a:lnTo>
                    <a:pt x="367820" y="462254"/>
                  </a:lnTo>
                  <a:lnTo>
                    <a:pt x="367683" y="462114"/>
                  </a:lnTo>
                  <a:lnTo>
                    <a:pt x="367592" y="461974"/>
                  </a:lnTo>
                  <a:lnTo>
                    <a:pt x="367455" y="461835"/>
                  </a:lnTo>
                  <a:lnTo>
                    <a:pt x="367227" y="461695"/>
                  </a:lnTo>
                  <a:lnTo>
                    <a:pt x="367091" y="461602"/>
                  </a:lnTo>
                  <a:lnTo>
                    <a:pt x="367000" y="461415"/>
                  </a:lnTo>
                  <a:lnTo>
                    <a:pt x="366863" y="461322"/>
                  </a:lnTo>
                  <a:lnTo>
                    <a:pt x="366681" y="461229"/>
                  </a:lnTo>
                  <a:lnTo>
                    <a:pt x="366498" y="461136"/>
                  </a:lnTo>
                  <a:lnTo>
                    <a:pt x="366271" y="461043"/>
                  </a:lnTo>
                  <a:lnTo>
                    <a:pt x="365997" y="460949"/>
                  </a:lnTo>
                  <a:lnTo>
                    <a:pt x="365769" y="460903"/>
                  </a:lnTo>
                  <a:lnTo>
                    <a:pt x="365542" y="460856"/>
                  </a:lnTo>
                  <a:lnTo>
                    <a:pt x="365223" y="460810"/>
                  </a:lnTo>
                  <a:lnTo>
                    <a:pt x="364949" y="460717"/>
                  </a:lnTo>
                  <a:lnTo>
                    <a:pt x="364676" y="460717"/>
                  </a:lnTo>
                  <a:lnTo>
                    <a:pt x="364357" y="460670"/>
                  </a:lnTo>
                  <a:lnTo>
                    <a:pt x="363856" y="460717"/>
                  </a:lnTo>
                  <a:lnTo>
                    <a:pt x="363674" y="460763"/>
                  </a:lnTo>
                  <a:lnTo>
                    <a:pt x="363218" y="460903"/>
                  </a:lnTo>
                  <a:lnTo>
                    <a:pt x="362990" y="460996"/>
                  </a:lnTo>
                  <a:lnTo>
                    <a:pt x="362717" y="461043"/>
                  </a:lnTo>
                  <a:lnTo>
                    <a:pt x="362443" y="461089"/>
                  </a:lnTo>
                  <a:lnTo>
                    <a:pt x="362033" y="461089"/>
                  </a:lnTo>
                  <a:lnTo>
                    <a:pt x="361669" y="461136"/>
                  </a:lnTo>
                  <a:lnTo>
                    <a:pt x="361441" y="461136"/>
                  </a:lnTo>
                  <a:lnTo>
                    <a:pt x="361077" y="461136"/>
                  </a:lnTo>
                  <a:lnTo>
                    <a:pt x="360712" y="461182"/>
                  </a:lnTo>
                  <a:lnTo>
                    <a:pt x="360393" y="461182"/>
                  </a:lnTo>
                  <a:lnTo>
                    <a:pt x="359938" y="461229"/>
                  </a:lnTo>
                  <a:lnTo>
                    <a:pt x="359619" y="461276"/>
                  </a:lnTo>
                  <a:lnTo>
                    <a:pt x="359163" y="461322"/>
                  </a:lnTo>
                  <a:lnTo>
                    <a:pt x="358798" y="461322"/>
                  </a:lnTo>
                  <a:lnTo>
                    <a:pt x="358480" y="461369"/>
                  </a:lnTo>
                  <a:lnTo>
                    <a:pt x="358115" y="461415"/>
                  </a:lnTo>
                  <a:lnTo>
                    <a:pt x="357751" y="461462"/>
                  </a:lnTo>
                  <a:lnTo>
                    <a:pt x="357477" y="461508"/>
                  </a:lnTo>
                  <a:lnTo>
                    <a:pt x="357158" y="461602"/>
                  </a:lnTo>
                  <a:lnTo>
                    <a:pt x="356794" y="461695"/>
                  </a:lnTo>
                  <a:lnTo>
                    <a:pt x="356429" y="461788"/>
                  </a:lnTo>
                  <a:lnTo>
                    <a:pt x="356156" y="461881"/>
                  </a:lnTo>
                  <a:lnTo>
                    <a:pt x="355883" y="461928"/>
                  </a:lnTo>
                  <a:lnTo>
                    <a:pt x="355609" y="461974"/>
                  </a:lnTo>
                  <a:lnTo>
                    <a:pt x="355290" y="462067"/>
                  </a:lnTo>
                  <a:lnTo>
                    <a:pt x="355017" y="462114"/>
                  </a:lnTo>
                  <a:lnTo>
                    <a:pt x="354743" y="462161"/>
                  </a:lnTo>
                  <a:lnTo>
                    <a:pt x="354561" y="462207"/>
                  </a:lnTo>
                  <a:lnTo>
                    <a:pt x="354288" y="462254"/>
                  </a:lnTo>
                  <a:lnTo>
                    <a:pt x="354014" y="462347"/>
                  </a:lnTo>
                  <a:lnTo>
                    <a:pt x="353741" y="462440"/>
                  </a:lnTo>
                  <a:lnTo>
                    <a:pt x="353468" y="462487"/>
                  </a:lnTo>
                  <a:lnTo>
                    <a:pt x="353285" y="462580"/>
                  </a:lnTo>
                  <a:lnTo>
                    <a:pt x="353058" y="462673"/>
                  </a:lnTo>
                  <a:lnTo>
                    <a:pt x="352784" y="462720"/>
                  </a:lnTo>
                  <a:lnTo>
                    <a:pt x="352557" y="462766"/>
                  </a:lnTo>
                  <a:lnTo>
                    <a:pt x="352283" y="462813"/>
                  </a:lnTo>
                  <a:lnTo>
                    <a:pt x="352010" y="462906"/>
                  </a:lnTo>
                  <a:lnTo>
                    <a:pt x="351736" y="463046"/>
                  </a:lnTo>
                  <a:lnTo>
                    <a:pt x="351463" y="463139"/>
                  </a:lnTo>
                  <a:lnTo>
                    <a:pt x="351190" y="463325"/>
                  </a:lnTo>
                  <a:lnTo>
                    <a:pt x="351053" y="463372"/>
                  </a:lnTo>
                  <a:lnTo>
                    <a:pt x="350916" y="463465"/>
                  </a:lnTo>
                  <a:lnTo>
                    <a:pt x="350734" y="463558"/>
                  </a:lnTo>
                  <a:lnTo>
                    <a:pt x="350415" y="463744"/>
                  </a:lnTo>
                  <a:lnTo>
                    <a:pt x="350096" y="463977"/>
                  </a:lnTo>
                  <a:lnTo>
                    <a:pt x="349823" y="464117"/>
                  </a:lnTo>
                  <a:lnTo>
                    <a:pt x="349595" y="464257"/>
                  </a:lnTo>
                  <a:lnTo>
                    <a:pt x="349367" y="464397"/>
                  </a:lnTo>
                  <a:lnTo>
                    <a:pt x="349139" y="464490"/>
                  </a:lnTo>
                  <a:lnTo>
                    <a:pt x="348866" y="464630"/>
                  </a:lnTo>
                  <a:lnTo>
                    <a:pt x="348729" y="464769"/>
                  </a:lnTo>
                  <a:lnTo>
                    <a:pt x="348502" y="464909"/>
                  </a:lnTo>
                  <a:lnTo>
                    <a:pt x="348228" y="465002"/>
                  </a:lnTo>
                  <a:lnTo>
                    <a:pt x="348000" y="465095"/>
                  </a:lnTo>
                  <a:lnTo>
                    <a:pt x="347727" y="465235"/>
                  </a:lnTo>
                  <a:lnTo>
                    <a:pt x="347545" y="465328"/>
                  </a:lnTo>
                  <a:lnTo>
                    <a:pt x="347408" y="465375"/>
                  </a:lnTo>
                  <a:lnTo>
                    <a:pt x="347271" y="465421"/>
                  </a:lnTo>
                  <a:lnTo>
                    <a:pt x="347089" y="465515"/>
                  </a:lnTo>
                  <a:lnTo>
                    <a:pt x="346770" y="465654"/>
                  </a:lnTo>
                  <a:lnTo>
                    <a:pt x="346588" y="465748"/>
                  </a:lnTo>
                  <a:lnTo>
                    <a:pt x="346451" y="465841"/>
                  </a:lnTo>
                  <a:lnTo>
                    <a:pt x="346223" y="465887"/>
                  </a:lnTo>
                  <a:lnTo>
                    <a:pt x="346087" y="465934"/>
                  </a:lnTo>
                  <a:lnTo>
                    <a:pt x="345904" y="466027"/>
                  </a:lnTo>
                  <a:lnTo>
                    <a:pt x="345677" y="466120"/>
                  </a:lnTo>
                  <a:lnTo>
                    <a:pt x="345494" y="466213"/>
                  </a:lnTo>
                  <a:lnTo>
                    <a:pt x="345312" y="466213"/>
                  </a:lnTo>
                  <a:lnTo>
                    <a:pt x="345176" y="466260"/>
                  </a:lnTo>
                  <a:lnTo>
                    <a:pt x="344993" y="466307"/>
                  </a:lnTo>
                  <a:lnTo>
                    <a:pt x="344629" y="466353"/>
                  </a:lnTo>
                  <a:lnTo>
                    <a:pt x="344447" y="466400"/>
                  </a:lnTo>
                  <a:lnTo>
                    <a:pt x="344264" y="466400"/>
                  </a:lnTo>
                  <a:lnTo>
                    <a:pt x="344036" y="466540"/>
                  </a:lnTo>
                  <a:lnTo>
                    <a:pt x="343854" y="466540"/>
                  </a:lnTo>
                  <a:lnTo>
                    <a:pt x="343626" y="466540"/>
                  </a:lnTo>
                  <a:lnTo>
                    <a:pt x="343399" y="466540"/>
                  </a:lnTo>
                  <a:lnTo>
                    <a:pt x="343262" y="466493"/>
                  </a:lnTo>
                  <a:lnTo>
                    <a:pt x="343125" y="466446"/>
                  </a:lnTo>
                  <a:lnTo>
                    <a:pt x="342989" y="466446"/>
                  </a:lnTo>
                  <a:lnTo>
                    <a:pt x="342852" y="466400"/>
                  </a:lnTo>
                  <a:lnTo>
                    <a:pt x="342715" y="466353"/>
                  </a:lnTo>
                  <a:lnTo>
                    <a:pt x="342578" y="466353"/>
                  </a:lnTo>
                  <a:lnTo>
                    <a:pt x="342396" y="466353"/>
                  </a:lnTo>
                  <a:lnTo>
                    <a:pt x="342260" y="466307"/>
                  </a:lnTo>
                  <a:lnTo>
                    <a:pt x="342123" y="466260"/>
                  </a:lnTo>
                  <a:lnTo>
                    <a:pt x="341986" y="466213"/>
                  </a:lnTo>
                  <a:lnTo>
                    <a:pt x="341758" y="466167"/>
                  </a:lnTo>
                  <a:lnTo>
                    <a:pt x="341622" y="466120"/>
                  </a:lnTo>
                  <a:lnTo>
                    <a:pt x="341439" y="466074"/>
                  </a:lnTo>
                  <a:lnTo>
                    <a:pt x="341257" y="466027"/>
                  </a:lnTo>
                  <a:lnTo>
                    <a:pt x="341029" y="465981"/>
                  </a:lnTo>
                  <a:lnTo>
                    <a:pt x="340847" y="465934"/>
                  </a:lnTo>
                  <a:lnTo>
                    <a:pt x="340665" y="465887"/>
                  </a:lnTo>
                  <a:lnTo>
                    <a:pt x="340528" y="465841"/>
                  </a:lnTo>
                  <a:lnTo>
                    <a:pt x="340346" y="465841"/>
                  </a:lnTo>
                  <a:lnTo>
                    <a:pt x="340164" y="465841"/>
                  </a:lnTo>
                  <a:lnTo>
                    <a:pt x="339936" y="465748"/>
                  </a:lnTo>
                  <a:lnTo>
                    <a:pt x="339708" y="465701"/>
                  </a:lnTo>
                  <a:lnTo>
                    <a:pt x="339526" y="465654"/>
                  </a:lnTo>
                  <a:lnTo>
                    <a:pt x="339389" y="465608"/>
                  </a:lnTo>
                  <a:lnTo>
                    <a:pt x="339161" y="465561"/>
                  </a:lnTo>
                  <a:lnTo>
                    <a:pt x="338979" y="465515"/>
                  </a:lnTo>
                  <a:lnTo>
                    <a:pt x="338842" y="465468"/>
                  </a:lnTo>
                  <a:lnTo>
                    <a:pt x="338660" y="465421"/>
                  </a:lnTo>
                  <a:lnTo>
                    <a:pt x="338478" y="465375"/>
                  </a:lnTo>
                  <a:lnTo>
                    <a:pt x="338250" y="465328"/>
                  </a:lnTo>
                  <a:lnTo>
                    <a:pt x="338068" y="465235"/>
                  </a:lnTo>
                  <a:lnTo>
                    <a:pt x="337840" y="465189"/>
                  </a:lnTo>
                  <a:lnTo>
                    <a:pt x="337703" y="465142"/>
                  </a:lnTo>
                  <a:lnTo>
                    <a:pt x="337476" y="465095"/>
                  </a:lnTo>
                  <a:lnTo>
                    <a:pt x="337293" y="465049"/>
                  </a:lnTo>
                  <a:lnTo>
                    <a:pt x="336838" y="464909"/>
                  </a:lnTo>
                  <a:lnTo>
                    <a:pt x="336610" y="464862"/>
                  </a:lnTo>
                  <a:lnTo>
                    <a:pt x="336473" y="464862"/>
                  </a:lnTo>
                  <a:lnTo>
                    <a:pt x="336337" y="464816"/>
                  </a:lnTo>
                  <a:lnTo>
                    <a:pt x="336200" y="464816"/>
                  </a:lnTo>
                  <a:lnTo>
                    <a:pt x="336063" y="464769"/>
                  </a:lnTo>
                  <a:lnTo>
                    <a:pt x="335926" y="464769"/>
                  </a:lnTo>
                  <a:lnTo>
                    <a:pt x="335790" y="464723"/>
                  </a:lnTo>
                  <a:lnTo>
                    <a:pt x="335608" y="464676"/>
                  </a:lnTo>
                  <a:lnTo>
                    <a:pt x="335471" y="464583"/>
                  </a:lnTo>
                  <a:lnTo>
                    <a:pt x="335334" y="464536"/>
                  </a:lnTo>
                  <a:lnTo>
                    <a:pt x="335152" y="464490"/>
                  </a:lnTo>
                  <a:lnTo>
                    <a:pt x="334970" y="464397"/>
                  </a:lnTo>
                  <a:lnTo>
                    <a:pt x="334787" y="464350"/>
                  </a:lnTo>
                  <a:lnTo>
                    <a:pt x="334651" y="464303"/>
                  </a:lnTo>
                  <a:lnTo>
                    <a:pt x="334468" y="464257"/>
                  </a:lnTo>
                  <a:lnTo>
                    <a:pt x="334332" y="464257"/>
                  </a:lnTo>
                  <a:lnTo>
                    <a:pt x="334150" y="464210"/>
                  </a:lnTo>
                  <a:lnTo>
                    <a:pt x="333922" y="464210"/>
                  </a:lnTo>
                  <a:lnTo>
                    <a:pt x="333694" y="464210"/>
                  </a:lnTo>
                  <a:lnTo>
                    <a:pt x="333466" y="464210"/>
                  </a:lnTo>
                  <a:lnTo>
                    <a:pt x="333238" y="464210"/>
                  </a:lnTo>
                  <a:lnTo>
                    <a:pt x="333102" y="464164"/>
                  </a:lnTo>
                  <a:lnTo>
                    <a:pt x="332737" y="464164"/>
                  </a:lnTo>
                  <a:lnTo>
                    <a:pt x="332509" y="464164"/>
                  </a:lnTo>
                  <a:lnTo>
                    <a:pt x="332236" y="464117"/>
                  </a:lnTo>
                  <a:lnTo>
                    <a:pt x="332008" y="464117"/>
                  </a:lnTo>
                  <a:lnTo>
                    <a:pt x="331780" y="464164"/>
                  </a:lnTo>
                  <a:lnTo>
                    <a:pt x="331553" y="464210"/>
                  </a:lnTo>
                  <a:lnTo>
                    <a:pt x="331325" y="464210"/>
                  </a:lnTo>
                  <a:lnTo>
                    <a:pt x="330960" y="464210"/>
                  </a:lnTo>
                  <a:lnTo>
                    <a:pt x="330824" y="464257"/>
                  </a:lnTo>
                  <a:lnTo>
                    <a:pt x="330641" y="464303"/>
                  </a:lnTo>
                  <a:lnTo>
                    <a:pt x="330459" y="464350"/>
                  </a:lnTo>
                  <a:lnTo>
                    <a:pt x="330186" y="464443"/>
                  </a:lnTo>
                  <a:lnTo>
                    <a:pt x="329912" y="464443"/>
                  </a:lnTo>
                  <a:lnTo>
                    <a:pt x="329593" y="464490"/>
                  </a:lnTo>
                  <a:lnTo>
                    <a:pt x="329229" y="464490"/>
                  </a:lnTo>
                  <a:lnTo>
                    <a:pt x="328864" y="464536"/>
                  </a:lnTo>
                  <a:lnTo>
                    <a:pt x="328682" y="464536"/>
                  </a:lnTo>
                  <a:lnTo>
                    <a:pt x="328454" y="464536"/>
                  </a:lnTo>
                  <a:lnTo>
                    <a:pt x="328272" y="464583"/>
                  </a:lnTo>
                  <a:lnTo>
                    <a:pt x="328044" y="464630"/>
                  </a:lnTo>
                  <a:lnTo>
                    <a:pt x="327816" y="464676"/>
                  </a:lnTo>
                  <a:lnTo>
                    <a:pt x="327634" y="464676"/>
                  </a:lnTo>
                  <a:lnTo>
                    <a:pt x="327498" y="464723"/>
                  </a:lnTo>
                  <a:lnTo>
                    <a:pt x="327270" y="464723"/>
                  </a:lnTo>
                  <a:lnTo>
                    <a:pt x="327042" y="464723"/>
                  </a:lnTo>
                  <a:lnTo>
                    <a:pt x="326814" y="464723"/>
                  </a:lnTo>
                  <a:lnTo>
                    <a:pt x="326541" y="464723"/>
                  </a:lnTo>
                  <a:lnTo>
                    <a:pt x="326267" y="464769"/>
                  </a:lnTo>
                  <a:lnTo>
                    <a:pt x="325857" y="464723"/>
                  </a:lnTo>
                  <a:lnTo>
                    <a:pt x="325675" y="464723"/>
                  </a:lnTo>
                  <a:lnTo>
                    <a:pt x="325493" y="464676"/>
                  </a:lnTo>
                  <a:lnTo>
                    <a:pt x="325356" y="464676"/>
                  </a:lnTo>
                  <a:lnTo>
                    <a:pt x="325174" y="464583"/>
                  </a:lnTo>
                  <a:lnTo>
                    <a:pt x="324992" y="464536"/>
                  </a:lnTo>
                  <a:lnTo>
                    <a:pt x="324809" y="464443"/>
                  </a:lnTo>
                  <a:lnTo>
                    <a:pt x="324627" y="464397"/>
                  </a:lnTo>
                  <a:lnTo>
                    <a:pt x="324354" y="464350"/>
                  </a:lnTo>
                  <a:lnTo>
                    <a:pt x="324126" y="464257"/>
                  </a:lnTo>
                  <a:lnTo>
                    <a:pt x="323944" y="464164"/>
                  </a:lnTo>
                  <a:lnTo>
                    <a:pt x="323761" y="464024"/>
                  </a:lnTo>
                  <a:lnTo>
                    <a:pt x="323534" y="463977"/>
                  </a:lnTo>
                  <a:lnTo>
                    <a:pt x="323351" y="463884"/>
                  </a:lnTo>
                  <a:lnTo>
                    <a:pt x="323078" y="463791"/>
                  </a:lnTo>
                  <a:lnTo>
                    <a:pt x="322759" y="463698"/>
                  </a:lnTo>
                  <a:lnTo>
                    <a:pt x="322531" y="463605"/>
                  </a:lnTo>
                  <a:lnTo>
                    <a:pt x="322349" y="463512"/>
                  </a:lnTo>
                  <a:lnTo>
                    <a:pt x="322167" y="463465"/>
                  </a:lnTo>
                  <a:lnTo>
                    <a:pt x="321985" y="463465"/>
                  </a:lnTo>
                  <a:lnTo>
                    <a:pt x="321848" y="463465"/>
                  </a:lnTo>
                  <a:lnTo>
                    <a:pt x="321711" y="463372"/>
                  </a:lnTo>
                  <a:lnTo>
                    <a:pt x="321529" y="463372"/>
                  </a:lnTo>
                  <a:lnTo>
                    <a:pt x="321347" y="463325"/>
                  </a:lnTo>
                  <a:lnTo>
                    <a:pt x="321210" y="463325"/>
                  </a:lnTo>
                  <a:lnTo>
                    <a:pt x="320982" y="463232"/>
                  </a:lnTo>
                  <a:lnTo>
                    <a:pt x="320800" y="463232"/>
                  </a:lnTo>
                  <a:lnTo>
                    <a:pt x="320527" y="463185"/>
                  </a:lnTo>
                  <a:lnTo>
                    <a:pt x="320253" y="463139"/>
                  </a:lnTo>
                  <a:lnTo>
                    <a:pt x="319980" y="463092"/>
                  </a:lnTo>
                  <a:lnTo>
                    <a:pt x="319706" y="462999"/>
                  </a:lnTo>
                  <a:lnTo>
                    <a:pt x="319433" y="462953"/>
                  </a:lnTo>
                  <a:lnTo>
                    <a:pt x="319205" y="462906"/>
                  </a:lnTo>
                  <a:lnTo>
                    <a:pt x="318932" y="462720"/>
                  </a:lnTo>
                  <a:lnTo>
                    <a:pt x="318522" y="462533"/>
                  </a:lnTo>
                  <a:lnTo>
                    <a:pt x="318203" y="462440"/>
                  </a:lnTo>
                  <a:lnTo>
                    <a:pt x="318066" y="462394"/>
                  </a:lnTo>
                  <a:lnTo>
                    <a:pt x="317884" y="462394"/>
                  </a:lnTo>
                  <a:lnTo>
                    <a:pt x="317611" y="462300"/>
                  </a:lnTo>
                  <a:lnTo>
                    <a:pt x="317292" y="462207"/>
                  </a:lnTo>
                  <a:lnTo>
                    <a:pt x="316973" y="462114"/>
                  </a:lnTo>
                  <a:lnTo>
                    <a:pt x="316699" y="462021"/>
                  </a:lnTo>
                  <a:lnTo>
                    <a:pt x="316426" y="461928"/>
                  </a:lnTo>
                  <a:lnTo>
                    <a:pt x="316107" y="461835"/>
                  </a:lnTo>
                  <a:lnTo>
                    <a:pt x="315788" y="461788"/>
                  </a:lnTo>
                  <a:lnTo>
                    <a:pt x="315515" y="461788"/>
                  </a:lnTo>
                  <a:lnTo>
                    <a:pt x="315241" y="461835"/>
                  </a:lnTo>
                  <a:lnTo>
                    <a:pt x="315059" y="461835"/>
                  </a:lnTo>
                  <a:lnTo>
                    <a:pt x="314786" y="461788"/>
                  </a:lnTo>
                  <a:lnTo>
                    <a:pt x="314512" y="461741"/>
                  </a:lnTo>
                  <a:lnTo>
                    <a:pt x="314193" y="461695"/>
                  </a:lnTo>
                  <a:lnTo>
                    <a:pt x="313966" y="461695"/>
                  </a:lnTo>
                  <a:lnTo>
                    <a:pt x="313419" y="461648"/>
                  </a:lnTo>
                  <a:lnTo>
                    <a:pt x="313191" y="461648"/>
                  </a:lnTo>
                  <a:lnTo>
                    <a:pt x="312781" y="461602"/>
                  </a:lnTo>
                  <a:lnTo>
                    <a:pt x="312371" y="461555"/>
                  </a:lnTo>
                  <a:lnTo>
                    <a:pt x="311961" y="461415"/>
                  </a:lnTo>
                  <a:lnTo>
                    <a:pt x="311642" y="461322"/>
                  </a:lnTo>
                  <a:lnTo>
                    <a:pt x="311369" y="461182"/>
                  </a:lnTo>
                  <a:lnTo>
                    <a:pt x="311004" y="461043"/>
                  </a:lnTo>
                  <a:lnTo>
                    <a:pt x="310640" y="460903"/>
                  </a:lnTo>
                  <a:lnTo>
                    <a:pt x="310230" y="460810"/>
                  </a:lnTo>
                  <a:lnTo>
                    <a:pt x="309956" y="460717"/>
                  </a:lnTo>
                  <a:lnTo>
                    <a:pt x="309637" y="460623"/>
                  </a:lnTo>
                  <a:lnTo>
                    <a:pt x="309410" y="460530"/>
                  </a:lnTo>
                  <a:lnTo>
                    <a:pt x="309136" y="460530"/>
                  </a:lnTo>
                  <a:lnTo>
                    <a:pt x="308817" y="460437"/>
                  </a:lnTo>
                  <a:lnTo>
                    <a:pt x="308407" y="460344"/>
                  </a:lnTo>
                  <a:lnTo>
                    <a:pt x="308134" y="460344"/>
                  </a:lnTo>
                  <a:lnTo>
                    <a:pt x="307769" y="460297"/>
                  </a:lnTo>
                  <a:lnTo>
                    <a:pt x="307359" y="460204"/>
                  </a:lnTo>
                  <a:lnTo>
                    <a:pt x="306949" y="460064"/>
                  </a:lnTo>
                  <a:lnTo>
                    <a:pt x="306812" y="460018"/>
                  </a:lnTo>
                  <a:lnTo>
                    <a:pt x="306402" y="459878"/>
                  </a:lnTo>
                  <a:lnTo>
                    <a:pt x="306038" y="459785"/>
                  </a:lnTo>
                  <a:lnTo>
                    <a:pt x="305582" y="459692"/>
                  </a:lnTo>
                  <a:lnTo>
                    <a:pt x="305355" y="459598"/>
                  </a:lnTo>
                  <a:lnTo>
                    <a:pt x="305127" y="459505"/>
                  </a:lnTo>
                  <a:lnTo>
                    <a:pt x="304671" y="459319"/>
                  </a:lnTo>
                  <a:lnTo>
                    <a:pt x="304261" y="459226"/>
                  </a:lnTo>
                  <a:lnTo>
                    <a:pt x="303988" y="459179"/>
                  </a:lnTo>
                  <a:lnTo>
                    <a:pt x="303623" y="459133"/>
                  </a:lnTo>
                  <a:lnTo>
                    <a:pt x="303395" y="459133"/>
                  </a:lnTo>
                  <a:lnTo>
                    <a:pt x="303259" y="459133"/>
                  </a:lnTo>
                  <a:lnTo>
                    <a:pt x="302940" y="459086"/>
                  </a:lnTo>
                  <a:lnTo>
                    <a:pt x="302666" y="458993"/>
                  </a:lnTo>
                  <a:lnTo>
                    <a:pt x="302347" y="458946"/>
                  </a:lnTo>
                  <a:lnTo>
                    <a:pt x="301937" y="458900"/>
                  </a:lnTo>
                  <a:lnTo>
                    <a:pt x="301618" y="458853"/>
                  </a:lnTo>
                  <a:lnTo>
                    <a:pt x="301300" y="458807"/>
                  </a:lnTo>
                  <a:lnTo>
                    <a:pt x="300889" y="458713"/>
                  </a:lnTo>
                  <a:lnTo>
                    <a:pt x="300479" y="458620"/>
                  </a:lnTo>
                  <a:lnTo>
                    <a:pt x="300252" y="458574"/>
                  </a:lnTo>
                  <a:lnTo>
                    <a:pt x="299842" y="458480"/>
                  </a:lnTo>
                  <a:lnTo>
                    <a:pt x="299340" y="458480"/>
                  </a:lnTo>
                  <a:lnTo>
                    <a:pt x="299021" y="458434"/>
                  </a:lnTo>
                  <a:lnTo>
                    <a:pt x="298885" y="458434"/>
                  </a:lnTo>
                  <a:lnTo>
                    <a:pt x="298429" y="458434"/>
                  </a:lnTo>
                  <a:lnTo>
                    <a:pt x="298110" y="458387"/>
                  </a:lnTo>
                  <a:lnTo>
                    <a:pt x="297518" y="458341"/>
                  </a:lnTo>
                  <a:lnTo>
                    <a:pt x="297062" y="458341"/>
                  </a:lnTo>
                  <a:lnTo>
                    <a:pt x="296516" y="458294"/>
                  </a:lnTo>
                  <a:lnTo>
                    <a:pt x="295969" y="458154"/>
                  </a:lnTo>
                  <a:lnTo>
                    <a:pt x="295513" y="458154"/>
                  </a:lnTo>
                  <a:lnTo>
                    <a:pt x="294875" y="458108"/>
                  </a:lnTo>
                  <a:lnTo>
                    <a:pt x="294647" y="458108"/>
                  </a:lnTo>
                  <a:lnTo>
                    <a:pt x="294465" y="458108"/>
                  </a:lnTo>
                  <a:lnTo>
                    <a:pt x="293736" y="458015"/>
                  </a:lnTo>
                  <a:lnTo>
                    <a:pt x="292734" y="457921"/>
                  </a:lnTo>
                  <a:lnTo>
                    <a:pt x="291914" y="457828"/>
                  </a:lnTo>
                  <a:lnTo>
                    <a:pt x="291367" y="457782"/>
                  </a:lnTo>
                  <a:lnTo>
                    <a:pt x="291139" y="457782"/>
                  </a:lnTo>
                  <a:lnTo>
                    <a:pt x="290866" y="457735"/>
                  </a:lnTo>
                  <a:lnTo>
                    <a:pt x="290410" y="457689"/>
                  </a:lnTo>
                  <a:lnTo>
                    <a:pt x="290046" y="457689"/>
                  </a:lnTo>
                  <a:lnTo>
                    <a:pt x="289818" y="457642"/>
                  </a:lnTo>
                  <a:lnTo>
                    <a:pt x="289681" y="457642"/>
                  </a:lnTo>
                  <a:lnTo>
                    <a:pt x="289226" y="457642"/>
                  </a:lnTo>
                  <a:lnTo>
                    <a:pt x="289043" y="457642"/>
                  </a:lnTo>
                  <a:lnTo>
                    <a:pt x="288724" y="457642"/>
                  </a:lnTo>
                  <a:lnTo>
                    <a:pt x="288314" y="457642"/>
                  </a:lnTo>
                  <a:lnTo>
                    <a:pt x="287813" y="457595"/>
                  </a:lnTo>
                  <a:lnTo>
                    <a:pt x="287130" y="457549"/>
                  </a:lnTo>
                  <a:lnTo>
                    <a:pt x="286902" y="457549"/>
                  </a:lnTo>
                  <a:lnTo>
                    <a:pt x="285763" y="457362"/>
                  </a:lnTo>
                  <a:lnTo>
                    <a:pt x="285581" y="457316"/>
                  </a:lnTo>
                  <a:lnTo>
                    <a:pt x="284077" y="457036"/>
                  </a:lnTo>
                  <a:lnTo>
                    <a:pt x="283029" y="456850"/>
                  </a:lnTo>
                  <a:lnTo>
                    <a:pt x="282164" y="456710"/>
                  </a:lnTo>
                  <a:lnTo>
                    <a:pt x="281890" y="456710"/>
                  </a:lnTo>
                  <a:lnTo>
                    <a:pt x="281754" y="456664"/>
                  </a:lnTo>
                  <a:lnTo>
                    <a:pt x="281070" y="456617"/>
                  </a:lnTo>
                  <a:lnTo>
                    <a:pt x="280068" y="456617"/>
                  </a:lnTo>
                  <a:lnTo>
                    <a:pt x="278883" y="456617"/>
                  </a:lnTo>
                  <a:lnTo>
                    <a:pt x="278017" y="456664"/>
                  </a:lnTo>
                  <a:lnTo>
                    <a:pt x="277015" y="456617"/>
                  </a:lnTo>
                  <a:lnTo>
                    <a:pt x="276195" y="456617"/>
                  </a:lnTo>
                  <a:lnTo>
                    <a:pt x="275284" y="456571"/>
                  </a:lnTo>
                  <a:lnTo>
                    <a:pt x="274327" y="456477"/>
                  </a:lnTo>
                  <a:lnTo>
                    <a:pt x="273507" y="456338"/>
                  </a:lnTo>
                  <a:lnTo>
                    <a:pt x="272778" y="456198"/>
                  </a:lnTo>
                  <a:lnTo>
                    <a:pt x="271912" y="455825"/>
                  </a:lnTo>
                  <a:lnTo>
                    <a:pt x="271274" y="455592"/>
                  </a:lnTo>
                  <a:lnTo>
                    <a:pt x="270682" y="455359"/>
                  </a:lnTo>
                  <a:lnTo>
                    <a:pt x="269999" y="455080"/>
                  </a:lnTo>
                  <a:lnTo>
                    <a:pt x="269133" y="454800"/>
                  </a:lnTo>
                  <a:lnTo>
                    <a:pt x="268404" y="454567"/>
                  </a:lnTo>
                  <a:lnTo>
                    <a:pt x="267538" y="454334"/>
                  </a:lnTo>
                  <a:lnTo>
                    <a:pt x="267402" y="454288"/>
                  </a:lnTo>
                  <a:lnTo>
                    <a:pt x="266627" y="454241"/>
                  </a:lnTo>
                  <a:lnTo>
                    <a:pt x="265898" y="454334"/>
                  </a:lnTo>
                  <a:lnTo>
                    <a:pt x="265761" y="454381"/>
                  </a:lnTo>
                  <a:lnTo>
                    <a:pt x="265215" y="454474"/>
                  </a:lnTo>
                  <a:lnTo>
                    <a:pt x="264440" y="454614"/>
                  </a:lnTo>
                  <a:lnTo>
                    <a:pt x="264258" y="454707"/>
                  </a:lnTo>
                  <a:lnTo>
                    <a:pt x="263802" y="454800"/>
                  </a:lnTo>
                  <a:lnTo>
                    <a:pt x="263301" y="454800"/>
                  </a:lnTo>
                  <a:lnTo>
                    <a:pt x="262800" y="454707"/>
                  </a:lnTo>
                  <a:lnTo>
                    <a:pt x="262025" y="454567"/>
                  </a:lnTo>
                  <a:lnTo>
                    <a:pt x="261342" y="454567"/>
                  </a:lnTo>
                  <a:lnTo>
                    <a:pt x="260750" y="454521"/>
                  </a:lnTo>
                  <a:lnTo>
                    <a:pt x="259383" y="454567"/>
                  </a:lnTo>
                  <a:lnTo>
                    <a:pt x="258198" y="454614"/>
                  </a:lnTo>
                  <a:lnTo>
                    <a:pt x="257013" y="454661"/>
                  </a:lnTo>
                  <a:lnTo>
                    <a:pt x="255738" y="454847"/>
                  </a:lnTo>
                  <a:lnTo>
                    <a:pt x="254508" y="455033"/>
                  </a:lnTo>
                  <a:lnTo>
                    <a:pt x="253779" y="455220"/>
                  </a:lnTo>
                  <a:lnTo>
                    <a:pt x="253414" y="455266"/>
                  </a:lnTo>
                  <a:lnTo>
                    <a:pt x="252457" y="455499"/>
                  </a:lnTo>
                  <a:lnTo>
                    <a:pt x="251865" y="455639"/>
                  </a:lnTo>
                  <a:lnTo>
                    <a:pt x="250453" y="456012"/>
                  </a:lnTo>
                  <a:lnTo>
                    <a:pt x="249450" y="456244"/>
                  </a:lnTo>
                  <a:lnTo>
                    <a:pt x="248539" y="456384"/>
                  </a:lnTo>
                  <a:lnTo>
                    <a:pt x="248038" y="456431"/>
                  </a:lnTo>
                  <a:lnTo>
                    <a:pt x="247719" y="456477"/>
                  </a:lnTo>
                  <a:lnTo>
                    <a:pt x="246899" y="456571"/>
                  </a:lnTo>
                  <a:lnTo>
                    <a:pt x="245122" y="456617"/>
                  </a:lnTo>
                  <a:lnTo>
                    <a:pt x="243618" y="456710"/>
                  </a:lnTo>
                  <a:lnTo>
                    <a:pt x="243482" y="456757"/>
                  </a:lnTo>
                  <a:lnTo>
                    <a:pt x="242753" y="456850"/>
                  </a:lnTo>
                  <a:lnTo>
                    <a:pt x="241933" y="456943"/>
                  </a:lnTo>
                  <a:lnTo>
                    <a:pt x="240292" y="457130"/>
                  </a:lnTo>
                  <a:lnTo>
                    <a:pt x="240019" y="457176"/>
                  </a:lnTo>
                  <a:lnTo>
                    <a:pt x="239062" y="457362"/>
                  </a:lnTo>
                  <a:lnTo>
                    <a:pt x="237650" y="457642"/>
                  </a:lnTo>
                  <a:lnTo>
                    <a:pt x="236283" y="457875"/>
                  </a:lnTo>
                  <a:lnTo>
                    <a:pt x="234324" y="458387"/>
                  </a:lnTo>
                  <a:lnTo>
                    <a:pt x="234050" y="458434"/>
                  </a:lnTo>
                  <a:lnTo>
                    <a:pt x="233276" y="458667"/>
                  </a:lnTo>
                  <a:lnTo>
                    <a:pt x="232729" y="458853"/>
                  </a:lnTo>
                  <a:lnTo>
                    <a:pt x="232319" y="458946"/>
                  </a:lnTo>
                  <a:lnTo>
                    <a:pt x="230679" y="459552"/>
                  </a:lnTo>
                  <a:lnTo>
                    <a:pt x="230542" y="459598"/>
                  </a:lnTo>
                  <a:lnTo>
                    <a:pt x="230223" y="459598"/>
                  </a:lnTo>
                  <a:lnTo>
                    <a:pt x="229357" y="459738"/>
                  </a:lnTo>
                  <a:lnTo>
                    <a:pt x="227307" y="459971"/>
                  </a:lnTo>
                  <a:lnTo>
                    <a:pt x="226897" y="460018"/>
                  </a:lnTo>
                  <a:lnTo>
                    <a:pt x="225394" y="459971"/>
                  </a:lnTo>
                  <a:lnTo>
                    <a:pt x="224892" y="459971"/>
                  </a:lnTo>
                  <a:lnTo>
                    <a:pt x="223662" y="460064"/>
                  </a:lnTo>
                  <a:lnTo>
                    <a:pt x="223252" y="460111"/>
                  </a:lnTo>
                  <a:lnTo>
                    <a:pt x="222250" y="460204"/>
                  </a:lnTo>
                  <a:lnTo>
                    <a:pt x="219881" y="460903"/>
                  </a:lnTo>
                  <a:lnTo>
                    <a:pt x="217921" y="461462"/>
                  </a:lnTo>
                  <a:lnTo>
                    <a:pt x="217192" y="461741"/>
                  </a:lnTo>
                  <a:lnTo>
                    <a:pt x="216099" y="461974"/>
                  </a:lnTo>
                  <a:lnTo>
                    <a:pt x="214459" y="462347"/>
                  </a:lnTo>
                  <a:lnTo>
                    <a:pt x="213912" y="462487"/>
                  </a:lnTo>
                  <a:lnTo>
                    <a:pt x="212181" y="462906"/>
                  </a:lnTo>
                  <a:lnTo>
                    <a:pt x="210449" y="463139"/>
                  </a:lnTo>
                  <a:lnTo>
                    <a:pt x="208991" y="463372"/>
                  </a:lnTo>
                  <a:lnTo>
                    <a:pt x="208080" y="463605"/>
                  </a:lnTo>
                  <a:lnTo>
                    <a:pt x="207579" y="463744"/>
                  </a:lnTo>
                  <a:lnTo>
                    <a:pt x="203478" y="464630"/>
                  </a:lnTo>
                  <a:lnTo>
                    <a:pt x="195687" y="466446"/>
                  </a:lnTo>
                  <a:lnTo>
                    <a:pt x="191222" y="467471"/>
                  </a:lnTo>
                  <a:lnTo>
                    <a:pt x="187167" y="468263"/>
                  </a:lnTo>
                  <a:lnTo>
                    <a:pt x="184479" y="468496"/>
                  </a:lnTo>
                  <a:lnTo>
                    <a:pt x="182976" y="468869"/>
                  </a:lnTo>
                  <a:lnTo>
                    <a:pt x="182064" y="469102"/>
                  </a:lnTo>
                  <a:lnTo>
                    <a:pt x="181108" y="469335"/>
                  </a:lnTo>
                  <a:lnTo>
                    <a:pt x="177098" y="470126"/>
                  </a:lnTo>
                  <a:lnTo>
                    <a:pt x="173499" y="470872"/>
                  </a:lnTo>
                  <a:lnTo>
                    <a:pt x="173316" y="470918"/>
                  </a:lnTo>
                  <a:lnTo>
                    <a:pt x="172132" y="471151"/>
                  </a:lnTo>
                  <a:lnTo>
                    <a:pt x="171904" y="471198"/>
                  </a:lnTo>
                  <a:lnTo>
                    <a:pt x="167348" y="472223"/>
                  </a:lnTo>
                  <a:lnTo>
                    <a:pt x="163475" y="472828"/>
                  </a:lnTo>
                  <a:lnTo>
                    <a:pt x="162837" y="472922"/>
                  </a:lnTo>
                  <a:lnTo>
                    <a:pt x="161151" y="473341"/>
                  </a:lnTo>
                  <a:lnTo>
                    <a:pt x="160559" y="473481"/>
                  </a:lnTo>
                  <a:lnTo>
                    <a:pt x="160240" y="473527"/>
                  </a:lnTo>
                  <a:lnTo>
                    <a:pt x="159967" y="473574"/>
                  </a:lnTo>
                  <a:lnTo>
                    <a:pt x="145478" y="475996"/>
                  </a:lnTo>
                  <a:lnTo>
                    <a:pt x="144886" y="472223"/>
                  </a:lnTo>
                  <a:lnTo>
                    <a:pt x="144111" y="465934"/>
                  </a:lnTo>
                  <a:lnTo>
                    <a:pt x="143975" y="464397"/>
                  </a:lnTo>
                  <a:lnTo>
                    <a:pt x="143200" y="463977"/>
                  </a:lnTo>
                  <a:lnTo>
                    <a:pt x="142107" y="463092"/>
                  </a:lnTo>
                  <a:lnTo>
                    <a:pt x="140740" y="461462"/>
                  </a:lnTo>
                  <a:lnTo>
                    <a:pt x="141788" y="460810"/>
                  </a:lnTo>
                  <a:lnTo>
                    <a:pt x="142790" y="459831"/>
                  </a:lnTo>
                  <a:lnTo>
                    <a:pt x="143565" y="458900"/>
                  </a:lnTo>
                  <a:lnTo>
                    <a:pt x="145114" y="455639"/>
                  </a:lnTo>
                  <a:lnTo>
                    <a:pt x="147118" y="451260"/>
                  </a:lnTo>
                  <a:lnTo>
                    <a:pt x="151128" y="443061"/>
                  </a:lnTo>
                  <a:lnTo>
                    <a:pt x="155046" y="434955"/>
                  </a:lnTo>
                  <a:lnTo>
                    <a:pt x="155456" y="434070"/>
                  </a:lnTo>
                  <a:lnTo>
                    <a:pt x="157324" y="434257"/>
                  </a:lnTo>
                  <a:lnTo>
                    <a:pt x="159602" y="428713"/>
                  </a:lnTo>
                  <a:lnTo>
                    <a:pt x="160605" y="426244"/>
                  </a:lnTo>
                  <a:lnTo>
                    <a:pt x="160969" y="425313"/>
                  </a:lnTo>
                  <a:lnTo>
                    <a:pt x="163065" y="420421"/>
                  </a:lnTo>
                  <a:lnTo>
                    <a:pt x="163521" y="419676"/>
                  </a:lnTo>
                  <a:lnTo>
                    <a:pt x="165799" y="415204"/>
                  </a:lnTo>
                  <a:lnTo>
                    <a:pt x="165890" y="414924"/>
                  </a:lnTo>
                  <a:lnTo>
                    <a:pt x="168988" y="408542"/>
                  </a:lnTo>
                  <a:lnTo>
                    <a:pt x="171038" y="404443"/>
                  </a:lnTo>
                  <a:lnTo>
                    <a:pt x="172041" y="402300"/>
                  </a:lnTo>
                  <a:lnTo>
                    <a:pt x="172314" y="401415"/>
                  </a:lnTo>
                  <a:lnTo>
                    <a:pt x="169763" y="400157"/>
                  </a:lnTo>
                  <a:lnTo>
                    <a:pt x="169216" y="399971"/>
                  </a:lnTo>
                  <a:lnTo>
                    <a:pt x="169444" y="399552"/>
                  </a:lnTo>
                  <a:lnTo>
                    <a:pt x="170218" y="398061"/>
                  </a:lnTo>
                  <a:lnTo>
                    <a:pt x="171221" y="396104"/>
                  </a:lnTo>
                  <a:lnTo>
                    <a:pt x="171540" y="395545"/>
                  </a:lnTo>
                  <a:lnTo>
                    <a:pt x="172770" y="392890"/>
                  </a:lnTo>
                  <a:lnTo>
                    <a:pt x="172952" y="392471"/>
                  </a:lnTo>
                  <a:lnTo>
                    <a:pt x="173408" y="391772"/>
                  </a:lnTo>
                  <a:lnTo>
                    <a:pt x="173681" y="391260"/>
                  </a:lnTo>
                  <a:lnTo>
                    <a:pt x="173954" y="390794"/>
                  </a:lnTo>
                  <a:lnTo>
                    <a:pt x="174045" y="390607"/>
                  </a:lnTo>
                  <a:lnTo>
                    <a:pt x="174137" y="390421"/>
                  </a:lnTo>
                  <a:lnTo>
                    <a:pt x="174228" y="389769"/>
                  </a:lnTo>
                  <a:lnTo>
                    <a:pt x="174364" y="388977"/>
                  </a:lnTo>
                  <a:lnTo>
                    <a:pt x="174501" y="388325"/>
                  </a:lnTo>
                  <a:lnTo>
                    <a:pt x="174683" y="387859"/>
                  </a:lnTo>
                  <a:lnTo>
                    <a:pt x="174820" y="387486"/>
                  </a:lnTo>
                  <a:lnTo>
                    <a:pt x="175093" y="386927"/>
                  </a:lnTo>
                  <a:lnTo>
                    <a:pt x="175321" y="386461"/>
                  </a:lnTo>
                  <a:lnTo>
                    <a:pt x="175686" y="385809"/>
                  </a:lnTo>
                  <a:lnTo>
                    <a:pt x="176005" y="385669"/>
                  </a:lnTo>
                  <a:lnTo>
                    <a:pt x="176187" y="385343"/>
                  </a:lnTo>
                  <a:lnTo>
                    <a:pt x="169444" y="381896"/>
                  </a:lnTo>
                  <a:lnTo>
                    <a:pt x="167712" y="380219"/>
                  </a:lnTo>
                  <a:lnTo>
                    <a:pt x="166482" y="378682"/>
                  </a:lnTo>
                  <a:lnTo>
                    <a:pt x="162974" y="373325"/>
                  </a:lnTo>
                  <a:lnTo>
                    <a:pt x="152723" y="357207"/>
                  </a:lnTo>
                  <a:lnTo>
                    <a:pt x="142836" y="341880"/>
                  </a:lnTo>
                  <a:lnTo>
                    <a:pt x="138644" y="333356"/>
                  </a:lnTo>
                  <a:lnTo>
                    <a:pt x="134680" y="325017"/>
                  </a:lnTo>
                  <a:lnTo>
                    <a:pt x="130033" y="315141"/>
                  </a:lnTo>
                  <a:lnTo>
                    <a:pt x="129668" y="314396"/>
                  </a:lnTo>
                  <a:lnTo>
                    <a:pt x="129577" y="314163"/>
                  </a:lnTo>
                  <a:lnTo>
                    <a:pt x="128803" y="312579"/>
                  </a:lnTo>
                  <a:lnTo>
                    <a:pt x="128575" y="312020"/>
                  </a:lnTo>
                  <a:lnTo>
                    <a:pt x="128119" y="311135"/>
                  </a:lnTo>
                  <a:lnTo>
                    <a:pt x="127755" y="310343"/>
                  </a:lnTo>
                  <a:lnTo>
                    <a:pt x="126388" y="307408"/>
                  </a:lnTo>
                  <a:lnTo>
                    <a:pt x="125568" y="305638"/>
                  </a:lnTo>
                  <a:lnTo>
                    <a:pt x="122743" y="306989"/>
                  </a:lnTo>
                  <a:lnTo>
                    <a:pt x="120556" y="302098"/>
                  </a:lnTo>
                  <a:lnTo>
                    <a:pt x="119918" y="302237"/>
                  </a:lnTo>
                  <a:lnTo>
                    <a:pt x="114633" y="299582"/>
                  </a:lnTo>
                  <a:lnTo>
                    <a:pt x="115089" y="298697"/>
                  </a:lnTo>
                  <a:lnTo>
                    <a:pt x="113221" y="297719"/>
                  </a:lnTo>
                  <a:lnTo>
                    <a:pt x="103288" y="302191"/>
                  </a:lnTo>
                  <a:lnTo>
                    <a:pt x="87524" y="310250"/>
                  </a:lnTo>
                  <a:lnTo>
                    <a:pt x="86567" y="308107"/>
                  </a:lnTo>
                  <a:lnTo>
                    <a:pt x="72078" y="279877"/>
                  </a:lnTo>
                  <a:lnTo>
                    <a:pt x="71531" y="280389"/>
                  </a:lnTo>
                  <a:lnTo>
                    <a:pt x="71258" y="280669"/>
                  </a:lnTo>
                  <a:lnTo>
                    <a:pt x="70939" y="280483"/>
                  </a:lnTo>
                  <a:lnTo>
                    <a:pt x="70575" y="280343"/>
                  </a:lnTo>
                  <a:lnTo>
                    <a:pt x="70119" y="280156"/>
                  </a:lnTo>
                  <a:lnTo>
                    <a:pt x="64606" y="277920"/>
                  </a:lnTo>
                  <a:lnTo>
                    <a:pt x="63330" y="277408"/>
                  </a:lnTo>
                  <a:lnTo>
                    <a:pt x="62328" y="276989"/>
                  </a:lnTo>
                  <a:lnTo>
                    <a:pt x="61736" y="276756"/>
                  </a:lnTo>
                  <a:lnTo>
                    <a:pt x="61599" y="276709"/>
                  </a:lnTo>
                  <a:lnTo>
                    <a:pt x="60733" y="276337"/>
                  </a:lnTo>
                  <a:lnTo>
                    <a:pt x="57635" y="275079"/>
                  </a:lnTo>
                  <a:lnTo>
                    <a:pt x="57316" y="274986"/>
                  </a:lnTo>
                  <a:lnTo>
                    <a:pt x="55813" y="274427"/>
                  </a:lnTo>
                  <a:lnTo>
                    <a:pt x="55676" y="274380"/>
                  </a:lnTo>
                  <a:lnTo>
                    <a:pt x="55357" y="274240"/>
                  </a:lnTo>
                  <a:lnTo>
                    <a:pt x="53626" y="273215"/>
                  </a:lnTo>
                  <a:lnTo>
                    <a:pt x="52578" y="272610"/>
                  </a:lnTo>
                  <a:lnTo>
                    <a:pt x="51575" y="272097"/>
                  </a:lnTo>
                  <a:lnTo>
                    <a:pt x="51302" y="271166"/>
                  </a:lnTo>
                  <a:lnTo>
                    <a:pt x="51211" y="270979"/>
                  </a:lnTo>
                  <a:lnTo>
                    <a:pt x="51029" y="270374"/>
                  </a:lnTo>
                  <a:lnTo>
                    <a:pt x="50846" y="270001"/>
                  </a:lnTo>
                  <a:lnTo>
                    <a:pt x="50528" y="269628"/>
                  </a:lnTo>
                  <a:lnTo>
                    <a:pt x="48887" y="270281"/>
                  </a:lnTo>
                  <a:lnTo>
                    <a:pt x="48022" y="270607"/>
                  </a:lnTo>
                  <a:lnTo>
                    <a:pt x="47930" y="269722"/>
                  </a:lnTo>
                  <a:lnTo>
                    <a:pt x="47839" y="268883"/>
                  </a:lnTo>
                  <a:lnTo>
                    <a:pt x="47976" y="268557"/>
                  </a:lnTo>
                  <a:lnTo>
                    <a:pt x="48022" y="267858"/>
                  </a:lnTo>
                  <a:lnTo>
                    <a:pt x="47976" y="267672"/>
                  </a:lnTo>
                  <a:lnTo>
                    <a:pt x="47930" y="267346"/>
                  </a:lnTo>
                  <a:lnTo>
                    <a:pt x="47794" y="266787"/>
                  </a:lnTo>
                  <a:lnTo>
                    <a:pt x="47748" y="266554"/>
                  </a:lnTo>
                  <a:lnTo>
                    <a:pt x="47657" y="266181"/>
                  </a:lnTo>
                  <a:lnTo>
                    <a:pt x="47566" y="266041"/>
                  </a:lnTo>
                  <a:lnTo>
                    <a:pt x="47156" y="265296"/>
                  </a:lnTo>
                  <a:lnTo>
                    <a:pt x="46883" y="265017"/>
                  </a:lnTo>
                  <a:lnTo>
                    <a:pt x="46518" y="264504"/>
                  </a:lnTo>
                  <a:lnTo>
                    <a:pt x="46290" y="264085"/>
                  </a:lnTo>
                  <a:lnTo>
                    <a:pt x="46290" y="263899"/>
                  </a:lnTo>
                  <a:lnTo>
                    <a:pt x="46199" y="263386"/>
                  </a:lnTo>
                  <a:lnTo>
                    <a:pt x="46199" y="262827"/>
                  </a:lnTo>
                  <a:lnTo>
                    <a:pt x="46154" y="262128"/>
                  </a:lnTo>
                  <a:lnTo>
                    <a:pt x="46108" y="261895"/>
                  </a:lnTo>
                  <a:lnTo>
                    <a:pt x="46017" y="261057"/>
                  </a:lnTo>
                  <a:lnTo>
                    <a:pt x="45971" y="260917"/>
                  </a:lnTo>
                  <a:lnTo>
                    <a:pt x="45971" y="260731"/>
                  </a:lnTo>
                  <a:lnTo>
                    <a:pt x="45971" y="260125"/>
                  </a:lnTo>
                  <a:lnTo>
                    <a:pt x="45971" y="259892"/>
                  </a:lnTo>
                  <a:lnTo>
                    <a:pt x="45971" y="259613"/>
                  </a:lnTo>
                  <a:lnTo>
                    <a:pt x="45971" y="259287"/>
                  </a:lnTo>
                  <a:lnTo>
                    <a:pt x="45971" y="258961"/>
                  </a:lnTo>
                  <a:lnTo>
                    <a:pt x="46017" y="258402"/>
                  </a:lnTo>
                  <a:lnTo>
                    <a:pt x="46017" y="257796"/>
                  </a:lnTo>
                  <a:lnTo>
                    <a:pt x="45971" y="257144"/>
                  </a:lnTo>
                  <a:lnTo>
                    <a:pt x="45971" y="256166"/>
                  </a:lnTo>
                  <a:lnTo>
                    <a:pt x="46062" y="255793"/>
                  </a:lnTo>
                  <a:lnTo>
                    <a:pt x="46245" y="255513"/>
                  </a:lnTo>
                  <a:lnTo>
                    <a:pt x="46381" y="255281"/>
                  </a:lnTo>
                  <a:lnTo>
                    <a:pt x="47156" y="254442"/>
                  </a:lnTo>
                  <a:lnTo>
                    <a:pt x="48386" y="253417"/>
                  </a:lnTo>
                  <a:lnTo>
                    <a:pt x="48523" y="253231"/>
                  </a:lnTo>
                  <a:lnTo>
                    <a:pt x="48796" y="252951"/>
                  </a:lnTo>
                  <a:lnTo>
                    <a:pt x="48978" y="252765"/>
                  </a:lnTo>
                  <a:lnTo>
                    <a:pt x="49571" y="252066"/>
                  </a:lnTo>
                  <a:lnTo>
                    <a:pt x="49981" y="251740"/>
                  </a:lnTo>
                  <a:lnTo>
                    <a:pt x="50710" y="251461"/>
                  </a:lnTo>
                  <a:lnTo>
                    <a:pt x="51302" y="251088"/>
                  </a:lnTo>
                  <a:lnTo>
                    <a:pt x="51575" y="250762"/>
                  </a:lnTo>
                  <a:lnTo>
                    <a:pt x="51712" y="250343"/>
                  </a:lnTo>
                  <a:lnTo>
                    <a:pt x="51849" y="249923"/>
                  </a:lnTo>
                  <a:lnTo>
                    <a:pt x="52122" y="248852"/>
                  </a:lnTo>
                  <a:lnTo>
                    <a:pt x="52259" y="248386"/>
                  </a:lnTo>
                  <a:lnTo>
                    <a:pt x="52350" y="248153"/>
                  </a:lnTo>
                  <a:lnTo>
                    <a:pt x="52806" y="247454"/>
                  </a:lnTo>
                  <a:lnTo>
                    <a:pt x="53762" y="246243"/>
                  </a:lnTo>
                  <a:lnTo>
                    <a:pt x="53899" y="246103"/>
                  </a:lnTo>
                  <a:lnTo>
                    <a:pt x="54081" y="245824"/>
                  </a:lnTo>
                  <a:lnTo>
                    <a:pt x="54400" y="245451"/>
                  </a:lnTo>
                  <a:lnTo>
                    <a:pt x="54719" y="244613"/>
                  </a:lnTo>
                  <a:lnTo>
                    <a:pt x="55494" y="241957"/>
                  </a:lnTo>
                  <a:lnTo>
                    <a:pt x="56086" y="240839"/>
                  </a:lnTo>
                  <a:lnTo>
                    <a:pt x="56268" y="240513"/>
                  </a:lnTo>
                  <a:lnTo>
                    <a:pt x="56769" y="239675"/>
                  </a:lnTo>
                  <a:lnTo>
                    <a:pt x="57316" y="238557"/>
                  </a:lnTo>
                  <a:lnTo>
                    <a:pt x="57681" y="237579"/>
                  </a:lnTo>
                  <a:lnTo>
                    <a:pt x="57726" y="237392"/>
                  </a:lnTo>
                  <a:lnTo>
                    <a:pt x="57863" y="236507"/>
                  </a:lnTo>
                  <a:lnTo>
                    <a:pt x="58091" y="235995"/>
                  </a:lnTo>
                  <a:lnTo>
                    <a:pt x="58091" y="235808"/>
                  </a:lnTo>
                  <a:lnTo>
                    <a:pt x="57590" y="234830"/>
                  </a:lnTo>
                  <a:lnTo>
                    <a:pt x="57498" y="234690"/>
                  </a:lnTo>
                  <a:lnTo>
                    <a:pt x="57453" y="234551"/>
                  </a:lnTo>
                  <a:lnTo>
                    <a:pt x="57316" y="234318"/>
                  </a:lnTo>
                  <a:lnTo>
                    <a:pt x="57407" y="234131"/>
                  </a:lnTo>
                  <a:lnTo>
                    <a:pt x="58364" y="232594"/>
                  </a:lnTo>
                  <a:lnTo>
                    <a:pt x="59139" y="231616"/>
                  </a:lnTo>
                  <a:lnTo>
                    <a:pt x="59959" y="230032"/>
                  </a:lnTo>
                  <a:lnTo>
                    <a:pt x="60095" y="229799"/>
                  </a:lnTo>
                  <a:lnTo>
                    <a:pt x="60551" y="228960"/>
                  </a:lnTo>
                  <a:lnTo>
                    <a:pt x="60688" y="228774"/>
                  </a:lnTo>
                  <a:lnTo>
                    <a:pt x="58455" y="221926"/>
                  </a:lnTo>
                  <a:lnTo>
                    <a:pt x="57863" y="220109"/>
                  </a:lnTo>
                  <a:lnTo>
                    <a:pt x="55038" y="211724"/>
                  </a:lnTo>
                  <a:lnTo>
                    <a:pt x="54901" y="210187"/>
                  </a:lnTo>
                  <a:lnTo>
                    <a:pt x="53307" y="205855"/>
                  </a:lnTo>
                  <a:lnTo>
                    <a:pt x="50391" y="197889"/>
                  </a:lnTo>
                  <a:lnTo>
                    <a:pt x="48386" y="191553"/>
                  </a:lnTo>
                  <a:lnTo>
                    <a:pt x="48705" y="178650"/>
                  </a:lnTo>
                  <a:lnTo>
                    <a:pt x="48204" y="177485"/>
                  </a:lnTo>
                  <a:lnTo>
                    <a:pt x="46381" y="177066"/>
                  </a:lnTo>
                  <a:lnTo>
                    <a:pt x="46108" y="176414"/>
                  </a:lnTo>
                  <a:lnTo>
                    <a:pt x="44604" y="172454"/>
                  </a:lnTo>
                  <a:lnTo>
                    <a:pt x="43830" y="170591"/>
                  </a:lnTo>
                  <a:lnTo>
                    <a:pt x="47384" y="170171"/>
                  </a:lnTo>
                  <a:lnTo>
                    <a:pt x="48386" y="169379"/>
                  </a:lnTo>
                  <a:lnTo>
                    <a:pt x="48477" y="162625"/>
                  </a:lnTo>
                  <a:lnTo>
                    <a:pt x="49297" y="158246"/>
                  </a:lnTo>
                  <a:lnTo>
                    <a:pt x="49525" y="157174"/>
                  </a:lnTo>
                  <a:lnTo>
                    <a:pt x="49981" y="155171"/>
                  </a:lnTo>
                  <a:lnTo>
                    <a:pt x="49981" y="155031"/>
                  </a:lnTo>
                  <a:lnTo>
                    <a:pt x="50026" y="154799"/>
                  </a:lnTo>
                  <a:lnTo>
                    <a:pt x="50072" y="154612"/>
                  </a:lnTo>
                  <a:lnTo>
                    <a:pt x="50072" y="154426"/>
                  </a:lnTo>
                  <a:lnTo>
                    <a:pt x="50117" y="154007"/>
                  </a:lnTo>
                  <a:lnTo>
                    <a:pt x="50209" y="152935"/>
                  </a:lnTo>
                  <a:lnTo>
                    <a:pt x="50573" y="152236"/>
                  </a:lnTo>
                  <a:lnTo>
                    <a:pt x="50892" y="151584"/>
                  </a:lnTo>
                  <a:lnTo>
                    <a:pt x="51256" y="150932"/>
                  </a:lnTo>
                  <a:lnTo>
                    <a:pt x="51348" y="150792"/>
                  </a:lnTo>
                  <a:lnTo>
                    <a:pt x="51758" y="149954"/>
                  </a:lnTo>
                  <a:lnTo>
                    <a:pt x="51940" y="149069"/>
                  </a:lnTo>
                  <a:lnTo>
                    <a:pt x="51940" y="148836"/>
                  </a:lnTo>
                  <a:lnTo>
                    <a:pt x="52213" y="148137"/>
                  </a:lnTo>
                  <a:lnTo>
                    <a:pt x="52259" y="147345"/>
                  </a:lnTo>
                  <a:lnTo>
                    <a:pt x="52350" y="146879"/>
                  </a:lnTo>
                  <a:lnTo>
                    <a:pt x="52441" y="146553"/>
                  </a:lnTo>
                  <a:lnTo>
                    <a:pt x="52623" y="145715"/>
                  </a:lnTo>
                  <a:lnTo>
                    <a:pt x="52623" y="145156"/>
                  </a:lnTo>
                  <a:lnTo>
                    <a:pt x="52623" y="144969"/>
                  </a:lnTo>
                  <a:lnTo>
                    <a:pt x="52578" y="144410"/>
                  </a:lnTo>
                  <a:lnTo>
                    <a:pt x="52532" y="144271"/>
                  </a:lnTo>
                  <a:lnTo>
                    <a:pt x="52304" y="143618"/>
                  </a:lnTo>
                  <a:lnTo>
                    <a:pt x="52213" y="143292"/>
                  </a:lnTo>
                  <a:lnTo>
                    <a:pt x="52168" y="142174"/>
                  </a:lnTo>
                  <a:lnTo>
                    <a:pt x="52304" y="141429"/>
                  </a:lnTo>
                  <a:lnTo>
                    <a:pt x="52806" y="140264"/>
                  </a:lnTo>
                  <a:lnTo>
                    <a:pt x="52942" y="139705"/>
                  </a:lnTo>
                  <a:lnTo>
                    <a:pt x="52897" y="138541"/>
                  </a:lnTo>
                  <a:lnTo>
                    <a:pt x="52806" y="137609"/>
                  </a:lnTo>
                  <a:lnTo>
                    <a:pt x="52714" y="136398"/>
                  </a:lnTo>
                  <a:lnTo>
                    <a:pt x="52623" y="135513"/>
                  </a:lnTo>
                  <a:lnTo>
                    <a:pt x="52441" y="134814"/>
                  </a:lnTo>
                  <a:lnTo>
                    <a:pt x="52122" y="134069"/>
                  </a:lnTo>
                  <a:lnTo>
                    <a:pt x="51758" y="133277"/>
                  </a:lnTo>
                  <a:lnTo>
                    <a:pt x="51211" y="132392"/>
                  </a:lnTo>
                  <a:lnTo>
                    <a:pt x="51029" y="131739"/>
                  </a:lnTo>
                  <a:lnTo>
                    <a:pt x="50482" y="130994"/>
                  </a:lnTo>
                  <a:lnTo>
                    <a:pt x="49890" y="130715"/>
                  </a:lnTo>
                  <a:lnTo>
                    <a:pt x="49753" y="130575"/>
                  </a:lnTo>
                  <a:lnTo>
                    <a:pt x="49206" y="130109"/>
                  </a:lnTo>
                  <a:lnTo>
                    <a:pt x="48887" y="129829"/>
                  </a:lnTo>
                  <a:lnTo>
                    <a:pt x="48659" y="129643"/>
                  </a:lnTo>
                  <a:lnTo>
                    <a:pt x="48659" y="129038"/>
                  </a:lnTo>
                  <a:lnTo>
                    <a:pt x="48796" y="128339"/>
                  </a:lnTo>
                  <a:lnTo>
                    <a:pt x="48523" y="127547"/>
                  </a:lnTo>
                  <a:lnTo>
                    <a:pt x="48386" y="127360"/>
                  </a:lnTo>
                  <a:lnTo>
                    <a:pt x="48158" y="127081"/>
                  </a:lnTo>
                  <a:lnTo>
                    <a:pt x="47566" y="126475"/>
                  </a:lnTo>
                  <a:lnTo>
                    <a:pt x="47156" y="125870"/>
                  </a:lnTo>
                  <a:lnTo>
                    <a:pt x="47429" y="125451"/>
                  </a:lnTo>
                  <a:lnTo>
                    <a:pt x="47930" y="124845"/>
                  </a:lnTo>
                  <a:lnTo>
                    <a:pt x="48341" y="124193"/>
                  </a:lnTo>
                  <a:lnTo>
                    <a:pt x="48568" y="123774"/>
                  </a:lnTo>
                  <a:lnTo>
                    <a:pt x="48933" y="123308"/>
                  </a:lnTo>
                  <a:lnTo>
                    <a:pt x="49070" y="122609"/>
                  </a:lnTo>
                  <a:lnTo>
                    <a:pt x="49388" y="121957"/>
                  </a:lnTo>
                  <a:lnTo>
                    <a:pt x="49799" y="121537"/>
                  </a:lnTo>
                  <a:lnTo>
                    <a:pt x="49981" y="121165"/>
                  </a:lnTo>
                  <a:lnTo>
                    <a:pt x="50026" y="120978"/>
                  </a:lnTo>
                  <a:lnTo>
                    <a:pt x="50117" y="120513"/>
                  </a:lnTo>
                  <a:lnTo>
                    <a:pt x="50528" y="119954"/>
                  </a:lnTo>
                  <a:lnTo>
                    <a:pt x="50619" y="119814"/>
                  </a:lnTo>
                  <a:lnTo>
                    <a:pt x="50983" y="119301"/>
                  </a:lnTo>
                  <a:lnTo>
                    <a:pt x="51029" y="118929"/>
                  </a:lnTo>
                  <a:lnTo>
                    <a:pt x="50710" y="118603"/>
                  </a:lnTo>
                  <a:lnTo>
                    <a:pt x="50391" y="118556"/>
                  </a:lnTo>
                  <a:lnTo>
                    <a:pt x="50026" y="118510"/>
                  </a:lnTo>
                  <a:lnTo>
                    <a:pt x="49662" y="118323"/>
                  </a:lnTo>
                  <a:lnTo>
                    <a:pt x="49525" y="118277"/>
                  </a:lnTo>
                  <a:lnTo>
                    <a:pt x="49070" y="118090"/>
                  </a:lnTo>
                  <a:lnTo>
                    <a:pt x="48842" y="117997"/>
                  </a:lnTo>
                  <a:lnTo>
                    <a:pt x="48523" y="117904"/>
                  </a:lnTo>
                  <a:lnTo>
                    <a:pt x="48204" y="117438"/>
                  </a:lnTo>
                  <a:lnTo>
                    <a:pt x="47885" y="116879"/>
                  </a:lnTo>
                  <a:lnTo>
                    <a:pt x="47703" y="116553"/>
                  </a:lnTo>
                  <a:lnTo>
                    <a:pt x="47703" y="115854"/>
                  </a:lnTo>
                  <a:lnTo>
                    <a:pt x="47612" y="114643"/>
                  </a:lnTo>
                  <a:lnTo>
                    <a:pt x="47520" y="114084"/>
                  </a:lnTo>
                  <a:lnTo>
                    <a:pt x="47065" y="113944"/>
                  </a:lnTo>
                  <a:lnTo>
                    <a:pt x="46473" y="113758"/>
                  </a:lnTo>
                  <a:lnTo>
                    <a:pt x="46062" y="113339"/>
                  </a:lnTo>
                  <a:lnTo>
                    <a:pt x="45744" y="112919"/>
                  </a:lnTo>
                  <a:lnTo>
                    <a:pt x="45561" y="112081"/>
                  </a:lnTo>
                  <a:lnTo>
                    <a:pt x="45379" y="111196"/>
                  </a:lnTo>
                  <a:lnTo>
                    <a:pt x="45333" y="110590"/>
                  </a:lnTo>
                  <a:lnTo>
                    <a:pt x="45288" y="110078"/>
                  </a:lnTo>
                  <a:lnTo>
                    <a:pt x="45242" y="109519"/>
                  </a:lnTo>
                  <a:lnTo>
                    <a:pt x="45151" y="108960"/>
                  </a:lnTo>
                  <a:lnTo>
                    <a:pt x="45060" y="108447"/>
                  </a:lnTo>
                  <a:lnTo>
                    <a:pt x="44923" y="107376"/>
                  </a:lnTo>
                  <a:lnTo>
                    <a:pt x="45015" y="106677"/>
                  </a:lnTo>
                  <a:lnTo>
                    <a:pt x="45242" y="106258"/>
                  </a:lnTo>
                  <a:lnTo>
                    <a:pt x="45425" y="105466"/>
                  </a:lnTo>
                  <a:lnTo>
                    <a:pt x="45698" y="105140"/>
                  </a:lnTo>
                  <a:lnTo>
                    <a:pt x="45926" y="104860"/>
                  </a:lnTo>
                  <a:lnTo>
                    <a:pt x="46473" y="104162"/>
                  </a:lnTo>
                  <a:lnTo>
                    <a:pt x="47110" y="103603"/>
                  </a:lnTo>
                  <a:lnTo>
                    <a:pt x="47156" y="103277"/>
                  </a:lnTo>
                  <a:lnTo>
                    <a:pt x="47201" y="103044"/>
                  </a:lnTo>
                  <a:lnTo>
                    <a:pt x="47110" y="102252"/>
                  </a:lnTo>
                  <a:lnTo>
                    <a:pt x="46883" y="101413"/>
                  </a:lnTo>
                  <a:lnTo>
                    <a:pt x="46883" y="101227"/>
                  </a:lnTo>
                  <a:lnTo>
                    <a:pt x="46791" y="100947"/>
                  </a:lnTo>
                  <a:lnTo>
                    <a:pt x="46564" y="100388"/>
                  </a:lnTo>
                  <a:lnTo>
                    <a:pt x="46564" y="100155"/>
                  </a:lnTo>
                  <a:lnTo>
                    <a:pt x="46473" y="99457"/>
                  </a:lnTo>
                  <a:lnTo>
                    <a:pt x="46473" y="98292"/>
                  </a:lnTo>
                  <a:lnTo>
                    <a:pt x="46518" y="97267"/>
                  </a:lnTo>
                  <a:lnTo>
                    <a:pt x="46746" y="96615"/>
                  </a:lnTo>
                  <a:lnTo>
                    <a:pt x="47110" y="96103"/>
                  </a:lnTo>
                  <a:lnTo>
                    <a:pt x="47247" y="95870"/>
                  </a:lnTo>
                  <a:lnTo>
                    <a:pt x="47293" y="95730"/>
                  </a:lnTo>
                  <a:lnTo>
                    <a:pt x="47384" y="94938"/>
                  </a:lnTo>
                  <a:lnTo>
                    <a:pt x="47748" y="93634"/>
                  </a:lnTo>
                  <a:lnTo>
                    <a:pt x="47794" y="93447"/>
                  </a:lnTo>
                  <a:lnTo>
                    <a:pt x="47885" y="93028"/>
                  </a:lnTo>
                  <a:lnTo>
                    <a:pt x="47748" y="92888"/>
                  </a:lnTo>
                  <a:lnTo>
                    <a:pt x="47384" y="92516"/>
                  </a:lnTo>
                  <a:lnTo>
                    <a:pt x="46883" y="91910"/>
                  </a:lnTo>
                  <a:lnTo>
                    <a:pt x="46245" y="90932"/>
                  </a:lnTo>
                  <a:lnTo>
                    <a:pt x="45971" y="89953"/>
                  </a:lnTo>
                  <a:lnTo>
                    <a:pt x="45516" y="88929"/>
                  </a:lnTo>
                  <a:lnTo>
                    <a:pt x="45060" y="88463"/>
                  </a:lnTo>
                  <a:lnTo>
                    <a:pt x="44468" y="88043"/>
                  </a:lnTo>
                  <a:lnTo>
                    <a:pt x="44058" y="87764"/>
                  </a:lnTo>
                  <a:lnTo>
                    <a:pt x="43557" y="87205"/>
                  </a:lnTo>
                  <a:lnTo>
                    <a:pt x="43329" y="86972"/>
                  </a:lnTo>
                  <a:lnTo>
                    <a:pt x="42828" y="86506"/>
                  </a:lnTo>
                  <a:lnTo>
                    <a:pt x="42645" y="86366"/>
                  </a:lnTo>
                  <a:lnTo>
                    <a:pt x="42600" y="86134"/>
                  </a:lnTo>
                  <a:lnTo>
                    <a:pt x="42418" y="85714"/>
                  </a:lnTo>
                  <a:lnTo>
                    <a:pt x="41962" y="84969"/>
                  </a:lnTo>
                  <a:lnTo>
                    <a:pt x="41233" y="84037"/>
                  </a:lnTo>
                  <a:lnTo>
                    <a:pt x="40732" y="83571"/>
                  </a:lnTo>
                  <a:lnTo>
                    <a:pt x="39820" y="83106"/>
                  </a:lnTo>
                  <a:lnTo>
                    <a:pt x="39456" y="82919"/>
                  </a:lnTo>
                  <a:lnTo>
                    <a:pt x="38044" y="82267"/>
                  </a:lnTo>
                  <a:lnTo>
                    <a:pt x="37497" y="81988"/>
                  </a:lnTo>
                  <a:lnTo>
                    <a:pt x="37087" y="80730"/>
                  </a:lnTo>
                  <a:lnTo>
                    <a:pt x="37223" y="79752"/>
                  </a:lnTo>
                  <a:lnTo>
                    <a:pt x="37178" y="79565"/>
                  </a:lnTo>
                  <a:lnTo>
                    <a:pt x="36905" y="78727"/>
                  </a:lnTo>
                  <a:lnTo>
                    <a:pt x="36449" y="77329"/>
                  </a:lnTo>
                  <a:lnTo>
                    <a:pt x="35811" y="75885"/>
                  </a:lnTo>
                  <a:lnTo>
                    <a:pt x="35674" y="75186"/>
                  </a:lnTo>
                  <a:lnTo>
                    <a:pt x="35993" y="74627"/>
                  </a:lnTo>
                  <a:lnTo>
                    <a:pt x="36358" y="73835"/>
                  </a:lnTo>
                  <a:lnTo>
                    <a:pt x="36312" y="73649"/>
                  </a:lnTo>
                  <a:lnTo>
                    <a:pt x="35765" y="71879"/>
                  </a:lnTo>
                  <a:lnTo>
                    <a:pt x="35447" y="70574"/>
                  </a:lnTo>
                  <a:lnTo>
                    <a:pt x="35674" y="69596"/>
                  </a:lnTo>
                  <a:lnTo>
                    <a:pt x="35993" y="68897"/>
                  </a:lnTo>
                  <a:lnTo>
                    <a:pt x="36403" y="68105"/>
                  </a:lnTo>
                  <a:lnTo>
                    <a:pt x="36586" y="67966"/>
                  </a:lnTo>
                  <a:lnTo>
                    <a:pt x="36722" y="67826"/>
                  </a:lnTo>
                  <a:lnTo>
                    <a:pt x="37406" y="67407"/>
                  </a:lnTo>
                  <a:lnTo>
                    <a:pt x="37861" y="66987"/>
                  </a:lnTo>
                  <a:lnTo>
                    <a:pt x="37907" y="66801"/>
                  </a:lnTo>
                  <a:lnTo>
                    <a:pt x="38044" y="66289"/>
                  </a:lnTo>
                  <a:lnTo>
                    <a:pt x="38135" y="66102"/>
                  </a:lnTo>
                  <a:lnTo>
                    <a:pt x="37770" y="65497"/>
                  </a:lnTo>
                  <a:lnTo>
                    <a:pt x="37634" y="65124"/>
                  </a:lnTo>
                  <a:lnTo>
                    <a:pt x="37178" y="64099"/>
                  </a:lnTo>
                  <a:lnTo>
                    <a:pt x="36358" y="62702"/>
                  </a:lnTo>
                  <a:lnTo>
                    <a:pt x="35765" y="61817"/>
                  </a:lnTo>
                  <a:lnTo>
                    <a:pt x="35401" y="61258"/>
                  </a:lnTo>
                  <a:lnTo>
                    <a:pt x="34216" y="60000"/>
                  </a:lnTo>
                  <a:lnTo>
                    <a:pt x="33168" y="59255"/>
                  </a:lnTo>
                  <a:lnTo>
                    <a:pt x="32758" y="58928"/>
                  </a:lnTo>
                  <a:lnTo>
                    <a:pt x="32439" y="58695"/>
                  </a:lnTo>
                  <a:lnTo>
                    <a:pt x="31984" y="58323"/>
                  </a:lnTo>
                  <a:lnTo>
                    <a:pt x="30344" y="57205"/>
                  </a:lnTo>
                  <a:lnTo>
                    <a:pt x="28886" y="55714"/>
                  </a:lnTo>
                  <a:lnTo>
                    <a:pt x="28202" y="55295"/>
                  </a:lnTo>
                  <a:lnTo>
                    <a:pt x="27655" y="54922"/>
                  </a:lnTo>
                  <a:lnTo>
                    <a:pt x="27473" y="54643"/>
                  </a:lnTo>
                  <a:lnTo>
                    <a:pt x="26835" y="53851"/>
                  </a:lnTo>
                  <a:lnTo>
                    <a:pt x="26699" y="53711"/>
                  </a:lnTo>
                  <a:lnTo>
                    <a:pt x="26516" y="52872"/>
                  </a:lnTo>
                  <a:lnTo>
                    <a:pt x="25787" y="51615"/>
                  </a:lnTo>
                  <a:lnTo>
                    <a:pt x="25651" y="51335"/>
                  </a:lnTo>
                  <a:lnTo>
                    <a:pt x="24740" y="49798"/>
                  </a:lnTo>
                  <a:lnTo>
                    <a:pt x="23919" y="47888"/>
                  </a:lnTo>
                  <a:lnTo>
                    <a:pt x="23099" y="47143"/>
                  </a:lnTo>
                  <a:lnTo>
                    <a:pt x="22598" y="46817"/>
                  </a:lnTo>
                  <a:lnTo>
                    <a:pt x="21869" y="46444"/>
                  </a:lnTo>
                  <a:lnTo>
                    <a:pt x="21231" y="46118"/>
                  </a:lnTo>
                  <a:lnTo>
                    <a:pt x="20776" y="45838"/>
                  </a:lnTo>
                  <a:lnTo>
                    <a:pt x="20092" y="45326"/>
                  </a:lnTo>
                  <a:lnTo>
                    <a:pt x="19363" y="44813"/>
                  </a:lnTo>
                  <a:lnTo>
                    <a:pt x="18725" y="44627"/>
                  </a:lnTo>
                  <a:lnTo>
                    <a:pt x="17996" y="44534"/>
                  </a:lnTo>
                  <a:lnTo>
                    <a:pt x="17495" y="44720"/>
                  </a:lnTo>
                  <a:lnTo>
                    <a:pt x="16857" y="45140"/>
                  </a:lnTo>
                  <a:lnTo>
                    <a:pt x="16265" y="45372"/>
                  </a:lnTo>
                  <a:lnTo>
                    <a:pt x="15809" y="45466"/>
                  </a:lnTo>
                  <a:lnTo>
                    <a:pt x="15172" y="45140"/>
                  </a:lnTo>
                  <a:lnTo>
                    <a:pt x="14534" y="44813"/>
                  </a:lnTo>
                  <a:lnTo>
                    <a:pt x="14169" y="44348"/>
                  </a:lnTo>
                  <a:lnTo>
                    <a:pt x="13896" y="43649"/>
                  </a:lnTo>
                  <a:lnTo>
                    <a:pt x="13759" y="42903"/>
                  </a:lnTo>
                  <a:lnTo>
                    <a:pt x="13622" y="42018"/>
                  </a:lnTo>
                  <a:lnTo>
                    <a:pt x="13258" y="41413"/>
                  </a:lnTo>
                  <a:lnTo>
                    <a:pt x="12802" y="40854"/>
                  </a:lnTo>
                  <a:lnTo>
                    <a:pt x="12483" y="40621"/>
                  </a:lnTo>
                  <a:lnTo>
                    <a:pt x="12301" y="40528"/>
                  </a:lnTo>
                  <a:lnTo>
                    <a:pt x="11891" y="40341"/>
                  </a:lnTo>
                  <a:lnTo>
                    <a:pt x="11709" y="40295"/>
                  </a:lnTo>
                  <a:lnTo>
                    <a:pt x="11162" y="39969"/>
                  </a:lnTo>
                  <a:lnTo>
                    <a:pt x="11025" y="39782"/>
                  </a:lnTo>
                  <a:lnTo>
                    <a:pt x="10752" y="39456"/>
                  </a:lnTo>
                  <a:lnTo>
                    <a:pt x="10615" y="38804"/>
                  </a:lnTo>
                  <a:lnTo>
                    <a:pt x="10479" y="38338"/>
                  </a:lnTo>
                  <a:lnTo>
                    <a:pt x="10433" y="38105"/>
                  </a:lnTo>
                  <a:lnTo>
                    <a:pt x="10342" y="37686"/>
                  </a:lnTo>
                  <a:lnTo>
                    <a:pt x="10296" y="37546"/>
                  </a:lnTo>
                  <a:lnTo>
                    <a:pt x="10251" y="37220"/>
                  </a:lnTo>
                  <a:lnTo>
                    <a:pt x="9886" y="36335"/>
                  </a:lnTo>
                  <a:lnTo>
                    <a:pt x="9522" y="35869"/>
                  </a:lnTo>
                  <a:lnTo>
                    <a:pt x="8975" y="35124"/>
                  </a:lnTo>
                  <a:lnTo>
                    <a:pt x="8565" y="34379"/>
                  </a:lnTo>
                  <a:lnTo>
                    <a:pt x="8246" y="33820"/>
                  </a:lnTo>
                  <a:lnTo>
                    <a:pt x="7882" y="33354"/>
                  </a:lnTo>
                  <a:lnTo>
                    <a:pt x="7745" y="32795"/>
                  </a:lnTo>
                  <a:lnTo>
                    <a:pt x="7654" y="32049"/>
                  </a:lnTo>
                  <a:lnTo>
                    <a:pt x="7062" y="30885"/>
                  </a:lnTo>
                  <a:lnTo>
                    <a:pt x="6150" y="30093"/>
                  </a:lnTo>
                  <a:lnTo>
                    <a:pt x="5831" y="29627"/>
                  </a:lnTo>
                  <a:lnTo>
                    <a:pt x="5467" y="29161"/>
                  </a:lnTo>
                  <a:lnTo>
                    <a:pt x="4966" y="28183"/>
                  </a:lnTo>
                  <a:lnTo>
                    <a:pt x="4465" y="27251"/>
                  </a:lnTo>
                  <a:lnTo>
                    <a:pt x="4146" y="26413"/>
                  </a:lnTo>
                  <a:lnTo>
                    <a:pt x="4146" y="26087"/>
                  </a:lnTo>
                  <a:lnTo>
                    <a:pt x="4100" y="25761"/>
                  </a:lnTo>
                  <a:lnTo>
                    <a:pt x="4282" y="25202"/>
                  </a:lnTo>
                  <a:lnTo>
                    <a:pt x="4282" y="24596"/>
                  </a:lnTo>
                  <a:lnTo>
                    <a:pt x="4191" y="23292"/>
                  </a:lnTo>
                  <a:lnTo>
                    <a:pt x="4146" y="22313"/>
                  </a:lnTo>
                  <a:lnTo>
                    <a:pt x="4054" y="21149"/>
                  </a:lnTo>
                  <a:lnTo>
                    <a:pt x="4100" y="20124"/>
                  </a:lnTo>
                  <a:lnTo>
                    <a:pt x="4146" y="19099"/>
                  </a:lnTo>
                  <a:lnTo>
                    <a:pt x="4146" y="18913"/>
                  </a:lnTo>
                  <a:lnTo>
                    <a:pt x="4009" y="17841"/>
                  </a:lnTo>
                  <a:lnTo>
                    <a:pt x="3781" y="17096"/>
                  </a:lnTo>
                  <a:lnTo>
                    <a:pt x="3508" y="16770"/>
                  </a:lnTo>
                  <a:lnTo>
                    <a:pt x="3234" y="16211"/>
                  </a:lnTo>
                  <a:lnTo>
                    <a:pt x="3143" y="16024"/>
                  </a:lnTo>
                  <a:lnTo>
                    <a:pt x="2870" y="15465"/>
                  </a:lnTo>
                  <a:lnTo>
                    <a:pt x="2597" y="14953"/>
                  </a:lnTo>
                  <a:lnTo>
                    <a:pt x="2460" y="14580"/>
                  </a:lnTo>
                  <a:lnTo>
                    <a:pt x="2323" y="14208"/>
                  </a:lnTo>
                  <a:lnTo>
                    <a:pt x="2369" y="13742"/>
                  </a:lnTo>
                  <a:lnTo>
                    <a:pt x="2369" y="13555"/>
                  </a:lnTo>
                  <a:lnTo>
                    <a:pt x="2369" y="12857"/>
                  </a:lnTo>
                  <a:lnTo>
                    <a:pt x="2323" y="11739"/>
                  </a:lnTo>
                  <a:lnTo>
                    <a:pt x="2141" y="11226"/>
                  </a:lnTo>
                  <a:lnTo>
                    <a:pt x="1731" y="10621"/>
                  </a:lnTo>
                  <a:lnTo>
                    <a:pt x="1594" y="10481"/>
                  </a:lnTo>
                  <a:lnTo>
                    <a:pt x="1366" y="10248"/>
                  </a:lnTo>
                  <a:lnTo>
                    <a:pt x="1230" y="10015"/>
                  </a:lnTo>
                  <a:lnTo>
                    <a:pt x="1047" y="9549"/>
                  </a:lnTo>
                  <a:lnTo>
                    <a:pt x="683" y="8664"/>
                  </a:lnTo>
                  <a:lnTo>
                    <a:pt x="592" y="8385"/>
                  </a:lnTo>
                  <a:lnTo>
                    <a:pt x="501" y="8152"/>
                  </a:lnTo>
                  <a:lnTo>
                    <a:pt x="410" y="7919"/>
                  </a:lnTo>
                  <a:lnTo>
                    <a:pt x="273" y="7639"/>
                  </a:lnTo>
                  <a:lnTo>
                    <a:pt x="45" y="7220"/>
                  </a:lnTo>
                  <a:lnTo>
                    <a:pt x="0" y="6055"/>
                  </a:lnTo>
                  <a:lnTo>
                    <a:pt x="227" y="4798"/>
                  </a:lnTo>
                  <a:lnTo>
                    <a:pt x="410" y="4425"/>
                  </a:lnTo>
                  <a:lnTo>
                    <a:pt x="410" y="3819"/>
                  </a:lnTo>
                  <a:lnTo>
                    <a:pt x="410" y="3633"/>
                  </a:lnTo>
                  <a:lnTo>
                    <a:pt x="728" y="3913"/>
                  </a:lnTo>
                  <a:lnTo>
                    <a:pt x="1093" y="4285"/>
                  </a:lnTo>
                  <a:lnTo>
                    <a:pt x="1731" y="5217"/>
                  </a:lnTo>
                  <a:lnTo>
                    <a:pt x="2961" y="6847"/>
                  </a:lnTo>
                  <a:lnTo>
                    <a:pt x="3189" y="7173"/>
                  </a:lnTo>
                  <a:lnTo>
                    <a:pt x="3827" y="7779"/>
                  </a:lnTo>
                  <a:lnTo>
                    <a:pt x="6925" y="10528"/>
                  </a:lnTo>
                  <a:lnTo>
                    <a:pt x="7791" y="11180"/>
                  </a:lnTo>
                  <a:lnTo>
                    <a:pt x="8109" y="11366"/>
                  </a:lnTo>
                  <a:lnTo>
                    <a:pt x="8292" y="11366"/>
                  </a:lnTo>
                  <a:lnTo>
                    <a:pt x="9385" y="11692"/>
                  </a:lnTo>
                  <a:lnTo>
                    <a:pt x="11754" y="11878"/>
                  </a:lnTo>
                  <a:lnTo>
                    <a:pt x="13759" y="11972"/>
                  </a:lnTo>
                  <a:lnTo>
                    <a:pt x="14625" y="11878"/>
                  </a:lnTo>
                  <a:lnTo>
                    <a:pt x="14989" y="11692"/>
                  </a:lnTo>
                  <a:lnTo>
                    <a:pt x="15217" y="11599"/>
                  </a:lnTo>
                  <a:lnTo>
                    <a:pt x="16083" y="11506"/>
                  </a:lnTo>
                  <a:lnTo>
                    <a:pt x="16994" y="11506"/>
                  </a:lnTo>
                  <a:lnTo>
                    <a:pt x="17450" y="11692"/>
                  </a:lnTo>
                  <a:lnTo>
                    <a:pt x="17951" y="12018"/>
                  </a:lnTo>
                  <a:lnTo>
                    <a:pt x="18224" y="12484"/>
                  </a:lnTo>
                  <a:lnTo>
                    <a:pt x="18452" y="13649"/>
                  </a:lnTo>
                  <a:lnTo>
                    <a:pt x="18908" y="16071"/>
                  </a:lnTo>
                  <a:lnTo>
                    <a:pt x="19409" y="19798"/>
                  </a:lnTo>
                  <a:lnTo>
                    <a:pt x="19728" y="20403"/>
                  </a:lnTo>
                  <a:lnTo>
                    <a:pt x="20138" y="20729"/>
                  </a:lnTo>
                  <a:lnTo>
                    <a:pt x="20639" y="21056"/>
                  </a:lnTo>
                  <a:lnTo>
                    <a:pt x="21277" y="21382"/>
                  </a:lnTo>
                  <a:lnTo>
                    <a:pt x="21641" y="21847"/>
                  </a:lnTo>
                  <a:lnTo>
                    <a:pt x="21778" y="22453"/>
                  </a:lnTo>
                  <a:lnTo>
                    <a:pt x="21824" y="23198"/>
                  </a:lnTo>
                  <a:lnTo>
                    <a:pt x="21687" y="24130"/>
                  </a:lnTo>
                  <a:lnTo>
                    <a:pt x="21732" y="24456"/>
                  </a:lnTo>
                  <a:lnTo>
                    <a:pt x="22051" y="25062"/>
                  </a:lnTo>
                  <a:lnTo>
                    <a:pt x="22188" y="25155"/>
                  </a:lnTo>
                  <a:lnTo>
                    <a:pt x="22689" y="25434"/>
                  </a:lnTo>
                  <a:lnTo>
                    <a:pt x="23236" y="25761"/>
                  </a:lnTo>
                  <a:lnTo>
                    <a:pt x="23600" y="26180"/>
                  </a:lnTo>
                  <a:lnTo>
                    <a:pt x="24147" y="26879"/>
                  </a:lnTo>
                  <a:lnTo>
                    <a:pt x="24740" y="27810"/>
                  </a:lnTo>
                  <a:lnTo>
                    <a:pt x="25013" y="28416"/>
                  </a:lnTo>
                  <a:lnTo>
                    <a:pt x="25150" y="28742"/>
                  </a:lnTo>
                  <a:lnTo>
                    <a:pt x="25514" y="29441"/>
                  </a:lnTo>
                  <a:lnTo>
                    <a:pt x="25696" y="30279"/>
                  </a:lnTo>
                  <a:lnTo>
                    <a:pt x="26015" y="30978"/>
                  </a:lnTo>
                  <a:lnTo>
                    <a:pt x="26198" y="31071"/>
                  </a:lnTo>
                  <a:lnTo>
                    <a:pt x="27200" y="31118"/>
                  </a:lnTo>
                  <a:lnTo>
                    <a:pt x="27974" y="31164"/>
                  </a:lnTo>
                  <a:lnTo>
                    <a:pt x="28384" y="31164"/>
                  </a:lnTo>
                  <a:lnTo>
                    <a:pt x="29250" y="31211"/>
                  </a:lnTo>
                  <a:lnTo>
                    <a:pt x="29569" y="31304"/>
                  </a:lnTo>
                  <a:lnTo>
                    <a:pt x="29797" y="31537"/>
                  </a:lnTo>
                  <a:lnTo>
                    <a:pt x="30799" y="32655"/>
                  </a:lnTo>
                  <a:lnTo>
                    <a:pt x="32303" y="34285"/>
                  </a:lnTo>
                  <a:lnTo>
                    <a:pt x="33396" y="34891"/>
                  </a:lnTo>
                  <a:lnTo>
                    <a:pt x="34718" y="35497"/>
                  </a:lnTo>
                  <a:lnTo>
                    <a:pt x="35082" y="35636"/>
                  </a:lnTo>
                  <a:lnTo>
                    <a:pt x="35128" y="35823"/>
                  </a:lnTo>
                  <a:lnTo>
                    <a:pt x="35173" y="36615"/>
                  </a:lnTo>
                  <a:lnTo>
                    <a:pt x="35355" y="37686"/>
                  </a:lnTo>
                  <a:lnTo>
                    <a:pt x="35720" y="38571"/>
                  </a:lnTo>
                  <a:lnTo>
                    <a:pt x="35948" y="38897"/>
                  </a:lnTo>
                  <a:lnTo>
                    <a:pt x="36221" y="38944"/>
                  </a:lnTo>
                  <a:lnTo>
                    <a:pt x="36631" y="38990"/>
                  </a:lnTo>
                  <a:lnTo>
                    <a:pt x="36996" y="38804"/>
                  </a:lnTo>
                  <a:lnTo>
                    <a:pt x="37406" y="38571"/>
                  </a:lnTo>
                  <a:lnTo>
                    <a:pt x="38590" y="37966"/>
                  </a:lnTo>
                  <a:lnTo>
                    <a:pt x="39547" y="37733"/>
                  </a:lnTo>
                  <a:lnTo>
                    <a:pt x="39957" y="37733"/>
                  </a:lnTo>
                  <a:lnTo>
                    <a:pt x="40960" y="38012"/>
                  </a:lnTo>
                  <a:lnTo>
                    <a:pt x="41461" y="38012"/>
                  </a:lnTo>
                  <a:lnTo>
                    <a:pt x="41734" y="37919"/>
                  </a:lnTo>
                  <a:lnTo>
                    <a:pt x="42691" y="37313"/>
                  </a:lnTo>
                  <a:lnTo>
                    <a:pt x="42919" y="37267"/>
                  </a:lnTo>
                  <a:lnTo>
                    <a:pt x="43192" y="37313"/>
                  </a:lnTo>
                  <a:lnTo>
                    <a:pt x="43465" y="37733"/>
                  </a:lnTo>
                  <a:lnTo>
                    <a:pt x="44240" y="38525"/>
                  </a:lnTo>
                  <a:lnTo>
                    <a:pt x="44787" y="38944"/>
                  </a:lnTo>
                  <a:lnTo>
                    <a:pt x="45106" y="39223"/>
                  </a:lnTo>
                  <a:lnTo>
                    <a:pt x="45835" y="39456"/>
                  </a:lnTo>
                  <a:lnTo>
                    <a:pt x="46837" y="39596"/>
                  </a:lnTo>
                  <a:lnTo>
                    <a:pt x="48204" y="39689"/>
                  </a:lnTo>
                  <a:lnTo>
                    <a:pt x="49981" y="39782"/>
                  </a:lnTo>
                  <a:lnTo>
                    <a:pt x="52077" y="40015"/>
                  </a:lnTo>
                  <a:lnTo>
                    <a:pt x="52441" y="40248"/>
                  </a:lnTo>
                  <a:lnTo>
                    <a:pt x="52942" y="41087"/>
                  </a:lnTo>
                  <a:lnTo>
                    <a:pt x="53352" y="41459"/>
                  </a:lnTo>
                  <a:lnTo>
                    <a:pt x="53626" y="41599"/>
                  </a:lnTo>
                  <a:lnTo>
                    <a:pt x="54765" y="41832"/>
                  </a:lnTo>
                  <a:lnTo>
                    <a:pt x="55539" y="42065"/>
                  </a:lnTo>
                  <a:lnTo>
                    <a:pt x="55904" y="42577"/>
                  </a:lnTo>
                  <a:lnTo>
                    <a:pt x="56405" y="43090"/>
                  </a:lnTo>
                  <a:lnTo>
                    <a:pt x="57043" y="43556"/>
                  </a:lnTo>
                  <a:lnTo>
                    <a:pt x="58911" y="44161"/>
                  </a:lnTo>
                  <a:lnTo>
                    <a:pt x="59822" y="44348"/>
                  </a:lnTo>
                  <a:lnTo>
                    <a:pt x="61007" y="44301"/>
                  </a:lnTo>
                  <a:lnTo>
                    <a:pt x="63011" y="44068"/>
                  </a:lnTo>
                  <a:lnTo>
                    <a:pt x="66429" y="43183"/>
                  </a:lnTo>
                  <a:lnTo>
                    <a:pt x="67249" y="43090"/>
                  </a:lnTo>
                  <a:lnTo>
                    <a:pt x="68160" y="43276"/>
                  </a:lnTo>
                  <a:lnTo>
                    <a:pt x="68843" y="44021"/>
                  </a:lnTo>
                  <a:lnTo>
                    <a:pt x="69345" y="45046"/>
                  </a:lnTo>
                  <a:lnTo>
                    <a:pt x="69800" y="45792"/>
                  </a:lnTo>
                  <a:lnTo>
                    <a:pt x="70484" y="46304"/>
                  </a:lnTo>
                  <a:lnTo>
                    <a:pt x="71076" y="46723"/>
                  </a:lnTo>
                  <a:lnTo>
                    <a:pt x="71577" y="46910"/>
                  </a:lnTo>
                  <a:lnTo>
                    <a:pt x="72352" y="46956"/>
                  </a:lnTo>
                  <a:lnTo>
                    <a:pt x="73035" y="46630"/>
                  </a:lnTo>
                  <a:lnTo>
                    <a:pt x="73627" y="46537"/>
                  </a:lnTo>
                  <a:lnTo>
                    <a:pt x="74539" y="45931"/>
                  </a:lnTo>
                  <a:lnTo>
                    <a:pt x="75313" y="45792"/>
                  </a:lnTo>
                  <a:lnTo>
                    <a:pt x="75723" y="45792"/>
                  </a:lnTo>
                  <a:lnTo>
                    <a:pt x="77318" y="45978"/>
                  </a:lnTo>
                  <a:lnTo>
                    <a:pt x="78184" y="46258"/>
                  </a:lnTo>
                  <a:lnTo>
                    <a:pt x="78776" y="46444"/>
                  </a:lnTo>
                  <a:lnTo>
                    <a:pt x="79368" y="46817"/>
                  </a:lnTo>
                  <a:lnTo>
                    <a:pt x="80006" y="47935"/>
                  </a:lnTo>
                  <a:lnTo>
                    <a:pt x="80598" y="48959"/>
                  </a:lnTo>
                  <a:lnTo>
                    <a:pt x="81008" y="49239"/>
                  </a:lnTo>
                  <a:lnTo>
                    <a:pt x="81555" y="49379"/>
                  </a:lnTo>
                  <a:lnTo>
                    <a:pt x="82649" y="49705"/>
                  </a:lnTo>
                  <a:lnTo>
                    <a:pt x="84107" y="50264"/>
                  </a:lnTo>
                  <a:lnTo>
                    <a:pt x="86294" y="50683"/>
                  </a:lnTo>
                  <a:lnTo>
                    <a:pt x="87205" y="50916"/>
                  </a:lnTo>
                  <a:lnTo>
                    <a:pt x="88253" y="51382"/>
                  </a:lnTo>
                  <a:lnTo>
                    <a:pt x="91351" y="52174"/>
                  </a:lnTo>
                  <a:lnTo>
                    <a:pt x="91806" y="52360"/>
                  </a:lnTo>
                  <a:lnTo>
                    <a:pt x="92217" y="52826"/>
                  </a:lnTo>
                  <a:lnTo>
                    <a:pt x="92946" y="53012"/>
                  </a:lnTo>
                  <a:lnTo>
                    <a:pt x="93629" y="53152"/>
                  </a:lnTo>
                  <a:lnTo>
                    <a:pt x="94403" y="53292"/>
                  </a:lnTo>
                  <a:lnTo>
                    <a:pt x="96454" y="53478"/>
                  </a:lnTo>
                  <a:lnTo>
                    <a:pt x="97775" y="53711"/>
                  </a:lnTo>
                  <a:lnTo>
                    <a:pt x="99643" y="54037"/>
                  </a:lnTo>
                  <a:lnTo>
                    <a:pt x="101238" y="54596"/>
                  </a:lnTo>
                  <a:lnTo>
                    <a:pt x="104199" y="55761"/>
                  </a:lnTo>
                  <a:lnTo>
                    <a:pt x="106979" y="56366"/>
                  </a:lnTo>
                  <a:lnTo>
                    <a:pt x="109940" y="57158"/>
                  </a:lnTo>
                  <a:lnTo>
                    <a:pt x="112537" y="57624"/>
                  </a:lnTo>
                  <a:lnTo>
                    <a:pt x="113904" y="57810"/>
                  </a:lnTo>
                  <a:lnTo>
                    <a:pt x="114633" y="57950"/>
                  </a:lnTo>
                  <a:lnTo>
                    <a:pt x="115362" y="58090"/>
                  </a:lnTo>
                  <a:lnTo>
                    <a:pt x="115772" y="58183"/>
                  </a:lnTo>
                  <a:lnTo>
                    <a:pt x="115954" y="58230"/>
                  </a:lnTo>
                  <a:lnTo>
                    <a:pt x="116638" y="59115"/>
                  </a:lnTo>
                  <a:lnTo>
                    <a:pt x="116865" y="59115"/>
                  </a:lnTo>
                  <a:lnTo>
                    <a:pt x="117276" y="58928"/>
                  </a:lnTo>
                  <a:lnTo>
                    <a:pt x="117868" y="58789"/>
                  </a:lnTo>
                  <a:lnTo>
                    <a:pt x="118642" y="58928"/>
                  </a:lnTo>
                  <a:lnTo>
                    <a:pt x="119417" y="59255"/>
                  </a:lnTo>
                  <a:lnTo>
                    <a:pt x="119645" y="59255"/>
                  </a:lnTo>
                  <a:lnTo>
                    <a:pt x="120283" y="59255"/>
                  </a:lnTo>
                  <a:lnTo>
                    <a:pt x="120602" y="59255"/>
                  </a:lnTo>
                  <a:lnTo>
                    <a:pt x="120738" y="59255"/>
                  </a:lnTo>
                  <a:lnTo>
                    <a:pt x="121194" y="59441"/>
                  </a:lnTo>
                  <a:lnTo>
                    <a:pt x="122059" y="59348"/>
                  </a:lnTo>
                  <a:lnTo>
                    <a:pt x="122196" y="59348"/>
                  </a:lnTo>
                  <a:lnTo>
                    <a:pt x="122470" y="59581"/>
                  </a:lnTo>
                  <a:lnTo>
                    <a:pt x="122652" y="59674"/>
                  </a:lnTo>
                  <a:lnTo>
                    <a:pt x="123199" y="59627"/>
                  </a:lnTo>
                  <a:lnTo>
                    <a:pt x="123472" y="59394"/>
                  </a:lnTo>
                  <a:lnTo>
                    <a:pt x="123745" y="59301"/>
                  </a:lnTo>
                  <a:lnTo>
                    <a:pt x="124110" y="59301"/>
                  </a:lnTo>
                  <a:lnTo>
                    <a:pt x="124474" y="59348"/>
                  </a:lnTo>
                  <a:lnTo>
                    <a:pt x="125249" y="59581"/>
                  </a:lnTo>
                  <a:lnTo>
                    <a:pt x="126479" y="59767"/>
                  </a:lnTo>
                  <a:lnTo>
                    <a:pt x="127937" y="59767"/>
                  </a:lnTo>
                  <a:lnTo>
                    <a:pt x="128393" y="59814"/>
                  </a:lnTo>
                  <a:lnTo>
                    <a:pt x="129441" y="59860"/>
                  </a:lnTo>
                  <a:lnTo>
                    <a:pt x="129896" y="59953"/>
                  </a:lnTo>
                  <a:lnTo>
                    <a:pt x="130488" y="60279"/>
                  </a:lnTo>
                  <a:lnTo>
                    <a:pt x="131309" y="60419"/>
                  </a:lnTo>
                  <a:lnTo>
                    <a:pt x="132675" y="60559"/>
                  </a:lnTo>
                  <a:lnTo>
                    <a:pt x="134635" y="60652"/>
                  </a:lnTo>
                  <a:lnTo>
                    <a:pt x="137778" y="61071"/>
                  </a:lnTo>
                  <a:lnTo>
                    <a:pt x="139008" y="61258"/>
                  </a:lnTo>
                  <a:lnTo>
                    <a:pt x="142881" y="61723"/>
                  </a:lnTo>
                  <a:lnTo>
                    <a:pt x="144658" y="61770"/>
                  </a:lnTo>
                  <a:lnTo>
                    <a:pt x="146708" y="61397"/>
                  </a:lnTo>
                  <a:lnTo>
                    <a:pt x="148668" y="60932"/>
                  </a:lnTo>
                  <a:lnTo>
                    <a:pt x="149169" y="60838"/>
                  </a:lnTo>
                  <a:lnTo>
                    <a:pt x="151265" y="60279"/>
                  </a:lnTo>
                  <a:lnTo>
                    <a:pt x="151948" y="60000"/>
                  </a:lnTo>
                  <a:lnTo>
                    <a:pt x="152996" y="59394"/>
                  </a:lnTo>
                  <a:lnTo>
                    <a:pt x="154408" y="57205"/>
                  </a:lnTo>
                  <a:lnTo>
                    <a:pt x="155320" y="55621"/>
                  </a:lnTo>
                  <a:lnTo>
                    <a:pt x="155821" y="54410"/>
                  </a:lnTo>
                  <a:lnTo>
                    <a:pt x="156140" y="52733"/>
                  </a:lnTo>
                  <a:lnTo>
                    <a:pt x="156231" y="51848"/>
                  </a:lnTo>
                  <a:lnTo>
                    <a:pt x="156094" y="50823"/>
                  </a:lnTo>
                  <a:lnTo>
                    <a:pt x="156140" y="48820"/>
                  </a:lnTo>
                  <a:lnTo>
                    <a:pt x="156322" y="46863"/>
                  </a:lnTo>
                  <a:lnTo>
                    <a:pt x="156869" y="45372"/>
                  </a:lnTo>
                  <a:lnTo>
                    <a:pt x="157734" y="43509"/>
                  </a:lnTo>
                  <a:lnTo>
                    <a:pt x="158646" y="42438"/>
                  </a:lnTo>
                  <a:lnTo>
                    <a:pt x="160286" y="41087"/>
                  </a:lnTo>
                  <a:lnTo>
                    <a:pt x="161470" y="40155"/>
                  </a:lnTo>
                  <a:lnTo>
                    <a:pt x="162655" y="39317"/>
                  </a:lnTo>
                  <a:lnTo>
                    <a:pt x="164341" y="38059"/>
                  </a:lnTo>
                  <a:lnTo>
                    <a:pt x="165799" y="37127"/>
                  </a:lnTo>
                  <a:lnTo>
                    <a:pt x="169353" y="35171"/>
                  </a:lnTo>
                  <a:lnTo>
                    <a:pt x="169580" y="35031"/>
                  </a:lnTo>
                  <a:lnTo>
                    <a:pt x="170355" y="34612"/>
                  </a:lnTo>
                  <a:lnTo>
                    <a:pt x="171357" y="34006"/>
                  </a:lnTo>
                  <a:lnTo>
                    <a:pt x="175139" y="31677"/>
                  </a:lnTo>
                  <a:lnTo>
                    <a:pt x="177463" y="29580"/>
                  </a:lnTo>
                  <a:lnTo>
                    <a:pt x="177782" y="29301"/>
                  </a:lnTo>
                  <a:lnTo>
                    <a:pt x="180880" y="26506"/>
                  </a:lnTo>
                  <a:lnTo>
                    <a:pt x="184752" y="23059"/>
                  </a:lnTo>
                  <a:lnTo>
                    <a:pt x="185709" y="22127"/>
                  </a:lnTo>
                  <a:lnTo>
                    <a:pt x="187441" y="20497"/>
                  </a:lnTo>
                  <a:lnTo>
                    <a:pt x="188853" y="19146"/>
                  </a:lnTo>
                  <a:lnTo>
                    <a:pt x="189035" y="19006"/>
                  </a:lnTo>
                  <a:lnTo>
                    <a:pt x="190448" y="16583"/>
                  </a:lnTo>
                  <a:lnTo>
                    <a:pt x="192999" y="12344"/>
                  </a:lnTo>
                  <a:lnTo>
                    <a:pt x="193273" y="11972"/>
                  </a:lnTo>
                  <a:lnTo>
                    <a:pt x="193500" y="11459"/>
                  </a:lnTo>
                  <a:lnTo>
                    <a:pt x="193728" y="10900"/>
                  </a:lnTo>
                  <a:lnTo>
                    <a:pt x="194320" y="9922"/>
                  </a:lnTo>
                  <a:lnTo>
                    <a:pt x="194548" y="9503"/>
                  </a:lnTo>
                  <a:lnTo>
                    <a:pt x="195232" y="8338"/>
                  </a:lnTo>
                  <a:lnTo>
                    <a:pt x="195505" y="7872"/>
                  </a:lnTo>
                  <a:lnTo>
                    <a:pt x="196462" y="6382"/>
                  </a:lnTo>
                  <a:lnTo>
                    <a:pt x="197738" y="4844"/>
                  </a:lnTo>
                  <a:lnTo>
                    <a:pt x="198649" y="3866"/>
                  </a:lnTo>
                  <a:lnTo>
                    <a:pt x="200972" y="1770"/>
                  </a:lnTo>
                  <a:lnTo>
                    <a:pt x="202066" y="791"/>
                  </a:lnTo>
                  <a:lnTo>
                    <a:pt x="202522" y="419"/>
                  </a:lnTo>
                  <a:lnTo>
                    <a:pt x="20302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1928942" y="3781040"/>
              <a:ext cx="182976" cy="173619"/>
            </a:xfrm>
            <a:custGeom>
              <a:avLst/>
              <a:pathLst>
                <a:path w="182976" h="173619">
                  <a:moveTo>
                    <a:pt x="148121" y="512"/>
                  </a:moveTo>
                  <a:lnTo>
                    <a:pt x="148349" y="2655"/>
                  </a:lnTo>
                  <a:lnTo>
                    <a:pt x="148759" y="4658"/>
                  </a:lnTo>
                  <a:lnTo>
                    <a:pt x="148987" y="5683"/>
                  </a:lnTo>
                  <a:lnTo>
                    <a:pt x="149807" y="9270"/>
                  </a:lnTo>
                  <a:lnTo>
                    <a:pt x="149989" y="10248"/>
                  </a:lnTo>
                  <a:lnTo>
                    <a:pt x="150217" y="11040"/>
                  </a:lnTo>
                  <a:lnTo>
                    <a:pt x="150855" y="13975"/>
                  </a:lnTo>
                  <a:lnTo>
                    <a:pt x="151902" y="18354"/>
                  </a:lnTo>
                  <a:lnTo>
                    <a:pt x="151994" y="18680"/>
                  </a:lnTo>
                  <a:lnTo>
                    <a:pt x="152449" y="20776"/>
                  </a:lnTo>
                  <a:lnTo>
                    <a:pt x="152768" y="22826"/>
                  </a:lnTo>
                  <a:lnTo>
                    <a:pt x="153042" y="24596"/>
                  </a:lnTo>
                  <a:lnTo>
                    <a:pt x="153042" y="24829"/>
                  </a:lnTo>
                  <a:lnTo>
                    <a:pt x="153452" y="27577"/>
                  </a:lnTo>
                  <a:lnTo>
                    <a:pt x="153816" y="30559"/>
                  </a:lnTo>
                  <a:lnTo>
                    <a:pt x="153862" y="31490"/>
                  </a:lnTo>
                  <a:lnTo>
                    <a:pt x="153953" y="33167"/>
                  </a:lnTo>
                  <a:lnTo>
                    <a:pt x="153998" y="34239"/>
                  </a:lnTo>
                  <a:lnTo>
                    <a:pt x="154044" y="37127"/>
                  </a:lnTo>
                  <a:lnTo>
                    <a:pt x="154044" y="38478"/>
                  </a:lnTo>
                  <a:lnTo>
                    <a:pt x="153315" y="46817"/>
                  </a:lnTo>
                  <a:lnTo>
                    <a:pt x="153133" y="47562"/>
                  </a:lnTo>
                  <a:lnTo>
                    <a:pt x="151811" y="52686"/>
                  </a:lnTo>
                  <a:lnTo>
                    <a:pt x="151766" y="53245"/>
                  </a:lnTo>
                  <a:lnTo>
                    <a:pt x="151584" y="54317"/>
                  </a:lnTo>
                  <a:lnTo>
                    <a:pt x="151401" y="57065"/>
                  </a:lnTo>
                  <a:lnTo>
                    <a:pt x="151265" y="58509"/>
                  </a:lnTo>
                  <a:lnTo>
                    <a:pt x="151219" y="58649"/>
                  </a:lnTo>
                  <a:lnTo>
                    <a:pt x="150946" y="59860"/>
                  </a:lnTo>
                  <a:lnTo>
                    <a:pt x="150353" y="61584"/>
                  </a:lnTo>
                  <a:lnTo>
                    <a:pt x="150262" y="61723"/>
                  </a:lnTo>
                  <a:lnTo>
                    <a:pt x="149533" y="63028"/>
                  </a:lnTo>
                  <a:lnTo>
                    <a:pt x="149214" y="63447"/>
                  </a:lnTo>
                  <a:lnTo>
                    <a:pt x="148258" y="64705"/>
                  </a:lnTo>
                  <a:lnTo>
                    <a:pt x="147984" y="65078"/>
                  </a:lnTo>
                  <a:lnTo>
                    <a:pt x="146800" y="66475"/>
                  </a:lnTo>
                  <a:lnTo>
                    <a:pt x="146617" y="66661"/>
                  </a:lnTo>
                  <a:lnTo>
                    <a:pt x="145433" y="67966"/>
                  </a:lnTo>
                  <a:lnTo>
                    <a:pt x="145159" y="68338"/>
                  </a:lnTo>
                  <a:lnTo>
                    <a:pt x="143337" y="70807"/>
                  </a:lnTo>
                  <a:lnTo>
                    <a:pt x="141970" y="73463"/>
                  </a:lnTo>
                  <a:lnTo>
                    <a:pt x="141378" y="74581"/>
                  </a:lnTo>
                  <a:lnTo>
                    <a:pt x="140877" y="75699"/>
                  </a:lnTo>
                  <a:lnTo>
                    <a:pt x="139601" y="78727"/>
                  </a:lnTo>
                  <a:lnTo>
                    <a:pt x="138507" y="81522"/>
                  </a:lnTo>
                  <a:lnTo>
                    <a:pt x="138052" y="82966"/>
                  </a:lnTo>
                  <a:lnTo>
                    <a:pt x="137642" y="84037"/>
                  </a:lnTo>
                  <a:lnTo>
                    <a:pt x="139327" y="84270"/>
                  </a:lnTo>
                  <a:lnTo>
                    <a:pt x="141013" y="84550"/>
                  </a:lnTo>
                  <a:lnTo>
                    <a:pt x="143565" y="85109"/>
                  </a:lnTo>
                  <a:lnTo>
                    <a:pt x="144111" y="85248"/>
                  </a:lnTo>
                  <a:lnTo>
                    <a:pt x="145843" y="85807"/>
                  </a:lnTo>
                  <a:lnTo>
                    <a:pt x="147392" y="86366"/>
                  </a:lnTo>
                  <a:lnTo>
                    <a:pt x="149305" y="86972"/>
                  </a:lnTo>
                  <a:lnTo>
                    <a:pt x="153497" y="88509"/>
                  </a:lnTo>
                  <a:lnTo>
                    <a:pt x="155092" y="89115"/>
                  </a:lnTo>
                  <a:lnTo>
                    <a:pt x="157005" y="89814"/>
                  </a:lnTo>
                  <a:lnTo>
                    <a:pt x="159329" y="90699"/>
                  </a:lnTo>
                  <a:lnTo>
                    <a:pt x="161334" y="91444"/>
                  </a:lnTo>
                  <a:lnTo>
                    <a:pt x="162199" y="91770"/>
                  </a:lnTo>
                  <a:lnTo>
                    <a:pt x="163202" y="92096"/>
                  </a:lnTo>
                  <a:lnTo>
                    <a:pt x="163566" y="92236"/>
                  </a:lnTo>
                  <a:lnTo>
                    <a:pt x="164751" y="92702"/>
                  </a:lnTo>
                  <a:lnTo>
                    <a:pt x="166209" y="93214"/>
                  </a:lnTo>
                  <a:lnTo>
                    <a:pt x="168396" y="94053"/>
                  </a:lnTo>
                  <a:lnTo>
                    <a:pt x="170856" y="94938"/>
                  </a:lnTo>
                  <a:lnTo>
                    <a:pt x="171631" y="95217"/>
                  </a:lnTo>
                  <a:lnTo>
                    <a:pt x="174592" y="96335"/>
                  </a:lnTo>
                  <a:lnTo>
                    <a:pt x="175822" y="96755"/>
                  </a:lnTo>
                  <a:lnTo>
                    <a:pt x="176734" y="97081"/>
                  </a:lnTo>
                  <a:lnTo>
                    <a:pt x="177098" y="97221"/>
                  </a:lnTo>
                  <a:lnTo>
                    <a:pt x="179650" y="98199"/>
                  </a:lnTo>
                  <a:lnTo>
                    <a:pt x="182976" y="99410"/>
                  </a:lnTo>
                  <a:lnTo>
                    <a:pt x="182201" y="101693"/>
                  </a:lnTo>
                  <a:lnTo>
                    <a:pt x="181745" y="103090"/>
                  </a:lnTo>
                  <a:lnTo>
                    <a:pt x="181381" y="104162"/>
                  </a:lnTo>
                  <a:lnTo>
                    <a:pt x="180697" y="106211"/>
                  </a:lnTo>
                  <a:lnTo>
                    <a:pt x="180333" y="107376"/>
                  </a:lnTo>
                  <a:lnTo>
                    <a:pt x="179877" y="108727"/>
                  </a:lnTo>
                  <a:lnTo>
                    <a:pt x="179057" y="109612"/>
                  </a:lnTo>
                  <a:lnTo>
                    <a:pt x="178966" y="109798"/>
                  </a:lnTo>
                  <a:lnTo>
                    <a:pt x="178328" y="110823"/>
                  </a:lnTo>
                  <a:lnTo>
                    <a:pt x="177189" y="112733"/>
                  </a:lnTo>
                  <a:lnTo>
                    <a:pt x="176916" y="113199"/>
                  </a:lnTo>
                  <a:lnTo>
                    <a:pt x="176415" y="113991"/>
                  </a:lnTo>
                  <a:lnTo>
                    <a:pt x="176324" y="114131"/>
                  </a:lnTo>
                  <a:lnTo>
                    <a:pt x="173180" y="119301"/>
                  </a:lnTo>
                  <a:lnTo>
                    <a:pt x="171448" y="118603"/>
                  </a:lnTo>
                  <a:lnTo>
                    <a:pt x="170993" y="119534"/>
                  </a:lnTo>
                  <a:lnTo>
                    <a:pt x="169990" y="121537"/>
                  </a:lnTo>
                  <a:lnTo>
                    <a:pt x="169398" y="122749"/>
                  </a:lnTo>
                  <a:lnTo>
                    <a:pt x="169125" y="123308"/>
                  </a:lnTo>
                  <a:lnTo>
                    <a:pt x="168031" y="125451"/>
                  </a:lnTo>
                  <a:lnTo>
                    <a:pt x="167211" y="127128"/>
                  </a:lnTo>
                  <a:lnTo>
                    <a:pt x="168760" y="127780"/>
                  </a:lnTo>
                  <a:lnTo>
                    <a:pt x="169034" y="127873"/>
                  </a:lnTo>
                  <a:lnTo>
                    <a:pt x="170856" y="128618"/>
                  </a:lnTo>
                  <a:lnTo>
                    <a:pt x="171448" y="128851"/>
                  </a:lnTo>
                  <a:lnTo>
                    <a:pt x="172269" y="129177"/>
                  </a:lnTo>
                  <a:lnTo>
                    <a:pt x="170719" y="133789"/>
                  </a:lnTo>
                  <a:lnTo>
                    <a:pt x="166118" y="132252"/>
                  </a:lnTo>
                  <a:lnTo>
                    <a:pt x="165115" y="135047"/>
                  </a:lnTo>
                  <a:lnTo>
                    <a:pt x="165024" y="135280"/>
                  </a:lnTo>
                  <a:lnTo>
                    <a:pt x="164796" y="135979"/>
                  </a:lnTo>
                  <a:lnTo>
                    <a:pt x="164569" y="136584"/>
                  </a:lnTo>
                  <a:lnTo>
                    <a:pt x="163612" y="139333"/>
                  </a:lnTo>
                  <a:lnTo>
                    <a:pt x="162928" y="141196"/>
                  </a:lnTo>
                  <a:lnTo>
                    <a:pt x="161243" y="145994"/>
                  </a:lnTo>
                  <a:lnTo>
                    <a:pt x="161151" y="146227"/>
                  </a:lnTo>
                  <a:lnTo>
                    <a:pt x="159557" y="150653"/>
                  </a:lnTo>
                  <a:lnTo>
                    <a:pt x="157825" y="155451"/>
                  </a:lnTo>
                  <a:lnTo>
                    <a:pt x="157598" y="155963"/>
                  </a:lnTo>
                  <a:lnTo>
                    <a:pt x="157415" y="156569"/>
                  </a:lnTo>
                  <a:lnTo>
                    <a:pt x="157370" y="156708"/>
                  </a:lnTo>
                  <a:lnTo>
                    <a:pt x="156778" y="158292"/>
                  </a:lnTo>
                  <a:lnTo>
                    <a:pt x="156049" y="160295"/>
                  </a:lnTo>
                  <a:lnTo>
                    <a:pt x="155775" y="161134"/>
                  </a:lnTo>
                  <a:lnTo>
                    <a:pt x="155365" y="162159"/>
                  </a:lnTo>
                  <a:lnTo>
                    <a:pt x="154682" y="164488"/>
                  </a:lnTo>
                  <a:lnTo>
                    <a:pt x="154591" y="164768"/>
                  </a:lnTo>
                  <a:lnTo>
                    <a:pt x="154317" y="165327"/>
                  </a:lnTo>
                  <a:lnTo>
                    <a:pt x="154135" y="165746"/>
                  </a:lnTo>
                  <a:lnTo>
                    <a:pt x="151994" y="170078"/>
                  </a:lnTo>
                  <a:lnTo>
                    <a:pt x="150991" y="172361"/>
                  </a:lnTo>
                  <a:lnTo>
                    <a:pt x="151219" y="173060"/>
                  </a:lnTo>
                  <a:lnTo>
                    <a:pt x="151037" y="173292"/>
                  </a:lnTo>
                  <a:lnTo>
                    <a:pt x="150718" y="173525"/>
                  </a:lnTo>
                  <a:lnTo>
                    <a:pt x="150308" y="173619"/>
                  </a:lnTo>
                  <a:lnTo>
                    <a:pt x="150126" y="173525"/>
                  </a:lnTo>
                  <a:lnTo>
                    <a:pt x="149898" y="173432"/>
                  </a:lnTo>
                  <a:lnTo>
                    <a:pt x="149351" y="173060"/>
                  </a:lnTo>
                  <a:lnTo>
                    <a:pt x="148850" y="172827"/>
                  </a:lnTo>
                  <a:lnTo>
                    <a:pt x="148030" y="172501"/>
                  </a:lnTo>
                  <a:lnTo>
                    <a:pt x="147301" y="172268"/>
                  </a:lnTo>
                  <a:lnTo>
                    <a:pt x="146845" y="171942"/>
                  </a:lnTo>
                  <a:lnTo>
                    <a:pt x="146253" y="171755"/>
                  </a:lnTo>
                  <a:lnTo>
                    <a:pt x="145797" y="171476"/>
                  </a:lnTo>
                  <a:lnTo>
                    <a:pt x="145205" y="171289"/>
                  </a:lnTo>
                  <a:lnTo>
                    <a:pt x="144704" y="171150"/>
                  </a:lnTo>
                  <a:lnTo>
                    <a:pt x="144066" y="170730"/>
                  </a:lnTo>
                  <a:lnTo>
                    <a:pt x="143109" y="170451"/>
                  </a:lnTo>
                  <a:lnTo>
                    <a:pt x="142608" y="170218"/>
                  </a:lnTo>
                  <a:lnTo>
                    <a:pt x="142061" y="169845"/>
                  </a:lnTo>
                  <a:lnTo>
                    <a:pt x="141241" y="169752"/>
                  </a:lnTo>
                  <a:lnTo>
                    <a:pt x="140785" y="169426"/>
                  </a:lnTo>
                  <a:lnTo>
                    <a:pt x="140239" y="169053"/>
                  </a:lnTo>
                  <a:lnTo>
                    <a:pt x="139646" y="168681"/>
                  </a:lnTo>
                  <a:lnTo>
                    <a:pt x="138826" y="168215"/>
                  </a:lnTo>
                  <a:lnTo>
                    <a:pt x="138279" y="168168"/>
                  </a:lnTo>
                  <a:lnTo>
                    <a:pt x="137550" y="168028"/>
                  </a:lnTo>
                  <a:lnTo>
                    <a:pt x="137049" y="167609"/>
                  </a:lnTo>
                  <a:lnTo>
                    <a:pt x="136093" y="167516"/>
                  </a:lnTo>
                  <a:lnTo>
                    <a:pt x="135546" y="167190"/>
                  </a:lnTo>
                  <a:lnTo>
                    <a:pt x="134817" y="166817"/>
                  </a:lnTo>
                  <a:lnTo>
                    <a:pt x="134270" y="166724"/>
                  </a:lnTo>
                  <a:lnTo>
                    <a:pt x="133313" y="166538"/>
                  </a:lnTo>
                  <a:lnTo>
                    <a:pt x="132448" y="166212"/>
                  </a:lnTo>
                  <a:lnTo>
                    <a:pt x="132083" y="166072"/>
                  </a:lnTo>
                  <a:lnTo>
                    <a:pt x="131445" y="165886"/>
                  </a:lnTo>
                  <a:lnTo>
                    <a:pt x="130853" y="165792"/>
                  </a:lnTo>
                  <a:lnTo>
                    <a:pt x="130261" y="165466"/>
                  </a:lnTo>
                  <a:lnTo>
                    <a:pt x="129668" y="165187"/>
                  </a:lnTo>
                  <a:lnTo>
                    <a:pt x="129213" y="164907"/>
                  </a:lnTo>
                  <a:lnTo>
                    <a:pt x="128484" y="164674"/>
                  </a:lnTo>
                  <a:lnTo>
                    <a:pt x="127527" y="164348"/>
                  </a:lnTo>
                  <a:lnTo>
                    <a:pt x="126980" y="164115"/>
                  </a:lnTo>
                  <a:lnTo>
                    <a:pt x="126206" y="163789"/>
                  </a:lnTo>
                  <a:lnTo>
                    <a:pt x="125704" y="163650"/>
                  </a:lnTo>
                  <a:lnTo>
                    <a:pt x="125021" y="163323"/>
                  </a:lnTo>
                  <a:lnTo>
                    <a:pt x="124429" y="163230"/>
                  </a:lnTo>
                  <a:lnTo>
                    <a:pt x="124064" y="163184"/>
                  </a:lnTo>
                  <a:lnTo>
                    <a:pt x="123426" y="162997"/>
                  </a:lnTo>
                  <a:lnTo>
                    <a:pt x="123016" y="162671"/>
                  </a:lnTo>
                  <a:lnTo>
                    <a:pt x="122470" y="162345"/>
                  </a:lnTo>
                  <a:lnTo>
                    <a:pt x="121832" y="161973"/>
                  </a:lnTo>
                  <a:lnTo>
                    <a:pt x="121012" y="161600"/>
                  </a:lnTo>
                  <a:lnTo>
                    <a:pt x="120419" y="161413"/>
                  </a:lnTo>
                  <a:lnTo>
                    <a:pt x="120146" y="161413"/>
                  </a:lnTo>
                  <a:lnTo>
                    <a:pt x="119781" y="161041"/>
                  </a:lnTo>
                  <a:lnTo>
                    <a:pt x="119280" y="160761"/>
                  </a:lnTo>
                  <a:lnTo>
                    <a:pt x="118870" y="160668"/>
                  </a:lnTo>
                  <a:lnTo>
                    <a:pt x="118278" y="160482"/>
                  </a:lnTo>
                  <a:lnTo>
                    <a:pt x="117686" y="160109"/>
                  </a:lnTo>
                  <a:lnTo>
                    <a:pt x="116957" y="159643"/>
                  </a:lnTo>
                  <a:lnTo>
                    <a:pt x="116091" y="159084"/>
                  </a:lnTo>
                  <a:lnTo>
                    <a:pt x="115089" y="158525"/>
                  </a:lnTo>
                  <a:lnTo>
                    <a:pt x="114268" y="158246"/>
                  </a:lnTo>
                  <a:lnTo>
                    <a:pt x="113403" y="157827"/>
                  </a:lnTo>
                  <a:lnTo>
                    <a:pt x="112993" y="157500"/>
                  </a:lnTo>
                  <a:lnTo>
                    <a:pt x="112218" y="157081"/>
                  </a:lnTo>
                  <a:lnTo>
                    <a:pt x="111489" y="156476"/>
                  </a:lnTo>
                  <a:lnTo>
                    <a:pt x="110806" y="156010"/>
                  </a:lnTo>
                  <a:lnTo>
                    <a:pt x="109803" y="155637"/>
                  </a:lnTo>
                  <a:lnTo>
                    <a:pt x="109166" y="155171"/>
                  </a:lnTo>
                  <a:lnTo>
                    <a:pt x="108482" y="154705"/>
                  </a:lnTo>
                  <a:lnTo>
                    <a:pt x="107799" y="154193"/>
                  </a:lnTo>
                  <a:lnTo>
                    <a:pt x="107206" y="153820"/>
                  </a:lnTo>
                  <a:lnTo>
                    <a:pt x="106477" y="153401"/>
                  </a:lnTo>
                  <a:lnTo>
                    <a:pt x="105521" y="152749"/>
                  </a:lnTo>
                  <a:lnTo>
                    <a:pt x="104837" y="152330"/>
                  </a:lnTo>
                  <a:lnTo>
                    <a:pt x="104382" y="151817"/>
                  </a:lnTo>
                  <a:lnTo>
                    <a:pt x="103971" y="151491"/>
                  </a:lnTo>
                  <a:lnTo>
                    <a:pt x="103379" y="151025"/>
                  </a:lnTo>
                  <a:lnTo>
                    <a:pt x="102650" y="150792"/>
                  </a:lnTo>
                  <a:lnTo>
                    <a:pt x="102286" y="150559"/>
                  </a:lnTo>
                  <a:lnTo>
                    <a:pt x="101876" y="150094"/>
                  </a:lnTo>
                  <a:lnTo>
                    <a:pt x="101056" y="149721"/>
                  </a:lnTo>
                  <a:lnTo>
                    <a:pt x="100418" y="149348"/>
                  </a:lnTo>
                  <a:lnTo>
                    <a:pt x="99871" y="148882"/>
                  </a:lnTo>
                  <a:lnTo>
                    <a:pt x="99233" y="148370"/>
                  </a:lnTo>
                  <a:lnTo>
                    <a:pt x="98823" y="147997"/>
                  </a:lnTo>
                  <a:lnTo>
                    <a:pt x="98550" y="147625"/>
                  </a:lnTo>
                  <a:lnTo>
                    <a:pt x="98094" y="147392"/>
                  </a:lnTo>
                  <a:lnTo>
                    <a:pt x="97684" y="146972"/>
                  </a:lnTo>
                  <a:lnTo>
                    <a:pt x="97137" y="146646"/>
                  </a:lnTo>
                  <a:lnTo>
                    <a:pt x="96499" y="146320"/>
                  </a:lnTo>
                  <a:lnTo>
                    <a:pt x="95998" y="146087"/>
                  </a:lnTo>
                  <a:lnTo>
                    <a:pt x="95588" y="145761"/>
                  </a:lnTo>
                  <a:lnTo>
                    <a:pt x="95178" y="145482"/>
                  </a:lnTo>
                  <a:lnTo>
                    <a:pt x="94586" y="145156"/>
                  </a:lnTo>
                  <a:lnTo>
                    <a:pt x="93993" y="144736"/>
                  </a:lnTo>
                  <a:lnTo>
                    <a:pt x="93401" y="144317"/>
                  </a:lnTo>
                  <a:lnTo>
                    <a:pt x="92854" y="144038"/>
                  </a:lnTo>
                  <a:lnTo>
                    <a:pt x="92125" y="143758"/>
                  </a:lnTo>
                  <a:lnTo>
                    <a:pt x="91624" y="143339"/>
                  </a:lnTo>
                  <a:lnTo>
                    <a:pt x="90667" y="142826"/>
                  </a:lnTo>
                  <a:lnTo>
                    <a:pt x="89984" y="142314"/>
                  </a:lnTo>
                  <a:lnTo>
                    <a:pt x="89118" y="141755"/>
                  </a:lnTo>
                  <a:lnTo>
                    <a:pt x="88617" y="141429"/>
                  </a:lnTo>
                  <a:lnTo>
                    <a:pt x="87843" y="140916"/>
                  </a:lnTo>
                  <a:lnTo>
                    <a:pt x="87478" y="140730"/>
                  </a:lnTo>
                  <a:lnTo>
                    <a:pt x="87022" y="140264"/>
                  </a:lnTo>
                  <a:lnTo>
                    <a:pt x="86795" y="139845"/>
                  </a:lnTo>
                  <a:lnTo>
                    <a:pt x="86476" y="139426"/>
                  </a:lnTo>
                  <a:lnTo>
                    <a:pt x="85792" y="139007"/>
                  </a:lnTo>
                  <a:lnTo>
                    <a:pt x="85109" y="138634"/>
                  </a:lnTo>
                  <a:lnTo>
                    <a:pt x="84608" y="138075"/>
                  </a:lnTo>
                  <a:lnTo>
                    <a:pt x="84152" y="137795"/>
                  </a:lnTo>
                  <a:lnTo>
                    <a:pt x="83560" y="137469"/>
                  </a:lnTo>
                  <a:lnTo>
                    <a:pt x="82785" y="137283"/>
                  </a:lnTo>
                  <a:lnTo>
                    <a:pt x="81601" y="136677"/>
                  </a:lnTo>
                  <a:lnTo>
                    <a:pt x="80507" y="136165"/>
                  </a:lnTo>
                  <a:lnTo>
                    <a:pt x="79687" y="135652"/>
                  </a:lnTo>
                  <a:lnTo>
                    <a:pt x="79095" y="135233"/>
                  </a:lnTo>
                  <a:lnTo>
                    <a:pt x="78275" y="134861"/>
                  </a:lnTo>
                  <a:lnTo>
                    <a:pt x="77363" y="134069"/>
                  </a:lnTo>
                  <a:lnTo>
                    <a:pt x="76224" y="133277"/>
                  </a:lnTo>
                  <a:lnTo>
                    <a:pt x="75450" y="132904"/>
                  </a:lnTo>
                  <a:lnTo>
                    <a:pt x="74675" y="132485"/>
                  </a:lnTo>
                  <a:lnTo>
                    <a:pt x="73081" y="131506"/>
                  </a:lnTo>
                  <a:lnTo>
                    <a:pt x="72260" y="130994"/>
                  </a:lnTo>
                  <a:lnTo>
                    <a:pt x="71076" y="130342"/>
                  </a:lnTo>
                  <a:lnTo>
                    <a:pt x="69982" y="129597"/>
                  </a:lnTo>
                  <a:lnTo>
                    <a:pt x="68752" y="129038"/>
                  </a:lnTo>
                  <a:lnTo>
                    <a:pt x="67887" y="128385"/>
                  </a:lnTo>
                  <a:lnTo>
                    <a:pt x="67249" y="128013"/>
                  </a:lnTo>
                  <a:lnTo>
                    <a:pt x="66474" y="127733"/>
                  </a:lnTo>
                  <a:lnTo>
                    <a:pt x="65791" y="127221"/>
                  </a:lnTo>
                  <a:lnTo>
                    <a:pt x="64743" y="126708"/>
                  </a:lnTo>
                  <a:lnTo>
                    <a:pt x="63968" y="126242"/>
                  </a:lnTo>
                  <a:lnTo>
                    <a:pt x="63376" y="125590"/>
                  </a:lnTo>
                  <a:lnTo>
                    <a:pt x="61918" y="124845"/>
                  </a:lnTo>
                  <a:lnTo>
                    <a:pt x="60916" y="124379"/>
                  </a:lnTo>
                  <a:lnTo>
                    <a:pt x="59913" y="123820"/>
                  </a:lnTo>
                  <a:lnTo>
                    <a:pt x="59048" y="123401"/>
                  </a:lnTo>
                  <a:lnTo>
                    <a:pt x="58410" y="123075"/>
                  </a:lnTo>
                  <a:lnTo>
                    <a:pt x="57590" y="122749"/>
                  </a:lnTo>
                  <a:lnTo>
                    <a:pt x="56952" y="122143"/>
                  </a:lnTo>
                  <a:lnTo>
                    <a:pt x="55311" y="121398"/>
                  </a:lnTo>
                  <a:lnTo>
                    <a:pt x="53945" y="120652"/>
                  </a:lnTo>
                  <a:lnTo>
                    <a:pt x="53079" y="120000"/>
                  </a:lnTo>
                  <a:lnTo>
                    <a:pt x="51439" y="118929"/>
                  </a:lnTo>
                  <a:lnTo>
                    <a:pt x="50710" y="118370"/>
                  </a:lnTo>
                  <a:lnTo>
                    <a:pt x="49981" y="117951"/>
                  </a:lnTo>
                  <a:lnTo>
                    <a:pt x="49115" y="117578"/>
                  </a:lnTo>
                  <a:lnTo>
                    <a:pt x="48386" y="117205"/>
                  </a:lnTo>
                  <a:lnTo>
                    <a:pt x="47703" y="117019"/>
                  </a:lnTo>
                  <a:lnTo>
                    <a:pt x="47019" y="116739"/>
                  </a:lnTo>
                  <a:lnTo>
                    <a:pt x="46290" y="116553"/>
                  </a:lnTo>
                  <a:lnTo>
                    <a:pt x="45470" y="116273"/>
                  </a:lnTo>
                  <a:lnTo>
                    <a:pt x="44604" y="115994"/>
                  </a:lnTo>
                  <a:lnTo>
                    <a:pt x="43693" y="115668"/>
                  </a:lnTo>
                  <a:lnTo>
                    <a:pt x="42372" y="115155"/>
                  </a:lnTo>
                  <a:lnTo>
                    <a:pt x="40595" y="114503"/>
                  </a:lnTo>
                  <a:lnTo>
                    <a:pt x="39319" y="114037"/>
                  </a:lnTo>
                  <a:lnTo>
                    <a:pt x="38180" y="113618"/>
                  </a:lnTo>
                  <a:lnTo>
                    <a:pt x="37269" y="113199"/>
                  </a:lnTo>
                  <a:lnTo>
                    <a:pt x="36221" y="112733"/>
                  </a:lnTo>
                  <a:lnTo>
                    <a:pt x="35310" y="112267"/>
                  </a:lnTo>
                  <a:lnTo>
                    <a:pt x="34490" y="111755"/>
                  </a:lnTo>
                  <a:lnTo>
                    <a:pt x="33806" y="111336"/>
                  </a:lnTo>
                  <a:lnTo>
                    <a:pt x="32941" y="110916"/>
                  </a:lnTo>
                  <a:lnTo>
                    <a:pt x="32348" y="110497"/>
                  </a:lnTo>
                  <a:lnTo>
                    <a:pt x="31710" y="110031"/>
                  </a:lnTo>
                  <a:lnTo>
                    <a:pt x="31027" y="109565"/>
                  </a:lnTo>
                  <a:lnTo>
                    <a:pt x="30298" y="109100"/>
                  </a:lnTo>
                  <a:lnTo>
                    <a:pt x="29432" y="108494"/>
                  </a:lnTo>
                  <a:lnTo>
                    <a:pt x="28293" y="107655"/>
                  </a:lnTo>
                  <a:lnTo>
                    <a:pt x="27428" y="107143"/>
                  </a:lnTo>
                  <a:lnTo>
                    <a:pt x="26152" y="106444"/>
                  </a:lnTo>
                  <a:lnTo>
                    <a:pt x="25286" y="105745"/>
                  </a:lnTo>
                  <a:lnTo>
                    <a:pt x="23965" y="105000"/>
                  </a:lnTo>
                  <a:lnTo>
                    <a:pt x="22461" y="104208"/>
                  </a:lnTo>
                  <a:lnTo>
                    <a:pt x="21641" y="103649"/>
                  </a:lnTo>
                  <a:lnTo>
                    <a:pt x="20502" y="102811"/>
                  </a:lnTo>
                  <a:lnTo>
                    <a:pt x="19454" y="102065"/>
                  </a:lnTo>
                  <a:lnTo>
                    <a:pt x="18634" y="101506"/>
                  </a:lnTo>
                  <a:lnTo>
                    <a:pt x="17996" y="101040"/>
                  </a:lnTo>
                  <a:lnTo>
                    <a:pt x="17723" y="100621"/>
                  </a:lnTo>
                  <a:lnTo>
                    <a:pt x="17131" y="100202"/>
                  </a:lnTo>
                  <a:lnTo>
                    <a:pt x="16311" y="99876"/>
                  </a:lnTo>
                  <a:lnTo>
                    <a:pt x="15809" y="99736"/>
                  </a:lnTo>
                  <a:lnTo>
                    <a:pt x="15263" y="99410"/>
                  </a:lnTo>
                  <a:lnTo>
                    <a:pt x="14853" y="99037"/>
                  </a:lnTo>
                  <a:lnTo>
                    <a:pt x="14443" y="98618"/>
                  </a:lnTo>
                  <a:lnTo>
                    <a:pt x="14124" y="98292"/>
                  </a:lnTo>
                  <a:lnTo>
                    <a:pt x="13759" y="98245"/>
                  </a:lnTo>
                  <a:lnTo>
                    <a:pt x="13486" y="98152"/>
                  </a:lnTo>
                  <a:lnTo>
                    <a:pt x="12985" y="98012"/>
                  </a:lnTo>
                  <a:lnTo>
                    <a:pt x="12620" y="97686"/>
                  </a:lnTo>
                  <a:lnTo>
                    <a:pt x="12164" y="97267"/>
                  </a:lnTo>
                  <a:lnTo>
                    <a:pt x="11800" y="97034"/>
                  </a:lnTo>
                  <a:lnTo>
                    <a:pt x="11344" y="96801"/>
                  </a:lnTo>
                  <a:lnTo>
                    <a:pt x="10843" y="96568"/>
                  </a:lnTo>
                  <a:lnTo>
                    <a:pt x="10069" y="96289"/>
                  </a:lnTo>
                  <a:lnTo>
                    <a:pt x="9750" y="96103"/>
                  </a:lnTo>
                  <a:lnTo>
                    <a:pt x="9567" y="95916"/>
                  </a:lnTo>
                  <a:lnTo>
                    <a:pt x="9112" y="95544"/>
                  </a:lnTo>
                  <a:lnTo>
                    <a:pt x="8747" y="95217"/>
                  </a:lnTo>
                  <a:lnTo>
                    <a:pt x="8246" y="94938"/>
                  </a:lnTo>
                  <a:lnTo>
                    <a:pt x="7517" y="94565"/>
                  </a:lnTo>
                  <a:lnTo>
                    <a:pt x="7016" y="94426"/>
                  </a:lnTo>
                  <a:lnTo>
                    <a:pt x="6287" y="94239"/>
                  </a:lnTo>
                  <a:lnTo>
                    <a:pt x="5695" y="94053"/>
                  </a:lnTo>
                  <a:lnTo>
                    <a:pt x="5285" y="93727"/>
                  </a:lnTo>
                  <a:lnTo>
                    <a:pt x="4783" y="93168"/>
                  </a:lnTo>
                  <a:lnTo>
                    <a:pt x="4601" y="92748"/>
                  </a:lnTo>
                  <a:lnTo>
                    <a:pt x="4328" y="92283"/>
                  </a:lnTo>
                  <a:lnTo>
                    <a:pt x="4009" y="92003"/>
                  </a:lnTo>
                  <a:lnTo>
                    <a:pt x="3462" y="91770"/>
                  </a:lnTo>
                  <a:lnTo>
                    <a:pt x="2915" y="91491"/>
                  </a:lnTo>
                  <a:lnTo>
                    <a:pt x="2642" y="91258"/>
                  </a:lnTo>
                  <a:lnTo>
                    <a:pt x="2095" y="91118"/>
                  </a:lnTo>
                  <a:lnTo>
                    <a:pt x="1685" y="91071"/>
                  </a:lnTo>
                  <a:lnTo>
                    <a:pt x="1184" y="90885"/>
                  </a:lnTo>
                  <a:lnTo>
                    <a:pt x="455" y="90652"/>
                  </a:lnTo>
                  <a:lnTo>
                    <a:pt x="0" y="90512"/>
                  </a:lnTo>
                  <a:lnTo>
                    <a:pt x="592" y="89860"/>
                  </a:lnTo>
                  <a:lnTo>
                    <a:pt x="911" y="89534"/>
                  </a:lnTo>
                  <a:lnTo>
                    <a:pt x="1139" y="88929"/>
                  </a:lnTo>
                  <a:lnTo>
                    <a:pt x="1503" y="87857"/>
                  </a:lnTo>
                  <a:lnTo>
                    <a:pt x="2004" y="86553"/>
                  </a:lnTo>
                  <a:lnTo>
                    <a:pt x="2186" y="86180"/>
                  </a:lnTo>
                  <a:lnTo>
                    <a:pt x="2915" y="84596"/>
                  </a:lnTo>
                  <a:lnTo>
                    <a:pt x="3918" y="81894"/>
                  </a:lnTo>
                  <a:lnTo>
                    <a:pt x="4009" y="81661"/>
                  </a:lnTo>
                  <a:lnTo>
                    <a:pt x="4328" y="80730"/>
                  </a:lnTo>
                  <a:lnTo>
                    <a:pt x="4738" y="79752"/>
                  </a:lnTo>
                  <a:lnTo>
                    <a:pt x="4875" y="79379"/>
                  </a:lnTo>
                  <a:lnTo>
                    <a:pt x="6970" y="80124"/>
                  </a:lnTo>
                  <a:lnTo>
                    <a:pt x="7153" y="79798"/>
                  </a:lnTo>
                  <a:lnTo>
                    <a:pt x="7244" y="79612"/>
                  </a:lnTo>
                  <a:lnTo>
                    <a:pt x="8611" y="77283"/>
                  </a:lnTo>
                  <a:lnTo>
                    <a:pt x="9932" y="75000"/>
                  </a:lnTo>
                  <a:lnTo>
                    <a:pt x="10069" y="75047"/>
                  </a:lnTo>
                  <a:lnTo>
                    <a:pt x="10388" y="75186"/>
                  </a:lnTo>
                  <a:lnTo>
                    <a:pt x="10752" y="75326"/>
                  </a:lnTo>
                  <a:lnTo>
                    <a:pt x="11709" y="73509"/>
                  </a:lnTo>
                  <a:lnTo>
                    <a:pt x="12301" y="72531"/>
                  </a:lnTo>
                  <a:lnTo>
                    <a:pt x="12711" y="71832"/>
                  </a:lnTo>
                  <a:lnTo>
                    <a:pt x="13668" y="70155"/>
                  </a:lnTo>
                  <a:lnTo>
                    <a:pt x="15035" y="67733"/>
                  </a:lnTo>
                  <a:lnTo>
                    <a:pt x="16630" y="64891"/>
                  </a:lnTo>
                  <a:lnTo>
                    <a:pt x="17632" y="63168"/>
                  </a:lnTo>
                  <a:lnTo>
                    <a:pt x="17996" y="62562"/>
                  </a:lnTo>
                  <a:lnTo>
                    <a:pt x="18224" y="62189"/>
                  </a:lnTo>
                  <a:lnTo>
                    <a:pt x="25013" y="65171"/>
                  </a:lnTo>
                  <a:lnTo>
                    <a:pt x="25286" y="65264"/>
                  </a:lnTo>
                  <a:lnTo>
                    <a:pt x="25377" y="65031"/>
                  </a:lnTo>
                  <a:lnTo>
                    <a:pt x="25970" y="63354"/>
                  </a:lnTo>
                  <a:lnTo>
                    <a:pt x="26061" y="63074"/>
                  </a:lnTo>
                  <a:lnTo>
                    <a:pt x="26790" y="61118"/>
                  </a:lnTo>
                  <a:lnTo>
                    <a:pt x="28795" y="56366"/>
                  </a:lnTo>
                  <a:lnTo>
                    <a:pt x="29341" y="55202"/>
                  </a:lnTo>
                  <a:lnTo>
                    <a:pt x="29751" y="54456"/>
                  </a:lnTo>
                  <a:lnTo>
                    <a:pt x="29934" y="53944"/>
                  </a:lnTo>
                  <a:lnTo>
                    <a:pt x="30344" y="53292"/>
                  </a:lnTo>
                  <a:lnTo>
                    <a:pt x="30982" y="51894"/>
                  </a:lnTo>
                  <a:lnTo>
                    <a:pt x="31528" y="50077"/>
                  </a:lnTo>
                  <a:lnTo>
                    <a:pt x="31984" y="47422"/>
                  </a:lnTo>
                  <a:lnTo>
                    <a:pt x="32257" y="46258"/>
                  </a:lnTo>
                  <a:lnTo>
                    <a:pt x="32394" y="45838"/>
                  </a:lnTo>
                  <a:lnTo>
                    <a:pt x="32622" y="44860"/>
                  </a:lnTo>
                  <a:lnTo>
                    <a:pt x="33624" y="40667"/>
                  </a:lnTo>
                  <a:lnTo>
                    <a:pt x="33806" y="39782"/>
                  </a:lnTo>
                  <a:lnTo>
                    <a:pt x="34216" y="37360"/>
                  </a:lnTo>
                  <a:lnTo>
                    <a:pt x="34262" y="36801"/>
                  </a:lnTo>
                  <a:lnTo>
                    <a:pt x="34262" y="36661"/>
                  </a:lnTo>
                  <a:lnTo>
                    <a:pt x="34308" y="36521"/>
                  </a:lnTo>
                  <a:lnTo>
                    <a:pt x="34353" y="35683"/>
                  </a:lnTo>
                  <a:lnTo>
                    <a:pt x="34353" y="35357"/>
                  </a:lnTo>
                  <a:lnTo>
                    <a:pt x="34444" y="34285"/>
                  </a:lnTo>
                  <a:lnTo>
                    <a:pt x="34490" y="34099"/>
                  </a:lnTo>
                  <a:lnTo>
                    <a:pt x="34535" y="33121"/>
                  </a:lnTo>
                  <a:lnTo>
                    <a:pt x="34581" y="32422"/>
                  </a:lnTo>
                  <a:lnTo>
                    <a:pt x="34581" y="32096"/>
                  </a:lnTo>
                  <a:lnTo>
                    <a:pt x="34535" y="30931"/>
                  </a:lnTo>
                  <a:lnTo>
                    <a:pt x="34535" y="30698"/>
                  </a:lnTo>
                  <a:lnTo>
                    <a:pt x="34490" y="28742"/>
                  </a:lnTo>
                  <a:lnTo>
                    <a:pt x="34353" y="28229"/>
                  </a:lnTo>
                  <a:lnTo>
                    <a:pt x="34262" y="27717"/>
                  </a:lnTo>
                  <a:lnTo>
                    <a:pt x="34125" y="26879"/>
                  </a:lnTo>
                  <a:lnTo>
                    <a:pt x="33989" y="26226"/>
                  </a:lnTo>
                  <a:lnTo>
                    <a:pt x="33533" y="23897"/>
                  </a:lnTo>
                  <a:lnTo>
                    <a:pt x="33123" y="21987"/>
                  </a:lnTo>
                  <a:lnTo>
                    <a:pt x="32941" y="20916"/>
                  </a:lnTo>
                  <a:lnTo>
                    <a:pt x="32439" y="18354"/>
                  </a:lnTo>
                  <a:lnTo>
                    <a:pt x="32121" y="16397"/>
                  </a:lnTo>
                  <a:lnTo>
                    <a:pt x="31938" y="15512"/>
                  </a:lnTo>
                  <a:lnTo>
                    <a:pt x="31847" y="14906"/>
                  </a:lnTo>
                  <a:lnTo>
                    <a:pt x="31710" y="14208"/>
                  </a:lnTo>
                  <a:lnTo>
                    <a:pt x="33624" y="14021"/>
                  </a:lnTo>
                  <a:lnTo>
                    <a:pt x="35219" y="13835"/>
                  </a:lnTo>
                  <a:lnTo>
                    <a:pt x="39912" y="13369"/>
                  </a:lnTo>
                  <a:lnTo>
                    <a:pt x="41415" y="13229"/>
                  </a:lnTo>
                  <a:lnTo>
                    <a:pt x="48842" y="12484"/>
                  </a:lnTo>
                  <a:lnTo>
                    <a:pt x="49662" y="12391"/>
                  </a:lnTo>
                  <a:lnTo>
                    <a:pt x="49799" y="12391"/>
                  </a:lnTo>
                  <a:lnTo>
                    <a:pt x="50072" y="12344"/>
                  </a:lnTo>
                  <a:lnTo>
                    <a:pt x="55904" y="11785"/>
                  </a:lnTo>
                  <a:lnTo>
                    <a:pt x="56906" y="11646"/>
                  </a:lnTo>
                  <a:lnTo>
                    <a:pt x="62601" y="11087"/>
                  </a:lnTo>
                  <a:lnTo>
                    <a:pt x="62829" y="11040"/>
                  </a:lnTo>
                  <a:lnTo>
                    <a:pt x="64697" y="10760"/>
                  </a:lnTo>
                  <a:lnTo>
                    <a:pt x="65791" y="10621"/>
                  </a:lnTo>
                  <a:lnTo>
                    <a:pt x="66383" y="10528"/>
                  </a:lnTo>
                  <a:lnTo>
                    <a:pt x="70575" y="10015"/>
                  </a:lnTo>
                  <a:lnTo>
                    <a:pt x="70939" y="9969"/>
                  </a:lnTo>
                  <a:lnTo>
                    <a:pt x="77227" y="9409"/>
                  </a:lnTo>
                  <a:lnTo>
                    <a:pt x="77363" y="9409"/>
                  </a:lnTo>
                  <a:lnTo>
                    <a:pt x="89802" y="8198"/>
                  </a:lnTo>
                  <a:lnTo>
                    <a:pt x="94631" y="7732"/>
                  </a:lnTo>
                  <a:lnTo>
                    <a:pt x="99825" y="7173"/>
                  </a:lnTo>
                  <a:lnTo>
                    <a:pt x="100144" y="7173"/>
                  </a:lnTo>
                  <a:lnTo>
                    <a:pt x="101785" y="6987"/>
                  </a:lnTo>
                  <a:lnTo>
                    <a:pt x="106796" y="6475"/>
                  </a:lnTo>
                  <a:lnTo>
                    <a:pt x="109074" y="6335"/>
                  </a:lnTo>
                  <a:lnTo>
                    <a:pt x="110623" y="6195"/>
                  </a:lnTo>
                  <a:lnTo>
                    <a:pt x="111626" y="6102"/>
                  </a:lnTo>
                  <a:lnTo>
                    <a:pt x="114177" y="5823"/>
                  </a:lnTo>
                  <a:lnTo>
                    <a:pt x="115089" y="5683"/>
                  </a:lnTo>
                  <a:lnTo>
                    <a:pt x="117321" y="5357"/>
                  </a:lnTo>
                  <a:lnTo>
                    <a:pt x="119781" y="4984"/>
                  </a:lnTo>
                  <a:lnTo>
                    <a:pt x="121877" y="4658"/>
                  </a:lnTo>
                  <a:lnTo>
                    <a:pt x="122151" y="4658"/>
                  </a:lnTo>
                  <a:lnTo>
                    <a:pt x="122697" y="4704"/>
                  </a:lnTo>
                  <a:lnTo>
                    <a:pt x="122880" y="4704"/>
                  </a:lnTo>
                  <a:lnTo>
                    <a:pt x="125841" y="4425"/>
                  </a:lnTo>
                  <a:lnTo>
                    <a:pt x="130124" y="3959"/>
                  </a:lnTo>
                  <a:lnTo>
                    <a:pt x="130306" y="3959"/>
                  </a:lnTo>
                  <a:lnTo>
                    <a:pt x="131172" y="3819"/>
                  </a:lnTo>
                  <a:lnTo>
                    <a:pt x="134589" y="3307"/>
                  </a:lnTo>
                  <a:lnTo>
                    <a:pt x="136275" y="2934"/>
                  </a:lnTo>
                  <a:lnTo>
                    <a:pt x="137232" y="2748"/>
                  </a:lnTo>
                  <a:lnTo>
                    <a:pt x="137961" y="2562"/>
                  </a:lnTo>
                  <a:lnTo>
                    <a:pt x="1479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479328" y="3629083"/>
              <a:ext cx="241386" cy="143712"/>
            </a:xfrm>
            <a:custGeom>
              <a:avLst/>
              <a:pathLst>
                <a:path w="241386" h="143712">
                  <a:moveTo>
                    <a:pt x="213593" y="139"/>
                  </a:moveTo>
                  <a:lnTo>
                    <a:pt x="214140" y="1723"/>
                  </a:lnTo>
                  <a:lnTo>
                    <a:pt x="214459" y="2142"/>
                  </a:lnTo>
                  <a:lnTo>
                    <a:pt x="215097" y="2329"/>
                  </a:lnTo>
                  <a:lnTo>
                    <a:pt x="215370" y="2375"/>
                  </a:lnTo>
                  <a:lnTo>
                    <a:pt x="218559" y="3121"/>
                  </a:lnTo>
                  <a:lnTo>
                    <a:pt x="218468" y="6941"/>
                  </a:lnTo>
                  <a:lnTo>
                    <a:pt x="218468" y="7593"/>
                  </a:lnTo>
                  <a:lnTo>
                    <a:pt x="218559" y="8198"/>
                  </a:lnTo>
                  <a:lnTo>
                    <a:pt x="218559" y="8385"/>
                  </a:lnTo>
                  <a:lnTo>
                    <a:pt x="218696" y="10015"/>
                  </a:lnTo>
                  <a:lnTo>
                    <a:pt x="219061" y="11413"/>
                  </a:lnTo>
                  <a:lnTo>
                    <a:pt x="219835" y="14580"/>
                  </a:lnTo>
                  <a:lnTo>
                    <a:pt x="218787" y="14906"/>
                  </a:lnTo>
                  <a:lnTo>
                    <a:pt x="217101" y="15372"/>
                  </a:lnTo>
                  <a:lnTo>
                    <a:pt x="217375" y="16537"/>
                  </a:lnTo>
                  <a:lnTo>
                    <a:pt x="218423" y="21149"/>
                  </a:lnTo>
                  <a:lnTo>
                    <a:pt x="220063" y="25993"/>
                  </a:lnTo>
                  <a:lnTo>
                    <a:pt x="220974" y="27857"/>
                  </a:lnTo>
                  <a:lnTo>
                    <a:pt x="221885" y="29115"/>
                  </a:lnTo>
                  <a:lnTo>
                    <a:pt x="222933" y="31304"/>
                  </a:lnTo>
                  <a:lnTo>
                    <a:pt x="224756" y="35497"/>
                  </a:lnTo>
                  <a:lnTo>
                    <a:pt x="225940" y="38338"/>
                  </a:lnTo>
                  <a:lnTo>
                    <a:pt x="228310" y="43882"/>
                  </a:lnTo>
                  <a:lnTo>
                    <a:pt x="229494" y="46910"/>
                  </a:lnTo>
                  <a:lnTo>
                    <a:pt x="231317" y="51428"/>
                  </a:lnTo>
                  <a:lnTo>
                    <a:pt x="233549" y="57624"/>
                  </a:lnTo>
                  <a:lnTo>
                    <a:pt x="233777" y="57484"/>
                  </a:lnTo>
                  <a:lnTo>
                    <a:pt x="234141" y="57251"/>
                  </a:lnTo>
                  <a:lnTo>
                    <a:pt x="241386" y="75326"/>
                  </a:lnTo>
                  <a:lnTo>
                    <a:pt x="240383" y="75745"/>
                  </a:lnTo>
                  <a:lnTo>
                    <a:pt x="233412" y="78587"/>
                  </a:lnTo>
                  <a:lnTo>
                    <a:pt x="230998" y="79565"/>
                  </a:lnTo>
                  <a:lnTo>
                    <a:pt x="229494" y="80171"/>
                  </a:lnTo>
                  <a:lnTo>
                    <a:pt x="224300" y="82314"/>
                  </a:lnTo>
                  <a:lnTo>
                    <a:pt x="219288" y="84363"/>
                  </a:lnTo>
                  <a:lnTo>
                    <a:pt x="217785" y="84969"/>
                  </a:lnTo>
                  <a:lnTo>
                    <a:pt x="210951" y="87764"/>
                  </a:lnTo>
                  <a:lnTo>
                    <a:pt x="191951" y="95544"/>
                  </a:lnTo>
                  <a:lnTo>
                    <a:pt x="177827" y="101273"/>
                  </a:lnTo>
                  <a:lnTo>
                    <a:pt x="175412" y="102298"/>
                  </a:lnTo>
                  <a:lnTo>
                    <a:pt x="160058" y="108587"/>
                  </a:lnTo>
                  <a:lnTo>
                    <a:pt x="158418" y="109286"/>
                  </a:lnTo>
                  <a:lnTo>
                    <a:pt x="157598" y="109612"/>
                  </a:lnTo>
                  <a:lnTo>
                    <a:pt x="153406" y="111475"/>
                  </a:lnTo>
                  <a:lnTo>
                    <a:pt x="149078" y="113339"/>
                  </a:lnTo>
                  <a:lnTo>
                    <a:pt x="135774" y="119162"/>
                  </a:lnTo>
                  <a:lnTo>
                    <a:pt x="135181" y="119395"/>
                  </a:lnTo>
                  <a:lnTo>
                    <a:pt x="130990" y="121258"/>
                  </a:lnTo>
                  <a:lnTo>
                    <a:pt x="129304" y="121957"/>
                  </a:lnTo>
                  <a:lnTo>
                    <a:pt x="127800" y="122609"/>
                  </a:lnTo>
                  <a:lnTo>
                    <a:pt x="118870" y="126475"/>
                  </a:lnTo>
                  <a:lnTo>
                    <a:pt x="118642" y="126569"/>
                  </a:lnTo>
                  <a:lnTo>
                    <a:pt x="106022" y="132065"/>
                  </a:lnTo>
                  <a:lnTo>
                    <a:pt x="103151" y="133323"/>
                  </a:lnTo>
                  <a:lnTo>
                    <a:pt x="102832" y="133463"/>
                  </a:lnTo>
                  <a:lnTo>
                    <a:pt x="100190" y="134674"/>
                  </a:lnTo>
                  <a:lnTo>
                    <a:pt x="99370" y="135047"/>
                  </a:lnTo>
                  <a:lnTo>
                    <a:pt x="91214" y="138680"/>
                  </a:lnTo>
                  <a:lnTo>
                    <a:pt x="89893" y="139239"/>
                  </a:lnTo>
                  <a:lnTo>
                    <a:pt x="88754" y="139798"/>
                  </a:lnTo>
                  <a:lnTo>
                    <a:pt x="84653" y="141615"/>
                  </a:lnTo>
                  <a:lnTo>
                    <a:pt x="79641" y="143712"/>
                  </a:lnTo>
                  <a:lnTo>
                    <a:pt x="79459" y="143339"/>
                  </a:lnTo>
                  <a:lnTo>
                    <a:pt x="78912" y="141988"/>
                  </a:lnTo>
                  <a:lnTo>
                    <a:pt x="77409" y="138448"/>
                  </a:lnTo>
                  <a:lnTo>
                    <a:pt x="73627" y="129643"/>
                  </a:lnTo>
                  <a:lnTo>
                    <a:pt x="70620" y="122469"/>
                  </a:lnTo>
                  <a:lnTo>
                    <a:pt x="67978" y="123634"/>
                  </a:lnTo>
                  <a:lnTo>
                    <a:pt x="58364" y="127920"/>
                  </a:lnTo>
                  <a:lnTo>
                    <a:pt x="45333" y="128711"/>
                  </a:lnTo>
                  <a:lnTo>
                    <a:pt x="37861" y="129177"/>
                  </a:lnTo>
                  <a:lnTo>
                    <a:pt x="36996" y="130249"/>
                  </a:lnTo>
                  <a:lnTo>
                    <a:pt x="34581" y="131460"/>
                  </a:lnTo>
                  <a:lnTo>
                    <a:pt x="31164" y="132718"/>
                  </a:lnTo>
                  <a:lnTo>
                    <a:pt x="25651" y="132625"/>
                  </a:lnTo>
                  <a:lnTo>
                    <a:pt x="21277" y="133649"/>
                  </a:lnTo>
                  <a:lnTo>
                    <a:pt x="19591" y="133137"/>
                  </a:lnTo>
                  <a:lnTo>
                    <a:pt x="18406" y="132345"/>
                  </a:lnTo>
                  <a:lnTo>
                    <a:pt x="17541" y="131087"/>
                  </a:lnTo>
                  <a:lnTo>
                    <a:pt x="16219" y="130295"/>
                  </a:lnTo>
                  <a:lnTo>
                    <a:pt x="14807" y="129410"/>
                  </a:lnTo>
                  <a:lnTo>
                    <a:pt x="14306" y="127873"/>
                  </a:lnTo>
                  <a:lnTo>
                    <a:pt x="13577" y="126941"/>
                  </a:lnTo>
                  <a:lnTo>
                    <a:pt x="11846" y="125963"/>
                  </a:lnTo>
                  <a:lnTo>
                    <a:pt x="9431" y="124472"/>
                  </a:lnTo>
                  <a:lnTo>
                    <a:pt x="8611" y="123121"/>
                  </a:lnTo>
                  <a:lnTo>
                    <a:pt x="8064" y="121864"/>
                  </a:lnTo>
                  <a:lnTo>
                    <a:pt x="7016" y="120559"/>
                  </a:lnTo>
                  <a:lnTo>
                    <a:pt x="4829" y="119115"/>
                  </a:lnTo>
                  <a:lnTo>
                    <a:pt x="4054" y="117904"/>
                  </a:lnTo>
                  <a:lnTo>
                    <a:pt x="3280" y="117112"/>
                  </a:lnTo>
                  <a:lnTo>
                    <a:pt x="1457" y="116041"/>
                  </a:lnTo>
                  <a:lnTo>
                    <a:pt x="318" y="114643"/>
                  </a:lnTo>
                  <a:lnTo>
                    <a:pt x="0" y="113106"/>
                  </a:lnTo>
                  <a:lnTo>
                    <a:pt x="455" y="111708"/>
                  </a:lnTo>
                  <a:lnTo>
                    <a:pt x="1549" y="109565"/>
                  </a:lnTo>
                  <a:lnTo>
                    <a:pt x="2369" y="108401"/>
                  </a:lnTo>
                  <a:lnTo>
                    <a:pt x="3553" y="106025"/>
                  </a:lnTo>
                  <a:lnTo>
                    <a:pt x="4556" y="103463"/>
                  </a:lnTo>
                  <a:lnTo>
                    <a:pt x="5148" y="102717"/>
                  </a:lnTo>
                  <a:lnTo>
                    <a:pt x="8064" y="98478"/>
                  </a:lnTo>
                  <a:lnTo>
                    <a:pt x="9385" y="96335"/>
                  </a:lnTo>
                  <a:lnTo>
                    <a:pt x="13030" y="95217"/>
                  </a:lnTo>
                  <a:lnTo>
                    <a:pt x="15399" y="94519"/>
                  </a:lnTo>
                  <a:lnTo>
                    <a:pt x="15809" y="94519"/>
                  </a:lnTo>
                  <a:lnTo>
                    <a:pt x="16174" y="94519"/>
                  </a:lnTo>
                  <a:lnTo>
                    <a:pt x="16766" y="93773"/>
                  </a:lnTo>
                  <a:lnTo>
                    <a:pt x="16903" y="93634"/>
                  </a:lnTo>
                  <a:lnTo>
                    <a:pt x="17040" y="93447"/>
                  </a:lnTo>
                  <a:lnTo>
                    <a:pt x="17131" y="93308"/>
                  </a:lnTo>
                  <a:lnTo>
                    <a:pt x="17495" y="93028"/>
                  </a:lnTo>
                  <a:lnTo>
                    <a:pt x="17586" y="92888"/>
                  </a:lnTo>
                  <a:lnTo>
                    <a:pt x="17677" y="92562"/>
                  </a:lnTo>
                  <a:lnTo>
                    <a:pt x="17769" y="92376"/>
                  </a:lnTo>
                  <a:lnTo>
                    <a:pt x="18817" y="92702"/>
                  </a:lnTo>
                  <a:lnTo>
                    <a:pt x="19227" y="92655"/>
                  </a:lnTo>
                  <a:lnTo>
                    <a:pt x="19454" y="92516"/>
                  </a:lnTo>
                  <a:lnTo>
                    <a:pt x="19591" y="92516"/>
                  </a:lnTo>
                  <a:lnTo>
                    <a:pt x="19773" y="92562"/>
                  </a:lnTo>
                  <a:lnTo>
                    <a:pt x="20502" y="92376"/>
                  </a:lnTo>
                  <a:lnTo>
                    <a:pt x="21003" y="92376"/>
                  </a:lnTo>
                  <a:lnTo>
                    <a:pt x="22143" y="92189"/>
                  </a:lnTo>
                  <a:lnTo>
                    <a:pt x="22416" y="91630"/>
                  </a:lnTo>
                  <a:lnTo>
                    <a:pt x="22644" y="91118"/>
                  </a:lnTo>
                  <a:lnTo>
                    <a:pt x="23464" y="89301"/>
                  </a:lnTo>
                  <a:lnTo>
                    <a:pt x="24466" y="86879"/>
                  </a:lnTo>
                  <a:lnTo>
                    <a:pt x="24785" y="85947"/>
                  </a:lnTo>
                  <a:lnTo>
                    <a:pt x="25241" y="84829"/>
                  </a:lnTo>
                  <a:lnTo>
                    <a:pt x="25332" y="84503"/>
                  </a:lnTo>
                  <a:lnTo>
                    <a:pt x="25560" y="83991"/>
                  </a:lnTo>
                  <a:lnTo>
                    <a:pt x="26927" y="80404"/>
                  </a:lnTo>
                  <a:lnTo>
                    <a:pt x="27018" y="80171"/>
                  </a:lnTo>
                  <a:lnTo>
                    <a:pt x="27792" y="78634"/>
                  </a:lnTo>
                  <a:lnTo>
                    <a:pt x="28248" y="77702"/>
                  </a:lnTo>
                  <a:lnTo>
                    <a:pt x="27428" y="76910"/>
                  </a:lnTo>
                  <a:lnTo>
                    <a:pt x="27154" y="76677"/>
                  </a:lnTo>
                  <a:lnTo>
                    <a:pt x="26881" y="76444"/>
                  </a:lnTo>
                  <a:lnTo>
                    <a:pt x="26152" y="75745"/>
                  </a:lnTo>
                  <a:lnTo>
                    <a:pt x="24740" y="74394"/>
                  </a:lnTo>
                  <a:lnTo>
                    <a:pt x="23373" y="73043"/>
                  </a:lnTo>
                  <a:lnTo>
                    <a:pt x="23236" y="72904"/>
                  </a:lnTo>
                  <a:lnTo>
                    <a:pt x="23099" y="72810"/>
                  </a:lnTo>
                  <a:lnTo>
                    <a:pt x="21824" y="71506"/>
                  </a:lnTo>
                  <a:lnTo>
                    <a:pt x="20138" y="69876"/>
                  </a:lnTo>
                  <a:lnTo>
                    <a:pt x="19864" y="69503"/>
                  </a:lnTo>
                  <a:lnTo>
                    <a:pt x="18315" y="67407"/>
                  </a:lnTo>
                  <a:lnTo>
                    <a:pt x="16219" y="64472"/>
                  </a:lnTo>
                  <a:lnTo>
                    <a:pt x="14670" y="61584"/>
                  </a:lnTo>
                  <a:lnTo>
                    <a:pt x="13987" y="60373"/>
                  </a:lnTo>
                  <a:lnTo>
                    <a:pt x="13759" y="59814"/>
                  </a:lnTo>
                  <a:lnTo>
                    <a:pt x="13030" y="58276"/>
                  </a:lnTo>
                  <a:lnTo>
                    <a:pt x="12119" y="55714"/>
                  </a:lnTo>
                  <a:lnTo>
                    <a:pt x="13714" y="55807"/>
                  </a:lnTo>
                  <a:lnTo>
                    <a:pt x="13987" y="55854"/>
                  </a:lnTo>
                  <a:lnTo>
                    <a:pt x="15901" y="56087"/>
                  </a:lnTo>
                  <a:lnTo>
                    <a:pt x="18680" y="56366"/>
                  </a:lnTo>
                  <a:lnTo>
                    <a:pt x="20502" y="56599"/>
                  </a:lnTo>
                  <a:lnTo>
                    <a:pt x="22325" y="56925"/>
                  </a:lnTo>
                  <a:lnTo>
                    <a:pt x="25332" y="57484"/>
                  </a:lnTo>
                  <a:lnTo>
                    <a:pt x="25970" y="57018"/>
                  </a:lnTo>
                  <a:lnTo>
                    <a:pt x="28658" y="55062"/>
                  </a:lnTo>
                  <a:lnTo>
                    <a:pt x="31437" y="56646"/>
                  </a:lnTo>
                  <a:lnTo>
                    <a:pt x="31893" y="56832"/>
                  </a:lnTo>
                  <a:lnTo>
                    <a:pt x="33487" y="57484"/>
                  </a:lnTo>
                  <a:lnTo>
                    <a:pt x="35401" y="58136"/>
                  </a:lnTo>
                  <a:lnTo>
                    <a:pt x="37451" y="58649"/>
                  </a:lnTo>
                  <a:lnTo>
                    <a:pt x="39775" y="59022"/>
                  </a:lnTo>
                  <a:lnTo>
                    <a:pt x="40641" y="59161"/>
                  </a:lnTo>
                  <a:lnTo>
                    <a:pt x="40914" y="59208"/>
                  </a:lnTo>
                  <a:lnTo>
                    <a:pt x="42281" y="59394"/>
                  </a:lnTo>
                  <a:lnTo>
                    <a:pt x="43784" y="59487"/>
                  </a:lnTo>
                  <a:lnTo>
                    <a:pt x="53717" y="59720"/>
                  </a:lnTo>
                  <a:lnTo>
                    <a:pt x="53899" y="59720"/>
                  </a:lnTo>
                  <a:lnTo>
                    <a:pt x="60278" y="59674"/>
                  </a:lnTo>
                  <a:lnTo>
                    <a:pt x="62510" y="59720"/>
                  </a:lnTo>
                  <a:lnTo>
                    <a:pt x="64150" y="59674"/>
                  </a:lnTo>
                  <a:lnTo>
                    <a:pt x="65973" y="59674"/>
                  </a:lnTo>
                  <a:lnTo>
                    <a:pt x="68114" y="59487"/>
                  </a:lnTo>
                  <a:lnTo>
                    <a:pt x="70028" y="59115"/>
                  </a:lnTo>
                  <a:lnTo>
                    <a:pt x="71486" y="58742"/>
                  </a:lnTo>
                  <a:lnTo>
                    <a:pt x="72625" y="58323"/>
                  </a:lnTo>
                  <a:lnTo>
                    <a:pt x="74721" y="57484"/>
                  </a:lnTo>
                  <a:lnTo>
                    <a:pt x="75814" y="56925"/>
                  </a:lnTo>
                  <a:lnTo>
                    <a:pt x="76999" y="56227"/>
                  </a:lnTo>
                  <a:lnTo>
                    <a:pt x="77910" y="55621"/>
                  </a:lnTo>
                  <a:lnTo>
                    <a:pt x="80462" y="53991"/>
                  </a:lnTo>
                  <a:lnTo>
                    <a:pt x="81373" y="53292"/>
                  </a:lnTo>
                  <a:lnTo>
                    <a:pt x="83970" y="51242"/>
                  </a:lnTo>
                  <a:lnTo>
                    <a:pt x="84107" y="51149"/>
                  </a:lnTo>
                  <a:lnTo>
                    <a:pt x="86840" y="49006"/>
                  </a:lnTo>
                  <a:lnTo>
                    <a:pt x="89574" y="46863"/>
                  </a:lnTo>
                  <a:lnTo>
                    <a:pt x="92763" y="44348"/>
                  </a:lnTo>
                  <a:lnTo>
                    <a:pt x="100919" y="37966"/>
                  </a:lnTo>
                  <a:lnTo>
                    <a:pt x="102696" y="36568"/>
                  </a:lnTo>
                  <a:lnTo>
                    <a:pt x="103334" y="36102"/>
                  </a:lnTo>
                  <a:lnTo>
                    <a:pt x="106067" y="33913"/>
                  </a:lnTo>
                  <a:lnTo>
                    <a:pt x="113448" y="28136"/>
                  </a:lnTo>
                  <a:lnTo>
                    <a:pt x="115134" y="26785"/>
                  </a:lnTo>
                  <a:lnTo>
                    <a:pt x="117594" y="24643"/>
                  </a:lnTo>
                  <a:lnTo>
                    <a:pt x="118232" y="24083"/>
                  </a:lnTo>
                  <a:lnTo>
                    <a:pt x="118506" y="23851"/>
                  </a:lnTo>
                  <a:lnTo>
                    <a:pt x="120146" y="22593"/>
                  </a:lnTo>
                  <a:lnTo>
                    <a:pt x="121513" y="21615"/>
                  </a:lnTo>
                  <a:lnTo>
                    <a:pt x="122834" y="20636"/>
                  </a:lnTo>
                  <a:lnTo>
                    <a:pt x="123517" y="20124"/>
                  </a:lnTo>
                  <a:lnTo>
                    <a:pt x="123700" y="19984"/>
                  </a:lnTo>
                  <a:lnTo>
                    <a:pt x="124110" y="19705"/>
                  </a:lnTo>
                  <a:lnTo>
                    <a:pt x="124292" y="19565"/>
                  </a:lnTo>
                  <a:lnTo>
                    <a:pt x="125386" y="18819"/>
                  </a:lnTo>
                  <a:lnTo>
                    <a:pt x="126388" y="18121"/>
                  </a:lnTo>
                  <a:lnTo>
                    <a:pt x="127299" y="17562"/>
                  </a:lnTo>
                  <a:lnTo>
                    <a:pt x="131081" y="15186"/>
                  </a:lnTo>
                  <a:lnTo>
                    <a:pt x="134862" y="13649"/>
                  </a:lnTo>
                  <a:lnTo>
                    <a:pt x="135136" y="13555"/>
                  </a:lnTo>
                  <a:lnTo>
                    <a:pt x="141697" y="11832"/>
                  </a:lnTo>
                  <a:lnTo>
                    <a:pt x="144430" y="11413"/>
                  </a:lnTo>
                  <a:lnTo>
                    <a:pt x="158281" y="9177"/>
                  </a:lnTo>
                  <a:lnTo>
                    <a:pt x="161379" y="8664"/>
                  </a:lnTo>
                  <a:lnTo>
                    <a:pt x="161607" y="8198"/>
                  </a:lnTo>
                  <a:lnTo>
                    <a:pt x="182839" y="4751"/>
                  </a:lnTo>
                  <a:lnTo>
                    <a:pt x="183386" y="4658"/>
                  </a:lnTo>
                  <a:lnTo>
                    <a:pt x="183386" y="4891"/>
                  </a:lnTo>
                  <a:lnTo>
                    <a:pt x="187577" y="4145"/>
                  </a:lnTo>
                  <a:lnTo>
                    <a:pt x="187532" y="3959"/>
                  </a:lnTo>
                  <a:lnTo>
                    <a:pt x="193500" y="3027"/>
                  </a:lnTo>
                  <a:lnTo>
                    <a:pt x="194002" y="2934"/>
                  </a:lnTo>
                  <a:lnTo>
                    <a:pt x="195186" y="2701"/>
                  </a:lnTo>
                  <a:lnTo>
                    <a:pt x="199651" y="2003"/>
                  </a:lnTo>
                  <a:lnTo>
                    <a:pt x="207533" y="838"/>
                  </a:lnTo>
                  <a:lnTo>
                    <a:pt x="213229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3432025" y="5303922"/>
              <a:ext cx="128848" cy="194302"/>
            </a:xfrm>
            <a:custGeom>
              <a:avLst/>
              <a:pathLst>
                <a:path w="128848" h="194302">
                  <a:moveTo>
                    <a:pt x="53261" y="2655"/>
                  </a:moveTo>
                  <a:lnTo>
                    <a:pt x="55585" y="4751"/>
                  </a:lnTo>
                  <a:lnTo>
                    <a:pt x="56997" y="6055"/>
                  </a:lnTo>
                  <a:lnTo>
                    <a:pt x="61872" y="10900"/>
                  </a:lnTo>
                  <a:lnTo>
                    <a:pt x="65062" y="14021"/>
                  </a:lnTo>
                  <a:lnTo>
                    <a:pt x="66201" y="15186"/>
                  </a:lnTo>
                  <a:lnTo>
                    <a:pt x="67932" y="16956"/>
                  </a:lnTo>
                  <a:lnTo>
                    <a:pt x="74675" y="24083"/>
                  </a:lnTo>
                  <a:lnTo>
                    <a:pt x="78776" y="28323"/>
                  </a:lnTo>
                  <a:lnTo>
                    <a:pt x="78867" y="28462"/>
                  </a:lnTo>
                  <a:lnTo>
                    <a:pt x="82740" y="32515"/>
                  </a:lnTo>
                  <a:lnTo>
                    <a:pt x="90713" y="40807"/>
                  </a:lnTo>
                  <a:lnTo>
                    <a:pt x="95041" y="45326"/>
                  </a:lnTo>
                  <a:lnTo>
                    <a:pt x="104382" y="55015"/>
                  </a:lnTo>
                  <a:lnTo>
                    <a:pt x="107343" y="58369"/>
                  </a:lnTo>
                  <a:lnTo>
                    <a:pt x="110578" y="62795"/>
                  </a:lnTo>
                  <a:lnTo>
                    <a:pt x="112993" y="66848"/>
                  </a:lnTo>
                  <a:lnTo>
                    <a:pt x="113494" y="68338"/>
                  </a:lnTo>
                  <a:lnTo>
                    <a:pt x="113995" y="69410"/>
                  </a:lnTo>
                  <a:lnTo>
                    <a:pt x="114724" y="106351"/>
                  </a:lnTo>
                  <a:lnTo>
                    <a:pt x="122424" y="140404"/>
                  </a:lnTo>
                  <a:lnTo>
                    <a:pt x="125249" y="154007"/>
                  </a:lnTo>
                  <a:lnTo>
                    <a:pt x="127208" y="177019"/>
                  </a:lnTo>
                  <a:lnTo>
                    <a:pt x="128028" y="185125"/>
                  </a:lnTo>
                  <a:lnTo>
                    <a:pt x="128529" y="191181"/>
                  </a:lnTo>
                  <a:lnTo>
                    <a:pt x="128848" y="194302"/>
                  </a:lnTo>
                  <a:lnTo>
                    <a:pt x="122151" y="190435"/>
                  </a:lnTo>
                  <a:lnTo>
                    <a:pt x="118870" y="189457"/>
                  </a:lnTo>
                  <a:lnTo>
                    <a:pt x="118187" y="187873"/>
                  </a:lnTo>
                  <a:lnTo>
                    <a:pt x="117549" y="186150"/>
                  </a:lnTo>
                  <a:lnTo>
                    <a:pt x="116683" y="184566"/>
                  </a:lnTo>
                  <a:lnTo>
                    <a:pt x="116182" y="183029"/>
                  </a:lnTo>
                  <a:lnTo>
                    <a:pt x="114268" y="181165"/>
                  </a:lnTo>
                  <a:lnTo>
                    <a:pt x="113312" y="179535"/>
                  </a:lnTo>
                  <a:lnTo>
                    <a:pt x="113129" y="177438"/>
                  </a:lnTo>
                  <a:lnTo>
                    <a:pt x="112628" y="175435"/>
                  </a:lnTo>
                  <a:lnTo>
                    <a:pt x="110988" y="174923"/>
                  </a:lnTo>
                  <a:lnTo>
                    <a:pt x="109348" y="173432"/>
                  </a:lnTo>
                  <a:lnTo>
                    <a:pt x="108345" y="172920"/>
                  </a:lnTo>
                  <a:lnTo>
                    <a:pt x="107024" y="172733"/>
                  </a:lnTo>
                  <a:lnTo>
                    <a:pt x="106432" y="171382"/>
                  </a:lnTo>
                  <a:lnTo>
                    <a:pt x="105475" y="170358"/>
                  </a:lnTo>
                  <a:lnTo>
                    <a:pt x="98276" y="167982"/>
                  </a:lnTo>
                  <a:lnTo>
                    <a:pt x="93720" y="164115"/>
                  </a:lnTo>
                  <a:lnTo>
                    <a:pt x="92308" y="160063"/>
                  </a:lnTo>
                  <a:lnTo>
                    <a:pt x="91442" y="157221"/>
                  </a:lnTo>
                  <a:lnTo>
                    <a:pt x="90394" y="153587"/>
                  </a:lnTo>
                  <a:lnTo>
                    <a:pt x="88116" y="151118"/>
                  </a:lnTo>
                  <a:lnTo>
                    <a:pt x="86749" y="149581"/>
                  </a:lnTo>
                  <a:lnTo>
                    <a:pt x="83286" y="149395"/>
                  </a:lnTo>
                  <a:lnTo>
                    <a:pt x="78867" y="150559"/>
                  </a:lnTo>
                  <a:lnTo>
                    <a:pt x="77956" y="150979"/>
                  </a:lnTo>
                  <a:lnTo>
                    <a:pt x="72397" y="153774"/>
                  </a:lnTo>
                  <a:lnTo>
                    <a:pt x="68251" y="155870"/>
                  </a:lnTo>
                  <a:lnTo>
                    <a:pt x="64515" y="156149"/>
                  </a:lnTo>
                  <a:lnTo>
                    <a:pt x="55448" y="156662"/>
                  </a:lnTo>
                  <a:lnTo>
                    <a:pt x="50573" y="157314"/>
                  </a:lnTo>
                  <a:lnTo>
                    <a:pt x="47703" y="160715"/>
                  </a:lnTo>
                  <a:lnTo>
                    <a:pt x="45197" y="165420"/>
                  </a:lnTo>
                  <a:lnTo>
                    <a:pt x="43283" y="171848"/>
                  </a:lnTo>
                  <a:lnTo>
                    <a:pt x="43101" y="173525"/>
                  </a:lnTo>
                  <a:lnTo>
                    <a:pt x="43101" y="173898"/>
                  </a:lnTo>
                  <a:lnTo>
                    <a:pt x="42645" y="177997"/>
                  </a:lnTo>
                  <a:lnTo>
                    <a:pt x="38226" y="179488"/>
                  </a:lnTo>
                  <a:lnTo>
                    <a:pt x="36631" y="178929"/>
                  </a:lnTo>
                  <a:lnTo>
                    <a:pt x="33032" y="177671"/>
                  </a:lnTo>
                  <a:lnTo>
                    <a:pt x="26425" y="173898"/>
                  </a:lnTo>
                  <a:lnTo>
                    <a:pt x="26243" y="173805"/>
                  </a:lnTo>
                  <a:lnTo>
                    <a:pt x="26061" y="173525"/>
                  </a:lnTo>
                  <a:lnTo>
                    <a:pt x="22279" y="167330"/>
                  </a:lnTo>
                  <a:lnTo>
                    <a:pt x="18498" y="158292"/>
                  </a:lnTo>
                  <a:lnTo>
                    <a:pt x="14853" y="150373"/>
                  </a:lnTo>
                  <a:lnTo>
                    <a:pt x="13121" y="146320"/>
                  </a:lnTo>
                  <a:lnTo>
                    <a:pt x="10433" y="143106"/>
                  </a:lnTo>
                  <a:lnTo>
                    <a:pt x="7472" y="139472"/>
                  </a:lnTo>
                  <a:lnTo>
                    <a:pt x="7153" y="139053"/>
                  </a:lnTo>
                  <a:lnTo>
                    <a:pt x="5695" y="138867"/>
                  </a:lnTo>
                  <a:lnTo>
                    <a:pt x="4875" y="138634"/>
                  </a:lnTo>
                  <a:lnTo>
                    <a:pt x="4419" y="138261"/>
                  </a:lnTo>
                  <a:lnTo>
                    <a:pt x="4328" y="137702"/>
                  </a:lnTo>
                  <a:lnTo>
                    <a:pt x="4282" y="136677"/>
                  </a:lnTo>
                  <a:lnTo>
                    <a:pt x="4054" y="136491"/>
                  </a:lnTo>
                  <a:lnTo>
                    <a:pt x="3508" y="136398"/>
                  </a:lnTo>
                  <a:lnTo>
                    <a:pt x="3098" y="136258"/>
                  </a:lnTo>
                  <a:lnTo>
                    <a:pt x="2642" y="135979"/>
                  </a:lnTo>
                  <a:lnTo>
                    <a:pt x="2642" y="135280"/>
                  </a:lnTo>
                  <a:lnTo>
                    <a:pt x="2733" y="134861"/>
                  </a:lnTo>
                  <a:lnTo>
                    <a:pt x="2733" y="134441"/>
                  </a:lnTo>
                  <a:lnTo>
                    <a:pt x="2688" y="133836"/>
                  </a:lnTo>
                  <a:lnTo>
                    <a:pt x="2551" y="133277"/>
                  </a:lnTo>
                  <a:lnTo>
                    <a:pt x="2095" y="132625"/>
                  </a:lnTo>
                  <a:lnTo>
                    <a:pt x="2004" y="132159"/>
                  </a:lnTo>
                  <a:lnTo>
                    <a:pt x="2095" y="131506"/>
                  </a:lnTo>
                  <a:lnTo>
                    <a:pt x="2323" y="130947"/>
                  </a:lnTo>
                  <a:lnTo>
                    <a:pt x="2597" y="130528"/>
                  </a:lnTo>
                  <a:lnTo>
                    <a:pt x="2824" y="129969"/>
                  </a:lnTo>
                  <a:lnTo>
                    <a:pt x="2597" y="129643"/>
                  </a:lnTo>
                  <a:lnTo>
                    <a:pt x="2004" y="129923"/>
                  </a:lnTo>
                  <a:lnTo>
                    <a:pt x="1594" y="130062"/>
                  </a:lnTo>
                  <a:lnTo>
                    <a:pt x="592" y="129736"/>
                  </a:lnTo>
                  <a:lnTo>
                    <a:pt x="546" y="129410"/>
                  </a:lnTo>
                  <a:lnTo>
                    <a:pt x="683" y="128944"/>
                  </a:lnTo>
                  <a:lnTo>
                    <a:pt x="865" y="128711"/>
                  </a:lnTo>
                  <a:lnTo>
                    <a:pt x="1685" y="128711"/>
                  </a:lnTo>
                  <a:lnTo>
                    <a:pt x="1959" y="128432"/>
                  </a:lnTo>
                  <a:lnTo>
                    <a:pt x="1776" y="127873"/>
                  </a:lnTo>
                  <a:lnTo>
                    <a:pt x="1549" y="127966"/>
                  </a:lnTo>
                  <a:lnTo>
                    <a:pt x="1093" y="127873"/>
                  </a:lnTo>
                  <a:lnTo>
                    <a:pt x="1093" y="127454"/>
                  </a:lnTo>
                  <a:lnTo>
                    <a:pt x="1366" y="126848"/>
                  </a:lnTo>
                  <a:lnTo>
                    <a:pt x="1822" y="125357"/>
                  </a:lnTo>
                  <a:lnTo>
                    <a:pt x="2232" y="124519"/>
                  </a:lnTo>
                  <a:lnTo>
                    <a:pt x="2688" y="124006"/>
                  </a:lnTo>
                  <a:lnTo>
                    <a:pt x="3098" y="123913"/>
                  </a:lnTo>
                  <a:lnTo>
                    <a:pt x="3644" y="123774"/>
                  </a:lnTo>
                  <a:lnTo>
                    <a:pt x="3918" y="123680"/>
                  </a:lnTo>
                  <a:lnTo>
                    <a:pt x="4054" y="123447"/>
                  </a:lnTo>
                  <a:lnTo>
                    <a:pt x="3736" y="122982"/>
                  </a:lnTo>
                  <a:lnTo>
                    <a:pt x="4328" y="122050"/>
                  </a:lnTo>
                  <a:lnTo>
                    <a:pt x="4510" y="121770"/>
                  </a:lnTo>
                  <a:lnTo>
                    <a:pt x="4601" y="121491"/>
                  </a:lnTo>
                  <a:lnTo>
                    <a:pt x="4465" y="121491"/>
                  </a:lnTo>
                  <a:lnTo>
                    <a:pt x="4556" y="121305"/>
                  </a:lnTo>
                  <a:lnTo>
                    <a:pt x="4510" y="121165"/>
                  </a:lnTo>
                  <a:lnTo>
                    <a:pt x="4510" y="120839"/>
                  </a:lnTo>
                  <a:lnTo>
                    <a:pt x="4237" y="120885"/>
                  </a:lnTo>
                  <a:lnTo>
                    <a:pt x="4054" y="121025"/>
                  </a:lnTo>
                  <a:lnTo>
                    <a:pt x="3918" y="121072"/>
                  </a:lnTo>
                  <a:lnTo>
                    <a:pt x="3781" y="120932"/>
                  </a:lnTo>
                  <a:lnTo>
                    <a:pt x="3553" y="120885"/>
                  </a:lnTo>
                  <a:lnTo>
                    <a:pt x="3234" y="120932"/>
                  </a:lnTo>
                  <a:lnTo>
                    <a:pt x="3417" y="120652"/>
                  </a:lnTo>
                  <a:lnTo>
                    <a:pt x="3599" y="120513"/>
                  </a:lnTo>
                  <a:lnTo>
                    <a:pt x="3918" y="120513"/>
                  </a:lnTo>
                  <a:lnTo>
                    <a:pt x="4191" y="120326"/>
                  </a:lnTo>
                  <a:lnTo>
                    <a:pt x="4510" y="120233"/>
                  </a:lnTo>
                  <a:lnTo>
                    <a:pt x="4783" y="120326"/>
                  </a:lnTo>
                  <a:lnTo>
                    <a:pt x="4966" y="120373"/>
                  </a:lnTo>
                  <a:lnTo>
                    <a:pt x="5057" y="120140"/>
                  </a:lnTo>
                  <a:lnTo>
                    <a:pt x="5239" y="120000"/>
                  </a:lnTo>
                  <a:lnTo>
                    <a:pt x="5239" y="119767"/>
                  </a:lnTo>
                  <a:lnTo>
                    <a:pt x="5285" y="119581"/>
                  </a:lnTo>
                  <a:lnTo>
                    <a:pt x="5148" y="119441"/>
                  </a:lnTo>
                  <a:lnTo>
                    <a:pt x="4966" y="119348"/>
                  </a:lnTo>
                  <a:lnTo>
                    <a:pt x="4783" y="119395"/>
                  </a:lnTo>
                  <a:lnTo>
                    <a:pt x="4692" y="119674"/>
                  </a:lnTo>
                  <a:lnTo>
                    <a:pt x="4328" y="119860"/>
                  </a:lnTo>
                  <a:lnTo>
                    <a:pt x="4009" y="120000"/>
                  </a:lnTo>
                  <a:lnTo>
                    <a:pt x="3508" y="120140"/>
                  </a:lnTo>
                  <a:lnTo>
                    <a:pt x="3143" y="120187"/>
                  </a:lnTo>
                  <a:lnTo>
                    <a:pt x="2733" y="120419"/>
                  </a:lnTo>
                  <a:lnTo>
                    <a:pt x="2323" y="120373"/>
                  </a:lnTo>
                  <a:lnTo>
                    <a:pt x="1913" y="120419"/>
                  </a:lnTo>
                  <a:lnTo>
                    <a:pt x="2004" y="120233"/>
                  </a:lnTo>
                  <a:lnTo>
                    <a:pt x="1913" y="120000"/>
                  </a:lnTo>
                  <a:lnTo>
                    <a:pt x="1776" y="120233"/>
                  </a:lnTo>
                  <a:lnTo>
                    <a:pt x="1640" y="120373"/>
                  </a:lnTo>
                  <a:lnTo>
                    <a:pt x="1366" y="120419"/>
                  </a:lnTo>
                  <a:lnTo>
                    <a:pt x="956" y="120326"/>
                  </a:lnTo>
                  <a:lnTo>
                    <a:pt x="865" y="120140"/>
                  </a:lnTo>
                  <a:lnTo>
                    <a:pt x="728" y="120000"/>
                  </a:lnTo>
                  <a:lnTo>
                    <a:pt x="728" y="119814"/>
                  </a:lnTo>
                  <a:lnTo>
                    <a:pt x="911" y="119628"/>
                  </a:lnTo>
                  <a:lnTo>
                    <a:pt x="1139" y="119581"/>
                  </a:lnTo>
                  <a:lnTo>
                    <a:pt x="1366" y="119628"/>
                  </a:lnTo>
                  <a:lnTo>
                    <a:pt x="1594" y="119628"/>
                  </a:lnTo>
                  <a:lnTo>
                    <a:pt x="1868" y="119721"/>
                  </a:lnTo>
                  <a:lnTo>
                    <a:pt x="2050" y="119767"/>
                  </a:lnTo>
                  <a:lnTo>
                    <a:pt x="2278" y="119767"/>
                  </a:lnTo>
                  <a:lnTo>
                    <a:pt x="2460" y="119628"/>
                  </a:lnTo>
                  <a:lnTo>
                    <a:pt x="2414" y="119395"/>
                  </a:lnTo>
                  <a:lnTo>
                    <a:pt x="2642" y="119255"/>
                  </a:lnTo>
                  <a:lnTo>
                    <a:pt x="2733" y="119115"/>
                  </a:lnTo>
                  <a:lnTo>
                    <a:pt x="2824" y="118789"/>
                  </a:lnTo>
                  <a:lnTo>
                    <a:pt x="2870" y="118556"/>
                  </a:lnTo>
                  <a:lnTo>
                    <a:pt x="2961" y="118323"/>
                  </a:lnTo>
                  <a:lnTo>
                    <a:pt x="3189" y="118277"/>
                  </a:lnTo>
                  <a:lnTo>
                    <a:pt x="3508" y="118370"/>
                  </a:lnTo>
                  <a:lnTo>
                    <a:pt x="3827" y="118370"/>
                  </a:lnTo>
                  <a:lnTo>
                    <a:pt x="4100" y="118556"/>
                  </a:lnTo>
                  <a:lnTo>
                    <a:pt x="4282" y="118836"/>
                  </a:lnTo>
                  <a:lnTo>
                    <a:pt x="4465" y="118789"/>
                  </a:lnTo>
                  <a:lnTo>
                    <a:pt x="4647" y="118742"/>
                  </a:lnTo>
                  <a:lnTo>
                    <a:pt x="4875" y="118836"/>
                  </a:lnTo>
                  <a:lnTo>
                    <a:pt x="5239" y="119069"/>
                  </a:lnTo>
                  <a:lnTo>
                    <a:pt x="5558" y="119069"/>
                  </a:lnTo>
                  <a:lnTo>
                    <a:pt x="5695" y="118929"/>
                  </a:lnTo>
                  <a:lnTo>
                    <a:pt x="5831" y="118603"/>
                  </a:lnTo>
                  <a:lnTo>
                    <a:pt x="6014" y="118416"/>
                  </a:lnTo>
                  <a:lnTo>
                    <a:pt x="6059" y="118183"/>
                  </a:lnTo>
                  <a:lnTo>
                    <a:pt x="5877" y="118044"/>
                  </a:lnTo>
                  <a:lnTo>
                    <a:pt x="5695" y="117904"/>
                  </a:lnTo>
                  <a:lnTo>
                    <a:pt x="5558" y="117718"/>
                  </a:lnTo>
                  <a:lnTo>
                    <a:pt x="5512" y="117531"/>
                  </a:lnTo>
                  <a:lnTo>
                    <a:pt x="5330" y="117391"/>
                  </a:lnTo>
                  <a:lnTo>
                    <a:pt x="5011" y="117531"/>
                  </a:lnTo>
                  <a:lnTo>
                    <a:pt x="4692" y="117578"/>
                  </a:lnTo>
                  <a:lnTo>
                    <a:pt x="4328" y="117718"/>
                  </a:lnTo>
                  <a:lnTo>
                    <a:pt x="4054" y="117764"/>
                  </a:lnTo>
                  <a:lnTo>
                    <a:pt x="3553" y="117764"/>
                  </a:lnTo>
                  <a:lnTo>
                    <a:pt x="3098" y="117997"/>
                  </a:lnTo>
                  <a:lnTo>
                    <a:pt x="2688" y="117764"/>
                  </a:lnTo>
                  <a:lnTo>
                    <a:pt x="2870" y="117485"/>
                  </a:lnTo>
                  <a:lnTo>
                    <a:pt x="3189" y="117205"/>
                  </a:lnTo>
                  <a:lnTo>
                    <a:pt x="3462" y="117019"/>
                  </a:lnTo>
                  <a:lnTo>
                    <a:pt x="3599" y="116832"/>
                  </a:lnTo>
                  <a:lnTo>
                    <a:pt x="3371" y="116693"/>
                  </a:lnTo>
                  <a:lnTo>
                    <a:pt x="3234" y="116506"/>
                  </a:lnTo>
                  <a:lnTo>
                    <a:pt x="3417" y="116320"/>
                  </a:lnTo>
                  <a:lnTo>
                    <a:pt x="3599" y="116134"/>
                  </a:lnTo>
                  <a:lnTo>
                    <a:pt x="3690" y="115947"/>
                  </a:lnTo>
                  <a:lnTo>
                    <a:pt x="4009" y="115435"/>
                  </a:lnTo>
                  <a:lnTo>
                    <a:pt x="4146" y="115202"/>
                  </a:lnTo>
                  <a:lnTo>
                    <a:pt x="4191" y="114923"/>
                  </a:lnTo>
                  <a:lnTo>
                    <a:pt x="4465" y="114550"/>
                  </a:lnTo>
                  <a:lnTo>
                    <a:pt x="4738" y="114224"/>
                  </a:lnTo>
                  <a:lnTo>
                    <a:pt x="4328" y="114364"/>
                  </a:lnTo>
                  <a:lnTo>
                    <a:pt x="4009" y="114410"/>
                  </a:lnTo>
                  <a:lnTo>
                    <a:pt x="3644" y="114596"/>
                  </a:lnTo>
                  <a:lnTo>
                    <a:pt x="3052" y="114643"/>
                  </a:lnTo>
                  <a:lnTo>
                    <a:pt x="2688" y="114643"/>
                  </a:lnTo>
                  <a:lnTo>
                    <a:pt x="2323" y="114783"/>
                  </a:lnTo>
                  <a:lnTo>
                    <a:pt x="2186" y="114783"/>
                  </a:lnTo>
                  <a:lnTo>
                    <a:pt x="1731" y="114923"/>
                  </a:lnTo>
                  <a:lnTo>
                    <a:pt x="1457" y="114969"/>
                  </a:lnTo>
                  <a:lnTo>
                    <a:pt x="1047" y="114783"/>
                  </a:lnTo>
                  <a:lnTo>
                    <a:pt x="774" y="114690"/>
                  </a:lnTo>
                  <a:lnTo>
                    <a:pt x="592" y="114736"/>
                  </a:lnTo>
                  <a:lnTo>
                    <a:pt x="546" y="114457"/>
                  </a:lnTo>
                  <a:lnTo>
                    <a:pt x="683" y="114317"/>
                  </a:lnTo>
                  <a:lnTo>
                    <a:pt x="1047" y="114177"/>
                  </a:lnTo>
                  <a:lnTo>
                    <a:pt x="1366" y="114224"/>
                  </a:lnTo>
                  <a:lnTo>
                    <a:pt x="1640" y="113805"/>
                  </a:lnTo>
                  <a:lnTo>
                    <a:pt x="1868" y="113711"/>
                  </a:lnTo>
                  <a:lnTo>
                    <a:pt x="2095" y="113618"/>
                  </a:lnTo>
                  <a:lnTo>
                    <a:pt x="2551" y="113572"/>
                  </a:lnTo>
                  <a:lnTo>
                    <a:pt x="2824" y="113525"/>
                  </a:lnTo>
                  <a:lnTo>
                    <a:pt x="3052" y="113432"/>
                  </a:lnTo>
                  <a:lnTo>
                    <a:pt x="3234" y="113432"/>
                  </a:lnTo>
                  <a:lnTo>
                    <a:pt x="3553" y="113292"/>
                  </a:lnTo>
                  <a:lnTo>
                    <a:pt x="3963" y="113292"/>
                  </a:lnTo>
                  <a:lnTo>
                    <a:pt x="4191" y="113106"/>
                  </a:lnTo>
                  <a:lnTo>
                    <a:pt x="4465" y="112686"/>
                  </a:lnTo>
                  <a:lnTo>
                    <a:pt x="4692" y="112500"/>
                  </a:lnTo>
                  <a:lnTo>
                    <a:pt x="5057" y="112407"/>
                  </a:lnTo>
                  <a:lnTo>
                    <a:pt x="5330" y="112267"/>
                  </a:lnTo>
                  <a:lnTo>
                    <a:pt x="5467" y="112127"/>
                  </a:lnTo>
                  <a:lnTo>
                    <a:pt x="5239" y="111895"/>
                  </a:lnTo>
                  <a:lnTo>
                    <a:pt x="4966" y="111755"/>
                  </a:lnTo>
                  <a:lnTo>
                    <a:pt x="4875" y="111895"/>
                  </a:lnTo>
                  <a:lnTo>
                    <a:pt x="4920" y="112174"/>
                  </a:lnTo>
                  <a:lnTo>
                    <a:pt x="4237" y="112314"/>
                  </a:lnTo>
                  <a:lnTo>
                    <a:pt x="3963" y="112500"/>
                  </a:lnTo>
                  <a:lnTo>
                    <a:pt x="3462" y="112640"/>
                  </a:lnTo>
                  <a:lnTo>
                    <a:pt x="3189" y="112686"/>
                  </a:lnTo>
                  <a:lnTo>
                    <a:pt x="3052" y="112407"/>
                  </a:lnTo>
                  <a:lnTo>
                    <a:pt x="3234" y="112034"/>
                  </a:lnTo>
                  <a:lnTo>
                    <a:pt x="3234" y="111848"/>
                  </a:lnTo>
                  <a:lnTo>
                    <a:pt x="3143" y="111615"/>
                  </a:lnTo>
                  <a:lnTo>
                    <a:pt x="2915" y="111429"/>
                  </a:lnTo>
                  <a:lnTo>
                    <a:pt x="2688" y="111196"/>
                  </a:lnTo>
                  <a:lnTo>
                    <a:pt x="2597" y="110870"/>
                  </a:lnTo>
                  <a:lnTo>
                    <a:pt x="2414" y="110544"/>
                  </a:lnTo>
                  <a:lnTo>
                    <a:pt x="2141" y="110218"/>
                  </a:lnTo>
                  <a:lnTo>
                    <a:pt x="1913" y="109752"/>
                  </a:lnTo>
                  <a:lnTo>
                    <a:pt x="1230" y="109193"/>
                  </a:lnTo>
                  <a:lnTo>
                    <a:pt x="1184" y="109006"/>
                  </a:lnTo>
                  <a:lnTo>
                    <a:pt x="1230" y="108820"/>
                  </a:lnTo>
                  <a:lnTo>
                    <a:pt x="1321" y="108634"/>
                  </a:lnTo>
                  <a:lnTo>
                    <a:pt x="1412" y="108401"/>
                  </a:lnTo>
                  <a:lnTo>
                    <a:pt x="1184" y="108354"/>
                  </a:lnTo>
                  <a:lnTo>
                    <a:pt x="1047" y="108308"/>
                  </a:lnTo>
                  <a:lnTo>
                    <a:pt x="774" y="108494"/>
                  </a:lnTo>
                  <a:lnTo>
                    <a:pt x="546" y="108587"/>
                  </a:lnTo>
                  <a:lnTo>
                    <a:pt x="364" y="108634"/>
                  </a:lnTo>
                  <a:lnTo>
                    <a:pt x="227" y="108634"/>
                  </a:lnTo>
                  <a:lnTo>
                    <a:pt x="364" y="108401"/>
                  </a:lnTo>
                  <a:lnTo>
                    <a:pt x="546" y="108214"/>
                  </a:lnTo>
                  <a:lnTo>
                    <a:pt x="728" y="107655"/>
                  </a:lnTo>
                  <a:lnTo>
                    <a:pt x="1047" y="107655"/>
                  </a:lnTo>
                  <a:lnTo>
                    <a:pt x="1275" y="107562"/>
                  </a:lnTo>
                  <a:lnTo>
                    <a:pt x="1457" y="107376"/>
                  </a:lnTo>
                  <a:lnTo>
                    <a:pt x="1640" y="107236"/>
                  </a:lnTo>
                  <a:lnTo>
                    <a:pt x="1457" y="107003"/>
                  </a:lnTo>
                  <a:lnTo>
                    <a:pt x="1321" y="106677"/>
                  </a:lnTo>
                  <a:lnTo>
                    <a:pt x="1002" y="106724"/>
                  </a:lnTo>
                  <a:lnTo>
                    <a:pt x="683" y="106724"/>
                  </a:lnTo>
                  <a:lnTo>
                    <a:pt x="683" y="106304"/>
                  </a:lnTo>
                  <a:lnTo>
                    <a:pt x="683" y="106165"/>
                  </a:lnTo>
                  <a:lnTo>
                    <a:pt x="865" y="105932"/>
                  </a:lnTo>
                  <a:lnTo>
                    <a:pt x="911" y="105745"/>
                  </a:lnTo>
                  <a:lnTo>
                    <a:pt x="1047" y="105559"/>
                  </a:lnTo>
                  <a:lnTo>
                    <a:pt x="1230" y="105419"/>
                  </a:lnTo>
                  <a:lnTo>
                    <a:pt x="1412" y="105373"/>
                  </a:lnTo>
                  <a:lnTo>
                    <a:pt x="1594" y="105233"/>
                  </a:lnTo>
                  <a:lnTo>
                    <a:pt x="1549" y="105047"/>
                  </a:lnTo>
                  <a:lnTo>
                    <a:pt x="1321" y="105000"/>
                  </a:lnTo>
                  <a:lnTo>
                    <a:pt x="1047" y="105233"/>
                  </a:lnTo>
                  <a:lnTo>
                    <a:pt x="865" y="105326"/>
                  </a:lnTo>
                  <a:lnTo>
                    <a:pt x="865" y="105559"/>
                  </a:lnTo>
                  <a:lnTo>
                    <a:pt x="683" y="105792"/>
                  </a:lnTo>
                  <a:lnTo>
                    <a:pt x="455" y="105792"/>
                  </a:lnTo>
                  <a:lnTo>
                    <a:pt x="410" y="105606"/>
                  </a:lnTo>
                  <a:lnTo>
                    <a:pt x="546" y="105326"/>
                  </a:lnTo>
                  <a:lnTo>
                    <a:pt x="637" y="105093"/>
                  </a:lnTo>
                  <a:lnTo>
                    <a:pt x="865" y="104860"/>
                  </a:lnTo>
                  <a:lnTo>
                    <a:pt x="728" y="104814"/>
                  </a:lnTo>
                  <a:lnTo>
                    <a:pt x="364" y="104860"/>
                  </a:lnTo>
                  <a:lnTo>
                    <a:pt x="0" y="104860"/>
                  </a:lnTo>
                  <a:lnTo>
                    <a:pt x="136" y="104721"/>
                  </a:lnTo>
                  <a:lnTo>
                    <a:pt x="455" y="104581"/>
                  </a:lnTo>
                  <a:lnTo>
                    <a:pt x="683" y="104581"/>
                  </a:lnTo>
                  <a:lnTo>
                    <a:pt x="911" y="104488"/>
                  </a:lnTo>
                  <a:lnTo>
                    <a:pt x="1230" y="104348"/>
                  </a:lnTo>
                  <a:lnTo>
                    <a:pt x="1594" y="104022"/>
                  </a:lnTo>
                  <a:lnTo>
                    <a:pt x="2050" y="103742"/>
                  </a:lnTo>
                  <a:lnTo>
                    <a:pt x="2186" y="103649"/>
                  </a:lnTo>
                  <a:lnTo>
                    <a:pt x="2460" y="103603"/>
                  </a:lnTo>
                  <a:lnTo>
                    <a:pt x="2642" y="103603"/>
                  </a:lnTo>
                  <a:lnTo>
                    <a:pt x="2915" y="103603"/>
                  </a:lnTo>
                  <a:lnTo>
                    <a:pt x="3280" y="103929"/>
                  </a:lnTo>
                  <a:lnTo>
                    <a:pt x="3644" y="104068"/>
                  </a:lnTo>
                  <a:lnTo>
                    <a:pt x="3918" y="104115"/>
                  </a:lnTo>
                  <a:lnTo>
                    <a:pt x="4146" y="103929"/>
                  </a:lnTo>
                  <a:lnTo>
                    <a:pt x="4373" y="103649"/>
                  </a:lnTo>
                  <a:lnTo>
                    <a:pt x="4510" y="103463"/>
                  </a:lnTo>
                  <a:lnTo>
                    <a:pt x="4647" y="103323"/>
                  </a:lnTo>
                  <a:lnTo>
                    <a:pt x="4829" y="103183"/>
                  </a:lnTo>
                  <a:lnTo>
                    <a:pt x="5011" y="103230"/>
                  </a:lnTo>
                  <a:lnTo>
                    <a:pt x="5011" y="103463"/>
                  </a:lnTo>
                  <a:lnTo>
                    <a:pt x="5011" y="103882"/>
                  </a:lnTo>
                  <a:lnTo>
                    <a:pt x="5102" y="104162"/>
                  </a:lnTo>
                  <a:lnTo>
                    <a:pt x="5057" y="104581"/>
                  </a:lnTo>
                  <a:lnTo>
                    <a:pt x="5011" y="104814"/>
                  </a:lnTo>
                  <a:lnTo>
                    <a:pt x="4966" y="105140"/>
                  </a:lnTo>
                  <a:lnTo>
                    <a:pt x="4920" y="105419"/>
                  </a:lnTo>
                  <a:lnTo>
                    <a:pt x="4647" y="105699"/>
                  </a:lnTo>
                  <a:lnTo>
                    <a:pt x="4282" y="105792"/>
                  </a:lnTo>
                  <a:lnTo>
                    <a:pt x="3872" y="106025"/>
                  </a:lnTo>
                  <a:lnTo>
                    <a:pt x="3781" y="106211"/>
                  </a:lnTo>
                  <a:lnTo>
                    <a:pt x="3963" y="106631"/>
                  </a:lnTo>
                  <a:lnTo>
                    <a:pt x="4054" y="106910"/>
                  </a:lnTo>
                  <a:lnTo>
                    <a:pt x="4373" y="107050"/>
                  </a:lnTo>
                  <a:lnTo>
                    <a:pt x="4556" y="107329"/>
                  </a:lnTo>
                  <a:lnTo>
                    <a:pt x="4282" y="107422"/>
                  </a:lnTo>
                  <a:lnTo>
                    <a:pt x="4601" y="107982"/>
                  </a:lnTo>
                  <a:lnTo>
                    <a:pt x="4966" y="107842"/>
                  </a:lnTo>
                  <a:lnTo>
                    <a:pt x="5786" y="107469"/>
                  </a:lnTo>
                  <a:lnTo>
                    <a:pt x="6652" y="106957"/>
                  </a:lnTo>
                  <a:lnTo>
                    <a:pt x="7426" y="106444"/>
                  </a:lnTo>
                  <a:lnTo>
                    <a:pt x="7882" y="106211"/>
                  </a:lnTo>
                  <a:lnTo>
                    <a:pt x="8155" y="106072"/>
                  </a:lnTo>
                  <a:lnTo>
                    <a:pt x="8246" y="106258"/>
                  </a:lnTo>
                  <a:lnTo>
                    <a:pt x="7791" y="106677"/>
                  </a:lnTo>
                  <a:lnTo>
                    <a:pt x="6879" y="107283"/>
                  </a:lnTo>
                  <a:lnTo>
                    <a:pt x="6424" y="107562"/>
                  </a:lnTo>
                  <a:lnTo>
                    <a:pt x="6743" y="108121"/>
                  </a:lnTo>
                  <a:lnTo>
                    <a:pt x="6970" y="108354"/>
                  </a:lnTo>
                  <a:lnTo>
                    <a:pt x="7198" y="108354"/>
                  </a:lnTo>
                  <a:lnTo>
                    <a:pt x="7517" y="108168"/>
                  </a:lnTo>
                  <a:lnTo>
                    <a:pt x="7699" y="108261"/>
                  </a:lnTo>
                  <a:lnTo>
                    <a:pt x="7882" y="108308"/>
                  </a:lnTo>
                  <a:lnTo>
                    <a:pt x="8520" y="107842"/>
                  </a:lnTo>
                  <a:lnTo>
                    <a:pt x="8884" y="107655"/>
                  </a:lnTo>
                  <a:lnTo>
                    <a:pt x="9431" y="107842"/>
                  </a:lnTo>
                  <a:lnTo>
                    <a:pt x="9112" y="108214"/>
                  </a:lnTo>
                  <a:lnTo>
                    <a:pt x="7699" y="109239"/>
                  </a:lnTo>
                  <a:lnTo>
                    <a:pt x="7198" y="109798"/>
                  </a:lnTo>
                  <a:lnTo>
                    <a:pt x="6697" y="110637"/>
                  </a:lnTo>
                  <a:lnTo>
                    <a:pt x="6970" y="111429"/>
                  </a:lnTo>
                  <a:lnTo>
                    <a:pt x="7426" y="112034"/>
                  </a:lnTo>
                  <a:lnTo>
                    <a:pt x="8018" y="112454"/>
                  </a:lnTo>
                  <a:lnTo>
                    <a:pt x="8383" y="112500"/>
                  </a:lnTo>
                  <a:lnTo>
                    <a:pt x="8975" y="112221"/>
                  </a:lnTo>
                  <a:lnTo>
                    <a:pt x="9112" y="112500"/>
                  </a:lnTo>
                  <a:lnTo>
                    <a:pt x="8702" y="112826"/>
                  </a:lnTo>
                  <a:lnTo>
                    <a:pt x="8520" y="112919"/>
                  </a:lnTo>
                  <a:lnTo>
                    <a:pt x="8656" y="113246"/>
                  </a:lnTo>
                  <a:lnTo>
                    <a:pt x="10160" y="114457"/>
                  </a:lnTo>
                  <a:lnTo>
                    <a:pt x="10798" y="114923"/>
                  </a:lnTo>
                  <a:lnTo>
                    <a:pt x="11754" y="115342"/>
                  </a:lnTo>
                  <a:lnTo>
                    <a:pt x="12848" y="115528"/>
                  </a:lnTo>
                  <a:lnTo>
                    <a:pt x="13668" y="115388"/>
                  </a:lnTo>
                  <a:lnTo>
                    <a:pt x="15399" y="115016"/>
                  </a:lnTo>
                  <a:lnTo>
                    <a:pt x="16493" y="114736"/>
                  </a:lnTo>
                  <a:lnTo>
                    <a:pt x="17541" y="114131"/>
                  </a:lnTo>
                  <a:lnTo>
                    <a:pt x="18270" y="113432"/>
                  </a:lnTo>
                  <a:lnTo>
                    <a:pt x="19135" y="111941"/>
                  </a:lnTo>
                  <a:lnTo>
                    <a:pt x="19773" y="110963"/>
                  </a:lnTo>
                  <a:lnTo>
                    <a:pt x="19910" y="110637"/>
                  </a:lnTo>
                  <a:lnTo>
                    <a:pt x="20639" y="109985"/>
                  </a:lnTo>
                  <a:lnTo>
                    <a:pt x="21140" y="109286"/>
                  </a:lnTo>
                  <a:lnTo>
                    <a:pt x="21231" y="109006"/>
                  </a:lnTo>
                  <a:lnTo>
                    <a:pt x="21186" y="108680"/>
                  </a:lnTo>
                  <a:lnTo>
                    <a:pt x="21140" y="108541"/>
                  </a:lnTo>
                  <a:lnTo>
                    <a:pt x="21003" y="108354"/>
                  </a:lnTo>
                  <a:lnTo>
                    <a:pt x="20685" y="108028"/>
                  </a:lnTo>
                  <a:lnTo>
                    <a:pt x="20320" y="107795"/>
                  </a:lnTo>
                  <a:lnTo>
                    <a:pt x="20092" y="107469"/>
                  </a:lnTo>
                  <a:lnTo>
                    <a:pt x="19773" y="107236"/>
                  </a:lnTo>
                  <a:lnTo>
                    <a:pt x="19546" y="107050"/>
                  </a:lnTo>
                  <a:lnTo>
                    <a:pt x="19363" y="106863"/>
                  </a:lnTo>
                  <a:lnTo>
                    <a:pt x="19227" y="106863"/>
                  </a:lnTo>
                  <a:lnTo>
                    <a:pt x="19044" y="106770"/>
                  </a:lnTo>
                  <a:lnTo>
                    <a:pt x="18817" y="106584"/>
                  </a:lnTo>
                  <a:lnTo>
                    <a:pt x="18953" y="106491"/>
                  </a:lnTo>
                  <a:lnTo>
                    <a:pt x="19318" y="106584"/>
                  </a:lnTo>
                  <a:lnTo>
                    <a:pt x="19728" y="106863"/>
                  </a:lnTo>
                  <a:lnTo>
                    <a:pt x="20047" y="107190"/>
                  </a:lnTo>
                  <a:lnTo>
                    <a:pt x="20411" y="107422"/>
                  </a:lnTo>
                  <a:lnTo>
                    <a:pt x="20685" y="107562"/>
                  </a:lnTo>
                  <a:lnTo>
                    <a:pt x="21049" y="107609"/>
                  </a:lnTo>
                  <a:lnTo>
                    <a:pt x="21186" y="107329"/>
                  </a:lnTo>
                  <a:lnTo>
                    <a:pt x="21277" y="106724"/>
                  </a:lnTo>
                  <a:lnTo>
                    <a:pt x="21095" y="106398"/>
                  </a:lnTo>
                  <a:lnTo>
                    <a:pt x="20821" y="106211"/>
                  </a:lnTo>
                  <a:lnTo>
                    <a:pt x="20776" y="105373"/>
                  </a:lnTo>
                  <a:lnTo>
                    <a:pt x="20730" y="105140"/>
                  </a:lnTo>
                  <a:lnTo>
                    <a:pt x="20912" y="105093"/>
                  </a:lnTo>
                  <a:lnTo>
                    <a:pt x="20958" y="104907"/>
                  </a:lnTo>
                  <a:lnTo>
                    <a:pt x="20685" y="104767"/>
                  </a:lnTo>
                  <a:lnTo>
                    <a:pt x="20320" y="104860"/>
                  </a:lnTo>
                  <a:lnTo>
                    <a:pt x="19637" y="105093"/>
                  </a:lnTo>
                  <a:lnTo>
                    <a:pt x="19272" y="105326"/>
                  </a:lnTo>
                  <a:lnTo>
                    <a:pt x="18999" y="105466"/>
                  </a:lnTo>
                  <a:lnTo>
                    <a:pt x="18908" y="105326"/>
                  </a:lnTo>
                  <a:lnTo>
                    <a:pt x="19500" y="105000"/>
                  </a:lnTo>
                  <a:lnTo>
                    <a:pt x="20138" y="104767"/>
                  </a:lnTo>
                  <a:lnTo>
                    <a:pt x="20593" y="104627"/>
                  </a:lnTo>
                  <a:lnTo>
                    <a:pt x="20776" y="104441"/>
                  </a:lnTo>
                  <a:lnTo>
                    <a:pt x="21003" y="104488"/>
                  </a:lnTo>
                  <a:lnTo>
                    <a:pt x="21003" y="104162"/>
                  </a:lnTo>
                  <a:lnTo>
                    <a:pt x="20958" y="103975"/>
                  </a:lnTo>
                  <a:lnTo>
                    <a:pt x="21140" y="103836"/>
                  </a:lnTo>
                  <a:lnTo>
                    <a:pt x="21277" y="103882"/>
                  </a:lnTo>
                  <a:lnTo>
                    <a:pt x="21505" y="103836"/>
                  </a:lnTo>
                  <a:lnTo>
                    <a:pt x="21732" y="103975"/>
                  </a:lnTo>
                  <a:lnTo>
                    <a:pt x="21824" y="104115"/>
                  </a:lnTo>
                  <a:lnTo>
                    <a:pt x="21960" y="104255"/>
                  </a:lnTo>
                  <a:lnTo>
                    <a:pt x="22097" y="104068"/>
                  </a:lnTo>
                  <a:lnTo>
                    <a:pt x="22143" y="103882"/>
                  </a:lnTo>
                  <a:lnTo>
                    <a:pt x="22279" y="103975"/>
                  </a:lnTo>
                  <a:lnTo>
                    <a:pt x="22416" y="104115"/>
                  </a:lnTo>
                  <a:lnTo>
                    <a:pt x="22553" y="104115"/>
                  </a:lnTo>
                  <a:lnTo>
                    <a:pt x="22689" y="103929"/>
                  </a:lnTo>
                  <a:lnTo>
                    <a:pt x="22826" y="103696"/>
                  </a:lnTo>
                  <a:lnTo>
                    <a:pt x="22917" y="103556"/>
                  </a:lnTo>
                  <a:lnTo>
                    <a:pt x="23008" y="103370"/>
                  </a:lnTo>
                  <a:lnTo>
                    <a:pt x="23054" y="103183"/>
                  </a:lnTo>
                  <a:lnTo>
                    <a:pt x="23054" y="102904"/>
                  </a:lnTo>
                  <a:lnTo>
                    <a:pt x="23099" y="102671"/>
                  </a:lnTo>
                  <a:lnTo>
                    <a:pt x="22735" y="102391"/>
                  </a:lnTo>
                  <a:lnTo>
                    <a:pt x="22689" y="102158"/>
                  </a:lnTo>
                  <a:lnTo>
                    <a:pt x="22826" y="102112"/>
                  </a:lnTo>
                  <a:lnTo>
                    <a:pt x="23008" y="102298"/>
                  </a:lnTo>
                  <a:lnTo>
                    <a:pt x="23145" y="102298"/>
                  </a:lnTo>
                  <a:lnTo>
                    <a:pt x="23190" y="102065"/>
                  </a:lnTo>
                  <a:lnTo>
                    <a:pt x="23145" y="101739"/>
                  </a:lnTo>
                  <a:lnTo>
                    <a:pt x="23373" y="101832"/>
                  </a:lnTo>
                  <a:lnTo>
                    <a:pt x="23327" y="101646"/>
                  </a:lnTo>
                  <a:lnTo>
                    <a:pt x="23373" y="101506"/>
                  </a:lnTo>
                  <a:lnTo>
                    <a:pt x="23555" y="101413"/>
                  </a:lnTo>
                  <a:lnTo>
                    <a:pt x="23509" y="101273"/>
                  </a:lnTo>
                  <a:lnTo>
                    <a:pt x="23327" y="100854"/>
                  </a:lnTo>
                  <a:lnTo>
                    <a:pt x="23327" y="100575"/>
                  </a:lnTo>
                  <a:lnTo>
                    <a:pt x="23555" y="100668"/>
                  </a:lnTo>
                  <a:lnTo>
                    <a:pt x="23828" y="100528"/>
                  </a:lnTo>
                  <a:lnTo>
                    <a:pt x="24011" y="100435"/>
                  </a:lnTo>
                  <a:lnTo>
                    <a:pt x="24147" y="100528"/>
                  </a:lnTo>
                  <a:lnTo>
                    <a:pt x="24284" y="100575"/>
                  </a:lnTo>
                  <a:lnTo>
                    <a:pt x="24421" y="100668"/>
                  </a:lnTo>
                  <a:lnTo>
                    <a:pt x="24603" y="100388"/>
                  </a:lnTo>
                  <a:lnTo>
                    <a:pt x="24603" y="100202"/>
                  </a:lnTo>
                  <a:lnTo>
                    <a:pt x="24694" y="99876"/>
                  </a:lnTo>
                  <a:lnTo>
                    <a:pt x="24831" y="99643"/>
                  </a:lnTo>
                  <a:lnTo>
                    <a:pt x="24785" y="99503"/>
                  </a:lnTo>
                  <a:lnTo>
                    <a:pt x="24648" y="99363"/>
                  </a:lnTo>
                  <a:lnTo>
                    <a:pt x="24603" y="99177"/>
                  </a:lnTo>
                  <a:lnTo>
                    <a:pt x="24831" y="99037"/>
                  </a:lnTo>
                  <a:lnTo>
                    <a:pt x="24831" y="98851"/>
                  </a:lnTo>
                  <a:lnTo>
                    <a:pt x="24785" y="98572"/>
                  </a:lnTo>
                  <a:lnTo>
                    <a:pt x="24831" y="98339"/>
                  </a:lnTo>
                  <a:lnTo>
                    <a:pt x="24967" y="98339"/>
                  </a:lnTo>
                  <a:lnTo>
                    <a:pt x="25150" y="98478"/>
                  </a:lnTo>
                  <a:lnTo>
                    <a:pt x="25241" y="98618"/>
                  </a:lnTo>
                  <a:lnTo>
                    <a:pt x="25560" y="98525"/>
                  </a:lnTo>
                  <a:lnTo>
                    <a:pt x="25879" y="98385"/>
                  </a:lnTo>
                  <a:lnTo>
                    <a:pt x="25924" y="98059"/>
                  </a:lnTo>
                  <a:lnTo>
                    <a:pt x="25970" y="97733"/>
                  </a:lnTo>
                  <a:lnTo>
                    <a:pt x="25970" y="97500"/>
                  </a:lnTo>
                  <a:lnTo>
                    <a:pt x="26061" y="96755"/>
                  </a:lnTo>
                  <a:lnTo>
                    <a:pt x="25742" y="95497"/>
                  </a:lnTo>
                  <a:lnTo>
                    <a:pt x="25423" y="95404"/>
                  </a:lnTo>
                  <a:lnTo>
                    <a:pt x="25195" y="95171"/>
                  </a:lnTo>
                  <a:lnTo>
                    <a:pt x="25058" y="94985"/>
                  </a:lnTo>
                  <a:lnTo>
                    <a:pt x="25013" y="94658"/>
                  </a:lnTo>
                  <a:lnTo>
                    <a:pt x="24967" y="94286"/>
                  </a:lnTo>
                  <a:lnTo>
                    <a:pt x="24785" y="94239"/>
                  </a:lnTo>
                  <a:lnTo>
                    <a:pt x="24557" y="94146"/>
                  </a:lnTo>
                  <a:lnTo>
                    <a:pt x="24375" y="93960"/>
                  </a:lnTo>
                  <a:lnTo>
                    <a:pt x="24284" y="93680"/>
                  </a:lnTo>
                  <a:lnTo>
                    <a:pt x="24238" y="93354"/>
                  </a:lnTo>
                  <a:lnTo>
                    <a:pt x="24238" y="93121"/>
                  </a:lnTo>
                  <a:lnTo>
                    <a:pt x="24102" y="92981"/>
                  </a:lnTo>
                  <a:lnTo>
                    <a:pt x="24056" y="92702"/>
                  </a:lnTo>
                  <a:lnTo>
                    <a:pt x="24238" y="92655"/>
                  </a:lnTo>
                  <a:lnTo>
                    <a:pt x="24603" y="92655"/>
                  </a:lnTo>
                  <a:lnTo>
                    <a:pt x="24785" y="92469"/>
                  </a:lnTo>
                  <a:lnTo>
                    <a:pt x="25058" y="92003"/>
                  </a:lnTo>
                  <a:lnTo>
                    <a:pt x="24785" y="91444"/>
                  </a:lnTo>
                  <a:lnTo>
                    <a:pt x="23874" y="91398"/>
                  </a:lnTo>
                  <a:lnTo>
                    <a:pt x="23418" y="91537"/>
                  </a:lnTo>
                  <a:lnTo>
                    <a:pt x="23373" y="91258"/>
                  </a:lnTo>
                  <a:lnTo>
                    <a:pt x="23282" y="91025"/>
                  </a:lnTo>
                  <a:lnTo>
                    <a:pt x="22872" y="90792"/>
                  </a:lnTo>
                  <a:lnTo>
                    <a:pt x="22461" y="90606"/>
                  </a:lnTo>
                  <a:lnTo>
                    <a:pt x="22006" y="90326"/>
                  </a:lnTo>
                  <a:lnTo>
                    <a:pt x="21641" y="90047"/>
                  </a:lnTo>
                  <a:lnTo>
                    <a:pt x="21505" y="89907"/>
                  </a:lnTo>
                  <a:lnTo>
                    <a:pt x="21231" y="89674"/>
                  </a:lnTo>
                  <a:lnTo>
                    <a:pt x="21140" y="89348"/>
                  </a:lnTo>
                  <a:lnTo>
                    <a:pt x="21140" y="89022"/>
                  </a:lnTo>
                  <a:lnTo>
                    <a:pt x="21322" y="88696"/>
                  </a:lnTo>
                  <a:lnTo>
                    <a:pt x="21550" y="88556"/>
                  </a:lnTo>
                  <a:lnTo>
                    <a:pt x="21778" y="88370"/>
                  </a:lnTo>
                  <a:lnTo>
                    <a:pt x="21869" y="88183"/>
                  </a:lnTo>
                  <a:lnTo>
                    <a:pt x="21778" y="87950"/>
                  </a:lnTo>
                  <a:lnTo>
                    <a:pt x="21596" y="87717"/>
                  </a:lnTo>
                  <a:lnTo>
                    <a:pt x="21322" y="87578"/>
                  </a:lnTo>
                  <a:lnTo>
                    <a:pt x="21277" y="87298"/>
                  </a:lnTo>
                  <a:lnTo>
                    <a:pt x="21322" y="87112"/>
                  </a:lnTo>
                  <a:lnTo>
                    <a:pt x="21550" y="87019"/>
                  </a:lnTo>
                  <a:lnTo>
                    <a:pt x="21869" y="87065"/>
                  </a:lnTo>
                  <a:lnTo>
                    <a:pt x="22416" y="87205"/>
                  </a:lnTo>
                  <a:lnTo>
                    <a:pt x="22553" y="87298"/>
                  </a:lnTo>
                  <a:lnTo>
                    <a:pt x="22917" y="87578"/>
                  </a:lnTo>
                  <a:lnTo>
                    <a:pt x="23282" y="87671"/>
                  </a:lnTo>
                  <a:lnTo>
                    <a:pt x="23783" y="87345"/>
                  </a:lnTo>
                  <a:lnTo>
                    <a:pt x="24147" y="87298"/>
                  </a:lnTo>
                  <a:lnTo>
                    <a:pt x="24421" y="87391"/>
                  </a:lnTo>
                  <a:lnTo>
                    <a:pt x="24831" y="87112"/>
                  </a:lnTo>
                  <a:lnTo>
                    <a:pt x="25195" y="86925"/>
                  </a:lnTo>
                  <a:lnTo>
                    <a:pt x="25286" y="86460"/>
                  </a:lnTo>
                  <a:lnTo>
                    <a:pt x="25332" y="85807"/>
                  </a:lnTo>
                  <a:lnTo>
                    <a:pt x="25560" y="85435"/>
                  </a:lnTo>
                  <a:lnTo>
                    <a:pt x="25879" y="85109"/>
                  </a:lnTo>
                  <a:lnTo>
                    <a:pt x="25970" y="84363"/>
                  </a:lnTo>
                  <a:lnTo>
                    <a:pt x="25787" y="83665"/>
                  </a:lnTo>
                  <a:lnTo>
                    <a:pt x="25787" y="83059"/>
                  </a:lnTo>
                  <a:lnTo>
                    <a:pt x="25696" y="82593"/>
                  </a:lnTo>
                  <a:lnTo>
                    <a:pt x="25742" y="82034"/>
                  </a:lnTo>
                  <a:lnTo>
                    <a:pt x="25833" y="81335"/>
                  </a:lnTo>
                  <a:lnTo>
                    <a:pt x="25696" y="80683"/>
                  </a:lnTo>
                  <a:lnTo>
                    <a:pt x="25514" y="80171"/>
                  </a:lnTo>
                  <a:lnTo>
                    <a:pt x="25560" y="79891"/>
                  </a:lnTo>
                  <a:lnTo>
                    <a:pt x="25377" y="79519"/>
                  </a:lnTo>
                  <a:lnTo>
                    <a:pt x="25377" y="79193"/>
                  </a:lnTo>
                  <a:lnTo>
                    <a:pt x="25332" y="78773"/>
                  </a:lnTo>
                  <a:lnTo>
                    <a:pt x="25013" y="78261"/>
                  </a:lnTo>
                  <a:lnTo>
                    <a:pt x="24922" y="77795"/>
                  </a:lnTo>
                  <a:lnTo>
                    <a:pt x="24603" y="77422"/>
                  </a:lnTo>
                  <a:lnTo>
                    <a:pt x="24284" y="76956"/>
                  </a:lnTo>
                  <a:lnTo>
                    <a:pt x="24193" y="76584"/>
                  </a:lnTo>
                  <a:lnTo>
                    <a:pt x="23919" y="76211"/>
                  </a:lnTo>
                  <a:lnTo>
                    <a:pt x="23692" y="75838"/>
                  </a:lnTo>
                  <a:lnTo>
                    <a:pt x="23509" y="75419"/>
                  </a:lnTo>
                  <a:lnTo>
                    <a:pt x="23190" y="74907"/>
                  </a:lnTo>
                  <a:lnTo>
                    <a:pt x="22872" y="74348"/>
                  </a:lnTo>
                  <a:lnTo>
                    <a:pt x="22644" y="73882"/>
                  </a:lnTo>
                  <a:lnTo>
                    <a:pt x="22461" y="73323"/>
                  </a:lnTo>
                  <a:lnTo>
                    <a:pt x="22143" y="72578"/>
                  </a:lnTo>
                  <a:lnTo>
                    <a:pt x="21550" y="71692"/>
                  </a:lnTo>
                  <a:lnTo>
                    <a:pt x="21049" y="70761"/>
                  </a:lnTo>
                  <a:lnTo>
                    <a:pt x="20411" y="69922"/>
                  </a:lnTo>
                  <a:lnTo>
                    <a:pt x="20047" y="69550"/>
                  </a:lnTo>
                  <a:lnTo>
                    <a:pt x="19682" y="69224"/>
                  </a:lnTo>
                  <a:lnTo>
                    <a:pt x="19500" y="68804"/>
                  </a:lnTo>
                  <a:lnTo>
                    <a:pt x="19363" y="68199"/>
                  </a:lnTo>
                  <a:lnTo>
                    <a:pt x="18999" y="67593"/>
                  </a:lnTo>
                  <a:lnTo>
                    <a:pt x="18589" y="66661"/>
                  </a:lnTo>
                  <a:lnTo>
                    <a:pt x="18179" y="65963"/>
                  </a:lnTo>
                  <a:lnTo>
                    <a:pt x="17905" y="65310"/>
                  </a:lnTo>
                  <a:lnTo>
                    <a:pt x="17495" y="64286"/>
                  </a:lnTo>
                  <a:lnTo>
                    <a:pt x="16903" y="63307"/>
                  </a:lnTo>
                  <a:lnTo>
                    <a:pt x="16630" y="62935"/>
                  </a:lnTo>
                  <a:lnTo>
                    <a:pt x="16219" y="62562"/>
                  </a:lnTo>
                  <a:lnTo>
                    <a:pt x="15855" y="62050"/>
                  </a:lnTo>
                  <a:lnTo>
                    <a:pt x="15582" y="61537"/>
                  </a:lnTo>
                  <a:lnTo>
                    <a:pt x="15354" y="60885"/>
                  </a:lnTo>
                  <a:lnTo>
                    <a:pt x="14989" y="60559"/>
                  </a:lnTo>
                  <a:lnTo>
                    <a:pt x="14670" y="60605"/>
                  </a:lnTo>
                  <a:lnTo>
                    <a:pt x="13896" y="61584"/>
                  </a:lnTo>
                  <a:lnTo>
                    <a:pt x="13076" y="62422"/>
                  </a:lnTo>
                  <a:lnTo>
                    <a:pt x="12301" y="63028"/>
                  </a:lnTo>
                  <a:lnTo>
                    <a:pt x="12119" y="63214"/>
                  </a:lnTo>
                  <a:lnTo>
                    <a:pt x="11891" y="62888"/>
                  </a:lnTo>
                  <a:lnTo>
                    <a:pt x="11846" y="62748"/>
                  </a:lnTo>
                  <a:lnTo>
                    <a:pt x="12028" y="62096"/>
                  </a:lnTo>
                  <a:lnTo>
                    <a:pt x="11754" y="59022"/>
                  </a:lnTo>
                  <a:lnTo>
                    <a:pt x="12256" y="55435"/>
                  </a:lnTo>
                  <a:lnTo>
                    <a:pt x="12438" y="54270"/>
                  </a:lnTo>
                  <a:lnTo>
                    <a:pt x="13668" y="53152"/>
                  </a:lnTo>
                  <a:lnTo>
                    <a:pt x="17450" y="54037"/>
                  </a:lnTo>
                  <a:lnTo>
                    <a:pt x="18634" y="54550"/>
                  </a:lnTo>
                  <a:lnTo>
                    <a:pt x="23327" y="49891"/>
                  </a:lnTo>
                  <a:lnTo>
                    <a:pt x="25560" y="51009"/>
                  </a:lnTo>
                  <a:lnTo>
                    <a:pt x="25924" y="50077"/>
                  </a:lnTo>
                  <a:lnTo>
                    <a:pt x="26152" y="49565"/>
                  </a:lnTo>
                  <a:lnTo>
                    <a:pt x="26608" y="48540"/>
                  </a:lnTo>
                  <a:lnTo>
                    <a:pt x="26881" y="47841"/>
                  </a:lnTo>
                  <a:lnTo>
                    <a:pt x="27473" y="46397"/>
                  </a:lnTo>
                  <a:lnTo>
                    <a:pt x="27519" y="46258"/>
                  </a:lnTo>
                  <a:lnTo>
                    <a:pt x="27929" y="45419"/>
                  </a:lnTo>
                  <a:lnTo>
                    <a:pt x="28066" y="45093"/>
                  </a:lnTo>
                  <a:lnTo>
                    <a:pt x="28293" y="44581"/>
                  </a:lnTo>
                  <a:lnTo>
                    <a:pt x="29068" y="42484"/>
                  </a:lnTo>
                  <a:lnTo>
                    <a:pt x="29979" y="40202"/>
                  </a:lnTo>
                  <a:lnTo>
                    <a:pt x="30480" y="38990"/>
                  </a:lnTo>
                  <a:lnTo>
                    <a:pt x="30982" y="37733"/>
                  </a:lnTo>
                  <a:lnTo>
                    <a:pt x="31073" y="37593"/>
                  </a:lnTo>
                  <a:lnTo>
                    <a:pt x="31255" y="36941"/>
                  </a:lnTo>
                  <a:lnTo>
                    <a:pt x="31437" y="36335"/>
                  </a:lnTo>
                  <a:lnTo>
                    <a:pt x="31619" y="35171"/>
                  </a:lnTo>
                  <a:lnTo>
                    <a:pt x="31665" y="33913"/>
                  </a:lnTo>
                  <a:lnTo>
                    <a:pt x="31665" y="33074"/>
                  </a:lnTo>
                  <a:lnTo>
                    <a:pt x="31574" y="32143"/>
                  </a:lnTo>
                  <a:lnTo>
                    <a:pt x="31483" y="31677"/>
                  </a:lnTo>
                  <a:lnTo>
                    <a:pt x="31255" y="30931"/>
                  </a:lnTo>
                  <a:lnTo>
                    <a:pt x="30480" y="29115"/>
                  </a:lnTo>
                  <a:lnTo>
                    <a:pt x="29979" y="28462"/>
                  </a:lnTo>
                  <a:lnTo>
                    <a:pt x="29797" y="28229"/>
                  </a:lnTo>
                  <a:lnTo>
                    <a:pt x="30161" y="27857"/>
                  </a:lnTo>
                  <a:lnTo>
                    <a:pt x="31392" y="25900"/>
                  </a:lnTo>
                  <a:lnTo>
                    <a:pt x="31756" y="25295"/>
                  </a:lnTo>
                  <a:lnTo>
                    <a:pt x="33214" y="23245"/>
                  </a:lnTo>
                  <a:lnTo>
                    <a:pt x="35264" y="20450"/>
                  </a:lnTo>
                  <a:lnTo>
                    <a:pt x="37223" y="17748"/>
                  </a:lnTo>
                  <a:lnTo>
                    <a:pt x="37406" y="17515"/>
                  </a:lnTo>
                  <a:lnTo>
                    <a:pt x="39866" y="14114"/>
                  </a:lnTo>
                  <a:lnTo>
                    <a:pt x="40276" y="13602"/>
                  </a:lnTo>
                  <a:lnTo>
                    <a:pt x="42099" y="11087"/>
                  </a:lnTo>
                  <a:lnTo>
                    <a:pt x="45151" y="6614"/>
                  </a:lnTo>
                  <a:lnTo>
                    <a:pt x="45288" y="6428"/>
                  </a:lnTo>
                  <a:lnTo>
                    <a:pt x="46609" y="4611"/>
                  </a:lnTo>
                  <a:lnTo>
                    <a:pt x="48113" y="2655"/>
                  </a:lnTo>
                  <a:lnTo>
                    <a:pt x="48204" y="2515"/>
                  </a:lnTo>
                  <a:lnTo>
                    <a:pt x="48432" y="2096"/>
                  </a:lnTo>
                  <a:lnTo>
                    <a:pt x="48796" y="1444"/>
                  </a:lnTo>
                  <a:lnTo>
                    <a:pt x="50026" y="93"/>
                  </a:lnTo>
                  <a:lnTo>
                    <a:pt x="5039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1579938" y="2480830"/>
              <a:ext cx="223526" cy="221460"/>
            </a:xfrm>
            <a:custGeom>
              <a:avLst/>
              <a:pathLst>
                <a:path w="223526" h="221460">
                  <a:moveTo>
                    <a:pt x="138553" y="2655"/>
                  </a:moveTo>
                  <a:lnTo>
                    <a:pt x="142745" y="7034"/>
                  </a:lnTo>
                  <a:lnTo>
                    <a:pt x="155957" y="20217"/>
                  </a:lnTo>
                  <a:lnTo>
                    <a:pt x="164386" y="28882"/>
                  </a:lnTo>
                  <a:lnTo>
                    <a:pt x="204845" y="69689"/>
                  </a:lnTo>
                  <a:lnTo>
                    <a:pt x="219835" y="84783"/>
                  </a:lnTo>
                  <a:lnTo>
                    <a:pt x="223526" y="88556"/>
                  </a:lnTo>
                  <a:lnTo>
                    <a:pt x="222068" y="90885"/>
                  </a:lnTo>
                  <a:lnTo>
                    <a:pt x="189536" y="172174"/>
                  </a:lnTo>
                  <a:lnTo>
                    <a:pt x="189263" y="172827"/>
                  </a:lnTo>
                  <a:lnTo>
                    <a:pt x="187942" y="176134"/>
                  </a:lnTo>
                  <a:lnTo>
                    <a:pt x="187714" y="176786"/>
                  </a:lnTo>
                  <a:lnTo>
                    <a:pt x="187395" y="177578"/>
                  </a:lnTo>
                  <a:lnTo>
                    <a:pt x="187258" y="177858"/>
                  </a:lnTo>
                  <a:lnTo>
                    <a:pt x="186985" y="178463"/>
                  </a:lnTo>
                  <a:lnTo>
                    <a:pt x="186712" y="178463"/>
                  </a:lnTo>
                  <a:lnTo>
                    <a:pt x="186529" y="178370"/>
                  </a:lnTo>
                  <a:lnTo>
                    <a:pt x="186074" y="177811"/>
                  </a:lnTo>
                  <a:lnTo>
                    <a:pt x="185846" y="177485"/>
                  </a:lnTo>
                  <a:lnTo>
                    <a:pt x="185664" y="177299"/>
                  </a:lnTo>
                  <a:lnTo>
                    <a:pt x="185345" y="177159"/>
                  </a:lnTo>
                  <a:lnTo>
                    <a:pt x="185026" y="177019"/>
                  </a:lnTo>
                  <a:lnTo>
                    <a:pt x="184661" y="176973"/>
                  </a:lnTo>
                  <a:lnTo>
                    <a:pt x="184342" y="176973"/>
                  </a:lnTo>
                  <a:lnTo>
                    <a:pt x="183978" y="177206"/>
                  </a:lnTo>
                  <a:lnTo>
                    <a:pt x="183522" y="177671"/>
                  </a:lnTo>
                  <a:lnTo>
                    <a:pt x="183295" y="178277"/>
                  </a:lnTo>
                  <a:lnTo>
                    <a:pt x="183158" y="178743"/>
                  </a:lnTo>
                  <a:lnTo>
                    <a:pt x="182064" y="179628"/>
                  </a:lnTo>
                  <a:lnTo>
                    <a:pt x="181426" y="180420"/>
                  </a:lnTo>
                  <a:lnTo>
                    <a:pt x="180697" y="181957"/>
                  </a:lnTo>
                  <a:lnTo>
                    <a:pt x="181016" y="182609"/>
                  </a:lnTo>
                  <a:lnTo>
                    <a:pt x="181290" y="184100"/>
                  </a:lnTo>
                  <a:lnTo>
                    <a:pt x="181426" y="184519"/>
                  </a:lnTo>
                  <a:lnTo>
                    <a:pt x="181244" y="185171"/>
                  </a:lnTo>
                  <a:lnTo>
                    <a:pt x="181016" y="185404"/>
                  </a:lnTo>
                  <a:lnTo>
                    <a:pt x="180652" y="185870"/>
                  </a:lnTo>
                  <a:lnTo>
                    <a:pt x="180014" y="186476"/>
                  </a:lnTo>
                  <a:lnTo>
                    <a:pt x="179285" y="187081"/>
                  </a:lnTo>
                  <a:lnTo>
                    <a:pt x="179012" y="187501"/>
                  </a:lnTo>
                  <a:lnTo>
                    <a:pt x="178875" y="187640"/>
                  </a:lnTo>
                  <a:lnTo>
                    <a:pt x="178556" y="187966"/>
                  </a:lnTo>
                  <a:lnTo>
                    <a:pt x="176916" y="188665"/>
                  </a:lnTo>
                  <a:lnTo>
                    <a:pt x="175686" y="189178"/>
                  </a:lnTo>
                  <a:lnTo>
                    <a:pt x="174820" y="189317"/>
                  </a:lnTo>
                  <a:lnTo>
                    <a:pt x="174137" y="189597"/>
                  </a:lnTo>
                  <a:lnTo>
                    <a:pt x="173316" y="189737"/>
                  </a:lnTo>
                  <a:lnTo>
                    <a:pt x="172952" y="189038"/>
                  </a:lnTo>
                  <a:lnTo>
                    <a:pt x="172679" y="188619"/>
                  </a:lnTo>
                  <a:lnTo>
                    <a:pt x="172451" y="188153"/>
                  </a:lnTo>
                  <a:lnTo>
                    <a:pt x="172086" y="187780"/>
                  </a:lnTo>
                  <a:lnTo>
                    <a:pt x="171494" y="187454"/>
                  </a:lnTo>
                  <a:lnTo>
                    <a:pt x="171312" y="187314"/>
                  </a:lnTo>
                  <a:lnTo>
                    <a:pt x="168760" y="186709"/>
                  </a:lnTo>
                  <a:lnTo>
                    <a:pt x="167849" y="186336"/>
                  </a:lnTo>
                  <a:lnTo>
                    <a:pt x="167348" y="185870"/>
                  </a:lnTo>
                  <a:lnTo>
                    <a:pt x="166756" y="185637"/>
                  </a:lnTo>
                  <a:lnTo>
                    <a:pt x="166254" y="185637"/>
                  </a:lnTo>
                  <a:lnTo>
                    <a:pt x="165115" y="185870"/>
                  </a:lnTo>
                  <a:lnTo>
                    <a:pt x="164250" y="185684"/>
                  </a:lnTo>
                  <a:lnTo>
                    <a:pt x="163840" y="185265"/>
                  </a:lnTo>
                  <a:lnTo>
                    <a:pt x="163111" y="184845"/>
                  </a:lnTo>
                  <a:lnTo>
                    <a:pt x="162655" y="184799"/>
                  </a:lnTo>
                  <a:lnTo>
                    <a:pt x="162108" y="184938"/>
                  </a:lnTo>
                  <a:lnTo>
                    <a:pt x="161425" y="185078"/>
                  </a:lnTo>
                  <a:lnTo>
                    <a:pt x="160833" y="185497"/>
                  </a:lnTo>
                  <a:lnTo>
                    <a:pt x="160104" y="186289"/>
                  </a:lnTo>
                  <a:lnTo>
                    <a:pt x="157825" y="188106"/>
                  </a:lnTo>
                  <a:lnTo>
                    <a:pt x="157051" y="188758"/>
                  </a:lnTo>
                  <a:lnTo>
                    <a:pt x="156914" y="189737"/>
                  </a:lnTo>
                  <a:lnTo>
                    <a:pt x="156778" y="190622"/>
                  </a:lnTo>
                  <a:lnTo>
                    <a:pt x="156641" y="191134"/>
                  </a:lnTo>
                  <a:lnTo>
                    <a:pt x="156550" y="191600"/>
                  </a:lnTo>
                  <a:lnTo>
                    <a:pt x="155912" y="191833"/>
                  </a:lnTo>
                  <a:lnTo>
                    <a:pt x="155092" y="191880"/>
                  </a:lnTo>
                  <a:lnTo>
                    <a:pt x="153588" y="191460"/>
                  </a:lnTo>
                  <a:lnTo>
                    <a:pt x="152085" y="191414"/>
                  </a:lnTo>
                  <a:lnTo>
                    <a:pt x="148987" y="192532"/>
                  </a:lnTo>
                  <a:lnTo>
                    <a:pt x="147255" y="193370"/>
                  </a:lnTo>
                  <a:lnTo>
                    <a:pt x="146754" y="193976"/>
                  </a:lnTo>
                  <a:lnTo>
                    <a:pt x="146754" y="194488"/>
                  </a:lnTo>
                  <a:lnTo>
                    <a:pt x="146389" y="196025"/>
                  </a:lnTo>
                  <a:lnTo>
                    <a:pt x="146389" y="197330"/>
                  </a:lnTo>
                  <a:lnTo>
                    <a:pt x="146298" y="197656"/>
                  </a:lnTo>
                  <a:lnTo>
                    <a:pt x="146253" y="197982"/>
                  </a:lnTo>
                  <a:lnTo>
                    <a:pt x="146071" y="198588"/>
                  </a:lnTo>
                  <a:lnTo>
                    <a:pt x="145934" y="199007"/>
                  </a:lnTo>
                  <a:lnTo>
                    <a:pt x="145660" y="199706"/>
                  </a:lnTo>
                  <a:lnTo>
                    <a:pt x="145478" y="200125"/>
                  </a:lnTo>
                  <a:lnTo>
                    <a:pt x="143246" y="208463"/>
                  </a:lnTo>
                  <a:lnTo>
                    <a:pt x="122834" y="203712"/>
                  </a:lnTo>
                  <a:lnTo>
                    <a:pt x="115407" y="205575"/>
                  </a:lnTo>
                  <a:lnTo>
                    <a:pt x="115499" y="206041"/>
                  </a:lnTo>
                  <a:lnTo>
                    <a:pt x="115407" y="206647"/>
                  </a:lnTo>
                  <a:lnTo>
                    <a:pt x="115362" y="207439"/>
                  </a:lnTo>
                  <a:lnTo>
                    <a:pt x="115544" y="208417"/>
                  </a:lnTo>
                  <a:lnTo>
                    <a:pt x="115590" y="209022"/>
                  </a:lnTo>
                  <a:lnTo>
                    <a:pt x="115635" y="209162"/>
                  </a:lnTo>
                  <a:lnTo>
                    <a:pt x="115544" y="209721"/>
                  </a:lnTo>
                  <a:lnTo>
                    <a:pt x="115180" y="210327"/>
                  </a:lnTo>
                  <a:lnTo>
                    <a:pt x="114815" y="210932"/>
                  </a:lnTo>
                  <a:lnTo>
                    <a:pt x="114678" y="211165"/>
                  </a:lnTo>
                  <a:lnTo>
                    <a:pt x="114314" y="211305"/>
                  </a:lnTo>
                  <a:lnTo>
                    <a:pt x="113631" y="211305"/>
                  </a:lnTo>
                  <a:lnTo>
                    <a:pt x="113084" y="211491"/>
                  </a:lnTo>
                  <a:lnTo>
                    <a:pt x="112765" y="211631"/>
                  </a:lnTo>
                  <a:lnTo>
                    <a:pt x="112446" y="211911"/>
                  </a:lnTo>
                  <a:lnTo>
                    <a:pt x="112127" y="212237"/>
                  </a:lnTo>
                  <a:lnTo>
                    <a:pt x="111945" y="212563"/>
                  </a:lnTo>
                  <a:lnTo>
                    <a:pt x="111945" y="212796"/>
                  </a:lnTo>
                  <a:lnTo>
                    <a:pt x="111626" y="213215"/>
                  </a:lnTo>
                  <a:lnTo>
                    <a:pt x="111261" y="213401"/>
                  </a:lnTo>
                  <a:lnTo>
                    <a:pt x="110623" y="213541"/>
                  </a:lnTo>
                  <a:lnTo>
                    <a:pt x="107616" y="213495"/>
                  </a:lnTo>
                  <a:lnTo>
                    <a:pt x="107024" y="213774"/>
                  </a:lnTo>
                  <a:lnTo>
                    <a:pt x="106796" y="214007"/>
                  </a:lnTo>
                  <a:lnTo>
                    <a:pt x="106523" y="214100"/>
                  </a:lnTo>
                  <a:lnTo>
                    <a:pt x="105657" y="213960"/>
                  </a:lnTo>
                  <a:lnTo>
                    <a:pt x="104928" y="213308"/>
                  </a:lnTo>
                  <a:lnTo>
                    <a:pt x="104382" y="212516"/>
                  </a:lnTo>
                  <a:lnTo>
                    <a:pt x="103789" y="212144"/>
                  </a:lnTo>
                  <a:lnTo>
                    <a:pt x="103379" y="211911"/>
                  </a:lnTo>
                  <a:lnTo>
                    <a:pt x="103106" y="211818"/>
                  </a:lnTo>
                  <a:lnTo>
                    <a:pt x="101921" y="211771"/>
                  </a:lnTo>
                  <a:lnTo>
                    <a:pt x="101010" y="211724"/>
                  </a:lnTo>
                  <a:lnTo>
                    <a:pt x="100782" y="211678"/>
                  </a:lnTo>
                  <a:lnTo>
                    <a:pt x="99643" y="211491"/>
                  </a:lnTo>
                  <a:lnTo>
                    <a:pt x="98595" y="211026"/>
                  </a:lnTo>
                  <a:lnTo>
                    <a:pt x="98048" y="210606"/>
                  </a:lnTo>
                  <a:lnTo>
                    <a:pt x="97684" y="210001"/>
                  </a:lnTo>
                  <a:lnTo>
                    <a:pt x="97593" y="209675"/>
                  </a:lnTo>
                  <a:lnTo>
                    <a:pt x="97593" y="209395"/>
                  </a:lnTo>
                  <a:lnTo>
                    <a:pt x="97456" y="209116"/>
                  </a:lnTo>
                  <a:lnTo>
                    <a:pt x="96590" y="208650"/>
                  </a:lnTo>
                  <a:lnTo>
                    <a:pt x="95497" y="208184"/>
                  </a:lnTo>
                  <a:lnTo>
                    <a:pt x="94540" y="207718"/>
                  </a:lnTo>
                  <a:lnTo>
                    <a:pt x="92854" y="207625"/>
                  </a:lnTo>
                  <a:lnTo>
                    <a:pt x="90759" y="207625"/>
                  </a:lnTo>
                  <a:lnTo>
                    <a:pt x="88936" y="208091"/>
                  </a:lnTo>
                  <a:lnTo>
                    <a:pt x="87524" y="209069"/>
                  </a:lnTo>
                  <a:lnTo>
                    <a:pt x="86111" y="210886"/>
                  </a:lnTo>
                  <a:lnTo>
                    <a:pt x="85382" y="211585"/>
                  </a:lnTo>
                  <a:lnTo>
                    <a:pt x="84836" y="211864"/>
                  </a:lnTo>
                  <a:lnTo>
                    <a:pt x="83742" y="212423"/>
                  </a:lnTo>
                  <a:lnTo>
                    <a:pt x="83514" y="212609"/>
                  </a:lnTo>
                  <a:lnTo>
                    <a:pt x="82831" y="212936"/>
                  </a:lnTo>
                  <a:lnTo>
                    <a:pt x="82375" y="212936"/>
                  </a:lnTo>
                  <a:lnTo>
                    <a:pt x="81601" y="212609"/>
                  </a:lnTo>
                  <a:lnTo>
                    <a:pt x="80963" y="212330"/>
                  </a:lnTo>
                  <a:lnTo>
                    <a:pt x="80370" y="212190"/>
                  </a:lnTo>
                  <a:lnTo>
                    <a:pt x="79414" y="212004"/>
                  </a:lnTo>
                  <a:lnTo>
                    <a:pt x="78730" y="211818"/>
                  </a:lnTo>
                  <a:lnTo>
                    <a:pt x="78047" y="211864"/>
                  </a:lnTo>
                  <a:lnTo>
                    <a:pt x="77227" y="211724"/>
                  </a:lnTo>
                  <a:lnTo>
                    <a:pt x="76543" y="211445"/>
                  </a:lnTo>
                  <a:lnTo>
                    <a:pt x="75450" y="211352"/>
                  </a:lnTo>
                  <a:lnTo>
                    <a:pt x="74721" y="211352"/>
                  </a:lnTo>
                  <a:lnTo>
                    <a:pt x="74083" y="211212"/>
                  </a:lnTo>
                  <a:lnTo>
                    <a:pt x="73582" y="211026"/>
                  </a:lnTo>
                  <a:lnTo>
                    <a:pt x="71623" y="209535"/>
                  </a:lnTo>
                  <a:lnTo>
                    <a:pt x="70256" y="208603"/>
                  </a:lnTo>
                  <a:lnTo>
                    <a:pt x="68661" y="207951"/>
                  </a:lnTo>
                  <a:lnTo>
                    <a:pt x="67021" y="207252"/>
                  </a:lnTo>
                  <a:lnTo>
                    <a:pt x="65335" y="207066"/>
                  </a:lnTo>
                  <a:lnTo>
                    <a:pt x="64150" y="207345"/>
                  </a:lnTo>
                  <a:lnTo>
                    <a:pt x="63194" y="207206"/>
                  </a:lnTo>
                  <a:lnTo>
                    <a:pt x="62237" y="207113"/>
                  </a:lnTo>
                  <a:lnTo>
                    <a:pt x="61326" y="207113"/>
                  </a:lnTo>
                  <a:lnTo>
                    <a:pt x="60506" y="207532"/>
                  </a:lnTo>
                  <a:lnTo>
                    <a:pt x="59594" y="207718"/>
                  </a:lnTo>
                  <a:lnTo>
                    <a:pt x="59321" y="207765"/>
                  </a:lnTo>
                  <a:lnTo>
                    <a:pt x="57909" y="208370"/>
                  </a:lnTo>
                  <a:lnTo>
                    <a:pt x="56724" y="209209"/>
                  </a:lnTo>
                  <a:lnTo>
                    <a:pt x="54947" y="210187"/>
                  </a:lnTo>
                  <a:lnTo>
                    <a:pt x="53808" y="210467"/>
                  </a:lnTo>
                  <a:lnTo>
                    <a:pt x="53033" y="210560"/>
                  </a:lnTo>
                  <a:lnTo>
                    <a:pt x="52304" y="210699"/>
                  </a:lnTo>
                  <a:lnTo>
                    <a:pt x="51940" y="210746"/>
                  </a:lnTo>
                  <a:lnTo>
                    <a:pt x="51712" y="210793"/>
                  </a:lnTo>
                  <a:lnTo>
                    <a:pt x="51484" y="210932"/>
                  </a:lnTo>
                  <a:lnTo>
                    <a:pt x="51256" y="211212"/>
                  </a:lnTo>
                  <a:lnTo>
                    <a:pt x="51120" y="211491"/>
                  </a:lnTo>
                  <a:lnTo>
                    <a:pt x="51029" y="211864"/>
                  </a:lnTo>
                  <a:lnTo>
                    <a:pt x="50983" y="212423"/>
                  </a:lnTo>
                  <a:lnTo>
                    <a:pt x="50983" y="212796"/>
                  </a:lnTo>
                  <a:lnTo>
                    <a:pt x="51165" y="213308"/>
                  </a:lnTo>
                  <a:lnTo>
                    <a:pt x="51302" y="213588"/>
                  </a:lnTo>
                  <a:lnTo>
                    <a:pt x="51758" y="214380"/>
                  </a:lnTo>
                  <a:lnTo>
                    <a:pt x="52122" y="215265"/>
                  </a:lnTo>
                  <a:lnTo>
                    <a:pt x="52350" y="216057"/>
                  </a:lnTo>
                  <a:lnTo>
                    <a:pt x="52077" y="217082"/>
                  </a:lnTo>
                  <a:lnTo>
                    <a:pt x="51575" y="218246"/>
                  </a:lnTo>
                  <a:lnTo>
                    <a:pt x="51348" y="219131"/>
                  </a:lnTo>
                  <a:lnTo>
                    <a:pt x="51575" y="220808"/>
                  </a:lnTo>
                  <a:lnTo>
                    <a:pt x="51530" y="221041"/>
                  </a:lnTo>
                  <a:lnTo>
                    <a:pt x="51348" y="221228"/>
                  </a:lnTo>
                  <a:lnTo>
                    <a:pt x="50846" y="221460"/>
                  </a:lnTo>
                  <a:lnTo>
                    <a:pt x="50300" y="221321"/>
                  </a:lnTo>
                  <a:lnTo>
                    <a:pt x="49434" y="220901"/>
                  </a:lnTo>
                  <a:lnTo>
                    <a:pt x="48477" y="220342"/>
                  </a:lnTo>
                  <a:lnTo>
                    <a:pt x="48022" y="220296"/>
                  </a:lnTo>
                  <a:lnTo>
                    <a:pt x="47429" y="220063"/>
                  </a:lnTo>
                  <a:lnTo>
                    <a:pt x="47110" y="219783"/>
                  </a:lnTo>
                  <a:lnTo>
                    <a:pt x="46791" y="219364"/>
                  </a:lnTo>
                  <a:lnTo>
                    <a:pt x="46564" y="219038"/>
                  </a:lnTo>
                  <a:lnTo>
                    <a:pt x="46199" y="218759"/>
                  </a:lnTo>
                  <a:lnTo>
                    <a:pt x="45607" y="218572"/>
                  </a:lnTo>
                  <a:lnTo>
                    <a:pt x="45060" y="218526"/>
                  </a:lnTo>
                  <a:lnTo>
                    <a:pt x="44650" y="218572"/>
                  </a:lnTo>
                  <a:lnTo>
                    <a:pt x="44422" y="218712"/>
                  </a:lnTo>
                  <a:lnTo>
                    <a:pt x="44058" y="218852"/>
                  </a:lnTo>
                  <a:lnTo>
                    <a:pt x="43557" y="218898"/>
                  </a:lnTo>
                  <a:lnTo>
                    <a:pt x="42736" y="218712"/>
                  </a:lnTo>
                  <a:lnTo>
                    <a:pt x="41415" y="218153"/>
                  </a:lnTo>
                  <a:lnTo>
                    <a:pt x="39729" y="217221"/>
                  </a:lnTo>
                  <a:lnTo>
                    <a:pt x="38454" y="216802"/>
                  </a:lnTo>
                  <a:lnTo>
                    <a:pt x="38044" y="216802"/>
                  </a:lnTo>
                  <a:lnTo>
                    <a:pt x="37588" y="216802"/>
                  </a:lnTo>
                  <a:lnTo>
                    <a:pt x="36905" y="217035"/>
                  </a:lnTo>
                  <a:lnTo>
                    <a:pt x="35993" y="217594"/>
                  </a:lnTo>
                  <a:lnTo>
                    <a:pt x="35538" y="217734"/>
                  </a:lnTo>
                  <a:lnTo>
                    <a:pt x="35401" y="217780"/>
                  </a:lnTo>
                  <a:lnTo>
                    <a:pt x="34991" y="217547"/>
                  </a:lnTo>
                  <a:lnTo>
                    <a:pt x="34763" y="217082"/>
                  </a:lnTo>
                  <a:lnTo>
                    <a:pt x="34399" y="216755"/>
                  </a:lnTo>
                  <a:lnTo>
                    <a:pt x="34080" y="216569"/>
                  </a:lnTo>
                  <a:lnTo>
                    <a:pt x="33806" y="216429"/>
                  </a:lnTo>
                  <a:lnTo>
                    <a:pt x="33305" y="216290"/>
                  </a:lnTo>
                  <a:lnTo>
                    <a:pt x="32531" y="216196"/>
                  </a:lnTo>
                  <a:lnTo>
                    <a:pt x="31665" y="216290"/>
                  </a:lnTo>
                  <a:lnTo>
                    <a:pt x="30799" y="216616"/>
                  </a:lnTo>
                  <a:lnTo>
                    <a:pt x="29842" y="217035"/>
                  </a:lnTo>
                  <a:lnTo>
                    <a:pt x="29387" y="217314"/>
                  </a:lnTo>
                  <a:lnTo>
                    <a:pt x="28703" y="217734"/>
                  </a:lnTo>
                  <a:lnTo>
                    <a:pt x="27382" y="218479"/>
                  </a:lnTo>
                  <a:lnTo>
                    <a:pt x="26972" y="218759"/>
                  </a:lnTo>
                  <a:lnTo>
                    <a:pt x="26334" y="219038"/>
                  </a:lnTo>
                  <a:lnTo>
                    <a:pt x="25833" y="218945"/>
                  </a:lnTo>
                  <a:lnTo>
                    <a:pt x="24876" y="218852"/>
                  </a:lnTo>
                  <a:lnTo>
                    <a:pt x="24329" y="218712"/>
                  </a:lnTo>
                  <a:lnTo>
                    <a:pt x="23099" y="218200"/>
                  </a:lnTo>
                  <a:lnTo>
                    <a:pt x="22644" y="217920"/>
                  </a:lnTo>
                  <a:lnTo>
                    <a:pt x="22279" y="217547"/>
                  </a:lnTo>
                  <a:lnTo>
                    <a:pt x="22097" y="216942"/>
                  </a:lnTo>
                  <a:lnTo>
                    <a:pt x="21960" y="215917"/>
                  </a:lnTo>
                  <a:lnTo>
                    <a:pt x="21778" y="215404"/>
                  </a:lnTo>
                  <a:lnTo>
                    <a:pt x="21687" y="215125"/>
                  </a:lnTo>
                  <a:lnTo>
                    <a:pt x="21414" y="214845"/>
                  </a:lnTo>
                  <a:lnTo>
                    <a:pt x="21277" y="214519"/>
                  </a:lnTo>
                  <a:lnTo>
                    <a:pt x="21095" y="213914"/>
                  </a:lnTo>
                  <a:lnTo>
                    <a:pt x="20821" y="213541"/>
                  </a:lnTo>
                  <a:lnTo>
                    <a:pt x="20502" y="213262"/>
                  </a:lnTo>
                  <a:lnTo>
                    <a:pt x="20001" y="213029"/>
                  </a:lnTo>
                  <a:lnTo>
                    <a:pt x="19318" y="212842"/>
                  </a:lnTo>
                  <a:lnTo>
                    <a:pt x="18452" y="212563"/>
                  </a:lnTo>
                  <a:lnTo>
                    <a:pt x="17996" y="212470"/>
                  </a:lnTo>
                  <a:lnTo>
                    <a:pt x="17723" y="212330"/>
                  </a:lnTo>
                  <a:lnTo>
                    <a:pt x="17586" y="212190"/>
                  </a:lnTo>
                  <a:lnTo>
                    <a:pt x="17404" y="211957"/>
                  </a:lnTo>
                  <a:lnTo>
                    <a:pt x="17313" y="211538"/>
                  </a:lnTo>
                  <a:lnTo>
                    <a:pt x="17267" y="210793"/>
                  </a:lnTo>
                  <a:lnTo>
                    <a:pt x="17267" y="210187"/>
                  </a:lnTo>
                  <a:lnTo>
                    <a:pt x="17176" y="209861"/>
                  </a:lnTo>
                  <a:lnTo>
                    <a:pt x="16812" y="209442"/>
                  </a:lnTo>
                  <a:lnTo>
                    <a:pt x="16538" y="208976"/>
                  </a:lnTo>
                  <a:lnTo>
                    <a:pt x="16174" y="208557"/>
                  </a:lnTo>
                  <a:lnTo>
                    <a:pt x="15582" y="208091"/>
                  </a:lnTo>
                  <a:lnTo>
                    <a:pt x="15217" y="207811"/>
                  </a:lnTo>
                  <a:lnTo>
                    <a:pt x="15035" y="207625"/>
                  </a:lnTo>
                  <a:lnTo>
                    <a:pt x="14762" y="207532"/>
                  </a:lnTo>
                  <a:lnTo>
                    <a:pt x="14215" y="207485"/>
                  </a:lnTo>
                  <a:lnTo>
                    <a:pt x="13622" y="207439"/>
                  </a:lnTo>
                  <a:lnTo>
                    <a:pt x="12985" y="207485"/>
                  </a:lnTo>
                  <a:lnTo>
                    <a:pt x="12392" y="207578"/>
                  </a:lnTo>
                  <a:lnTo>
                    <a:pt x="11754" y="207718"/>
                  </a:lnTo>
                  <a:lnTo>
                    <a:pt x="11071" y="207951"/>
                  </a:lnTo>
                  <a:lnTo>
                    <a:pt x="9978" y="208370"/>
                  </a:lnTo>
                  <a:lnTo>
                    <a:pt x="9431" y="208650"/>
                  </a:lnTo>
                  <a:lnTo>
                    <a:pt x="9021" y="208976"/>
                  </a:lnTo>
                  <a:lnTo>
                    <a:pt x="8611" y="209302"/>
                  </a:lnTo>
                  <a:lnTo>
                    <a:pt x="7381" y="210327"/>
                  </a:lnTo>
                  <a:lnTo>
                    <a:pt x="6743" y="211119"/>
                  </a:lnTo>
                  <a:lnTo>
                    <a:pt x="6241" y="211724"/>
                  </a:lnTo>
                  <a:lnTo>
                    <a:pt x="5831" y="212330"/>
                  </a:lnTo>
                  <a:lnTo>
                    <a:pt x="5011" y="213588"/>
                  </a:lnTo>
                  <a:lnTo>
                    <a:pt x="4191" y="214985"/>
                  </a:lnTo>
                  <a:lnTo>
                    <a:pt x="3781" y="215591"/>
                  </a:lnTo>
                  <a:lnTo>
                    <a:pt x="3280" y="216336"/>
                  </a:lnTo>
                  <a:lnTo>
                    <a:pt x="2961" y="217035"/>
                  </a:lnTo>
                  <a:lnTo>
                    <a:pt x="2460" y="217873"/>
                  </a:lnTo>
                  <a:lnTo>
                    <a:pt x="1776" y="218712"/>
                  </a:lnTo>
                  <a:lnTo>
                    <a:pt x="1457" y="219131"/>
                  </a:lnTo>
                  <a:lnTo>
                    <a:pt x="1230" y="219690"/>
                  </a:lnTo>
                  <a:lnTo>
                    <a:pt x="1139" y="220156"/>
                  </a:lnTo>
                  <a:lnTo>
                    <a:pt x="956" y="221088"/>
                  </a:lnTo>
                  <a:lnTo>
                    <a:pt x="728" y="220855"/>
                  </a:lnTo>
                  <a:lnTo>
                    <a:pt x="455" y="220622"/>
                  </a:lnTo>
                  <a:lnTo>
                    <a:pt x="364" y="220436"/>
                  </a:lnTo>
                  <a:lnTo>
                    <a:pt x="410" y="220156"/>
                  </a:lnTo>
                  <a:lnTo>
                    <a:pt x="501" y="219923"/>
                  </a:lnTo>
                  <a:lnTo>
                    <a:pt x="182" y="219877"/>
                  </a:lnTo>
                  <a:lnTo>
                    <a:pt x="91" y="219737"/>
                  </a:lnTo>
                  <a:lnTo>
                    <a:pt x="136" y="219597"/>
                  </a:lnTo>
                  <a:lnTo>
                    <a:pt x="136" y="219411"/>
                  </a:lnTo>
                  <a:lnTo>
                    <a:pt x="182" y="219271"/>
                  </a:lnTo>
                  <a:lnTo>
                    <a:pt x="227" y="219038"/>
                  </a:lnTo>
                  <a:lnTo>
                    <a:pt x="273" y="218572"/>
                  </a:lnTo>
                  <a:lnTo>
                    <a:pt x="455" y="218293"/>
                  </a:lnTo>
                  <a:lnTo>
                    <a:pt x="728" y="218106"/>
                  </a:lnTo>
                  <a:lnTo>
                    <a:pt x="1002" y="218013"/>
                  </a:lnTo>
                  <a:lnTo>
                    <a:pt x="1093" y="217780"/>
                  </a:lnTo>
                  <a:lnTo>
                    <a:pt x="956" y="217082"/>
                  </a:lnTo>
                  <a:lnTo>
                    <a:pt x="911" y="216662"/>
                  </a:lnTo>
                  <a:lnTo>
                    <a:pt x="820" y="216010"/>
                  </a:lnTo>
                  <a:lnTo>
                    <a:pt x="546" y="215172"/>
                  </a:lnTo>
                  <a:lnTo>
                    <a:pt x="455" y="214799"/>
                  </a:lnTo>
                  <a:lnTo>
                    <a:pt x="91" y="214473"/>
                  </a:lnTo>
                  <a:lnTo>
                    <a:pt x="45" y="214240"/>
                  </a:lnTo>
                  <a:lnTo>
                    <a:pt x="0" y="213914"/>
                  </a:lnTo>
                  <a:lnTo>
                    <a:pt x="227" y="213681"/>
                  </a:lnTo>
                  <a:lnTo>
                    <a:pt x="455" y="213681"/>
                  </a:lnTo>
                  <a:lnTo>
                    <a:pt x="774" y="213774"/>
                  </a:lnTo>
                  <a:lnTo>
                    <a:pt x="1002" y="214007"/>
                  </a:lnTo>
                  <a:lnTo>
                    <a:pt x="1366" y="214240"/>
                  </a:lnTo>
                  <a:lnTo>
                    <a:pt x="1503" y="214193"/>
                  </a:lnTo>
                  <a:lnTo>
                    <a:pt x="1503" y="214007"/>
                  </a:lnTo>
                  <a:lnTo>
                    <a:pt x="1457" y="213215"/>
                  </a:lnTo>
                  <a:lnTo>
                    <a:pt x="1503" y="212936"/>
                  </a:lnTo>
                  <a:lnTo>
                    <a:pt x="1503" y="212609"/>
                  </a:lnTo>
                  <a:lnTo>
                    <a:pt x="1822" y="212377"/>
                  </a:lnTo>
                  <a:lnTo>
                    <a:pt x="1731" y="212190"/>
                  </a:lnTo>
                  <a:lnTo>
                    <a:pt x="1685" y="212004"/>
                  </a:lnTo>
                  <a:lnTo>
                    <a:pt x="1868" y="211911"/>
                  </a:lnTo>
                  <a:lnTo>
                    <a:pt x="2414" y="211724"/>
                  </a:lnTo>
                  <a:lnTo>
                    <a:pt x="2323" y="211491"/>
                  </a:lnTo>
                  <a:lnTo>
                    <a:pt x="2186" y="211631"/>
                  </a:lnTo>
                  <a:lnTo>
                    <a:pt x="2050" y="211631"/>
                  </a:lnTo>
                  <a:lnTo>
                    <a:pt x="1822" y="211678"/>
                  </a:lnTo>
                  <a:lnTo>
                    <a:pt x="1640" y="211631"/>
                  </a:lnTo>
                  <a:lnTo>
                    <a:pt x="1457" y="211538"/>
                  </a:lnTo>
                  <a:lnTo>
                    <a:pt x="1549" y="211165"/>
                  </a:lnTo>
                  <a:lnTo>
                    <a:pt x="1685" y="211072"/>
                  </a:lnTo>
                  <a:lnTo>
                    <a:pt x="1913" y="210979"/>
                  </a:lnTo>
                  <a:lnTo>
                    <a:pt x="2232" y="210979"/>
                  </a:lnTo>
                  <a:lnTo>
                    <a:pt x="2414" y="210979"/>
                  </a:lnTo>
                  <a:lnTo>
                    <a:pt x="2369" y="210699"/>
                  </a:lnTo>
                  <a:lnTo>
                    <a:pt x="2323" y="210467"/>
                  </a:lnTo>
                  <a:lnTo>
                    <a:pt x="2323" y="210327"/>
                  </a:lnTo>
                  <a:lnTo>
                    <a:pt x="2141" y="210234"/>
                  </a:lnTo>
                  <a:lnTo>
                    <a:pt x="1959" y="210001"/>
                  </a:lnTo>
                  <a:lnTo>
                    <a:pt x="2095" y="209442"/>
                  </a:lnTo>
                  <a:lnTo>
                    <a:pt x="2323" y="209395"/>
                  </a:lnTo>
                  <a:lnTo>
                    <a:pt x="2505" y="209302"/>
                  </a:lnTo>
                  <a:lnTo>
                    <a:pt x="2733" y="209209"/>
                  </a:lnTo>
                  <a:lnTo>
                    <a:pt x="3052" y="209069"/>
                  </a:lnTo>
                  <a:lnTo>
                    <a:pt x="3098" y="208790"/>
                  </a:lnTo>
                  <a:lnTo>
                    <a:pt x="2915" y="208929"/>
                  </a:lnTo>
                  <a:lnTo>
                    <a:pt x="2232" y="209116"/>
                  </a:lnTo>
                  <a:lnTo>
                    <a:pt x="1959" y="209116"/>
                  </a:lnTo>
                  <a:lnTo>
                    <a:pt x="1959" y="208976"/>
                  </a:lnTo>
                  <a:lnTo>
                    <a:pt x="2095" y="208836"/>
                  </a:lnTo>
                  <a:lnTo>
                    <a:pt x="2414" y="208836"/>
                  </a:lnTo>
                  <a:lnTo>
                    <a:pt x="2597" y="208743"/>
                  </a:lnTo>
                  <a:lnTo>
                    <a:pt x="2870" y="208510"/>
                  </a:lnTo>
                  <a:lnTo>
                    <a:pt x="3052" y="208463"/>
                  </a:lnTo>
                  <a:lnTo>
                    <a:pt x="3189" y="208324"/>
                  </a:lnTo>
                  <a:lnTo>
                    <a:pt x="3462" y="208277"/>
                  </a:lnTo>
                  <a:lnTo>
                    <a:pt x="3644" y="208370"/>
                  </a:lnTo>
                  <a:lnTo>
                    <a:pt x="3690" y="208696"/>
                  </a:lnTo>
                  <a:lnTo>
                    <a:pt x="3918" y="208696"/>
                  </a:lnTo>
                  <a:lnTo>
                    <a:pt x="4373" y="208463"/>
                  </a:lnTo>
                  <a:lnTo>
                    <a:pt x="4328" y="208277"/>
                  </a:lnTo>
                  <a:lnTo>
                    <a:pt x="4237" y="208137"/>
                  </a:lnTo>
                  <a:lnTo>
                    <a:pt x="4100" y="208044"/>
                  </a:lnTo>
                  <a:lnTo>
                    <a:pt x="3781" y="207951"/>
                  </a:lnTo>
                  <a:lnTo>
                    <a:pt x="3644" y="207951"/>
                  </a:lnTo>
                  <a:lnTo>
                    <a:pt x="3417" y="207858"/>
                  </a:lnTo>
                  <a:lnTo>
                    <a:pt x="3234" y="207625"/>
                  </a:lnTo>
                  <a:lnTo>
                    <a:pt x="3234" y="207392"/>
                  </a:lnTo>
                  <a:lnTo>
                    <a:pt x="3417" y="207159"/>
                  </a:lnTo>
                  <a:lnTo>
                    <a:pt x="3599" y="207019"/>
                  </a:lnTo>
                  <a:lnTo>
                    <a:pt x="3781" y="206740"/>
                  </a:lnTo>
                  <a:lnTo>
                    <a:pt x="3872" y="206600"/>
                  </a:lnTo>
                  <a:lnTo>
                    <a:pt x="4054" y="206367"/>
                  </a:lnTo>
                  <a:lnTo>
                    <a:pt x="4146" y="206181"/>
                  </a:lnTo>
                  <a:lnTo>
                    <a:pt x="4328" y="205482"/>
                  </a:lnTo>
                  <a:lnTo>
                    <a:pt x="4465" y="205296"/>
                  </a:lnTo>
                  <a:lnTo>
                    <a:pt x="4647" y="205063"/>
                  </a:lnTo>
                  <a:lnTo>
                    <a:pt x="4966" y="204876"/>
                  </a:lnTo>
                  <a:lnTo>
                    <a:pt x="5330" y="204876"/>
                  </a:lnTo>
                  <a:lnTo>
                    <a:pt x="5512" y="204923"/>
                  </a:lnTo>
                  <a:lnTo>
                    <a:pt x="5740" y="204876"/>
                  </a:lnTo>
                  <a:lnTo>
                    <a:pt x="5786" y="204597"/>
                  </a:lnTo>
                  <a:lnTo>
                    <a:pt x="6150" y="204457"/>
                  </a:lnTo>
                  <a:lnTo>
                    <a:pt x="6378" y="203898"/>
                  </a:lnTo>
                  <a:lnTo>
                    <a:pt x="6560" y="203665"/>
                  </a:lnTo>
                  <a:lnTo>
                    <a:pt x="6788" y="203526"/>
                  </a:lnTo>
                  <a:lnTo>
                    <a:pt x="7062" y="203013"/>
                  </a:lnTo>
                  <a:lnTo>
                    <a:pt x="7289" y="202827"/>
                  </a:lnTo>
                  <a:lnTo>
                    <a:pt x="7517" y="202780"/>
                  </a:lnTo>
                  <a:lnTo>
                    <a:pt x="7791" y="202827"/>
                  </a:lnTo>
                  <a:lnTo>
                    <a:pt x="8018" y="203060"/>
                  </a:lnTo>
                  <a:lnTo>
                    <a:pt x="8292" y="203526"/>
                  </a:lnTo>
                  <a:lnTo>
                    <a:pt x="8337" y="203665"/>
                  </a:lnTo>
                  <a:lnTo>
                    <a:pt x="8383" y="203945"/>
                  </a:lnTo>
                  <a:lnTo>
                    <a:pt x="8474" y="204131"/>
                  </a:lnTo>
                  <a:lnTo>
                    <a:pt x="8611" y="203852"/>
                  </a:lnTo>
                  <a:lnTo>
                    <a:pt x="8884" y="203479"/>
                  </a:lnTo>
                  <a:lnTo>
                    <a:pt x="9021" y="203339"/>
                  </a:lnTo>
                  <a:lnTo>
                    <a:pt x="9294" y="203153"/>
                  </a:lnTo>
                  <a:lnTo>
                    <a:pt x="9841" y="202967"/>
                  </a:lnTo>
                  <a:lnTo>
                    <a:pt x="10069" y="202920"/>
                  </a:lnTo>
                  <a:lnTo>
                    <a:pt x="10342" y="202920"/>
                  </a:lnTo>
                  <a:lnTo>
                    <a:pt x="10615" y="202873"/>
                  </a:lnTo>
                  <a:lnTo>
                    <a:pt x="10661" y="202687"/>
                  </a:lnTo>
                  <a:lnTo>
                    <a:pt x="10524" y="202454"/>
                  </a:lnTo>
                  <a:lnTo>
                    <a:pt x="10160" y="202221"/>
                  </a:lnTo>
                  <a:lnTo>
                    <a:pt x="10023" y="201988"/>
                  </a:lnTo>
                  <a:lnTo>
                    <a:pt x="10023" y="201849"/>
                  </a:lnTo>
                  <a:lnTo>
                    <a:pt x="10069" y="201336"/>
                  </a:lnTo>
                  <a:lnTo>
                    <a:pt x="10205" y="201150"/>
                  </a:lnTo>
                  <a:lnTo>
                    <a:pt x="10342" y="201010"/>
                  </a:lnTo>
                  <a:lnTo>
                    <a:pt x="10524" y="200684"/>
                  </a:lnTo>
                  <a:lnTo>
                    <a:pt x="10615" y="200451"/>
                  </a:lnTo>
                  <a:lnTo>
                    <a:pt x="10661" y="200311"/>
                  </a:lnTo>
                  <a:lnTo>
                    <a:pt x="10752" y="200032"/>
                  </a:lnTo>
                  <a:lnTo>
                    <a:pt x="10980" y="199892"/>
                  </a:lnTo>
                  <a:lnTo>
                    <a:pt x="11253" y="199892"/>
                  </a:lnTo>
                  <a:lnTo>
                    <a:pt x="11663" y="199939"/>
                  </a:lnTo>
                  <a:lnTo>
                    <a:pt x="11937" y="200078"/>
                  </a:lnTo>
                  <a:lnTo>
                    <a:pt x="11982" y="200265"/>
                  </a:lnTo>
                  <a:lnTo>
                    <a:pt x="12164" y="200404"/>
                  </a:lnTo>
                  <a:lnTo>
                    <a:pt x="12529" y="200404"/>
                  </a:lnTo>
                  <a:lnTo>
                    <a:pt x="12711" y="200404"/>
                  </a:lnTo>
                  <a:lnTo>
                    <a:pt x="12939" y="200451"/>
                  </a:lnTo>
                  <a:lnTo>
                    <a:pt x="13167" y="200591"/>
                  </a:lnTo>
                  <a:lnTo>
                    <a:pt x="13577" y="200917"/>
                  </a:lnTo>
                  <a:lnTo>
                    <a:pt x="14033" y="200730"/>
                  </a:lnTo>
                  <a:lnTo>
                    <a:pt x="14215" y="200870"/>
                  </a:lnTo>
                  <a:lnTo>
                    <a:pt x="14534" y="201150"/>
                  </a:lnTo>
                  <a:lnTo>
                    <a:pt x="15126" y="202035"/>
                  </a:lnTo>
                  <a:lnTo>
                    <a:pt x="15445" y="202501"/>
                  </a:lnTo>
                  <a:lnTo>
                    <a:pt x="15901" y="202640"/>
                  </a:lnTo>
                  <a:lnTo>
                    <a:pt x="16174" y="202547"/>
                  </a:lnTo>
                  <a:lnTo>
                    <a:pt x="16402" y="202221"/>
                  </a:lnTo>
                  <a:lnTo>
                    <a:pt x="16493" y="202035"/>
                  </a:lnTo>
                  <a:lnTo>
                    <a:pt x="16675" y="201755"/>
                  </a:lnTo>
                  <a:lnTo>
                    <a:pt x="16584" y="201383"/>
                  </a:lnTo>
                  <a:lnTo>
                    <a:pt x="16675" y="200917"/>
                  </a:lnTo>
                  <a:lnTo>
                    <a:pt x="16675" y="200498"/>
                  </a:lnTo>
                  <a:lnTo>
                    <a:pt x="16630" y="200311"/>
                  </a:lnTo>
                  <a:lnTo>
                    <a:pt x="16675" y="199845"/>
                  </a:lnTo>
                  <a:lnTo>
                    <a:pt x="16766" y="199659"/>
                  </a:lnTo>
                  <a:lnTo>
                    <a:pt x="17040" y="199566"/>
                  </a:lnTo>
                  <a:lnTo>
                    <a:pt x="17222" y="199659"/>
                  </a:lnTo>
                  <a:lnTo>
                    <a:pt x="17176" y="199939"/>
                  </a:lnTo>
                  <a:lnTo>
                    <a:pt x="17222" y="200125"/>
                  </a:lnTo>
                  <a:lnTo>
                    <a:pt x="17450" y="200218"/>
                  </a:lnTo>
                  <a:lnTo>
                    <a:pt x="17586" y="200265"/>
                  </a:lnTo>
                  <a:lnTo>
                    <a:pt x="17723" y="200451"/>
                  </a:lnTo>
                  <a:lnTo>
                    <a:pt x="17905" y="200498"/>
                  </a:lnTo>
                  <a:lnTo>
                    <a:pt x="18042" y="200451"/>
                  </a:lnTo>
                  <a:lnTo>
                    <a:pt x="17996" y="200265"/>
                  </a:lnTo>
                  <a:lnTo>
                    <a:pt x="17905" y="200032"/>
                  </a:lnTo>
                  <a:lnTo>
                    <a:pt x="17769" y="199892"/>
                  </a:lnTo>
                  <a:lnTo>
                    <a:pt x="17586" y="199752"/>
                  </a:lnTo>
                  <a:lnTo>
                    <a:pt x="17632" y="199612"/>
                  </a:lnTo>
                  <a:lnTo>
                    <a:pt x="17632" y="199426"/>
                  </a:lnTo>
                  <a:lnTo>
                    <a:pt x="17677" y="199286"/>
                  </a:lnTo>
                  <a:lnTo>
                    <a:pt x="17905" y="199053"/>
                  </a:lnTo>
                  <a:lnTo>
                    <a:pt x="18270" y="199007"/>
                  </a:lnTo>
                  <a:lnTo>
                    <a:pt x="18634" y="199007"/>
                  </a:lnTo>
                  <a:lnTo>
                    <a:pt x="18908" y="199193"/>
                  </a:lnTo>
                  <a:lnTo>
                    <a:pt x="20092" y="199985"/>
                  </a:lnTo>
                  <a:lnTo>
                    <a:pt x="20776" y="200265"/>
                  </a:lnTo>
                  <a:lnTo>
                    <a:pt x="21049" y="200358"/>
                  </a:lnTo>
                  <a:lnTo>
                    <a:pt x="21322" y="200451"/>
                  </a:lnTo>
                  <a:lnTo>
                    <a:pt x="23418" y="201243"/>
                  </a:lnTo>
                  <a:lnTo>
                    <a:pt x="24694" y="201569"/>
                  </a:lnTo>
                  <a:lnTo>
                    <a:pt x="25195" y="201895"/>
                  </a:lnTo>
                  <a:lnTo>
                    <a:pt x="25560" y="201942"/>
                  </a:lnTo>
                  <a:lnTo>
                    <a:pt x="25696" y="201942"/>
                  </a:lnTo>
                  <a:lnTo>
                    <a:pt x="25924" y="201895"/>
                  </a:lnTo>
                  <a:lnTo>
                    <a:pt x="25879" y="201709"/>
                  </a:lnTo>
                  <a:lnTo>
                    <a:pt x="25514" y="201476"/>
                  </a:lnTo>
                  <a:lnTo>
                    <a:pt x="25013" y="201196"/>
                  </a:lnTo>
                  <a:lnTo>
                    <a:pt x="24740" y="200684"/>
                  </a:lnTo>
                  <a:lnTo>
                    <a:pt x="24694" y="200032"/>
                  </a:lnTo>
                  <a:lnTo>
                    <a:pt x="24785" y="199845"/>
                  </a:lnTo>
                  <a:lnTo>
                    <a:pt x="24785" y="199706"/>
                  </a:lnTo>
                  <a:lnTo>
                    <a:pt x="24694" y="199240"/>
                  </a:lnTo>
                  <a:lnTo>
                    <a:pt x="24694" y="198727"/>
                  </a:lnTo>
                  <a:lnTo>
                    <a:pt x="24740" y="198541"/>
                  </a:lnTo>
                  <a:lnTo>
                    <a:pt x="24831" y="198168"/>
                  </a:lnTo>
                  <a:lnTo>
                    <a:pt x="24831" y="197889"/>
                  </a:lnTo>
                  <a:lnTo>
                    <a:pt x="24831" y="197563"/>
                  </a:lnTo>
                  <a:lnTo>
                    <a:pt x="24694" y="197283"/>
                  </a:lnTo>
                  <a:lnTo>
                    <a:pt x="24694" y="197144"/>
                  </a:lnTo>
                  <a:lnTo>
                    <a:pt x="24831" y="197050"/>
                  </a:lnTo>
                  <a:lnTo>
                    <a:pt x="25150" y="197144"/>
                  </a:lnTo>
                  <a:lnTo>
                    <a:pt x="25469" y="197190"/>
                  </a:lnTo>
                  <a:lnTo>
                    <a:pt x="25469" y="196911"/>
                  </a:lnTo>
                  <a:lnTo>
                    <a:pt x="25377" y="196724"/>
                  </a:lnTo>
                  <a:lnTo>
                    <a:pt x="25150" y="196678"/>
                  </a:lnTo>
                  <a:lnTo>
                    <a:pt x="25150" y="196538"/>
                  </a:lnTo>
                  <a:lnTo>
                    <a:pt x="25150" y="196258"/>
                  </a:lnTo>
                  <a:lnTo>
                    <a:pt x="25195" y="195979"/>
                  </a:lnTo>
                  <a:lnTo>
                    <a:pt x="25377" y="195746"/>
                  </a:lnTo>
                  <a:lnTo>
                    <a:pt x="25377" y="195513"/>
                  </a:lnTo>
                  <a:lnTo>
                    <a:pt x="25241" y="195513"/>
                  </a:lnTo>
                  <a:lnTo>
                    <a:pt x="25286" y="195140"/>
                  </a:lnTo>
                  <a:lnTo>
                    <a:pt x="25332" y="194907"/>
                  </a:lnTo>
                  <a:lnTo>
                    <a:pt x="25423" y="194581"/>
                  </a:lnTo>
                  <a:lnTo>
                    <a:pt x="25560" y="194488"/>
                  </a:lnTo>
                  <a:lnTo>
                    <a:pt x="25833" y="194348"/>
                  </a:lnTo>
                  <a:lnTo>
                    <a:pt x="26152" y="194116"/>
                  </a:lnTo>
                  <a:lnTo>
                    <a:pt x="26380" y="194022"/>
                  </a:lnTo>
                  <a:lnTo>
                    <a:pt x="26562" y="194116"/>
                  </a:lnTo>
                  <a:lnTo>
                    <a:pt x="26744" y="194255"/>
                  </a:lnTo>
                  <a:lnTo>
                    <a:pt x="27337" y="194069"/>
                  </a:lnTo>
                  <a:lnTo>
                    <a:pt x="27610" y="194116"/>
                  </a:lnTo>
                  <a:lnTo>
                    <a:pt x="27655" y="194255"/>
                  </a:lnTo>
                  <a:lnTo>
                    <a:pt x="27883" y="194302"/>
                  </a:lnTo>
                  <a:lnTo>
                    <a:pt x="28066" y="194302"/>
                  </a:lnTo>
                  <a:lnTo>
                    <a:pt x="28202" y="194209"/>
                  </a:lnTo>
                  <a:lnTo>
                    <a:pt x="28384" y="194162"/>
                  </a:lnTo>
                  <a:lnTo>
                    <a:pt x="28567" y="194162"/>
                  </a:lnTo>
                  <a:lnTo>
                    <a:pt x="28840" y="194255"/>
                  </a:lnTo>
                  <a:lnTo>
                    <a:pt x="28977" y="194395"/>
                  </a:lnTo>
                  <a:lnTo>
                    <a:pt x="29250" y="194535"/>
                  </a:lnTo>
                  <a:lnTo>
                    <a:pt x="29387" y="194488"/>
                  </a:lnTo>
                  <a:lnTo>
                    <a:pt x="29569" y="194488"/>
                  </a:lnTo>
                  <a:lnTo>
                    <a:pt x="30025" y="194535"/>
                  </a:lnTo>
                  <a:lnTo>
                    <a:pt x="30207" y="194628"/>
                  </a:lnTo>
                  <a:lnTo>
                    <a:pt x="30298" y="194907"/>
                  </a:lnTo>
                  <a:lnTo>
                    <a:pt x="30480" y="195420"/>
                  </a:lnTo>
                  <a:lnTo>
                    <a:pt x="30708" y="195420"/>
                  </a:lnTo>
                  <a:lnTo>
                    <a:pt x="30936" y="195373"/>
                  </a:lnTo>
                  <a:lnTo>
                    <a:pt x="31164" y="195420"/>
                  </a:lnTo>
                  <a:lnTo>
                    <a:pt x="31574" y="195466"/>
                  </a:lnTo>
                  <a:lnTo>
                    <a:pt x="31802" y="195560"/>
                  </a:lnTo>
                  <a:lnTo>
                    <a:pt x="32121" y="195793"/>
                  </a:lnTo>
                  <a:lnTo>
                    <a:pt x="32257" y="196072"/>
                  </a:lnTo>
                  <a:lnTo>
                    <a:pt x="32257" y="196212"/>
                  </a:lnTo>
                  <a:lnTo>
                    <a:pt x="32439" y="196212"/>
                  </a:lnTo>
                  <a:lnTo>
                    <a:pt x="32667" y="196119"/>
                  </a:lnTo>
                  <a:lnTo>
                    <a:pt x="32941" y="196072"/>
                  </a:lnTo>
                  <a:lnTo>
                    <a:pt x="32941" y="196352"/>
                  </a:lnTo>
                  <a:lnTo>
                    <a:pt x="32622" y="196585"/>
                  </a:lnTo>
                  <a:lnTo>
                    <a:pt x="32713" y="196724"/>
                  </a:lnTo>
                  <a:lnTo>
                    <a:pt x="33260" y="196585"/>
                  </a:lnTo>
                  <a:lnTo>
                    <a:pt x="33396" y="196352"/>
                  </a:lnTo>
                  <a:lnTo>
                    <a:pt x="33305" y="195979"/>
                  </a:lnTo>
                  <a:lnTo>
                    <a:pt x="33260" y="195560"/>
                  </a:lnTo>
                  <a:lnTo>
                    <a:pt x="33351" y="195373"/>
                  </a:lnTo>
                  <a:lnTo>
                    <a:pt x="33305" y="195094"/>
                  </a:lnTo>
                  <a:lnTo>
                    <a:pt x="33123" y="194861"/>
                  </a:lnTo>
                  <a:lnTo>
                    <a:pt x="32850" y="194302"/>
                  </a:lnTo>
                  <a:lnTo>
                    <a:pt x="32850" y="194069"/>
                  </a:lnTo>
                  <a:lnTo>
                    <a:pt x="33305" y="194022"/>
                  </a:lnTo>
                  <a:lnTo>
                    <a:pt x="33852" y="193976"/>
                  </a:lnTo>
                  <a:lnTo>
                    <a:pt x="34125" y="193976"/>
                  </a:lnTo>
                  <a:lnTo>
                    <a:pt x="34535" y="193976"/>
                  </a:lnTo>
                  <a:lnTo>
                    <a:pt x="34945" y="194022"/>
                  </a:lnTo>
                  <a:lnTo>
                    <a:pt x="35264" y="194116"/>
                  </a:lnTo>
                  <a:lnTo>
                    <a:pt x="35538" y="194162"/>
                  </a:lnTo>
                  <a:lnTo>
                    <a:pt x="35857" y="194162"/>
                  </a:lnTo>
                  <a:lnTo>
                    <a:pt x="36403" y="194116"/>
                  </a:lnTo>
                  <a:lnTo>
                    <a:pt x="36905" y="194116"/>
                  </a:lnTo>
                  <a:lnTo>
                    <a:pt x="37770" y="194209"/>
                  </a:lnTo>
                  <a:lnTo>
                    <a:pt x="38363" y="194116"/>
                  </a:lnTo>
                  <a:lnTo>
                    <a:pt x="38818" y="193883"/>
                  </a:lnTo>
                  <a:lnTo>
                    <a:pt x="38773" y="192858"/>
                  </a:lnTo>
                  <a:lnTo>
                    <a:pt x="38773" y="192718"/>
                  </a:lnTo>
                  <a:lnTo>
                    <a:pt x="38590" y="192159"/>
                  </a:lnTo>
                  <a:lnTo>
                    <a:pt x="38408" y="191460"/>
                  </a:lnTo>
                  <a:lnTo>
                    <a:pt x="38135" y="191041"/>
                  </a:lnTo>
                  <a:lnTo>
                    <a:pt x="37861" y="190482"/>
                  </a:lnTo>
                  <a:lnTo>
                    <a:pt x="37542" y="190202"/>
                  </a:lnTo>
                  <a:lnTo>
                    <a:pt x="37451" y="189690"/>
                  </a:lnTo>
                  <a:lnTo>
                    <a:pt x="36813" y="189364"/>
                  </a:lnTo>
                  <a:lnTo>
                    <a:pt x="35720" y="189178"/>
                  </a:lnTo>
                  <a:lnTo>
                    <a:pt x="34945" y="188898"/>
                  </a:lnTo>
                  <a:lnTo>
                    <a:pt x="34581" y="188805"/>
                  </a:lnTo>
                  <a:lnTo>
                    <a:pt x="33624" y="188619"/>
                  </a:lnTo>
                  <a:lnTo>
                    <a:pt x="33214" y="188525"/>
                  </a:lnTo>
                  <a:lnTo>
                    <a:pt x="32758" y="188293"/>
                  </a:lnTo>
                  <a:lnTo>
                    <a:pt x="32257" y="187966"/>
                  </a:lnTo>
                  <a:lnTo>
                    <a:pt x="31802" y="187687"/>
                  </a:lnTo>
                  <a:lnTo>
                    <a:pt x="31437" y="187594"/>
                  </a:lnTo>
                  <a:lnTo>
                    <a:pt x="31209" y="187547"/>
                  </a:lnTo>
                  <a:lnTo>
                    <a:pt x="30845" y="187407"/>
                  </a:lnTo>
                  <a:lnTo>
                    <a:pt x="30845" y="187128"/>
                  </a:lnTo>
                  <a:lnTo>
                    <a:pt x="30845" y="186988"/>
                  </a:lnTo>
                  <a:lnTo>
                    <a:pt x="30799" y="186755"/>
                  </a:lnTo>
                  <a:lnTo>
                    <a:pt x="30480" y="186755"/>
                  </a:lnTo>
                  <a:lnTo>
                    <a:pt x="30298" y="186848"/>
                  </a:lnTo>
                  <a:lnTo>
                    <a:pt x="30298" y="186709"/>
                  </a:lnTo>
                  <a:lnTo>
                    <a:pt x="30161" y="186429"/>
                  </a:lnTo>
                  <a:lnTo>
                    <a:pt x="29934" y="186289"/>
                  </a:lnTo>
                  <a:lnTo>
                    <a:pt x="29706" y="186196"/>
                  </a:lnTo>
                  <a:lnTo>
                    <a:pt x="29524" y="186150"/>
                  </a:lnTo>
                  <a:lnTo>
                    <a:pt x="29022" y="186150"/>
                  </a:lnTo>
                  <a:lnTo>
                    <a:pt x="28430" y="186056"/>
                  </a:lnTo>
                  <a:lnTo>
                    <a:pt x="28202" y="185917"/>
                  </a:lnTo>
                  <a:lnTo>
                    <a:pt x="28157" y="185684"/>
                  </a:lnTo>
                  <a:lnTo>
                    <a:pt x="28476" y="185404"/>
                  </a:lnTo>
                  <a:lnTo>
                    <a:pt x="28567" y="185218"/>
                  </a:lnTo>
                  <a:lnTo>
                    <a:pt x="28567" y="184845"/>
                  </a:lnTo>
                  <a:lnTo>
                    <a:pt x="28430" y="184519"/>
                  </a:lnTo>
                  <a:lnTo>
                    <a:pt x="28202" y="184286"/>
                  </a:lnTo>
                  <a:lnTo>
                    <a:pt x="27747" y="184100"/>
                  </a:lnTo>
                  <a:lnTo>
                    <a:pt x="27564" y="184053"/>
                  </a:lnTo>
                  <a:lnTo>
                    <a:pt x="27337" y="184053"/>
                  </a:lnTo>
                  <a:lnTo>
                    <a:pt x="27154" y="184007"/>
                  </a:lnTo>
                  <a:lnTo>
                    <a:pt x="26744" y="183820"/>
                  </a:lnTo>
                  <a:lnTo>
                    <a:pt x="26380" y="183914"/>
                  </a:lnTo>
                  <a:lnTo>
                    <a:pt x="26106" y="183681"/>
                  </a:lnTo>
                  <a:lnTo>
                    <a:pt x="25970" y="183494"/>
                  </a:lnTo>
                  <a:lnTo>
                    <a:pt x="25879" y="183261"/>
                  </a:lnTo>
                  <a:lnTo>
                    <a:pt x="25696" y="183029"/>
                  </a:lnTo>
                  <a:lnTo>
                    <a:pt x="25377" y="182889"/>
                  </a:lnTo>
                  <a:lnTo>
                    <a:pt x="25195" y="182842"/>
                  </a:lnTo>
                  <a:lnTo>
                    <a:pt x="24876" y="182842"/>
                  </a:lnTo>
                  <a:lnTo>
                    <a:pt x="24694" y="182842"/>
                  </a:lnTo>
                  <a:lnTo>
                    <a:pt x="24512" y="182842"/>
                  </a:lnTo>
                  <a:lnTo>
                    <a:pt x="24329" y="182889"/>
                  </a:lnTo>
                  <a:lnTo>
                    <a:pt x="23919" y="182842"/>
                  </a:lnTo>
                  <a:lnTo>
                    <a:pt x="23828" y="182656"/>
                  </a:lnTo>
                  <a:lnTo>
                    <a:pt x="23646" y="182423"/>
                  </a:lnTo>
                  <a:lnTo>
                    <a:pt x="23464" y="182330"/>
                  </a:lnTo>
                  <a:lnTo>
                    <a:pt x="23145" y="182143"/>
                  </a:lnTo>
                  <a:lnTo>
                    <a:pt x="22780" y="181911"/>
                  </a:lnTo>
                  <a:lnTo>
                    <a:pt x="22598" y="181911"/>
                  </a:lnTo>
                  <a:lnTo>
                    <a:pt x="22507" y="181771"/>
                  </a:lnTo>
                  <a:lnTo>
                    <a:pt x="22325" y="181445"/>
                  </a:lnTo>
                  <a:lnTo>
                    <a:pt x="22507" y="181584"/>
                  </a:lnTo>
                  <a:lnTo>
                    <a:pt x="22689" y="181631"/>
                  </a:lnTo>
                  <a:lnTo>
                    <a:pt x="22689" y="181491"/>
                  </a:lnTo>
                  <a:lnTo>
                    <a:pt x="22735" y="181305"/>
                  </a:lnTo>
                  <a:lnTo>
                    <a:pt x="22917" y="181212"/>
                  </a:lnTo>
                  <a:lnTo>
                    <a:pt x="23099" y="181258"/>
                  </a:lnTo>
                  <a:lnTo>
                    <a:pt x="23236" y="181258"/>
                  </a:lnTo>
                  <a:lnTo>
                    <a:pt x="23418" y="181165"/>
                  </a:lnTo>
                  <a:lnTo>
                    <a:pt x="23418" y="181025"/>
                  </a:lnTo>
                  <a:lnTo>
                    <a:pt x="23418" y="180839"/>
                  </a:lnTo>
                  <a:lnTo>
                    <a:pt x="23555" y="180792"/>
                  </a:lnTo>
                  <a:lnTo>
                    <a:pt x="23737" y="180746"/>
                  </a:lnTo>
                  <a:lnTo>
                    <a:pt x="23737" y="180606"/>
                  </a:lnTo>
                  <a:lnTo>
                    <a:pt x="24102" y="180373"/>
                  </a:lnTo>
                  <a:lnTo>
                    <a:pt x="24238" y="180187"/>
                  </a:lnTo>
                  <a:lnTo>
                    <a:pt x="24329" y="179861"/>
                  </a:lnTo>
                  <a:lnTo>
                    <a:pt x="24831" y="179348"/>
                  </a:lnTo>
                  <a:lnTo>
                    <a:pt x="25013" y="179115"/>
                  </a:lnTo>
                  <a:lnTo>
                    <a:pt x="25150" y="178976"/>
                  </a:lnTo>
                  <a:lnTo>
                    <a:pt x="25377" y="179069"/>
                  </a:lnTo>
                  <a:lnTo>
                    <a:pt x="25560" y="179022"/>
                  </a:lnTo>
                  <a:lnTo>
                    <a:pt x="25742" y="178836"/>
                  </a:lnTo>
                  <a:lnTo>
                    <a:pt x="25833" y="178556"/>
                  </a:lnTo>
                  <a:lnTo>
                    <a:pt x="25833" y="178370"/>
                  </a:lnTo>
                  <a:lnTo>
                    <a:pt x="25560" y="178230"/>
                  </a:lnTo>
                  <a:lnTo>
                    <a:pt x="25150" y="177904"/>
                  </a:lnTo>
                  <a:lnTo>
                    <a:pt x="24922" y="177718"/>
                  </a:lnTo>
                  <a:lnTo>
                    <a:pt x="24694" y="177438"/>
                  </a:lnTo>
                  <a:lnTo>
                    <a:pt x="24785" y="177112"/>
                  </a:lnTo>
                  <a:lnTo>
                    <a:pt x="24876" y="176926"/>
                  </a:lnTo>
                  <a:lnTo>
                    <a:pt x="24785" y="176740"/>
                  </a:lnTo>
                  <a:lnTo>
                    <a:pt x="24785" y="176507"/>
                  </a:lnTo>
                  <a:lnTo>
                    <a:pt x="24785" y="176274"/>
                  </a:lnTo>
                  <a:lnTo>
                    <a:pt x="24922" y="176134"/>
                  </a:lnTo>
                  <a:lnTo>
                    <a:pt x="25013" y="175994"/>
                  </a:lnTo>
                  <a:lnTo>
                    <a:pt x="24967" y="175808"/>
                  </a:lnTo>
                  <a:lnTo>
                    <a:pt x="24740" y="175948"/>
                  </a:lnTo>
                  <a:lnTo>
                    <a:pt x="24466" y="176227"/>
                  </a:lnTo>
                  <a:lnTo>
                    <a:pt x="24238" y="176274"/>
                  </a:lnTo>
                  <a:lnTo>
                    <a:pt x="24102" y="176041"/>
                  </a:lnTo>
                  <a:lnTo>
                    <a:pt x="24147" y="175715"/>
                  </a:lnTo>
                  <a:lnTo>
                    <a:pt x="24284" y="175389"/>
                  </a:lnTo>
                  <a:lnTo>
                    <a:pt x="24557" y="175109"/>
                  </a:lnTo>
                  <a:lnTo>
                    <a:pt x="24740" y="174830"/>
                  </a:lnTo>
                  <a:lnTo>
                    <a:pt x="25013" y="174550"/>
                  </a:lnTo>
                  <a:lnTo>
                    <a:pt x="25150" y="174410"/>
                  </a:lnTo>
                  <a:lnTo>
                    <a:pt x="25924" y="173945"/>
                  </a:lnTo>
                  <a:lnTo>
                    <a:pt x="26562" y="173619"/>
                  </a:lnTo>
                  <a:lnTo>
                    <a:pt x="26927" y="173572"/>
                  </a:lnTo>
                  <a:lnTo>
                    <a:pt x="27109" y="173619"/>
                  </a:lnTo>
                  <a:lnTo>
                    <a:pt x="27291" y="173665"/>
                  </a:lnTo>
                  <a:lnTo>
                    <a:pt x="27519" y="173665"/>
                  </a:lnTo>
                  <a:lnTo>
                    <a:pt x="27883" y="173479"/>
                  </a:lnTo>
                  <a:lnTo>
                    <a:pt x="28293" y="173292"/>
                  </a:lnTo>
                  <a:lnTo>
                    <a:pt x="28658" y="173153"/>
                  </a:lnTo>
                  <a:lnTo>
                    <a:pt x="29068" y="173106"/>
                  </a:lnTo>
                  <a:lnTo>
                    <a:pt x="29432" y="173060"/>
                  </a:lnTo>
                  <a:lnTo>
                    <a:pt x="29934" y="172920"/>
                  </a:lnTo>
                  <a:lnTo>
                    <a:pt x="30344" y="172780"/>
                  </a:lnTo>
                  <a:lnTo>
                    <a:pt x="31118" y="172873"/>
                  </a:lnTo>
                  <a:lnTo>
                    <a:pt x="32257" y="172780"/>
                  </a:lnTo>
                  <a:lnTo>
                    <a:pt x="32257" y="172640"/>
                  </a:lnTo>
                  <a:lnTo>
                    <a:pt x="32212" y="172501"/>
                  </a:lnTo>
                  <a:lnTo>
                    <a:pt x="32121" y="172361"/>
                  </a:lnTo>
                  <a:lnTo>
                    <a:pt x="32029" y="172221"/>
                  </a:lnTo>
                  <a:lnTo>
                    <a:pt x="32121" y="171942"/>
                  </a:lnTo>
                  <a:lnTo>
                    <a:pt x="32439" y="171942"/>
                  </a:lnTo>
                  <a:lnTo>
                    <a:pt x="32804" y="171942"/>
                  </a:lnTo>
                  <a:lnTo>
                    <a:pt x="33168" y="171988"/>
                  </a:lnTo>
                  <a:lnTo>
                    <a:pt x="33442" y="172081"/>
                  </a:lnTo>
                  <a:lnTo>
                    <a:pt x="33761" y="172128"/>
                  </a:lnTo>
                  <a:lnTo>
                    <a:pt x="33989" y="172128"/>
                  </a:lnTo>
                  <a:lnTo>
                    <a:pt x="34216" y="172128"/>
                  </a:lnTo>
                  <a:lnTo>
                    <a:pt x="34490" y="172174"/>
                  </a:lnTo>
                  <a:lnTo>
                    <a:pt x="34718" y="172174"/>
                  </a:lnTo>
                  <a:lnTo>
                    <a:pt x="34945" y="172128"/>
                  </a:lnTo>
                  <a:lnTo>
                    <a:pt x="34854" y="171848"/>
                  </a:lnTo>
                  <a:lnTo>
                    <a:pt x="34399" y="171709"/>
                  </a:lnTo>
                  <a:lnTo>
                    <a:pt x="33943" y="171569"/>
                  </a:lnTo>
                  <a:lnTo>
                    <a:pt x="33579" y="171476"/>
                  </a:lnTo>
                  <a:lnTo>
                    <a:pt x="33442" y="171243"/>
                  </a:lnTo>
                  <a:lnTo>
                    <a:pt x="33214" y="170963"/>
                  </a:lnTo>
                  <a:lnTo>
                    <a:pt x="33077" y="170497"/>
                  </a:lnTo>
                  <a:lnTo>
                    <a:pt x="33260" y="170451"/>
                  </a:lnTo>
                  <a:lnTo>
                    <a:pt x="33533" y="170451"/>
                  </a:lnTo>
                  <a:lnTo>
                    <a:pt x="34854" y="170637"/>
                  </a:lnTo>
                  <a:lnTo>
                    <a:pt x="35082" y="170637"/>
                  </a:lnTo>
                  <a:lnTo>
                    <a:pt x="35401" y="170730"/>
                  </a:lnTo>
                  <a:lnTo>
                    <a:pt x="35538" y="170684"/>
                  </a:lnTo>
                  <a:lnTo>
                    <a:pt x="35538" y="170544"/>
                  </a:lnTo>
                  <a:lnTo>
                    <a:pt x="35264" y="170358"/>
                  </a:lnTo>
                  <a:lnTo>
                    <a:pt x="34945" y="170125"/>
                  </a:lnTo>
                  <a:lnTo>
                    <a:pt x="34535" y="170078"/>
                  </a:lnTo>
                  <a:lnTo>
                    <a:pt x="34080" y="169938"/>
                  </a:lnTo>
                  <a:lnTo>
                    <a:pt x="33852" y="169799"/>
                  </a:lnTo>
                  <a:lnTo>
                    <a:pt x="33761" y="169519"/>
                  </a:lnTo>
                  <a:lnTo>
                    <a:pt x="33806" y="169333"/>
                  </a:lnTo>
                  <a:lnTo>
                    <a:pt x="33989" y="169146"/>
                  </a:lnTo>
                  <a:lnTo>
                    <a:pt x="34353" y="169007"/>
                  </a:lnTo>
                  <a:lnTo>
                    <a:pt x="34626" y="168820"/>
                  </a:lnTo>
                  <a:lnTo>
                    <a:pt x="34991" y="168681"/>
                  </a:lnTo>
                  <a:lnTo>
                    <a:pt x="35264" y="168681"/>
                  </a:lnTo>
                  <a:lnTo>
                    <a:pt x="35492" y="168681"/>
                  </a:lnTo>
                  <a:lnTo>
                    <a:pt x="35765" y="168634"/>
                  </a:lnTo>
                  <a:lnTo>
                    <a:pt x="35993" y="168355"/>
                  </a:lnTo>
                  <a:lnTo>
                    <a:pt x="36039" y="168075"/>
                  </a:lnTo>
                  <a:lnTo>
                    <a:pt x="36084" y="167749"/>
                  </a:lnTo>
                  <a:lnTo>
                    <a:pt x="36130" y="167563"/>
                  </a:lnTo>
                  <a:lnTo>
                    <a:pt x="36176" y="167423"/>
                  </a:lnTo>
                  <a:lnTo>
                    <a:pt x="36358" y="167190"/>
                  </a:lnTo>
                  <a:lnTo>
                    <a:pt x="36586" y="167190"/>
                  </a:lnTo>
                  <a:lnTo>
                    <a:pt x="37223" y="167516"/>
                  </a:lnTo>
                  <a:lnTo>
                    <a:pt x="37315" y="167749"/>
                  </a:lnTo>
                  <a:lnTo>
                    <a:pt x="37634" y="167889"/>
                  </a:lnTo>
                  <a:lnTo>
                    <a:pt x="37952" y="167889"/>
                  </a:lnTo>
                  <a:lnTo>
                    <a:pt x="38180" y="167982"/>
                  </a:lnTo>
                  <a:lnTo>
                    <a:pt x="38408" y="168075"/>
                  </a:lnTo>
                  <a:lnTo>
                    <a:pt x="38773" y="168168"/>
                  </a:lnTo>
                  <a:lnTo>
                    <a:pt x="39319" y="168308"/>
                  </a:lnTo>
                  <a:lnTo>
                    <a:pt x="39593" y="168308"/>
                  </a:lnTo>
                  <a:lnTo>
                    <a:pt x="40139" y="168355"/>
                  </a:lnTo>
                  <a:lnTo>
                    <a:pt x="40413" y="168401"/>
                  </a:lnTo>
                  <a:lnTo>
                    <a:pt x="40686" y="168448"/>
                  </a:lnTo>
                  <a:lnTo>
                    <a:pt x="41142" y="168494"/>
                  </a:lnTo>
                  <a:lnTo>
                    <a:pt x="41415" y="168634"/>
                  </a:lnTo>
                  <a:lnTo>
                    <a:pt x="41506" y="168867"/>
                  </a:lnTo>
                  <a:lnTo>
                    <a:pt x="41643" y="169193"/>
                  </a:lnTo>
                  <a:lnTo>
                    <a:pt x="41916" y="169473"/>
                  </a:lnTo>
                  <a:lnTo>
                    <a:pt x="42099" y="169473"/>
                  </a:lnTo>
                  <a:lnTo>
                    <a:pt x="42281" y="169752"/>
                  </a:lnTo>
                  <a:lnTo>
                    <a:pt x="42418" y="170032"/>
                  </a:lnTo>
                  <a:lnTo>
                    <a:pt x="42828" y="170032"/>
                  </a:lnTo>
                  <a:lnTo>
                    <a:pt x="43101" y="169985"/>
                  </a:lnTo>
                  <a:lnTo>
                    <a:pt x="43283" y="169473"/>
                  </a:lnTo>
                  <a:lnTo>
                    <a:pt x="43420" y="169426"/>
                  </a:lnTo>
                  <a:lnTo>
                    <a:pt x="44012" y="169473"/>
                  </a:lnTo>
                  <a:lnTo>
                    <a:pt x="44331" y="169566"/>
                  </a:lnTo>
                  <a:lnTo>
                    <a:pt x="44787" y="169519"/>
                  </a:lnTo>
                  <a:lnTo>
                    <a:pt x="44969" y="169333"/>
                  </a:lnTo>
                  <a:lnTo>
                    <a:pt x="45242" y="169240"/>
                  </a:lnTo>
                  <a:lnTo>
                    <a:pt x="45652" y="169240"/>
                  </a:lnTo>
                  <a:lnTo>
                    <a:pt x="45880" y="169426"/>
                  </a:lnTo>
                  <a:lnTo>
                    <a:pt x="46108" y="169659"/>
                  </a:lnTo>
                  <a:lnTo>
                    <a:pt x="46427" y="169612"/>
                  </a:lnTo>
                  <a:lnTo>
                    <a:pt x="46791" y="169379"/>
                  </a:lnTo>
                  <a:lnTo>
                    <a:pt x="47065" y="169193"/>
                  </a:lnTo>
                  <a:lnTo>
                    <a:pt x="47384" y="168914"/>
                  </a:lnTo>
                  <a:lnTo>
                    <a:pt x="47566" y="168541"/>
                  </a:lnTo>
                  <a:lnTo>
                    <a:pt x="47566" y="168122"/>
                  </a:lnTo>
                  <a:lnTo>
                    <a:pt x="47566" y="167656"/>
                  </a:lnTo>
                  <a:lnTo>
                    <a:pt x="47885" y="167656"/>
                  </a:lnTo>
                  <a:lnTo>
                    <a:pt x="48113" y="167563"/>
                  </a:lnTo>
                  <a:lnTo>
                    <a:pt x="48158" y="167190"/>
                  </a:lnTo>
                  <a:lnTo>
                    <a:pt x="48523" y="167004"/>
                  </a:lnTo>
                  <a:lnTo>
                    <a:pt x="48842" y="167004"/>
                  </a:lnTo>
                  <a:lnTo>
                    <a:pt x="49070" y="166817"/>
                  </a:lnTo>
                  <a:lnTo>
                    <a:pt x="49161" y="166118"/>
                  </a:lnTo>
                  <a:lnTo>
                    <a:pt x="48887" y="166072"/>
                  </a:lnTo>
                  <a:lnTo>
                    <a:pt x="48432" y="166025"/>
                  </a:lnTo>
                  <a:lnTo>
                    <a:pt x="47839" y="165653"/>
                  </a:lnTo>
                  <a:lnTo>
                    <a:pt x="47384" y="165327"/>
                  </a:lnTo>
                  <a:lnTo>
                    <a:pt x="47247" y="165094"/>
                  </a:lnTo>
                  <a:lnTo>
                    <a:pt x="47657" y="164814"/>
                  </a:lnTo>
                  <a:lnTo>
                    <a:pt x="48477" y="164814"/>
                  </a:lnTo>
                  <a:lnTo>
                    <a:pt x="48614" y="164768"/>
                  </a:lnTo>
                  <a:lnTo>
                    <a:pt x="48341" y="164488"/>
                  </a:lnTo>
                  <a:lnTo>
                    <a:pt x="47885" y="164395"/>
                  </a:lnTo>
                  <a:lnTo>
                    <a:pt x="47429" y="164348"/>
                  </a:lnTo>
                  <a:lnTo>
                    <a:pt x="46837" y="164395"/>
                  </a:lnTo>
                  <a:lnTo>
                    <a:pt x="46518" y="164115"/>
                  </a:lnTo>
                  <a:lnTo>
                    <a:pt x="46381" y="163556"/>
                  </a:lnTo>
                  <a:lnTo>
                    <a:pt x="46609" y="163370"/>
                  </a:lnTo>
                  <a:lnTo>
                    <a:pt x="46883" y="163277"/>
                  </a:lnTo>
                  <a:lnTo>
                    <a:pt x="47384" y="163323"/>
                  </a:lnTo>
                  <a:lnTo>
                    <a:pt x="47657" y="163230"/>
                  </a:lnTo>
                  <a:lnTo>
                    <a:pt x="48614" y="163091"/>
                  </a:lnTo>
                  <a:lnTo>
                    <a:pt x="49115" y="163091"/>
                  </a:lnTo>
                  <a:lnTo>
                    <a:pt x="49662" y="162951"/>
                  </a:lnTo>
                  <a:lnTo>
                    <a:pt x="50163" y="162532"/>
                  </a:lnTo>
                  <a:lnTo>
                    <a:pt x="50391" y="162299"/>
                  </a:lnTo>
                  <a:lnTo>
                    <a:pt x="50892" y="162205"/>
                  </a:lnTo>
                  <a:lnTo>
                    <a:pt x="51211" y="162205"/>
                  </a:lnTo>
                  <a:lnTo>
                    <a:pt x="51758" y="162066"/>
                  </a:lnTo>
                  <a:lnTo>
                    <a:pt x="52077" y="161926"/>
                  </a:lnTo>
                  <a:lnTo>
                    <a:pt x="52213" y="161740"/>
                  </a:lnTo>
                  <a:lnTo>
                    <a:pt x="53489" y="161460"/>
                  </a:lnTo>
                  <a:lnTo>
                    <a:pt x="53899" y="160482"/>
                  </a:lnTo>
                  <a:lnTo>
                    <a:pt x="54172" y="158991"/>
                  </a:lnTo>
                  <a:lnTo>
                    <a:pt x="53854" y="157827"/>
                  </a:lnTo>
                  <a:lnTo>
                    <a:pt x="53307" y="156382"/>
                  </a:lnTo>
                  <a:lnTo>
                    <a:pt x="53261" y="155870"/>
                  </a:lnTo>
                  <a:lnTo>
                    <a:pt x="52942" y="155031"/>
                  </a:lnTo>
                  <a:lnTo>
                    <a:pt x="53033" y="154333"/>
                  </a:lnTo>
                  <a:lnTo>
                    <a:pt x="53125" y="153448"/>
                  </a:lnTo>
                  <a:lnTo>
                    <a:pt x="53033" y="152889"/>
                  </a:lnTo>
                  <a:lnTo>
                    <a:pt x="52578" y="152190"/>
                  </a:lnTo>
                  <a:lnTo>
                    <a:pt x="52532" y="151351"/>
                  </a:lnTo>
                  <a:lnTo>
                    <a:pt x="52396" y="151072"/>
                  </a:lnTo>
                  <a:lnTo>
                    <a:pt x="52077" y="150792"/>
                  </a:lnTo>
                  <a:lnTo>
                    <a:pt x="52304" y="150094"/>
                  </a:lnTo>
                  <a:lnTo>
                    <a:pt x="52304" y="149767"/>
                  </a:lnTo>
                  <a:lnTo>
                    <a:pt x="51530" y="148882"/>
                  </a:lnTo>
                  <a:lnTo>
                    <a:pt x="51074" y="148463"/>
                  </a:lnTo>
                  <a:lnTo>
                    <a:pt x="50710" y="147671"/>
                  </a:lnTo>
                  <a:lnTo>
                    <a:pt x="50619" y="147345"/>
                  </a:lnTo>
                  <a:lnTo>
                    <a:pt x="50528" y="146972"/>
                  </a:lnTo>
                  <a:lnTo>
                    <a:pt x="50209" y="145016"/>
                  </a:lnTo>
                  <a:lnTo>
                    <a:pt x="49616" y="142873"/>
                  </a:lnTo>
                  <a:lnTo>
                    <a:pt x="49434" y="142128"/>
                  </a:lnTo>
                  <a:lnTo>
                    <a:pt x="48659" y="140311"/>
                  </a:lnTo>
                  <a:lnTo>
                    <a:pt x="48295" y="138354"/>
                  </a:lnTo>
                  <a:lnTo>
                    <a:pt x="48067" y="137097"/>
                  </a:lnTo>
                  <a:lnTo>
                    <a:pt x="47930" y="135792"/>
                  </a:lnTo>
                  <a:lnTo>
                    <a:pt x="47930" y="134907"/>
                  </a:lnTo>
                  <a:lnTo>
                    <a:pt x="47885" y="134115"/>
                  </a:lnTo>
                  <a:lnTo>
                    <a:pt x="47703" y="133743"/>
                  </a:lnTo>
                  <a:lnTo>
                    <a:pt x="47475" y="133230"/>
                  </a:lnTo>
                  <a:lnTo>
                    <a:pt x="47338" y="132811"/>
                  </a:lnTo>
                  <a:lnTo>
                    <a:pt x="47156" y="132438"/>
                  </a:lnTo>
                  <a:lnTo>
                    <a:pt x="46928" y="132252"/>
                  </a:lnTo>
                  <a:lnTo>
                    <a:pt x="46564" y="132298"/>
                  </a:lnTo>
                  <a:lnTo>
                    <a:pt x="46381" y="132485"/>
                  </a:lnTo>
                  <a:lnTo>
                    <a:pt x="46108" y="132625"/>
                  </a:lnTo>
                  <a:lnTo>
                    <a:pt x="45880" y="132625"/>
                  </a:lnTo>
                  <a:lnTo>
                    <a:pt x="45744" y="132065"/>
                  </a:lnTo>
                  <a:lnTo>
                    <a:pt x="45561" y="132019"/>
                  </a:lnTo>
                  <a:lnTo>
                    <a:pt x="45333" y="132065"/>
                  </a:lnTo>
                  <a:lnTo>
                    <a:pt x="45151" y="132112"/>
                  </a:lnTo>
                  <a:lnTo>
                    <a:pt x="44923" y="132159"/>
                  </a:lnTo>
                  <a:lnTo>
                    <a:pt x="44513" y="132205"/>
                  </a:lnTo>
                  <a:lnTo>
                    <a:pt x="44058" y="132252"/>
                  </a:lnTo>
                  <a:lnTo>
                    <a:pt x="43784" y="132298"/>
                  </a:lnTo>
                  <a:lnTo>
                    <a:pt x="43511" y="132345"/>
                  </a:lnTo>
                  <a:lnTo>
                    <a:pt x="42919" y="132205"/>
                  </a:lnTo>
                  <a:lnTo>
                    <a:pt x="42828" y="131693"/>
                  </a:lnTo>
                  <a:lnTo>
                    <a:pt x="42600" y="131506"/>
                  </a:lnTo>
                  <a:lnTo>
                    <a:pt x="42099" y="131600"/>
                  </a:lnTo>
                  <a:lnTo>
                    <a:pt x="41962" y="131134"/>
                  </a:lnTo>
                  <a:lnTo>
                    <a:pt x="41916" y="130947"/>
                  </a:lnTo>
                  <a:lnTo>
                    <a:pt x="41962" y="130715"/>
                  </a:lnTo>
                  <a:lnTo>
                    <a:pt x="42144" y="130575"/>
                  </a:lnTo>
                  <a:lnTo>
                    <a:pt x="42509" y="130528"/>
                  </a:lnTo>
                  <a:lnTo>
                    <a:pt x="42645" y="130528"/>
                  </a:lnTo>
                  <a:lnTo>
                    <a:pt x="42554" y="130295"/>
                  </a:lnTo>
                  <a:lnTo>
                    <a:pt x="42463" y="130109"/>
                  </a:lnTo>
                  <a:lnTo>
                    <a:pt x="42463" y="129876"/>
                  </a:lnTo>
                  <a:lnTo>
                    <a:pt x="42600" y="129690"/>
                  </a:lnTo>
                  <a:lnTo>
                    <a:pt x="42828" y="129783"/>
                  </a:lnTo>
                  <a:lnTo>
                    <a:pt x="43010" y="129876"/>
                  </a:lnTo>
                  <a:lnTo>
                    <a:pt x="43192" y="129783"/>
                  </a:lnTo>
                  <a:lnTo>
                    <a:pt x="43511" y="129643"/>
                  </a:lnTo>
                  <a:lnTo>
                    <a:pt x="43648" y="129643"/>
                  </a:lnTo>
                  <a:lnTo>
                    <a:pt x="43921" y="129550"/>
                  </a:lnTo>
                  <a:lnTo>
                    <a:pt x="44058" y="129457"/>
                  </a:lnTo>
                  <a:lnTo>
                    <a:pt x="44103" y="129317"/>
                  </a:lnTo>
                  <a:lnTo>
                    <a:pt x="44103" y="129177"/>
                  </a:lnTo>
                  <a:lnTo>
                    <a:pt x="44194" y="129038"/>
                  </a:lnTo>
                  <a:lnTo>
                    <a:pt x="44377" y="129038"/>
                  </a:lnTo>
                  <a:lnTo>
                    <a:pt x="44559" y="128991"/>
                  </a:lnTo>
                  <a:lnTo>
                    <a:pt x="44969" y="128851"/>
                  </a:lnTo>
                  <a:lnTo>
                    <a:pt x="45288" y="128525"/>
                  </a:lnTo>
                  <a:lnTo>
                    <a:pt x="45425" y="128246"/>
                  </a:lnTo>
                  <a:lnTo>
                    <a:pt x="45516" y="128013"/>
                  </a:lnTo>
                  <a:lnTo>
                    <a:pt x="45789" y="127826"/>
                  </a:lnTo>
                  <a:lnTo>
                    <a:pt x="46154" y="127593"/>
                  </a:lnTo>
                  <a:lnTo>
                    <a:pt x="46245" y="127314"/>
                  </a:lnTo>
                  <a:lnTo>
                    <a:pt x="46381" y="126988"/>
                  </a:lnTo>
                  <a:lnTo>
                    <a:pt x="46655" y="126755"/>
                  </a:lnTo>
                  <a:lnTo>
                    <a:pt x="46883" y="126755"/>
                  </a:lnTo>
                  <a:lnTo>
                    <a:pt x="47110" y="126755"/>
                  </a:lnTo>
                  <a:lnTo>
                    <a:pt x="47338" y="126662"/>
                  </a:lnTo>
                  <a:lnTo>
                    <a:pt x="47384" y="126429"/>
                  </a:lnTo>
                  <a:lnTo>
                    <a:pt x="47657" y="126242"/>
                  </a:lnTo>
                  <a:lnTo>
                    <a:pt x="47885" y="126289"/>
                  </a:lnTo>
                  <a:lnTo>
                    <a:pt x="48158" y="126196"/>
                  </a:lnTo>
                  <a:lnTo>
                    <a:pt x="48295" y="125916"/>
                  </a:lnTo>
                  <a:lnTo>
                    <a:pt x="48022" y="124845"/>
                  </a:lnTo>
                  <a:lnTo>
                    <a:pt x="47976" y="124519"/>
                  </a:lnTo>
                  <a:lnTo>
                    <a:pt x="47976" y="124333"/>
                  </a:lnTo>
                  <a:lnTo>
                    <a:pt x="47930" y="124100"/>
                  </a:lnTo>
                  <a:lnTo>
                    <a:pt x="47703" y="123960"/>
                  </a:lnTo>
                  <a:lnTo>
                    <a:pt x="47384" y="123820"/>
                  </a:lnTo>
                  <a:lnTo>
                    <a:pt x="46837" y="123913"/>
                  </a:lnTo>
                  <a:lnTo>
                    <a:pt x="46062" y="123960"/>
                  </a:lnTo>
                  <a:lnTo>
                    <a:pt x="45789" y="123774"/>
                  </a:lnTo>
                  <a:lnTo>
                    <a:pt x="45652" y="123494"/>
                  </a:lnTo>
                  <a:lnTo>
                    <a:pt x="45652" y="123308"/>
                  </a:lnTo>
                  <a:lnTo>
                    <a:pt x="45470" y="123308"/>
                  </a:lnTo>
                  <a:lnTo>
                    <a:pt x="45288" y="123494"/>
                  </a:lnTo>
                  <a:lnTo>
                    <a:pt x="44832" y="123727"/>
                  </a:lnTo>
                  <a:lnTo>
                    <a:pt x="44696" y="123960"/>
                  </a:lnTo>
                  <a:lnTo>
                    <a:pt x="44468" y="124100"/>
                  </a:lnTo>
                  <a:lnTo>
                    <a:pt x="44058" y="124006"/>
                  </a:lnTo>
                  <a:lnTo>
                    <a:pt x="43921" y="123820"/>
                  </a:lnTo>
                  <a:lnTo>
                    <a:pt x="43921" y="123680"/>
                  </a:lnTo>
                  <a:lnTo>
                    <a:pt x="43921" y="123541"/>
                  </a:lnTo>
                  <a:lnTo>
                    <a:pt x="43693" y="123494"/>
                  </a:lnTo>
                  <a:lnTo>
                    <a:pt x="43511" y="123494"/>
                  </a:lnTo>
                  <a:lnTo>
                    <a:pt x="43329" y="123494"/>
                  </a:lnTo>
                  <a:lnTo>
                    <a:pt x="43147" y="123401"/>
                  </a:lnTo>
                  <a:lnTo>
                    <a:pt x="43192" y="123168"/>
                  </a:lnTo>
                  <a:lnTo>
                    <a:pt x="43420" y="123028"/>
                  </a:lnTo>
                  <a:lnTo>
                    <a:pt x="43648" y="122842"/>
                  </a:lnTo>
                  <a:lnTo>
                    <a:pt x="43465" y="122656"/>
                  </a:lnTo>
                  <a:lnTo>
                    <a:pt x="42873" y="122609"/>
                  </a:lnTo>
                  <a:lnTo>
                    <a:pt x="42509" y="122656"/>
                  </a:lnTo>
                  <a:lnTo>
                    <a:pt x="42007" y="122749"/>
                  </a:lnTo>
                  <a:lnTo>
                    <a:pt x="41734" y="123028"/>
                  </a:lnTo>
                  <a:lnTo>
                    <a:pt x="41643" y="123215"/>
                  </a:lnTo>
                  <a:lnTo>
                    <a:pt x="41187" y="123261"/>
                  </a:lnTo>
                  <a:lnTo>
                    <a:pt x="40914" y="123168"/>
                  </a:lnTo>
                  <a:lnTo>
                    <a:pt x="40641" y="122982"/>
                  </a:lnTo>
                  <a:lnTo>
                    <a:pt x="40413" y="122656"/>
                  </a:lnTo>
                  <a:lnTo>
                    <a:pt x="40094" y="122423"/>
                  </a:lnTo>
                  <a:lnTo>
                    <a:pt x="39638" y="122423"/>
                  </a:lnTo>
                  <a:lnTo>
                    <a:pt x="39137" y="122562"/>
                  </a:lnTo>
                  <a:lnTo>
                    <a:pt x="38681" y="122702"/>
                  </a:lnTo>
                  <a:lnTo>
                    <a:pt x="38089" y="122702"/>
                  </a:lnTo>
                  <a:lnTo>
                    <a:pt x="37269" y="122469"/>
                  </a:lnTo>
                  <a:lnTo>
                    <a:pt x="36768" y="122050"/>
                  </a:lnTo>
                  <a:lnTo>
                    <a:pt x="36586" y="121817"/>
                  </a:lnTo>
                  <a:lnTo>
                    <a:pt x="36267" y="121491"/>
                  </a:lnTo>
                  <a:lnTo>
                    <a:pt x="36130" y="121351"/>
                  </a:lnTo>
                  <a:lnTo>
                    <a:pt x="36176" y="121072"/>
                  </a:lnTo>
                  <a:lnTo>
                    <a:pt x="36449" y="120652"/>
                  </a:lnTo>
                  <a:lnTo>
                    <a:pt x="36905" y="120419"/>
                  </a:lnTo>
                  <a:lnTo>
                    <a:pt x="37132" y="120233"/>
                  </a:lnTo>
                  <a:lnTo>
                    <a:pt x="37178" y="119395"/>
                  </a:lnTo>
                  <a:lnTo>
                    <a:pt x="37360" y="119162"/>
                  </a:lnTo>
                  <a:lnTo>
                    <a:pt x="38226" y="118742"/>
                  </a:lnTo>
                  <a:lnTo>
                    <a:pt x="38636" y="118463"/>
                  </a:lnTo>
                  <a:lnTo>
                    <a:pt x="38955" y="118277"/>
                  </a:lnTo>
                  <a:lnTo>
                    <a:pt x="39365" y="117811"/>
                  </a:lnTo>
                  <a:lnTo>
                    <a:pt x="39820" y="117485"/>
                  </a:lnTo>
                  <a:lnTo>
                    <a:pt x="40231" y="117205"/>
                  </a:lnTo>
                  <a:lnTo>
                    <a:pt x="40504" y="116972"/>
                  </a:lnTo>
                  <a:lnTo>
                    <a:pt x="40686" y="116739"/>
                  </a:lnTo>
                  <a:lnTo>
                    <a:pt x="41005" y="116460"/>
                  </a:lnTo>
                  <a:lnTo>
                    <a:pt x="41233" y="116227"/>
                  </a:lnTo>
                  <a:lnTo>
                    <a:pt x="41233" y="115249"/>
                  </a:lnTo>
                  <a:lnTo>
                    <a:pt x="41142" y="114783"/>
                  </a:lnTo>
                  <a:lnTo>
                    <a:pt x="40641" y="114503"/>
                  </a:lnTo>
                  <a:lnTo>
                    <a:pt x="40139" y="114364"/>
                  </a:lnTo>
                  <a:lnTo>
                    <a:pt x="39820" y="114224"/>
                  </a:lnTo>
                  <a:lnTo>
                    <a:pt x="39684" y="113944"/>
                  </a:lnTo>
                  <a:lnTo>
                    <a:pt x="39775" y="113758"/>
                  </a:lnTo>
                  <a:lnTo>
                    <a:pt x="40094" y="113758"/>
                  </a:lnTo>
                  <a:lnTo>
                    <a:pt x="40549" y="113851"/>
                  </a:lnTo>
                  <a:lnTo>
                    <a:pt x="41643" y="114177"/>
                  </a:lnTo>
                  <a:lnTo>
                    <a:pt x="41962" y="114224"/>
                  </a:lnTo>
                  <a:lnTo>
                    <a:pt x="42144" y="114224"/>
                  </a:lnTo>
                  <a:lnTo>
                    <a:pt x="42326" y="114224"/>
                  </a:lnTo>
                  <a:lnTo>
                    <a:pt x="42463" y="113991"/>
                  </a:lnTo>
                  <a:lnTo>
                    <a:pt x="42509" y="113851"/>
                  </a:lnTo>
                  <a:lnTo>
                    <a:pt x="42509" y="113711"/>
                  </a:lnTo>
                  <a:lnTo>
                    <a:pt x="42509" y="113432"/>
                  </a:lnTo>
                  <a:lnTo>
                    <a:pt x="42418" y="112966"/>
                  </a:lnTo>
                  <a:lnTo>
                    <a:pt x="42509" y="112733"/>
                  </a:lnTo>
                  <a:lnTo>
                    <a:pt x="42645" y="112593"/>
                  </a:lnTo>
                  <a:lnTo>
                    <a:pt x="42873" y="112454"/>
                  </a:lnTo>
                  <a:lnTo>
                    <a:pt x="42919" y="112221"/>
                  </a:lnTo>
                  <a:lnTo>
                    <a:pt x="43010" y="111801"/>
                  </a:lnTo>
                  <a:lnTo>
                    <a:pt x="43010" y="111382"/>
                  </a:lnTo>
                  <a:lnTo>
                    <a:pt x="42964" y="110870"/>
                  </a:lnTo>
                  <a:lnTo>
                    <a:pt x="42919" y="110730"/>
                  </a:lnTo>
                  <a:lnTo>
                    <a:pt x="42828" y="110031"/>
                  </a:lnTo>
                  <a:lnTo>
                    <a:pt x="42736" y="109752"/>
                  </a:lnTo>
                  <a:lnTo>
                    <a:pt x="42600" y="109472"/>
                  </a:lnTo>
                  <a:lnTo>
                    <a:pt x="42418" y="109239"/>
                  </a:lnTo>
                  <a:lnTo>
                    <a:pt x="41780" y="108447"/>
                  </a:lnTo>
                  <a:lnTo>
                    <a:pt x="41461" y="108261"/>
                  </a:lnTo>
                  <a:lnTo>
                    <a:pt x="41005" y="107842"/>
                  </a:lnTo>
                  <a:lnTo>
                    <a:pt x="40868" y="107236"/>
                  </a:lnTo>
                  <a:lnTo>
                    <a:pt x="40914" y="106817"/>
                  </a:lnTo>
                  <a:lnTo>
                    <a:pt x="40960" y="106491"/>
                  </a:lnTo>
                  <a:lnTo>
                    <a:pt x="41370" y="105745"/>
                  </a:lnTo>
                  <a:lnTo>
                    <a:pt x="41689" y="104954"/>
                  </a:lnTo>
                  <a:lnTo>
                    <a:pt x="42645" y="104162"/>
                  </a:lnTo>
                  <a:lnTo>
                    <a:pt x="42964" y="103696"/>
                  </a:lnTo>
                  <a:lnTo>
                    <a:pt x="43055" y="103370"/>
                  </a:lnTo>
                  <a:lnTo>
                    <a:pt x="43283" y="102624"/>
                  </a:lnTo>
                  <a:lnTo>
                    <a:pt x="43420" y="102252"/>
                  </a:lnTo>
                  <a:lnTo>
                    <a:pt x="43648" y="101926"/>
                  </a:lnTo>
                  <a:lnTo>
                    <a:pt x="44058" y="101506"/>
                  </a:lnTo>
                  <a:lnTo>
                    <a:pt x="44513" y="101040"/>
                  </a:lnTo>
                  <a:lnTo>
                    <a:pt x="44969" y="100761"/>
                  </a:lnTo>
                  <a:lnTo>
                    <a:pt x="45744" y="100481"/>
                  </a:lnTo>
                  <a:lnTo>
                    <a:pt x="46336" y="100016"/>
                  </a:lnTo>
                  <a:lnTo>
                    <a:pt x="46609" y="99410"/>
                  </a:lnTo>
                  <a:lnTo>
                    <a:pt x="46700" y="98432"/>
                  </a:lnTo>
                  <a:lnTo>
                    <a:pt x="46609" y="97919"/>
                  </a:lnTo>
                  <a:lnTo>
                    <a:pt x="46427" y="97081"/>
                  </a:lnTo>
                  <a:lnTo>
                    <a:pt x="46062" y="96615"/>
                  </a:lnTo>
                  <a:lnTo>
                    <a:pt x="44832" y="95357"/>
                  </a:lnTo>
                  <a:lnTo>
                    <a:pt x="44012" y="94146"/>
                  </a:lnTo>
                  <a:lnTo>
                    <a:pt x="43511" y="93634"/>
                  </a:lnTo>
                  <a:lnTo>
                    <a:pt x="42964" y="92842"/>
                  </a:lnTo>
                  <a:lnTo>
                    <a:pt x="42736" y="92516"/>
                  </a:lnTo>
                  <a:lnTo>
                    <a:pt x="40777" y="90326"/>
                  </a:lnTo>
                  <a:lnTo>
                    <a:pt x="38864" y="88370"/>
                  </a:lnTo>
                  <a:lnTo>
                    <a:pt x="38408" y="88043"/>
                  </a:lnTo>
                  <a:lnTo>
                    <a:pt x="37087" y="88090"/>
                  </a:lnTo>
                  <a:lnTo>
                    <a:pt x="36768" y="88230"/>
                  </a:lnTo>
                  <a:lnTo>
                    <a:pt x="36084" y="88183"/>
                  </a:lnTo>
                  <a:lnTo>
                    <a:pt x="35720" y="87904"/>
                  </a:lnTo>
                  <a:lnTo>
                    <a:pt x="35629" y="87578"/>
                  </a:lnTo>
                  <a:lnTo>
                    <a:pt x="35629" y="87391"/>
                  </a:lnTo>
                  <a:lnTo>
                    <a:pt x="35674" y="87065"/>
                  </a:lnTo>
                  <a:lnTo>
                    <a:pt x="35583" y="86925"/>
                  </a:lnTo>
                  <a:lnTo>
                    <a:pt x="35310" y="86786"/>
                  </a:lnTo>
                  <a:lnTo>
                    <a:pt x="35082" y="86739"/>
                  </a:lnTo>
                  <a:lnTo>
                    <a:pt x="34490" y="86460"/>
                  </a:lnTo>
                  <a:lnTo>
                    <a:pt x="34353" y="86366"/>
                  </a:lnTo>
                  <a:lnTo>
                    <a:pt x="34125" y="86320"/>
                  </a:lnTo>
                  <a:lnTo>
                    <a:pt x="33533" y="86273"/>
                  </a:lnTo>
                  <a:lnTo>
                    <a:pt x="32941" y="86553"/>
                  </a:lnTo>
                  <a:lnTo>
                    <a:pt x="32029" y="86693"/>
                  </a:lnTo>
                  <a:lnTo>
                    <a:pt x="31619" y="86832"/>
                  </a:lnTo>
                  <a:lnTo>
                    <a:pt x="31255" y="86879"/>
                  </a:lnTo>
                  <a:lnTo>
                    <a:pt x="30890" y="86972"/>
                  </a:lnTo>
                  <a:lnTo>
                    <a:pt x="30298" y="87345"/>
                  </a:lnTo>
                  <a:lnTo>
                    <a:pt x="29660" y="87811"/>
                  </a:lnTo>
                  <a:lnTo>
                    <a:pt x="29205" y="87578"/>
                  </a:lnTo>
                  <a:lnTo>
                    <a:pt x="28886" y="87484"/>
                  </a:lnTo>
                  <a:lnTo>
                    <a:pt x="28658" y="87391"/>
                  </a:lnTo>
                  <a:lnTo>
                    <a:pt x="28612" y="87252"/>
                  </a:lnTo>
                  <a:lnTo>
                    <a:pt x="28567" y="86879"/>
                  </a:lnTo>
                  <a:lnTo>
                    <a:pt x="28658" y="86646"/>
                  </a:lnTo>
                  <a:lnTo>
                    <a:pt x="28749" y="86366"/>
                  </a:lnTo>
                  <a:lnTo>
                    <a:pt x="28384" y="86087"/>
                  </a:lnTo>
                  <a:lnTo>
                    <a:pt x="27929" y="86134"/>
                  </a:lnTo>
                  <a:lnTo>
                    <a:pt x="27245" y="86134"/>
                  </a:lnTo>
                  <a:lnTo>
                    <a:pt x="26972" y="85575"/>
                  </a:lnTo>
                  <a:lnTo>
                    <a:pt x="26608" y="83991"/>
                  </a:lnTo>
                  <a:lnTo>
                    <a:pt x="26653" y="83665"/>
                  </a:lnTo>
                  <a:lnTo>
                    <a:pt x="26653" y="83152"/>
                  </a:lnTo>
                  <a:lnTo>
                    <a:pt x="26653" y="82733"/>
                  </a:lnTo>
                  <a:lnTo>
                    <a:pt x="26790" y="82407"/>
                  </a:lnTo>
                  <a:lnTo>
                    <a:pt x="26881" y="82081"/>
                  </a:lnTo>
                  <a:lnTo>
                    <a:pt x="27109" y="81661"/>
                  </a:lnTo>
                  <a:lnTo>
                    <a:pt x="27564" y="81475"/>
                  </a:lnTo>
                  <a:lnTo>
                    <a:pt x="28020" y="81289"/>
                  </a:lnTo>
                  <a:lnTo>
                    <a:pt x="28248" y="80963"/>
                  </a:lnTo>
                  <a:lnTo>
                    <a:pt x="28157" y="80450"/>
                  </a:lnTo>
                  <a:lnTo>
                    <a:pt x="27883" y="80264"/>
                  </a:lnTo>
                  <a:lnTo>
                    <a:pt x="27428" y="79891"/>
                  </a:lnTo>
                  <a:lnTo>
                    <a:pt x="27382" y="79472"/>
                  </a:lnTo>
                  <a:lnTo>
                    <a:pt x="27610" y="79332"/>
                  </a:lnTo>
                  <a:lnTo>
                    <a:pt x="27792" y="79193"/>
                  </a:lnTo>
                  <a:lnTo>
                    <a:pt x="28020" y="79193"/>
                  </a:lnTo>
                  <a:lnTo>
                    <a:pt x="28384" y="79006"/>
                  </a:lnTo>
                  <a:lnTo>
                    <a:pt x="28339" y="78540"/>
                  </a:lnTo>
                  <a:lnTo>
                    <a:pt x="28111" y="78074"/>
                  </a:lnTo>
                  <a:lnTo>
                    <a:pt x="27610" y="77748"/>
                  </a:lnTo>
                  <a:lnTo>
                    <a:pt x="27337" y="77050"/>
                  </a:lnTo>
                  <a:lnTo>
                    <a:pt x="27792" y="76770"/>
                  </a:lnTo>
                  <a:lnTo>
                    <a:pt x="28521" y="76304"/>
                  </a:lnTo>
                  <a:lnTo>
                    <a:pt x="30298" y="75419"/>
                  </a:lnTo>
                  <a:lnTo>
                    <a:pt x="30754" y="75606"/>
                  </a:lnTo>
                  <a:lnTo>
                    <a:pt x="31255" y="75699"/>
                  </a:lnTo>
                  <a:lnTo>
                    <a:pt x="31665" y="75652"/>
                  </a:lnTo>
                  <a:lnTo>
                    <a:pt x="31574" y="74255"/>
                  </a:lnTo>
                  <a:lnTo>
                    <a:pt x="31164" y="72671"/>
                  </a:lnTo>
                  <a:lnTo>
                    <a:pt x="30389" y="70854"/>
                  </a:lnTo>
                  <a:lnTo>
                    <a:pt x="29524" y="68385"/>
                  </a:lnTo>
                  <a:lnTo>
                    <a:pt x="29022" y="66056"/>
                  </a:lnTo>
                  <a:lnTo>
                    <a:pt x="28066" y="63680"/>
                  </a:lnTo>
                  <a:lnTo>
                    <a:pt x="26380" y="61071"/>
                  </a:lnTo>
                  <a:lnTo>
                    <a:pt x="25332" y="59068"/>
                  </a:lnTo>
                  <a:lnTo>
                    <a:pt x="24694" y="56786"/>
                  </a:lnTo>
                  <a:lnTo>
                    <a:pt x="24011" y="55248"/>
                  </a:lnTo>
                  <a:lnTo>
                    <a:pt x="23919" y="55109"/>
                  </a:lnTo>
                  <a:lnTo>
                    <a:pt x="22826" y="53152"/>
                  </a:lnTo>
                  <a:lnTo>
                    <a:pt x="21003" y="51195"/>
                  </a:lnTo>
                  <a:lnTo>
                    <a:pt x="19956" y="49612"/>
                  </a:lnTo>
                  <a:lnTo>
                    <a:pt x="19090" y="48820"/>
                  </a:lnTo>
                  <a:lnTo>
                    <a:pt x="17085" y="46910"/>
                  </a:lnTo>
                  <a:lnTo>
                    <a:pt x="15080" y="45046"/>
                  </a:lnTo>
                  <a:lnTo>
                    <a:pt x="13805" y="43742"/>
                  </a:lnTo>
                  <a:lnTo>
                    <a:pt x="13349" y="42112"/>
                  </a:lnTo>
                  <a:lnTo>
                    <a:pt x="12757" y="40155"/>
                  </a:lnTo>
                  <a:lnTo>
                    <a:pt x="11117" y="38804"/>
                  </a:lnTo>
                  <a:lnTo>
                    <a:pt x="9659" y="37826"/>
                  </a:lnTo>
                  <a:lnTo>
                    <a:pt x="9249" y="37407"/>
                  </a:lnTo>
                  <a:lnTo>
                    <a:pt x="13641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353714" y="3853339"/>
              <a:ext cx="324172" cy="458574"/>
            </a:xfrm>
            <a:custGeom>
              <a:avLst/>
              <a:pathLst>
                <a:path w="324172" h="458574">
                  <a:moveTo>
                    <a:pt x="267766" y="93"/>
                  </a:moveTo>
                  <a:lnTo>
                    <a:pt x="268814" y="186"/>
                  </a:lnTo>
                  <a:lnTo>
                    <a:pt x="269907" y="372"/>
                  </a:lnTo>
                  <a:lnTo>
                    <a:pt x="271001" y="559"/>
                  </a:lnTo>
                  <a:lnTo>
                    <a:pt x="272049" y="745"/>
                  </a:lnTo>
                  <a:lnTo>
                    <a:pt x="272732" y="931"/>
                  </a:lnTo>
                  <a:lnTo>
                    <a:pt x="273097" y="1024"/>
                  </a:lnTo>
                  <a:lnTo>
                    <a:pt x="274190" y="1304"/>
                  </a:lnTo>
                  <a:lnTo>
                    <a:pt x="274965" y="1677"/>
                  </a:lnTo>
                  <a:lnTo>
                    <a:pt x="275512" y="1956"/>
                  </a:lnTo>
                  <a:lnTo>
                    <a:pt x="276423" y="2608"/>
                  </a:lnTo>
                  <a:lnTo>
                    <a:pt x="276696" y="2981"/>
                  </a:lnTo>
                  <a:lnTo>
                    <a:pt x="276924" y="3726"/>
                  </a:lnTo>
                  <a:lnTo>
                    <a:pt x="276878" y="5357"/>
                  </a:lnTo>
                  <a:lnTo>
                    <a:pt x="276149" y="6754"/>
                  </a:lnTo>
                  <a:lnTo>
                    <a:pt x="275603" y="7220"/>
                  </a:lnTo>
                  <a:lnTo>
                    <a:pt x="274600" y="7639"/>
                  </a:lnTo>
                  <a:lnTo>
                    <a:pt x="273598" y="8105"/>
                  </a:lnTo>
                  <a:lnTo>
                    <a:pt x="272140" y="8944"/>
                  </a:lnTo>
                  <a:lnTo>
                    <a:pt x="271001" y="9829"/>
                  </a:lnTo>
                  <a:lnTo>
                    <a:pt x="269725" y="10993"/>
                  </a:lnTo>
                  <a:lnTo>
                    <a:pt x="268814" y="12158"/>
                  </a:lnTo>
                  <a:lnTo>
                    <a:pt x="273598" y="16444"/>
                  </a:lnTo>
                  <a:lnTo>
                    <a:pt x="272960" y="17469"/>
                  </a:lnTo>
                  <a:lnTo>
                    <a:pt x="276332" y="19565"/>
                  </a:lnTo>
                  <a:lnTo>
                    <a:pt x="277106" y="20543"/>
                  </a:lnTo>
                  <a:lnTo>
                    <a:pt x="275739" y="21615"/>
                  </a:lnTo>
                  <a:lnTo>
                    <a:pt x="273370" y="24363"/>
                  </a:lnTo>
                  <a:lnTo>
                    <a:pt x="271365" y="27158"/>
                  </a:lnTo>
                  <a:lnTo>
                    <a:pt x="269270" y="31025"/>
                  </a:lnTo>
                  <a:lnTo>
                    <a:pt x="267948" y="33074"/>
                  </a:lnTo>
                  <a:lnTo>
                    <a:pt x="266855" y="35171"/>
                  </a:lnTo>
                  <a:lnTo>
                    <a:pt x="265397" y="37220"/>
                  </a:lnTo>
                  <a:lnTo>
                    <a:pt x="264394" y="37593"/>
                  </a:lnTo>
                  <a:lnTo>
                    <a:pt x="264713" y="39689"/>
                  </a:lnTo>
                  <a:lnTo>
                    <a:pt x="265625" y="45000"/>
                  </a:lnTo>
                  <a:lnTo>
                    <a:pt x="265078" y="47376"/>
                  </a:lnTo>
                  <a:lnTo>
                    <a:pt x="263438" y="50171"/>
                  </a:lnTo>
                  <a:lnTo>
                    <a:pt x="262344" y="51894"/>
                  </a:lnTo>
                  <a:lnTo>
                    <a:pt x="262299" y="52034"/>
                  </a:lnTo>
                  <a:lnTo>
                    <a:pt x="261387" y="53664"/>
                  </a:lnTo>
                  <a:lnTo>
                    <a:pt x="260339" y="57857"/>
                  </a:lnTo>
                  <a:lnTo>
                    <a:pt x="259702" y="61071"/>
                  </a:lnTo>
                  <a:lnTo>
                    <a:pt x="259793" y="65776"/>
                  </a:lnTo>
                  <a:lnTo>
                    <a:pt x="260476" y="70388"/>
                  </a:lnTo>
                  <a:lnTo>
                    <a:pt x="261661" y="74255"/>
                  </a:lnTo>
                  <a:lnTo>
                    <a:pt x="263210" y="77702"/>
                  </a:lnTo>
                  <a:lnTo>
                    <a:pt x="263301" y="77888"/>
                  </a:lnTo>
                  <a:lnTo>
                    <a:pt x="263620" y="78494"/>
                  </a:lnTo>
                  <a:lnTo>
                    <a:pt x="264167" y="79519"/>
                  </a:lnTo>
                  <a:lnTo>
                    <a:pt x="264440" y="79984"/>
                  </a:lnTo>
                  <a:lnTo>
                    <a:pt x="264622" y="80357"/>
                  </a:lnTo>
                  <a:lnTo>
                    <a:pt x="264805" y="80637"/>
                  </a:lnTo>
                  <a:lnTo>
                    <a:pt x="264941" y="80730"/>
                  </a:lnTo>
                  <a:lnTo>
                    <a:pt x="266946" y="82500"/>
                  </a:lnTo>
                  <a:lnTo>
                    <a:pt x="268222" y="83991"/>
                  </a:lnTo>
                  <a:lnTo>
                    <a:pt x="270318" y="86925"/>
                  </a:lnTo>
                  <a:lnTo>
                    <a:pt x="271502" y="88696"/>
                  </a:lnTo>
                  <a:lnTo>
                    <a:pt x="274008" y="92609"/>
                  </a:lnTo>
                  <a:lnTo>
                    <a:pt x="274054" y="92748"/>
                  </a:lnTo>
                  <a:lnTo>
                    <a:pt x="276468" y="97826"/>
                  </a:lnTo>
                  <a:lnTo>
                    <a:pt x="276241" y="101367"/>
                  </a:lnTo>
                  <a:lnTo>
                    <a:pt x="280614" y="107376"/>
                  </a:lnTo>
                  <a:lnTo>
                    <a:pt x="283530" y="109193"/>
                  </a:lnTo>
                  <a:lnTo>
                    <a:pt x="291413" y="115808"/>
                  </a:lnTo>
                  <a:lnTo>
                    <a:pt x="293190" y="117671"/>
                  </a:lnTo>
                  <a:lnTo>
                    <a:pt x="296561" y="122562"/>
                  </a:lnTo>
                  <a:lnTo>
                    <a:pt x="299204" y="125311"/>
                  </a:lnTo>
                  <a:lnTo>
                    <a:pt x="301072" y="128525"/>
                  </a:lnTo>
                  <a:lnTo>
                    <a:pt x="302985" y="130761"/>
                  </a:lnTo>
                  <a:lnTo>
                    <a:pt x="304033" y="132438"/>
                  </a:lnTo>
                  <a:lnTo>
                    <a:pt x="307040" y="133696"/>
                  </a:lnTo>
                  <a:lnTo>
                    <a:pt x="307359" y="137283"/>
                  </a:lnTo>
                  <a:lnTo>
                    <a:pt x="308134" y="140218"/>
                  </a:lnTo>
                  <a:lnTo>
                    <a:pt x="308134" y="143898"/>
                  </a:lnTo>
                  <a:lnTo>
                    <a:pt x="309318" y="149302"/>
                  </a:lnTo>
                  <a:lnTo>
                    <a:pt x="311278" y="153494"/>
                  </a:lnTo>
                  <a:lnTo>
                    <a:pt x="312963" y="156476"/>
                  </a:lnTo>
                  <a:lnTo>
                    <a:pt x="318066" y="159736"/>
                  </a:lnTo>
                  <a:lnTo>
                    <a:pt x="317656" y="164162"/>
                  </a:lnTo>
                  <a:lnTo>
                    <a:pt x="317337" y="169193"/>
                  </a:lnTo>
                  <a:lnTo>
                    <a:pt x="317702" y="173339"/>
                  </a:lnTo>
                  <a:lnTo>
                    <a:pt x="318932" y="176087"/>
                  </a:lnTo>
                  <a:lnTo>
                    <a:pt x="319615" y="180560"/>
                  </a:lnTo>
                  <a:lnTo>
                    <a:pt x="321483" y="183401"/>
                  </a:lnTo>
                  <a:lnTo>
                    <a:pt x="321893" y="185218"/>
                  </a:lnTo>
                  <a:lnTo>
                    <a:pt x="321893" y="187221"/>
                  </a:lnTo>
                  <a:lnTo>
                    <a:pt x="323534" y="190156"/>
                  </a:lnTo>
                  <a:lnTo>
                    <a:pt x="324172" y="191321"/>
                  </a:lnTo>
                  <a:lnTo>
                    <a:pt x="324126" y="192066"/>
                  </a:lnTo>
                  <a:lnTo>
                    <a:pt x="321802" y="194768"/>
                  </a:lnTo>
                  <a:lnTo>
                    <a:pt x="316699" y="192671"/>
                  </a:lnTo>
                  <a:lnTo>
                    <a:pt x="310138" y="189411"/>
                  </a:lnTo>
                  <a:lnTo>
                    <a:pt x="303897" y="187966"/>
                  </a:lnTo>
                  <a:lnTo>
                    <a:pt x="299796" y="187454"/>
                  </a:lnTo>
                  <a:lnTo>
                    <a:pt x="298247" y="186662"/>
                  </a:lnTo>
                  <a:lnTo>
                    <a:pt x="297609" y="186383"/>
                  </a:lnTo>
                  <a:lnTo>
                    <a:pt x="297062" y="186010"/>
                  </a:lnTo>
                  <a:lnTo>
                    <a:pt x="296516" y="185824"/>
                  </a:lnTo>
                  <a:lnTo>
                    <a:pt x="295650" y="185637"/>
                  </a:lnTo>
                  <a:lnTo>
                    <a:pt x="294784" y="185497"/>
                  </a:lnTo>
                  <a:lnTo>
                    <a:pt x="294055" y="185497"/>
                  </a:lnTo>
                  <a:lnTo>
                    <a:pt x="293235" y="185591"/>
                  </a:lnTo>
                  <a:lnTo>
                    <a:pt x="292688" y="185591"/>
                  </a:lnTo>
                  <a:lnTo>
                    <a:pt x="292005" y="185591"/>
                  </a:lnTo>
                  <a:lnTo>
                    <a:pt x="290091" y="185404"/>
                  </a:lnTo>
                  <a:lnTo>
                    <a:pt x="288816" y="185404"/>
                  </a:lnTo>
                  <a:lnTo>
                    <a:pt x="286993" y="185451"/>
                  </a:lnTo>
                  <a:lnTo>
                    <a:pt x="286310" y="185730"/>
                  </a:lnTo>
                  <a:lnTo>
                    <a:pt x="285717" y="185917"/>
                  </a:lnTo>
                  <a:lnTo>
                    <a:pt x="285262" y="186476"/>
                  </a:lnTo>
                  <a:lnTo>
                    <a:pt x="284168" y="187361"/>
                  </a:lnTo>
                  <a:lnTo>
                    <a:pt x="283211" y="188106"/>
                  </a:lnTo>
                  <a:lnTo>
                    <a:pt x="281981" y="188945"/>
                  </a:lnTo>
                  <a:lnTo>
                    <a:pt x="280888" y="189457"/>
                  </a:lnTo>
                  <a:lnTo>
                    <a:pt x="280250" y="190063"/>
                  </a:lnTo>
                  <a:lnTo>
                    <a:pt x="279248" y="190808"/>
                  </a:lnTo>
                  <a:lnTo>
                    <a:pt x="278428" y="191833"/>
                  </a:lnTo>
                  <a:lnTo>
                    <a:pt x="278063" y="192625"/>
                  </a:lnTo>
                  <a:lnTo>
                    <a:pt x="277516" y="193696"/>
                  </a:lnTo>
                  <a:lnTo>
                    <a:pt x="277061" y="194488"/>
                  </a:lnTo>
                  <a:lnTo>
                    <a:pt x="276559" y="195094"/>
                  </a:lnTo>
                  <a:lnTo>
                    <a:pt x="276104" y="195793"/>
                  </a:lnTo>
                  <a:lnTo>
                    <a:pt x="276013" y="196491"/>
                  </a:lnTo>
                  <a:lnTo>
                    <a:pt x="275830" y="197144"/>
                  </a:lnTo>
                  <a:lnTo>
                    <a:pt x="275193" y="198634"/>
                  </a:lnTo>
                  <a:lnTo>
                    <a:pt x="274919" y="199193"/>
                  </a:lnTo>
                  <a:lnTo>
                    <a:pt x="274373" y="200963"/>
                  </a:lnTo>
                  <a:lnTo>
                    <a:pt x="273871" y="202175"/>
                  </a:lnTo>
                  <a:lnTo>
                    <a:pt x="273552" y="203013"/>
                  </a:lnTo>
                  <a:lnTo>
                    <a:pt x="273097" y="203572"/>
                  </a:lnTo>
                  <a:lnTo>
                    <a:pt x="272596" y="204224"/>
                  </a:lnTo>
                  <a:lnTo>
                    <a:pt x="272140" y="204644"/>
                  </a:lnTo>
                  <a:lnTo>
                    <a:pt x="271684" y="205063"/>
                  </a:lnTo>
                  <a:lnTo>
                    <a:pt x="270864" y="205389"/>
                  </a:lnTo>
                  <a:lnTo>
                    <a:pt x="270363" y="205389"/>
                  </a:lnTo>
                  <a:lnTo>
                    <a:pt x="269771" y="205435"/>
                  </a:lnTo>
                  <a:lnTo>
                    <a:pt x="269315" y="205482"/>
                  </a:lnTo>
                  <a:lnTo>
                    <a:pt x="268905" y="205575"/>
                  </a:lnTo>
                  <a:lnTo>
                    <a:pt x="268586" y="205668"/>
                  </a:lnTo>
                  <a:lnTo>
                    <a:pt x="268313" y="205762"/>
                  </a:lnTo>
                  <a:lnTo>
                    <a:pt x="267948" y="205948"/>
                  </a:lnTo>
                  <a:lnTo>
                    <a:pt x="267356" y="206321"/>
                  </a:lnTo>
                  <a:lnTo>
                    <a:pt x="266855" y="206460"/>
                  </a:lnTo>
                  <a:lnTo>
                    <a:pt x="266217" y="206507"/>
                  </a:lnTo>
                  <a:lnTo>
                    <a:pt x="265625" y="206693"/>
                  </a:lnTo>
                  <a:lnTo>
                    <a:pt x="265123" y="207066"/>
                  </a:lnTo>
                  <a:lnTo>
                    <a:pt x="264622" y="207718"/>
                  </a:lnTo>
                  <a:lnTo>
                    <a:pt x="264349" y="208231"/>
                  </a:lnTo>
                  <a:lnTo>
                    <a:pt x="263848" y="208976"/>
                  </a:lnTo>
                  <a:lnTo>
                    <a:pt x="263529" y="209022"/>
                  </a:lnTo>
                  <a:lnTo>
                    <a:pt x="263028" y="209535"/>
                  </a:lnTo>
                  <a:lnTo>
                    <a:pt x="262754" y="210047"/>
                  </a:lnTo>
                  <a:lnTo>
                    <a:pt x="262390" y="210839"/>
                  </a:lnTo>
                  <a:lnTo>
                    <a:pt x="261934" y="211678"/>
                  </a:lnTo>
                  <a:lnTo>
                    <a:pt x="261706" y="212377"/>
                  </a:lnTo>
                  <a:lnTo>
                    <a:pt x="261433" y="212982"/>
                  </a:lnTo>
                  <a:lnTo>
                    <a:pt x="260795" y="213914"/>
                  </a:lnTo>
                  <a:lnTo>
                    <a:pt x="260567" y="214659"/>
                  </a:lnTo>
                  <a:lnTo>
                    <a:pt x="260157" y="215544"/>
                  </a:lnTo>
                  <a:lnTo>
                    <a:pt x="260112" y="215684"/>
                  </a:lnTo>
                  <a:lnTo>
                    <a:pt x="259656" y="216290"/>
                  </a:lnTo>
                  <a:lnTo>
                    <a:pt x="259474" y="216802"/>
                  </a:lnTo>
                  <a:lnTo>
                    <a:pt x="259155" y="217501"/>
                  </a:lnTo>
                  <a:lnTo>
                    <a:pt x="258699" y="218386"/>
                  </a:lnTo>
                  <a:lnTo>
                    <a:pt x="258380" y="219224"/>
                  </a:lnTo>
                  <a:lnTo>
                    <a:pt x="258198" y="219923"/>
                  </a:lnTo>
                  <a:lnTo>
                    <a:pt x="258061" y="220575"/>
                  </a:lnTo>
                  <a:lnTo>
                    <a:pt x="257834" y="221367"/>
                  </a:lnTo>
                  <a:lnTo>
                    <a:pt x="257788" y="221787"/>
                  </a:lnTo>
                  <a:lnTo>
                    <a:pt x="257788" y="222392"/>
                  </a:lnTo>
                  <a:lnTo>
                    <a:pt x="257606" y="223137"/>
                  </a:lnTo>
                  <a:lnTo>
                    <a:pt x="257515" y="223743"/>
                  </a:lnTo>
                  <a:lnTo>
                    <a:pt x="257424" y="224395"/>
                  </a:lnTo>
                  <a:lnTo>
                    <a:pt x="257241" y="224861"/>
                  </a:lnTo>
                  <a:lnTo>
                    <a:pt x="257105" y="225047"/>
                  </a:lnTo>
                  <a:lnTo>
                    <a:pt x="256740" y="225606"/>
                  </a:lnTo>
                  <a:lnTo>
                    <a:pt x="256376" y="226259"/>
                  </a:lnTo>
                  <a:lnTo>
                    <a:pt x="256284" y="226864"/>
                  </a:lnTo>
                  <a:lnTo>
                    <a:pt x="256148" y="227656"/>
                  </a:lnTo>
                  <a:lnTo>
                    <a:pt x="255829" y="228728"/>
                  </a:lnTo>
                  <a:lnTo>
                    <a:pt x="255464" y="229240"/>
                  </a:lnTo>
                  <a:lnTo>
                    <a:pt x="255191" y="229799"/>
                  </a:lnTo>
                  <a:lnTo>
                    <a:pt x="255145" y="231057"/>
                  </a:lnTo>
                  <a:lnTo>
                    <a:pt x="254918" y="231895"/>
                  </a:lnTo>
                  <a:lnTo>
                    <a:pt x="254827" y="232874"/>
                  </a:lnTo>
                  <a:lnTo>
                    <a:pt x="254827" y="233619"/>
                  </a:lnTo>
                  <a:lnTo>
                    <a:pt x="254872" y="234131"/>
                  </a:lnTo>
                  <a:lnTo>
                    <a:pt x="255054" y="234597"/>
                  </a:lnTo>
                  <a:lnTo>
                    <a:pt x="255191" y="235389"/>
                  </a:lnTo>
                  <a:lnTo>
                    <a:pt x="255282" y="235995"/>
                  </a:lnTo>
                  <a:lnTo>
                    <a:pt x="255237" y="236600"/>
                  </a:lnTo>
                  <a:lnTo>
                    <a:pt x="255328" y="237299"/>
                  </a:lnTo>
                  <a:lnTo>
                    <a:pt x="255282" y="237811"/>
                  </a:lnTo>
                  <a:lnTo>
                    <a:pt x="255328" y="238324"/>
                  </a:lnTo>
                  <a:lnTo>
                    <a:pt x="255373" y="238790"/>
                  </a:lnTo>
                  <a:lnTo>
                    <a:pt x="255419" y="239209"/>
                  </a:lnTo>
                  <a:lnTo>
                    <a:pt x="255328" y="239535"/>
                  </a:lnTo>
                  <a:lnTo>
                    <a:pt x="255054" y="240047"/>
                  </a:lnTo>
                  <a:lnTo>
                    <a:pt x="254644" y="240607"/>
                  </a:lnTo>
                  <a:lnTo>
                    <a:pt x="254325" y="240933"/>
                  </a:lnTo>
                  <a:lnTo>
                    <a:pt x="253961" y="241352"/>
                  </a:lnTo>
                  <a:lnTo>
                    <a:pt x="253687" y="241864"/>
                  </a:lnTo>
                  <a:lnTo>
                    <a:pt x="253369" y="242377"/>
                  </a:lnTo>
                  <a:lnTo>
                    <a:pt x="253095" y="242563"/>
                  </a:lnTo>
                  <a:lnTo>
                    <a:pt x="252640" y="242563"/>
                  </a:lnTo>
                  <a:lnTo>
                    <a:pt x="252321" y="242610"/>
                  </a:lnTo>
                  <a:lnTo>
                    <a:pt x="251865" y="242749"/>
                  </a:lnTo>
                  <a:lnTo>
                    <a:pt x="251318" y="243122"/>
                  </a:lnTo>
                  <a:lnTo>
                    <a:pt x="250999" y="243355"/>
                  </a:lnTo>
                  <a:lnTo>
                    <a:pt x="250589" y="243588"/>
                  </a:lnTo>
                  <a:lnTo>
                    <a:pt x="250088" y="243914"/>
                  </a:lnTo>
                  <a:lnTo>
                    <a:pt x="249632" y="244193"/>
                  </a:lnTo>
                  <a:lnTo>
                    <a:pt x="249268" y="244473"/>
                  </a:lnTo>
                  <a:lnTo>
                    <a:pt x="248995" y="244613"/>
                  </a:lnTo>
                  <a:lnTo>
                    <a:pt x="248767" y="244892"/>
                  </a:lnTo>
                  <a:lnTo>
                    <a:pt x="248266" y="245218"/>
                  </a:lnTo>
                  <a:lnTo>
                    <a:pt x="247764" y="245638"/>
                  </a:lnTo>
                  <a:lnTo>
                    <a:pt x="247400" y="245871"/>
                  </a:lnTo>
                  <a:lnTo>
                    <a:pt x="246853" y="246430"/>
                  </a:lnTo>
                  <a:lnTo>
                    <a:pt x="246489" y="246895"/>
                  </a:lnTo>
                  <a:lnTo>
                    <a:pt x="246079" y="247221"/>
                  </a:lnTo>
                  <a:lnTo>
                    <a:pt x="245577" y="247454"/>
                  </a:lnTo>
                  <a:lnTo>
                    <a:pt x="245213" y="247687"/>
                  </a:lnTo>
                  <a:lnTo>
                    <a:pt x="244302" y="247687"/>
                  </a:lnTo>
                  <a:lnTo>
                    <a:pt x="243937" y="247780"/>
                  </a:lnTo>
                  <a:lnTo>
                    <a:pt x="243254" y="247874"/>
                  </a:lnTo>
                  <a:lnTo>
                    <a:pt x="242844" y="247827"/>
                  </a:lnTo>
                  <a:lnTo>
                    <a:pt x="242388" y="247920"/>
                  </a:lnTo>
                  <a:lnTo>
                    <a:pt x="241978" y="248013"/>
                  </a:lnTo>
                  <a:lnTo>
                    <a:pt x="241477" y="248153"/>
                  </a:lnTo>
                  <a:lnTo>
                    <a:pt x="240748" y="248433"/>
                  </a:lnTo>
                  <a:lnTo>
                    <a:pt x="239791" y="248759"/>
                  </a:lnTo>
                  <a:lnTo>
                    <a:pt x="239381" y="249085"/>
                  </a:lnTo>
                  <a:lnTo>
                    <a:pt x="238607" y="249830"/>
                  </a:lnTo>
                  <a:lnTo>
                    <a:pt x="237422" y="250808"/>
                  </a:lnTo>
                  <a:lnTo>
                    <a:pt x="236192" y="251833"/>
                  </a:lnTo>
                  <a:lnTo>
                    <a:pt x="235599" y="252346"/>
                  </a:lnTo>
                  <a:lnTo>
                    <a:pt x="234825" y="253324"/>
                  </a:lnTo>
                  <a:lnTo>
                    <a:pt x="234187" y="253930"/>
                  </a:lnTo>
                  <a:lnTo>
                    <a:pt x="233868" y="254256"/>
                  </a:lnTo>
                  <a:lnTo>
                    <a:pt x="233458" y="254535"/>
                  </a:lnTo>
                  <a:lnTo>
                    <a:pt x="233002" y="254675"/>
                  </a:lnTo>
                  <a:lnTo>
                    <a:pt x="232456" y="254721"/>
                  </a:lnTo>
                  <a:lnTo>
                    <a:pt x="231909" y="254861"/>
                  </a:lnTo>
                  <a:lnTo>
                    <a:pt x="231636" y="255048"/>
                  </a:lnTo>
                  <a:lnTo>
                    <a:pt x="231362" y="255234"/>
                  </a:lnTo>
                  <a:lnTo>
                    <a:pt x="231089" y="255281"/>
                  </a:lnTo>
                  <a:lnTo>
                    <a:pt x="230815" y="255327"/>
                  </a:lnTo>
                  <a:lnTo>
                    <a:pt x="230269" y="255467"/>
                  </a:lnTo>
                  <a:lnTo>
                    <a:pt x="229449" y="255653"/>
                  </a:lnTo>
                  <a:lnTo>
                    <a:pt x="229084" y="255840"/>
                  </a:lnTo>
                  <a:lnTo>
                    <a:pt x="228674" y="256166"/>
                  </a:lnTo>
                  <a:lnTo>
                    <a:pt x="228355" y="256305"/>
                  </a:lnTo>
                  <a:lnTo>
                    <a:pt x="228082" y="256538"/>
                  </a:lnTo>
                  <a:lnTo>
                    <a:pt x="227353" y="257051"/>
                  </a:lnTo>
                  <a:lnTo>
                    <a:pt x="226624" y="257610"/>
                  </a:lnTo>
                  <a:lnTo>
                    <a:pt x="226077" y="258122"/>
                  </a:lnTo>
                  <a:lnTo>
                    <a:pt x="225075" y="258635"/>
                  </a:lnTo>
                  <a:lnTo>
                    <a:pt x="224209" y="259054"/>
                  </a:lnTo>
                  <a:lnTo>
                    <a:pt x="223571" y="259380"/>
                  </a:lnTo>
                  <a:lnTo>
                    <a:pt x="222842" y="259846"/>
                  </a:lnTo>
                  <a:lnTo>
                    <a:pt x="222204" y="260125"/>
                  </a:lnTo>
                  <a:lnTo>
                    <a:pt x="220974" y="260451"/>
                  </a:lnTo>
                  <a:lnTo>
                    <a:pt x="220154" y="260591"/>
                  </a:lnTo>
                  <a:lnTo>
                    <a:pt x="219471" y="260824"/>
                  </a:lnTo>
                  <a:lnTo>
                    <a:pt x="219243" y="261197"/>
                  </a:lnTo>
                  <a:lnTo>
                    <a:pt x="219152" y="261569"/>
                  </a:lnTo>
                  <a:lnTo>
                    <a:pt x="218742" y="262408"/>
                  </a:lnTo>
                  <a:lnTo>
                    <a:pt x="218423" y="262827"/>
                  </a:lnTo>
                  <a:lnTo>
                    <a:pt x="218058" y="263526"/>
                  </a:lnTo>
                  <a:lnTo>
                    <a:pt x="216782" y="263293"/>
                  </a:lnTo>
                  <a:lnTo>
                    <a:pt x="216236" y="269815"/>
                  </a:lnTo>
                  <a:lnTo>
                    <a:pt x="210768" y="271073"/>
                  </a:lnTo>
                  <a:lnTo>
                    <a:pt x="210632" y="276616"/>
                  </a:lnTo>
                  <a:lnTo>
                    <a:pt x="203159" y="277128"/>
                  </a:lnTo>
                  <a:lnTo>
                    <a:pt x="199606" y="275591"/>
                  </a:lnTo>
                  <a:lnTo>
                    <a:pt x="200243" y="284349"/>
                  </a:lnTo>
                  <a:lnTo>
                    <a:pt x="197738" y="285048"/>
                  </a:lnTo>
                  <a:lnTo>
                    <a:pt x="195049" y="286119"/>
                  </a:lnTo>
                  <a:lnTo>
                    <a:pt x="196553" y="289240"/>
                  </a:lnTo>
                  <a:lnTo>
                    <a:pt x="197328" y="290871"/>
                  </a:lnTo>
                  <a:lnTo>
                    <a:pt x="197829" y="292594"/>
                  </a:lnTo>
                  <a:lnTo>
                    <a:pt x="198148" y="294178"/>
                  </a:lnTo>
                  <a:lnTo>
                    <a:pt x="198193" y="295343"/>
                  </a:lnTo>
                  <a:lnTo>
                    <a:pt x="198193" y="298091"/>
                  </a:lnTo>
                  <a:lnTo>
                    <a:pt x="198102" y="299629"/>
                  </a:lnTo>
                  <a:lnTo>
                    <a:pt x="197965" y="300467"/>
                  </a:lnTo>
                  <a:lnTo>
                    <a:pt x="197874" y="301259"/>
                  </a:lnTo>
                  <a:lnTo>
                    <a:pt x="197738" y="302284"/>
                  </a:lnTo>
                  <a:lnTo>
                    <a:pt x="197692" y="303029"/>
                  </a:lnTo>
                  <a:lnTo>
                    <a:pt x="197783" y="303402"/>
                  </a:lnTo>
                  <a:lnTo>
                    <a:pt x="197920" y="304147"/>
                  </a:lnTo>
                  <a:lnTo>
                    <a:pt x="198239" y="305079"/>
                  </a:lnTo>
                  <a:lnTo>
                    <a:pt x="198922" y="306616"/>
                  </a:lnTo>
                  <a:lnTo>
                    <a:pt x="199196" y="307268"/>
                  </a:lnTo>
                  <a:lnTo>
                    <a:pt x="199970" y="309225"/>
                  </a:lnTo>
                  <a:lnTo>
                    <a:pt x="197738" y="310576"/>
                  </a:lnTo>
                  <a:lnTo>
                    <a:pt x="194412" y="313744"/>
                  </a:lnTo>
                  <a:lnTo>
                    <a:pt x="192862" y="315188"/>
                  </a:lnTo>
                  <a:lnTo>
                    <a:pt x="191222" y="313371"/>
                  </a:lnTo>
                  <a:lnTo>
                    <a:pt x="191359" y="313185"/>
                  </a:lnTo>
                  <a:lnTo>
                    <a:pt x="188397" y="308806"/>
                  </a:lnTo>
                  <a:lnTo>
                    <a:pt x="186894" y="308293"/>
                  </a:lnTo>
                  <a:lnTo>
                    <a:pt x="186028" y="307082"/>
                  </a:lnTo>
                  <a:lnTo>
                    <a:pt x="185208" y="305917"/>
                  </a:lnTo>
                  <a:lnTo>
                    <a:pt x="184707" y="305824"/>
                  </a:lnTo>
                  <a:lnTo>
                    <a:pt x="183978" y="305638"/>
                  </a:lnTo>
                  <a:lnTo>
                    <a:pt x="183932" y="305312"/>
                  </a:lnTo>
                  <a:lnTo>
                    <a:pt x="184069" y="304939"/>
                  </a:lnTo>
                  <a:lnTo>
                    <a:pt x="184206" y="304613"/>
                  </a:lnTo>
                  <a:lnTo>
                    <a:pt x="184479" y="304334"/>
                  </a:lnTo>
                  <a:lnTo>
                    <a:pt x="186757" y="305079"/>
                  </a:lnTo>
                  <a:lnTo>
                    <a:pt x="188762" y="304427"/>
                  </a:lnTo>
                  <a:lnTo>
                    <a:pt x="187395" y="300281"/>
                  </a:lnTo>
                  <a:lnTo>
                    <a:pt x="186712" y="299116"/>
                  </a:lnTo>
                  <a:lnTo>
                    <a:pt x="187486" y="298417"/>
                  </a:lnTo>
                  <a:lnTo>
                    <a:pt x="185436" y="297020"/>
                  </a:lnTo>
                  <a:lnTo>
                    <a:pt x="183477" y="295576"/>
                  </a:lnTo>
                  <a:lnTo>
                    <a:pt x="181837" y="295855"/>
                  </a:lnTo>
                  <a:lnTo>
                    <a:pt x="178966" y="296414"/>
                  </a:lnTo>
                  <a:lnTo>
                    <a:pt x="178784" y="296228"/>
                  </a:lnTo>
                  <a:lnTo>
                    <a:pt x="178511" y="296088"/>
                  </a:lnTo>
                  <a:lnTo>
                    <a:pt x="178283" y="295995"/>
                  </a:lnTo>
                  <a:lnTo>
                    <a:pt x="177964" y="295809"/>
                  </a:lnTo>
                  <a:lnTo>
                    <a:pt x="177690" y="295622"/>
                  </a:lnTo>
                  <a:lnTo>
                    <a:pt x="177463" y="295250"/>
                  </a:lnTo>
                  <a:lnTo>
                    <a:pt x="177144" y="295017"/>
                  </a:lnTo>
                  <a:lnTo>
                    <a:pt x="176961" y="294877"/>
                  </a:lnTo>
                  <a:lnTo>
                    <a:pt x="176551" y="294784"/>
                  </a:lnTo>
                  <a:lnTo>
                    <a:pt x="176096" y="294737"/>
                  </a:lnTo>
                  <a:lnTo>
                    <a:pt x="175822" y="294598"/>
                  </a:lnTo>
                  <a:lnTo>
                    <a:pt x="175640" y="294458"/>
                  </a:lnTo>
                  <a:lnTo>
                    <a:pt x="175367" y="294458"/>
                  </a:lnTo>
                  <a:lnTo>
                    <a:pt x="175093" y="294504"/>
                  </a:lnTo>
                  <a:lnTo>
                    <a:pt x="174774" y="294551"/>
                  </a:lnTo>
                  <a:lnTo>
                    <a:pt x="174319" y="294318"/>
                  </a:lnTo>
                  <a:lnTo>
                    <a:pt x="173909" y="294085"/>
                  </a:lnTo>
                  <a:lnTo>
                    <a:pt x="173408" y="293945"/>
                  </a:lnTo>
                  <a:lnTo>
                    <a:pt x="173089" y="293806"/>
                  </a:lnTo>
                  <a:lnTo>
                    <a:pt x="172588" y="293712"/>
                  </a:lnTo>
                  <a:lnTo>
                    <a:pt x="171403" y="293479"/>
                  </a:lnTo>
                  <a:lnTo>
                    <a:pt x="169079" y="307082"/>
                  </a:lnTo>
                  <a:lnTo>
                    <a:pt x="166801" y="320545"/>
                  </a:lnTo>
                  <a:lnTo>
                    <a:pt x="165389" y="328744"/>
                  </a:lnTo>
                  <a:lnTo>
                    <a:pt x="164979" y="330654"/>
                  </a:lnTo>
                  <a:lnTo>
                    <a:pt x="164432" y="332703"/>
                  </a:lnTo>
                  <a:lnTo>
                    <a:pt x="163521" y="335638"/>
                  </a:lnTo>
                  <a:lnTo>
                    <a:pt x="159375" y="348216"/>
                  </a:lnTo>
                  <a:lnTo>
                    <a:pt x="158919" y="349660"/>
                  </a:lnTo>
                  <a:lnTo>
                    <a:pt x="158509" y="351384"/>
                  </a:lnTo>
                  <a:lnTo>
                    <a:pt x="157962" y="354318"/>
                  </a:lnTo>
                  <a:lnTo>
                    <a:pt x="157598" y="356880"/>
                  </a:lnTo>
                  <a:lnTo>
                    <a:pt x="157324" y="361166"/>
                  </a:lnTo>
                  <a:lnTo>
                    <a:pt x="157324" y="363402"/>
                  </a:lnTo>
                  <a:lnTo>
                    <a:pt x="157415" y="365638"/>
                  </a:lnTo>
                  <a:lnTo>
                    <a:pt x="157734" y="368853"/>
                  </a:lnTo>
                  <a:lnTo>
                    <a:pt x="158327" y="372486"/>
                  </a:lnTo>
                  <a:lnTo>
                    <a:pt x="158737" y="374163"/>
                  </a:lnTo>
                  <a:lnTo>
                    <a:pt x="159238" y="376166"/>
                  </a:lnTo>
                  <a:lnTo>
                    <a:pt x="160058" y="379148"/>
                  </a:lnTo>
                  <a:lnTo>
                    <a:pt x="152723" y="380964"/>
                  </a:lnTo>
                  <a:lnTo>
                    <a:pt x="152358" y="387114"/>
                  </a:lnTo>
                  <a:lnTo>
                    <a:pt x="152404" y="389815"/>
                  </a:lnTo>
                  <a:lnTo>
                    <a:pt x="152404" y="393496"/>
                  </a:lnTo>
                  <a:lnTo>
                    <a:pt x="153315" y="393496"/>
                  </a:lnTo>
                  <a:lnTo>
                    <a:pt x="153360" y="395033"/>
                  </a:lnTo>
                  <a:lnTo>
                    <a:pt x="153315" y="396989"/>
                  </a:lnTo>
                  <a:lnTo>
                    <a:pt x="153816" y="397269"/>
                  </a:lnTo>
                  <a:lnTo>
                    <a:pt x="155137" y="398294"/>
                  </a:lnTo>
                  <a:lnTo>
                    <a:pt x="155320" y="398666"/>
                  </a:lnTo>
                  <a:lnTo>
                    <a:pt x="155411" y="399179"/>
                  </a:lnTo>
                  <a:lnTo>
                    <a:pt x="155228" y="399691"/>
                  </a:lnTo>
                  <a:lnTo>
                    <a:pt x="155046" y="400623"/>
                  </a:lnTo>
                  <a:lnTo>
                    <a:pt x="155092" y="401788"/>
                  </a:lnTo>
                  <a:lnTo>
                    <a:pt x="155137" y="402067"/>
                  </a:lnTo>
                  <a:lnTo>
                    <a:pt x="155365" y="402673"/>
                  </a:lnTo>
                  <a:lnTo>
                    <a:pt x="156094" y="404210"/>
                  </a:lnTo>
                  <a:lnTo>
                    <a:pt x="156413" y="404489"/>
                  </a:lnTo>
                  <a:lnTo>
                    <a:pt x="157370" y="405328"/>
                  </a:lnTo>
                  <a:lnTo>
                    <a:pt x="157507" y="405607"/>
                  </a:lnTo>
                  <a:lnTo>
                    <a:pt x="157598" y="405980"/>
                  </a:lnTo>
                  <a:lnTo>
                    <a:pt x="157598" y="408868"/>
                  </a:lnTo>
                  <a:lnTo>
                    <a:pt x="157598" y="410592"/>
                  </a:lnTo>
                  <a:lnTo>
                    <a:pt x="157643" y="411477"/>
                  </a:lnTo>
                  <a:lnTo>
                    <a:pt x="157643" y="411943"/>
                  </a:lnTo>
                  <a:lnTo>
                    <a:pt x="157096" y="413806"/>
                  </a:lnTo>
                  <a:lnTo>
                    <a:pt x="156869" y="414412"/>
                  </a:lnTo>
                  <a:lnTo>
                    <a:pt x="156276" y="416462"/>
                  </a:lnTo>
                  <a:lnTo>
                    <a:pt x="155456" y="419396"/>
                  </a:lnTo>
                  <a:lnTo>
                    <a:pt x="155228" y="420561"/>
                  </a:lnTo>
                  <a:lnTo>
                    <a:pt x="155001" y="421819"/>
                  </a:lnTo>
                  <a:lnTo>
                    <a:pt x="154773" y="422611"/>
                  </a:lnTo>
                  <a:lnTo>
                    <a:pt x="152404" y="422564"/>
                  </a:lnTo>
                  <a:lnTo>
                    <a:pt x="145706" y="427316"/>
                  </a:lnTo>
                  <a:lnTo>
                    <a:pt x="145524" y="429319"/>
                  </a:lnTo>
                  <a:lnTo>
                    <a:pt x="145387" y="429924"/>
                  </a:lnTo>
                  <a:lnTo>
                    <a:pt x="145296" y="430390"/>
                  </a:lnTo>
                  <a:lnTo>
                    <a:pt x="145250" y="430903"/>
                  </a:lnTo>
                  <a:lnTo>
                    <a:pt x="145114" y="433837"/>
                  </a:lnTo>
                  <a:lnTo>
                    <a:pt x="144658" y="437797"/>
                  </a:lnTo>
                  <a:lnTo>
                    <a:pt x="144567" y="438403"/>
                  </a:lnTo>
                  <a:lnTo>
                    <a:pt x="144339" y="439148"/>
                  </a:lnTo>
                  <a:lnTo>
                    <a:pt x="144294" y="439288"/>
                  </a:lnTo>
                  <a:lnTo>
                    <a:pt x="144248" y="439428"/>
                  </a:lnTo>
                  <a:lnTo>
                    <a:pt x="144157" y="439660"/>
                  </a:lnTo>
                  <a:lnTo>
                    <a:pt x="142517" y="444738"/>
                  </a:lnTo>
                  <a:lnTo>
                    <a:pt x="138279" y="450980"/>
                  </a:lnTo>
                  <a:lnTo>
                    <a:pt x="135682" y="452704"/>
                  </a:lnTo>
                  <a:lnTo>
                    <a:pt x="133222" y="453077"/>
                  </a:lnTo>
                  <a:lnTo>
                    <a:pt x="131855" y="451539"/>
                  </a:lnTo>
                  <a:lnTo>
                    <a:pt x="130488" y="453030"/>
                  </a:lnTo>
                  <a:lnTo>
                    <a:pt x="130124" y="453030"/>
                  </a:lnTo>
                  <a:lnTo>
                    <a:pt x="129395" y="453077"/>
                  </a:lnTo>
                  <a:lnTo>
                    <a:pt x="128985" y="453077"/>
                  </a:lnTo>
                  <a:lnTo>
                    <a:pt x="128803" y="453077"/>
                  </a:lnTo>
                  <a:lnTo>
                    <a:pt x="127299" y="452984"/>
                  </a:lnTo>
                  <a:lnTo>
                    <a:pt x="125203" y="451493"/>
                  </a:lnTo>
                  <a:lnTo>
                    <a:pt x="124246" y="450934"/>
                  </a:lnTo>
                  <a:lnTo>
                    <a:pt x="123745" y="450515"/>
                  </a:lnTo>
                  <a:lnTo>
                    <a:pt x="123609" y="450421"/>
                  </a:lnTo>
                  <a:lnTo>
                    <a:pt x="122606" y="448791"/>
                  </a:lnTo>
                  <a:lnTo>
                    <a:pt x="122561" y="448325"/>
                  </a:lnTo>
                  <a:lnTo>
                    <a:pt x="122561" y="447813"/>
                  </a:lnTo>
                  <a:lnTo>
                    <a:pt x="122561" y="447673"/>
                  </a:lnTo>
                  <a:lnTo>
                    <a:pt x="122014" y="447720"/>
                  </a:lnTo>
                  <a:lnTo>
                    <a:pt x="120465" y="447906"/>
                  </a:lnTo>
                  <a:lnTo>
                    <a:pt x="120419" y="447254"/>
                  </a:lnTo>
                  <a:lnTo>
                    <a:pt x="119508" y="447254"/>
                  </a:lnTo>
                  <a:lnTo>
                    <a:pt x="118597" y="446602"/>
                  </a:lnTo>
                  <a:lnTo>
                    <a:pt x="112902" y="441943"/>
                  </a:lnTo>
                  <a:lnTo>
                    <a:pt x="113266" y="441338"/>
                  </a:lnTo>
                  <a:lnTo>
                    <a:pt x="112492" y="440592"/>
                  </a:lnTo>
                  <a:lnTo>
                    <a:pt x="112628" y="440406"/>
                  </a:lnTo>
                  <a:lnTo>
                    <a:pt x="109576" y="438123"/>
                  </a:lnTo>
                  <a:lnTo>
                    <a:pt x="107161" y="436353"/>
                  </a:lnTo>
                  <a:lnTo>
                    <a:pt x="107024" y="436493"/>
                  </a:lnTo>
                  <a:lnTo>
                    <a:pt x="106568" y="437005"/>
                  </a:lnTo>
                  <a:lnTo>
                    <a:pt x="105612" y="436260"/>
                  </a:lnTo>
                  <a:lnTo>
                    <a:pt x="105475" y="436167"/>
                  </a:lnTo>
                  <a:lnTo>
                    <a:pt x="103242" y="434210"/>
                  </a:lnTo>
                  <a:lnTo>
                    <a:pt x="102878" y="433931"/>
                  </a:lnTo>
                  <a:lnTo>
                    <a:pt x="101876" y="433046"/>
                  </a:lnTo>
                  <a:lnTo>
                    <a:pt x="100873" y="432114"/>
                  </a:lnTo>
                  <a:lnTo>
                    <a:pt x="95360" y="427921"/>
                  </a:lnTo>
                  <a:lnTo>
                    <a:pt x="94312" y="427129"/>
                  </a:lnTo>
                  <a:lnTo>
                    <a:pt x="91898" y="425126"/>
                  </a:lnTo>
                  <a:lnTo>
                    <a:pt x="90986" y="426803"/>
                  </a:lnTo>
                  <a:lnTo>
                    <a:pt x="86385" y="423263"/>
                  </a:lnTo>
                  <a:lnTo>
                    <a:pt x="84289" y="429738"/>
                  </a:lnTo>
                  <a:lnTo>
                    <a:pt x="81920" y="429039"/>
                  </a:lnTo>
                  <a:lnTo>
                    <a:pt x="79095" y="437518"/>
                  </a:lnTo>
                  <a:lnTo>
                    <a:pt x="77637" y="442176"/>
                  </a:lnTo>
                  <a:lnTo>
                    <a:pt x="76407" y="445996"/>
                  </a:lnTo>
                  <a:lnTo>
                    <a:pt x="76270" y="446508"/>
                  </a:lnTo>
                  <a:lnTo>
                    <a:pt x="76224" y="446741"/>
                  </a:lnTo>
                  <a:lnTo>
                    <a:pt x="75860" y="447906"/>
                  </a:lnTo>
                  <a:lnTo>
                    <a:pt x="75495" y="449210"/>
                  </a:lnTo>
                  <a:lnTo>
                    <a:pt x="75131" y="450421"/>
                  </a:lnTo>
                  <a:lnTo>
                    <a:pt x="74903" y="451213"/>
                  </a:lnTo>
                  <a:lnTo>
                    <a:pt x="74721" y="451866"/>
                  </a:lnTo>
                  <a:lnTo>
                    <a:pt x="74493" y="452564"/>
                  </a:lnTo>
                  <a:lnTo>
                    <a:pt x="74311" y="453263"/>
                  </a:lnTo>
                  <a:lnTo>
                    <a:pt x="74174" y="453822"/>
                  </a:lnTo>
                  <a:lnTo>
                    <a:pt x="74265" y="454241"/>
                  </a:lnTo>
                  <a:lnTo>
                    <a:pt x="73035" y="458154"/>
                  </a:lnTo>
                  <a:lnTo>
                    <a:pt x="72989" y="458294"/>
                  </a:lnTo>
                  <a:lnTo>
                    <a:pt x="72898" y="458574"/>
                  </a:lnTo>
                  <a:lnTo>
                    <a:pt x="70575" y="457968"/>
                  </a:lnTo>
                  <a:lnTo>
                    <a:pt x="68980" y="457502"/>
                  </a:lnTo>
                  <a:lnTo>
                    <a:pt x="68433" y="457362"/>
                  </a:lnTo>
                  <a:lnTo>
                    <a:pt x="67340" y="457036"/>
                  </a:lnTo>
                  <a:lnTo>
                    <a:pt x="64378" y="456105"/>
                  </a:lnTo>
                  <a:lnTo>
                    <a:pt x="63832" y="455825"/>
                  </a:lnTo>
                  <a:lnTo>
                    <a:pt x="63604" y="455685"/>
                  </a:lnTo>
                  <a:lnTo>
                    <a:pt x="63194" y="455313"/>
                  </a:lnTo>
                  <a:lnTo>
                    <a:pt x="62875" y="454893"/>
                  </a:lnTo>
                  <a:lnTo>
                    <a:pt x="60004" y="450468"/>
                  </a:lnTo>
                  <a:lnTo>
                    <a:pt x="58410" y="447720"/>
                  </a:lnTo>
                  <a:lnTo>
                    <a:pt x="57726" y="446695"/>
                  </a:lnTo>
                  <a:lnTo>
                    <a:pt x="57180" y="445903"/>
                  </a:lnTo>
                  <a:lnTo>
                    <a:pt x="56542" y="445064"/>
                  </a:lnTo>
                  <a:lnTo>
                    <a:pt x="55448" y="443806"/>
                  </a:lnTo>
                  <a:lnTo>
                    <a:pt x="53899" y="442036"/>
                  </a:lnTo>
                  <a:lnTo>
                    <a:pt x="53307" y="441384"/>
                  </a:lnTo>
                  <a:lnTo>
                    <a:pt x="51621" y="439428"/>
                  </a:lnTo>
                  <a:lnTo>
                    <a:pt x="50573" y="438216"/>
                  </a:lnTo>
                  <a:lnTo>
                    <a:pt x="49571" y="437145"/>
                  </a:lnTo>
                  <a:lnTo>
                    <a:pt x="49252" y="436772"/>
                  </a:lnTo>
                  <a:lnTo>
                    <a:pt x="49388" y="436679"/>
                  </a:lnTo>
                  <a:lnTo>
                    <a:pt x="49616" y="436446"/>
                  </a:lnTo>
                  <a:lnTo>
                    <a:pt x="49252" y="436027"/>
                  </a:lnTo>
                  <a:lnTo>
                    <a:pt x="48113" y="435235"/>
                  </a:lnTo>
                  <a:lnTo>
                    <a:pt x="43147" y="432207"/>
                  </a:lnTo>
                  <a:lnTo>
                    <a:pt x="39638" y="430018"/>
                  </a:lnTo>
                  <a:lnTo>
                    <a:pt x="39046" y="429459"/>
                  </a:lnTo>
                  <a:lnTo>
                    <a:pt x="38636" y="428853"/>
                  </a:lnTo>
                  <a:lnTo>
                    <a:pt x="38454" y="428806"/>
                  </a:lnTo>
                  <a:lnTo>
                    <a:pt x="38317" y="428713"/>
                  </a:lnTo>
                  <a:lnTo>
                    <a:pt x="37679" y="428294"/>
                  </a:lnTo>
                  <a:lnTo>
                    <a:pt x="36677" y="427688"/>
                  </a:lnTo>
                  <a:lnTo>
                    <a:pt x="36494" y="427502"/>
                  </a:lnTo>
                  <a:lnTo>
                    <a:pt x="36130" y="427176"/>
                  </a:lnTo>
                  <a:lnTo>
                    <a:pt x="35857" y="426990"/>
                  </a:lnTo>
                  <a:lnTo>
                    <a:pt x="34900" y="426337"/>
                  </a:lnTo>
                  <a:lnTo>
                    <a:pt x="34763" y="426244"/>
                  </a:lnTo>
                  <a:lnTo>
                    <a:pt x="33761" y="425545"/>
                  </a:lnTo>
                  <a:lnTo>
                    <a:pt x="33305" y="425033"/>
                  </a:lnTo>
                  <a:lnTo>
                    <a:pt x="32075" y="424800"/>
                  </a:lnTo>
                  <a:lnTo>
                    <a:pt x="30070" y="424521"/>
                  </a:lnTo>
                  <a:lnTo>
                    <a:pt x="27792" y="424101"/>
                  </a:lnTo>
                  <a:lnTo>
                    <a:pt x="24876" y="423682"/>
                  </a:lnTo>
                  <a:lnTo>
                    <a:pt x="23509" y="423449"/>
                  </a:lnTo>
                  <a:lnTo>
                    <a:pt x="23190" y="423403"/>
                  </a:lnTo>
                  <a:lnTo>
                    <a:pt x="22279" y="423309"/>
                  </a:lnTo>
                  <a:lnTo>
                    <a:pt x="20912" y="423123"/>
                  </a:lnTo>
                  <a:lnTo>
                    <a:pt x="18908" y="422657"/>
                  </a:lnTo>
                  <a:lnTo>
                    <a:pt x="18543" y="422424"/>
                  </a:lnTo>
                  <a:lnTo>
                    <a:pt x="18543" y="422052"/>
                  </a:lnTo>
                  <a:lnTo>
                    <a:pt x="18589" y="421912"/>
                  </a:lnTo>
                  <a:lnTo>
                    <a:pt x="18862" y="421446"/>
                  </a:lnTo>
                  <a:lnTo>
                    <a:pt x="19135" y="420934"/>
                  </a:lnTo>
                  <a:lnTo>
                    <a:pt x="19956" y="420142"/>
                  </a:lnTo>
                  <a:lnTo>
                    <a:pt x="20138" y="418418"/>
                  </a:lnTo>
                  <a:lnTo>
                    <a:pt x="20229" y="417859"/>
                  </a:lnTo>
                  <a:lnTo>
                    <a:pt x="20229" y="417580"/>
                  </a:lnTo>
                  <a:lnTo>
                    <a:pt x="21869" y="416834"/>
                  </a:lnTo>
                  <a:lnTo>
                    <a:pt x="23783" y="415297"/>
                  </a:lnTo>
                  <a:lnTo>
                    <a:pt x="24694" y="414738"/>
                  </a:lnTo>
                  <a:lnTo>
                    <a:pt x="27610" y="413014"/>
                  </a:lnTo>
                  <a:lnTo>
                    <a:pt x="28157" y="412828"/>
                  </a:lnTo>
                  <a:lnTo>
                    <a:pt x="29387" y="410825"/>
                  </a:lnTo>
                  <a:lnTo>
                    <a:pt x="29478" y="409800"/>
                  </a:lnTo>
                  <a:lnTo>
                    <a:pt x="29432" y="409614"/>
                  </a:lnTo>
                  <a:lnTo>
                    <a:pt x="29387" y="409427"/>
                  </a:lnTo>
                  <a:lnTo>
                    <a:pt x="30298" y="408030"/>
                  </a:lnTo>
                  <a:lnTo>
                    <a:pt x="31802" y="405794"/>
                  </a:lnTo>
                  <a:lnTo>
                    <a:pt x="32895" y="406539"/>
                  </a:lnTo>
                  <a:lnTo>
                    <a:pt x="33168" y="406725"/>
                  </a:lnTo>
                  <a:lnTo>
                    <a:pt x="33989" y="405701"/>
                  </a:lnTo>
                  <a:lnTo>
                    <a:pt x="35583" y="403558"/>
                  </a:lnTo>
                  <a:lnTo>
                    <a:pt x="37178" y="401508"/>
                  </a:lnTo>
                  <a:lnTo>
                    <a:pt x="38089" y="400297"/>
                  </a:lnTo>
                  <a:lnTo>
                    <a:pt x="39319" y="398666"/>
                  </a:lnTo>
                  <a:lnTo>
                    <a:pt x="39638" y="398247"/>
                  </a:lnTo>
                  <a:lnTo>
                    <a:pt x="39729" y="398107"/>
                  </a:lnTo>
                  <a:lnTo>
                    <a:pt x="39912" y="398154"/>
                  </a:lnTo>
                  <a:lnTo>
                    <a:pt x="42691" y="398620"/>
                  </a:lnTo>
                  <a:lnTo>
                    <a:pt x="44058" y="398806"/>
                  </a:lnTo>
                  <a:lnTo>
                    <a:pt x="45835" y="399086"/>
                  </a:lnTo>
                  <a:lnTo>
                    <a:pt x="46154" y="399132"/>
                  </a:lnTo>
                  <a:lnTo>
                    <a:pt x="47429" y="399319"/>
                  </a:lnTo>
                  <a:lnTo>
                    <a:pt x="47839" y="399412"/>
                  </a:lnTo>
                  <a:lnTo>
                    <a:pt x="48067" y="398946"/>
                  </a:lnTo>
                  <a:lnTo>
                    <a:pt x="48158" y="398620"/>
                  </a:lnTo>
                  <a:lnTo>
                    <a:pt x="48477" y="397642"/>
                  </a:lnTo>
                  <a:lnTo>
                    <a:pt x="48796" y="396570"/>
                  </a:lnTo>
                  <a:lnTo>
                    <a:pt x="49024" y="395778"/>
                  </a:lnTo>
                  <a:lnTo>
                    <a:pt x="49297" y="395079"/>
                  </a:lnTo>
                  <a:lnTo>
                    <a:pt x="49388" y="394707"/>
                  </a:lnTo>
                  <a:lnTo>
                    <a:pt x="49799" y="394101"/>
                  </a:lnTo>
                  <a:lnTo>
                    <a:pt x="49525" y="393961"/>
                  </a:lnTo>
                  <a:lnTo>
                    <a:pt x="41597" y="389536"/>
                  </a:lnTo>
                  <a:lnTo>
                    <a:pt x="23737" y="379520"/>
                  </a:lnTo>
                  <a:lnTo>
                    <a:pt x="18771" y="376725"/>
                  </a:lnTo>
                  <a:lnTo>
                    <a:pt x="10615" y="372160"/>
                  </a:lnTo>
                  <a:lnTo>
                    <a:pt x="11025" y="370856"/>
                  </a:lnTo>
                  <a:lnTo>
                    <a:pt x="11390" y="369784"/>
                  </a:lnTo>
                  <a:lnTo>
                    <a:pt x="11663" y="369272"/>
                  </a:lnTo>
                  <a:lnTo>
                    <a:pt x="11982" y="368713"/>
                  </a:lnTo>
                  <a:lnTo>
                    <a:pt x="12301" y="368340"/>
                  </a:lnTo>
                  <a:lnTo>
                    <a:pt x="12575" y="368014"/>
                  </a:lnTo>
                  <a:lnTo>
                    <a:pt x="12256" y="367735"/>
                  </a:lnTo>
                  <a:lnTo>
                    <a:pt x="11436" y="366989"/>
                  </a:lnTo>
                  <a:lnTo>
                    <a:pt x="11299" y="366803"/>
                  </a:lnTo>
                  <a:lnTo>
                    <a:pt x="10980" y="366477"/>
                  </a:lnTo>
                  <a:lnTo>
                    <a:pt x="9932" y="365592"/>
                  </a:lnTo>
                  <a:lnTo>
                    <a:pt x="9795" y="365452"/>
                  </a:lnTo>
                  <a:lnTo>
                    <a:pt x="9476" y="365219"/>
                  </a:lnTo>
                  <a:lnTo>
                    <a:pt x="9340" y="365079"/>
                  </a:lnTo>
                  <a:lnTo>
                    <a:pt x="8975" y="364753"/>
                  </a:lnTo>
                  <a:lnTo>
                    <a:pt x="8793" y="364613"/>
                  </a:lnTo>
                  <a:lnTo>
                    <a:pt x="8246" y="364148"/>
                  </a:lnTo>
                  <a:lnTo>
                    <a:pt x="8064" y="364008"/>
                  </a:lnTo>
                  <a:lnTo>
                    <a:pt x="7335" y="363402"/>
                  </a:lnTo>
                  <a:lnTo>
                    <a:pt x="7016" y="363169"/>
                  </a:lnTo>
                  <a:lnTo>
                    <a:pt x="6834" y="362983"/>
                  </a:lnTo>
                  <a:lnTo>
                    <a:pt x="6697" y="362890"/>
                  </a:lnTo>
                  <a:lnTo>
                    <a:pt x="5740" y="362051"/>
                  </a:lnTo>
                  <a:lnTo>
                    <a:pt x="3417" y="360328"/>
                  </a:lnTo>
                  <a:lnTo>
                    <a:pt x="3098" y="360095"/>
                  </a:lnTo>
                  <a:lnTo>
                    <a:pt x="2779" y="359862"/>
                  </a:lnTo>
                  <a:lnTo>
                    <a:pt x="2141" y="359489"/>
                  </a:lnTo>
                  <a:lnTo>
                    <a:pt x="1731" y="359210"/>
                  </a:lnTo>
                  <a:lnTo>
                    <a:pt x="1230" y="358884"/>
                  </a:lnTo>
                  <a:lnTo>
                    <a:pt x="820" y="358604"/>
                  </a:lnTo>
                  <a:lnTo>
                    <a:pt x="136" y="358185"/>
                  </a:lnTo>
                  <a:lnTo>
                    <a:pt x="0" y="358138"/>
                  </a:lnTo>
                  <a:lnTo>
                    <a:pt x="1731" y="354598"/>
                  </a:lnTo>
                  <a:lnTo>
                    <a:pt x="3417" y="350871"/>
                  </a:lnTo>
                  <a:lnTo>
                    <a:pt x="5512" y="346259"/>
                  </a:lnTo>
                  <a:lnTo>
                    <a:pt x="5604" y="346026"/>
                  </a:lnTo>
                  <a:lnTo>
                    <a:pt x="6241" y="344489"/>
                  </a:lnTo>
                  <a:lnTo>
                    <a:pt x="7335" y="342067"/>
                  </a:lnTo>
                  <a:lnTo>
                    <a:pt x="8428" y="339598"/>
                  </a:lnTo>
                  <a:lnTo>
                    <a:pt x="8838" y="338573"/>
                  </a:lnTo>
                  <a:lnTo>
                    <a:pt x="9294" y="337641"/>
                  </a:lnTo>
                  <a:lnTo>
                    <a:pt x="10388" y="335126"/>
                  </a:lnTo>
                  <a:lnTo>
                    <a:pt x="10479" y="334939"/>
                  </a:lnTo>
                  <a:lnTo>
                    <a:pt x="10661" y="334567"/>
                  </a:lnTo>
                  <a:lnTo>
                    <a:pt x="10798" y="334194"/>
                  </a:lnTo>
                  <a:lnTo>
                    <a:pt x="10889" y="334008"/>
                  </a:lnTo>
                  <a:lnTo>
                    <a:pt x="11025" y="333775"/>
                  </a:lnTo>
                  <a:lnTo>
                    <a:pt x="11527" y="333402"/>
                  </a:lnTo>
                  <a:lnTo>
                    <a:pt x="11709" y="333123"/>
                  </a:lnTo>
                  <a:lnTo>
                    <a:pt x="11846" y="332890"/>
                  </a:lnTo>
                  <a:lnTo>
                    <a:pt x="12028" y="332237"/>
                  </a:lnTo>
                  <a:lnTo>
                    <a:pt x="12164" y="332237"/>
                  </a:lnTo>
                  <a:lnTo>
                    <a:pt x="14306" y="332237"/>
                  </a:lnTo>
                  <a:lnTo>
                    <a:pt x="14443" y="332237"/>
                  </a:lnTo>
                  <a:lnTo>
                    <a:pt x="14306" y="332098"/>
                  </a:lnTo>
                  <a:lnTo>
                    <a:pt x="12347" y="329629"/>
                  </a:lnTo>
                  <a:lnTo>
                    <a:pt x="12802" y="328977"/>
                  </a:lnTo>
                  <a:lnTo>
                    <a:pt x="13121" y="328511"/>
                  </a:lnTo>
                  <a:lnTo>
                    <a:pt x="13440" y="328045"/>
                  </a:lnTo>
                  <a:lnTo>
                    <a:pt x="14306" y="326880"/>
                  </a:lnTo>
                  <a:lnTo>
                    <a:pt x="14853" y="326088"/>
                  </a:lnTo>
                  <a:lnTo>
                    <a:pt x="15126" y="325762"/>
                  </a:lnTo>
                  <a:lnTo>
                    <a:pt x="16311" y="324085"/>
                  </a:lnTo>
                  <a:lnTo>
                    <a:pt x="17996" y="321616"/>
                  </a:lnTo>
                  <a:lnTo>
                    <a:pt x="19773" y="319101"/>
                  </a:lnTo>
                  <a:lnTo>
                    <a:pt x="20138" y="318635"/>
                  </a:lnTo>
                  <a:lnTo>
                    <a:pt x="20274" y="318402"/>
                  </a:lnTo>
                  <a:lnTo>
                    <a:pt x="19135" y="317377"/>
                  </a:lnTo>
                  <a:lnTo>
                    <a:pt x="18179" y="316445"/>
                  </a:lnTo>
                  <a:lnTo>
                    <a:pt x="18680" y="315933"/>
                  </a:lnTo>
                  <a:lnTo>
                    <a:pt x="19864" y="314675"/>
                  </a:lnTo>
                  <a:lnTo>
                    <a:pt x="20366" y="314070"/>
                  </a:lnTo>
                  <a:lnTo>
                    <a:pt x="21322" y="312299"/>
                  </a:lnTo>
                  <a:lnTo>
                    <a:pt x="22644" y="309551"/>
                  </a:lnTo>
                  <a:lnTo>
                    <a:pt x="22735" y="309365"/>
                  </a:lnTo>
                  <a:lnTo>
                    <a:pt x="24238" y="306430"/>
                  </a:lnTo>
                  <a:lnTo>
                    <a:pt x="25696" y="303542"/>
                  </a:lnTo>
                  <a:lnTo>
                    <a:pt x="25787" y="303309"/>
                  </a:lnTo>
                  <a:lnTo>
                    <a:pt x="25924" y="303029"/>
                  </a:lnTo>
                  <a:lnTo>
                    <a:pt x="26152" y="302610"/>
                  </a:lnTo>
                  <a:lnTo>
                    <a:pt x="26334" y="302191"/>
                  </a:lnTo>
                  <a:lnTo>
                    <a:pt x="27063" y="301306"/>
                  </a:lnTo>
                  <a:lnTo>
                    <a:pt x="23874" y="298557"/>
                  </a:lnTo>
                  <a:lnTo>
                    <a:pt x="23236" y="297998"/>
                  </a:lnTo>
                  <a:lnTo>
                    <a:pt x="22370" y="297206"/>
                  </a:lnTo>
                  <a:lnTo>
                    <a:pt x="20912" y="295762"/>
                  </a:lnTo>
                  <a:lnTo>
                    <a:pt x="18270" y="293479"/>
                  </a:lnTo>
                  <a:lnTo>
                    <a:pt x="17176" y="292594"/>
                  </a:lnTo>
                  <a:lnTo>
                    <a:pt x="16447" y="291942"/>
                  </a:lnTo>
                  <a:lnTo>
                    <a:pt x="15582" y="291150"/>
                  </a:lnTo>
                  <a:lnTo>
                    <a:pt x="14488" y="290172"/>
                  </a:lnTo>
                  <a:lnTo>
                    <a:pt x="13030" y="288914"/>
                  </a:lnTo>
                  <a:lnTo>
                    <a:pt x="12483" y="288402"/>
                  </a:lnTo>
                  <a:lnTo>
                    <a:pt x="11344" y="287377"/>
                  </a:lnTo>
                  <a:lnTo>
                    <a:pt x="10843" y="286911"/>
                  </a:lnTo>
                  <a:lnTo>
                    <a:pt x="10524" y="286678"/>
                  </a:lnTo>
                  <a:lnTo>
                    <a:pt x="10296" y="286445"/>
                  </a:lnTo>
                  <a:lnTo>
                    <a:pt x="8474" y="284815"/>
                  </a:lnTo>
                  <a:lnTo>
                    <a:pt x="8155" y="284535"/>
                  </a:lnTo>
                  <a:lnTo>
                    <a:pt x="7882" y="284302"/>
                  </a:lnTo>
                  <a:lnTo>
                    <a:pt x="6743" y="283324"/>
                  </a:lnTo>
                  <a:lnTo>
                    <a:pt x="6606" y="283184"/>
                  </a:lnTo>
                  <a:lnTo>
                    <a:pt x="5740" y="282486"/>
                  </a:lnTo>
                  <a:lnTo>
                    <a:pt x="5604" y="282299"/>
                  </a:lnTo>
                  <a:lnTo>
                    <a:pt x="4601" y="281507"/>
                  </a:lnTo>
                  <a:lnTo>
                    <a:pt x="3690" y="280715"/>
                  </a:lnTo>
                  <a:lnTo>
                    <a:pt x="3326" y="280436"/>
                  </a:lnTo>
                  <a:lnTo>
                    <a:pt x="3189" y="280296"/>
                  </a:lnTo>
                  <a:lnTo>
                    <a:pt x="2323" y="279458"/>
                  </a:lnTo>
                  <a:lnTo>
                    <a:pt x="2278" y="279318"/>
                  </a:lnTo>
                  <a:lnTo>
                    <a:pt x="2278" y="279085"/>
                  </a:lnTo>
                  <a:lnTo>
                    <a:pt x="2232" y="277594"/>
                  </a:lnTo>
                  <a:lnTo>
                    <a:pt x="2186" y="275964"/>
                  </a:lnTo>
                  <a:lnTo>
                    <a:pt x="2186" y="274892"/>
                  </a:lnTo>
                  <a:lnTo>
                    <a:pt x="2186" y="274660"/>
                  </a:lnTo>
                  <a:lnTo>
                    <a:pt x="2141" y="273868"/>
                  </a:lnTo>
                  <a:lnTo>
                    <a:pt x="2141" y="273309"/>
                  </a:lnTo>
                  <a:lnTo>
                    <a:pt x="2095" y="272377"/>
                  </a:lnTo>
                  <a:lnTo>
                    <a:pt x="2095" y="271445"/>
                  </a:lnTo>
                  <a:lnTo>
                    <a:pt x="2050" y="270374"/>
                  </a:lnTo>
                  <a:lnTo>
                    <a:pt x="2050" y="270094"/>
                  </a:lnTo>
                  <a:lnTo>
                    <a:pt x="2050" y="269908"/>
                  </a:lnTo>
                  <a:lnTo>
                    <a:pt x="2004" y="269442"/>
                  </a:lnTo>
                  <a:lnTo>
                    <a:pt x="2004" y="267672"/>
                  </a:lnTo>
                  <a:lnTo>
                    <a:pt x="1959" y="266833"/>
                  </a:lnTo>
                  <a:lnTo>
                    <a:pt x="1913" y="265902"/>
                  </a:lnTo>
                  <a:lnTo>
                    <a:pt x="1913" y="265622"/>
                  </a:lnTo>
                  <a:lnTo>
                    <a:pt x="1868" y="263479"/>
                  </a:lnTo>
                  <a:lnTo>
                    <a:pt x="1868" y="263293"/>
                  </a:lnTo>
                  <a:lnTo>
                    <a:pt x="1868" y="262641"/>
                  </a:lnTo>
                  <a:lnTo>
                    <a:pt x="1822" y="262315"/>
                  </a:lnTo>
                  <a:lnTo>
                    <a:pt x="1776" y="260824"/>
                  </a:lnTo>
                  <a:lnTo>
                    <a:pt x="1731" y="258867"/>
                  </a:lnTo>
                  <a:lnTo>
                    <a:pt x="1731" y="258402"/>
                  </a:lnTo>
                  <a:lnTo>
                    <a:pt x="1685" y="257190"/>
                  </a:lnTo>
                  <a:lnTo>
                    <a:pt x="1685" y="256352"/>
                  </a:lnTo>
                  <a:lnTo>
                    <a:pt x="1640" y="255607"/>
                  </a:lnTo>
                  <a:lnTo>
                    <a:pt x="1640" y="255048"/>
                  </a:lnTo>
                  <a:lnTo>
                    <a:pt x="1685" y="254768"/>
                  </a:lnTo>
                  <a:lnTo>
                    <a:pt x="2278" y="254768"/>
                  </a:lnTo>
                  <a:lnTo>
                    <a:pt x="2915" y="254768"/>
                  </a:lnTo>
                  <a:lnTo>
                    <a:pt x="4692" y="254721"/>
                  </a:lnTo>
                  <a:lnTo>
                    <a:pt x="4692" y="254535"/>
                  </a:lnTo>
                  <a:lnTo>
                    <a:pt x="4738" y="254069"/>
                  </a:lnTo>
                  <a:lnTo>
                    <a:pt x="4738" y="253930"/>
                  </a:lnTo>
                  <a:lnTo>
                    <a:pt x="4738" y="253790"/>
                  </a:lnTo>
                  <a:lnTo>
                    <a:pt x="4738" y="253464"/>
                  </a:lnTo>
                  <a:lnTo>
                    <a:pt x="4783" y="253324"/>
                  </a:lnTo>
                  <a:lnTo>
                    <a:pt x="4829" y="253184"/>
                  </a:lnTo>
                  <a:lnTo>
                    <a:pt x="4966" y="252998"/>
                  </a:lnTo>
                  <a:lnTo>
                    <a:pt x="5740" y="252532"/>
                  </a:lnTo>
                  <a:lnTo>
                    <a:pt x="6333" y="253044"/>
                  </a:lnTo>
                  <a:lnTo>
                    <a:pt x="7426" y="254069"/>
                  </a:lnTo>
                  <a:lnTo>
                    <a:pt x="7699" y="254302"/>
                  </a:lnTo>
                  <a:lnTo>
                    <a:pt x="8565" y="255048"/>
                  </a:lnTo>
                  <a:lnTo>
                    <a:pt x="8884" y="255327"/>
                  </a:lnTo>
                  <a:lnTo>
                    <a:pt x="10069" y="252672"/>
                  </a:lnTo>
                  <a:lnTo>
                    <a:pt x="10114" y="252532"/>
                  </a:lnTo>
                  <a:lnTo>
                    <a:pt x="10980" y="253371"/>
                  </a:lnTo>
                  <a:lnTo>
                    <a:pt x="11436" y="253697"/>
                  </a:lnTo>
                  <a:lnTo>
                    <a:pt x="12164" y="252718"/>
                  </a:lnTo>
                  <a:lnTo>
                    <a:pt x="12666" y="250948"/>
                  </a:lnTo>
                  <a:lnTo>
                    <a:pt x="12802" y="250669"/>
                  </a:lnTo>
                  <a:lnTo>
                    <a:pt x="13167" y="250715"/>
                  </a:lnTo>
                  <a:lnTo>
                    <a:pt x="13668" y="250762"/>
                  </a:lnTo>
                  <a:lnTo>
                    <a:pt x="14215" y="250808"/>
                  </a:lnTo>
                  <a:lnTo>
                    <a:pt x="14534" y="250855"/>
                  </a:lnTo>
                  <a:lnTo>
                    <a:pt x="14853" y="250855"/>
                  </a:lnTo>
                  <a:lnTo>
                    <a:pt x="16584" y="250902"/>
                  </a:lnTo>
                  <a:lnTo>
                    <a:pt x="16857" y="250902"/>
                  </a:lnTo>
                  <a:lnTo>
                    <a:pt x="16994" y="250902"/>
                  </a:lnTo>
                  <a:lnTo>
                    <a:pt x="18270" y="250808"/>
                  </a:lnTo>
                  <a:lnTo>
                    <a:pt x="19728" y="250482"/>
                  </a:lnTo>
                  <a:lnTo>
                    <a:pt x="20047" y="250389"/>
                  </a:lnTo>
                  <a:lnTo>
                    <a:pt x="20912" y="250156"/>
                  </a:lnTo>
                  <a:lnTo>
                    <a:pt x="21140" y="250063"/>
                  </a:lnTo>
                  <a:lnTo>
                    <a:pt x="21869" y="251600"/>
                  </a:lnTo>
                  <a:lnTo>
                    <a:pt x="22234" y="252439"/>
                  </a:lnTo>
                  <a:lnTo>
                    <a:pt x="22325" y="252579"/>
                  </a:lnTo>
                  <a:lnTo>
                    <a:pt x="22780" y="252439"/>
                  </a:lnTo>
                  <a:lnTo>
                    <a:pt x="22963" y="252392"/>
                  </a:lnTo>
                  <a:lnTo>
                    <a:pt x="23327" y="252299"/>
                  </a:lnTo>
                  <a:lnTo>
                    <a:pt x="23783" y="252159"/>
                  </a:lnTo>
                  <a:lnTo>
                    <a:pt x="24056" y="252066"/>
                  </a:lnTo>
                  <a:lnTo>
                    <a:pt x="24147" y="252998"/>
                  </a:lnTo>
                  <a:lnTo>
                    <a:pt x="24238" y="253603"/>
                  </a:lnTo>
                  <a:lnTo>
                    <a:pt x="24238" y="253883"/>
                  </a:lnTo>
                  <a:lnTo>
                    <a:pt x="24147" y="254395"/>
                  </a:lnTo>
                  <a:lnTo>
                    <a:pt x="23965" y="255234"/>
                  </a:lnTo>
                  <a:lnTo>
                    <a:pt x="23692" y="256911"/>
                  </a:lnTo>
                  <a:lnTo>
                    <a:pt x="23828" y="257144"/>
                  </a:lnTo>
                  <a:lnTo>
                    <a:pt x="23919" y="257377"/>
                  </a:lnTo>
                  <a:lnTo>
                    <a:pt x="24147" y="257843"/>
                  </a:lnTo>
                  <a:lnTo>
                    <a:pt x="24193" y="257982"/>
                  </a:lnTo>
                  <a:lnTo>
                    <a:pt x="24557" y="258681"/>
                  </a:lnTo>
                  <a:lnTo>
                    <a:pt x="24922" y="258262"/>
                  </a:lnTo>
                  <a:lnTo>
                    <a:pt x="25651" y="257517"/>
                  </a:lnTo>
                  <a:lnTo>
                    <a:pt x="25833" y="257284"/>
                  </a:lnTo>
                  <a:lnTo>
                    <a:pt x="26471" y="256585"/>
                  </a:lnTo>
                  <a:lnTo>
                    <a:pt x="26608" y="256072"/>
                  </a:lnTo>
                  <a:lnTo>
                    <a:pt x="26653" y="255840"/>
                  </a:lnTo>
                  <a:lnTo>
                    <a:pt x="26699" y="255700"/>
                  </a:lnTo>
                  <a:lnTo>
                    <a:pt x="26744" y="255420"/>
                  </a:lnTo>
                  <a:lnTo>
                    <a:pt x="26972" y="254489"/>
                  </a:lnTo>
                  <a:lnTo>
                    <a:pt x="28339" y="254815"/>
                  </a:lnTo>
                  <a:lnTo>
                    <a:pt x="28521" y="254861"/>
                  </a:lnTo>
                  <a:lnTo>
                    <a:pt x="28886" y="254954"/>
                  </a:lnTo>
                  <a:lnTo>
                    <a:pt x="29432" y="255048"/>
                  </a:lnTo>
                  <a:lnTo>
                    <a:pt x="29660" y="255094"/>
                  </a:lnTo>
                  <a:lnTo>
                    <a:pt x="29842" y="254209"/>
                  </a:lnTo>
                  <a:lnTo>
                    <a:pt x="30116" y="252812"/>
                  </a:lnTo>
                  <a:lnTo>
                    <a:pt x="32257" y="253184"/>
                  </a:lnTo>
                  <a:lnTo>
                    <a:pt x="33487" y="253091"/>
                  </a:lnTo>
                  <a:lnTo>
                    <a:pt x="35264" y="252905"/>
                  </a:lnTo>
                  <a:lnTo>
                    <a:pt x="35720" y="252858"/>
                  </a:lnTo>
                  <a:lnTo>
                    <a:pt x="35993" y="252858"/>
                  </a:lnTo>
                  <a:lnTo>
                    <a:pt x="36358" y="252812"/>
                  </a:lnTo>
                  <a:lnTo>
                    <a:pt x="36540" y="252812"/>
                  </a:lnTo>
                  <a:lnTo>
                    <a:pt x="36950" y="252765"/>
                  </a:lnTo>
                  <a:lnTo>
                    <a:pt x="39638" y="252532"/>
                  </a:lnTo>
                  <a:lnTo>
                    <a:pt x="40641" y="252392"/>
                  </a:lnTo>
                  <a:lnTo>
                    <a:pt x="40367" y="249644"/>
                  </a:lnTo>
                  <a:lnTo>
                    <a:pt x="40231" y="248339"/>
                  </a:lnTo>
                  <a:lnTo>
                    <a:pt x="40139" y="247082"/>
                  </a:lnTo>
                  <a:lnTo>
                    <a:pt x="39866" y="244240"/>
                  </a:lnTo>
                  <a:lnTo>
                    <a:pt x="39866" y="243774"/>
                  </a:lnTo>
                  <a:lnTo>
                    <a:pt x="40139" y="241818"/>
                  </a:lnTo>
                  <a:lnTo>
                    <a:pt x="40276" y="241864"/>
                  </a:lnTo>
                  <a:lnTo>
                    <a:pt x="40413" y="241864"/>
                  </a:lnTo>
                  <a:lnTo>
                    <a:pt x="40777" y="241911"/>
                  </a:lnTo>
                  <a:lnTo>
                    <a:pt x="41825" y="242051"/>
                  </a:lnTo>
                  <a:lnTo>
                    <a:pt x="42099" y="242097"/>
                  </a:lnTo>
                  <a:lnTo>
                    <a:pt x="42828" y="242190"/>
                  </a:lnTo>
                  <a:lnTo>
                    <a:pt x="43374" y="242284"/>
                  </a:lnTo>
                  <a:lnTo>
                    <a:pt x="47338" y="242936"/>
                  </a:lnTo>
                  <a:lnTo>
                    <a:pt x="48341" y="243075"/>
                  </a:lnTo>
                  <a:lnTo>
                    <a:pt x="48705" y="243122"/>
                  </a:lnTo>
                  <a:lnTo>
                    <a:pt x="48887" y="243169"/>
                  </a:lnTo>
                  <a:lnTo>
                    <a:pt x="49343" y="243215"/>
                  </a:lnTo>
                  <a:lnTo>
                    <a:pt x="50072" y="243355"/>
                  </a:lnTo>
                  <a:lnTo>
                    <a:pt x="51029" y="243495"/>
                  </a:lnTo>
                  <a:lnTo>
                    <a:pt x="52760" y="243774"/>
                  </a:lnTo>
                  <a:lnTo>
                    <a:pt x="53580" y="243867"/>
                  </a:lnTo>
                  <a:lnTo>
                    <a:pt x="53762" y="243914"/>
                  </a:lnTo>
                  <a:lnTo>
                    <a:pt x="55038" y="244100"/>
                  </a:lnTo>
                  <a:lnTo>
                    <a:pt x="55995" y="244287"/>
                  </a:lnTo>
                  <a:lnTo>
                    <a:pt x="57544" y="244520"/>
                  </a:lnTo>
                  <a:lnTo>
                    <a:pt x="57954" y="244566"/>
                  </a:lnTo>
                  <a:lnTo>
                    <a:pt x="58091" y="244613"/>
                  </a:lnTo>
                  <a:lnTo>
                    <a:pt x="58273" y="244613"/>
                  </a:lnTo>
                  <a:lnTo>
                    <a:pt x="59640" y="244846"/>
                  </a:lnTo>
                  <a:lnTo>
                    <a:pt x="60141" y="244939"/>
                  </a:lnTo>
                  <a:lnTo>
                    <a:pt x="60278" y="244939"/>
                  </a:lnTo>
                  <a:lnTo>
                    <a:pt x="61052" y="245079"/>
                  </a:lnTo>
                  <a:lnTo>
                    <a:pt x="61508" y="245125"/>
                  </a:lnTo>
                  <a:lnTo>
                    <a:pt x="62282" y="245265"/>
                  </a:lnTo>
                  <a:lnTo>
                    <a:pt x="62784" y="245358"/>
                  </a:lnTo>
                  <a:lnTo>
                    <a:pt x="64333" y="245638"/>
                  </a:lnTo>
                  <a:lnTo>
                    <a:pt x="65608" y="245824"/>
                  </a:lnTo>
                  <a:lnTo>
                    <a:pt x="65882" y="245871"/>
                  </a:lnTo>
                  <a:lnTo>
                    <a:pt x="66474" y="245964"/>
                  </a:lnTo>
                  <a:lnTo>
                    <a:pt x="66702" y="246010"/>
                  </a:lnTo>
                  <a:lnTo>
                    <a:pt x="67158" y="246103"/>
                  </a:lnTo>
                  <a:lnTo>
                    <a:pt x="67659" y="246197"/>
                  </a:lnTo>
                  <a:lnTo>
                    <a:pt x="68114" y="246243"/>
                  </a:lnTo>
                  <a:lnTo>
                    <a:pt x="68934" y="246430"/>
                  </a:lnTo>
                  <a:lnTo>
                    <a:pt x="69345" y="246476"/>
                  </a:lnTo>
                  <a:lnTo>
                    <a:pt x="69755" y="246569"/>
                  </a:lnTo>
                  <a:lnTo>
                    <a:pt x="71623" y="246802"/>
                  </a:lnTo>
                  <a:lnTo>
                    <a:pt x="72443" y="246942"/>
                  </a:lnTo>
                  <a:lnTo>
                    <a:pt x="73627" y="247128"/>
                  </a:lnTo>
                  <a:lnTo>
                    <a:pt x="74265" y="247221"/>
                  </a:lnTo>
                  <a:lnTo>
                    <a:pt x="74447" y="247221"/>
                  </a:lnTo>
                  <a:lnTo>
                    <a:pt x="75814" y="247454"/>
                  </a:lnTo>
                  <a:lnTo>
                    <a:pt x="75997" y="247454"/>
                  </a:lnTo>
                  <a:lnTo>
                    <a:pt x="76315" y="247501"/>
                  </a:lnTo>
                  <a:lnTo>
                    <a:pt x="76498" y="247501"/>
                  </a:lnTo>
                  <a:lnTo>
                    <a:pt x="76498" y="247221"/>
                  </a:lnTo>
                  <a:lnTo>
                    <a:pt x="76543" y="246989"/>
                  </a:lnTo>
                  <a:lnTo>
                    <a:pt x="76589" y="246709"/>
                  </a:lnTo>
                  <a:lnTo>
                    <a:pt x="76680" y="246476"/>
                  </a:lnTo>
                  <a:lnTo>
                    <a:pt x="76817" y="246197"/>
                  </a:lnTo>
                  <a:lnTo>
                    <a:pt x="76953" y="246010"/>
                  </a:lnTo>
                  <a:lnTo>
                    <a:pt x="77136" y="245777"/>
                  </a:lnTo>
                  <a:lnTo>
                    <a:pt x="77318" y="245591"/>
                  </a:lnTo>
                  <a:lnTo>
                    <a:pt x="77136" y="245312"/>
                  </a:lnTo>
                  <a:lnTo>
                    <a:pt x="76589" y="244473"/>
                  </a:lnTo>
                  <a:lnTo>
                    <a:pt x="76088" y="243634"/>
                  </a:lnTo>
                  <a:lnTo>
                    <a:pt x="75769" y="243169"/>
                  </a:lnTo>
                  <a:lnTo>
                    <a:pt x="74447" y="241305"/>
                  </a:lnTo>
                  <a:lnTo>
                    <a:pt x="73263" y="239628"/>
                  </a:lnTo>
                  <a:lnTo>
                    <a:pt x="70848" y="236181"/>
                  </a:lnTo>
                  <a:lnTo>
                    <a:pt x="71167" y="235948"/>
                  </a:lnTo>
                  <a:lnTo>
                    <a:pt x="71304" y="235808"/>
                  </a:lnTo>
                  <a:lnTo>
                    <a:pt x="71577" y="235622"/>
                  </a:lnTo>
                  <a:lnTo>
                    <a:pt x="72169" y="235110"/>
                  </a:lnTo>
                  <a:lnTo>
                    <a:pt x="72488" y="234457"/>
                  </a:lnTo>
                  <a:lnTo>
                    <a:pt x="72716" y="233805"/>
                  </a:lnTo>
                  <a:lnTo>
                    <a:pt x="72944" y="233060"/>
                  </a:lnTo>
                  <a:lnTo>
                    <a:pt x="73081" y="232454"/>
                  </a:lnTo>
                  <a:lnTo>
                    <a:pt x="73172" y="231988"/>
                  </a:lnTo>
                  <a:lnTo>
                    <a:pt x="73445" y="231476"/>
                  </a:lnTo>
                  <a:lnTo>
                    <a:pt x="73627" y="231197"/>
                  </a:lnTo>
                  <a:lnTo>
                    <a:pt x="73855" y="230917"/>
                  </a:lnTo>
                  <a:lnTo>
                    <a:pt x="74174" y="230591"/>
                  </a:lnTo>
                  <a:lnTo>
                    <a:pt x="74447" y="230311"/>
                  </a:lnTo>
                  <a:lnTo>
                    <a:pt x="74949" y="229892"/>
                  </a:lnTo>
                  <a:lnTo>
                    <a:pt x="75359" y="229566"/>
                  </a:lnTo>
                  <a:lnTo>
                    <a:pt x="75769" y="229240"/>
                  </a:lnTo>
                  <a:lnTo>
                    <a:pt x="76315" y="228774"/>
                  </a:lnTo>
                  <a:lnTo>
                    <a:pt x="76498" y="228634"/>
                  </a:lnTo>
                  <a:lnTo>
                    <a:pt x="77546" y="227796"/>
                  </a:lnTo>
                  <a:lnTo>
                    <a:pt x="77819" y="227610"/>
                  </a:lnTo>
                  <a:lnTo>
                    <a:pt x="78776" y="226911"/>
                  </a:lnTo>
                  <a:lnTo>
                    <a:pt x="79368" y="226398"/>
                  </a:lnTo>
                  <a:lnTo>
                    <a:pt x="79778" y="225933"/>
                  </a:lnTo>
                  <a:lnTo>
                    <a:pt x="79915" y="225746"/>
                  </a:lnTo>
                  <a:lnTo>
                    <a:pt x="80416" y="225001"/>
                  </a:lnTo>
                  <a:lnTo>
                    <a:pt x="80644" y="224675"/>
                  </a:lnTo>
                  <a:lnTo>
                    <a:pt x="80872" y="224302"/>
                  </a:lnTo>
                  <a:lnTo>
                    <a:pt x="81601" y="223091"/>
                  </a:lnTo>
                  <a:lnTo>
                    <a:pt x="81692" y="222905"/>
                  </a:lnTo>
                  <a:lnTo>
                    <a:pt x="82147" y="222439"/>
                  </a:lnTo>
                  <a:lnTo>
                    <a:pt x="82557" y="222019"/>
                  </a:lnTo>
                  <a:lnTo>
                    <a:pt x="83286" y="220901"/>
                  </a:lnTo>
                  <a:lnTo>
                    <a:pt x="83742" y="220249"/>
                  </a:lnTo>
                  <a:lnTo>
                    <a:pt x="84198" y="219597"/>
                  </a:lnTo>
                  <a:lnTo>
                    <a:pt x="84790" y="218665"/>
                  </a:lnTo>
                  <a:lnTo>
                    <a:pt x="85565" y="217501"/>
                  </a:lnTo>
                  <a:lnTo>
                    <a:pt x="85792" y="217128"/>
                  </a:lnTo>
                  <a:lnTo>
                    <a:pt x="86521" y="216057"/>
                  </a:lnTo>
                  <a:lnTo>
                    <a:pt x="86658" y="215824"/>
                  </a:lnTo>
                  <a:lnTo>
                    <a:pt x="87433" y="214566"/>
                  </a:lnTo>
                  <a:lnTo>
                    <a:pt x="87843" y="213960"/>
                  </a:lnTo>
                  <a:lnTo>
                    <a:pt x="87888" y="213821"/>
                  </a:lnTo>
                  <a:lnTo>
                    <a:pt x="88253" y="213355"/>
                  </a:lnTo>
                  <a:lnTo>
                    <a:pt x="88617" y="213122"/>
                  </a:lnTo>
                  <a:lnTo>
                    <a:pt x="89073" y="212796"/>
                  </a:lnTo>
                  <a:lnTo>
                    <a:pt x="89209" y="212796"/>
                  </a:lnTo>
                  <a:lnTo>
                    <a:pt x="91442" y="212842"/>
                  </a:lnTo>
                  <a:lnTo>
                    <a:pt x="91488" y="212563"/>
                  </a:lnTo>
                  <a:lnTo>
                    <a:pt x="91715" y="210187"/>
                  </a:lnTo>
                  <a:lnTo>
                    <a:pt x="91715" y="209954"/>
                  </a:lnTo>
                  <a:lnTo>
                    <a:pt x="91715" y="209814"/>
                  </a:lnTo>
                  <a:lnTo>
                    <a:pt x="91715" y="209349"/>
                  </a:lnTo>
                  <a:lnTo>
                    <a:pt x="91715" y="208743"/>
                  </a:lnTo>
                  <a:lnTo>
                    <a:pt x="91715" y="207858"/>
                  </a:lnTo>
                  <a:lnTo>
                    <a:pt x="91715" y="207625"/>
                  </a:lnTo>
                  <a:lnTo>
                    <a:pt x="91670" y="206321"/>
                  </a:lnTo>
                  <a:lnTo>
                    <a:pt x="91670" y="206041"/>
                  </a:lnTo>
                  <a:lnTo>
                    <a:pt x="92034" y="205995"/>
                  </a:lnTo>
                  <a:lnTo>
                    <a:pt x="92535" y="205948"/>
                  </a:lnTo>
                  <a:lnTo>
                    <a:pt x="92900" y="205901"/>
                  </a:lnTo>
                  <a:lnTo>
                    <a:pt x="93128" y="205901"/>
                  </a:lnTo>
                  <a:lnTo>
                    <a:pt x="94814" y="205715"/>
                  </a:lnTo>
                  <a:lnTo>
                    <a:pt x="95269" y="204317"/>
                  </a:lnTo>
                  <a:lnTo>
                    <a:pt x="95451" y="203619"/>
                  </a:lnTo>
                  <a:lnTo>
                    <a:pt x="95543" y="203432"/>
                  </a:lnTo>
                  <a:lnTo>
                    <a:pt x="96909" y="199566"/>
                  </a:lnTo>
                  <a:lnTo>
                    <a:pt x="97274" y="198494"/>
                  </a:lnTo>
                  <a:lnTo>
                    <a:pt x="97456" y="198075"/>
                  </a:lnTo>
                  <a:lnTo>
                    <a:pt x="97502" y="197935"/>
                  </a:lnTo>
                  <a:lnTo>
                    <a:pt x="98231" y="196165"/>
                  </a:lnTo>
                  <a:lnTo>
                    <a:pt x="99142" y="193976"/>
                  </a:lnTo>
                  <a:lnTo>
                    <a:pt x="99279" y="193650"/>
                  </a:lnTo>
                  <a:lnTo>
                    <a:pt x="100873" y="190249"/>
                  </a:lnTo>
                  <a:lnTo>
                    <a:pt x="101602" y="188805"/>
                  </a:lnTo>
                  <a:lnTo>
                    <a:pt x="102103" y="187920"/>
                  </a:lnTo>
                  <a:lnTo>
                    <a:pt x="102605" y="187175"/>
                  </a:lnTo>
                  <a:lnTo>
                    <a:pt x="103060" y="186522"/>
                  </a:lnTo>
                  <a:lnTo>
                    <a:pt x="103106" y="186383"/>
                  </a:lnTo>
                  <a:lnTo>
                    <a:pt x="104108" y="184473"/>
                  </a:lnTo>
                  <a:lnTo>
                    <a:pt x="104473" y="184659"/>
                  </a:lnTo>
                  <a:lnTo>
                    <a:pt x="104655" y="184286"/>
                  </a:lnTo>
                  <a:lnTo>
                    <a:pt x="104883" y="183820"/>
                  </a:lnTo>
                  <a:lnTo>
                    <a:pt x="105521" y="182516"/>
                  </a:lnTo>
                  <a:lnTo>
                    <a:pt x="106067" y="181445"/>
                  </a:lnTo>
                  <a:lnTo>
                    <a:pt x="106295" y="180932"/>
                  </a:lnTo>
                  <a:lnTo>
                    <a:pt x="106751" y="180047"/>
                  </a:lnTo>
                  <a:lnTo>
                    <a:pt x="107708" y="178044"/>
                  </a:lnTo>
                  <a:lnTo>
                    <a:pt x="108300" y="176879"/>
                  </a:lnTo>
                  <a:lnTo>
                    <a:pt x="108437" y="176647"/>
                  </a:lnTo>
                  <a:lnTo>
                    <a:pt x="108801" y="175901"/>
                  </a:lnTo>
                  <a:lnTo>
                    <a:pt x="109986" y="173572"/>
                  </a:lnTo>
                  <a:lnTo>
                    <a:pt x="110031" y="173386"/>
                  </a:lnTo>
                  <a:lnTo>
                    <a:pt x="110122" y="173199"/>
                  </a:lnTo>
                  <a:lnTo>
                    <a:pt x="110806" y="171942"/>
                  </a:lnTo>
                  <a:lnTo>
                    <a:pt x="110988" y="171569"/>
                  </a:lnTo>
                  <a:lnTo>
                    <a:pt x="111261" y="171010"/>
                  </a:lnTo>
                  <a:lnTo>
                    <a:pt x="111763" y="170125"/>
                  </a:lnTo>
                  <a:lnTo>
                    <a:pt x="111899" y="169938"/>
                  </a:lnTo>
                  <a:lnTo>
                    <a:pt x="112400" y="169240"/>
                  </a:lnTo>
                  <a:lnTo>
                    <a:pt x="112674" y="169007"/>
                  </a:lnTo>
                  <a:lnTo>
                    <a:pt x="112947" y="168727"/>
                  </a:lnTo>
                  <a:lnTo>
                    <a:pt x="113175" y="168541"/>
                  </a:lnTo>
                  <a:lnTo>
                    <a:pt x="113585" y="168355"/>
                  </a:lnTo>
                  <a:lnTo>
                    <a:pt x="113858" y="168261"/>
                  </a:lnTo>
                  <a:lnTo>
                    <a:pt x="112993" y="166724"/>
                  </a:lnTo>
                  <a:lnTo>
                    <a:pt x="112674" y="166165"/>
                  </a:lnTo>
                  <a:lnTo>
                    <a:pt x="112856" y="165792"/>
                  </a:lnTo>
                  <a:lnTo>
                    <a:pt x="112947" y="165606"/>
                  </a:lnTo>
                  <a:lnTo>
                    <a:pt x="113676" y="165513"/>
                  </a:lnTo>
                  <a:lnTo>
                    <a:pt x="116455" y="165327"/>
                  </a:lnTo>
                  <a:lnTo>
                    <a:pt x="129304" y="164441"/>
                  </a:lnTo>
                  <a:lnTo>
                    <a:pt x="131582" y="164255"/>
                  </a:lnTo>
                  <a:lnTo>
                    <a:pt x="132949" y="164162"/>
                  </a:lnTo>
                  <a:lnTo>
                    <a:pt x="136776" y="163882"/>
                  </a:lnTo>
                  <a:lnTo>
                    <a:pt x="140694" y="163603"/>
                  </a:lnTo>
                  <a:lnTo>
                    <a:pt x="143610" y="163370"/>
                  </a:lnTo>
                  <a:lnTo>
                    <a:pt x="144385" y="163323"/>
                  </a:lnTo>
                  <a:lnTo>
                    <a:pt x="149898" y="162951"/>
                  </a:lnTo>
                  <a:lnTo>
                    <a:pt x="154226" y="162625"/>
                  </a:lnTo>
                  <a:lnTo>
                    <a:pt x="155411" y="162578"/>
                  </a:lnTo>
                  <a:lnTo>
                    <a:pt x="156823" y="162438"/>
                  </a:lnTo>
                  <a:lnTo>
                    <a:pt x="161379" y="162112"/>
                  </a:lnTo>
                  <a:lnTo>
                    <a:pt x="165890" y="161786"/>
                  </a:lnTo>
                  <a:lnTo>
                    <a:pt x="168305" y="161600"/>
                  </a:lnTo>
                  <a:lnTo>
                    <a:pt x="170127" y="161460"/>
                  </a:lnTo>
                  <a:lnTo>
                    <a:pt x="179012" y="160854"/>
                  </a:lnTo>
                  <a:lnTo>
                    <a:pt x="180789" y="160761"/>
                  </a:lnTo>
                  <a:lnTo>
                    <a:pt x="182429" y="160622"/>
                  </a:lnTo>
                  <a:lnTo>
                    <a:pt x="182657" y="160622"/>
                  </a:lnTo>
                  <a:lnTo>
                    <a:pt x="182839" y="160575"/>
                  </a:lnTo>
                  <a:lnTo>
                    <a:pt x="182657" y="159271"/>
                  </a:lnTo>
                  <a:lnTo>
                    <a:pt x="182383" y="157314"/>
                  </a:lnTo>
                  <a:lnTo>
                    <a:pt x="181882" y="153634"/>
                  </a:lnTo>
                  <a:lnTo>
                    <a:pt x="181745" y="152609"/>
                  </a:lnTo>
                  <a:lnTo>
                    <a:pt x="181518" y="151072"/>
                  </a:lnTo>
                  <a:lnTo>
                    <a:pt x="180925" y="146833"/>
                  </a:lnTo>
                  <a:lnTo>
                    <a:pt x="180242" y="141895"/>
                  </a:lnTo>
                  <a:lnTo>
                    <a:pt x="180014" y="140544"/>
                  </a:lnTo>
                  <a:lnTo>
                    <a:pt x="179331" y="135280"/>
                  </a:lnTo>
                  <a:lnTo>
                    <a:pt x="179376" y="134907"/>
                  </a:lnTo>
                  <a:lnTo>
                    <a:pt x="178738" y="130249"/>
                  </a:lnTo>
                  <a:lnTo>
                    <a:pt x="178693" y="130016"/>
                  </a:lnTo>
                  <a:lnTo>
                    <a:pt x="178647" y="129643"/>
                  </a:lnTo>
                  <a:lnTo>
                    <a:pt x="178465" y="128711"/>
                  </a:lnTo>
                  <a:lnTo>
                    <a:pt x="178465" y="128525"/>
                  </a:lnTo>
                  <a:lnTo>
                    <a:pt x="178146" y="126196"/>
                  </a:lnTo>
                  <a:lnTo>
                    <a:pt x="177873" y="124146"/>
                  </a:lnTo>
                  <a:lnTo>
                    <a:pt x="177098" y="118463"/>
                  </a:lnTo>
                  <a:lnTo>
                    <a:pt x="175777" y="108494"/>
                  </a:lnTo>
                  <a:lnTo>
                    <a:pt x="175731" y="108028"/>
                  </a:lnTo>
                  <a:lnTo>
                    <a:pt x="175686" y="107795"/>
                  </a:lnTo>
                  <a:lnTo>
                    <a:pt x="175640" y="107655"/>
                  </a:lnTo>
                  <a:lnTo>
                    <a:pt x="175412" y="105745"/>
                  </a:lnTo>
                  <a:lnTo>
                    <a:pt x="175321" y="105280"/>
                  </a:lnTo>
                  <a:lnTo>
                    <a:pt x="175139" y="104488"/>
                  </a:lnTo>
                  <a:lnTo>
                    <a:pt x="174866" y="102764"/>
                  </a:lnTo>
                  <a:lnTo>
                    <a:pt x="174456" y="99503"/>
                  </a:lnTo>
                  <a:lnTo>
                    <a:pt x="174228" y="97593"/>
                  </a:lnTo>
                  <a:lnTo>
                    <a:pt x="174045" y="96429"/>
                  </a:lnTo>
                  <a:lnTo>
                    <a:pt x="173818" y="94472"/>
                  </a:lnTo>
                  <a:lnTo>
                    <a:pt x="173590" y="92981"/>
                  </a:lnTo>
                  <a:lnTo>
                    <a:pt x="172815" y="87345"/>
                  </a:lnTo>
                  <a:lnTo>
                    <a:pt x="172679" y="86273"/>
                  </a:lnTo>
                  <a:lnTo>
                    <a:pt x="171813" y="80031"/>
                  </a:lnTo>
                  <a:lnTo>
                    <a:pt x="171676" y="78866"/>
                  </a:lnTo>
                  <a:lnTo>
                    <a:pt x="171540" y="78074"/>
                  </a:lnTo>
                  <a:lnTo>
                    <a:pt x="170401" y="69550"/>
                  </a:lnTo>
                  <a:lnTo>
                    <a:pt x="170036" y="66894"/>
                  </a:lnTo>
                  <a:lnTo>
                    <a:pt x="169580" y="63400"/>
                  </a:lnTo>
                  <a:lnTo>
                    <a:pt x="169489" y="62515"/>
                  </a:lnTo>
                  <a:lnTo>
                    <a:pt x="169444" y="62236"/>
                  </a:lnTo>
                  <a:lnTo>
                    <a:pt x="169307" y="61630"/>
                  </a:lnTo>
                  <a:lnTo>
                    <a:pt x="168988" y="60093"/>
                  </a:lnTo>
                  <a:lnTo>
                    <a:pt x="168897" y="59814"/>
                  </a:lnTo>
                  <a:lnTo>
                    <a:pt x="168624" y="58835"/>
                  </a:lnTo>
                  <a:lnTo>
                    <a:pt x="168487" y="58416"/>
                  </a:lnTo>
                  <a:lnTo>
                    <a:pt x="168168" y="57484"/>
                  </a:lnTo>
                  <a:lnTo>
                    <a:pt x="167530" y="55341"/>
                  </a:lnTo>
                  <a:lnTo>
                    <a:pt x="167029" y="54037"/>
                  </a:lnTo>
                  <a:lnTo>
                    <a:pt x="166756" y="53338"/>
                  </a:lnTo>
                  <a:lnTo>
                    <a:pt x="166346" y="52267"/>
                  </a:lnTo>
                  <a:lnTo>
                    <a:pt x="166254" y="51987"/>
                  </a:lnTo>
                  <a:lnTo>
                    <a:pt x="166072" y="51568"/>
                  </a:lnTo>
                  <a:lnTo>
                    <a:pt x="165480" y="49891"/>
                  </a:lnTo>
                  <a:lnTo>
                    <a:pt x="165161" y="49099"/>
                  </a:lnTo>
                  <a:lnTo>
                    <a:pt x="164933" y="48494"/>
                  </a:lnTo>
                  <a:lnTo>
                    <a:pt x="164751" y="47841"/>
                  </a:lnTo>
                  <a:lnTo>
                    <a:pt x="164751" y="47655"/>
                  </a:lnTo>
                  <a:lnTo>
                    <a:pt x="164614" y="46863"/>
                  </a:lnTo>
                  <a:lnTo>
                    <a:pt x="164569" y="46397"/>
                  </a:lnTo>
                  <a:lnTo>
                    <a:pt x="164614" y="45652"/>
                  </a:lnTo>
                  <a:lnTo>
                    <a:pt x="164705" y="44720"/>
                  </a:lnTo>
                  <a:lnTo>
                    <a:pt x="164751" y="44581"/>
                  </a:lnTo>
                  <a:lnTo>
                    <a:pt x="164979" y="43742"/>
                  </a:lnTo>
                  <a:lnTo>
                    <a:pt x="165115" y="43416"/>
                  </a:lnTo>
                  <a:lnTo>
                    <a:pt x="165206" y="43183"/>
                  </a:lnTo>
                  <a:lnTo>
                    <a:pt x="165298" y="42950"/>
                  </a:lnTo>
                  <a:lnTo>
                    <a:pt x="165480" y="42624"/>
                  </a:lnTo>
                  <a:lnTo>
                    <a:pt x="165617" y="42344"/>
                  </a:lnTo>
                  <a:lnTo>
                    <a:pt x="166072" y="41646"/>
                  </a:lnTo>
                  <a:lnTo>
                    <a:pt x="166710" y="40900"/>
                  </a:lnTo>
                  <a:lnTo>
                    <a:pt x="168259" y="39223"/>
                  </a:lnTo>
                  <a:lnTo>
                    <a:pt x="169079" y="38385"/>
                  </a:lnTo>
                  <a:lnTo>
                    <a:pt x="169535" y="38012"/>
                  </a:lnTo>
                  <a:lnTo>
                    <a:pt x="169717" y="37826"/>
                  </a:lnTo>
                  <a:lnTo>
                    <a:pt x="170902" y="36661"/>
                  </a:lnTo>
                  <a:lnTo>
                    <a:pt x="171312" y="36242"/>
                  </a:lnTo>
                  <a:lnTo>
                    <a:pt x="172360" y="35217"/>
                  </a:lnTo>
                  <a:lnTo>
                    <a:pt x="172724" y="34844"/>
                  </a:lnTo>
                  <a:lnTo>
                    <a:pt x="174456" y="33121"/>
                  </a:lnTo>
                  <a:lnTo>
                    <a:pt x="176278" y="31397"/>
                  </a:lnTo>
                  <a:lnTo>
                    <a:pt x="177007" y="30698"/>
                  </a:lnTo>
                  <a:lnTo>
                    <a:pt x="177235" y="30466"/>
                  </a:lnTo>
                  <a:lnTo>
                    <a:pt x="177371" y="30372"/>
                  </a:lnTo>
                  <a:lnTo>
                    <a:pt x="178693" y="29021"/>
                  </a:lnTo>
                  <a:lnTo>
                    <a:pt x="179604" y="28183"/>
                  </a:lnTo>
                  <a:lnTo>
                    <a:pt x="179832" y="27997"/>
                  </a:lnTo>
                  <a:lnTo>
                    <a:pt x="181882" y="26040"/>
                  </a:lnTo>
                  <a:lnTo>
                    <a:pt x="183750" y="24223"/>
                  </a:lnTo>
                  <a:lnTo>
                    <a:pt x="184434" y="23571"/>
                  </a:lnTo>
                  <a:lnTo>
                    <a:pt x="185299" y="22593"/>
                  </a:lnTo>
                  <a:lnTo>
                    <a:pt x="186484" y="21288"/>
                  </a:lnTo>
                  <a:lnTo>
                    <a:pt x="187851" y="19611"/>
                  </a:lnTo>
                  <a:lnTo>
                    <a:pt x="189172" y="17795"/>
                  </a:lnTo>
                  <a:lnTo>
                    <a:pt x="190220" y="16071"/>
                  </a:lnTo>
                  <a:lnTo>
                    <a:pt x="191086" y="14627"/>
                  </a:lnTo>
                  <a:lnTo>
                    <a:pt x="192134" y="12903"/>
                  </a:lnTo>
                  <a:lnTo>
                    <a:pt x="192680" y="11925"/>
                  </a:lnTo>
                  <a:lnTo>
                    <a:pt x="196872" y="13695"/>
                  </a:lnTo>
                  <a:lnTo>
                    <a:pt x="198011" y="14068"/>
                  </a:lnTo>
                  <a:lnTo>
                    <a:pt x="198467" y="14254"/>
                  </a:lnTo>
                  <a:lnTo>
                    <a:pt x="198148" y="12950"/>
                  </a:lnTo>
                  <a:lnTo>
                    <a:pt x="198193" y="11739"/>
                  </a:lnTo>
                  <a:lnTo>
                    <a:pt x="198375" y="10807"/>
                  </a:lnTo>
                  <a:lnTo>
                    <a:pt x="198831" y="9409"/>
                  </a:lnTo>
                  <a:lnTo>
                    <a:pt x="199378" y="8618"/>
                  </a:lnTo>
                  <a:lnTo>
                    <a:pt x="199833" y="8245"/>
                  </a:lnTo>
                  <a:lnTo>
                    <a:pt x="200471" y="7639"/>
                  </a:lnTo>
                  <a:lnTo>
                    <a:pt x="201929" y="12065"/>
                  </a:lnTo>
                  <a:lnTo>
                    <a:pt x="202112" y="12857"/>
                  </a:lnTo>
                  <a:lnTo>
                    <a:pt x="202841" y="15419"/>
                  </a:lnTo>
                  <a:lnTo>
                    <a:pt x="202977" y="16211"/>
                  </a:lnTo>
                  <a:lnTo>
                    <a:pt x="202977" y="16397"/>
                  </a:lnTo>
                  <a:lnTo>
                    <a:pt x="203159" y="17934"/>
                  </a:lnTo>
                  <a:lnTo>
                    <a:pt x="202977" y="20077"/>
                  </a:lnTo>
                  <a:lnTo>
                    <a:pt x="202841" y="24083"/>
                  </a:lnTo>
                  <a:lnTo>
                    <a:pt x="202749" y="25854"/>
                  </a:lnTo>
                  <a:lnTo>
                    <a:pt x="202704" y="27205"/>
                  </a:lnTo>
                  <a:lnTo>
                    <a:pt x="202795" y="28183"/>
                  </a:lnTo>
                  <a:lnTo>
                    <a:pt x="202932" y="29021"/>
                  </a:lnTo>
                  <a:lnTo>
                    <a:pt x="202977" y="29161"/>
                  </a:lnTo>
                  <a:lnTo>
                    <a:pt x="203159" y="29301"/>
                  </a:lnTo>
                  <a:lnTo>
                    <a:pt x="203342" y="29813"/>
                  </a:lnTo>
                  <a:lnTo>
                    <a:pt x="203752" y="30698"/>
                  </a:lnTo>
                  <a:lnTo>
                    <a:pt x="203934" y="31211"/>
                  </a:lnTo>
                  <a:lnTo>
                    <a:pt x="204344" y="31863"/>
                  </a:lnTo>
                  <a:lnTo>
                    <a:pt x="204754" y="32562"/>
                  </a:lnTo>
                  <a:lnTo>
                    <a:pt x="205119" y="33121"/>
                  </a:lnTo>
                  <a:lnTo>
                    <a:pt x="205529" y="33726"/>
                  </a:lnTo>
                  <a:lnTo>
                    <a:pt x="206075" y="34565"/>
                  </a:lnTo>
                  <a:lnTo>
                    <a:pt x="206394" y="35124"/>
                  </a:lnTo>
                  <a:lnTo>
                    <a:pt x="206622" y="35543"/>
                  </a:lnTo>
                  <a:lnTo>
                    <a:pt x="206713" y="36149"/>
                  </a:lnTo>
                  <a:lnTo>
                    <a:pt x="206987" y="37686"/>
                  </a:lnTo>
                  <a:lnTo>
                    <a:pt x="207123" y="37686"/>
                  </a:lnTo>
                  <a:lnTo>
                    <a:pt x="207442" y="37639"/>
                  </a:lnTo>
                  <a:lnTo>
                    <a:pt x="207761" y="37593"/>
                  </a:lnTo>
                  <a:lnTo>
                    <a:pt x="208126" y="37546"/>
                  </a:lnTo>
                  <a:lnTo>
                    <a:pt x="208399" y="37500"/>
                  </a:lnTo>
                  <a:lnTo>
                    <a:pt x="209584" y="37313"/>
                  </a:lnTo>
                  <a:lnTo>
                    <a:pt x="210267" y="37174"/>
                  </a:lnTo>
                  <a:lnTo>
                    <a:pt x="211452" y="36987"/>
                  </a:lnTo>
                  <a:lnTo>
                    <a:pt x="214459" y="36615"/>
                  </a:lnTo>
                  <a:lnTo>
                    <a:pt x="214595" y="36568"/>
                  </a:lnTo>
                  <a:lnTo>
                    <a:pt x="214914" y="36521"/>
                  </a:lnTo>
                  <a:lnTo>
                    <a:pt x="215097" y="36475"/>
                  </a:lnTo>
                  <a:lnTo>
                    <a:pt x="215552" y="36428"/>
                  </a:lnTo>
                  <a:lnTo>
                    <a:pt x="217329" y="36242"/>
                  </a:lnTo>
                  <a:lnTo>
                    <a:pt x="217466" y="36242"/>
                  </a:lnTo>
                  <a:lnTo>
                    <a:pt x="217785" y="36195"/>
                  </a:lnTo>
                  <a:lnTo>
                    <a:pt x="218013" y="36195"/>
                  </a:lnTo>
                  <a:lnTo>
                    <a:pt x="218240" y="36195"/>
                  </a:lnTo>
                  <a:lnTo>
                    <a:pt x="218423" y="36195"/>
                  </a:lnTo>
                  <a:lnTo>
                    <a:pt x="218559" y="36382"/>
                  </a:lnTo>
                  <a:lnTo>
                    <a:pt x="218742" y="36568"/>
                  </a:lnTo>
                  <a:lnTo>
                    <a:pt x="218924" y="36754"/>
                  </a:lnTo>
                  <a:lnTo>
                    <a:pt x="219106" y="36894"/>
                  </a:lnTo>
                  <a:lnTo>
                    <a:pt x="219334" y="37034"/>
                  </a:lnTo>
                  <a:lnTo>
                    <a:pt x="219562" y="37127"/>
                  </a:lnTo>
                  <a:lnTo>
                    <a:pt x="219790" y="37174"/>
                  </a:lnTo>
                  <a:lnTo>
                    <a:pt x="220063" y="37220"/>
                  </a:lnTo>
                  <a:lnTo>
                    <a:pt x="220291" y="37220"/>
                  </a:lnTo>
                  <a:lnTo>
                    <a:pt x="220518" y="37220"/>
                  </a:lnTo>
                  <a:lnTo>
                    <a:pt x="220792" y="37174"/>
                  </a:lnTo>
                  <a:lnTo>
                    <a:pt x="221020" y="37080"/>
                  </a:lnTo>
                  <a:lnTo>
                    <a:pt x="221247" y="36987"/>
                  </a:lnTo>
                  <a:lnTo>
                    <a:pt x="221475" y="36848"/>
                  </a:lnTo>
                  <a:lnTo>
                    <a:pt x="221703" y="36661"/>
                  </a:lnTo>
                  <a:lnTo>
                    <a:pt x="221885" y="36475"/>
                  </a:lnTo>
                  <a:lnTo>
                    <a:pt x="222022" y="36289"/>
                  </a:lnTo>
                  <a:lnTo>
                    <a:pt x="222159" y="36102"/>
                  </a:lnTo>
                  <a:lnTo>
                    <a:pt x="222250" y="35916"/>
                  </a:lnTo>
                  <a:lnTo>
                    <a:pt x="222295" y="35730"/>
                  </a:lnTo>
                  <a:lnTo>
                    <a:pt x="222341" y="35497"/>
                  </a:lnTo>
                  <a:lnTo>
                    <a:pt x="222569" y="34984"/>
                  </a:lnTo>
                  <a:lnTo>
                    <a:pt x="222660" y="34751"/>
                  </a:lnTo>
                  <a:lnTo>
                    <a:pt x="223024" y="33773"/>
                  </a:lnTo>
                  <a:lnTo>
                    <a:pt x="223207" y="33214"/>
                  </a:lnTo>
                  <a:lnTo>
                    <a:pt x="223708" y="32888"/>
                  </a:lnTo>
                  <a:lnTo>
                    <a:pt x="226988" y="30698"/>
                  </a:lnTo>
                  <a:lnTo>
                    <a:pt x="229312" y="29068"/>
                  </a:lnTo>
                  <a:lnTo>
                    <a:pt x="230178" y="28462"/>
                  </a:lnTo>
                  <a:lnTo>
                    <a:pt x="230724" y="28090"/>
                  </a:lnTo>
                  <a:lnTo>
                    <a:pt x="230907" y="27903"/>
                  </a:lnTo>
                  <a:lnTo>
                    <a:pt x="231590" y="27391"/>
                  </a:lnTo>
                  <a:lnTo>
                    <a:pt x="232091" y="26925"/>
                  </a:lnTo>
                  <a:lnTo>
                    <a:pt x="232911" y="26087"/>
                  </a:lnTo>
                  <a:lnTo>
                    <a:pt x="233868" y="25108"/>
                  </a:lnTo>
                  <a:lnTo>
                    <a:pt x="234688" y="23897"/>
                  </a:lnTo>
                  <a:lnTo>
                    <a:pt x="234962" y="23571"/>
                  </a:lnTo>
                  <a:lnTo>
                    <a:pt x="235144" y="23245"/>
                  </a:lnTo>
                  <a:lnTo>
                    <a:pt x="236192" y="21568"/>
                  </a:lnTo>
                  <a:lnTo>
                    <a:pt x="237103" y="20077"/>
                  </a:lnTo>
                  <a:lnTo>
                    <a:pt x="238151" y="18354"/>
                  </a:lnTo>
                  <a:lnTo>
                    <a:pt x="238333" y="18074"/>
                  </a:lnTo>
                  <a:lnTo>
                    <a:pt x="238470" y="17841"/>
                  </a:lnTo>
                  <a:lnTo>
                    <a:pt x="238652" y="17562"/>
                  </a:lnTo>
                  <a:lnTo>
                    <a:pt x="238880" y="17189"/>
                  </a:lnTo>
                  <a:lnTo>
                    <a:pt x="239290" y="16583"/>
                  </a:lnTo>
                  <a:lnTo>
                    <a:pt x="239563" y="16164"/>
                  </a:lnTo>
                  <a:lnTo>
                    <a:pt x="240475" y="14860"/>
                  </a:lnTo>
                  <a:lnTo>
                    <a:pt x="240885" y="14301"/>
                  </a:lnTo>
                  <a:lnTo>
                    <a:pt x="241659" y="13323"/>
                  </a:lnTo>
                  <a:lnTo>
                    <a:pt x="242479" y="12391"/>
                  </a:lnTo>
                  <a:lnTo>
                    <a:pt x="243299" y="11459"/>
                  </a:lnTo>
                  <a:lnTo>
                    <a:pt x="244165" y="10574"/>
                  </a:lnTo>
                  <a:lnTo>
                    <a:pt x="245031" y="9689"/>
                  </a:lnTo>
                  <a:lnTo>
                    <a:pt x="245942" y="8804"/>
                  </a:lnTo>
                  <a:lnTo>
                    <a:pt x="246853" y="7965"/>
                  </a:lnTo>
                  <a:lnTo>
                    <a:pt x="247810" y="7173"/>
                  </a:lnTo>
                  <a:lnTo>
                    <a:pt x="248767" y="6382"/>
                  </a:lnTo>
                  <a:lnTo>
                    <a:pt x="249769" y="5636"/>
                  </a:lnTo>
                  <a:lnTo>
                    <a:pt x="250270" y="5264"/>
                  </a:lnTo>
                  <a:lnTo>
                    <a:pt x="250772" y="4891"/>
                  </a:lnTo>
                  <a:lnTo>
                    <a:pt x="251774" y="4192"/>
                  </a:lnTo>
                  <a:lnTo>
                    <a:pt x="252822" y="3540"/>
                  </a:lnTo>
                  <a:lnTo>
                    <a:pt x="253460" y="3214"/>
                  </a:lnTo>
                  <a:lnTo>
                    <a:pt x="255373" y="2375"/>
                  </a:lnTo>
                  <a:lnTo>
                    <a:pt x="256011" y="2096"/>
                  </a:lnTo>
                  <a:lnTo>
                    <a:pt x="256330" y="1956"/>
                  </a:lnTo>
                  <a:lnTo>
                    <a:pt x="257241" y="1630"/>
                  </a:lnTo>
                  <a:lnTo>
                    <a:pt x="258153" y="1350"/>
                  </a:lnTo>
                  <a:lnTo>
                    <a:pt x="258927" y="1118"/>
                  </a:lnTo>
                  <a:lnTo>
                    <a:pt x="261433" y="512"/>
                  </a:lnTo>
                  <a:lnTo>
                    <a:pt x="261889" y="465"/>
                  </a:lnTo>
                  <a:lnTo>
                    <a:pt x="262845" y="279"/>
                  </a:lnTo>
                  <a:lnTo>
                    <a:pt x="263802" y="186"/>
                  </a:lnTo>
                  <a:lnTo>
                    <a:pt x="264759" y="93"/>
                  </a:lnTo>
                  <a:lnTo>
                    <a:pt x="265716" y="46"/>
                  </a:lnTo>
                  <a:lnTo>
                    <a:pt x="2666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312572" y="3975342"/>
              <a:ext cx="154910" cy="114177"/>
            </a:xfrm>
            <a:custGeom>
              <a:avLst/>
              <a:pathLst>
                <a:path w="154910" h="114177">
                  <a:moveTo>
                    <a:pt x="43465" y="652"/>
                  </a:moveTo>
                  <a:lnTo>
                    <a:pt x="45288" y="978"/>
                  </a:lnTo>
                  <a:lnTo>
                    <a:pt x="45744" y="1024"/>
                  </a:lnTo>
                  <a:lnTo>
                    <a:pt x="46108" y="1118"/>
                  </a:lnTo>
                  <a:lnTo>
                    <a:pt x="49115" y="1583"/>
                  </a:lnTo>
                  <a:lnTo>
                    <a:pt x="49799" y="1723"/>
                  </a:lnTo>
                  <a:lnTo>
                    <a:pt x="49753" y="2003"/>
                  </a:lnTo>
                  <a:lnTo>
                    <a:pt x="49707" y="2375"/>
                  </a:lnTo>
                  <a:lnTo>
                    <a:pt x="49571" y="3540"/>
                  </a:lnTo>
                  <a:lnTo>
                    <a:pt x="49571" y="3726"/>
                  </a:lnTo>
                  <a:lnTo>
                    <a:pt x="49434" y="4611"/>
                  </a:lnTo>
                  <a:lnTo>
                    <a:pt x="49252" y="6009"/>
                  </a:lnTo>
                  <a:lnTo>
                    <a:pt x="49252" y="6288"/>
                  </a:lnTo>
                  <a:lnTo>
                    <a:pt x="49343" y="6428"/>
                  </a:lnTo>
                  <a:lnTo>
                    <a:pt x="49434" y="6614"/>
                  </a:lnTo>
                  <a:lnTo>
                    <a:pt x="49616" y="6708"/>
                  </a:lnTo>
                  <a:lnTo>
                    <a:pt x="50209" y="7034"/>
                  </a:lnTo>
                  <a:lnTo>
                    <a:pt x="51074" y="7546"/>
                  </a:lnTo>
                  <a:lnTo>
                    <a:pt x="51256" y="7639"/>
                  </a:lnTo>
                  <a:lnTo>
                    <a:pt x="51120" y="7919"/>
                  </a:lnTo>
                  <a:lnTo>
                    <a:pt x="51074" y="8059"/>
                  </a:lnTo>
                  <a:lnTo>
                    <a:pt x="50345" y="9456"/>
                  </a:lnTo>
                  <a:lnTo>
                    <a:pt x="50254" y="9689"/>
                  </a:lnTo>
                  <a:lnTo>
                    <a:pt x="50026" y="10621"/>
                  </a:lnTo>
                  <a:lnTo>
                    <a:pt x="49799" y="11972"/>
                  </a:lnTo>
                  <a:lnTo>
                    <a:pt x="49388" y="15326"/>
                  </a:lnTo>
                  <a:lnTo>
                    <a:pt x="49343" y="16071"/>
                  </a:lnTo>
                  <a:lnTo>
                    <a:pt x="49480" y="17003"/>
                  </a:lnTo>
                  <a:lnTo>
                    <a:pt x="50573" y="18540"/>
                  </a:lnTo>
                  <a:lnTo>
                    <a:pt x="54810" y="24643"/>
                  </a:lnTo>
                  <a:lnTo>
                    <a:pt x="54901" y="24829"/>
                  </a:lnTo>
                  <a:lnTo>
                    <a:pt x="56633" y="27298"/>
                  </a:lnTo>
                  <a:lnTo>
                    <a:pt x="57544" y="28602"/>
                  </a:lnTo>
                  <a:lnTo>
                    <a:pt x="59002" y="28323"/>
                  </a:lnTo>
                  <a:lnTo>
                    <a:pt x="59777" y="28183"/>
                  </a:lnTo>
                  <a:lnTo>
                    <a:pt x="62419" y="27717"/>
                  </a:lnTo>
                  <a:lnTo>
                    <a:pt x="63103" y="27577"/>
                  </a:lnTo>
                  <a:lnTo>
                    <a:pt x="67385" y="26785"/>
                  </a:lnTo>
                  <a:lnTo>
                    <a:pt x="68889" y="26506"/>
                  </a:lnTo>
                  <a:lnTo>
                    <a:pt x="69982" y="26320"/>
                  </a:lnTo>
                  <a:lnTo>
                    <a:pt x="71987" y="25947"/>
                  </a:lnTo>
                  <a:lnTo>
                    <a:pt x="76999" y="25015"/>
                  </a:lnTo>
                  <a:lnTo>
                    <a:pt x="77181" y="25947"/>
                  </a:lnTo>
                  <a:lnTo>
                    <a:pt x="77363" y="26879"/>
                  </a:lnTo>
                  <a:lnTo>
                    <a:pt x="77682" y="27717"/>
                  </a:lnTo>
                  <a:lnTo>
                    <a:pt x="77819" y="27997"/>
                  </a:lnTo>
                  <a:lnTo>
                    <a:pt x="77819" y="28136"/>
                  </a:lnTo>
                  <a:lnTo>
                    <a:pt x="78457" y="31304"/>
                  </a:lnTo>
                  <a:lnTo>
                    <a:pt x="79140" y="34658"/>
                  </a:lnTo>
                  <a:lnTo>
                    <a:pt x="79323" y="35590"/>
                  </a:lnTo>
                  <a:lnTo>
                    <a:pt x="79550" y="36801"/>
                  </a:lnTo>
                  <a:lnTo>
                    <a:pt x="79596" y="37034"/>
                  </a:lnTo>
                  <a:lnTo>
                    <a:pt x="79869" y="38338"/>
                  </a:lnTo>
                  <a:lnTo>
                    <a:pt x="80097" y="38851"/>
                  </a:lnTo>
                  <a:lnTo>
                    <a:pt x="80370" y="39084"/>
                  </a:lnTo>
                  <a:lnTo>
                    <a:pt x="80553" y="41226"/>
                  </a:lnTo>
                  <a:lnTo>
                    <a:pt x="80644" y="42018"/>
                  </a:lnTo>
                  <a:lnTo>
                    <a:pt x="80735" y="43183"/>
                  </a:lnTo>
                  <a:lnTo>
                    <a:pt x="80963" y="45838"/>
                  </a:lnTo>
                  <a:lnTo>
                    <a:pt x="81191" y="48680"/>
                  </a:lnTo>
                  <a:lnTo>
                    <a:pt x="87205" y="48214"/>
                  </a:lnTo>
                  <a:lnTo>
                    <a:pt x="89255" y="48074"/>
                  </a:lnTo>
                  <a:lnTo>
                    <a:pt x="89847" y="48028"/>
                  </a:lnTo>
                  <a:lnTo>
                    <a:pt x="96545" y="47608"/>
                  </a:lnTo>
                  <a:lnTo>
                    <a:pt x="97183" y="47515"/>
                  </a:lnTo>
                  <a:lnTo>
                    <a:pt x="102741" y="47143"/>
                  </a:lnTo>
                  <a:lnTo>
                    <a:pt x="109348" y="46677"/>
                  </a:lnTo>
                  <a:lnTo>
                    <a:pt x="110122" y="46630"/>
                  </a:lnTo>
                  <a:lnTo>
                    <a:pt x="114268" y="46351"/>
                  </a:lnTo>
                  <a:lnTo>
                    <a:pt x="114678" y="46351"/>
                  </a:lnTo>
                  <a:lnTo>
                    <a:pt x="122652" y="45838"/>
                  </a:lnTo>
                  <a:lnTo>
                    <a:pt x="123836" y="45745"/>
                  </a:lnTo>
                  <a:lnTo>
                    <a:pt x="124110" y="45699"/>
                  </a:lnTo>
                  <a:lnTo>
                    <a:pt x="128620" y="45372"/>
                  </a:lnTo>
                  <a:lnTo>
                    <a:pt x="133177" y="45046"/>
                  </a:lnTo>
                  <a:lnTo>
                    <a:pt x="151310" y="43835"/>
                  </a:lnTo>
                  <a:lnTo>
                    <a:pt x="153497" y="43649"/>
                  </a:lnTo>
                  <a:lnTo>
                    <a:pt x="154089" y="43602"/>
                  </a:lnTo>
                  <a:lnTo>
                    <a:pt x="153998" y="43789"/>
                  </a:lnTo>
                  <a:lnTo>
                    <a:pt x="153725" y="44254"/>
                  </a:lnTo>
                  <a:lnTo>
                    <a:pt x="154135" y="44720"/>
                  </a:lnTo>
                  <a:lnTo>
                    <a:pt x="154910" y="46304"/>
                  </a:lnTo>
                  <a:lnTo>
                    <a:pt x="154727" y="46351"/>
                  </a:lnTo>
                  <a:lnTo>
                    <a:pt x="154317" y="46537"/>
                  </a:lnTo>
                  <a:lnTo>
                    <a:pt x="154089" y="46723"/>
                  </a:lnTo>
                  <a:lnTo>
                    <a:pt x="153816" y="47003"/>
                  </a:lnTo>
                  <a:lnTo>
                    <a:pt x="153497" y="47329"/>
                  </a:lnTo>
                  <a:lnTo>
                    <a:pt x="153042" y="47935"/>
                  </a:lnTo>
                  <a:lnTo>
                    <a:pt x="152905" y="48121"/>
                  </a:lnTo>
                  <a:lnTo>
                    <a:pt x="152404" y="49006"/>
                  </a:lnTo>
                  <a:lnTo>
                    <a:pt x="152130" y="49565"/>
                  </a:lnTo>
                  <a:lnTo>
                    <a:pt x="151948" y="49938"/>
                  </a:lnTo>
                  <a:lnTo>
                    <a:pt x="151265" y="51195"/>
                  </a:lnTo>
                  <a:lnTo>
                    <a:pt x="151173" y="51382"/>
                  </a:lnTo>
                  <a:lnTo>
                    <a:pt x="151128" y="51568"/>
                  </a:lnTo>
                  <a:lnTo>
                    <a:pt x="149943" y="53944"/>
                  </a:lnTo>
                  <a:lnTo>
                    <a:pt x="149579" y="54643"/>
                  </a:lnTo>
                  <a:lnTo>
                    <a:pt x="149442" y="54876"/>
                  </a:lnTo>
                  <a:lnTo>
                    <a:pt x="148850" y="56087"/>
                  </a:lnTo>
                  <a:lnTo>
                    <a:pt x="147847" y="58090"/>
                  </a:lnTo>
                  <a:lnTo>
                    <a:pt x="147437" y="58928"/>
                  </a:lnTo>
                  <a:lnTo>
                    <a:pt x="147210" y="59441"/>
                  </a:lnTo>
                  <a:lnTo>
                    <a:pt x="146663" y="60512"/>
                  </a:lnTo>
                  <a:lnTo>
                    <a:pt x="146025" y="61817"/>
                  </a:lnTo>
                  <a:lnTo>
                    <a:pt x="145797" y="62282"/>
                  </a:lnTo>
                  <a:lnTo>
                    <a:pt x="145615" y="62655"/>
                  </a:lnTo>
                  <a:lnTo>
                    <a:pt x="145250" y="62469"/>
                  </a:lnTo>
                  <a:lnTo>
                    <a:pt x="144248" y="64379"/>
                  </a:lnTo>
                  <a:lnTo>
                    <a:pt x="144111" y="64612"/>
                  </a:lnTo>
                  <a:lnTo>
                    <a:pt x="143747" y="65171"/>
                  </a:lnTo>
                  <a:lnTo>
                    <a:pt x="143246" y="65916"/>
                  </a:lnTo>
                  <a:lnTo>
                    <a:pt x="142745" y="66801"/>
                  </a:lnTo>
                  <a:lnTo>
                    <a:pt x="142016" y="68245"/>
                  </a:lnTo>
                  <a:lnTo>
                    <a:pt x="140421" y="71646"/>
                  </a:lnTo>
                  <a:lnTo>
                    <a:pt x="140284" y="71972"/>
                  </a:lnTo>
                  <a:lnTo>
                    <a:pt x="139373" y="74161"/>
                  </a:lnTo>
                  <a:lnTo>
                    <a:pt x="138644" y="75932"/>
                  </a:lnTo>
                  <a:lnTo>
                    <a:pt x="138598" y="76071"/>
                  </a:lnTo>
                  <a:lnTo>
                    <a:pt x="138416" y="76491"/>
                  </a:lnTo>
                  <a:lnTo>
                    <a:pt x="138052" y="77562"/>
                  </a:lnTo>
                  <a:lnTo>
                    <a:pt x="136685" y="81429"/>
                  </a:lnTo>
                  <a:lnTo>
                    <a:pt x="136594" y="81615"/>
                  </a:lnTo>
                  <a:lnTo>
                    <a:pt x="136411" y="82314"/>
                  </a:lnTo>
                  <a:lnTo>
                    <a:pt x="135956" y="83711"/>
                  </a:lnTo>
                  <a:lnTo>
                    <a:pt x="134270" y="83898"/>
                  </a:lnTo>
                  <a:lnTo>
                    <a:pt x="134042" y="83898"/>
                  </a:lnTo>
                  <a:lnTo>
                    <a:pt x="133678" y="83944"/>
                  </a:lnTo>
                  <a:lnTo>
                    <a:pt x="133177" y="83991"/>
                  </a:lnTo>
                  <a:lnTo>
                    <a:pt x="132812" y="84037"/>
                  </a:lnTo>
                  <a:lnTo>
                    <a:pt x="132812" y="84317"/>
                  </a:lnTo>
                  <a:lnTo>
                    <a:pt x="132858" y="85621"/>
                  </a:lnTo>
                  <a:lnTo>
                    <a:pt x="132858" y="85854"/>
                  </a:lnTo>
                  <a:lnTo>
                    <a:pt x="132858" y="86739"/>
                  </a:lnTo>
                  <a:lnTo>
                    <a:pt x="132858" y="87345"/>
                  </a:lnTo>
                  <a:lnTo>
                    <a:pt x="132858" y="87811"/>
                  </a:lnTo>
                  <a:lnTo>
                    <a:pt x="132858" y="87950"/>
                  </a:lnTo>
                  <a:lnTo>
                    <a:pt x="132858" y="88183"/>
                  </a:lnTo>
                  <a:lnTo>
                    <a:pt x="132630" y="90559"/>
                  </a:lnTo>
                  <a:lnTo>
                    <a:pt x="132584" y="90839"/>
                  </a:lnTo>
                  <a:lnTo>
                    <a:pt x="130352" y="90792"/>
                  </a:lnTo>
                  <a:lnTo>
                    <a:pt x="130215" y="90792"/>
                  </a:lnTo>
                  <a:lnTo>
                    <a:pt x="129759" y="91118"/>
                  </a:lnTo>
                  <a:lnTo>
                    <a:pt x="129395" y="91351"/>
                  </a:lnTo>
                  <a:lnTo>
                    <a:pt x="129030" y="91817"/>
                  </a:lnTo>
                  <a:lnTo>
                    <a:pt x="128985" y="91957"/>
                  </a:lnTo>
                  <a:lnTo>
                    <a:pt x="128575" y="92562"/>
                  </a:lnTo>
                  <a:lnTo>
                    <a:pt x="127800" y="93820"/>
                  </a:lnTo>
                  <a:lnTo>
                    <a:pt x="127664" y="94053"/>
                  </a:lnTo>
                  <a:lnTo>
                    <a:pt x="126935" y="95124"/>
                  </a:lnTo>
                  <a:lnTo>
                    <a:pt x="126707" y="95497"/>
                  </a:lnTo>
                  <a:lnTo>
                    <a:pt x="125932" y="96662"/>
                  </a:lnTo>
                  <a:lnTo>
                    <a:pt x="125340" y="97593"/>
                  </a:lnTo>
                  <a:lnTo>
                    <a:pt x="124839" y="98339"/>
                  </a:lnTo>
                  <a:lnTo>
                    <a:pt x="124429" y="98898"/>
                  </a:lnTo>
                  <a:lnTo>
                    <a:pt x="123700" y="100016"/>
                  </a:lnTo>
                  <a:lnTo>
                    <a:pt x="123290" y="100435"/>
                  </a:lnTo>
                  <a:lnTo>
                    <a:pt x="122834" y="100901"/>
                  </a:lnTo>
                  <a:lnTo>
                    <a:pt x="122743" y="101087"/>
                  </a:lnTo>
                  <a:lnTo>
                    <a:pt x="122014" y="102298"/>
                  </a:lnTo>
                  <a:lnTo>
                    <a:pt x="121786" y="102671"/>
                  </a:lnTo>
                  <a:lnTo>
                    <a:pt x="121558" y="102997"/>
                  </a:lnTo>
                  <a:lnTo>
                    <a:pt x="121057" y="103742"/>
                  </a:lnTo>
                  <a:lnTo>
                    <a:pt x="120920" y="103929"/>
                  </a:lnTo>
                  <a:lnTo>
                    <a:pt x="120510" y="104395"/>
                  </a:lnTo>
                  <a:lnTo>
                    <a:pt x="119918" y="104907"/>
                  </a:lnTo>
                  <a:lnTo>
                    <a:pt x="118916" y="105652"/>
                  </a:lnTo>
                  <a:lnTo>
                    <a:pt x="118688" y="105792"/>
                  </a:lnTo>
                  <a:lnTo>
                    <a:pt x="117640" y="106631"/>
                  </a:lnTo>
                  <a:lnTo>
                    <a:pt x="117458" y="106770"/>
                  </a:lnTo>
                  <a:lnTo>
                    <a:pt x="116911" y="107236"/>
                  </a:lnTo>
                  <a:lnTo>
                    <a:pt x="116501" y="107562"/>
                  </a:lnTo>
                  <a:lnTo>
                    <a:pt x="116091" y="107888"/>
                  </a:lnTo>
                  <a:lnTo>
                    <a:pt x="115590" y="108308"/>
                  </a:lnTo>
                  <a:lnTo>
                    <a:pt x="115316" y="108587"/>
                  </a:lnTo>
                  <a:lnTo>
                    <a:pt x="114997" y="108913"/>
                  </a:lnTo>
                  <a:lnTo>
                    <a:pt x="114770" y="109193"/>
                  </a:lnTo>
                  <a:lnTo>
                    <a:pt x="114587" y="109472"/>
                  </a:lnTo>
                  <a:lnTo>
                    <a:pt x="114314" y="110031"/>
                  </a:lnTo>
                  <a:lnTo>
                    <a:pt x="114223" y="110450"/>
                  </a:lnTo>
                  <a:lnTo>
                    <a:pt x="114086" y="111056"/>
                  </a:lnTo>
                  <a:lnTo>
                    <a:pt x="113813" y="111801"/>
                  </a:lnTo>
                  <a:lnTo>
                    <a:pt x="113539" y="112593"/>
                  </a:lnTo>
                  <a:lnTo>
                    <a:pt x="113175" y="113199"/>
                  </a:lnTo>
                  <a:lnTo>
                    <a:pt x="112719" y="113618"/>
                  </a:lnTo>
                  <a:lnTo>
                    <a:pt x="112446" y="113805"/>
                  </a:lnTo>
                  <a:lnTo>
                    <a:pt x="112309" y="113944"/>
                  </a:lnTo>
                  <a:lnTo>
                    <a:pt x="111990" y="114177"/>
                  </a:lnTo>
                  <a:lnTo>
                    <a:pt x="111580" y="113525"/>
                  </a:lnTo>
                  <a:lnTo>
                    <a:pt x="110760" y="112314"/>
                  </a:lnTo>
                  <a:lnTo>
                    <a:pt x="110168" y="111429"/>
                  </a:lnTo>
                  <a:lnTo>
                    <a:pt x="108710" y="109146"/>
                  </a:lnTo>
                  <a:lnTo>
                    <a:pt x="103561" y="101367"/>
                  </a:lnTo>
                  <a:lnTo>
                    <a:pt x="102149" y="99131"/>
                  </a:lnTo>
                  <a:lnTo>
                    <a:pt x="99780" y="95497"/>
                  </a:lnTo>
                  <a:lnTo>
                    <a:pt x="99005" y="94286"/>
                  </a:lnTo>
                  <a:lnTo>
                    <a:pt x="98777" y="94006"/>
                  </a:lnTo>
                  <a:lnTo>
                    <a:pt x="96773" y="90978"/>
                  </a:lnTo>
                  <a:lnTo>
                    <a:pt x="95679" y="89348"/>
                  </a:lnTo>
                  <a:lnTo>
                    <a:pt x="93264" y="85761"/>
                  </a:lnTo>
                  <a:lnTo>
                    <a:pt x="92946" y="85248"/>
                  </a:lnTo>
                  <a:lnTo>
                    <a:pt x="91260" y="82733"/>
                  </a:lnTo>
                  <a:lnTo>
                    <a:pt x="90895" y="82174"/>
                  </a:lnTo>
                  <a:lnTo>
                    <a:pt x="89620" y="80264"/>
                  </a:lnTo>
                  <a:lnTo>
                    <a:pt x="89392" y="79984"/>
                  </a:lnTo>
                  <a:lnTo>
                    <a:pt x="89209" y="79705"/>
                  </a:lnTo>
                  <a:lnTo>
                    <a:pt x="87205" y="76724"/>
                  </a:lnTo>
                  <a:lnTo>
                    <a:pt x="85838" y="74674"/>
                  </a:lnTo>
                  <a:lnTo>
                    <a:pt x="85200" y="73649"/>
                  </a:lnTo>
                  <a:lnTo>
                    <a:pt x="84015" y="71925"/>
                  </a:lnTo>
                  <a:lnTo>
                    <a:pt x="83423" y="71133"/>
                  </a:lnTo>
                  <a:lnTo>
                    <a:pt x="83286" y="70854"/>
                  </a:lnTo>
                  <a:lnTo>
                    <a:pt x="83059" y="70481"/>
                  </a:lnTo>
                  <a:lnTo>
                    <a:pt x="82011" y="68851"/>
                  </a:lnTo>
                  <a:lnTo>
                    <a:pt x="81236" y="67686"/>
                  </a:lnTo>
                  <a:lnTo>
                    <a:pt x="80507" y="66475"/>
                  </a:lnTo>
                  <a:lnTo>
                    <a:pt x="79186" y="64379"/>
                  </a:lnTo>
                  <a:lnTo>
                    <a:pt x="78867" y="63913"/>
                  </a:lnTo>
                  <a:lnTo>
                    <a:pt x="78548" y="64146"/>
                  </a:lnTo>
                  <a:lnTo>
                    <a:pt x="78138" y="64425"/>
                  </a:lnTo>
                  <a:lnTo>
                    <a:pt x="77682" y="64705"/>
                  </a:lnTo>
                  <a:lnTo>
                    <a:pt x="75495" y="66149"/>
                  </a:lnTo>
                  <a:lnTo>
                    <a:pt x="74539" y="66801"/>
                  </a:lnTo>
                  <a:lnTo>
                    <a:pt x="73217" y="67640"/>
                  </a:lnTo>
                  <a:lnTo>
                    <a:pt x="72807" y="67919"/>
                  </a:lnTo>
                  <a:lnTo>
                    <a:pt x="72625" y="68059"/>
                  </a:lnTo>
                  <a:lnTo>
                    <a:pt x="72260" y="68292"/>
                  </a:lnTo>
                  <a:lnTo>
                    <a:pt x="71030" y="69084"/>
                  </a:lnTo>
                  <a:lnTo>
                    <a:pt x="70711" y="69270"/>
                  </a:lnTo>
                  <a:lnTo>
                    <a:pt x="67659" y="71273"/>
                  </a:lnTo>
                  <a:lnTo>
                    <a:pt x="66246" y="72251"/>
                  </a:lnTo>
                  <a:lnTo>
                    <a:pt x="65882" y="72484"/>
                  </a:lnTo>
                  <a:lnTo>
                    <a:pt x="65517" y="72717"/>
                  </a:lnTo>
                  <a:lnTo>
                    <a:pt x="64834" y="73323"/>
                  </a:lnTo>
                  <a:lnTo>
                    <a:pt x="64788" y="73509"/>
                  </a:lnTo>
                  <a:lnTo>
                    <a:pt x="64697" y="74115"/>
                  </a:lnTo>
                  <a:lnTo>
                    <a:pt x="64652" y="74953"/>
                  </a:lnTo>
                  <a:lnTo>
                    <a:pt x="64652" y="76165"/>
                  </a:lnTo>
                  <a:lnTo>
                    <a:pt x="64652" y="76584"/>
                  </a:lnTo>
                  <a:lnTo>
                    <a:pt x="64697" y="78307"/>
                  </a:lnTo>
                  <a:lnTo>
                    <a:pt x="61827" y="78447"/>
                  </a:lnTo>
                  <a:lnTo>
                    <a:pt x="61918" y="80916"/>
                  </a:lnTo>
                  <a:lnTo>
                    <a:pt x="58136" y="80963"/>
                  </a:lnTo>
                  <a:lnTo>
                    <a:pt x="57817" y="80963"/>
                  </a:lnTo>
                  <a:lnTo>
                    <a:pt x="51940" y="81102"/>
                  </a:lnTo>
                  <a:lnTo>
                    <a:pt x="46017" y="81242"/>
                  </a:lnTo>
                  <a:lnTo>
                    <a:pt x="46154" y="86786"/>
                  </a:lnTo>
                  <a:lnTo>
                    <a:pt x="44194" y="86786"/>
                  </a:lnTo>
                  <a:lnTo>
                    <a:pt x="42418" y="86832"/>
                  </a:lnTo>
                  <a:lnTo>
                    <a:pt x="41734" y="86832"/>
                  </a:lnTo>
                  <a:lnTo>
                    <a:pt x="41734" y="81522"/>
                  </a:lnTo>
                  <a:lnTo>
                    <a:pt x="41187" y="81568"/>
                  </a:lnTo>
                  <a:lnTo>
                    <a:pt x="37816" y="81801"/>
                  </a:lnTo>
                  <a:lnTo>
                    <a:pt x="37223" y="81848"/>
                  </a:lnTo>
                  <a:lnTo>
                    <a:pt x="28293" y="82360"/>
                  </a:lnTo>
                  <a:lnTo>
                    <a:pt x="27792" y="82407"/>
                  </a:lnTo>
                  <a:lnTo>
                    <a:pt x="23145" y="82733"/>
                  </a:lnTo>
                  <a:lnTo>
                    <a:pt x="18270" y="83059"/>
                  </a:lnTo>
                  <a:lnTo>
                    <a:pt x="14898" y="83339"/>
                  </a:lnTo>
                  <a:lnTo>
                    <a:pt x="14488" y="83059"/>
                  </a:lnTo>
                  <a:lnTo>
                    <a:pt x="13714" y="82500"/>
                  </a:lnTo>
                  <a:lnTo>
                    <a:pt x="12392" y="81568"/>
                  </a:lnTo>
                  <a:lnTo>
                    <a:pt x="11344" y="80823"/>
                  </a:lnTo>
                  <a:lnTo>
                    <a:pt x="10707" y="80590"/>
                  </a:lnTo>
                  <a:lnTo>
                    <a:pt x="10114" y="80404"/>
                  </a:lnTo>
                  <a:lnTo>
                    <a:pt x="9249" y="80357"/>
                  </a:lnTo>
                  <a:lnTo>
                    <a:pt x="8747" y="80357"/>
                  </a:lnTo>
                  <a:lnTo>
                    <a:pt x="8018" y="80311"/>
                  </a:lnTo>
                  <a:lnTo>
                    <a:pt x="7745" y="80311"/>
                  </a:lnTo>
                  <a:lnTo>
                    <a:pt x="6788" y="80311"/>
                  </a:lnTo>
                  <a:lnTo>
                    <a:pt x="6606" y="79705"/>
                  </a:lnTo>
                  <a:lnTo>
                    <a:pt x="6287" y="77655"/>
                  </a:lnTo>
                  <a:lnTo>
                    <a:pt x="6105" y="76863"/>
                  </a:lnTo>
                  <a:lnTo>
                    <a:pt x="6014" y="76304"/>
                  </a:lnTo>
                  <a:lnTo>
                    <a:pt x="5786" y="75140"/>
                  </a:lnTo>
                  <a:lnTo>
                    <a:pt x="5558" y="73789"/>
                  </a:lnTo>
                  <a:lnTo>
                    <a:pt x="5558" y="73602"/>
                  </a:lnTo>
                  <a:lnTo>
                    <a:pt x="5467" y="72531"/>
                  </a:lnTo>
                  <a:lnTo>
                    <a:pt x="5421" y="71413"/>
                  </a:lnTo>
                  <a:lnTo>
                    <a:pt x="5376" y="70295"/>
                  </a:lnTo>
                  <a:lnTo>
                    <a:pt x="5512" y="68758"/>
                  </a:lnTo>
                  <a:lnTo>
                    <a:pt x="5604" y="67593"/>
                  </a:lnTo>
                  <a:lnTo>
                    <a:pt x="5786" y="65217"/>
                  </a:lnTo>
                  <a:lnTo>
                    <a:pt x="6196" y="59720"/>
                  </a:lnTo>
                  <a:lnTo>
                    <a:pt x="6287" y="57904"/>
                  </a:lnTo>
                  <a:lnTo>
                    <a:pt x="6378" y="56133"/>
                  </a:lnTo>
                  <a:lnTo>
                    <a:pt x="6424" y="54969"/>
                  </a:lnTo>
                  <a:lnTo>
                    <a:pt x="6424" y="53991"/>
                  </a:lnTo>
                  <a:lnTo>
                    <a:pt x="6378" y="52779"/>
                  </a:lnTo>
                  <a:lnTo>
                    <a:pt x="6378" y="51661"/>
                  </a:lnTo>
                  <a:lnTo>
                    <a:pt x="6333" y="50031"/>
                  </a:lnTo>
                  <a:lnTo>
                    <a:pt x="6287" y="48913"/>
                  </a:lnTo>
                  <a:lnTo>
                    <a:pt x="6241" y="48540"/>
                  </a:lnTo>
                  <a:lnTo>
                    <a:pt x="5877" y="43882"/>
                  </a:lnTo>
                  <a:lnTo>
                    <a:pt x="5604" y="41646"/>
                  </a:lnTo>
                  <a:lnTo>
                    <a:pt x="5512" y="40155"/>
                  </a:lnTo>
                  <a:lnTo>
                    <a:pt x="5421" y="39270"/>
                  </a:lnTo>
                  <a:lnTo>
                    <a:pt x="5421" y="39130"/>
                  </a:lnTo>
                  <a:lnTo>
                    <a:pt x="4875" y="34379"/>
                  </a:lnTo>
                  <a:lnTo>
                    <a:pt x="4510" y="31211"/>
                  </a:lnTo>
                  <a:lnTo>
                    <a:pt x="4282" y="30046"/>
                  </a:lnTo>
                  <a:lnTo>
                    <a:pt x="4009" y="28649"/>
                  </a:lnTo>
                  <a:lnTo>
                    <a:pt x="3553" y="27298"/>
                  </a:lnTo>
                  <a:lnTo>
                    <a:pt x="1959" y="23524"/>
                  </a:lnTo>
                  <a:lnTo>
                    <a:pt x="1731" y="22826"/>
                  </a:lnTo>
                  <a:lnTo>
                    <a:pt x="1093" y="21056"/>
                  </a:lnTo>
                  <a:lnTo>
                    <a:pt x="728" y="20077"/>
                  </a:lnTo>
                  <a:lnTo>
                    <a:pt x="501" y="19332"/>
                  </a:lnTo>
                  <a:lnTo>
                    <a:pt x="410" y="18819"/>
                  </a:lnTo>
                  <a:lnTo>
                    <a:pt x="364" y="18540"/>
                  </a:lnTo>
                  <a:lnTo>
                    <a:pt x="227" y="17655"/>
                  </a:lnTo>
                  <a:lnTo>
                    <a:pt x="91" y="16444"/>
                  </a:lnTo>
                  <a:lnTo>
                    <a:pt x="45" y="15139"/>
                  </a:lnTo>
                  <a:lnTo>
                    <a:pt x="45" y="12251"/>
                  </a:lnTo>
                  <a:lnTo>
                    <a:pt x="0" y="8990"/>
                  </a:lnTo>
                  <a:lnTo>
                    <a:pt x="91" y="6335"/>
                  </a:lnTo>
                  <a:lnTo>
                    <a:pt x="227" y="4332"/>
                  </a:lnTo>
                  <a:lnTo>
                    <a:pt x="410" y="4285"/>
                  </a:lnTo>
                  <a:lnTo>
                    <a:pt x="774" y="4239"/>
                  </a:lnTo>
                  <a:lnTo>
                    <a:pt x="1457" y="4192"/>
                  </a:lnTo>
                  <a:lnTo>
                    <a:pt x="2141" y="4099"/>
                  </a:lnTo>
                  <a:lnTo>
                    <a:pt x="5239" y="3773"/>
                  </a:lnTo>
                  <a:lnTo>
                    <a:pt x="7244" y="3540"/>
                  </a:lnTo>
                  <a:lnTo>
                    <a:pt x="10296" y="3214"/>
                  </a:lnTo>
                  <a:lnTo>
                    <a:pt x="13304" y="2888"/>
                  </a:lnTo>
                  <a:lnTo>
                    <a:pt x="15217" y="2655"/>
                  </a:lnTo>
                  <a:lnTo>
                    <a:pt x="17541" y="2422"/>
                  </a:lnTo>
                  <a:lnTo>
                    <a:pt x="17723" y="2375"/>
                  </a:lnTo>
                  <a:lnTo>
                    <a:pt x="17996" y="2375"/>
                  </a:lnTo>
                  <a:lnTo>
                    <a:pt x="20457" y="2096"/>
                  </a:lnTo>
                  <a:lnTo>
                    <a:pt x="21915" y="1909"/>
                  </a:lnTo>
                  <a:lnTo>
                    <a:pt x="25104" y="1583"/>
                  </a:lnTo>
                  <a:lnTo>
                    <a:pt x="28703" y="1164"/>
                  </a:lnTo>
                  <a:lnTo>
                    <a:pt x="35355" y="465"/>
                  </a:lnTo>
                  <a:lnTo>
                    <a:pt x="393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542158" y="4351090"/>
              <a:ext cx="306585" cy="326601"/>
            </a:xfrm>
            <a:custGeom>
              <a:avLst/>
              <a:pathLst>
                <a:path w="306585" h="326601">
                  <a:moveTo>
                    <a:pt x="161243" y="4332"/>
                  </a:moveTo>
                  <a:lnTo>
                    <a:pt x="161379" y="4518"/>
                  </a:lnTo>
                  <a:lnTo>
                    <a:pt x="161880" y="5217"/>
                  </a:lnTo>
                  <a:lnTo>
                    <a:pt x="162564" y="6149"/>
                  </a:lnTo>
                  <a:lnTo>
                    <a:pt x="164432" y="9363"/>
                  </a:lnTo>
                  <a:lnTo>
                    <a:pt x="168305" y="16071"/>
                  </a:lnTo>
                  <a:lnTo>
                    <a:pt x="168715" y="16723"/>
                  </a:lnTo>
                  <a:lnTo>
                    <a:pt x="169580" y="18167"/>
                  </a:lnTo>
                  <a:lnTo>
                    <a:pt x="171175" y="21149"/>
                  </a:lnTo>
                  <a:lnTo>
                    <a:pt x="174319" y="26273"/>
                  </a:lnTo>
                  <a:lnTo>
                    <a:pt x="176961" y="30698"/>
                  </a:lnTo>
                  <a:lnTo>
                    <a:pt x="177326" y="31351"/>
                  </a:lnTo>
                  <a:lnTo>
                    <a:pt x="177554" y="32189"/>
                  </a:lnTo>
                  <a:lnTo>
                    <a:pt x="177645" y="32375"/>
                  </a:lnTo>
                  <a:lnTo>
                    <a:pt x="178055" y="33633"/>
                  </a:lnTo>
                  <a:lnTo>
                    <a:pt x="178237" y="34192"/>
                  </a:lnTo>
                  <a:lnTo>
                    <a:pt x="178419" y="34844"/>
                  </a:lnTo>
                  <a:lnTo>
                    <a:pt x="178511" y="35077"/>
                  </a:lnTo>
                  <a:lnTo>
                    <a:pt x="178875" y="35776"/>
                  </a:lnTo>
                  <a:lnTo>
                    <a:pt x="181016" y="39363"/>
                  </a:lnTo>
                  <a:lnTo>
                    <a:pt x="185163" y="46351"/>
                  </a:lnTo>
                  <a:lnTo>
                    <a:pt x="186484" y="48633"/>
                  </a:lnTo>
                  <a:lnTo>
                    <a:pt x="187896" y="51102"/>
                  </a:lnTo>
                  <a:lnTo>
                    <a:pt x="188944" y="52779"/>
                  </a:lnTo>
                  <a:lnTo>
                    <a:pt x="190493" y="55574"/>
                  </a:lnTo>
                  <a:lnTo>
                    <a:pt x="192134" y="58276"/>
                  </a:lnTo>
                  <a:lnTo>
                    <a:pt x="193728" y="61071"/>
                  </a:lnTo>
                  <a:lnTo>
                    <a:pt x="194366" y="62143"/>
                  </a:lnTo>
                  <a:lnTo>
                    <a:pt x="195460" y="63866"/>
                  </a:lnTo>
                  <a:lnTo>
                    <a:pt x="200016" y="71646"/>
                  </a:lnTo>
                  <a:lnTo>
                    <a:pt x="203342" y="77236"/>
                  </a:lnTo>
                  <a:lnTo>
                    <a:pt x="206531" y="82686"/>
                  </a:lnTo>
                  <a:lnTo>
                    <a:pt x="208171" y="85481"/>
                  </a:lnTo>
                  <a:lnTo>
                    <a:pt x="208672" y="86366"/>
                  </a:lnTo>
                  <a:lnTo>
                    <a:pt x="209629" y="87950"/>
                  </a:lnTo>
                  <a:lnTo>
                    <a:pt x="211452" y="91071"/>
                  </a:lnTo>
                  <a:lnTo>
                    <a:pt x="213229" y="94146"/>
                  </a:lnTo>
                  <a:lnTo>
                    <a:pt x="216737" y="99922"/>
                  </a:lnTo>
                  <a:lnTo>
                    <a:pt x="218514" y="102950"/>
                  </a:lnTo>
                  <a:lnTo>
                    <a:pt x="221794" y="108494"/>
                  </a:lnTo>
                  <a:lnTo>
                    <a:pt x="223252" y="111149"/>
                  </a:lnTo>
                  <a:lnTo>
                    <a:pt x="224801" y="113711"/>
                  </a:lnTo>
                  <a:lnTo>
                    <a:pt x="226442" y="116227"/>
                  </a:lnTo>
                  <a:lnTo>
                    <a:pt x="231727" y="123354"/>
                  </a:lnTo>
                  <a:lnTo>
                    <a:pt x="233686" y="126103"/>
                  </a:lnTo>
                  <a:lnTo>
                    <a:pt x="237331" y="130854"/>
                  </a:lnTo>
                  <a:lnTo>
                    <a:pt x="237741" y="131413"/>
                  </a:lnTo>
                  <a:lnTo>
                    <a:pt x="239427" y="133603"/>
                  </a:lnTo>
                  <a:lnTo>
                    <a:pt x="239609" y="133836"/>
                  </a:lnTo>
                  <a:lnTo>
                    <a:pt x="241340" y="136258"/>
                  </a:lnTo>
                  <a:lnTo>
                    <a:pt x="241978" y="137190"/>
                  </a:lnTo>
                  <a:lnTo>
                    <a:pt x="242844" y="138354"/>
                  </a:lnTo>
                  <a:lnTo>
                    <a:pt x="244119" y="140078"/>
                  </a:lnTo>
                  <a:lnTo>
                    <a:pt x="245259" y="141708"/>
                  </a:lnTo>
                  <a:lnTo>
                    <a:pt x="246124" y="142873"/>
                  </a:lnTo>
                  <a:lnTo>
                    <a:pt x="246990" y="144457"/>
                  </a:lnTo>
                  <a:lnTo>
                    <a:pt x="247628" y="145715"/>
                  </a:lnTo>
                  <a:lnTo>
                    <a:pt x="247764" y="146041"/>
                  </a:lnTo>
                  <a:lnTo>
                    <a:pt x="248448" y="147345"/>
                  </a:lnTo>
                  <a:lnTo>
                    <a:pt x="248858" y="148277"/>
                  </a:lnTo>
                  <a:lnTo>
                    <a:pt x="248995" y="148556"/>
                  </a:lnTo>
                  <a:lnTo>
                    <a:pt x="249724" y="150280"/>
                  </a:lnTo>
                  <a:lnTo>
                    <a:pt x="250134" y="151351"/>
                  </a:lnTo>
                  <a:lnTo>
                    <a:pt x="250225" y="151677"/>
                  </a:lnTo>
                  <a:lnTo>
                    <a:pt x="250498" y="152423"/>
                  </a:lnTo>
                  <a:lnTo>
                    <a:pt x="250680" y="153354"/>
                  </a:lnTo>
                  <a:lnTo>
                    <a:pt x="250772" y="153727"/>
                  </a:lnTo>
                  <a:lnTo>
                    <a:pt x="251045" y="155078"/>
                  </a:lnTo>
                  <a:lnTo>
                    <a:pt x="251728" y="158199"/>
                  </a:lnTo>
                  <a:lnTo>
                    <a:pt x="251865" y="158758"/>
                  </a:lnTo>
                  <a:lnTo>
                    <a:pt x="252731" y="161879"/>
                  </a:lnTo>
                  <a:lnTo>
                    <a:pt x="254781" y="169473"/>
                  </a:lnTo>
                  <a:lnTo>
                    <a:pt x="255191" y="170823"/>
                  </a:lnTo>
                  <a:lnTo>
                    <a:pt x="255783" y="172873"/>
                  </a:lnTo>
                  <a:lnTo>
                    <a:pt x="256284" y="174783"/>
                  </a:lnTo>
                  <a:lnTo>
                    <a:pt x="257150" y="178044"/>
                  </a:lnTo>
                  <a:lnTo>
                    <a:pt x="257560" y="179442"/>
                  </a:lnTo>
                  <a:lnTo>
                    <a:pt x="257925" y="180839"/>
                  </a:lnTo>
                  <a:lnTo>
                    <a:pt x="258836" y="184193"/>
                  </a:lnTo>
                  <a:lnTo>
                    <a:pt x="259519" y="186755"/>
                  </a:lnTo>
                  <a:lnTo>
                    <a:pt x="259747" y="187501"/>
                  </a:lnTo>
                  <a:lnTo>
                    <a:pt x="260476" y="190202"/>
                  </a:lnTo>
                  <a:lnTo>
                    <a:pt x="261251" y="193091"/>
                  </a:lnTo>
                  <a:lnTo>
                    <a:pt x="261433" y="193510"/>
                  </a:lnTo>
                  <a:lnTo>
                    <a:pt x="261889" y="194721"/>
                  </a:lnTo>
                  <a:lnTo>
                    <a:pt x="262162" y="195327"/>
                  </a:lnTo>
                  <a:lnTo>
                    <a:pt x="262344" y="195653"/>
                  </a:lnTo>
                  <a:lnTo>
                    <a:pt x="262435" y="195932"/>
                  </a:lnTo>
                  <a:lnTo>
                    <a:pt x="263301" y="197423"/>
                  </a:lnTo>
                  <a:lnTo>
                    <a:pt x="263893" y="198448"/>
                  </a:lnTo>
                  <a:lnTo>
                    <a:pt x="264394" y="199100"/>
                  </a:lnTo>
                  <a:lnTo>
                    <a:pt x="264805" y="199566"/>
                  </a:lnTo>
                  <a:lnTo>
                    <a:pt x="265351" y="200125"/>
                  </a:lnTo>
                  <a:lnTo>
                    <a:pt x="265488" y="200311"/>
                  </a:lnTo>
                  <a:lnTo>
                    <a:pt x="265989" y="200777"/>
                  </a:lnTo>
                  <a:lnTo>
                    <a:pt x="266764" y="201383"/>
                  </a:lnTo>
                  <a:lnTo>
                    <a:pt x="267629" y="201988"/>
                  </a:lnTo>
                  <a:lnTo>
                    <a:pt x="268541" y="202501"/>
                  </a:lnTo>
                  <a:lnTo>
                    <a:pt x="268723" y="202594"/>
                  </a:lnTo>
                  <a:lnTo>
                    <a:pt x="269315" y="202827"/>
                  </a:lnTo>
                  <a:lnTo>
                    <a:pt x="270090" y="203153"/>
                  </a:lnTo>
                  <a:lnTo>
                    <a:pt x="273370" y="204690"/>
                  </a:lnTo>
                  <a:lnTo>
                    <a:pt x="276377" y="205995"/>
                  </a:lnTo>
                  <a:lnTo>
                    <a:pt x="281070" y="208137"/>
                  </a:lnTo>
                  <a:lnTo>
                    <a:pt x="286856" y="210793"/>
                  </a:lnTo>
                  <a:lnTo>
                    <a:pt x="293190" y="213681"/>
                  </a:lnTo>
                  <a:lnTo>
                    <a:pt x="293964" y="214054"/>
                  </a:lnTo>
                  <a:lnTo>
                    <a:pt x="294420" y="214286"/>
                  </a:lnTo>
                  <a:lnTo>
                    <a:pt x="295103" y="214566"/>
                  </a:lnTo>
                  <a:lnTo>
                    <a:pt x="296607" y="215265"/>
                  </a:lnTo>
                  <a:lnTo>
                    <a:pt x="303122" y="218246"/>
                  </a:lnTo>
                  <a:lnTo>
                    <a:pt x="306585" y="219457"/>
                  </a:lnTo>
                  <a:lnTo>
                    <a:pt x="306585" y="219690"/>
                  </a:lnTo>
                  <a:lnTo>
                    <a:pt x="306402" y="221647"/>
                  </a:lnTo>
                  <a:lnTo>
                    <a:pt x="306357" y="221926"/>
                  </a:lnTo>
                  <a:lnTo>
                    <a:pt x="306175" y="222718"/>
                  </a:lnTo>
                  <a:lnTo>
                    <a:pt x="305537" y="224628"/>
                  </a:lnTo>
                  <a:lnTo>
                    <a:pt x="305218" y="225420"/>
                  </a:lnTo>
                  <a:lnTo>
                    <a:pt x="303395" y="230125"/>
                  </a:lnTo>
                  <a:lnTo>
                    <a:pt x="303350" y="230311"/>
                  </a:lnTo>
                  <a:lnTo>
                    <a:pt x="302165" y="233339"/>
                  </a:lnTo>
                  <a:lnTo>
                    <a:pt x="301208" y="235855"/>
                  </a:lnTo>
                  <a:lnTo>
                    <a:pt x="300798" y="236973"/>
                  </a:lnTo>
                  <a:lnTo>
                    <a:pt x="300479" y="237718"/>
                  </a:lnTo>
                  <a:lnTo>
                    <a:pt x="300343" y="238138"/>
                  </a:lnTo>
                  <a:lnTo>
                    <a:pt x="300024" y="238929"/>
                  </a:lnTo>
                  <a:lnTo>
                    <a:pt x="296060" y="249225"/>
                  </a:lnTo>
                  <a:lnTo>
                    <a:pt x="295787" y="250017"/>
                  </a:lnTo>
                  <a:lnTo>
                    <a:pt x="295149" y="251694"/>
                  </a:lnTo>
                  <a:lnTo>
                    <a:pt x="294830" y="252485"/>
                  </a:lnTo>
                  <a:lnTo>
                    <a:pt x="294465" y="253417"/>
                  </a:lnTo>
                  <a:lnTo>
                    <a:pt x="294192" y="254256"/>
                  </a:lnTo>
                  <a:lnTo>
                    <a:pt x="293873" y="255467"/>
                  </a:lnTo>
                  <a:lnTo>
                    <a:pt x="293645" y="256538"/>
                  </a:lnTo>
                  <a:lnTo>
                    <a:pt x="293508" y="257796"/>
                  </a:lnTo>
                  <a:lnTo>
                    <a:pt x="293508" y="258122"/>
                  </a:lnTo>
                  <a:lnTo>
                    <a:pt x="293463" y="259287"/>
                  </a:lnTo>
                  <a:lnTo>
                    <a:pt x="293463" y="259892"/>
                  </a:lnTo>
                  <a:lnTo>
                    <a:pt x="293554" y="260451"/>
                  </a:lnTo>
                  <a:lnTo>
                    <a:pt x="293645" y="261197"/>
                  </a:lnTo>
                  <a:lnTo>
                    <a:pt x="293782" y="262128"/>
                  </a:lnTo>
                  <a:lnTo>
                    <a:pt x="294283" y="264458"/>
                  </a:lnTo>
                  <a:lnTo>
                    <a:pt x="294875" y="266647"/>
                  </a:lnTo>
                  <a:lnTo>
                    <a:pt x="296060" y="268138"/>
                  </a:lnTo>
                  <a:lnTo>
                    <a:pt x="297518" y="270281"/>
                  </a:lnTo>
                  <a:lnTo>
                    <a:pt x="297746" y="270653"/>
                  </a:lnTo>
                  <a:lnTo>
                    <a:pt x="298702" y="272423"/>
                  </a:lnTo>
                  <a:lnTo>
                    <a:pt x="299477" y="273588"/>
                  </a:lnTo>
                  <a:lnTo>
                    <a:pt x="299933" y="274333"/>
                  </a:lnTo>
                  <a:lnTo>
                    <a:pt x="299386" y="274939"/>
                  </a:lnTo>
                  <a:lnTo>
                    <a:pt x="297472" y="277175"/>
                  </a:lnTo>
                  <a:lnTo>
                    <a:pt x="292643" y="281181"/>
                  </a:lnTo>
                  <a:lnTo>
                    <a:pt x="287403" y="285793"/>
                  </a:lnTo>
                  <a:lnTo>
                    <a:pt x="282801" y="292501"/>
                  </a:lnTo>
                  <a:lnTo>
                    <a:pt x="282072" y="297625"/>
                  </a:lnTo>
                  <a:lnTo>
                    <a:pt x="283211" y="301539"/>
                  </a:lnTo>
                  <a:lnTo>
                    <a:pt x="284032" y="305917"/>
                  </a:lnTo>
                  <a:lnTo>
                    <a:pt x="283120" y="309178"/>
                  </a:lnTo>
                  <a:lnTo>
                    <a:pt x="280113" y="311787"/>
                  </a:lnTo>
                  <a:lnTo>
                    <a:pt x="277653" y="312765"/>
                  </a:lnTo>
                  <a:lnTo>
                    <a:pt x="272823" y="314675"/>
                  </a:lnTo>
                  <a:lnTo>
                    <a:pt x="272003" y="314582"/>
                  </a:lnTo>
                  <a:lnTo>
                    <a:pt x="272003" y="313045"/>
                  </a:lnTo>
                  <a:lnTo>
                    <a:pt x="267720" y="312346"/>
                  </a:lnTo>
                  <a:lnTo>
                    <a:pt x="267356" y="312253"/>
                  </a:lnTo>
                  <a:lnTo>
                    <a:pt x="267857" y="306197"/>
                  </a:lnTo>
                  <a:lnTo>
                    <a:pt x="267903" y="305405"/>
                  </a:lnTo>
                  <a:lnTo>
                    <a:pt x="264896" y="305032"/>
                  </a:lnTo>
                  <a:lnTo>
                    <a:pt x="264440" y="304986"/>
                  </a:lnTo>
                  <a:lnTo>
                    <a:pt x="260112" y="304427"/>
                  </a:lnTo>
                  <a:lnTo>
                    <a:pt x="256193" y="303868"/>
                  </a:lnTo>
                  <a:lnTo>
                    <a:pt x="253050" y="303448"/>
                  </a:lnTo>
                  <a:lnTo>
                    <a:pt x="250043" y="303076"/>
                  </a:lnTo>
                  <a:lnTo>
                    <a:pt x="247537" y="302750"/>
                  </a:lnTo>
                  <a:lnTo>
                    <a:pt x="244757" y="302377"/>
                  </a:lnTo>
                  <a:lnTo>
                    <a:pt x="241705" y="302004"/>
                  </a:lnTo>
                  <a:lnTo>
                    <a:pt x="240520" y="301865"/>
                  </a:lnTo>
                  <a:lnTo>
                    <a:pt x="238652" y="301632"/>
                  </a:lnTo>
                  <a:lnTo>
                    <a:pt x="237422" y="301445"/>
                  </a:lnTo>
                  <a:lnTo>
                    <a:pt x="236465" y="301259"/>
                  </a:lnTo>
                  <a:lnTo>
                    <a:pt x="234187" y="300840"/>
                  </a:lnTo>
                  <a:lnTo>
                    <a:pt x="233504" y="300700"/>
                  </a:lnTo>
                  <a:lnTo>
                    <a:pt x="233458" y="300514"/>
                  </a:lnTo>
                  <a:lnTo>
                    <a:pt x="232638" y="300653"/>
                  </a:lnTo>
                  <a:lnTo>
                    <a:pt x="232365" y="300653"/>
                  </a:lnTo>
                  <a:lnTo>
                    <a:pt x="231317" y="300793"/>
                  </a:lnTo>
                  <a:lnTo>
                    <a:pt x="230223" y="300886"/>
                  </a:lnTo>
                  <a:lnTo>
                    <a:pt x="228765" y="300933"/>
                  </a:lnTo>
                  <a:lnTo>
                    <a:pt x="226897" y="300933"/>
                  </a:lnTo>
                  <a:lnTo>
                    <a:pt x="226988" y="303495"/>
                  </a:lnTo>
                  <a:lnTo>
                    <a:pt x="226943" y="304846"/>
                  </a:lnTo>
                  <a:lnTo>
                    <a:pt x="226988" y="306849"/>
                  </a:lnTo>
                  <a:lnTo>
                    <a:pt x="226943" y="308293"/>
                  </a:lnTo>
                  <a:lnTo>
                    <a:pt x="226624" y="309970"/>
                  </a:lnTo>
                  <a:lnTo>
                    <a:pt x="226168" y="312206"/>
                  </a:lnTo>
                  <a:lnTo>
                    <a:pt x="226123" y="312486"/>
                  </a:lnTo>
                  <a:lnTo>
                    <a:pt x="225895" y="314396"/>
                  </a:lnTo>
                  <a:lnTo>
                    <a:pt x="225667" y="315607"/>
                  </a:lnTo>
                  <a:lnTo>
                    <a:pt x="225758" y="315747"/>
                  </a:lnTo>
                  <a:lnTo>
                    <a:pt x="226031" y="316259"/>
                  </a:lnTo>
                  <a:lnTo>
                    <a:pt x="227489" y="318728"/>
                  </a:lnTo>
                  <a:lnTo>
                    <a:pt x="228127" y="319287"/>
                  </a:lnTo>
                  <a:lnTo>
                    <a:pt x="228355" y="319520"/>
                  </a:lnTo>
                  <a:lnTo>
                    <a:pt x="228902" y="319986"/>
                  </a:lnTo>
                  <a:lnTo>
                    <a:pt x="229357" y="320452"/>
                  </a:lnTo>
                  <a:lnTo>
                    <a:pt x="229266" y="320638"/>
                  </a:lnTo>
                  <a:lnTo>
                    <a:pt x="229084" y="320918"/>
                  </a:lnTo>
                  <a:lnTo>
                    <a:pt x="228902" y="321104"/>
                  </a:lnTo>
                  <a:lnTo>
                    <a:pt x="228583" y="321477"/>
                  </a:lnTo>
                  <a:lnTo>
                    <a:pt x="228173" y="321896"/>
                  </a:lnTo>
                  <a:lnTo>
                    <a:pt x="227672" y="322268"/>
                  </a:lnTo>
                  <a:lnTo>
                    <a:pt x="227353" y="322734"/>
                  </a:lnTo>
                  <a:lnTo>
                    <a:pt x="226806" y="323666"/>
                  </a:lnTo>
                  <a:lnTo>
                    <a:pt x="226533" y="324225"/>
                  </a:lnTo>
                  <a:lnTo>
                    <a:pt x="226077" y="324924"/>
                  </a:lnTo>
                  <a:lnTo>
                    <a:pt x="225895" y="325483"/>
                  </a:lnTo>
                  <a:lnTo>
                    <a:pt x="225849" y="325623"/>
                  </a:lnTo>
                  <a:lnTo>
                    <a:pt x="225804" y="325809"/>
                  </a:lnTo>
                  <a:lnTo>
                    <a:pt x="225530" y="326601"/>
                  </a:lnTo>
                  <a:lnTo>
                    <a:pt x="225120" y="326368"/>
                  </a:lnTo>
                  <a:lnTo>
                    <a:pt x="222797" y="324644"/>
                  </a:lnTo>
                  <a:lnTo>
                    <a:pt x="220245" y="322641"/>
                  </a:lnTo>
                  <a:lnTo>
                    <a:pt x="214960" y="318449"/>
                  </a:lnTo>
                  <a:lnTo>
                    <a:pt x="207260" y="312486"/>
                  </a:lnTo>
                  <a:lnTo>
                    <a:pt x="201155" y="307688"/>
                  </a:lnTo>
                  <a:lnTo>
                    <a:pt x="200927" y="307548"/>
                  </a:lnTo>
                  <a:lnTo>
                    <a:pt x="200243" y="306989"/>
                  </a:lnTo>
                  <a:lnTo>
                    <a:pt x="199515" y="306383"/>
                  </a:lnTo>
                  <a:lnTo>
                    <a:pt x="199059" y="306057"/>
                  </a:lnTo>
                  <a:lnTo>
                    <a:pt x="198603" y="305731"/>
                  </a:lnTo>
                  <a:lnTo>
                    <a:pt x="197100" y="304520"/>
                  </a:lnTo>
                  <a:lnTo>
                    <a:pt x="194457" y="302563"/>
                  </a:lnTo>
                  <a:lnTo>
                    <a:pt x="193090" y="301678"/>
                  </a:lnTo>
                  <a:lnTo>
                    <a:pt x="192179" y="301026"/>
                  </a:lnTo>
                  <a:lnTo>
                    <a:pt x="190903" y="300281"/>
                  </a:lnTo>
                  <a:lnTo>
                    <a:pt x="188762" y="299023"/>
                  </a:lnTo>
                  <a:lnTo>
                    <a:pt x="176825" y="292548"/>
                  </a:lnTo>
                  <a:lnTo>
                    <a:pt x="167576" y="306057"/>
                  </a:lnTo>
                  <a:lnTo>
                    <a:pt x="166938" y="305638"/>
                  </a:lnTo>
                  <a:lnTo>
                    <a:pt x="166254" y="305172"/>
                  </a:lnTo>
                  <a:lnTo>
                    <a:pt x="165844" y="305032"/>
                  </a:lnTo>
                  <a:lnTo>
                    <a:pt x="165480" y="304986"/>
                  </a:lnTo>
                  <a:lnTo>
                    <a:pt x="164614" y="304660"/>
                  </a:lnTo>
                  <a:lnTo>
                    <a:pt x="163885" y="304240"/>
                  </a:lnTo>
                  <a:lnTo>
                    <a:pt x="163111" y="303448"/>
                  </a:lnTo>
                  <a:lnTo>
                    <a:pt x="162609" y="302703"/>
                  </a:lnTo>
                  <a:lnTo>
                    <a:pt x="161607" y="302098"/>
                  </a:lnTo>
                  <a:lnTo>
                    <a:pt x="160559" y="301771"/>
                  </a:lnTo>
                  <a:lnTo>
                    <a:pt x="159694" y="301352"/>
                  </a:lnTo>
                  <a:lnTo>
                    <a:pt x="159101" y="301166"/>
                  </a:lnTo>
                  <a:lnTo>
                    <a:pt x="157871" y="300840"/>
                  </a:lnTo>
                  <a:lnTo>
                    <a:pt x="157233" y="300281"/>
                  </a:lnTo>
                  <a:lnTo>
                    <a:pt x="156276" y="299768"/>
                  </a:lnTo>
                  <a:lnTo>
                    <a:pt x="155912" y="299023"/>
                  </a:lnTo>
                  <a:lnTo>
                    <a:pt x="155365" y="298743"/>
                  </a:lnTo>
                  <a:lnTo>
                    <a:pt x="154910" y="298278"/>
                  </a:lnTo>
                  <a:lnTo>
                    <a:pt x="154545" y="298184"/>
                  </a:lnTo>
                  <a:lnTo>
                    <a:pt x="153224" y="297858"/>
                  </a:lnTo>
                  <a:lnTo>
                    <a:pt x="152677" y="297113"/>
                  </a:lnTo>
                  <a:lnTo>
                    <a:pt x="152221" y="296414"/>
                  </a:lnTo>
                  <a:lnTo>
                    <a:pt x="151492" y="296042"/>
                  </a:lnTo>
                  <a:lnTo>
                    <a:pt x="150536" y="295529"/>
                  </a:lnTo>
                  <a:lnTo>
                    <a:pt x="149169" y="295063"/>
                  </a:lnTo>
                  <a:lnTo>
                    <a:pt x="148166" y="294877"/>
                  </a:lnTo>
                  <a:lnTo>
                    <a:pt x="147392" y="294458"/>
                  </a:lnTo>
                  <a:lnTo>
                    <a:pt x="146800" y="293433"/>
                  </a:lnTo>
                  <a:lnTo>
                    <a:pt x="145888" y="292827"/>
                  </a:lnTo>
                  <a:lnTo>
                    <a:pt x="144749" y="292222"/>
                  </a:lnTo>
                  <a:lnTo>
                    <a:pt x="143975" y="291756"/>
                  </a:lnTo>
                  <a:lnTo>
                    <a:pt x="142790" y="291290"/>
                  </a:lnTo>
                  <a:lnTo>
                    <a:pt x="141423" y="290638"/>
                  </a:lnTo>
                  <a:lnTo>
                    <a:pt x="140694" y="290032"/>
                  </a:lnTo>
                  <a:lnTo>
                    <a:pt x="139783" y="289706"/>
                  </a:lnTo>
                  <a:lnTo>
                    <a:pt x="139236" y="289287"/>
                  </a:lnTo>
                  <a:lnTo>
                    <a:pt x="138598" y="288868"/>
                  </a:lnTo>
                  <a:lnTo>
                    <a:pt x="138143" y="288542"/>
                  </a:lnTo>
                  <a:lnTo>
                    <a:pt x="137368" y="288215"/>
                  </a:lnTo>
                  <a:lnTo>
                    <a:pt x="136411" y="287936"/>
                  </a:lnTo>
                  <a:lnTo>
                    <a:pt x="135774" y="287610"/>
                  </a:lnTo>
                  <a:lnTo>
                    <a:pt x="135045" y="287470"/>
                  </a:lnTo>
                  <a:lnTo>
                    <a:pt x="133632" y="286352"/>
                  </a:lnTo>
                  <a:lnTo>
                    <a:pt x="132630" y="285933"/>
                  </a:lnTo>
                  <a:lnTo>
                    <a:pt x="131764" y="285281"/>
                  </a:lnTo>
                  <a:lnTo>
                    <a:pt x="130853" y="285001"/>
                  </a:lnTo>
                  <a:lnTo>
                    <a:pt x="130078" y="285327"/>
                  </a:lnTo>
                  <a:lnTo>
                    <a:pt x="129395" y="284489"/>
                  </a:lnTo>
                  <a:lnTo>
                    <a:pt x="129030" y="284256"/>
                  </a:lnTo>
                  <a:lnTo>
                    <a:pt x="128438" y="283510"/>
                  </a:lnTo>
                  <a:lnTo>
                    <a:pt x="127891" y="283138"/>
                  </a:lnTo>
                  <a:lnTo>
                    <a:pt x="127254" y="282905"/>
                  </a:lnTo>
                  <a:lnTo>
                    <a:pt x="126206" y="283278"/>
                  </a:lnTo>
                  <a:lnTo>
                    <a:pt x="125158" y="282066"/>
                  </a:lnTo>
                  <a:lnTo>
                    <a:pt x="124155" y="281601"/>
                  </a:lnTo>
                  <a:lnTo>
                    <a:pt x="123654" y="281181"/>
                  </a:lnTo>
                  <a:lnTo>
                    <a:pt x="122971" y="280762"/>
                  </a:lnTo>
                  <a:lnTo>
                    <a:pt x="121741" y="280436"/>
                  </a:lnTo>
                  <a:lnTo>
                    <a:pt x="119599" y="279644"/>
                  </a:lnTo>
                  <a:lnTo>
                    <a:pt x="118004" y="278899"/>
                  </a:lnTo>
                  <a:lnTo>
                    <a:pt x="116820" y="277967"/>
                  </a:lnTo>
                  <a:lnTo>
                    <a:pt x="115635" y="277035"/>
                  </a:lnTo>
                  <a:lnTo>
                    <a:pt x="114587" y="276290"/>
                  </a:lnTo>
                  <a:lnTo>
                    <a:pt x="113539" y="275638"/>
                  </a:lnTo>
                  <a:lnTo>
                    <a:pt x="112492" y="275125"/>
                  </a:lnTo>
                  <a:lnTo>
                    <a:pt x="111535" y="274799"/>
                  </a:lnTo>
                  <a:lnTo>
                    <a:pt x="110213" y="274147"/>
                  </a:lnTo>
                  <a:lnTo>
                    <a:pt x="109803" y="273588"/>
                  </a:lnTo>
                  <a:lnTo>
                    <a:pt x="109302" y="273262"/>
                  </a:lnTo>
                  <a:lnTo>
                    <a:pt x="108482" y="272982"/>
                  </a:lnTo>
                  <a:lnTo>
                    <a:pt x="107844" y="272982"/>
                  </a:lnTo>
                  <a:lnTo>
                    <a:pt x="105748" y="272284"/>
                  </a:lnTo>
                  <a:lnTo>
                    <a:pt x="104290" y="271119"/>
                  </a:lnTo>
                  <a:lnTo>
                    <a:pt x="103561" y="271119"/>
                  </a:lnTo>
                  <a:lnTo>
                    <a:pt x="102741" y="270746"/>
                  </a:lnTo>
                  <a:lnTo>
                    <a:pt x="102195" y="270467"/>
                  </a:lnTo>
                  <a:lnTo>
                    <a:pt x="101466" y="269768"/>
                  </a:lnTo>
                  <a:lnTo>
                    <a:pt x="100964" y="269395"/>
                  </a:lnTo>
                  <a:lnTo>
                    <a:pt x="100327" y="269069"/>
                  </a:lnTo>
                  <a:lnTo>
                    <a:pt x="99506" y="268557"/>
                  </a:lnTo>
                  <a:lnTo>
                    <a:pt x="98914" y="268464"/>
                  </a:lnTo>
                  <a:lnTo>
                    <a:pt x="98458" y="268231"/>
                  </a:lnTo>
                  <a:lnTo>
                    <a:pt x="97866" y="268184"/>
                  </a:lnTo>
                  <a:lnTo>
                    <a:pt x="97046" y="267858"/>
                  </a:lnTo>
                  <a:lnTo>
                    <a:pt x="96363" y="267579"/>
                  </a:lnTo>
                  <a:lnTo>
                    <a:pt x="95725" y="267113"/>
                  </a:lnTo>
                  <a:lnTo>
                    <a:pt x="94859" y="266833"/>
                  </a:lnTo>
                  <a:lnTo>
                    <a:pt x="93902" y="266414"/>
                  </a:lnTo>
                  <a:lnTo>
                    <a:pt x="93173" y="266181"/>
                  </a:lnTo>
                  <a:lnTo>
                    <a:pt x="92034" y="265622"/>
                  </a:lnTo>
                  <a:lnTo>
                    <a:pt x="90941" y="265482"/>
                  </a:lnTo>
                  <a:lnTo>
                    <a:pt x="90075" y="265296"/>
                  </a:lnTo>
                  <a:lnTo>
                    <a:pt x="88891" y="264737"/>
                  </a:lnTo>
                  <a:lnTo>
                    <a:pt x="88298" y="263899"/>
                  </a:lnTo>
                  <a:lnTo>
                    <a:pt x="87433" y="263479"/>
                  </a:lnTo>
                  <a:lnTo>
                    <a:pt x="86521" y="262734"/>
                  </a:lnTo>
                  <a:lnTo>
                    <a:pt x="85610" y="262268"/>
                  </a:lnTo>
                  <a:lnTo>
                    <a:pt x="85109" y="261663"/>
                  </a:lnTo>
                  <a:lnTo>
                    <a:pt x="84425" y="261523"/>
                  </a:lnTo>
                  <a:lnTo>
                    <a:pt x="83605" y="261010"/>
                  </a:lnTo>
                  <a:lnTo>
                    <a:pt x="82330" y="260545"/>
                  </a:lnTo>
                  <a:lnTo>
                    <a:pt x="81555" y="260218"/>
                  </a:lnTo>
                  <a:lnTo>
                    <a:pt x="80781" y="259799"/>
                  </a:lnTo>
                  <a:lnTo>
                    <a:pt x="79778" y="259753"/>
                  </a:lnTo>
                  <a:lnTo>
                    <a:pt x="78594" y="259333"/>
                  </a:lnTo>
                  <a:lnTo>
                    <a:pt x="77272" y="258867"/>
                  </a:lnTo>
                  <a:lnTo>
                    <a:pt x="76361" y="258076"/>
                  </a:lnTo>
                  <a:lnTo>
                    <a:pt x="75541" y="257517"/>
                  </a:lnTo>
                  <a:lnTo>
                    <a:pt x="74220" y="256445"/>
                  </a:lnTo>
                  <a:lnTo>
                    <a:pt x="73035" y="255793"/>
                  </a:lnTo>
                  <a:lnTo>
                    <a:pt x="71850" y="255048"/>
                  </a:lnTo>
                  <a:lnTo>
                    <a:pt x="70074" y="254489"/>
                  </a:lnTo>
                  <a:lnTo>
                    <a:pt x="68069" y="253836"/>
                  </a:lnTo>
                  <a:lnTo>
                    <a:pt x="66793" y="253371"/>
                  </a:lnTo>
                  <a:lnTo>
                    <a:pt x="65882" y="252579"/>
                  </a:lnTo>
                  <a:lnTo>
                    <a:pt x="65107" y="251833"/>
                  </a:lnTo>
                  <a:lnTo>
                    <a:pt x="64242" y="251554"/>
                  </a:lnTo>
                  <a:lnTo>
                    <a:pt x="63513" y="251367"/>
                  </a:lnTo>
                  <a:lnTo>
                    <a:pt x="62601" y="250808"/>
                  </a:lnTo>
                  <a:lnTo>
                    <a:pt x="61872" y="250343"/>
                  </a:lnTo>
                  <a:lnTo>
                    <a:pt x="61098" y="250063"/>
                  </a:lnTo>
                  <a:lnTo>
                    <a:pt x="60688" y="249923"/>
                  </a:lnTo>
                  <a:lnTo>
                    <a:pt x="60323" y="249597"/>
                  </a:lnTo>
                  <a:lnTo>
                    <a:pt x="59184" y="249457"/>
                  </a:lnTo>
                  <a:lnTo>
                    <a:pt x="58227" y="249225"/>
                  </a:lnTo>
                  <a:lnTo>
                    <a:pt x="56906" y="248759"/>
                  </a:lnTo>
                  <a:lnTo>
                    <a:pt x="56177" y="248386"/>
                  </a:lnTo>
                  <a:lnTo>
                    <a:pt x="55858" y="247874"/>
                  </a:lnTo>
                  <a:lnTo>
                    <a:pt x="54993" y="247594"/>
                  </a:lnTo>
                  <a:lnTo>
                    <a:pt x="53899" y="247268"/>
                  </a:lnTo>
                  <a:lnTo>
                    <a:pt x="52988" y="246336"/>
                  </a:lnTo>
                  <a:lnTo>
                    <a:pt x="51985" y="245731"/>
                  </a:lnTo>
                  <a:lnTo>
                    <a:pt x="51256" y="245498"/>
                  </a:lnTo>
                  <a:lnTo>
                    <a:pt x="49844" y="245125"/>
                  </a:lnTo>
                  <a:lnTo>
                    <a:pt x="49024" y="244520"/>
                  </a:lnTo>
                  <a:lnTo>
                    <a:pt x="47612" y="243728"/>
                  </a:lnTo>
                  <a:lnTo>
                    <a:pt x="46564" y="243448"/>
                  </a:lnTo>
                  <a:lnTo>
                    <a:pt x="45835" y="242982"/>
                  </a:lnTo>
                  <a:lnTo>
                    <a:pt x="44650" y="242423"/>
                  </a:lnTo>
                  <a:lnTo>
                    <a:pt x="43739" y="242237"/>
                  </a:lnTo>
                  <a:lnTo>
                    <a:pt x="43147" y="241492"/>
                  </a:lnTo>
                  <a:lnTo>
                    <a:pt x="42281" y="241166"/>
                  </a:lnTo>
                  <a:lnTo>
                    <a:pt x="41370" y="240979"/>
                  </a:lnTo>
                  <a:lnTo>
                    <a:pt x="40732" y="240420"/>
                  </a:lnTo>
                  <a:lnTo>
                    <a:pt x="39593" y="239954"/>
                  </a:lnTo>
                  <a:lnTo>
                    <a:pt x="38363" y="239488"/>
                  </a:lnTo>
                  <a:lnTo>
                    <a:pt x="37451" y="239069"/>
                  </a:lnTo>
                  <a:lnTo>
                    <a:pt x="36449" y="238836"/>
                  </a:lnTo>
                  <a:lnTo>
                    <a:pt x="35857" y="238370"/>
                  </a:lnTo>
                  <a:lnTo>
                    <a:pt x="34945" y="238138"/>
                  </a:lnTo>
                  <a:lnTo>
                    <a:pt x="34080" y="237252"/>
                  </a:lnTo>
                  <a:lnTo>
                    <a:pt x="32986" y="236926"/>
                  </a:lnTo>
                  <a:lnTo>
                    <a:pt x="29660" y="235436"/>
                  </a:lnTo>
                  <a:lnTo>
                    <a:pt x="28931" y="234644"/>
                  </a:lnTo>
                  <a:lnTo>
                    <a:pt x="27473" y="234085"/>
                  </a:lnTo>
                  <a:lnTo>
                    <a:pt x="26061" y="233246"/>
                  </a:lnTo>
                  <a:lnTo>
                    <a:pt x="24603" y="232920"/>
                  </a:lnTo>
                  <a:lnTo>
                    <a:pt x="23373" y="232780"/>
                  </a:lnTo>
                  <a:lnTo>
                    <a:pt x="21778" y="231802"/>
                  </a:lnTo>
                  <a:lnTo>
                    <a:pt x="20776" y="231523"/>
                  </a:lnTo>
                  <a:lnTo>
                    <a:pt x="20092" y="230917"/>
                  </a:lnTo>
                  <a:lnTo>
                    <a:pt x="19044" y="230405"/>
                  </a:lnTo>
                  <a:lnTo>
                    <a:pt x="18133" y="229892"/>
                  </a:lnTo>
                  <a:lnTo>
                    <a:pt x="17450" y="229613"/>
                  </a:lnTo>
                  <a:lnTo>
                    <a:pt x="15399" y="229054"/>
                  </a:lnTo>
                  <a:lnTo>
                    <a:pt x="13850" y="228215"/>
                  </a:lnTo>
                  <a:lnTo>
                    <a:pt x="12802" y="227423"/>
                  </a:lnTo>
                  <a:lnTo>
                    <a:pt x="11481" y="227051"/>
                  </a:lnTo>
                  <a:lnTo>
                    <a:pt x="10570" y="226724"/>
                  </a:lnTo>
                  <a:lnTo>
                    <a:pt x="9567" y="226212"/>
                  </a:lnTo>
                  <a:lnTo>
                    <a:pt x="7973" y="225653"/>
                  </a:lnTo>
                  <a:lnTo>
                    <a:pt x="7062" y="225094"/>
                  </a:lnTo>
                  <a:lnTo>
                    <a:pt x="5102" y="224395"/>
                  </a:lnTo>
                  <a:lnTo>
                    <a:pt x="6150" y="223137"/>
                  </a:lnTo>
                  <a:lnTo>
                    <a:pt x="9932" y="216709"/>
                  </a:lnTo>
                  <a:lnTo>
                    <a:pt x="12164" y="212796"/>
                  </a:lnTo>
                  <a:lnTo>
                    <a:pt x="12575" y="212283"/>
                  </a:lnTo>
                  <a:lnTo>
                    <a:pt x="14260" y="208883"/>
                  </a:lnTo>
                  <a:lnTo>
                    <a:pt x="15992" y="205855"/>
                  </a:lnTo>
                  <a:lnTo>
                    <a:pt x="18498" y="201290"/>
                  </a:lnTo>
                  <a:lnTo>
                    <a:pt x="20958" y="196817"/>
                  </a:lnTo>
                  <a:lnTo>
                    <a:pt x="21140" y="196538"/>
                  </a:lnTo>
                  <a:lnTo>
                    <a:pt x="10798" y="185637"/>
                  </a:lnTo>
                  <a:lnTo>
                    <a:pt x="6014" y="180653"/>
                  </a:lnTo>
                  <a:lnTo>
                    <a:pt x="4692" y="179255"/>
                  </a:lnTo>
                  <a:lnTo>
                    <a:pt x="3690" y="177951"/>
                  </a:lnTo>
                  <a:lnTo>
                    <a:pt x="3052" y="176926"/>
                  </a:lnTo>
                  <a:lnTo>
                    <a:pt x="2505" y="176041"/>
                  </a:lnTo>
                  <a:lnTo>
                    <a:pt x="2004" y="175016"/>
                  </a:lnTo>
                  <a:lnTo>
                    <a:pt x="1412" y="173572"/>
                  </a:lnTo>
                  <a:lnTo>
                    <a:pt x="1047" y="172547"/>
                  </a:lnTo>
                  <a:lnTo>
                    <a:pt x="728" y="171243"/>
                  </a:lnTo>
                  <a:lnTo>
                    <a:pt x="364" y="169892"/>
                  </a:lnTo>
                  <a:lnTo>
                    <a:pt x="136" y="168541"/>
                  </a:lnTo>
                  <a:lnTo>
                    <a:pt x="45" y="167330"/>
                  </a:lnTo>
                  <a:lnTo>
                    <a:pt x="0" y="165839"/>
                  </a:lnTo>
                  <a:lnTo>
                    <a:pt x="45" y="164302"/>
                  </a:lnTo>
                  <a:lnTo>
                    <a:pt x="91" y="163463"/>
                  </a:lnTo>
                  <a:lnTo>
                    <a:pt x="501" y="160994"/>
                  </a:lnTo>
                  <a:lnTo>
                    <a:pt x="2642" y="149115"/>
                  </a:lnTo>
                  <a:lnTo>
                    <a:pt x="4692" y="137842"/>
                  </a:lnTo>
                  <a:lnTo>
                    <a:pt x="5558" y="133230"/>
                  </a:lnTo>
                  <a:lnTo>
                    <a:pt x="5786" y="131879"/>
                  </a:lnTo>
                  <a:lnTo>
                    <a:pt x="8337" y="117811"/>
                  </a:lnTo>
                  <a:lnTo>
                    <a:pt x="8428" y="117252"/>
                  </a:lnTo>
                  <a:lnTo>
                    <a:pt x="10160" y="107749"/>
                  </a:lnTo>
                  <a:lnTo>
                    <a:pt x="12802" y="92842"/>
                  </a:lnTo>
                  <a:lnTo>
                    <a:pt x="13668" y="87857"/>
                  </a:lnTo>
                  <a:lnTo>
                    <a:pt x="14306" y="84177"/>
                  </a:lnTo>
                  <a:lnTo>
                    <a:pt x="16174" y="74022"/>
                  </a:lnTo>
                  <a:lnTo>
                    <a:pt x="16402" y="72764"/>
                  </a:lnTo>
                  <a:lnTo>
                    <a:pt x="16630" y="71413"/>
                  </a:lnTo>
                  <a:lnTo>
                    <a:pt x="18862" y="59115"/>
                  </a:lnTo>
                  <a:lnTo>
                    <a:pt x="19500" y="55807"/>
                  </a:lnTo>
                  <a:lnTo>
                    <a:pt x="19500" y="55574"/>
                  </a:lnTo>
                  <a:lnTo>
                    <a:pt x="19682" y="54643"/>
                  </a:lnTo>
                  <a:lnTo>
                    <a:pt x="19773" y="53944"/>
                  </a:lnTo>
                  <a:lnTo>
                    <a:pt x="19864" y="53012"/>
                  </a:lnTo>
                  <a:lnTo>
                    <a:pt x="19956" y="52267"/>
                  </a:lnTo>
                  <a:lnTo>
                    <a:pt x="20001" y="51848"/>
                  </a:lnTo>
                  <a:lnTo>
                    <a:pt x="20001" y="51615"/>
                  </a:lnTo>
                  <a:lnTo>
                    <a:pt x="20047" y="51009"/>
                  </a:lnTo>
                  <a:lnTo>
                    <a:pt x="20092" y="50031"/>
                  </a:lnTo>
                  <a:lnTo>
                    <a:pt x="20092" y="49705"/>
                  </a:lnTo>
                  <a:lnTo>
                    <a:pt x="20092" y="49239"/>
                  </a:lnTo>
                  <a:lnTo>
                    <a:pt x="20138" y="48354"/>
                  </a:lnTo>
                  <a:lnTo>
                    <a:pt x="20138" y="47795"/>
                  </a:lnTo>
                  <a:lnTo>
                    <a:pt x="20138" y="47236"/>
                  </a:lnTo>
                  <a:lnTo>
                    <a:pt x="20092" y="46304"/>
                  </a:lnTo>
                  <a:lnTo>
                    <a:pt x="20001" y="44907"/>
                  </a:lnTo>
                  <a:lnTo>
                    <a:pt x="20001" y="44208"/>
                  </a:lnTo>
                  <a:lnTo>
                    <a:pt x="20138" y="44348"/>
                  </a:lnTo>
                  <a:lnTo>
                    <a:pt x="21231" y="44674"/>
                  </a:lnTo>
                  <a:lnTo>
                    <a:pt x="22735" y="45186"/>
                  </a:lnTo>
                  <a:lnTo>
                    <a:pt x="24603" y="45792"/>
                  </a:lnTo>
                  <a:lnTo>
                    <a:pt x="26334" y="46258"/>
                  </a:lnTo>
                  <a:lnTo>
                    <a:pt x="27655" y="46537"/>
                  </a:lnTo>
                  <a:lnTo>
                    <a:pt x="28977" y="46817"/>
                  </a:lnTo>
                  <a:lnTo>
                    <a:pt x="34809" y="47888"/>
                  </a:lnTo>
                  <a:lnTo>
                    <a:pt x="39593" y="48773"/>
                  </a:lnTo>
                  <a:lnTo>
                    <a:pt x="45106" y="49751"/>
                  </a:lnTo>
                  <a:lnTo>
                    <a:pt x="45516" y="49751"/>
                  </a:lnTo>
                  <a:lnTo>
                    <a:pt x="45971" y="49751"/>
                  </a:lnTo>
                  <a:lnTo>
                    <a:pt x="46700" y="49751"/>
                  </a:lnTo>
                  <a:lnTo>
                    <a:pt x="47612" y="49658"/>
                  </a:lnTo>
                  <a:lnTo>
                    <a:pt x="48659" y="49565"/>
                  </a:lnTo>
                  <a:lnTo>
                    <a:pt x="49935" y="49425"/>
                  </a:lnTo>
                  <a:lnTo>
                    <a:pt x="50801" y="49332"/>
                  </a:lnTo>
                  <a:lnTo>
                    <a:pt x="51302" y="49286"/>
                  </a:lnTo>
                  <a:lnTo>
                    <a:pt x="51667" y="49239"/>
                  </a:lnTo>
                  <a:lnTo>
                    <a:pt x="52714" y="49099"/>
                  </a:lnTo>
                  <a:lnTo>
                    <a:pt x="55813" y="48726"/>
                  </a:lnTo>
                  <a:lnTo>
                    <a:pt x="56040" y="48726"/>
                  </a:lnTo>
                  <a:lnTo>
                    <a:pt x="59139" y="48354"/>
                  </a:lnTo>
                  <a:lnTo>
                    <a:pt x="60597" y="48167"/>
                  </a:lnTo>
                  <a:lnTo>
                    <a:pt x="62146" y="47935"/>
                  </a:lnTo>
                  <a:lnTo>
                    <a:pt x="62328" y="47935"/>
                  </a:lnTo>
                  <a:lnTo>
                    <a:pt x="66565" y="47422"/>
                  </a:lnTo>
                  <a:lnTo>
                    <a:pt x="68661" y="47189"/>
                  </a:lnTo>
                  <a:lnTo>
                    <a:pt x="70119" y="47003"/>
                  </a:lnTo>
                  <a:lnTo>
                    <a:pt x="70939" y="47003"/>
                  </a:lnTo>
                  <a:lnTo>
                    <a:pt x="72033" y="46537"/>
                  </a:lnTo>
                  <a:lnTo>
                    <a:pt x="72260" y="46397"/>
                  </a:lnTo>
                  <a:lnTo>
                    <a:pt x="72579" y="46304"/>
                  </a:lnTo>
                  <a:lnTo>
                    <a:pt x="76315" y="43789"/>
                  </a:lnTo>
                  <a:lnTo>
                    <a:pt x="79140" y="42391"/>
                  </a:lnTo>
                  <a:lnTo>
                    <a:pt x="80917" y="42391"/>
                  </a:lnTo>
                  <a:lnTo>
                    <a:pt x="82967" y="43602"/>
                  </a:lnTo>
                  <a:lnTo>
                    <a:pt x="84289" y="45978"/>
                  </a:lnTo>
                  <a:lnTo>
                    <a:pt x="89574" y="42671"/>
                  </a:lnTo>
                  <a:lnTo>
                    <a:pt x="90531" y="42112"/>
                  </a:lnTo>
                  <a:lnTo>
                    <a:pt x="102468" y="35264"/>
                  </a:lnTo>
                  <a:lnTo>
                    <a:pt x="103926" y="33866"/>
                  </a:lnTo>
                  <a:lnTo>
                    <a:pt x="102513" y="31304"/>
                  </a:lnTo>
                  <a:lnTo>
                    <a:pt x="102513" y="29254"/>
                  </a:lnTo>
                  <a:lnTo>
                    <a:pt x="102832" y="28835"/>
                  </a:lnTo>
                  <a:lnTo>
                    <a:pt x="103197" y="24177"/>
                  </a:lnTo>
                  <a:lnTo>
                    <a:pt x="102969" y="19006"/>
                  </a:lnTo>
                  <a:lnTo>
                    <a:pt x="102559" y="19006"/>
                  </a:lnTo>
                  <a:lnTo>
                    <a:pt x="102286" y="18028"/>
                  </a:lnTo>
                  <a:lnTo>
                    <a:pt x="103698" y="16816"/>
                  </a:lnTo>
                  <a:lnTo>
                    <a:pt x="108072" y="17608"/>
                  </a:lnTo>
                  <a:lnTo>
                    <a:pt x="109849" y="15465"/>
                  </a:lnTo>
                  <a:lnTo>
                    <a:pt x="111079" y="16071"/>
                  </a:lnTo>
                  <a:lnTo>
                    <a:pt x="111307" y="15465"/>
                  </a:lnTo>
                  <a:lnTo>
                    <a:pt x="112127" y="13462"/>
                  </a:lnTo>
                  <a:lnTo>
                    <a:pt x="112537" y="13136"/>
                  </a:lnTo>
                  <a:lnTo>
                    <a:pt x="113312" y="13742"/>
                  </a:lnTo>
                  <a:lnTo>
                    <a:pt x="113813" y="14068"/>
                  </a:lnTo>
                  <a:lnTo>
                    <a:pt x="114041" y="14254"/>
                  </a:lnTo>
                  <a:lnTo>
                    <a:pt x="117139" y="15000"/>
                  </a:lnTo>
                  <a:lnTo>
                    <a:pt x="117913" y="14953"/>
                  </a:lnTo>
                  <a:lnTo>
                    <a:pt x="118506" y="15233"/>
                  </a:lnTo>
                  <a:lnTo>
                    <a:pt x="119326" y="15465"/>
                  </a:lnTo>
                  <a:lnTo>
                    <a:pt x="119918" y="15605"/>
                  </a:lnTo>
                  <a:lnTo>
                    <a:pt x="120328" y="15652"/>
                  </a:lnTo>
                  <a:lnTo>
                    <a:pt x="121786" y="15652"/>
                  </a:lnTo>
                  <a:lnTo>
                    <a:pt x="121923" y="15745"/>
                  </a:lnTo>
                  <a:lnTo>
                    <a:pt x="123153" y="16490"/>
                  </a:lnTo>
                  <a:lnTo>
                    <a:pt x="124201" y="16910"/>
                  </a:lnTo>
                  <a:lnTo>
                    <a:pt x="124338" y="16956"/>
                  </a:lnTo>
                  <a:lnTo>
                    <a:pt x="125021" y="17189"/>
                  </a:lnTo>
                  <a:lnTo>
                    <a:pt x="125203" y="17282"/>
                  </a:lnTo>
                  <a:lnTo>
                    <a:pt x="125522" y="17469"/>
                  </a:lnTo>
                  <a:lnTo>
                    <a:pt x="126525" y="18028"/>
                  </a:lnTo>
                  <a:lnTo>
                    <a:pt x="126752" y="18260"/>
                  </a:lnTo>
                  <a:lnTo>
                    <a:pt x="127162" y="18633"/>
                  </a:lnTo>
                  <a:lnTo>
                    <a:pt x="127481" y="18400"/>
                  </a:lnTo>
                  <a:lnTo>
                    <a:pt x="127891" y="18354"/>
                  </a:lnTo>
                  <a:lnTo>
                    <a:pt x="129486" y="18121"/>
                  </a:lnTo>
                  <a:lnTo>
                    <a:pt x="130762" y="17841"/>
                  </a:lnTo>
                  <a:lnTo>
                    <a:pt x="132174" y="17049"/>
                  </a:lnTo>
                  <a:lnTo>
                    <a:pt x="132311" y="16723"/>
                  </a:lnTo>
                  <a:lnTo>
                    <a:pt x="137004" y="13742"/>
                  </a:lnTo>
                  <a:lnTo>
                    <a:pt x="138371" y="12903"/>
                  </a:lnTo>
                  <a:lnTo>
                    <a:pt x="138553" y="12531"/>
                  </a:lnTo>
                  <a:lnTo>
                    <a:pt x="138872" y="12158"/>
                  </a:lnTo>
                  <a:lnTo>
                    <a:pt x="138963" y="12018"/>
                  </a:lnTo>
                  <a:lnTo>
                    <a:pt x="139373" y="11552"/>
                  </a:lnTo>
                  <a:lnTo>
                    <a:pt x="139874" y="10900"/>
                  </a:lnTo>
                  <a:lnTo>
                    <a:pt x="140011" y="10807"/>
                  </a:lnTo>
                  <a:lnTo>
                    <a:pt x="140193" y="10621"/>
                  </a:lnTo>
                  <a:lnTo>
                    <a:pt x="140421" y="10481"/>
                  </a:lnTo>
                  <a:lnTo>
                    <a:pt x="141013" y="10062"/>
                  </a:lnTo>
                  <a:lnTo>
                    <a:pt x="142152" y="9503"/>
                  </a:lnTo>
                  <a:lnTo>
                    <a:pt x="144111" y="8385"/>
                  </a:lnTo>
                  <a:lnTo>
                    <a:pt x="149533" y="5264"/>
                  </a:lnTo>
                  <a:lnTo>
                    <a:pt x="152221" y="3726"/>
                  </a:lnTo>
                  <a:lnTo>
                    <a:pt x="154089" y="2655"/>
                  </a:lnTo>
                  <a:lnTo>
                    <a:pt x="155866" y="1630"/>
                  </a:lnTo>
                  <a:lnTo>
                    <a:pt x="158691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611275" y="4054535"/>
              <a:ext cx="368002" cy="538326"/>
            </a:xfrm>
            <a:custGeom>
              <a:avLst/>
              <a:pathLst>
                <a:path w="368002" h="538326">
                  <a:moveTo>
                    <a:pt x="202430" y="512"/>
                  </a:moveTo>
                  <a:lnTo>
                    <a:pt x="207943" y="6009"/>
                  </a:lnTo>
                  <a:lnTo>
                    <a:pt x="210951" y="6475"/>
                  </a:lnTo>
                  <a:lnTo>
                    <a:pt x="212682" y="7732"/>
                  </a:lnTo>
                  <a:lnTo>
                    <a:pt x="214277" y="9922"/>
                  </a:lnTo>
                  <a:lnTo>
                    <a:pt x="215643" y="10528"/>
                  </a:lnTo>
                  <a:lnTo>
                    <a:pt x="217420" y="10481"/>
                  </a:lnTo>
                  <a:lnTo>
                    <a:pt x="218423" y="10155"/>
                  </a:lnTo>
                  <a:lnTo>
                    <a:pt x="219152" y="9875"/>
                  </a:lnTo>
                  <a:lnTo>
                    <a:pt x="222113" y="10108"/>
                  </a:lnTo>
                  <a:lnTo>
                    <a:pt x="224072" y="10760"/>
                  </a:lnTo>
                  <a:lnTo>
                    <a:pt x="228082" y="12810"/>
                  </a:lnTo>
                  <a:lnTo>
                    <a:pt x="228902" y="13229"/>
                  </a:lnTo>
                  <a:lnTo>
                    <a:pt x="232683" y="15885"/>
                  </a:lnTo>
                  <a:lnTo>
                    <a:pt x="227353" y="25528"/>
                  </a:lnTo>
                  <a:lnTo>
                    <a:pt x="225211" y="30605"/>
                  </a:lnTo>
                  <a:lnTo>
                    <a:pt x="224482" y="36335"/>
                  </a:lnTo>
                  <a:lnTo>
                    <a:pt x="225257" y="40435"/>
                  </a:lnTo>
                  <a:lnTo>
                    <a:pt x="225986" y="41320"/>
                  </a:lnTo>
                  <a:lnTo>
                    <a:pt x="226396" y="41692"/>
                  </a:lnTo>
                  <a:lnTo>
                    <a:pt x="228537" y="43695"/>
                  </a:lnTo>
                  <a:lnTo>
                    <a:pt x="229722" y="45605"/>
                  </a:lnTo>
                  <a:lnTo>
                    <a:pt x="233230" y="47003"/>
                  </a:lnTo>
                  <a:lnTo>
                    <a:pt x="237149" y="49286"/>
                  </a:lnTo>
                  <a:lnTo>
                    <a:pt x="238607" y="50171"/>
                  </a:lnTo>
                  <a:lnTo>
                    <a:pt x="239700" y="51941"/>
                  </a:lnTo>
                  <a:lnTo>
                    <a:pt x="240702" y="53478"/>
                  </a:lnTo>
                  <a:lnTo>
                    <a:pt x="241614" y="54736"/>
                  </a:lnTo>
                  <a:lnTo>
                    <a:pt x="242707" y="55388"/>
                  </a:lnTo>
                  <a:lnTo>
                    <a:pt x="245259" y="56273"/>
                  </a:lnTo>
                  <a:lnTo>
                    <a:pt x="246079" y="56506"/>
                  </a:lnTo>
                  <a:lnTo>
                    <a:pt x="254918" y="58789"/>
                  </a:lnTo>
                  <a:lnTo>
                    <a:pt x="256786" y="58789"/>
                  </a:lnTo>
                  <a:lnTo>
                    <a:pt x="258654" y="58882"/>
                  </a:lnTo>
                  <a:lnTo>
                    <a:pt x="261387" y="59068"/>
                  </a:lnTo>
                  <a:lnTo>
                    <a:pt x="262572" y="59161"/>
                  </a:lnTo>
                  <a:lnTo>
                    <a:pt x="263984" y="59534"/>
                  </a:lnTo>
                  <a:lnTo>
                    <a:pt x="265397" y="60512"/>
                  </a:lnTo>
                  <a:lnTo>
                    <a:pt x="266855" y="62189"/>
                  </a:lnTo>
                  <a:lnTo>
                    <a:pt x="267447" y="63447"/>
                  </a:lnTo>
                  <a:lnTo>
                    <a:pt x="267812" y="64425"/>
                  </a:lnTo>
                  <a:lnTo>
                    <a:pt x="269178" y="65217"/>
                  </a:lnTo>
                  <a:lnTo>
                    <a:pt x="274464" y="69503"/>
                  </a:lnTo>
                  <a:lnTo>
                    <a:pt x="277926" y="73602"/>
                  </a:lnTo>
                  <a:lnTo>
                    <a:pt x="278245" y="74953"/>
                  </a:lnTo>
                  <a:lnTo>
                    <a:pt x="278610" y="78820"/>
                  </a:lnTo>
                  <a:lnTo>
                    <a:pt x="278838" y="79798"/>
                  </a:lnTo>
                  <a:lnTo>
                    <a:pt x="278929" y="80171"/>
                  </a:lnTo>
                  <a:lnTo>
                    <a:pt x="280706" y="83292"/>
                  </a:lnTo>
                  <a:lnTo>
                    <a:pt x="283303" y="86739"/>
                  </a:lnTo>
                  <a:lnTo>
                    <a:pt x="284487" y="88975"/>
                  </a:lnTo>
                  <a:lnTo>
                    <a:pt x="285991" y="92655"/>
                  </a:lnTo>
                  <a:lnTo>
                    <a:pt x="287358" y="95264"/>
                  </a:lnTo>
                  <a:lnTo>
                    <a:pt x="288406" y="96662"/>
                  </a:lnTo>
                  <a:lnTo>
                    <a:pt x="290319" y="98711"/>
                  </a:lnTo>
                  <a:lnTo>
                    <a:pt x="295650" y="102811"/>
                  </a:lnTo>
                  <a:lnTo>
                    <a:pt x="297928" y="105699"/>
                  </a:lnTo>
                  <a:lnTo>
                    <a:pt x="298475" y="108168"/>
                  </a:lnTo>
                  <a:lnTo>
                    <a:pt x="298566" y="111009"/>
                  </a:lnTo>
                  <a:lnTo>
                    <a:pt x="299750" y="117624"/>
                  </a:lnTo>
                  <a:lnTo>
                    <a:pt x="299842" y="117857"/>
                  </a:lnTo>
                  <a:lnTo>
                    <a:pt x="299750" y="122003"/>
                  </a:lnTo>
                  <a:lnTo>
                    <a:pt x="301208" y="128479"/>
                  </a:lnTo>
                  <a:lnTo>
                    <a:pt x="302165" y="132392"/>
                  </a:lnTo>
                  <a:lnTo>
                    <a:pt x="305355" y="138913"/>
                  </a:lnTo>
                  <a:lnTo>
                    <a:pt x="311278" y="145994"/>
                  </a:lnTo>
                  <a:lnTo>
                    <a:pt x="319798" y="152143"/>
                  </a:lnTo>
                  <a:lnTo>
                    <a:pt x="328090" y="156941"/>
                  </a:lnTo>
                  <a:lnTo>
                    <a:pt x="334332" y="158339"/>
                  </a:lnTo>
                  <a:lnTo>
                    <a:pt x="341804" y="161227"/>
                  </a:lnTo>
                  <a:lnTo>
                    <a:pt x="348593" y="162951"/>
                  </a:lnTo>
                  <a:lnTo>
                    <a:pt x="350005" y="163417"/>
                  </a:lnTo>
                  <a:lnTo>
                    <a:pt x="353832" y="164721"/>
                  </a:lnTo>
                  <a:lnTo>
                    <a:pt x="355837" y="165932"/>
                  </a:lnTo>
                  <a:lnTo>
                    <a:pt x="357295" y="168820"/>
                  </a:lnTo>
                  <a:lnTo>
                    <a:pt x="357796" y="173386"/>
                  </a:lnTo>
                  <a:lnTo>
                    <a:pt x="357295" y="179768"/>
                  </a:lnTo>
                  <a:lnTo>
                    <a:pt x="358935" y="189271"/>
                  </a:lnTo>
                  <a:lnTo>
                    <a:pt x="360575" y="194721"/>
                  </a:lnTo>
                  <a:lnTo>
                    <a:pt x="361487" y="198075"/>
                  </a:lnTo>
                  <a:lnTo>
                    <a:pt x="363993" y="206088"/>
                  </a:lnTo>
                  <a:lnTo>
                    <a:pt x="365496" y="209255"/>
                  </a:lnTo>
                  <a:lnTo>
                    <a:pt x="366179" y="210140"/>
                  </a:lnTo>
                  <a:lnTo>
                    <a:pt x="367273" y="212842"/>
                  </a:lnTo>
                  <a:lnTo>
                    <a:pt x="368002" y="218572"/>
                  </a:lnTo>
                  <a:lnTo>
                    <a:pt x="367592" y="222998"/>
                  </a:lnTo>
                  <a:lnTo>
                    <a:pt x="367273" y="227982"/>
                  </a:lnTo>
                  <a:lnTo>
                    <a:pt x="363856" y="233945"/>
                  </a:lnTo>
                  <a:lnTo>
                    <a:pt x="358798" y="244007"/>
                  </a:lnTo>
                  <a:lnTo>
                    <a:pt x="355245" y="248805"/>
                  </a:lnTo>
                  <a:lnTo>
                    <a:pt x="353650" y="250249"/>
                  </a:lnTo>
                  <a:lnTo>
                    <a:pt x="352192" y="252858"/>
                  </a:lnTo>
                  <a:lnTo>
                    <a:pt x="351509" y="255234"/>
                  </a:lnTo>
                  <a:lnTo>
                    <a:pt x="351281" y="256026"/>
                  </a:lnTo>
                  <a:lnTo>
                    <a:pt x="351372" y="256864"/>
                  </a:lnTo>
                  <a:lnTo>
                    <a:pt x="351736" y="260638"/>
                  </a:lnTo>
                  <a:lnTo>
                    <a:pt x="354425" y="264551"/>
                  </a:lnTo>
                  <a:lnTo>
                    <a:pt x="357113" y="270187"/>
                  </a:lnTo>
                  <a:lnTo>
                    <a:pt x="358252" y="274194"/>
                  </a:lnTo>
                  <a:lnTo>
                    <a:pt x="358662" y="277128"/>
                  </a:lnTo>
                  <a:lnTo>
                    <a:pt x="358798" y="282206"/>
                  </a:lnTo>
                  <a:lnTo>
                    <a:pt x="357386" y="286771"/>
                  </a:lnTo>
                  <a:lnTo>
                    <a:pt x="356201" y="288868"/>
                  </a:lnTo>
                  <a:lnTo>
                    <a:pt x="353923" y="293014"/>
                  </a:lnTo>
                  <a:lnTo>
                    <a:pt x="352557" y="297672"/>
                  </a:lnTo>
                  <a:lnTo>
                    <a:pt x="351235" y="302424"/>
                  </a:lnTo>
                  <a:lnTo>
                    <a:pt x="350597" y="306150"/>
                  </a:lnTo>
                  <a:lnTo>
                    <a:pt x="349914" y="308945"/>
                  </a:lnTo>
                  <a:lnTo>
                    <a:pt x="349139" y="312253"/>
                  </a:lnTo>
                  <a:lnTo>
                    <a:pt x="348593" y="315980"/>
                  </a:lnTo>
                  <a:lnTo>
                    <a:pt x="347818" y="318449"/>
                  </a:lnTo>
                  <a:lnTo>
                    <a:pt x="346269" y="319706"/>
                  </a:lnTo>
                  <a:lnTo>
                    <a:pt x="345176" y="320219"/>
                  </a:lnTo>
                  <a:lnTo>
                    <a:pt x="344538" y="320498"/>
                  </a:lnTo>
                  <a:lnTo>
                    <a:pt x="341212" y="322036"/>
                  </a:lnTo>
                  <a:lnTo>
                    <a:pt x="339708" y="323806"/>
                  </a:lnTo>
                  <a:lnTo>
                    <a:pt x="337658" y="330887"/>
                  </a:lnTo>
                  <a:lnTo>
                    <a:pt x="334058" y="344443"/>
                  </a:lnTo>
                  <a:lnTo>
                    <a:pt x="331644" y="352688"/>
                  </a:lnTo>
                  <a:lnTo>
                    <a:pt x="327908" y="357393"/>
                  </a:lnTo>
                  <a:lnTo>
                    <a:pt x="324855" y="362098"/>
                  </a:lnTo>
                  <a:lnTo>
                    <a:pt x="321848" y="367408"/>
                  </a:lnTo>
                  <a:lnTo>
                    <a:pt x="318795" y="371974"/>
                  </a:lnTo>
                  <a:lnTo>
                    <a:pt x="318112" y="374582"/>
                  </a:lnTo>
                  <a:lnTo>
                    <a:pt x="318886" y="377704"/>
                  </a:lnTo>
                  <a:lnTo>
                    <a:pt x="322349" y="382269"/>
                  </a:lnTo>
                  <a:lnTo>
                    <a:pt x="323397" y="384319"/>
                  </a:lnTo>
                  <a:lnTo>
                    <a:pt x="324809" y="387160"/>
                  </a:lnTo>
                  <a:lnTo>
                    <a:pt x="325402" y="391539"/>
                  </a:lnTo>
                  <a:lnTo>
                    <a:pt x="325721" y="394753"/>
                  </a:lnTo>
                  <a:lnTo>
                    <a:pt x="325174" y="398806"/>
                  </a:lnTo>
                  <a:lnTo>
                    <a:pt x="324764" y="401974"/>
                  </a:lnTo>
                  <a:lnTo>
                    <a:pt x="323670" y="404676"/>
                  </a:lnTo>
                  <a:lnTo>
                    <a:pt x="322668" y="406819"/>
                  </a:lnTo>
                  <a:lnTo>
                    <a:pt x="322212" y="407937"/>
                  </a:lnTo>
                  <a:lnTo>
                    <a:pt x="322212" y="411710"/>
                  </a:lnTo>
                  <a:lnTo>
                    <a:pt x="323032" y="413853"/>
                  </a:lnTo>
                  <a:lnTo>
                    <a:pt x="325311" y="423682"/>
                  </a:lnTo>
                  <a:lnTo>
                    <a:pt x="327498" y="431182"/>
                  </a:lnTo>
                  <a:lnTo>
                    <a:pt x="329730" y="438542"/>
                  </a:lnTo>
                  <a:lnTo>
                    <a:pt x="330641" y="443620"/>
                  </a:lnTo>
                  <a:lnTo>
                    <a:pt x="330277" y="445251"/>
                  </a:lnTo>
                  <a:lnTo>
                    <a:pt x="302347" y="461648"/>
                  </a:lnTo>
                  <a:lnTo>
                    <a:pt x="297290" y="465375"/>
                  </a:lnTo>
                  <a:lnTo>
                    <a:pt x="289545" y="474785"/>
                  </a:lnTo>
                  <a:lnTo>
                    <a:pt x="282893" y="483310"/>
                  </a:lnTo>
                  <a:lnTo>
                    <a:pt x="278473" y="490577"/>
                  </a:lnTo>
                  <a:lnTo>
                    <a:pt x="274737" y="498263"/>
                  </a:lnTo>
                  <a:lnTo>
                    <a:pt x="272368" y="504506"/>
                  </a:lnTo>
                  <a:lnTo>
                    <a:pt x="258198" y="524304"/>
                  </a:lnTo>
                  <a:lnTo>
                    <a:pt x="249541" y="536090"/>
                  </a:lnTo>
                  <a:lnTo>
                    <a:pt x="247081" y="537580"/>
                  </a:lnTo>
                  <a:lnTo>
                    <a:pt x="245851" y="538186"/>
                  </a:lnTo>
                  <a:lnTo>
                    <a:pt x="245304" y="538326"/>
                  </a:lnTo>
                  <a:lnTo>
                    <a:pt x="243937" y="538232"/>
                  </a:lnTo>
                  <a:lnTo>
                    <a:pt x="231681" y="533481"/>
                  </a:lnTo>
                  <a:lnTo>
                    <a:pt x="232091" y="532409"/>
                  </a:lnTo>
                  <a:lnTo>
                    <a:pt x="233048" y="529894"/>
                  </a:lnTo>
                  <a:lnTo>
                    <a:pt x="234233" y="526866"/>
                  </a:lnTo>
                  <a:lnTo>
                    <a:pt x="234278" y="526680"/>
                  </a:lnTo>
                  <a:lnTo>
                    <a:pt x="236101" y="521975"/>
                  </a:lnTo>
                  <a:lnTo>
                    <a:pt x="236420" y="521183"/>
                  </a:lnTo>
                  <a:lnTo>
                    <a:pt x="237057" y="519273"/>
                  </a:lnTo>
                  <a:lnTo>
                    <a:pt x="237240" y="518481"/>
                  </a:lnTo>
                  <a:lnTo>
                    <a:pt x="237285" y="518201"/>
                  </a:lnTo>
                  <a:lnTo>
                    <a:pt x="237467" y="516245"/>
                  </a:lnTo>
                  <a:lnTo>
                    <a:pt x="237467" y="516012"/>
                  </a:lnTo>
                  <a:lnTo>
                    <a:pt x="234005" y="514801"/>
                  </a:lnTo>
                  <a:lnTo>
                    <a:pt x="227489" y="511819"/>
                  </a:lnTo>
                  <a:lnTo>
                    <a:pt x="225986" y="511121"/>
                  </a:lnTo>
                  <a:lnTo>
                    <a:pt x="225302" y="510841"/>
                  </a:lnTo>
                  <a:lnTo>
                    <a:pt x="224847" y="510608"/>
                  </a:lnTo>
                  <a:lnTo>
                    <a:pt x="224072" y="510235"/>
                  </a:lnTo>
                  <a:lnTo>
                    <a:pt x="217739" y="507347"/>
                  </a:lnTo>
                  <a:lnTo>
                    <a:pt x="211953" y="504692"/>
                  </a:lnTo>
                  <a:lnTo>
                    <a:pt x="207260" y="502549"/>
                  </a:lnTo>
                  <a:lnTo>
                    <a:pt x="204253" y="501245"/>
                  </a:lnTo>
                  <a:lnTo>
                    <a:pt x="200972" y="499707"/>
                  </a:lnTo>
                  <a:lnTo>
                    <a:pt x="200198" y="499381"/>
                  </a:lnTo>
                  <a:lnTo>
                    <a:pt x="199606" y="499102"/>
                  </a:lnTo>
                  <a:lnTo>
                    <a:pt x="199423" y="499055"/>
                  </a:lnTo>
                  <a:lnTo>
                    <a:pt x="198512" y="498543"/>
                  </a:lnTo>
                  <a:lnTo>
                    <a:pt x="197646" y="497937"/>
                  </a:lnTo>
                  <a:lnTo>
                    <a:pt x="196872" y="497332"/>
                  </a:lnTo>
                  <a:lnTo>
                    <a:pt x="196325" y="496819"/>
                  </a:lnTo>
                  <a:lnTo>
                    <a:pt x="196234" y="496679"/>
                  </a:lnTo>
                  <a:lnTo>
                    <a:pt x="195687" y="496120"/>
                  </a:lnTo>
                  <a:lnTo>
                    <a:pt x="195277" y="495655"/>
                  </a:lnTo>
                  <a:lnTo>
                    <a:pt x="194776" y="495002"/>
                  </a:lnTo>
                  <a:lnTo>
                    <a:pt x="194184" y="493978"/>
                  </a:lnTo>
                  <a:lnTo>
                    <a:pt x="193318" y="492487"/>
                  </a:lnTo>
                  <a:lnTo>
                    <a:pt x="193227" y="492207"/>
                  </a:lnTo>
                  <a:lnTo>
                    <a:pt x="193045" y="491881"/>
                  </a:lnTo>
                  <a:lnTo>
                    <a:pt x="192771" y="491276"/>
                  </a:lnTo>
                  <a:lnTo>
                    <a:pt x="192316" y="490064"/>
                  </a:lnTo>
                  <a:lnTo>
                    <a:pt x="192134" y="489645"/>
                  </a:lnTo>
                  <a:lnTo>
                    <a:pt x="191359" y="486757"/>
                  </a:lnTo>
                  <a:lnTo>
                    <a:pt x="190630" y="484055"/>
                  </a:lnTo>
                  <a:lnTo>
                    <a:pt x="190402" y="483310"/>
                  </a:lnTo>
                  <a:lnTo>
                    <a:pt x="189719" y="480748"/>
                  </a:lnTo>
                  <a:lnTo>
                    <a:pt x="188807" y="477394"/>
                  </a:lnTo>
                  <a:lnTo>
                    <a:pt x="188443" y="475996"/>
                  </a:lnTo>
                  <a:lnTo>
                    <a:pt x="188033" y="474599"/>
                  </a:lnTo>
                  <a:lnTo>
                    <a:pt x="187167" y="471338"/>
                  </a:lnTo>
                  <a:lnTo>
                    <a:pt x="186666" y="469428"/>
                  </a:lnTo>
                  <a:lnTo>
                    <a:pt x="186074" y="467378"/>
                  </a:lnTo>
                  <a:lnTo>
                    <a:pt x="185664" y="466027"/>
                  </a:lnTo>
                  <a:lnTo>
                    <a:pt x="183613" y="458434"/>
                  </a:lnTo>
                  <a:lnTo>
                    <a:pt x="182748" y="455313"/>
                  </a:lnTo>
                  <a:lnTo>
                    <a:pt x="182611" y="454754"/>
                  </a:lnTo>
                  <a:lnTo>
                    <a:pt x="181928" y="451633"/>
                  </a:lnTo>
                  <a:lnTo>
                    <a:pt x="181654" y="450282"/>
                  </a:lnTo>
                  <a:lnTo>
                    <a:pt x="181563" y="449909"/>
                  </a:lnTo>
                  <a:lnTo>
                    <a:pt x="181335" y="448884"/>
                  </a:lnTo>
                  <a:lnTo>
                    <a:pt x="181108" y="448232"/>
                  </a:lnTo>
                  <a:lnTo>
                    <a:pt x="181016" y="447906"/>
                  </a:lnTo>
                  <a:lnTo>
                    <a:pt x="180606" y="446834"/>
                  </a:lnTo>
                  <a:lnTo>
                    <a:pt x="179877" y="445111"/>
                  </a:lnTo>
                  <a:lnTo>
                    <a:pt x="179695" y="444785"/>
                  </a:lnTo>
                  <a:lnTo>
                    <a:pt x="179331" y="443900"/>
                  </a:lnTo>
                  <a:lnTo>
                    <a:pt x="178647" y="442595"/>
                  </a:lnTo>
                  <a:lnTo>
                    <a:pt x="178511" y="442269"/>
                  </a:lnTo>
                  <a:lnTo>
                    <a:pt x="177873" y="441011"/>
                  </a:lnTo>
                  <a:lnTo>
                    <a:pt x="177007" y="439428"/>
                  </a:lnTo>
                  <a:lnTo>
                    <a:pt x="176141" y="438263"/>
                  </a:lnTo>
                  <a:lnTo>
                    <a:pt x="175002" y="436633"/>
                  </a:lnTo>
                  <a:lnTo>
                    <a:pt x="173727" y="434909"/>
                  </a:lnTo>
                  <a:lnTo>
                    <a:pt x="172861" y="433744"/>
                  </a:lnTo>
                  <a:lnTo>
                    <a:pt x="172223" y="432813"/>
                  </a:lnTo>
                  <a:lnTo>
                    <a:pt x="170492" y="430390"/>
                  </a:lnTo>
                  <a:lnTo>
                    <a:pt x="170309" y="430157"/>
                  </a:lnTo>
                  <a:lnTo>
                    <a:pt x="168624" y="427968"/>
                  </a:lnTo>
                  <a:lnTo>
                    <a:pt x="168214" y="427455"/>
                  </a:lnTo>
                  <a:lnTo>
                    <a:pt x="164569" y="422657"/>
                  </a:lnTo>
                  <a:lnTo>
                    <a:pt x="162609" y="419909"/>
                  </a:lnTo>
                  <a:lnTo>
                    <a:pt x="157324" y="412781"/>
                  </a:lnTo>
                  <a:lnTo>
                    <a:pt x="155684" y="410266"/>
                  </a:lnTo>
                  <a:lnTo>
                    <a:pt x="154135" y="407704"/>
                  </a:lnTo>
                  <a:lnTo>
                    <a:pt x="152677" y="405048"/>
                  </a:lnTo>
                  <a:lnTo>
                    <a:pt x="149397" y="399505"/>
                  </a:lnTo>
                  <a:lnTo>
                    <a:pt x="147620" y="396477"/>
                  </a:lnTo>
                  <a:lnTo>
                    <a:pt x="144111" y="390701"/>
                  </a:lnTo>
                  <a:lnTo>
                    <a:pt x="142334" y="387626"/>
                  </a:lnTo>
                  <a:lnTo>
                    <a:pt x="140512" y="384505"/>
                  </a:lnTo>
                  <a:lnTo>
                    <a:pt x="139555" y="382921"/>
                  </a:lnTo>
                  <a:lnTo>
                    <a:pt x="139054" y="382036"/>
                  </a:lnTo>
                  <a:lnTo>
                    <a:pt x="137414" y="379241"/>
                  </a:lnTo>
                  <a:lnTo>
                    <a:pt x="134224" y="373791"/>
                  </a:lnTo>
                  <a:lnTo>
                    <a:pt x="130898" y="368200"/>
                  </a:lnTo>
                  <a:lnTo>
                    <a:pt x="126342" y="360421"/>
                  </a:lnTo>
                  <a:lnTo>
                    <a:pt x="125203" y="358604"/>
                  </a:lnTo>
                  <a:lnTo>
                    <a:pt x="124611" y="357626"/>
                  </a:lnTo>
                  <a:lnTo>
                    <a:pt x="123016" y="354831"/>
                  </a:lnTo>
                  <a:lnTo>
                    <a:pt x="121376" y="352129"/>
                  </a:lnTo>
                  <a:lnTo>
                    <a:pt x="119827" y="349334"/>
                  </a:lnTo>
                  <a:lnTo>
                    <a:pt x="118779" y="347657"/>
                  </a:lnTo>
                  <a:lnTo>
                    <a:pt x="117367" y="345188"/>
                  </a:lnTo>
                  <a:lnTo>
                    <a:pt x="116045" y="342905"/>
                  </a:lnTo>
                  <a:lnTo>
                    <a:pt x="111899" y="335918"/>
                  </a:lnTo>
                  <a:lnTo>
                    <a:pt x="109758" y="332331"/>
                  </a:lnTo>
                  <a:lnTo>
                    <a:pt x="109393" y="331632"/>
                  </a:lnTo>
                  <a:lnTo>
                    <a:pt x="109302" y="331399"/>
                  </a:lnTo>
                  <a:lnTo>
                    <a:pt x="109120" y="330747"/>
                  </a:lnTo>
                  <a:lnTo>
                    <a:pt x="108938" y="330188"/>
                  </a:lnTo>
                  <a:lnTo>
                    <a:pt x="108528" y="328930"/>
                  </a:lnTo>
                  <a:lnTo>
                    <a:pt x="108437" y="328744"/>
                  </a:lnTo>
                  <a:lnTo>
                    <a:pt x="108209" y="327905"/>
                  </a:lnTo>
                  <a:lnTo>
                    <a:pt x="107844" y="327253"/>
                  </a:lnTo>
                  <a:lnTo>
                    <a:pt x="105202" y="322827"/>
                  </a:lnTo>
                  <a:lnTo>
                    <a:pt x="102058" y="317703"/>
                  </a:lnTo>
                  <a:lnTo>
                    <a:pt x="100463" y="314722"/>
                  </a:lnTo>
                  <a:lnTo>
                    <a:pt x="99598" y="313278"/>
                  </a:lnTo>
                  <a:lnTo>
                    <a:pt x="99187" y="312626"/>
                  </a:lnTo>
                  <a:lnTo>
                    <a:pt x="95315" y="305917"/>
                  </a:lnTo>
                  <a:lnTo>
                    <a:pt x="93447" y="302703"/>
                  </a:lnTo>
                  <a:lnTo>
                    <a:pt x="92763" y="301771"/>
                  </a:lnTo>
                  <a:lnTo>
                    <a:pt x="92262" y="301073"/>
                  </a:lnTo>
                  <a:lnTo>
                    <a:pt x="92125" y="300886"/>
                  </a:lnTo>
                  <a:lnTo>
                    <a:pt x="89574" y="296554"/>
                  </a:lnTo>
                  <a:lnTo>
                    <a:pt x="86749" y="298184"/>
                  </a:lnTo>
                  <a:lnTo>
                    <a:pt x="84972" y="299209"/>
                  </a:lnTo>
                  <a:lnTo>
                    <a:pt x="83104" y="300281"/>
                  </a:lnTo>
                  <a:lnTo>
                    <a:pt x="80416" y="301818"/>
                  </a:lnTo>
                  <a:lnTo>
                    <a:pt x="74994" y="304939"/>
                  </a:lnTo>
                  <a:lnTo>
                    <a:pt x="73035" y="306057"/>
                  </a:lnTo>
                  <a:lnTo>
                    <a:pt x="71896" y="306663"/>
                  </a:lnTo>
                  <a:lnTo>
                    <a:pt x="71304" y="307035"/>
                  </a:lnTo>
                  <a:lnTo>
                    <a:pt x="71076" y="307175"/>
                  </a:lnTo>
                  <a:lnTo>
                    <a:pt x="70894" y="307362"/>
                  </a:lnTo>
                  <a:lnTo>
                    <a:pt x="70757" y="307455"/>
                  </a:lnTo>
                  <a:lnTo>
                    <a:pt x="70256" y="308107"/>
                  </a:lnTo>
                  <a:lnTo>
                    <a:pt x="69846" y="308573"/>
                  </a:lnTo>
                  <a:lnTo>
                    <a:pt x="69755" y="308712"/>
                  </a:lnTo>
                  <a:lnTo>
                    <a:pt x="69390" y="309132"/>
                  </a:lnTo>
                  <a:lnTo>
                    <a:pt x="69208" y="309551"/>
                  </a:lnTo>
                  <a:lnTo>
                    <a:pt x="67887" y="310296"/>
                  </a:lnTo>
                  <a:lnTo>
                    <a:pt x="63103" y="313371"/>
                  </a:lnTo>
                  <a:lnTo>
                    <a:pt x="63057" y="313697"/>
                  </a:lnTo>
                  <a:lnTo>
                    <a:pt x="61645" y="314396"/>
                  </a:lnTo>
                  <a:lnTo>
                    <a:pt x="60369" y="314675"/>
                  </a:lnTo>
                  <a:lnTo>
                    <a:pt x="58683" y="314955"/>
                  </a:lnTo>
                  <a:lnTo>
                    <a:pt x="58364" y="314955"/>
                  </a:lnTo>
                  <a:lnTo>
                    <a:pt x="58045" y="315188"/>
                  </a:lnTo>
                  <a:lnTo>
                    <a:pt x="57635" y="314815"/>
                  </a:lnTo>
                  <a:lnTo>
                    <a:pt x="57407" y="314582"/>
                  </a:lnTo>
                  <a:lnTo>
                    <a:pt x="56405" y="314023"/>
                  </a:lnTo>
                  <a:lnTo>
                    <a:pt x="56040" y="313790"/>
                  </a:lnTo>
                  <a:lnTo>
                    <a:pt x="55904" y="313744"/>
                  </a:lnTo>
                  <a:lnTo>
                    <a:pt x="55220" y="313511"/>
                  </a:lnTo>
                  <a:lnTo>
                    <a:pt x="55084" y="313464"/>
                  </a:lnTo>
                  <a:lnTo>
                    <a:pt x="54036" y="313045"/>
                  </a:lnTo>
                  <a:lnTo>
                    <a:pt x="52806" y="312299"/>
                  </a:lnTo>
                  <a:lnTo>
                    <a:pt x="52669" y="312206"/>
                  </a:lnTo>
                  <a:lnTo>
                    <a:pt x="51211" y="312206"/>
                  </a:lnTo>
                  <a:lnTo>
                    <a:pt x="50801" y="312160"/>
                  </a:lnTo>
                  <a:lnTo>
                    <a:pt x="50117" y="312020"/>
                  </a:lnTo>
                  <a:lnTo>
                    <a:pt x="49388" y="311787"/>
                  </a:lnTo>
                  <a:lnTo>
                    <a:pt x="48796" y="311508"/>
                  </a:lnTo>
                  <a:lnTo>
                    <a:pt x="48022" y="311554"/>
                  </a:lnTo>
                  <a:lnTo>
                    <a:pt x="44923" y="310809"/>
                  </a:lnTo>
                  <a:lnTo>
                    <a:pt x="44696" y="310622"/>
                  </a:lnTo>
                  <a:lnTo>
                    <a:pt x="44194" y="310296"/>
                  </a:lnTo>
                  <a:lnTo>
                    <a:pt x="43420" y="309691"/>
                  </a:lnTo>
                  <a:lnTo>
                    <a:pt x="43010" y="309365"/>
                  </a:lnTo>
                  <a:lnTo>
                    <a:pt x="42372" y="308433"/>
                  </a:lnTo>
                  <a:lnTo>
                    <a:pt x="42281" y="308060"/>
                  </a:lnTo>
                  <a:lnTo>
                    <a:pt x="41689" y="306989"/>
                  </a:lnTo>
                  <a:lnTo>
                    <a:pt x="40868" y="306803"/>
                  </a:lnTo>
                  <a:lnTo>
                    <a:pt x="39820" y="306989"/>
                  </a:lnTo>
                  <a:lnTo>
                    <a:pt x="38909" y="304054"/>
                  </a:lnTo>
                  <a:lnTo>
                    <a:pt x="37861" y="300747"/>
                  </a:lnTo>
                  <a:lnTo>
                    <a:pt x="37907" y="299862"/>
                  </a:lnTo>
                  <a:lnTo>
                    <a:pt x="38135" y="297952"/>
                  </a:lnTo>
                  <a:lnTo>
                    <a:pt x="38818" y="296694"/>
                  </a:lnTo>
                  <a:lnTo>
                    <a:pt x="39593" y="295483"/>
                  </a:lnTo>
                  <a:lnTo>
                    <a:pt x="40413" y="294598"/>
                  </a:lnTo>
                  <a:lnTo>
                    <a:pt x="40777" y="292688"/>
                  </a:lnTo>
                  <a:lnTo>
                    <a:pt x="40549" y="291430"/>
                  </a:lnTo>
                  <a:lnTo>
                    <a:pt x="40231" y="290498"/>
                  </a:lnTo>
                  <a:lnTo>
                    <a:pt x="39729" y="288215"/>
                  </a:lnTo>
                  <a:lnTo>
                    <a:pt x="39274" y="287424"/>
                  </a:lnTo>
                  <a:lnTo>
                    <a:pt x="38545" y="286538"/>
                  </a:lnTo>
                  <a:lnTo>
                    <a:pt x="37998" y="284955"/>
                  </a:lnTo>
                  <a:lnTo>
                    <a:pt x="37725" y="284815"/>
                  </a:lnTo>
                  <a:lnTo>
                    <a:pt x="36813" y="283138"/>
                  </a:lnTo>
                  <a:lnTo>
                    <a:pt x="35720" y="281507"/>
                  </a:lnTo>
                  <a:lnTo>
                    <a:pt x="35082" y="280762"/>
                  </a:lnTo>
                  <a:lnTo>
                    <a:pt x="34718" y="279877"/>
                  </a:lnTo>
                  <a:lnTo>
                    <a:pt x="34945" y="279085"/>
                  </a:lnTo>
                  <a:lnTo>
                    <a:pt x="34718" y="278666"/>
                  </a:lnTo>
                  <a:lnTo>
                    <a:pt x="35128" y="277687"/>
                  </a:lnTo>
                  <a:lnTo>
                    <a:pt x="35401" y="277128"/>
                  </a:lnTo>
                  <a:lnTo>
                    <a:pt x="35583" y="276802"/>
                  </a:lnTo>
                  <a:lnTo>
                    <a:pt x="36403" y="277128"/>
                  </a:lnTo>
                  <a:lnTo>
                    <a:pt x="37360" y="277175"/>
                  </a:lnTo>
                  <a:lnTo>
                    <a:pt x="37041" y="274520"/>
                  </a:lnTo>
                  <a:lnTo>
                    <a:pt x="36403" y="273728"/>
                  </a:lnTo>
                  <a:lnTo>
                    <a:pt x="36403" y="270700"/>
                  </a:lnTo>
                  <a:lnTo>
                    <a:pt x="34034" y="269768"/>
                  </a:lnTo>
                  <a:lnTo>
                    <a:pt x="33624" y="267765"/>
                  </a:lnTo>
                  <a:lnTo>
                    <a:pt x="32303" y="265855"/>
                  </a:lnTo>
                  <a:lnTo>
                    <a:pt x="31847" y="264551"/>
                  </a:lnTo>
                  <a:lnTo>
                    <a:pt x="31710" y="263666"/>
                  </a:lnTo>
                  <a:lnTo>
                    <a:pt x="31938" y="262315"/>
                  </a:lnTo>
                  <a:lnTo>
                    <a:pt x="32075" y="261849"/>
                  </a:lnTo>
                  <a:lnTo>
                    <a:pt x="31984" y="261104"/>
                  </a:lnTo>
                  <a:lnTo>
                    <a:pt x="32121" y="260591"/>
                  </a:lnTo>
                  <a:lnTo>
                    <a:pt x="32348" y="260312"/>
                  </a:lnTo>
                  <a:lnTo>
                    <a:pt x="32394" y="259054"/>
                  </a:lnTo>
                  <a:lnTo>
                    <a:pt x="32485" y="258635"/>
                  </a:lnTo>
                  <a:lnTo>
                    <a:pt x="32531" y="258169"/>
                  </a:lnTo>
                  <a:lnTo>
                    <a:pt x="32622" y="257656"/>
                  </a:lnTo>
                  <a:lnTo>
                    <a:pt x="32531" y="257237"/>
                  </a:lnTo>
                  <a:lnTo>
                    <a:pt x="32622" y="255933"/>
                  </a:lnTo>
                  <a:lnTo>
                    <a:pt x="32075" y="254302"/>
                  </a:lnTo>
                  <a:lnTo>
                    <a:pt x="31893" y="252672"/>
                  </a:lnTo>
                  <a:lnTo>
                    <a:pt x="31802" y="251926"/>
                  </a:lnTo>
                  <a:lnTo>
                    <a:pt x="31710" y="250249"/>
                  </a:lnTo>
                  <a:lnTo>
                    <a:pt x="30571" y="249085"/>
                  </a:lnTo>
                  <a:lnTo>
                    <a:pt x="29934" y="247082"/>
                  </a:lnTo>
                  <a:lnTo>
                    <a:pt x="30207" y="243914"/>
                  </a:lnTo>
                  <a:lnTo>
                    <a:pt x="30480" y="243075"/>
                  </a:lnTo>
                  <a:lnTo>
                    <a:pt x="30799" y="241538"/>
                  </a:lnTo>
                  <a:lnTo>
                    <a:pt x="30663" y="240560"/>
                  </a:lnTo>
                  <a:lnTo>
                    <a:pt x="29979" y="239395"/>
                  </a:lnTo>
                  <a:lnTo>
                    <a:pt x="29159" y="238370"/>
                  </a:lnTo>
                  <a:lnTo>
                    <a:pt x="28749" y="238044"/>
                  </a:lnTo>
                  <a:lnTo>
                    <a:pt x="28066" y="237765"/>
                  </a:lnTo>
                  <a:lnTo>
                    <a:pt x="27747" y="236880"/>
                  </a:lnTo>
                  <a:lnTo>
                    <a:pt x="28066" y="236554"/>
                  </a:lnTo>
                  <a:lnTo>
                    <a:pt x="27473" y="235762"/>
                  </a:lnTo>
                  <a:lnTo>
                    <a:pt x="26790" y="234644"/>
                  </a:lnTo>
                  <a:lnTo>
                    <a:pt x="26106" y="233572"/>
                  </a:lnTo>
                  <a:lnTo>
                    <a:pt x="26334" y="233386"/>
                  </a:lnTo>
                  <a:lnTo>
                    <a:pt x="26152" y="231010"/>
                  </a:lnTo>
                  <a:lnTo>
                    <a:pt x="25058" y="229054"/>
                  </a:lnTo>
                  <a:lnTo>
                    <a:pt x="24967" y="228914"/>
                  </a:lnTo>
                  <a:lnTo>
                    <a:pt x="24785" y="228588"/>
                  </a:lnTo>
                  <a:lnTo>
                    <a:pt x="24557" y="228169"/>
                  </a:lnTo>
                  <a:lnTo>
                    <a:pt x="24421" y="227842"/>
                  </a:lnTo>
                  <a:lnTo>
                    <a:pt x="24056" y="226818"/>
                  </a:lnTo>
                  <a:lnTo>
                    <a:pt x="23737" y="226352"/>
                  </a:lnTo>
                  <a:lnTo>
                    <a:pt x="23509" y="225886"/>
                  </a:lnTo>
                  <a:lnTo>
                    <a:pt x="23145" y="224954"/>
                  </a:lnTo>
                  <a:lnTo>
                    <a:pt x="22780" y="223836"/>
                  </a:lnTo>
                  <a:lnTo>
                    <a:pt x="22872" y="222811"/>
                  </a:lnTo>
                  <a:lnTo>
                    <a:pt x="23327" y="222252"/>
                  </a:lnTo>
                  <a:lnTo>
                    <a:pt x="23145" y="222066"/>
                  </a:lnTo>
                  <a:lnTo>
                    <a:pt x="23008" y="221554"/>
                  </a:lnTo>
                  <a:lnTo>
                    <a:pt x="23190" y="221414"/>
                  </a:lnTo>
                  <a:lnTo>
                    <a:pt x="21049" y="218386"/>
                  </a:lnTo>
                  <a:lnTo>
                    <a:pt x="20867" y="218153"/>
                  </a:lnTo>
                  <a:lnTo>
                    <a:pt x="21186" y="217641"/>
                  </a:lnTo>
                  <a:lnTo>
                    <a:pt x="21414" y="217082"/>
                  </a:lnTo>
                  <a:lnTo>
                    <a:pt x="21550" y="216616"/>
                  </a:lnTo>
                  <a:lnTo>
                    <a:pt x="21550" y="216057"/>
                  </a:lnTo>
                  <a:lnTo>
                    <a:pt x="21550" y="215917"/>
                  </a:lnTo>
                  <a:lnTo>
                    <a:pt x="21550" y="215731"/>
                  </a:lnTo>
                  <a:lnTo>
                    <a:pt x="21550" y="215591"/>
                  </a:lnTo>
                  <a:lnTo>
                    <a:pt x="21550" y="215451"/>
                  </a:lnTo>
                  <a:lnTo>
                    <a:pt x="21505" y="215078"/>
                  </a:lnTo>
                  <a:lnTo>
                    <a:pt x="21459" y="214752"/>
                  </a:lnTo>
                  <a:lnTo>
                    <a:pt x="21322" y="214426"/>
                  </a:lnTo>
                  <a:lnTo>
                    <a:pt x="21186" y="214147"/>
                  </a:lnTo>
                  <a:lnTo>
                    <a:pt x="21003" y="213774"/>
                  </a:lnTo>
                  <a:lnTo>
                    <a:pt x="20867" y="213495"/>
                  </a:lnTo>
                  <a:lnTo>
                    <a:pt x="20685" y="213168"/>
                  </a:lnTo>
                  <a:lnTo>
                    <a:pt x="20457" y="212982"/>
                  </a:lnTo>
                  <a:lnTo>
                    <a:pt x="20183" y="212796"/>
                  </a:lnTo>
                  <a:lnTo>
                    <a:pt x="19819" y="212656"/>
                  </a:lnTo>
                  <a:lnTo>
                    <a:pt x="19363" y="212516"/>
                  </a:lnTo>
                  <a:lnTo>
                    <a:pt x="18543" y="212237"/>
                  </a:lnTo>
                  <a:lnTo>
                    <a:pt x="18133" y="212097"/>
                  </a:lnTo>
                  <a:lnTo>
                    <a:pt x="17632" y="211818"/>
                  </a:lnTo>
                  <a:lnTo>
                    <a:pt x="17040" y="211212"/>
                  </a:lnTo>
                  <a:lnTo>
                    <a:pt x="16766" y="210886"/>
                  </a:lnTo>
                  <a:lnTo>
                    <a:pt x="16493" y="210467"/>
                  </a:lnTo>
                  <a:lnTo>
                    <a:pt x="16219" y="210001"/>
                  </a:lnTo>
                  <a:lnTo>
                    <a:pt x="15809" y="209581"/>
                  </a:lnTo>
                  <a:lnTo>
                    <a:pt x="15035" y="209116"/>
                  </a:lnTo>
                  <a:lnTo>
                    <a:pt x="15809" y="207485"/>
                  </a:lnTo>
                  <a:lnTo>
                    <a:pt x="16356" y="206181"/>
                  </a:lnTo>
                  <a:lnTo>
                    <a:pt x="16721" y="205296"/>
                  </a:lnTo>
                  <a:lnTo>
                    <a:pt x="16948" y="204690"/>
                  </a:lnTo>
                  <a:lnTo>
                    <a:pt x="17450" y="203432"/>
                  </a:lnTo>
                  <a:lnTo>
                    <a:pt x="18270" y="201150"/>
                  </a:lnTo>
                  <a:lnTo>
                    <a:pt x="18589" y="200358"/>
                  </a:lnTo>
                  <a:lnTo>
                    <a:pt x="19956" y="197097"/>
                  </a:lnTo>
                  <a:lnTo>
                    <a:pt x="20047" y="196817"/>
                  </a:lnTo>
                  <a:lnTo>
                    <a:pt x="20274" y="196585"/>
                  </a:lnTo>
                  <a:lnTo>
                    <a:pt x="21641" y="195420"/>
                  </a:lnTo>
                  <a:lnTo>
                    <a:pt x="22051" y="195094"/>
                  </a:lnTo>
                  <a:lnTo>
                    <a:pt x="23008" y="194255"/>
                  </a:lnTo>
                  <a:lnTo>
                    <a:pt x="23327" y="193883"/>
                  </a:lnTo>
                  <a:lnTo>
                    <a:pt x="22507" y="193044"/>
                  </a:lnTo>
                  <a:lnTo>
                    <a:pt x="22370" y="192951"/>
                  </a:lnTo>
                  <a:lnTo>
                    <a:pt x="24922" y="190529"/>
                  </a:lnTo>
                  <a:lnTo>
                    <a:pt x="25970" y="189550"/>
                  </a:lnTo>
                  <a:lnTo>
                    <a:pt x="26106" y="189457"/>
                  </a:lnTo>
                  <a:lnTo>
                    <a:pt x="21459" y="185684"/>
                  </a:lnTo>
                  <a:lnTo>
                    <a:pt x="18361" y="182889"/>
                  </a:lnTo>
                  <a:lnTo>
                    <a:pt x="17814" y="182423"/>
                  </a:lnTo>
                  <a:lnTo>
                    <a:pt x="16721" y="181584"/>
                  </a:lnTo>
                  <a:lnTo>
                    <a:pt x="10843" y="176507"/>
                  </a:lnTo>
                  <a:lnTo>
                    <a:pt x="8611" y="174504"/>
                  </a:lnTo>
                  <a:lnTo>
                    <a:pt x="8292" y="174224"/>
                  </a:lnTo>
                  <a:lnTo>
                    <a:pt x="8155" y="174084"/>
                  </a:lnTo>
                  <a:lnTo>
                    <a:pt x="7289" y="173339"/>
                  </a:lnTo>
                  <a:lnTo>
                    <a:pt x="7153" y="173199"/>
                  </a:lnTo>
                  <a:lnTo>
                    <a:pt x="5467" y="171709"/>
                  </a:lnTo>
                  <a:lnTo>
                    <a:pt x="5102" y="171429"/>
                  </a:lnTo>
                  <a:lnTo>
                    <a:pt x="4510" y="170917"/>
                  </a:lnTo>
                  <a:lnTo>
                    <a:pt x="0" y="167143"/>
                  </a:lnTo>
                  <a:lnTo>
                    <a:pt x="410" y="166678"/>
                  </a:lnTo>
                  <a:lnTo>
                    <a:pt x="1457" y="165513"/>
                  </a:lnTo>
                  <a:lnTo>
                    <a:pt x="1776" y="165140"/>
                  </a:lnTo>
                  <a:lnTo>
                    <a:pt x="2414" y="164441"/>
                  </a:lnTo>
                  <a:lnTo>
                    <a:pt x="2551" y="164302"/>
                  </a:lnTo>
                  <a:lnTo>
                    <a:pt x="3644" y="163091"/>
                  </a:lnTo>
                  <a:lnTo>
                    <a:pt x="5011" y="161507"/>
                  </a:lnTo>
                  <a:lnTo>
                    <a:pt x="6196" y="161926"/>
                  </a:lnTo>
                  <a:lnTo>
                    <a:pt x="6879" y="162205"/>
                  </a:lnTo>
                  <a:lnTo>
                    <a:pt x="7517" y="162299"/>
                  </a:lnTo>
                  <a:lnTo>
                    <a:pt x="8064" y="162345"/>
                  </a:lnTo>
                  <a:lnTo>
                    <a:pt x="8702" y="162299"/>
                  </a:lnTo>
                  <a:lnTo>
                    <a:pt x="9476" y="162252"/>
                  </a:lnTo>
                  <a:lnTo>
                    <a:pt x="9978" y="162205"/>
                  </a:lnTo>
                  <a:lnTo>
                    <a:pt x="10114" y="162066"/>
                  </a:lnTo>
                  <a:lnTo>
                    <a:pt x="10251" y="160575"/>
                  </a:lnTo>
                  <a:lnTo>
                    <a:pt x="10342" y="159550"/>
                  </a:lnTo>
                  <a:lnTo>
                    <a:pt x="11982" y="157081"/>
                  </a:lnTo>
                  <a:lnTo>
                    <a:pt x="12347" y="156941"/>
                  </a:lnTo>
                  <a:lnTo>
                    <a:pt x="13759" y="155078"/>
                  </a:lnTo>
                  <a:lnTo>
                    <a:pt x="14853" y="155078"/>
                  </a:lnTo>
                  <a:lnTo>
                    <a:pt x="14853" y="154426"/>
                  </a:lnTo>
                  <a:lnTo>
                    <a:pt x="14078" y="153541"/>
                  </a:lnTo>
                  <a:lnTo>
                    <a:pt x="13987" y="151957"/>
                  </a:lnTo>
                  <a:lnTo>
                    <a:pt x="13987" y="150606"/>
                  </a:lnTo>
                  <a:lnTo>
                    <a:pt x="13850" y="149861"/>
                  </a:lnTo>
                  <a:lnTo>
                    <a:pt x="13304" y="149022"/>
                  </a:lnTo>
                  <a:lnTo>
                    <a:pt x="13030" y="148417"/>
                  </a:lnTo>
                  <a:lnTo>
                    <a:pt x="12939" y="147625"/>
                  </a:lnTo>
                  <a:lnTo>
                    <a:pt x="12711" y="145901"/>
                  </a:lnTo>
                  <a:lnTo>
                    <a:pt x="12347" y="143618"/>
                  </a:lnTo>
                  <a:lnTo>
                    <a:pt x="12119" y="141708"/>
                  </a:lnTo>
                  <a:lnTo>
                    <a:pt x="11937" y="141103"/>
                  </a:lnTo>
                  <a:lnTo>
                    <a:pt x="14078" y="140031"/>
                  </a:lnTo>
                  <a:lnTo>
                    <a:pt x="13395" y="138168"/>
                  </a:lnTo>
                  <a:lnTo>
                    <a:pt x="13987" y="137562"/>
                  </a:lnTo>
                  <a:lnTo>
                    <a:pt x="14260" y="136165"/>
                  </a:lnTo>
                  <a:lnTo>
                    <a:pt x="15445" y="135652"/>
                  </a:lnTo>
                  <a:lnTo>
                    <a:pt x="15901" y="134255"/>
                  </a:lnTo>
                  <a:lnTo>
                    <a:pt x="14807" y="133696"/>
                  </a:lnTo>
                  <a:lnTo>
                    <a:pt x="15263" y="132065"/>
                  </a:lnTo>
                  <a:lnTo>
                    <a:pt x="16538" y="132578"/>
                  </a:lnTo>
                  <a:lnTo>
                    <a:pt x="16903" y="131553"/>
                  </a:lnTo>
                  <a:lnTo>
                    <a:pt x="14033" y="130249"/>
                  </a:lnTo>
                  <a:lnTo>
                    <a:pt x="14579" y="128805"/>
                  </a:lnTo>
                  <a:lnTo>
                    <a:pt x="14534" y="128199"/>
                  </a:lnTo>
                  <a:lnTo>
                    <a:pt x="14807" y="126662"/>
                  </a:lnTo>
                  <a:lnTo>
                    <a:pt x="15764" y="126196"/>
                  </a:lnTo>
                  <a:lnTo>
                    <a:pt x="16311" y="124519"/>
                  </a:lnTo>
                  <a:lnTo>
                    <a:pt x="16402" y="123028"/>
                  </a:lnTo>
                  <a:lnTo>
                    <a:pt x="17450" y="122469"/>
                  </a:lnTo>
                  <a:lnTo>
                    <a:pt x="17541" y="121165"/>
                  </a:lnTo>
                  <a:lnTo>
                    <a:pt x="17814" y="120187"/>
                  </a:lnTo>
                  <a:lnTo>
                    <a:pt x="18224" y="118416"/>
                  </a:lnTo>
                  <a:lnTo>
                    <a:pt x="18589" y="115668"/>
                  </a:lnTo>
                  <a:lnTo>
                    <a:pt x="18634" y="114736"/>
                  </a:lnTo>
                  <a:lnTo>
                    <a:pt x="18498" y="113572"/>
                  </a:lnTo>
                  <a:lnTo>
                    <a:pt x="18999" y="110777"/>
                  </a:lnTo>
                  <a:lnTo>
                    <a:pt x="19773" y="109705"/>
                  </a:lnTo>
                  <a:lnTo>
                    <a:pt x="20548" y="107842"/>
                  </a:lnTo>
                  <a:lnTo>
                    <a:pt x="22598" y="106165"/>
                  </a:lnTo>
                  <a:lnTo>
                    <a:pt x="23737" y="105885"/>
                  </a:lnTo>
                  <a:lnTo>
                    <a:pt x="27701" y="103277"/>
                  </a:lnTo>
                  <a:lnTo>
                    <a:pt x="29524" y="100714"/>
                  </a:lnTo>
                  <a:lnTo>
                    <a:pt x="29341" y="98944"/>
                  </a:lnTo>
                  <a:lnTo>
                    <a:pt x="29113" y="98106"/>
                  </a:lnTo>
                  <a:lnTo>
                    <a:pt x="29842" y="96568"/>
                  </a:lnTo>
                  <a:lnTo>
                    <a:pt x="30890" y="95544"/>
                  </a:lnTo>
                  <a:lnTo>
                    <a:pt x="32348" y="92888"/>
                  </a:lnTo>
                  <a:lnTo>
                    <a:pt x="32986" y="92283"/>
                  </a:lnTo>
                  <a:lnTo>
                    <a:pt x="33943" y="90978"/>
                  </a:lnTo>
                  <a:lnTo>
                    <a:pt x="34171" y="90512"/>
                  </a:lnTo>
                  <a:lnTo>
                    <a:pt x="34535" y="89814"/>
                  </a:lnTo>
                  <a:lnTo>
                    <a:pt x="34672" y="89534"/>
                  </a:lnTo>
                  <a:lnTo>
                    <a:pt x="34991" y="89208"/>
                  </a:lnTo>
                  <a:lnTo>
                    <a:pt x="35310" y="89068"/>
                  </a:lnTo>
                  <a:lnTo>
                    <a:pt x="35902" y="87717"/>
                  </a:lnTo>
                  <a:lnTo>
                    <a:pt x="36312" y="86599"/>
                  </a:lnTo>
                  <a:lnTo>
                    <a:pt x="36722" y="85575"/>
                  </a:lnTo>
                  <a:lnTo>
                    <a:pt x="37360" y="83478"/>
                  </a:lnTo>
                  <a:lnTo>
                    <a:pt x="37451" y="82081"/>
                  </a:lnTo>
                  <a:lnTo>
                    <a:pt x="38089" y="80776"/>
                  </a:lnTo>
                  <a:lnTo>
                    <a:pt x="39274" y="80124"/>
                  </a:lnTo>
                  <a:lnTo>
                    <a:pt x="40960" y="79332"/>
                  </a:lnTo>
                  <a:lnTo>
                    <a:pt x="42007" y="79565"/>
                  </a:lnTo>
                  <a:lnTo>
                    <a:pt x="42418" y="78773"/>
                  </a:lnTo>
                  <a:lnTo>
                    <a:pt x="42873" y="78540"/>
                  </a:lnTo>
                  <a:lnTo>
                    <a:pt x="43101" y="78587"/>
                  </a:lnTo>
                  <a:lnTo>
                    <a:pt x="43238" y="78074"/>
                  </a:lnTo>
                  <a:lnTo>
                    <a:pt x="45425" y="77562"/>
                  </a:lnTo>
                  <a:lnTo>
                    <a:pt x="45835" y="78074"/>
                  </a:lnTo>
                  <a:lnTo>
                    <a:pt x="46746" y="77283"/>
                  </a:lnTo>
                  <a:lnTo>
                    <a:pt x="46655" y="77096"/>
                  </a:lnTo>
                  <a:lnTo>
                    <a:pt x="47703" y="76444"/>
                  </a:lnTo>
                  <a:lnTo>
                    <a:pt x="48432" y="74627"/>
                  </a:lnTo>
                  <a:lnTo>
                    <a:pt x="48751" y="73602"/>
                  </a:lnTo>
                  <a:lnTo>
                    <a:pt x="50482" y="72438"/>
                  </a:lnTo>
                  <a:lnTo>
                    <a:pt x="51074" y="72019"/>
                  </a:lnTo>
                  <a:lnTo>
                    <a:pt x="51621" y="71739"/>
                  </a:lnTo>
                  <a:lnTo>
                    <a:pt x="52213" y="70947"/>
                  </a:lnTo>
                  <a:lnTo>
                    <a:pt x="52487" y="70668"/>
                  </a:lnTo>
                  <a:lnTo>
                    <a:pt x="53125" y="70155"/>
                  </a:lnTo>
                  <a:lnTo>
                    <a:pt x="53443" y="69783"/>
                  </a:lnTo>
                  <a:lnTo>
                    <a:pt x="53762" y="69317"/>
                  </a:lnTo>
                  <a:lnTo>
                    <a:pt x="53990" y="68991"/>
                  </a:lnTo>
                  <a:lnTo>
                    <a:pt x="54218" y="68804"/>
                  </a:lnTo>
                  <a:lnTo>
                    <a:pt x="54355" y="68851"/>
                  </a:lnTo>
                  <a:lnTo>
                    <a:pt x="55311" y="68571"/>
                  </a:lnTo>
                  <a:lnTo>
                    <a:pt x="56040" y="68525"/>
                  </a:lnTo>
                  <a:lnTo>
                    <a:pt x="56314" y="68152"/>
                  </a:lnTo>
                  <a:lnTo>
                    <a:pt x="56359" y="67873"/>
                  </a:lnTo>
                  <a:lnTo>
                    <a:pt x="56542" y="67640"/>
                  </a:lnTo>
                  <a:lnTo>
                    <a:pt x="57498" y="67174"/>
                  </a:lnTo>
                  <a:lnTo>
                    <a:pt x="58546" y="67034"/>
                  </a:lnTo>
                  <a:lnTo>
                    <a:pt x="59458" y="67220"/>
                  </a:lnTo>
                  <a:lnTo>
                    <a:pt x="60414" y="67174"/>
                  </a:lnTo>
                  <a:lnTo>
                    <a:pt x="61553" y="66661"/>
                  </a:lnTo>
                  <a:lnTo>
                    <a:pt x="62237" y="66335"/>
                  </a:lnTo>
                  <a:lnTo>
                    <a:pt x="64014" y="66102"/>
                  </a:lnTo>
                  <a:lnTo>
                    <a:pt x="65244" y="65869"/>
                  </a:lnTo>
                  <a:lnTo>
                    <a:pt x="65927" y="65637"/>
                  </a:lnTo>
                  <a:lnTo>
                    <a:pt x="66565" y="63866"/>
                  </a:lnTo>
                  <a:lnTo>
                    <a:pt x="66884" y="63633"/>
                  </a:lnTo>
                  <a:lnTo>
                    <a:pt x="67932" y="63866"/>
                  </a:lnTo>
                  <a:lnTo>
                    <a:pt x="69345" y="63913"/>
                  </a:lnTo>
                  <a:lnTo>
                    <a:pt x="70165" y="63447"/>
                  </a:lnTo>
                  <a:lnTo>
                    <a:pt x="70848" y="62562"/>
                  </a:lnTo>
                  <a:lnTo>
                    <a:pt x="71349" y="61863"/>
                  </a:lnTo>
                  <a:lnTo>
                    <a:pt x="71258" y="61677"/>
                  </a:lnTo>
                  <a:lnTo>
                    <a:pt x="71076" y="61397"/>
                  </a:lnTo>
                  <a:lnTo>
                    <a:pt x="70802" y="60186"/>
                  </a:lnTo>
                  <a:lnTo>
                    <a:pt x="70484" y="59301"/>
                  </a:lnTo>
                  <a:lnTo>
                    <a:pt x="70347" y="59068"/>
                  </a:lnTo>
                  <a:lnTo>
                    <a:pt x="73126" y="57671"/>
                  </a:lnTo>
                  <a:lnTo>
                    <a:pt x="73536" y="56646"/>
                  </a:lnTo>
                  <a:lnTo>
                    <a:pt x="75814" y="54037"/>
                  </a:lnTo>
                  <a:lnTo>
                    <a:pt x="75905" y="51894"/>
                  </a:lnTo>
                  <a:lnTo>
                    <a:pt x="74766" y="50171"/>
                  </a:lnTo>
                  <a:lnTo>
                    <a:pt x="74083" y="47282"/>
                  </a:lnTo>
                  <a:lnTo>
                    <a:pt x="74174" y="45000"/>
                  </a:lnTo>
                  <a:lnTo>
                    <a:pt x="75040" y="42484"/>
                  </a:lnTo>
                  <a:lnTo>
                    <a:pt x="76270" y="40295"/>
                  </a:lnTo>
                  <a:lnTo>
                    <a:pt x="78275" y="38292"/>
                  </a:lnTo>
                  <a:lnTo>
                    <a:pt x="80553" y="36428"/>
                  </a:lnTo>
                  <a:lnTo>
                    <a:pt x="81828" y="34798"/>
                  </a:lnTo>
                  <a:lnTo>
                    <a:pt x="83560" y="32329"/>
                  </a:lnTo>
                  <a:lnTo>
                    <a:pt x="84334" y="29953"/>
                  </a:lnTo>
                  <a:lnTo>
                    <a:pt x="85747" y="26180"/>
                  </a:lnTo>
                  <a:lnTo>
                    <a:pt x="88207" y="22872"/>
                  </a:lnTo>
                  <a:lnTo>
                    <a:pt x="90576" y="20264"/>
                  </a:lnTo>
                  <a:lnTo>
                    <a:pt x="95953" y="15093"/>
                  </a:lnTo>
                  <a:lnTo>
                    <a:pt x="99415" y="15000"/>
                  </a:lnTo>
                  <a:lnTo>
                    <a:pt x="102832" y="15512"/>
                  </a:lnTo>
                  <a:lnTo>
                    <a:pt x="109348" y="16537"/>
                  </a:lnTo>
                  <a:lnTo>
                    <a:pt x="110942" y="16816"/>
                  </a:lnTo>
                  <a:lnTo>
                    <a:pt x="112674" y="17375"/>
                  </a:lnTo>
                  <a:lnTo>
                    <a:pt x="114952" y="17375"/>
                  </a:lnTo>
                  <a:lnTo>
                    <a:pt x="117276" y="18121"/>
                  </a:lnTo>
                  <a:lnTo>
                    <a:pt x="122196" y="21102"/>
                  </a:lnTo>
                  <a:lnTo>
                    <a:pt x="123700" y="21382"/>
                  </a:lnTo>
                  <a:lnTo>
                    <a:pt x="130033" y="20031"/>
                  </a:lnTo>
                  <a:lnTo>
                    <a:pt x="137733" y="20217"/>
                  </a:lnTo>
                  <a:lnTo>
                    <a:pt x="141833" y="20031"/>
                  </a:lnTo>
                  <a:lnTo>
                    <a:pt x="146162" y="18680"/>
                  </a:lnTo>
                  <a:lnTo>
                    <a:pt x="150627" y="15931"/>
                  </a:lnTo>
                  <a:lnTo>
                    <a:pt x="152085" y="15093"/>
                  </a:lnTo>
                  <a:lnTo>
                    <a:pt x="155502" y="14068"/>
                  </a:lnTo>
                  <a:lnTo>
                    <a:pt x="159511" y="13649"/>
                  </a:lnTo>
                  <a:lnTo>
                    <a:pt x="161880" y="12764"/>
                  </a:lnTo>
                  <a:lnTo>
                    <a:pt x="163065" y="12111"/>
                  </a:lnTo>
                  <a:lnTo>
                    <a:pt x="168578" y="8990"/>
                  </a:lnTo>
                  <a:lnTo>
                    <a:pt x="172724" y="7965"/>
                  </a:lnTo>
                  <a:lnTo>
                    <a:pt x="172906" y="7872"/>
                  </a:lnTo>
                  <a:lnTo>
                    <a:pt x="175458" y="6847"/>
                  </a:lnTo>
                  <a:lnTo>
                    <a:pt x="177053" y="6801"/>
                  </a:lnTo>
                  <a:lnTo>
                    <a:pt x="178647" y="6801"/>
                  </a:lnTo>
                  <a:lnTo>
                    <a:pt x="182338" y="6335"/>
                  </a:lnTo>
                  <a:lnTo>
                    <a:pt x="184844" y="4378"/>
                  </a:lnTo>
                  <a:lnTo>
                    <a:pt x="186438" y="1630"/>
                  </a:lnTo>
                  <a:lnTo>
                    <a:pt x="187577" y="559"/>
                  </a:lnTo>
                  <a:lnTo>
                    <a:pt x="187896" y="232"/>
                  </a:lnTo>
                  <a:lnTo>
                    <a:pt x="188443" y="372"/>
                  </a:lnTo>
                  <a:lnTo>
                    <a:pt x="190767" y="1071"/>
                  </a:lnTo>
                  <a:lnTo>
                    <a:pt x="193774" y="1444"/>
                  </a:lnTo>
                  <a:lnTo>
                    <a:pt x="196052" y="465"/>
                  </a:lnTo>
                  <a:lnTo>
                    <a:pt x="197100" y="372"/>
                  </a:lnTo>
                  <a:lnTo>
                    <a:pt x="1995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948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54" name=""/>
          <p:cNvSpPr>
            <a:spLocks noGrp="1"/>
          </p:cNvSpPr>
          <p:nvPr>
            </p:nvPr>
        </p:nvSpPr>
        <p:spPr>
          <a:xfrm>
            <a:off x="77368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83412" y="5806440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10007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209800" y="5806440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351536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625088" y="5806440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del estudio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40867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774436" y="1581912"/>
            <a:ext cx="182880" cy="18288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6048756" y="150876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intervención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6048756" y="192024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Lurigancho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048756" y="226771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6048756" y="261518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Agustino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048756" y="296265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Santa Anita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774436" y="3822192"/>
            <a:ext cx="182880" cy="18288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048756" y="3749040"/>
            <a:ext cx="5854903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Distritos de comparación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048756" y="4160520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El Salvador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6048756" y="4507992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Villa María del Triunfo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048756" y="4855464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San Juan de Miraflores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048756" y="5202936"/>
            <a:ext cx="585490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Chorrillos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 cartografía de Lima Metropolitana y Callao (IMP PlanMet 2040)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overview): distritos del estudio por grupo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73684" y="5806440"/>
            <a:ext cx="41493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73684" y="5623560"/>
            <a:ext cx="41493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11.53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2356" y="1508760"/>
            <a:ext cx="457200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562356" y="1325880"/>
            <a:ext cx="45720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Lima y Callao completos, 12.70 x 11.73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SAN JUAN DE LURIGANCHO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5852160" cy="4224528"/>
            <a:chOff x="288036" y="1508760"/>
            <a:chExt cx="5852160" cy="4224528"/>
          </a:xfrm>
        </p:grpSpPr>
        <p:sp>
          <p:nvSpPr>
            <p:cNvPr id="4" name="pg3"/>
            <p:cNvSpPr/>
            <p:nvPr/>
          </p:nvSpPr>
          <p:spPr>
            <a:xfrm>
              <a:off x="2630186" y="2409978"/>
              <a:ext cx="195698" cy="202902"/>
            </a:xfrm>
            <a:custGeom>
              <a:avLst/>
              <a:pathLst>
                <a:path w="195698" h="202902">
                  <a:moveTo>
                    <a:pt x="142113" y="11611"/>
                  </a:moveTo>
                  <a:lnTo>
                    <a:pt x="153918" y="21857"/>
                  </a:lnTo>
                  <a:lnTo>
                    <a:pt x="156591" y="21857"/>
                  </a:lnTo>
                  <a:lnTo>
                    <a:pt x="160977" y="17479"/>
                  </a:lnTo>
                  <a:lnTo>
                    <a:pt x="161380" y="17076"/>
                  </a:lnTo>
                  <a:lnTo>
                    <a:pt x="167044" y="23664"/>
                  </a:lnTo>
                  <a:lnTo>
                    <a:pt x="171944" y="29366"/>
                  </a:lnTo>
                  <a:lnTo>
                    <a:pt x="174130" y="32483"/>
                  </a:lnTo>
                  <a:lnTo>
                    <a:pt x="181426" y="38844"/>
                  </a:lnTo>
                  <a:lnTo>
                    <a:pt x="183674" y="41099"/>
                  </a:lnTo>
                  <a:lnTo>
                    <a:pt x="189278" y="46719"/>
                  </a:lnTo>
                  <a:lnTo>
                    <a:pt x="191015" y="48222"/>
                  </a:lnTo>
                  <a:lnTo>
                    <a:pt x="191784" y="49622"/>
                  </a:lnTo>
                  <a:lnTo>
                    <a:pt x="192519" y="51603"/>
                  </a:lnTo>
                  <a:lnTo>
                    <a:pt x="193220" y="54676"/>
                  </a:lnTo>
                  <a:lnTo>
                    <a:pt x="194122" y="58023"/>
                  </a:lnTo>
                  <a:lnTo>
                    <a:pt x="194356" y="60175"/>
                  </a:lnTo>
                  <a:lnTo>
                    <a:pt x="194991" y="62361"/>
                  </a:lnTo>
                  <a:lnTo>
                    <a:pt x="195618" y="64265"/>
                  </a:lnTo>
                  <a:lnTo>
                    <a:pt x="195698" y="64509"/>
                  </a:lnTo>
                  <a:lnTo>
                    <a:pt x="191154" y="65147"/>
                  </a:lnTo>
                  <a:lnTo>
                    <a:pt x="183581" y="63872"/>
                  </a:lnTo>
                  <a:lnTo>
                    <a:pt x="170483" y="60684"/>
                  </a:lnTo>
                  <a:lnTo>
                    <a:pt x="168345" y="60411"/>
                  </a:lnTo>
                  <a:lnTo>
                    <a:pt x="165137" y="60957"/>
                  </a:lnTo>
                  <a:lnTo>
                    <a:pt x="162821" y="62232"/>
                  </a:lnTo>
                  <a:lnTo>
                    <a:pt x="160062" y="69618"/>
                  </a:lnTo>
                  <a:lnTo>
                    <a:pt x="159991" y="69808"/>
                  </a:lnTo>
                  <a:lnTo>
                    <a:pt x="159653" y="72091"/>
                  </a:lnTo>
                  <a:lnTo>
                    <a:pt x="158557" y="79500"/>
                  </a:lnTo>
                  <a:lnTo>
                    <a:pt x="158624" y="80269"/>
                  </a:lnTo>
                  <a:lnTo>
                    <a:pt x="158833" y="82677"/>
                  </a:lnTo>
                  <a:lnTo>
                    <a:pt x="158933" y="83826"/>
                  </a:lnTo>
                  <a:lnTo>
                    <a:pt x="158755" y="86811"/>
                  </a:lnTo>
                  <a:lnTo>
                    <a:pt x="158300" y="93820"/>
                  </a:lnTo>
                  <a:lnTo>
                    <a:pt x="158220" y="95053"/>
                  </a:lnTo>
                  <a:lnTo>
                    <a:pt x="157730" y="108122"/>
                  </a:lnTo>
                  <a:lnTo>
                    <a:pt x="176986" y="109461"/>
                  </a:lnTo>
                  <a:lnTo>
                    <a:pt x="176209" y="130297"/>
                  </a:lnTo>
                  <a:lnTo>
                    <a:pt x="176107" y="132712"/>
                  </a:lnTo>
                  <a:lnTo>
                    <a:pt x="175323" y="151842"/>
                  </a:lnTo>
                  <a:lnTo>
                    <a:pt x="146300" y="140972"/>
                  </a:lnTo>
                  <a:lnTo>
                    <a:pt x="135012" y="143168"/>
                  </a:lnTo>
                  <a:lnTo>
                    <a:pt x="106028" y="148805"/>
                  </a:lnTo>
                  <a:lnTo>
                    <a:pt x="93019" y="161190"/>
                  </a:lnTo>
                  <a:lnTo>
                    <a:pt x="91498" y="169670"/>
                  </a:lnTo>
                  <a:lnTo>
                    <a:pt x="90855" y="173255"/>
                  </a:lnTo>
                  <a:lnTo>
                    <a:pt x="89916" y="178489"/>
                  </a:lnTo>
                  <a:lnTo>
                    <a:pt x="89099" y="183048"/>
                  </a:lnTo>
                  <a:lnTo>
                    <a:pt x="72704" y="199987"/>
                  </a:lnTo>
                  <a:lnTo>
                    <a:pt x="48113" y="202902"/>
                  </a:lnTo>
                  <a:lnTo>
                    <a:pt x="39381" y="193794"/>
                  </a:lnTo>
                  <a:lnTo>
                    <a:pt x="39065" y="188373"/>
                  </a:lnTo>
                  <a:lnTo>
                    <a:pt x="38987" y="187042"/>
                  </a:lnTo>
                  <a:lnTo>
                    <a:pt x="38946" y="186348"/>
                  </a:lnTo>
                  <a:lnTo>
                    <a:pt x="38884" y="185277"/>
                  </a:lnTo>
                  <a:lnTo>
                    <a:pt x="38517" y="179003"/>
                  </a:lnTo>
                  <a:lnTo>
                    <a:pt x="37483" y="161291"/>
                  </a:lnTo>
                  <a:lnTo>
                    <a:pt x="37243" y="157183"/>
                  </a:lnTo>
                  <a:lnTo>
                    <a:pt x="35022" y="155953"/>
                  </a:lnTo>
                  <a:lnTo>
                    <a:pt x="29990" y="153164"/>
                  </a:lnTo>
                  <a:lnTo>
                    <a:pt x="11547" y="142943"/>
                  </a:lnTo>
                  <a:lnTo>
                    <a:pt x="9972" y="142070"/>
                  </a:lnTo>
                  <a:lnTo>
                    <a:pt x="7662" y="140790"/>
                  </a:lnTo>
                  <a:lnTo>
                    <a:pt x="11018" y="122568"/>
                  </a:lnTo>
                  <a:lnTo>
                    <a:pt x="3563" y="120754"/>
                  </a:lnTo>
                  <a:lnTo>
                    <a:pt x="3853" y="119224"/>
                  </a:lnTo>
                  <a:lnTo>
                    <a:pt x="4132" y="117752"/>
                  </a:lnTo>
                  <a:lnTo>
                    <a:pt x="5702" y="109461"/>
                  </a:lnTo>
                  <a:lnTo>
                    <a:pt x="1697" y="108438"/>
                  </a:lnTo>
                  <a:lnTo>
                    <a:pt x="0" y="108004"/>
                  </a:lnTo>
                  <a:lnTo>
                    <a:pt x="202" y="105307"/>
                  </a:lnTo>
                  <a:lnTo>
                    <a:pt x="1247" y="91429"/>
                  </a:lnTo>
                  <a:lnTo>
                    <a:pt x="7905" y="91370"/>
                  </a:lnTo>
                  <a:lnTo>
                    <a:pt x="9091" y="91359"/>
                  </a:lnTo>
                  <a:lnTo>
                    <a:pt x="42233" y="91065"/>
                  </a:lnTo>
                  <a:lnTo>
                    <a:pt x="41520" y="85054"/>
                  </a:lnTo>
                  <a:lnTo>
                    <a:pt x="42732" y="77755"/>
                  </a:lnTo>
                  <a:lnTo>
                    <a:pt x="43124" y="75400"/>
                  </a:lnTo>
                  <a:lnTo>
                    <a:pt x="57201" y="67568"/>
                  </a:lnTo>
                  <a:lnTo>
                    <a:pt x="64329" y="60282"/>
                  </a:lnTo>
                  <a:lnTo>
                    <a:pt x="61713" y="53063"/>
                  </a:lnTo>
                  <a:lnTo>
                    <a:pt x="60765" y="50446"/>
                  </a:lnTo>
                  <a:lnTo>
                    <a:pt x="69675" y="46439"/>
                  </a:lnTo>
                  <a:lnTo>
                    <a:pt x="82638" y="46665"/>
                  </a:lnTo>
                  <a:lnTo>
                    <a:pt x="115604" y="46893"/>
                  </a:lnTo>
                  <a:lnTo>
                    <a:pt x="115846" y="38277"/>
                  </a:lnTo>
                  <a:lnTo>
                    <a:pt x="119281" y="25272"/>
                  </a:lnTo>
                  <a:lnTo>
                    <a:pt x="126231" y="21370"/>
                  </a:lnTo>
                  <a:lnTo>
                    <a:pt x="127189" y="20832"/>
                  </a:lnTo>
                  <a:lnTo>
                    <a:pt x="126288" y="19416"/>
                  </a:lnTo>
                  <a:lnTo>
                    <a:pt x="115621" y="2633"/>
                  </a:lnTo>
                  <a:lnTo>
                    <a:pt x="118724" y="0"/>
                  </a:lnTo>
                  <a:lnTo>
                    <a:pt x="129466" y="2337"/>
                  </a:lnTo>
                  <a:lnTo>
                    <a:pt x="135987" y="37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2984819" y="2277441"/>
              <a:ext cx="131501" cy="159602"/>
            </a:xfrm>
            <a:custGeom>
              <a:avLst/>
              <a:pathLst>
                <a:path w="131501" h="159602">
                  <a:moveTo>
                    <a:pt x="85855" y="4728"/>
                  </a:moveTo>
                  <a:lnTo>
                    <a:pt x="88004" y="8112"/>
                  </a:lnTo>
                  <a:lnTo>
                    <a:pt x="88184" y="8396"/>
                  </a:lnTo>
                  <a:lnTo>
                    <a:pt x="91114" y="13010"/>
                  </a:lnTo>
                  <a:lnTo>
                    <a:pt x="91242" y="13212"/>
                  </a:lnTo>
                  <a:lnTo>
                    <a:pt x="92376" y="14997"/>
                  </a:lnTo>
                  <a:lnTo>
                    <a:pt x="92801" y="15745"/>
                  </a:lnTo>
                  <a:lnTo>
                    <a:pt x="94344" y="18455"/>
                  </a:lnTo>
                  <a:lnTo>
                    <a:pt x="94596" y="18899"/>
                  </a:lnTo>
                  <a:lnTo>
                    <a:pt x="95762" y="20842"/>
                  </a:lnTo>
                  <a:lnTo>
                    <a:pt x="96618" y="22268"/>
                  </a:lnTo>
                  <a:lnTo>
                    <a:pt x="98212" y="24923"/>
                  </a:lnTo>
                  <a:lnTo>
                    <a:pt x="97720" y="27138"/>
                  </a:lnTo>
                  <a:lnTo>
                    <a:pt x="97244" y="29286"/>
                  </a:lnTo>
                  <a:lnTo>
                    <a:pt x="96862" y="31007"/>
                  </a:lnTo>
                  <a:lnTo>
                    <a:pt x="96592" y="32223"/>
                  </a:lnTo>
                  <a:lnTo>
                    <a:pt x="96173" y="33736"/>
                  </a:lnTo>
                  <a:lnTo>
                    <a:pt x="95490" y="36202"/>
                  </a:lnTo>
                  <a:lnTo>
                    <a:pt x="95191" y="37284"/>
                  </a:lnTo>
                  <a:lnTo>
                    <a:pt x="95006" y="37839"/>
                  </a:lnTo>
                  <a:lnTo>
                    <a:pt x="94773" y="38536"/>
                  </a:lnTo>
                  <a:lnTo>
                    <a:pt x="94681" y="38934"/>
                  </a:lnTo>
                  <a:lnTo>
                    <a:pt x="94453" y="39917"/>
                  </a:lnTo>
                  <a:lnTo>
                    <a:pt x="94307" y="40653"/>
                  </a:lnTo>
                  <a:lnTo>
                    <a:pt x="94258" y="40898"/>
                  </a:lnTo>
                  <a:lnTo>
                    <a:pt x="93546" y="42482"/>
                  </a:lnTo>
                  <a:lnTo>
                    <a:pt x="92839" y="44057"/>
                  </a:lnTo>
                  <a:lnTo>
                    <a:pt x="92728" y="44450"/>
                  </a:lnTo>
                  <a:lnTo>
                    <a:pt x="92560" y="44693"/>
                  </a:lnTo>
                  <a:lnTo>
                    <a:pt x="92382" y="44949"/>
                  </a:lnTo>
                  <a:lnTo>
                    <a:pt x="92208" y="45200"/>
                  </a:lnTo>
                  <a:lnTo>
                    <a:pt x="92076" y="45390"/>
                  </a:lnTo>
                  <a:lnTo>
                    <a:pt x="91862" y="45699"/>
                  </a:lnTo>
                  <a:lnTo>
                    <a:pt x="91717" y="45949"/>
                  </a:lnTo>
                  <a:lnTo>
                    <a:pt x="91604" y="46142"/>
                  </a:lnTo>
                  <a:lnTo>
                    <a:pt x="91298" y="46726"/>
                  </a:lnTo>
                  <a:lnTo>
                    <a:pt x="92583" y="47404"/>
                  </a:lnTo>
                  <a:lnTo>
                    <a:pt x="94699" y="48521"/>
                  </a:lnTo>
                  <a:lnTo>
                    <a:pt x="96566" y="49507"/>
                  </a:lnTo>
                  <a:lnTo>
                    <a:pt x="103610" y="53227"/>
                  </a:lnTo>
                  <a:lnTo>
                    <a:pt x="105328" y="54134"/>
                  </a:lnTo>
                  <a:lnTo>
                    <a:pt x="107456" y="55238"/>
                  </a:lnTo>
                  <a:lnTo>
                    <a:pt x="111767" y="57474"/>
                  </a:lnTo>
                  <a:lnTo>
                    <a:pt x="111979" y="57584"/>
                  </a:lnTo>
                  <a:lnTo>
                    <a:pt x="112427" y="57817"/>
                  </a:lnTo>
                  <a:lnTo>
                    <a:pt x="111417" y="59195"/>
                  </a:lnTo>
                  <a:lnTo>
                    <a:pt x="108488" y="64130"/>
                  </a:lnTo>
                  <a:lnTo>
                    <a:pt x="107848" y="65382"/>
                  </a:lnTo>
                  <a:lnTo>
                    <a:pt x="108201" y="65548"/>
                  </a:lnTo>
                  <a:lnTo>
                    <a:pt x="108846" y="65853"/>
                  </a:lnTo>
                  <a:lnTo>
                    <a:pt x="109085" y="65966"/>
                  </a:lnTo>
                  <a:lnTo>
                    <a:pt x="109708" y="66261"/>
                  </a:lnTo>
                  <a:lnTo>
                    <a:pt x="111169" y="67108"/>
                  </a:lnTo>
                  <a:lnTo>
                    <a:pt x="113582" y="68507"/>
                  </a:lnTo>
                  <a:lnTo>
                    <a:pt x="118891" y="71584"/>
                  </a:lnTo>
                  <a:lnTo>
                    <a:pt x="120047" y="72255"/>
                  </a:lnTo>
                  <a:lnTo>
                    <a:pt x="123602" y="74315"/>
                  </a:lnTo>
                  <a:lnTo>
                    <a:pt x="126531" y="77650"/>
                  </a:lnTo>
                  <a:lnTo>
                    <a:pt x="127561" y="78822"/>
                  </a:lnTo>
                  <a:lnTo>
                    <a:pt x="130356" y="82003"/>
                  </a:lnTo>
                  <a:lnTo>
                    <a:pt x="130953" y="82682"/>
                  </a:lnTo>
                  <a:lnTo>
                    <a:pt x="131501" y="83369"/>
                  </a:lnTo>
                  <a:lnTo>
                    <a:pt x="131276" y="83569"/>
                  </a:lnTo>
                  <a:lnTo>
                    <a:pt x="125692" y="88543"/>
                  </a:lnTo>
                  <a:lnTo>
                    <a:pt x="124877" y="89270"/>
                  </a:lnTo>
                  <a:lnTo>
                    <a:pt x="124631" y="89592"/>
                  </a:lnTo>
                  <a:lnTo>
                    <a:pt x="119182" y="96754"/>
                  </a:lnTo>
                  <a:lnTo>
                    <a:pt x="119030" y="96954"/>
                  </a:lnTo>
                  <a:lnTo>
                    <a:pt x="114419" y="103409"/>
                  </a:lnTo>
                  <a:lnTo>
                    <a:pt x="114161" y="103780"/>
                  </a:lnTo>
                  <a:lnTo>
                    <a:pt x="109415" y="110622"/>
                  </a:lnTo>
                  <a:lnTo>
                    <a:pt x="109206" y="110922"/>
                  </a:lnTo>
                  <a:lnTo>
                    <a:pt x="104359" y="117363"/>
                  </a:lnTo>
                  <a:lnTo>
                    <a:pt x="105703" y="118359"/>
                  </a:lnTo>
                  <a:lnTo>
                    <a:pt x="115231" y="125421"/>
                  </a:lnTo>
                  <a:lnTo>
                    <a:pt x="119926" y="128901"/>
                  </a:lnTo>
                  <a:lnTo>
                    <a:pt x="111561" y="139948"/>
                  </a:lnTo>
                  <a:lnTo>
                    <a:pt x="103770" y="144547"/>
                  </a:lnTo>
                  <a:lnTo>
                    <a:pt x="100894" y="146246"/>
                  </a:lnTo>
                  <a:lnTo>
                    <a:pt x="89004" y="153220"/>
                  </a:lnTo>
                  <a:lnTo>
                    <a:pt x="69795" y="155595"/>
                  </a:lnTo>
                  <a:lnTo>
                    <a:pt x="68471" y="159097"/>
                  </a:lnTo>
                  <a:lnTo>
                    <a:pt x="68280" y="159602"/>
                  </a:lnTo>
                  <a:lnTo>
                    <a:pt x="62580" y="158313"/>
                  </a:lnTo>
                  <a:lnTo>
                    <a:pt x="63647" y="151587"/>
                  </a:lnTo>
                  <a:lnTo>
                    <a:pt x="61854" y="151869"/>
                  </a:lnTo>
                  <a:lnTo>
                    <a:pt x="55540" y="152862"/>
                  </a:lnTo>
                  <a:lnTo>
                    <a:pt x="54381" y="153045"/>
                  </a:lnTo>
                  <a:lnTo>
                    <a:pt x="52955" y="146852"/>
                  </a:lnTo>
                  <a:lnTo>
                    <a:pt x="59103" y="143391"/>
                  </a:lnTo>
                  <a:lnTo>
                    <a:pt x="73002" y="142025"/>
                  </a:lnTo>
                  <a:lnTo>
                    <a:pt x="90911" y="119712"/>
                  </a:lnTo>
                  <a:lnTo>
                    <a:pt x="76744" y="108601"/>
                  </a:lnTo>
                  <a:lnTo>
                    <a:pt x="70953" y="107326"/>
                  </a:lnTo>
                  <a:lnTo>
                    <a:pt x="71356" y="105037"/>
                  </a:lnTo>
                  <a:lnTo>
                    <a:pt x="71755" y="102773"/>
                  </a:lnTo>
                  <a:lnTo>
                    <a:pt x="70523" y="102071"/>
                  </a:lnTo>
                  <a:lnTo>
                    <a:pt x="68058" y="100668"/>
                  </a:lnTo>
                  <a:lnTo>
                    <a:pt x="64716" y="98765"/>
                  </a:lnTo>
                  <a:lnTo>
                    <a:pt x="65863" y="97760"/>
                  </a:lnTo>
                  <a:lnTo>
                    <a:pt x="68572" y="95382"/>
                  </a:lnTo>
                  <a:lnTo>
                    <a:pt x="72033" y="92347"/>
                  </a:lnTo>
                  <a:lnTo>
                    <a:pt x="76060" y="88814"/>
                  </a:lnTo>
                  <a:lnTo>
                    <a:pt x="76655" y="88292"/>
                  </a:lnTo>
                  <a:lnTo>
                    <a:pt x="71671" y="85123"/>
                  </a:lnTo>
                  <a:lnTo>
                    <a:pt x="64348" y="80468"/>
                  </a:lnTo>
                  <a:lnTo>
                    <a:pt x="62856" y="79519"/>
                  </a:lnTo>
                  <a:lnTo>
                    <a:pt x="62043" y="79003"/>
                  </a:lnTo>
                  <a:lnTo>
                    <a:pt x="62400" y="75778"/>
                  </a:lnTo>
                  <a:lnTo>
                    <a:pt x="63585" y="65084"/>
                  </a:lnTo>
                  <a:lnTo>
                    <a:pt x="63647" y="64522"/>
                  </a:lnTo>
                  <a:lnTo>
                    <a:pt x="61152" y="61517"/>
                  </a:lnTo>
                  <a:lnTo>
                    <a:pt x="55539" y="61517"/>
                  </a:lnTo>
                  <a:lnTo>
                    <a:pt x="54737" y="65615"/>
                  </a:lnTo>
                  <a:lnTo>
                    <a:pt x="51529" y="66070"/>
                  </a:lnTo>
                  <a:lnTo>
                    <a:pt x="46808" y="74577"/>
                  </a:lnTo>
                  <a:lnTo>
                    <a:pt x="41852" y="73951"/>
                  </a:lnTo>
                  <a:lnTo>
                    <a:pt x="38610" y="66890"/>
                  </a:lnTo>
                  <a:lnTo>
                    <a:pt x="38968" y="65270"/>
                  </a:lnTo>
                  <a:lnTo>
                    <a:pt x="39402" y="63305"/>
                  </a:lnTo>
                  <a:lnTo>
                    <a:pt x="39857" y="61243"/>
                  </a:lnTo>
                  <a:lnTo>
                    <a:pt x="23374" y="54777"/>
                  </a:lnTo>
                  <a:lnTo>
                    <a:pt x="18652" y="50679"/>
                  </a:lnTo>
                  <a:lnTo>
                    <a:pt x="12237" y="50133"/>
                  </a:lnTo>
                  <a:lnTo>
                    <a:pt x="10561" y="51663"/>
                  </a:lnTo>
                  <a:lnTo>
                    <a:pt x="8049" y="53958"/>
                  </a:lnTo>
                  <a:lnTo>
                    <a:pt x="4931" y="50588"/>
                  </a:lnTo>
                  <a:lnTo>
                    <a:pt x="1381" y="47630"/>
                  </a:lnTo>
                  <a:lnTo>
                    <a:pt x="0" y="43697"/>
                  </a:lnTo>
                  <a:lnTo>
                    <a:pt x="4106" y="35942"/>
                  </a:lnTo>
                  <a:lnTo>
                    <a:pt x="15923" y="38737"/>
                  </a:lnTo>
                  <a:lnTo>
                    <a:pt x="24388" y="34753"/>
                  </a:lnTo>
                  <a:lnTo>
                    <a:pt x="23471" y="29951"/>
                  </a:lnTo>
                  <a:lnTo>
                    <a:pt x="19153" y="7317"/>
                  </a:lnTo>
                  <a:lnTo>
                    <a:pt x="20562" y="7090"/>
                  </a:lnTo>
                  <a:lnTo>
                    <a:pt x="21736" y="6901"/>
                  </a:lnTo>
                  <a:lnTo>
                    <a:pt x="27535" y="5966"/>
                  </a:lnTo>
                  <a:lnTo>
                    <a:pt x="57366" y="1156"/>
                  </a:lnTo>
                  <a:lnTo>
                    <a:pt x="57789" y="5845"/>
                  </a:lnTo>
                  <a:lnTo>
                    <a:pt x="61514" y="4526"/>
                  </a:lnTo>
                  <a:lnTo>
                    <a:pt x="63727" y="3415"/>
                  </a:lnTo>
                  <a:lnTo>
                    <a:pt x="67787" y="779"/>
                  </a:lnTo>
                  <a:lnTo>
                    <a:pt x="68478" y="330"/>
                  </a:lnTo>
                  <a:lnTo>
                    <a:pt x="68987" y="0"/>
                  </a:lnTo>
                  <a:lnTo>
                    <a:pt x="70321" y="21"/>
                  </a:lnTo>
                  <a:lnTo>
                    <a:pt x="72127" y="50"/>
                  </a:lnTo>
                  <a:lnTo>
                    <a:pt x="77434" y="136"/>
                  </a:lnTo>
                  <a:lnTo>
                    <a:pt x="80542" y="186"/>
                  </a:lnTo>
                  <a:lnTo>
                    <a:pt x="81876" y="550"/>
                  </a:lnTo>
                  <a:lnTo>
                    <a:pt x="82488" y="717"/>
                  </a:lnTo>
                  <a:lnTo>
                    <a:pt x="82797" y="801"/>
                  </a:lnTo>
                  <a:lnTo>
                    <a:pt x="84111" y="2234"/>
                  </a:lnTo>
                  <a:lnTo>
                    <a:pt x="85314" y="3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2787917" y="2379912"/>
              <a:ext cx="124097" cy="206030"/>
            </a:xfrm>
            <a:custGeom>
              <a:avLst/>
              <a:pathLst>
                <a:path w="124097" h="206030">
                  <a:moveTo>
                    <a:pt x="108891" y="49463"/>
                  </a:moveTo>
                  <a:lnTo>
                    <a:pt x="111699" y="55809"/>
                  </a:lnTo>
                  <a:lnTo>
                    <a:pt x="113650" y="60215"/>
                  </a:lnTo>
                  <a:lnTo>
                    <a:pt x="124097" y="83819"/>
                  </a:lnTo>
                  <a:lnTo>
                    <a:pt x="123991" y="83971"/>
                  </a:lnTo>
                  <a:lnTo>
                    <a:pt x="123886" y="84122"/>
                  </a:lnTo>
                  <a:lnTo>
                    <a:pt x="123797" y="84251"/>
                  </a:lnTo>
                  <a:lnTo>
                    <a:pt x="122695" y="84869"/>
                  </a:lnTo>
                  <a:lnTo>
                    <a:pt x="122074" y="85217"/>
                  </a:lnTo>
                  <a:lnTo>
                    <a:pt x="121408" y="85590"/>
                  </a:lnTo>
                  <a:lnTo>
                    <a:pt x="120904" y="85873"/>
                  </a:lnTo>
                  <a:lnTo>
                    <a:pt x="120587" y="86051"/>
                  </a:lnTo>
                  <a:lnTo>
                    <a:pt x="120343" y="86188"/>
                  </a:lnTo>
                  <a:lnTo>
                    <a:pt x="119712" y="86611"/>
                  </a:lnTo>
                  <a:lnTo>
                    <a:pt x="119601" y="86797"/>
                  </a:lnTo>
                  <a:lnTo>
                    <a:pt x="119159" y="87536"/>
                  </a:lnTo>
                  <a:lnTo>
                    <a:pt x="118856" y="88042"/>
                  </a:lnTo>
                  <a:lnTo>
                    <a:pt x="118691" y="88318"/>
                  </a:lnTo>
                  <a:lnTo>
                    <a:pt x="118578" y="88507"/>
                  </a:lnTo>
                  <a:lnTo>
                    <a:pt x="118256" y="89046"/>
                  </a:lnTo>
                  <a:lnTo>
                    <a:pt x="117896" y="89647"/>
                  </a:lnTo>
                  <a:lnTo>
                    <a:pt x="117769" y="89860"/>
                  </a:lnTo>
                  <a:lnTo>
                    <a:pt x="117543" y="90237"/>
                  </a:lnTo>
                  <a:lnTo>
                    <a:pt x="117438" y="90414"/>
                  </a:lnTo>
                  <a:lnTo>
                    <a:pt x="117318" y="90614"/>
                  </a:lnTo>
                  <a:lnTo>
                    <a:pt x="116966" y="91202"/>
                  </a:lnTo>
                  <a:lnTo>
                    <a:pt x="116810" y="91463"/>
                  </a:lnTo>
                  <a:lnTo>
                    <a:pt x="116498" y="91985"/>
                  </a:lnTo>
                  <a:lnTo>
                    <a:pt x="116172" y="92530"/>
                  </a:lnTo>
                  <a:lnTo>
                    <a:pt x="115958" y="92887"/>
                  </a:lnTo>
                  <a:lnTo>
                    <a:pt x="115853" y="93062"/>
                  </a:lnTo>
                  <a:lnTo>
                    <a:pt x="115704" y="93312"/>
                  </a:lnTo>
                  <a:lnTo>
                    <a:pt x="115498" y="93658"/>
                  </a:lnTo>
                  <a:lnTo>
                    <a:pt x="115071" y="94773"/>
                  </a:lnTo>
                  <a:lnTo>
                    <a:pt x="114808" y="95459"/>
                  </a:lnTo>
                  <a:lnTo>
                    <a:pt x="114730" y="95662"/>
                  </a:lnTo>
                  <a:lnTo>
                    <a:pt x="114520" y="96210"/>
                  </a:lnTo>
                  <a:lnTo>
                    <a:pt x="114456" y="96376"/>
                  </a:lnTo>
                  <a:lnTo>
                    <a:pt x="114263" y="96882"/>
                  </a:lnTo>
                  <a:lnTo>
                    <a:pt x="114150" y="97176"/>
                  </a:lnTo>
                  <a:lnTo>
                    <a:pt x="113785" y="98129"/>
                  </a:lnTo>
                  <a:lnTo>
                    <a:pt x="113628" y="98538"/>
                  </a:lnTo>
                  <a:lnTo>
                    <a:pt x="113460" y="98939"/>
                  </a:lnTo>
                  <a:lnTo>
                    <a:pt x="113171" y="99631"/>
                  </a:lnTo>
                  <a:lnTo>
                    <a:pt x="111939" y="102572"/>
                  </a:lnTo>
                  <a:lnTo>
                    <a:pt x="111813" y="102875"/>
                  </a:lnTo>
                  <a:lnTo>
                    <a:pt x="111694" y="103158"/>
                  </a:lnTo>
                  <a:lnTo>
                    <a:pt x="111441" y="103762"/>
                  </a:lnTo>
                  <a:lnTo>
                    <a:pt x="111376" y="103918"/>
                  </a:lnTo>
                  <a:lnTo>
                    <a:pt x="111312" y="104071"/>
                  </a:lnTo>
                  <a:lnTo>
                    <a:pt x="111019" y="104772"/>
                  </a:lnTo>
                  <a:lnTo>
                    <a:pt x="110955" y="104925"/>
                  </a:lnTo>
                  <a:lnTo>
                    <a:pt x="110837" y="105174"/>
                  </a:lnTo>
                  <a:lnTo>
                    <a:pt x="110743" y="105371"/>
                  </a:lnTo>
                  <a:lnTo>
                    <a:pt x="110642" y="105585"/>
                  </a:lnTo>
                  <a:lnTo>
                    <a:pt x="110494" y="105897"/>
                  </a:lnTo>
                  <a:lnTo>
                    <a:pt x="110397" y="106102"/>
                  </a:lnTo>
                  <a:lnTo>
                    <a:pt x="110298" y="106310"/>
                  </a:lnTo>
                  <a:lnTo>
                    <a:pt x="109952" y="107041"/>
                  </a:lnTo>
                  <a:lnTo>
                    <a:pt x="109790" y="107383"/>
                  </a:lnTo>
                  <a:lnTo>
                    <a:pt x="109674" y="107628"/>
                  </a:lnTo>
                  <a:lnTo>
                    <a:pt x="109471" y="108057"/>
                  </a:lnTo>
                  <a:lnTo>
                    <a:pt x="109278" y="108463"/>
                  </a:lnTo>
                  <a:lnTo>
                    <a:pt x="109209" y="108609"/>
                  </a:lnTo>
                  <a:lnTo>
                    <a:pt x="109038" y="108970"/>
                  </a:lnTo>
                  <a:lnTo>
                    <a:pt x="108952" y="109152"/>
                  </a:lnTo>
                  <a:lnTo>
                    <a:pt x="108721" y="109560"/>
                  </a:lnTo>
                  <a:lnTo>
                    <a:pt x="108505" y="109913"/>
                  </a:lnTo>
                  <a:lnTo>
                    <a:pt x="108415" y="110059"/>
                  </a:lnTo>
                  <a:lnTo>
                    <a:pt x="108275" y="110287"/>
                  </a:lnTo>
                  <a:lnTo>
                    <a:pt x="108174" y="110452"/>
                  </a:lnTo>
                  <a:lnTo>
                    <a:pt x="107990" y="110856"/>
                  </a:lnTo>
                  <a:lnTo>
                    <a:pt x="107981" y="111108"/>
                  </a:lnTo>
                  <a:lnTo>
                    <a:pt x="107975" y="111273"/>
                  </a:lnTo>
                  <a:lnTo>
                    <a:pt x="107967" y="111512"/>
                  </a:lnTo>
                  <a:lnTo>
                    <a:pt x="107959" y="111725"/>
                  </a:lnTo>
                  <a:lnTo>
                    <a:pt x="107948" y="112022"/>
                  </a:lnTo>
                  <a:lnTo>
                    <a:pt x="107939" y="112267"/>
                  </a:lnTo>
                  <a:lnTo>
                    <a:pt x="107923" y="112524"/>
                  </a:lnTo>
                  <a:lnTo>
                    <a:pt x="107900" y="112885"/>
                  </a:lnTo>
                  <a:lnTo>
                    <a:pt x="107879" y="113219"/>
                  </a:lnTo>
                  <a:lnTo>
                    <a:pt x="107843" y="113774"/>
                  </a:lnTo>
                  <a:lnTo>
                    <a:pt x="107814" y="114225"/>
                  </a:lnTo>
                  <a:lnTo>
                    <a:pt x="107676" y="114375"/>
                  </a:lnTo>
                  <a:lnTo>
                    <a:pt x="107469" y="114683"/>
                  </a:lnTo>
                  <a:lnTo>
                    <a:pt x="105446" y="125131"/>
                  </a:lnTo>
                  <a:lnTo>
                    <a:pt x="104998" y="127443"/>
                  </a:lnTo>
                  <a:lnTo>
                    <a:pt x="101836" y="132729"/>
                  </a:lnTo>
                  <a:lnTo>
                    <a:pt x="101558" y="133193"/>
                  </a:lnTo>
                  <a:lnTo>
                    <a:pt x="101078" y="133535"/>
                  </a:lnTo>
                  <a:lnTo>
                    <a:pt x="96548" y="136814"/>
                  </a:lnTo>
                  <a:lnTo>
                    <a:pt x="96677" y="139030"/>
                  </a:lnTo>
                  <a:lnTo>
                    <a:pt x="97098" y="146260"/>
                  </a:lnTo>
                  <a:lnTo>
                    <a:pt x="97161" y="147334"/>
                  </a:lnTo>
                  <a:lnTo>
                    <a:pt x="97576" y="151907"/>
                  </a:lnTo>
                  <a:lnTo>
                    <a:pt x="98786" y="165233"/>
                  </a:lnTo>
                  <a:lnTo>
                    <a:pt x="98204" y="165248"/>
                  </a:lnTo>
                  <a:lnTo>
                    <a:pt x="98316" y="185041"/>
                  </a:lnTo>
                  <a:lnTo>
                    <a:pt x="99047" y="191979"/>
                  </a:lnTo>
                  <a:lnTo>
                    <a:pt x="99093" y="192421"/>
                  </a:lnTo>
                  <a:lnTo>
                    <a:pt x="98933" y="192414"/>
                  </a:lnTo>
                  <a:lnTo>
                    <a:pt x="92621" y="191037"/>
                  </a:lnTo>
                  <a:lnTo>
                    <a:pt x="91681" y="190831"/>
                  </a:lnTo>
                  <a:lnTo>
                    <a:pt x="97528" y="206030"/>
                  </a:lnTo>
                  <a:lnTo>
                    <a:pt x="96480" y="205496"/>
                  </a:lnTo>
                  <a:lnTo>
                    <a:pt x="91486" y="202955"/>
                  </a:lnTo>
                  <a:lnTo>
                    <a:pt x="91376" y="203135"/>
                  </a:lnTo>
                  <a:lnTo>
                    <a:pt x="84061" y="197743"/>
                  </a:lnTo>
                  <a:lnTo>
                    <a:pt x="80942" y="195580"/>
                  </a:lnTo>
                  <a:lnTo>
                    <a:pt x="75039" y="198426"/>
                  </a:lnTo>
                  <a:lnTo>
                    <a:pt x="67020" y="204118"/>
                  </a:lnTo>
                  <a:lnTo>
                    <a:pt x="51929" y="197800"/>
                  </a:lnTo>
                  <a:lnTo>
                    <a:pt x="29153" y="187953"/>
                  </a:lnTo>
                  <a:lnTo>
                    <a:pt x="22888" y="184654"/>
                  </a:lnTo>
                  <a:lnTo>
                    <a:pt x="19965" y="183115"/>
                  </a:lnTo>
                  <a:lnTo>
                    <a:pt x="17592" y="181908"/>
                  </a:lnTo>
                  <a:lnTo>
                    <a:pt x="18376" y="162777"/>
                  </a:lnTo>
                  <a:lnTo>
                    <a:pt x="18478" y="160363"/>
                  </a:lnTo>
                  <a:lnTo>
                    <a:pt x="19256" y="139527"/>
                  </a:lnTo>
                  <a:lnTo>
                    <a:pt x="0" y="138187"/>
                  </a:lnTo>
                  <a:lnTo>
                    <a:pt x="490" y="125119"/>
                  </a:lnTo>
                  <a:lnTo>
                    <a:pt x="570" y="123885"/>
                  </a:lnTo>
                  <a:lnTo>
                    <a:pt x="1024" y="116876"/>
                  </a:lnTo>
                  <a:lnTo>
                    <a:pt x="1202" y="113891"/>
                  </a:lnTo>
                  <a:lnTo>
                    <a:pt x="1103" y="112742"/>
                  </a:lnTo>
                  <a:lnTo>
                    <a:pt x="893" y="110334"/>
                  </a:lnTo>
                  <a:lnTo>
                    <a:pt x="826" y="109565"/>
                  </a:lnTo>
                  <a:lnTo>
                    <a:pt x="1923" y="102156"/>
                  </a:lnTo>
                  <a:lnTo>
                    <a:pt x="2261" y="99874"/>
                  </a:lnTo>
                  <a:lnTo>
                    <a:pt x="2332" y="99684"/>
                  </a:lnTo>
                  <a:lnTo>
                    <a:pt x="5090" y="92298"/>
                  </a:lnTo>
                  <a:lnTo>
                    <a:pt x="7407" y="91023"/>
                  </a:lnTo>
                  <a:lnTo>
                    <a:pt x="10615" y="90476"/>
                  </a:lnTo>
                  <a:lnTo>
                    <a:pt x="12753" y="90750"/>
                  </a:lnTo>
                  <a:lnTo>
                    <a:pt x="25851" y="93937"/>
                  </a:lnTo>
                  <a:lnTo>
                    <a:pt x="33424" y="95212"/>
                  </a:lnTo>
                  <a:lnTo>
                    <a:pt x="37968" y="94575"/>
                  </a:lnTo>
                  <a:lnTo>
                    <a:pt x="37887" y="94330"/>
                  </a:lnTo>
                  <a:lnTo>
                    <a:pt x="37261" y="92426"/>
                  </a:lnTo>
                  <a:lnTo>
                    <a:pt x="36626" y="90240"/>
                  </a:lnTo>
                  <a:lnTo>
                    <a:pt x="36392" y="88089"/>
                  </a:lnTo>
                  <a:lnTo>
                    <a:pt x="35490" y="84742"/>
                  </a:lnTo>
                  <a:lnTo>
                    <a:pt x="34788" y="81668"/>
                  </a:lnTo>
                  <a:lnTo>
                    <a:pt x="34053" y="79687"/>
                  </a:lnTo>
                  <a:lnTo>
                    <a:pt x="33285" y="78287"/>
                  </a:lnTo>
                  <a:lnTo>
                    <a:pt x="31547" y="76784"/>
                  </a:lnTo>
                  <a:lnTo>
                    <a:pt x="25944" y="71165"/>
                  </a:lnTo>
                  <a:lnTo>
                    <a:pt x="23696" y="68910"/>
                  </a:lnTo>
                  <a:lnTo>
                    <a:pt x="16399" y="62549"/>
                  </a:lnTo>
                  <a:lnTo>
                    <a:pt x="14214" y="59431"/>
                  </a:lnTo>
                  <a:lnTo>
                    <a:pt x="25145" y="46344"/>
                  </a:lnTo>
                  <a:lnTo>
                    <a:pt x="34486" y="38744"/>
                  </a:lnTo>
                  <a:lnTo>
                    <a:pt x="35370" y="38149"/>
                  </a:lnTo>
                  <a:lnTo>
                    <a:pt x="48749" y="51133"/>
                  </a:lnTo>
                  <a:lnTo>
                    <a:pt x="54808" y="45487"/>
                  </a:lnTo>
                  <a:lnTo>
                    <a:pt x="62649" y="43119"/>
                  </a:lnTo>
                  <a:lnTo>
                    <a:pt x="65678" y="32008"/>
                  </a:lnTo>
                  <a:lnTo>
                    <a:pt x="70489" y="29822"/>
                  </a:lnTo>
                  <a:lnTo>
                    <a:pt x="73340" y="26543"/>
                  </a:lnTo>
                  <a:lnTo>
                    <a:pt x="73567" y="22677"/>
                  </a:lnTo>
                  <a:lnTo>
                    <a:pt x="73875" y="17436"/>
                  </a:lnTo>
                  <a:lnTo>
                    <a:pt x="75509" y="17158"/>
                  </a:lnTo>
                  <a:lnTo>
                    <a:pt x="84567" y="15615"/>
                  </a:lnTo>
                  <a:lnTo>
                    <a:pt x="86381" y="0"/>
                  </a:lnTo>
                  <a:lnTo>
                    <a:pt x="88874" y="2362"/>
                  </a:lnTo>
                  <a:lnTo>
                    <a:pt x="89197" y="3658"/>
                  </a:lnTo>
                  <a:lnTo>
                    <a:pt x="90462" y="8730"/>
                  </a:lnTo>
                  <a:lnTo>
                    <a:pt x="91512" y="10985"/>
                  </a:lnTo>
                  <a:lnTo>
                    <a:pt x="96699" y="22118"/>
                  </a:lnTo>
                  <a:lnTo>
                    <a:pt x="98481" y="259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2148394" y="5145612"/>
              <a:ext cx="172814" cy="180522"/>
            </a:xfrm>
            <a:custGeom>
              <a:avLst/>
              <a:pathLst>
                <a:path w="172814" h="180522">
                  <a:moveTo>
                    <a:pt x="127536" y="20924"/>
                  </a:moveTo>
                  <a:lnTo>
                    <a:pt x="140566" y="22251"/>
                  </a:lnTo>
                  <a:lnTo>
                    <a:pt x="146697" y="22185"/>
                  </a:lnTo>
                  <a:lnTo>
                    <a:pt x="151890" y="22130"/>
                  </a:lnTo>
                  <a:lnTo>
                    <a:pt x="152011" y="23909"/>
                  </a:lnTo>
                  <a:lnTo>
                    <a:pt x="152022" y="24106"/>
                  </a:lnTo>
                  <a:lnTo>
                    <a:pt x="152071" y="24947"/>
                  </a:lnTo>
                  <a:lnTo>
                    <a:pt x="152348" y="29735"/>
                  </a:lnTo>
                  <a:lnTo>
                    <a:pt x="152634" y="34678"/>
                  </a:lnTo>
                  <a:lnTo>
                    <a:pt x="152674" y="35082"/>
                  </a:lnTo>
                  <a:lnTo>
                    <a:pt x="153439" y="35060"/>
                  </a:lnTo>
                  <a:lnTo>
                    <a:pt x="158774" y="34903"/>
                  </a:lnTo>
                  <a:lnTo>
                    <a:pt x="159105" y="34890"/>
                  </a:lnTo>
                  <a:lnTo>
                    <a:pt x="165363" y="34637"/>
                  </a:lnTo>
                  <a:lnTo>
                    <a:pt x="166179" y="34605"/>
                  </a:lnTo>
                  <a:lnTo>
                    <a:pt x="170118" y="34446"/>
                  </a:lnTo>
                  <a:lnTo>
                    <a:pt x="170281" y="36927"/>
                  </a:lnTo>
                  <a:lnTo>
                    <a:pt x="170369" y="38283"/>
                  </a:lnTo>
                  <a:lnTo>
                    <a:pt x="170415" y="38986"/>
                  </a:lnTo>
                  <a:lnTo>
                    <a:pt x="171393" y="53935"/>
                  </a:lnTo>
                  <a:lnTo>
                    <a:pt x="171434" y="54550"/>
                  </a:lnTo>
                  <a:lnTo>
                    <a:pt x="171975" y="62830"/>
                  </a:lnTo>
                  <a:lnTo>
                    <a:pt x="172148" y="65464"/>
                  </a:lnTo>
                  <a:lnTo>
                    <a:pt x="172197" y="66219"/>
                  </a:lnTo>
                  <a:lnTo>
                    <a:pt x="172814" y="75649"/>
                  </a:lnTo>
                  <a:lnTo>
                    <a:pt x="171967" y="87625"/>
                  </a:lnTo>
                  <a:lnTo>
                    <a:pt x="171721" y="89090"/>
                  </a:lnTo>
                  <a:lnTo>
                    <a:pt x="171430" y="90443"/>
                  </a:lnTo>
                  <a:lnTo>
                    <a:pt x="171064" y="92142"/>
                  </a:lnTo>
                  <a:lnTo>
                    <a:pt x="170996" y="92395"/>
                  </a:lnTo>
                  <a:lnTo>
                    <a:pt x="170441" y="94464"/>
                  </a:lnTo>
                  <a:lnTo>
                    <a:pt x="169965" y="95940"/>
                  </a:lnTo>
                  <a:lnTo>
                    <a:pt x="169238" y="98198"/>
                  </a:lnTo>
                  <a:lnTo>
                    <a:pt x="166711" y="104564"/>
                  </a:lnTo>
                  <a:lnTo>
                    <a:pt x="166077" y="105981"/>
                  </a:lnTo>
                  <a:lnTo>
                    <a:pt x="165097" y="107829"/>
                  </a:lnTo>
                  <a:lnTo>
                    <a:pt x="164456" y="108732"/>
                  </a:lnTo>
                  <a:lnTo>
                    <a:pt x="158781" y="116723"/>
                  </a:lnTo>
                  <a:lnTo>
                    <a:pt x="155622" y="120078"/>
                  </a:lnTo>
                  <a:lnTo>
                    <a:pt x="148741" y="129314"/>
                  </a:lnTo>
                  <a:lnTo>
                    <a:pt x="139821" y="140229"/>
                  </a:lnTo>
                  <a:lnTo>
                    <a:pt x="139488" y="140636"/>
                  </a:lnTo>
                  <a:lnTo>
                    <a:pt x="137716" y="142805"/>
                  </a:lnTo>
                  <a:lnTo>
                    <a:pt x="137392" y="143153"/>
                  </a:lnTo>
                  <a:lnTo>
                    <a:pt x="136922" y="143658"/>
                  </a:lnTo>
                  <a:lnTo>
                    <a:pt x="132356" y="148568"/>
                  </a:lnTo>
                  <a:lnTo>
                    <a:pt x="128961" y="151536"/>
                  </a:lnTo>
                  <a:lnTo>
                    <a:pt x="126578" y="153619"/>
                  </a:lnTo>
                  <a:lnTo>
                    <a:pt x="124958" y="154914"/>
                  </a:lnTo>
                  <a:lnTo>
                    <a:pt x="119891" y="158962"/>
                  </a:lnTo>
                  <a:lnTo>
                    <a:pt x="114346" y="163392"/>
                  </a:lnTo>
                  <a:lnTo>
                    <a:pt x="114096" y="163592"/>
                  </a:lnTo>
                  <a:lnTo>
                    <a:pt x="112892" y="164635"/>
                  </a:lnTo>
                  <a:lnTo>
                    <a:pt x="110087" y="167064"/>
                  </a:lnTo>
                  <a:lnTo>
                    <a:pt x="96111" y="180522"/>
                  </a:lnTo>
                  <a:lnTo>
                    <a:pt x="94910" y="168269"/>
                  </a:lnTo>
                  <a:lnTo>
                    <a:pt x="94103" y="163051"/>
                  </a:lnTo>
                  <a:lnTo>
                    <a:pt x="94016" y="162487"/>
                  </a:lnTo>
                  <a:lnTo>
                    <a:pt x="93631" y="159996"/>
                  </a:lnTo>
                  <a:lnTo>
                    <a:pt x="91831" y="156501"/>
                  </a:lnTo>
                  <a:lnTo>
                    <a:pt x="87873" y="148816"/>
                  </a:lnTo>
                  <a:lnTo>
                    <a:pt x="85731" y="144658"/>
                  </a:lnTo>
                  <a:lnTo>
                    <a:pt x="84957" y="143425"/>
                  </a:lnTo>
                  <a:lnTo>
                    <a:pt x="79573" y="134842"/>
                  </a:lnTo>
                  <a:lnTo>
                    <a:pt x="74751" y="127307"/>
                  </a:lnTo>
                  <a:lnTo>
                    <a:pt x="74657" y="127161"/>
                  </a:lnTo>
                  <a:lnTo>
                    <a:pt x="68681" y="117823"/>
                  </a:lnTo>
                  <a:lnTo>
                    <a:pt x="68498" y="117532"/>
                  </a:lnTo>
                  <a:lnTo>
                    <a:pt x="67421" y="115152"/>
                  </a:lnTo>
                  <a:lnTo>
                    <a:pt x="64913" y="111679"/>
                  </a:lnTo>
                  <a:lnTo>
                    <a:pt x="63630" y="110805"/>
                  </a:lnTo>
                  <a:lnTo>
                    <a:pt x="62489" y="110258"/>
                  </a:lnTo>
                  <a:lnTo>
                    <a:pt x="61206" y="110003"/>
                  </a:lnTo>
                  <a:lnTo>
                    <a:pt x="59674" y="109858"/>
                  </a:lnTo>
                  <a:lnTo>
                    <a:pt x="57072" y="110513"/>
                  </a:lnTo>
                  <a:lnTo>
                    <a:pt x="54761" y="111832"/>
                  </a:lnTo>
                  <a:lnTo>
                    <a:pt x="53322" y="112653"/>
                  </a:lnTo>
                  <a:lnTo>
                    <a:pt x="52984" y="112846"/>
                  </a:lnTo>
                  <a:lnTo>
                    <a:pt x="52864" y="112683"/>
                  </a:lnTo>
                  <a:lnTo>
                    <a:pt x="51247" y="110478"/>
                  </a:lnTo>
                  <a:lnTo>
                    <a:pt x="50464" y="109028"/>
                  </a:lnTo>
                  <a:lnTo>
                    <a:pt x="50040" y="107299"/>
                  </a:lnTo>
                  <a:lnTo>
                    <a:pt x="50155" y="96901"/>
                  </a:lnTo>
                  <a:lnTo>
                    <a:pt x="40987" y="97327"/>
                  </a:lnTo>
                  <a:lnTo>
                    <a:pt x="32528" y="97719"/>
                  </a:lnTo>
                  <a:lnTo>
                    <a:pt x="31956" y="97732"/>
                  </a:lnTo>
                  <a:lnTo>
                    <a:pt x="32292" y="110592"/>
                  </a:lnTo>
                  <a:lnTo>
                    <a:pt x="32354" y="111247"/>
                  </a:lnTo>
                  <a:lnTo>
                    <a:pt x="32398" y="111906"/>
                  </a:lnTo>
                  <a:lnTo>
                    <a:pt x="31852" y="111909"/>
                  </a:lnTo>
                  <a:lnTo>
                    <a:pt x="10467" y="112043"/>
                  </a:lnTo>
                  <a:lnTo>
                    <a:pt x="9694" y="112023"/>
                  </a:lnTo>
                  <a:lnTo>
                    <a:pt x="5119" y="111903"/>
                  </a:lnTo>
                  <a:lnTo>
                    <a:pt x="154" y="111361"/>
                  </a:lnTo>
                  <a:lnTo>
                    <a:pt x="0" y="111342"/>
                  </a:lnTo>
                  <a:lnTo>
                    <a:pt x="136" y="110706"/>
                  </a:lnTo>
                  <a:lnTo>
                    <a:pt x="1655" y="103602"/>
                  </a:lnTo>
                  <a:lnTo>
                    <a:pt x="7303" y="90799"/>
                  </a:lnTo>
                  <a:lnTo>
                    <a:pt x="15075" y="73182"/>
                  </a:lnTo>
                  <a:lnTo>
                    <a:pt x="15431" y="72375"/>
                  </a:lnTo>
                  <a:lnTo>
                    <a:pt x="18036" y="67563"/>
                  </a:lnTo>
                  <a:lnTo>
                    <a:pt x="19225" y="65928"/>
                  </a:lnTo>
                  <a:lnTo>
                    <a:pt x="21973" y="64459"/>
                  </a:lnTo>
                  <a:lnTo>
                    <a:pt x="30047" y="64000"/>
                  </a:lnTo>
                  <a:lnTo>
                    <a:pt x="30642" y="63975"/>
                  </a:lnTo>
                  <a:lnTo>
                    <a:pt x="41541" y="63508"/>
                  </a:lnTo>
                  <a:lnTo>
                    <a:pt x="41685" y="63501"/>
                  </a:lnTo>
                  <a:lnTo>
                    <a:pt x="57392" y="62716"/>
                  </a:lnTo>
                  <a:lnTo>
                    <a:pt x="71396" y="61861"/>
                  </a:lnTo>
                  <a:lnTo>
                    <a:pt x="71346" y="61323"/>
                  </a:lnTo>
                  <a:lnTo>
                    <a:pt x="69112" y="41983"/>
                  </a:lnTo>
                  <a:lnTo>
                    <a:pt x="68964" y="40697"/>
                  </a:lnTo>
                  <a:lnTo>
                    <a:pt x="68028" y="29366"/>
                  </a:lnTo>
                  <a:lnTo>
                    <a:pt x="67253" y="15986"/>
                  </a:lnTo>
                  <a:lnTo>
                    <a:pt x="67357" y="15261"/>
                  </a:lnTo>
                  <a:lnTo>
                    <a:pt x="67486" y="14354"/>
                  </a:lnTo>
                  <a:lnTo>
                    <a:pt x="69534" y="0"/>
                  </a:lnTo>
                  <a:lnTo>
                    <a:pt x="70808" y="175"/>
                  </a:lnTo>
                  <a:lnTo>
                    <a:pt x="73043" y="482"/>
                  </a:lnTo>
                  <a:lnTo>
                    <a:pt x="81623" y="1661"/>
                  </a:lnTo>
                  <a:lnTo>
                    <a:pt x="82658" y="1792"/>
                  </a:lnTo>
                  <a:lnTo>
                    <a:pt x="84085" y="1974"/>
                  </a:lnTo>
                  <a:lnTo>
                    <a:pt x="86183" y="2241"/>
                  </a:lnTo>
                  <a:lnTo>
                    <a:pt x="90903" y="2841"/>
                  </a:lnTo>
                  <a:lnTo>
                    <a:pt x="96051" y="3496"/>
                  </a:lnTo>
                  <a:lnTo>
                    <a:pt x="96058" y="4010"/>
                  </a:lnTo>
                  <a:lnTo>
                    <a:pt x="96151" y="11035"/>
                  </a:lnTo>
                  <a:lnTo>
                    <a:pt x="96499" y="16167"/>
                  </a:lnTo>
                  <a:lnTo>
                    <a:pt x="96595" y="17102"/>
                  </a:lnTo>
                  <a:lnTo>
                    <a:pt x="102382" y="17831"/>
                  </a:lnTo>
                  <a:lnTo>
                    <a:pt x="102625" y="17862"/>
                  </a:lnTo>
                  <a:lnTo>
                    <a:pt x="107867" y="18522"/>
                  </a:lnTo>
                  <a:lnTo>
                    <a:pt x="118144" y="19817"/>
                  </a:lnTo>
                  <a:lnTo>
                    <a:pt x="122689" y="20390"/>
                  </a:lnTo>
                  <a:lnTo>
                    <a:pt x="124361" y="20600"/>
                  </a:lnTo>
                  <a:lnTo>
                    <a:pt x="124737" y="20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1981881" y="5125472"/>
              <a:ext cx="237909" cy="131482"/>
            </a:xfrm>
            <a:custGeom>
              <a:avLst/>
              <a:pathLst>
                <a:path w="237909" h="131482">
                  <a:moveTo>
                    <a:pt x="128956" y="7263"/>
                  </a:moveTo>
                  <a:lnTo>
                    <a:pt x="155254" y="10415"/>
                  </a:lnTo>
                  <a:lnTo>
                    <a:pt x="155995" y="10504"/>
                  </a:lnTo>
                  <a:lnTo>
                    <a:pt x="157582" y="10702"/>
                  </a:lnTo>
                  <a:lnTo>
                    <a:pt x="165977" y="11753"/>
                  </a:lnTo>
                  <a:lnTo>
                    <a:pt x="168762" y="12180"/>
                  </a:lnTo>
                  <a:lnTo>
                    <a:pt x="169475" y="12289"/>
                  </a:lnTo>
                  <a:lnTo>
                    <a:pt x="171261" y="12563"/>
                  </a:lnTo>
                  <a:lnTo>
                    <a:pt x="172392" y="12737"/>
                  </a:lnTo>
                  <a:lnTo>
                    <a:pt x="181319" y="13775"/>
                  </a:lnTo>
                  <a:lnTo>
                    <a:pt x="195242" y="15394"/>
                  </a:lnTo>
                  <a:lnTo>
                    <a:pt x="196210" y="15506"/>
                  </a:lnTo>
                  <a:lnTo>
                    <a:pt x="197494" y="15656"/>
                  </a:lnTo>
                  <a:lnTo>
                    <a:pt x="207071" y="16769"/>
                  </a:lnTo>
                  <a:lnTo>
                    <a:pt x="221140" y="18406"/>
                  </a:lnTo>
                  <a:lnTo>
                    <a:pt x="234757" y="19989"/>
                  </a:lnTo>
                  <a:lnTo>
                    <a:pt x="236045" y="20139"/>
                  </a:lnTo>
                  <a:lnTo>
                    <a:pt x="233999" y="34493"/>
                  </a:lnTo>
                  <a:lnTo>
                    <a:pt x="233870" y="35401"/>
                  </a:lnTo>
                  <a:lnTo>
                    <a:pt x="233767" y="36126"/>
                  </a:lnTo>
                  <a:lnTo>
                    <a:pt x="234541" y="49506"/>
                  </a:lnTo>
                  <a:lnTo>
                    <a:pt x="235477" y="60837"/>
                  </a:lnTo>
                  <a:lnTo>
                    <a:pt x="235626" y="62123"/>
                  </a:lnTo>
                  <a:lnTo>
                    <a:pt x="237860" y="81463"/>
                  </a:lnTo>
                  <a:lnTo>
                    <a:pt x="237909" y="82001"/>
                  </a:lnTo>
                  <a:lnTo>
                    <a:pt x="223855" y="82858"/>
                  </a:lnTo>
                  <a:lnTo>
                    <a:pt x="208199" y="83641"/>
                  </a:lnTo>
                  <a:lnTo>
                    <a:pt x="208054" y="83648"/>
                  </a:lnTo>
                  <a:lnTo>
                    <a:pt x="197155" y="84114"/>
                  </a:lnTo>
                  <a:lnTo>
                    <a:pt x="196561" y="84140"/>
                  </a:lnTo>
                  <a:lnTo>
                    <a:pt x="188486" y="84598"/>
                  </a:lnTo>
                  <a:lnTo>
                    <a:pt x="185738" y="86068"/>
                  </a:lnTo>
                  <a:lnTo>
                    <a:pt x="184550" y="87703"/>
                  </a:lnTo>
                  <a:lnTo>
                    <a:pt x="181944" y="92515"/>
                  </a:lnTo>
                  <a:lnTo>
                    <a:pt x="181589" y="93321"/>
                  </a:lnTo>
                  <a:lnTo>
                    <a:pt x="173817" y="110939"/>
                  </a:lnTo>
                  <a:lnTo>
                    <a:pt x="168169" y="123742"/>
                  </a:lnTo>
                  <a:lnTo>
                    <a:pt x="166649" y="130846"/>
                  </a:lnTo>
                  <a:lnTo>
                    <a:pt x="166513" y="131482"/>
                  </a:lnTo>
                  <a:lnTo>
                    <a:pt x="158295" y="130473"/>
                  </a:lnTo>
                  <a:lnTo>
                    <a:pt x="155245" y="130099"/>
                  </a:lnTo>
                  <a:lnTo>
                    <a:pt x="144207" y="128744"/>
                  </a:lnTo>
                  <a:lnTo>
                    <a:pt x="134401" y="127540"/>
                  </a:lnTo>
                  <a:lnTo>
                    <a:pt x="123828" y="126240"/>
                  </a:lnTo>
                  <a:lnTo>
                    <a:pt x="112800" y="124744"/>
                  </a:lnTo>
                  <a:lnTo>
                    <a:pt x="112643" y="124721"/>
                  </a:lnTo>
                  <a:lnTo>
                    <a:pt x="100139" y="122914"/>
                  </a:lnTo>
                  <a:lnTo>
                    <a:pt x="99568" y="122831"/>
                  </a:lnTo>
                  <a:lnTo>
                    <a:pt x="99429" y="122811"/>
                  </a:lnTo>
                  <a:lnTo>
                    <a:pt x="100168" y="116399"/>
                  </a:lnTo>
                  <a:lnTo>
                    <a:pt x="102975" y="92036"/>
                  </a:lnTo>
                  <a:lnTo>
                    <a:pt x="103015" y="91689"/>
                  </a:lnTo>
                  <a:lnTo>
                    <a:pt x="102508" y="91665"/>
                  </a:lnTo>
                  <a:lnTo>
                    <a:pt x="98434" y="91475"/>
                  </a:lnTo>
                  <a:lnTo>
                    <a:pt x="94125" y="91503"/>
                  </a:lnTo>
                  <a:lnTo>
                    <a:pt x="91519" y="91521"/>
                  </a:lnTo>
                  <a:lnTo>
                    <a:pt x="91078" y="91600"/>
                  </a:lnTo>
                  <a:lnTo>
                    <a:pt x="90868" y="91638"/>
                  </a:lnTo>
                  <a:lnTo>
                    <a:pt x="90225" y="91753"/>
                  </a:lnTo>
                  <a:lnTo>
                    <a:pt x="88007" y="91103"/>
                  </a:lnTo>
                  <a:lnTo>
                    <a:pt x="86763" y="90661"/>
                  </a:lnTo>
                  <a:lnTo>
                    <a:pt x="85424" y="90014"/>
                  </a:lnTo>
                  <a:lnTo>
                    <a:pt x="85680" y="92280"/>
                  </a:lnTo>
                  <a:lnTo>
                    <a:pt x="85207" y="92267"/>
                  </a:lnTo>
                  <a:lnTo>
                    <a:pt x="78961" y="92089"/>
                  </a:lnTo>
                  <a:lnTo>
                    <a:pt x="78631" y="92079"/>
                  </a:lnTo>
                  <a:lnTo>
                    <a:pt x="78584" y="91358"/>
                  </a:lnTo>
                  <a:lnTo>
                    <a:pt x="78469" y="89562"/>
                  </a:lnTo>
                  <a:lnTo>
                    <a:pt x="78296" y="89598"/>
                  </a:lnTo>
                  <a:lnTo>
                    <a:pt x="73394" y="90616"/>
                  </a:lnTo>
                  <a:lnTo>
                    <a:pt x="72878" y="90724"/>
                  </a:lnTo>
                  <a:lnTo>
                    <a:pt x="67726" y="89233"/>
                  </a:lnTo>
                  <a:lnTo>
                    <a:pt x="67315" y="89204"/>
                  </a:lnTo>
                  <a:lnTo>
                    <a:pt x="64822" y="89027"/>
                  </a:lnTo>
                  <a:lnTo>
                    <a:pt x="64153" y="88979"/>
                  </a:lnTo>
                  <a:lnTo>
                    <a:pt x="48551" y="84866"/>
                  </a:lnTo>
                  <a:lnTo>
                    <a:pt x="40309" y="84980"/>
                  </a:lnTo>
                  <a:lnTo>
                    <a:pt x="22126" y="76753"/>
                  </a:lnTo>
                  <a:lnTo>
                    <a:pt x="4546" y="69388"/>
                  </a:lnTo>
                  <a:lnTo>
                    <a:pt x="2510" y="68788"/>
                  </a:lnTo>
                  <a:lnTo>
                    <a:pt x="0" y="68101"/>
                  </a:lnTo>
                  <a:lnTo>
                    <a:pt x="3295" y="59626"/>
                  </a:lnTo>
                  <a:lnTo>
                    <a:pt x="8324" y="51951"/>
                  </a:lnTo>
                  <a:lnTo>
                    <a:pt x="10538" y="46076"/>
                  </a:lnTo>
                  <a:lnTo>
                    <a:pt x="27356" y="52565"/>
                  </a:lnTo>
                  <a:lnTo>
                    <a:pt x="29806" y="47954"/>
                  </a:lnTo>
                  <a:lnTo>
                    <a:pt x="19961" y="32814"/>
                  </a:lnTo>
                  <a:lnTo>
                    <a:pt x="24806" y="20348"/>
                  </a:lnTo>
                  <a:lnTo>
                    <a:pt x="36556" y="17616"/>
                  </a:lnTo>
                  <a:lnTo>
                    <a:pt x="43318" y="8920"/>
                  </a:lnTo>
                  <a:lnTo>
                    <a:pt x="44023" y="8014"/>
                  </a:lnTo>
                  <a:lnTo>
                    <a:pt x="44187" y="7803"/>
                  </a:lnTo>
                  <a:lnTo>
                    <a:pt x="46949" y="4828"/>
                  </a:lnTo>
                  <a:lnTo>
                    <a:pt x="49661" y="4987"/>
                  </a:lnTo>
                  <a:lnTo>
                    <a:pt x="49823" y="6552"/>
                  </a:lnTo>
                  <a:lnTo>
                    <a:pt x="49964" y="7920"/>
                  </a:lnTo>
                  <a:lnTo>
                    <a:pt x="50089" y="9741"/>
                  </a:lnTo>
                  <a:lnTo>
                    <a:pt x="51386" y="8387"/>
                  </a:lnTo>
                  <a:lnTo>
                    <a:pt x="53631" y="7376"/>
                  </a:lnTo>
                  <a:lnTo>
                    <a:pt x="53979" y="7030"/>
                  </a:lnTo>
                  <a:lnTo>
                    <a:pt x="55021" y="5993"/>
                  </a:lnTo>
                  <a:lnTo>
                    <a:pt x="60072" y="6916"/>
                  </a:lnTo>
                  <a:lnTo>
                    <a:pt x="68369" y="9746"/>
                  </a:lnTo>
                  <a:lnTo>
                    <a:pt x="68443" y="9489"/>
                  </a:lnTo>
                  <a:lnTo>
                    <a:pt x="70601" y="1936"/>
                  </a:lnTo>
                  <a:lnTo>
                    <a:pt x="71154" y="0"/>
                  </a:lnTo>
                  <a:lnTo>
                    <a:pt x="71875" y="91"/>
                  </a:lnTo>
                  <a:lnTo>
                    <a:pt x="89479" y="2323"/>
                  </a:lnTo>
                  <a:lnTo>
                    <a:pt x="89711" y="2352"/>
                  </a:lnTo>
                  <a:lnTo>
                    <a:pt x="100895" y="3731"/>
                  </a:lnTo>
                  <a:lnTo>
                    <a:pt x="111087" y="4987"/>
                  </a:lnTo>
                  <a:lnTo>
                    <a:pt x="113858" y="5329"/>
                  </a:lnTo>
                  <a:lnTo>
                    <a:pt x="116987" y="5730"/>
                  </a:lnTo>
                  <a:lnTo>
                    <a:pt x="128087" y="71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03248" y="5008770"/>
              <a:ext cx="215265" cy="171923"/>
            </a:xfrm>
            <a:custGeom>
              <a:avLst/>
              <a:pathLst>
                <a:path w="215265" h="171923">
                  <a:moveTo>
                    <a:pt x="84055" y="41136"/>
                  </a:moveTo>
                  <a:lnTo>
                    <a:pt x="84438" y="46924"/>
                  </a:lnTo>
                  <a:lnTo>
                    <a:pt x="84865" y="45995"/>
                  </a:lnTo>
                  <a:lnTo>
                    <a:pt x="86326" y="44301"/>
                  </a:lnTo>
                  <a:lnTo>
                    <a:pt x="88625" y="42935"/>
                  </a:lnTo>
                  <a:lnTo>
                    <a:pt x="90799" y="42371"/>
                  </a:lnTo>
                  <a:lnTo>
                    <a:pt x="93347" y="42189"/>
                  </a:lnTo>
                  <a:lnTo>
                    <a:pt x="94834" y="42381"/>
                  </a:lnTo>
                  <a:lnTo>
                    <a:pt x="106159" y="44101"/>
                  </a:lnTo>
                  <a:lnTo>
                    <a:pt x="106365" y="44133"/>
                  </a:lnTo>
                  <a:lnTo>
                    <a:pt x="113597" y="45231"/>
                  </a:lnTo>
                  <a:lnTo>
                    <a:pt x="120658" y="45269"/>
                  </a:lnTo>
                  <a:lnTo>
                    <a:pt x="125253" y="44380"/>
                  </a:lnTo>
                  <a:lnTo>
                    <a:pt x="126590" y="43797"/>
                  </a:lnTo>
                  <a:lnTo>
                    <a:pt x="129039" y="42729"/>
                  </a:lnTo>
                  <a:lnTo>
                    <a:pt x="133439" y="40396"/>
                  </a:lnTo>
                  <a:lnTo>
                    <a:pt x="139954" y="36354"/>
                  </a:lnTo>
                  <a:lnTo>
                    <a:pt x="140260" y="36148"/>
                  </a:lnTo>
                  <a:lnTo>
                    <a:pt x="143717" y="33821"/>
                  </a:lnTo>
                  <a:lnTo>
                    <a:pt x="143891" y="34094"/>
                  </a:lnTo>
                  <a:lnTo>
                    <a:pt x="151334" y="29241"/>
                  </a:lnTo>
                  <a:lnTo>
                    <a:pt x="152284" y="28622"/>
                  </a:lnTo>
                  <a:lnTo>
                    <a:pt x="156061" y="26160"/>
                  </a:lnTo>
                  <a:lnTo>
                    <a:pt x="156811" y="27343"/>
                  </a:lnTo>
                  <a:lnTo>
                    <a:pt x="162842" y="36870"/>
                  </a:lnTo>
                  <a:lnTo>
                    <a:pt x="172128" y="51540"/>
                  </a:lnTo>
                  <a:lnTo>
                    <a:pt x="178150" y="61051"/>
                  </a:lnTo>
                  <a:lnTo>
                    <a:pt x="183275" y="69147"/>
                  </a:lnTo>
                  <a:lnTo>
                    <a:pt x="184229" y="70655"/>
                  </a:lnTo>
                  <a:lnTo>
                    <a:pt x="184855" y="71644"/>
                  </a:lnTo>
                  <a:lnTo>
                    <a:pt x="185121" y="72064"/>
                  </a:lnTo>
                  <a:lnTo>
                    <a:pt x="197478" y="91585"/>
                  </a:lnTo>
                  <a:lnTo>
                    <a:pt x="198241" y="92885"/>
                  </a:lnTo>
                  <a:lnTo>
                    <a:pt x="198671" y="93618"/>
                  </a:lnTo>
                  <a:lnTo>
                    <a:pt x="204446" y="103455"/>
                  </a:lnTo>
                  <a:lnTo>
                    <a:pt x="205831" y="105815"/>
                  </a:lnTo>
                  <a:lnTo>
                    <a:pt x="210175" y="117313"/>
                  </a:lnTo>
                  <a:lnTo>
                    <a:pt x="210476" y="118770"/>
                  </a:lnTo>
                  <a:lnTo>
                    <a:pt x="211200" y="122274"/>
                  </a:lnTo>
                  <a:lnTo>
                    <a:pt x="212291" y="127559"/>
                  </a:lnTo>
                  <a:lnTo>
                    <a:pt x="212540" y="131195"/>
                  </a:lnTo>
                  <a:lnTo>
                    <a:pt x="213347" y="142951"/>
                  </a:lnTo>
                  <a:lnTo>
                    <a:pt x="213420" y="144039"/>
                  </a:lnTo>
                  <a:lnTo>
                    <a:pt x="214101" y="154080"/>
                  </a:lnTo>
                  <a:lnTo>
                    <a:pt x="214428" y="158901"/>
                  </a:lnTo>
                  <a:lnTo>
                    <a:pt x="214502" y="160000"/>
                  </a:lnTo>
                  <a:lnTo>
                    <a:pt x="214806" y="164487"/>
                  </a:lnTo>
                  <a:lnTo>
                    <a:pt x="215190" y="170147"/>
                  </a:lnTo>
                  <a:lnTo>
                    <a:pt x="215265" y="171287"/>
                  </a:lnTo>
                  <a:lnTo>
                    <a:pt x="211325" y="171446"/>
                  </a:lnTo>
                  <a:lnTo>
                    <a:pt x="210509" y="171479"/>
                  </a:lnTo>
                  <a:lnTo>
                    <a:pt x="204251" y="171732"/>
                  </a:lnTo>
                  <a:lnTo>
                    <a:pt x="203920" y="171745"/>
                  </a:lnTo>
                  <a:lnTo>
                    <a:pt x="198585" y="171901"/>
                  </a:lnTo>
                  <a:lnTo>
                    <a:pt x="197820" y="171923"/>
                  </a:lnTo>
                  <a:lnTo>
                    <a:pt x="197780" y="171520"/>
                  </a:lnTo>
                  <a:lnTo>
                    <a:pt x="197494" y="166576"/>
                  </a:lnTo>
                  <a:lnTo>
                    <a:pt x="197217" y="161789"/>
                  </a:lnTo>
                  <a:lnTo>
                    <a:pt x="197168" y="160947"/>
                  </a:lnTo>
                  <a:lnTo>
                    <a:pt x="197157" y="160751"/>
                  </a:lnTo>
                  <a:lnTo>
                    <a:pt x="197036" y="158971"/>
                  </a:lnTo>
                  <a:lnTo>
                    <a:pt x="191843" y="159027"/>
                  </a:lnTo>
                  <a:lnTo>
                    <a:pt x="185712" y="159093"/>
                  </a:lnTo>
                  <a:lnTo>
                    <a:pt x="172682" y="157765"/>
                  </a:lnTo>
                  <a:lnTo>
                    <a:pt x="169883" y="157480"/>
                  </a:lnTo>
                  <a:lnTo>
                    <a:pt x="169507" y="157442"/>
                  </a:lnTo>
                  <a:lnTo>
                    <a:pt x="167835" y="157231"/>
                  </a:lnTo>
                  <a:lnTo>
                    <a:pt x="163291" y="156659"/>
                  </a:lnTo>
                  <a:lnTo>
                    <a:pt x="153013" y="155364"/>
                  </a:lnTo>
                  <a:lnTo>
                    <a:pt x="147772" y="154703"/>
                  </a:lnTo>
                  <a:lnTo>
                    <a:pt x="147528" y="154672"/>
                  </a:lnTo>
                  <a:lnTo>
                    <a:pt x="141741" y="153943"/>
                  </a:lnTo>
                  <a:lnTo>
                    <a:pt x="141645" y="153009"/>
                  </a:lnTo>
                  <a:lnTo>
                    <a:pt x="141297" y="147877"/>
                  </a:lnTo>
                  <a:lnTo>
                    <a:pt x="141204" y="140851"/>
                  </a:lnTo>
                  <a:lnTo>
                    <a:pt x="141197" y="140338"/>
                  </a:lnTo>
                  <a:lnTo>
                    <a:pt x="136049" y="139683"/>
                  </a:lnTo>
                  <a:lnTo>
                    <a:pt x="131329" y="139082"/>
                  </a:lnTo>
                  <a:lnTo>
                    <a:pt x="129214" y="138813"/>
                  </a:lnTo>
                  <a:lnTo>
                    <a:pt x="127805" y="138634"/>
                  </a:lnTo>
                  <a:lnTo>
                    <a:pt x="126769" y="138502"/>
                  </a:lnTo>
                  <a:lnTo>
                    <a:pt x="118189" y="137323"/>
                  </a:lnTo>
                  <a:lnTo>
                    <a:pt x="115954" y="137016"/>
                  </a:lnTo>
                  <a:lnTo>
                    <a:pt x="114677" y="136841"/>
                  </a:lnTo>
                  <a:lnTo>
                    <a:pt x="113390" y="136691"/>
                  </a:lnTo>
                  <a:lnTo>
                    <a:pt x="99772" y="135107"/>
                  </a:lnTo>
                  <a:lnTo>
                    <a:pt x="85704" y="133471"/>
                  </a:lnTo>
                  <a:lnTo>
                    <a:pt x="76127" y="132358"/>
                  </a:lnTo>
                  <a:lnTo>
                    <a:pt x="74812" y="132205"/>
                  </a:lnTo>
                  <a:lnTo>
                    <a:pt x="73875" y="132096"/>
                  </a:lnTo>
                  <a:lnTo>
                    <a:pt x="59952" y="130477"/>
                  </a:lnTo>
                  <a:lnTo>
                    <a:pt x="51024" y="129438"/>
                  </a:lnTo>
                  <a:lnTo>
                    <a:pt x="51110" y="128819"/>
                  </a:lnTo>
                  <a:lnTo>
                    <a:pt x="52807" y="116568"/>
                  </a:lnTo>
                  <a:lnTo>
                    <a:pt x="53051" y="115992"/>
                  </a:lnTo>
                  <a:lnTo>
                    <a:pt x="57546" y="105431"/>
                  </a:lnTo>
                  <a:lnTo>
                    <a:pt x="59260" y="101404"/>
                  </a:lnTo>
                  <a:lnTo>
                    <a:pt x="60859" y="97646"/>
                  </a:lnTo>
                  <a:lnTo>
                    <a:pt x="61102" y="97075"/>
                  </a:lnTo>
                  <a:lnTo>
                    <a:pt x="61217" y="96804"/>
                  </a:lnTo>
                  <a:lnTo>
                    <a:pt x="63797" y="91391"/>
                  </a:lnTo>
                  <a:lnTo>
                    <a:pt x="65460" y="87902"/>
                  </a:lnTo>
                  <a:lnTo>
                    <a:pt x="66165" y="86423"/>
                  </a:lnTo>
                  <a:lnTo>
                    <a:pt x="66708" y="85283"/>
                  </a:lnTo>
                  <a:lnTo>
                    <a:pt x="70154" y="78055"/>
                  </a:lnTo>
                  <a:lnTo>
                    <a:pt x="59832" y="73406"/>
                  </a:lnTo>
                  <a:lnTo>
                    <a:pt x="56094" y="71312"/>
                  </a:lnTo>
                  <a:lnTo>
                    <a:pt x="51862" y="69992"/>
                  </a:lnTo>
                  <a:lnTo>
                    <a:pt x="36766" y="68451"/>
                  </a:lnTo>
                  <a:lnTo>
                    <a:pt x="36615" y="68436"/>
                  </a:lnTo>
                  <a:lnTo>
                    <a:pt x="35506" y="68321"/>
                  </a:lnTo>
                  <a:lnTo>
                    <a:pt x="14645" y="65755"/>
                  </a:lnTo>
                  <a:lnTo>
                    <a:pt x="1176" y="64098"/>
                  </a:lnTo>
                  <a:lnTo>
                    <a:pt x="0" y="63953"/>
                  </a:lnTo>
                  <a:lnTo>
                    <a:pt x="96" y="63142"/>
                  </a:lnTo>
                  <a:lnTo>
                    <a:pt x="1340" y="53147"/>
                  </a:lnTo>
                  <a:lnTo>
                    <a:pt x="1808" y="49389"/>
                  </a:lnTo>
                  <a:lnTo>
                    <a:pt x="1904" y="48618"/>
                  </a:lnTo>
                  <a:lnTo>
                    <a:pt x="2066" y="47310"/>
                  </a:lnTo>
                  <a:lnTo>
                    <a:pt x="2340" y="45107"/>
                  </a:lnTo>
                  <a:lnTo>
                    <a:pt x="4592" y="40495"/>
                  </a:lnTo>
                  <a:lnTo>
                    <a:pt x="7237" y="35078"/>
                  </a:lnTo>
                  <a:lnTo>
                    <a:pt x="8023" y="34118"/>
                  </a:lnTo>
                  <a:lnTo>
                    <a:pt x="11740" y="29114"/>
                  </a:lnTo>
                  <a:lnTo>
                    <a:pt x="14378" y="25944"/>
                  </a:lnTo>
                  <a:lnTo>
                    <a:pt x="17953" y="23483"/>
                  </a:lnTo>
                  <a:lnTo>
                    <a:pt x="25114" y="19029"/>
                  </a:lnTo>
                  <a:lnTo>
                    <a:pt x="25666" y="18776"/>
                  </a:lnTo>
                  <a:lnTo>
                    <a:pt x="56212" y="4833"/>
                  </a:lnTo>
                  <a:lnTo>
                    <a:pt x="66802" y="0"/>
                  </a:lnTo>
                  <a:lnTo>
                    <a:pt x="71734" y="10847"/>
                  </a:lnTo>
                  <a:lnTo>
                    <a:pt x="81941" y="33291"/>
                  </a:lnTo>
                  <a:lnTo>
                    <a:pt x="82942" y="3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1841652" y="4937984"/>
              <a:ext cx="171831" cy="128864"/>
            </a:xfrm>
            <a:custGeom>
              <a:avLst/>
              <a:pathLst>
                <a:path w="171831" h="128864">
                  <a:moveTo>
                    <a:pt x="171597" y="18320"/>
                  </a:moveTo>
                  <a:lnTo>
                    <a:pt x="162403" y="31898"/>
                  </a:lnTo>
                  <a:lnTo>
                    <a:pt x="162130" y="32502"/>
                  </a:lnTo>
                  <a:lnTo>
                    <a:pt x="161665" y="33532"/>
                  </a:lnTo>
                  <a:lnTo>
                    <a:pt x="160201" y="36775"/>
                  </a:lnTo>
                  <a:lnTo>
                    <a:pt x="159236" y="41565"/>
                  </a:lnTo>
                  <a:lnTo>
                    <a:pt x="157565" y="43728"/>
                  </a:lnTo>
                  <a:lnTo>
                    <a:pt x="154598" y="46843"/>
                  </a:lnTo>
                  <a:lnTo>
                    <a:pt x="151845" y="49958"/>
                  </a:lnTo>
                  <a:lnTo>
                    <a:pt x="149144" y="54367"/>
                  </a:lnTo>
                  <a:lnTo>
                    <a:pt x="146766" y="59575"/>
                  </a:lnTo>
                  <a:lnTo>
                    <a:pt x="144229" y="63671"/>
                  </a:lnTo>
                  <a:lnTo>
                    <a:pt x="143728" y="63998"/>
                  </a:lnTo>
                  <a:lnTo>
                    <a:pt x="143331" y="64258"/>
                  </a:lnTo>
                  <a:lnTo>
                    <a:pt x="140832" y="65891"/>
                  </a:lnTo>
                  <a:lnTo>
                    <a:pt x="134149" y="69818"/>
                  </a:lnTo>
                  <a:lnTo>
                    <a:pt x="131833" y="72234"/>
                  </a:lnTo>
                  <a:lnTo>
                    <a:pt x="131544" y="72535"/>
                  </a:lnTo>
                  <a:lnTo>
                    <a:pt x="131365" y="72721"/>
                  </a:lnTo>
                  <a:lnTo>
                    <a:pt x="128905" y="76255"/>
                  </a:lnTo>
                  <a:lnTo>
                    <a:pt x="128237" y="77592"/>
                  </a:lnTo>
                  <a:lnTo>
                    <a:pt x="126911" y="80249"/>
                  </a:lnTo>
                  <a:lnTo>
                    <a:pt x="126416" y="81240"/>
                  </a:lnTo>
                  <a:lnTo>
                    <a:pt x="126272" y="81491"/>
                  </a:lnTo>
                  <a:lnTo>
                    <a:pt x="124099" y="85270"/>
                  </a:lnTo>
                  <a:lnTo>
                    <a:pt x="122813" y="90969"/>
                  </a:lnTo>
                  <a:lnTo>
                    <a:pt x="122815" y="91111"/>
                  </a:lnTo>
                  <a:lnTo>
                    <a:pt x="121399" y="91797"/>
                  </a:lnTo>
                  <a:lnTo>
                    <a:pt x="119193" y="92871"/>
                  </a:lnTo>
                  <a:lnTo>
                    <a:pt x="118239" y="93645"/>
                  </a:lnTo>
                  <a:lnTo>
                    <a:pt x="117749" y="94260"/>
                  </a:lnTo>
                  <a:lnTo>
                    <a:pt x="117482" y="94975"/>
                  </a:lnTo>
                  <a:lnTo>
                    <a:pt x="117910" y="96587"/>
                  </a:lnTo>
                  <a:lnTo>
                    <a:pt x="119582" y="101422"/>
                  </a:lnTo>
                  <a:lnTo>
                    <a:pt x="120614" y="103589"/>
                  </a:lnTo>
                  <a:lnTo>
                    <a:pt x="113198" y="109114"/>
                  </a:lnTo>
                  <a:lnTo>
                    <a:pt x="106569" y="113686"/>
                  </a:lnTo>
                  <a:lnTo>
                    <a:pt x="100242" y="117920"/>
                  </a:lnTo>
                  <a:lnTo>
                    <a:pt x="98371" y="115551"/>
                  </a:lnTo>
                  <a:lnTo>
                    <a:pt x="96975" y="116414"/>
                  </a:lnTo>
                  <a:lnTo>
                    <a:pt x="92357" y="119775"/>
                  </a:lnTo>
                  <a:lnTo>
                    <a:pt x="90926" y="121345"/>
                  </a:lnTo>
                  <a:lnTo>
                    <a:pt x="86861" y="116607"/>
                  </a:lnTo>
                  <a:lnTo>
                    <a:pt x="81103" y="116755"/>
                  </a:lnTo>
                  <a:lnTo>
                    <a:pt x="79388" y="116755"/>
                  </a:lnTo>
                  <a:lnTo>
                    <a:pt x="77806" y="116846"/>
                  </a:lnTo>
                  <a:lnTo>
                    <a:pt x="76737" y="116916"/>
                  </a:lnTo>
                  <a:lnTo>
                    <a:pt x="75320" y="117008"/>
                  </a:lnTo>
                  <a:lnTo>
                    <a:pt x="73075" y="117138"/>
                  </a:lnTo>
                  <a:lnTo>
                    <a:pt x="69820" y="117495"/>
                  </a:lnTo>
                  <a:lnTo>
                    <a:pt x="69397" y="117541"/>
                  </a:lnTo>
                  <a:lnTo>
                    <a:pt x="67678" y="117375"/>
                  </a:lnTo>
                  <a:lnTo>
                    <a:pt x="67738" y="113657"/>
                  </a:lnTo>
                  <a:lnTo>
                    <a:pt x="67796" y="113275"/>
                  </a:lnTo>
                  <a:lnTo>
                    <a:pt x="60579" y="112455"/>
                  </a:lnTo>
                  <a:lnTo>
                    <a:pt x="57745" y="108985"/>
                  </a:lnTo>
                  <a:lnTo>
                    <a:pt x="56272" y="110219"/>
                  </a:lnTo>
                  <a:lnTo>
                    <a:pt x="55365" y="113222"/>
                  </a:lnTo>
                  <a:lnTo>
                    <a:pt x="54081" y="117763"/>
                  </a:lnTo>
                  <a:lnTo>
                    <a:pt x="51605" y="117164"/>
                  </a:lnTo>
                  <a:lnTo>
                    <a:pt x="37266" y="125631"/>
                  </a:lnTo>
                  <a:lnTo>
                    <a:pt x="18065" y="128864"/>
                  </a:lnTo>
                  <a:lnTo>
                    <a:pt x="16420" y="127216"/>
                  </a:lnTo>
                  <a:lnTo>
                    <a:pt x="15971" y="119347"/>
                  </a:lnTo>
                  <a:lnTo>
                    <a:pt x="20597" y="115913"/>
                  </a:lnTo>
                  <a:lnTo>
                    <a:pt x="35087" y="108332"/>
                  </a:lnTo>
                  <a:lnTo>
                    <a:pt x="25745" y="96670"/>
                  </a:lnTo>
                  <a:lnTo>
                    <a:pt x="23892" y="91533"/>
                  </a:lnTo>
                  <a:lnTo>
                    <a:pt x="30272" y="89785"/>
                  </a:lnTo>
                  <a:lnTo>
                    <a:pt x="36295" y="89420"/>
                  </a:lnTo>
                  <a:lnTo>
                    <a:pt x="39702" y="90281"/>
                  </a:lnTo>
                  <a:lnTo>
                    <a:pt x="44685" y="82678"/>
                  </a:lnTo>
                  <a:lnTo>
                    <a:pt x="46966" y="83261"/>
                  </a:lnTo>
                  <a:lnTo>
                    <a:pt x="48641" y="77870"/>
                  </a:lnTo>
                  <a:lnTo>
                    <a:pt x="43687" y="76558"/>
                  </a:lnTo>
                  <a:lnTo>
                    <a:pt x="46955" y="68421"/>
                  </a:lnTo>
                  <a:lnTo>
                    <a:pt x="47013" y="64460"/>
                  </a:lnTo>
                  <a:lnTo>
                    <a:pt x="18973" y="63776"/>
                  </a:lnTo>
                  <a:lnTo>
                    <a:pt x="19561" y="73776"/>
                  </a:lnTo>
                  <a:lnTo>
                    <a:pt x="10527" y="77246"/>
                  </a:lnTo>
                  <a:lnTo>
                    <a:pt x="75" y="77300"/>
                  </a:lnTo>
                  <a:lnTo>
                    <a:pt x="0" y="72283"/>
                  </a:lnTo>
                  <a:lnTo>
                    <a:pt x="2731" y="64978"/>
                  </a:lnTo>
                  <a:lnTo>
                    <a:pt x="3653" y="59814"/>
                  </a:lnTo>
                  <a:lnTo>
                    <a:pt x="5385" y="55299"/>
                  </a:lnTo>
                  <a:lnTo>
                    <a:pt x="7712" y="54087"/>
                  </a:lnTo>
                  <a:lnTo>
                    <a:pt x="13537" y="55719"/>
                  </a:lnTo>
                  <a:lnTo>
                    <a:pt x="15183" y="48946"/>
                  </a:lnTo>
                  <a:lnTo>
                    <a:pt x="15796" y="46669"/>
                  </a:lnTo>
                  <a:lnTo>
                    <a:pt x="17466" y="43596"/>
                  </a:lnTo>
                  <a:lnTo>
                    <a:pt x="17365" y="40606"/>
                  </a:lnTo>
                  <a:lnTo>
                    <a:pt x="17493" y="38874"/>
                  </a:lnTo>
                  <a:lnTo>
                    <a:pt x="36544" y="36281"/>
                  </a:lnTo>
                  <a:lnTo>
                    <a:pt x="44029" y="31363"/>
                  </a:lnTo>
                  <a:lnTo>
                    <a:pt x="41426" y="25674"/>
                  </a:lnTo>
                  <a:lnTo>
                    <a:pt x="55188" y="23098"/>
                  </a:lnTo>
                  <a:lnTo>
                    <a:pt x="56792" y="19068"/>
                  </a:lnTo>
                  <a:lnTo>
                    <a:pt x="54547" y="17766"/>
                  </a:lnTo>
                  <a:lnTo>
                    <a:pt x="60384" y="15303"/>
                  </a:lnTo>
                  <a:lnTo>
                    <a:pt x="67671" y="12759"/>
                  </a:lnTo>
                  <a:lnTo>
                    <a:pt x="69961" y="12094"/>
                  </a:lnTo>
                  <a:lnTo>
                    <a:pt x="61624" y="7229"/>
                  </a:lnTo>
                  <a:lnTo>
                    <a:pt x="61797" y="7072"/>
                  </a:lnTo>
                  <a:lnTo>
                    <a:pt x="69209" y="0"/>
                  </a:lnTo>
                  <a:lnTo>
                    <a:pt x="69407" y="165"/>
                  </a:lnTo>
                  <a:lnTo>
                    <a:pt x="79853" y="8890"/>
                  </a:lnTo>
                  <a:lnTo>
                    <a:pt x="80483" y="9431"/>
                  </a:lnTo>
                  <a:lnTo>
                    <a:pt x="80893" y="10997"/>
                  </a:lnTo>
                  <a:lnTo>
                    <a:pt x="81875" y="14754"/>
                  </a:lnTo>
                  <a:lnTo>
                    <a:pt x="82388" y="16712"/>
                  </a:lnTo>
                  <a:lnTo>
                    <a:pt x="83843" y="22273"/>
                  </a:lnTo>
                  <a:lnTo>
                    <a:pt x="84240" y="23792"/>
                  </a:lnTo>
                  <a:lnTo>
                    <a:pt x="85051" y="26889"/>
                  </a:lnTo>
                  <a:lnTo>
                    <a:pt x="85859" y="29979"/>
                  </a:lnTo>
                  <a:lnTo>
                    <a:pt x="85988" y="30471"/>
                  </a:lnTo>
                  <a:lnTo>
                    <a:pt x="86084" y="30837"/>
                  </a:lnTo>
                  <a:lnTo>
                    <a:pt x="95806" y="28262"/>
                  </a:lnTo>
                  <a:lnTo>
                    <a:pt x="96204" y="28157"/>
                  </a:lnTo>
                  <a:lnTo>
                    <a:pt x="97807" y="27732"/>
                  </a:lnTo>
                  <a:lnTo>
                    <a:pt x="98071" y="27662"/>
                  </a:lnTo>
                  <a:lnTo>
                    <a:pt x="99230" y="27123"/>
                  </a:lnTo>
                  <a:lnTo>
                    <a:pt x="100681" y="26448"/>
                  </a:lnTo>
                  <a:lnTo>
                    <a:pt x="106786" y="20316"/>
                  </a:lnTo>
                  <a:lnTo>
                    <a:pt x="107085" y="20016"/>
                  </a:lnTo>
                  <a:lnTo>
                    <a:pt x="107289" y="20187"/>
                  </a:lnTo>
                  <a:lnTo>
                    <a:pt x="119866" y="30223"/>
                  </a:lnTo>
                  <a:lnTo>
                    <a:pt x="128248" y="36907"/>
                  </a:lnTo>
                  <a:lnTo>
                    <a:pt x="128381" y="36733"/>
                  </a:lnTo>
                  <a:lnTo>
                    <a:pt x="135022" y="28462"/>
                  </a:lnTo>
                  <a:lnTo>
                    <a:pt x="135237" y="28195"/>
                  </a:lnTo>
                  <a:lnTo>
                    <a:pt x="144043" y="17235"/>
                  </a:lnTo>
                  <a:lnTo>
                    <a:pt x="147970" y="12347"/>
                  </a:lnTo>
                  <a:lnTo>
                    <a:pt x="148463" y="11736"/>
                  </a:lnTo>
                  <a:lnTo>
                    <a:pt x="156530" y="1694"/>
                  </a:lnTo>
                  <a:lnTo>
                    <a:pt x="164805" y="8088"/>
                  </a:lnTo>
                  <a:lnTo>
                    <a:pt x="169041" y="11360"/>
                  </a:lnTo>
                  <a:lnTo>
                    <a:pt x="169675" y="11927"/>
                  </a:lnTo>
                  <a:lnTo>
                    <a:pt x="170378" y="12555"/>
                  </a:lnTo>
                  <a:lnTo>
                    <a:pt x="170518" y="12734"/>
                  </a:lnTo>
                  <a:lnTo>
                    <a:pt x="170897" y="13216"/>
                  </a:lnTo>
                  <a:lnTo>
                    <a:pt x="171118" y="13498"/>
                  </a:lnTo>
                  <a:lnTo>
                    <a:pt x="171316" y="13971"/>
                  </a:lnTo>
                  <a:lnTo>
                    <a:pt x="171792" y="15110"/>
                  </a:lnTo>
                  <a:lnTo>
                    <a:pt x="171831" y="15389"/>
                  </a:lnTo>
                  <a:lnTo>
                    <a:pt x="171810" y="16168"/>
                  </a:lnTo>
                  <a:lnTo>
                    <a:pt x="171782" y="17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1964465" y="4931037"/>
              <a:ext cx="208937" cy="207171"/>
            </a:xfrm>
            <a:custGeom>
              <a:avLst/>
              <a:pathLst>
                <a:path w="208937" h="207171">
                  <a:moveTo>
                    <a:pt x="120829" y="20387"/>
                  </a:moveTo>
                  <a:lnTo>
                    <a:pt x="124405" y="31627"/>
                  </a:lnTo>
                  <a:lnTo>
                    <a:pt x="132199" y="56131"/>
                  </a:lnTo>
                  <a:lnTo>
                    <a:pt x="137839" y="73867"/>
                  </a:lnTo>
                  <a:lnTo>
                    <a:pt x="139054" y="77680"/>
                  </a:lnTo>
                  <a:lnTo>
                    <a:pt x="141611" y="76874"/>
                  </a:lnTo>
                  <a:lnTo>
                    <a:pt x="144076" y="82663"/>
                  </a:lnTo>
                  <a:lnTo>
                    <a:pt x="145961" y="85705"/>
                  </a:lnTo>
                  <a:lnTo>
                    <a:pt x="149511" y="88693"/>
                  </a:lnTo>
                  <a:lnTo>
                    <a:pt x="151697" y="90145"/>
                  </a:lnTo>
                  <a:lnTo>
                    <a:pt x="156472" y="91895"/>
                  </a:lnTo>
                  <a:lnTo>
                    <a:pt x="161205" y="92108"/>
                  </a:lnTo>
                  <a:lnTo>
                    <a:pt x="163711" y="91824"/>
                  </a:lnTo>
                  <a:lnTo>
                    <a:pt x="166704" y="90970"/>
                  </a:lnTo>
                  <a:lnTo>
                    <a:pt x="173578" y="87979"/>
                  </a:lnTo>
                  <a:lnTo>
                    <a:pt x="173735" y="87910"/>
                  </a:lnTo>
                  <a:lnTo>
                    <a:pt x="174153" y="87708"/>
                  </a:lnTo>
                  <a:lnTo>
                    <a:pt x="203558" y="73482"/>
                  </a:lnTo>
                  <a:lnTo>
                    <a:pt x="204590" y="75544"/>
                  </a:lnTo>
                  <a:lnTo>
                    <a:pt x="205582" y="77734"/>
                  </a:lnTo>
                  <a:lnTo>
                    <a:pt x="194995" y="82566"/>
                  </a:lnTo>
                  <a:lnTo>
                    <a:pt x="164449" y="96509"/>
                  </a:lnTo>
                  <a:lnTo>
                    <a:pt x="163897" y="96761"/>
                  </a:lnTo>
                  <a:lnTo>
                    <a:pt x="156736" y="101216"/>
                  </a:lnTo>
                  <a:lnTo>
                    <a:pt x="153161" y="103677"/>
                  </a:lnTo>
                  <a:lnTo>
                    <a:pt x="150523" y="106846"/>
                  </a:lnTo>
                  <a:lnTo>
                    <a:pt x="146806" y="111851"/>
                  </a:lnTo>
                  <a:lnTo>
                    <a:pt x="146020" y="112811"/>
                  </a:lnTo>
                  <a:lnTo>
                    <a:pt x="143375" y="118228"/>
                  </a:lnTo>
                  <a:lnTo>
                    <a:pt x="141123" y="122840"/>
                  </a:lnTo>
                  <a:lnTo>
                    <a:pt x="140849" y="125042"/>
                  </a:lnTo>
                  <a:lnTo>
                    <a:pt x="140687" y="126351"/>
                  </a:lnTo>
                  <a:lnTo>
                    <a:pt x="140591" y="127121"/>
                  </a:lnTo>
                  <a:lnTo>
                    <a:pt x="140123" y="130880"/>
                  </a:lnTo>
                  <a:lnTo>
                    <a:pt x="138879" y="140875"/>
                  </a:lnTo>
                  <a:lnTo>
                    <a:pt x="138783" y="141685"/>
                  </a:lnTo>
                  <a:lnTo>
                    <a:pt x="139959" y="141830"/>
                  </a:lnTo>
                  <a:lnTo>
                    <a:pt x="153428" y="143487"/>
                  </a:lnTo>
                  <a:lnTo>
                    <a:pt x="174362" y="146063"/>
                  </a:lnTo>
                  <a:lnTo>
                    <a:pt x="175398" y="146169"/>
                  </a:lnTo>
                  <a:lnTo>
                    <a:pt x="175549" y="146184"/>
                  </a:lnTo>
                  <a:lnTo>
                    <a:pt x="190645" y="147724"/>
                  </a:lnTo>
                  <a:lnTo>
                    <a:pt x="194877" y="149045"/>
                  </a:lnTo>
                  <a:lnTo>
                    <a:pt x="198615" y="151139"/>
                  </a:lnTo>
                  <a:lnTo>
                    <a:pt x="208937" y="155787"/>
                  </a:lnTo>
                  <a:lnTo>
                    <a:pt x="205491" y="163016"/>
                  </a:lnTo>
                  <a:lnTo>
                    <a:pt x="204948" y="164156"/>
                  </a:lnTo>
                  <a:lnTo>
                    <a:pt x="204243" y="165634"/>
                  </a:lnTo>
                  <a:lnTo>
                    <a:pt x="202580" y="169123"/>
                  </a:lnTo>
                  <a:lnTo>
                    <a:pt x="200000" y="174537"/>
                  </a:lnTo>
                  <a:lnTo>
                    <a:pt x="199885" y="174807"/>
                  </a:lnTo>
                  <a:lnTo>
                    <a:pt x="199642" y="175378"/>
                  </a:lnTo>
                  <a:lnTo>
                    <a:pt x="198043" y="179136"/>
                  </a:lnTo>
                  <a:lnTo>
                    <a:pt x="196329" y="183163"/>
                  </a:lnTo>
                  <a:lnTo>
                    <a:pt x="191834" y="193725"/>
                  </a:lnTo>
                  <a:lnTo>
                    <a:pt x="191590" y="194300"/>
                  </a:lnTo>
                  <a:lnTo>
                    <a:pt x="189893" y="206551"/>
                  </a:lnTo>
                  <a:lnTo>
                    <a:pt x="189807" y="207171"/>
                  </a:lnTo>
                  <a:lnTo>
                    <a:pt x="188677" y="206998"/>
                  </a:lnTo>
                  <a:lnTo>
                    <a:pt x="186890" y="206724"/>
                  </a:lnTo>
                  <a:lnTo>
                    <a:pt x="186178" y="206614"/>
                  </a:lnTo>
                  <a:lnTo>
                    <a:pt x="183392" y="206187"/>
                  </a:lnTo>
                  <a:lnTo>
                    <a:pt x="174997" y="205137"/>
                  </a:lnTo>
                  <a:lnTo>
                    <a:pt x="173402" y="204937"/>
                  </a:lnTo>
                  <a:lnTo>
                    <a:pt x="172670" y="204849"/>
                  </a:lnTo>
                  <a:lnTo>
                    <a:pt x="146315" y="201691"/>
                  </a:lnTo>
                  <a:lnTo>
                    <a:pt x="145503" y="201591"/>
                  </a:lnTo>
                  <a:lnTo>
                    <a:pt x="134402" y="200165"/>
                  </a:lnTo>
                  <a:lnTo>
                    <a:pt x="131272" y="199763"/>
                  </a:lnTo>
                  <a:lnTo>
                    <a:pt x="128503" y="199421"/>
                  </a:lnTo>
                  <a:lnTo>
                    <a:pt x="118311" y="198165"/>
                  </a:lnTo>
                  <a:lnTo>
                    <a:pt x="107127" y="196786"/>
                  </a:lnTo>
                  <a:lnTo>
                    <a:pt x="106895" y="196757"/>
                  </a:lnTo>
                  <a:lnTo>
                    <a:pt x="89290" y="194525"/>
                  </a:lnTo>
                  <a:lnTo>
                    <a:pt x="88570" y="194434"/>
                  </a:lnTo>
                  <a:lnTo>
                    <a:pt x="87980" y="192622"/>
                  </a:lnTo>
                  <a:lnTo>
                    <a:pt x="87155" y="191485"/>
                  </a:lnTo>
                  <a:lnTo>
                    <a:pt x="86363" y="190475"/>
                  </a:lnTo>
                  <a:lnTo>
                    <a:pt x="85179" y="189599"/>
                  </a:lnTo>
                  <a:lnTo>
                    <a:pt x="83329" y="188090"/>
                  </a:lnTo>
                  <a:lnTo>
                    <a:pt x="79938" y="186075"/>
                  </a:lnTo>
                  <a:lnTo>
                    <a:pt x="76642" y="184427"/>
                  </a:lnTo>
                  <a:lnTo>
                    <a:pt x="74915" y="183109"/>
                  </a:lnTo>
                  <a:lnTo>
                    <a:pt x="73630" y="181797"/>
                  </a:lnTo>
                  <a:lnTo>
                    <a:pt x="73321" y="181482"/>
                  </a:lnTo>
                  <a:lnTo>
                    <a:pt x="73128" y="181353"/>
                  </a:lnTo>
                  <a:lnTo>
                    <a:pt x="70587" y="178374"/>
                  </a:lnTo>
                  <a:lnTo>
                    <a:pt x="70373" y="178122"/>
                  </a:lnTo>
                  <a:lnTo>
                    <a:pt x="69797" y="177446"/>
                  </a:lnTo>
                  <a:lnTo>
                    <a:pt x="69612" y="177131"/>
                  </a:lnTo>
                  <a:lnTo>
                    <a:pt x="67918" y="174247"/>
                  </a:lnTo>
                  <a:lnTo>
                    <a:pt x="67557" y="173633"/>
                  </a:lnTo>
                  <a:lnTo>
                    <a:pt x="65444" y="170035"/>
                  </a:lnTo>
                  <a:lnTo>
                    <a:pt x="65228" y="169667"/>
                  </a:lnTo>
                  <a:lnTo>
                    <a:pt x="62841" y="165602"/>
                  </a:lnTo>
                  <a:lnTo>
                    <a:pt x="60439" y="161512"/>
                  </a:lnTo>
                  <a:lnTo>
                    <a:pt x="58979" y="159026"/>
                  </a:lnTo>
                  <a:lnTo>
                    <a:pt x="58640" y="158450"/>
                  </a:lnTo>
                  <a:lnTo>
                    <a:pt x="57078" y="155790"/>
                  </a:lnTo>
                  <a:lnTo>
                    <a:pt x="55307" y="153741"/>
                  </a:lnTo>
                  <a:lnTo>
                    <a:pt x="53102" y="151862"/>
                  </a:lnTo>
                  <a:lnTo>
                    <a:pt x="51632" y="151077"/>
                  </a:lnTo>
                  <a:lnTo>
                    <a:pt x="50028" y="150599"/>
                  </a:lnTo>
                  <a:lnTo>
                    <a:pt x="48291" y="150428"/>
                  </a:lnTo>
                  <a:lnTo>
                    <a:pt x="45929" y="150659"/>
                  </a:lnTo>
                  <a:lnTo>
                    <a:pt x="45668" y="150684"/>
                  </a:lnTo>
                  <a:lnTo>
                    <a:pt x="44514" y="150797"/>
                  </a:lnTo>
                  <a:lnTo>
                    <a:pt x="42472" y="151053"/>
                  </a:lnTo>
                  <a:lnTo>
                    <a:pt x="40494" y="151163"/>
                  </a:lnTo>
                  <a:lnTo>
                    <a:pt x="38343" y="150797"/>
                  </a:lnTo>
                  <a:lnTo>
                    <a:pt x="34409" y="148422"/>
                  </a:lnTo>
                  <a:lnTo>
                    <a:pt x="28395" y="143090"/>
                  </a:lnTo>
                  <a:lnTo>
                    <a:pt x="27988" y="142729"/>
                  </a:lnTo>
                  <a:lnTo>
                    <a:pt x="25528" y="140315"/>
                  </a:lnTo>
                  <a:lnTo>
                    <a:pt x="24534" y="139340"/>
                  </a:lnTo>
                  <a:lnTo>
                    <a:pt x="21303" y="136168"/>
                  </a:lnTo>
                  <a:lnTo>
                    <a:pt x="20928" y="135800"/>
                  </a:lnTo>
                  <a:lnTo>
                    <a:pt x="15275" y="129222"/>
                  </a:lnTo>
                  <a:lnTo>
                    <a:pt x="14986" y="128885"/>
                  </a:lnTo>
                  <a:lnTo>
                    <a:pt x="9969" y="121913"/>
                  </a:lnTo>
                  <a:lnTo>
                    <a:pt x="9774" y="121643"/>
                  </a:lnTo>
                  <a:lnTo>
                    <a:pt x="9493" y="121211"/>
                  </a:lnTo>
                  <a:lnTo>
                    <a:pt x="8769" y="120101"/>
                  </a:lnTo>
                  <a:lnTo>
                    <a:pt x="8690" y="119970"/>
                  </a:lnTo>
                  <a:lnTo>
                    <a:pt x="8362" y="119424"/>
                  </a:lnTo>
                  <a:lnTo>
                    <a:pt x="5341" y="114401"/>
                  </a:lnTo>
                  <a:lnTo>
                    <a:pt x="2768" y="109357"/>
                  </a:lnTo>
                  <a:lnTo>
                    <a:pt x="1361" y="106127"/>
                  </a:lnTo>
                  <a:lnTo>
                    <a:pt x="61" y="101551"/>
                  </a:lnTo>
                  <a:lnTo>
                    <a:pt x="2" y="98058"/>
                  </a:lnTo>
                  <a:lnTo>
                    <a:pt x="0" y="97915"/>
                  </a:lnTo>
                  <a:lnTo>
                    <a:pt x="1286" y="92216"/>
                  </a:lnTo>
                  <a:lnTo>
                    <a:pt x="3458" y="88437"/>
                  </a:lnTo>
                  <a:lnTo>
                    <a:pt x="3602" y="88186"/>
                  </a:lnTo>
                  <a:lnTo>
                    <a:pt x="4097" y="87195"/>
                  </a:lnTo>
                  <a:lnTo>
                    <a:pt x="5424" y="84538"/>
                  </a:lnTo>
                  <a:lnTo>
                    <a:pt x="6092" y="83201"/>
                  </a:lnTo>
                  <a:lnTo>
                    <a:pt x="8552" y="79668"/>
                  </a:lnTo>
                  <a:lnTo>
                    <a:pt x="8730" y="79481"/>
                  </a:lnTo>
                  <a:lnTo>
                    <a:pt x="9019" y="79180"/>
                  </a:lnTo>
                  <a:lnTo>
                    <a:pt x="11336" y="76765"/>
                  </a:lnTo>
                  <a:lnTo>
                    <a:pt x="18018" y="72837"/>
                  </a:lnTo>
                  <a:lnTo>
                    <a:pt x="20517" y="71204"/>
                  </a:lnTo>
                  <a:lnTo>
                    <a:pt x="20915" y="70944"/>
                  </a:lnTo>
                  <a:lnTo>
                    <a:pt x="21415" y="70617"/>
                  </a:lnTo>
                  <a:lnTo>
                    <a:pt x="23953" y="66521"/>
                  </a:lnTo>
                  <a:lnTo>
                    <a:pt x="26385" y="61194"/>
                  </a:lnTo>
                  <a:lnTo>
                    <a:pt x="29032" y="56904"/>
                  </a:lnTo>
                  <a:lnTo>
                    <a:pt x="31785" y="53790"/>
                  </a:lnTo>
                  <a:lnTo>
                    <a:pt x="34752" y="50675"/>
                  </a:lnTo>
                  <a:lnTo>
                    <a:pt x="36422" y="48512"/>
                  </a:lnTo>
                  <a:lnTo>
                    <a:pt x="37387" y="43721"/>
                  </a:lnTo>
                  <a:lnTo>
                    <a:pt x="38852" y="40479"/>
                  </a:lnTo>
                  <a:lnTo>
                    <a:pt x="39317" y="39448"/>
                  </a:lnTo>
                  <a:lnTo>
                    <a:pt x="39590" y="38844"/>
                  </a:lnTo>
                  <a:lnTo>
                    <a:pt x="48783" y="25266"/>
                  </a:lnTo>
                  <a:lnTo>
                    <a:pt x="49008" y="25273"/>
                  </a:lnTo>
                  <a:lnTo>
                    <a:pt x="50129" y="25304"/>
                  </a:lnTo>
                  <a:lnTo>
                    <a:pt x="50828" y="25460"/>
                  </a:lnTo>
                  <a:lnTo>
                    <a:pt x="53032" y="25910"/>
                  </a:lnTo>
                  <a:lnTo>
                    <a:pt x="55085" y="25447"/>
                  </a:lnTo>
                  <a:lnTo>
                    <a:pt x="56338" y="24593"/>
                  </a:lnTo>
                  <a:lnTo>
                    <a:pt x="58092" y="22703"/>
                  </a:lnTo>
                  <a:lnTo>
                    <a:pt x="63516" y="21728"/>
                  </a:lnTo>
                  <a:lnTo>
                    <a:pt x="64784" y="21500"/>
                  </a:lnTo>
                  <a:lnTo>
                    <a:pt x="68231" y="17557"/>
                  </a:lnTo>
                  <a:lnTo>
                    <a:pt x="70078" y="15412"/>
                  </a:lnTo>
                  <a:lnTo>
                    <a:pt x="70315" y="15137"/>
                  </a:lnTo>
                  <a:lnTo>
                    <a:pt x="80879" y="11584"/>
                  </a:lnTo>
                  <a:lnTo>
                    <a:pt x="101788" y="4552"/>
                  </a:lnTo>
                  <a:lnTo>
                    <a:pt x="110733" y="1543"/>
                  </a:lnTo>
                  <a:lnTo>
                    <a:pt x="115323" y="0"/>
                  </a:lnTo>
                  <a:lnTo>
                    <a:pt x="115982" y="2440"/>
                  </a:lnTo>
                  <a:lnTo>
                    <a:pt x="118761" y="12727"/>
                  </a:lnTo>
                  <a:lnTo>
                    <a:pt x="120639" y="19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1842054" y="5377687"/>
              <a:ext cx="170392" cy="162249"/>
            </a:xfrm>
            <a:custGeom>
              <a:avLst/>
              <a:pathLst>
                <a:path w="170392" h="162249">
                  <a:moveTo>
                    <a:pt x="3884" y="95489"/>
                  </a:moveTo>
                  <a:lnTo>
                    <a:pt x="3644" y="90779"/>
                  </a:lnTo>
                  <a:lnTo>
                    <a:pt x="3632" y="90532"/>
                  </a:lnTo>
                  <a:lnTo>
                    <a:pt x="3472" y="87389"/>
                  </a:lnTo>
                  <a:lnTo>
                    <a:pt x="3467" y="86124"/>
                  </a:lnTo>
                  <a:lnTo>
                    <a:pt x="4001" y="86137"/>
                  </a:lnTo>
                  <a:lnTo>
                    <a:pt x="4173" y="86142"/>
                  </a:lnTo>
                  <a:lnTo>
                    <a:pt x="4377" y="86147"/>
                  </a:lnTo>
                  <a:lnTo>
                    <a:pt x="4273" y="84345"/>
                  </a:lnTo>
                  <a:lnTo>
                    <a:pt x="4201" y="83097"/>
                  </a:lnTo>
                  <a:lnTo>
                    <a:pt x="4126" y="81792"/>
                  </a:lnTo>
                  <a:lnTo>
                    <a:pt x="3957" y="78834"/>
                  </a:lnTo>
                  <a:lnTo>
                    <a:pt x="3631" y="74778"/>
                  </a:lnTo>
                  <a:lnTo>
                    <a:pt x="3575" y="74074"/>
                  </a:lnTo>
                  <a:lnTo>
                    <a:pt x="3502" y="70456"/>
                  </a:lnTo>
                  <a:lnTo>
                    <a:pt x="4109" y="70578"/>
                  </a:lnTo>
                  <a:lnTo>
                    <a:pt x="4419" y="70640"/>
                  </a:lnTo>
                  <a:lnTo>
                    <a:pt x="6014" y="72007"/>
                  </a:lnTo>
                  <a:lnTo>
                    <a:pt x="13906" y="68817"/>
                  </a:lnTo>
                  <a:lnTo>
                    <a:pt x="14221" y="68690"/>
                  </a:lnTo>
                  <a:lnTo>
                    <a:pt x="16021" y="68103"/>
                  </a:lnTo>
                  <a:lnTo>
                    <a:pt x="15951" y="65210"/>
                  </a:lnTo>
                  <a:lnTo>
                    <a:pt x="15937" y="64631"/>
                  </a:lnTo>
                  <a:lnTo>
                    <a:pt x="14249" y="64699"/>
                  </a:lnTo>
                  <a:lnTo>
                    <a:pt x="13125" y="64744"/>
                  </a:lnTo>
                  <a:lnTo>
                    <a:pt x="12791" y="59935"/>
                  </a:lnTo>
                  <a:lnTo>
                    <a:pt x="14779" y="59873"/>
                  </a:lnTo>
                  <a:lnTo>
                    <a:pt x="21618" y="59662"/>
                  </a:lnTo>
                  <a:lnTo>
                    <a:pt x="22647" y="58512"/>
                  </a:lnTo>
                  <a:lnTo>
                    <a:pt x="23065" y="56434"/>
                  </a:lnTo>
                  <a:lnTo>
                    <a:pt x="23961" y="53179"/>
                  </a:lnTo>
                  <a:lnTo>
                    <a:pt x="24986" y="51143"/>
                  </a:lnTo>
                  <a:lnTo>
                    <a:pt x="25321" y="50478"/>
                  </a:lnTo>
                  <a:lnTo>
                    <a:pt x="26229" y="48673"/>
                  </a:lnTo>
                  <a:lnTo>
                    <a:pt x="28578" y="46160"/>
                  </a:lnTo>
                  <a:lnTo>
                    <a:pt x="31864" y="43143"/>
                  </a:lnTo>
                  <a:lnTo>
                    <a:pt x="33544" y="41070"/>
                  </a:lnTo>
                  <a:lnTo>
                    <a:pt x="34147" y="40326"/>
                  </a:lnTo>
                  <a:lnTo>
                    <a:pt x="35901" y="38618"/>
                  </a:lnTo>
                  <a:lnTo>
                    <a:pt x="37460" y="36483"/>
                  </a:lnTo>
                  <a:lnTo>
                    <a:pt x="38769" y="34833"/>
                  </a:lnTo>
                  <a:lnTo>
                    <a:pt x="40086" y="35222"/>
                  </a:lnTo>
                  <a:lnTo>
                    <a:pt x="41987" y="33535"/>
                  </a:lnTo>
                  <a:lnTo>
                    <a:pt x="42855" y="32765"/>
                  </a:lnTo>
                  <a:lnTo>
                    <a:pt x="45051" y="30816"/>
                  </a:lnTo>
                  <a:lnTo>
                    <a:pt x="45997" y="29977"/>
                  </a:lnTo>
                  <a:lnTo>
                    <a:pt x="48588" y="33706"/>
                  </a:lnTo>
                  <a:lnTo>
                    <a:pt x="52641" y="39539"/>
                  </a:lnTo>
                  <a:lnTo>
                    <a:pt x="53541" y="42509"/>
                  </a:lnTo>
                  <a:lnTo>
                    <a:pt x="53940" y="43827"/>
                  </a:lnTo>
                  <a:lnTo>
                    <a:pt x="54463" y="45555"/>
                  </a:lnTo>
                  <a:lnTo>
                    <a:pt x="47320" y="47481"/>
                  </a:lnTo>
                  <a:lnTo>
                    <a:pt x="47874" y="50827"/>
                  </a:lnTo>
                  <a:lnTo>
                    <a:pt x="49826" y="52194"/>
                  </a:lnTo>
                  <a:lnTo>
                    <a:pt x="57393" y="57492"/>
                  </a:lnTo>
                  <a:lnTo>
                    <a:pt x="57272" y="57921"/>
                  </a:lnTo>
                  <a:lnTo>
                    <a:pt x="56511" y="59484"/>
                  </a:lnTo>
                  <a:lnTo>
                    <a:pt x="55027" y="62531"/>
                  </a:lnTo>
                  <a:lnTo>
                    <a:pt x="55176" y="62519"/>
                  </a:lnTo>
                  <a:lnTo>
                    <a:pt x="65554" y="64540"/>
                  </a:lnTo>
                  <a:lnTo>
                    <a:pt x="71058" y="62658"/>
                  </a:lnTo>
                  <a:lnTo>
                    <a:pt x="71950" y="62354"/>
                  </a:lnTo>
                  <a:lnTo>
                    <a:pt x="79944" y="59622"/>
                  </a:lnTo>
                  <a:lnTo>
                    <a:pt x="80010" y="58434"/>
                  </a:lnTo>
                  <a:lnTo>
                    <a:pt x="80163" y="55716"/>
                  </a:lnTo>
                  <a:lnTo>
                    <a:pt x="80180" y="55398"/>
                  </a:lnTo>
                  <a:lnTo>
                    <a:pt x="82884" y="50788"/>
                  </a:lnTo>
                  <a:lnTo>
                    <a:pt x="83334" y="50364"/>
                  </a:lnTo>
                  <a:lnTo>
                    <a:pt x="85134" y="48670"/>
                  </a:lnTo>
                  <a:lnTo>
                    <a:pt x="86804" y="47099"/>
                  </a:lnTo>
                  <a:lnTo>
                    <a:pt x="90502" y="42136"/>
                  </a:lnTo>
                  <a:lnTo>
                    <a:pt x="91749" y="38584"/>
                  </a:lnTo>
                  <a:lnTo>
                    <a:pt x="92085" y="36404"/>
                  </a:lnTo>
                  <a:lnTo>
                    <a:pt x="92285" y="35109"/>
                  </a:lnTo>
                  <a:lnTo>
                    <a:pt x="92294" y="34951"/>
                  </a:lnTo>
                  <a:lnTo>
                    <a:pt x="92418" y="32937"/>
                  </a:lnTo>
                  <a:lnTo>
                    <a:pt x="86307" y="33169"/>
                  </a:lnTo>
                  <a:lnTo>
                    <a:pt x="85913" y="27974"/>
                  </a:lnTo>
                  <a:lnTo>
                    <a:pt x="81300" y="27974"/>
                  </a:lnTo>
                  <a:lnTo>
                    <a:pt x="81253" y="27680"/>
                  </a:lnTo>
                  <a:lnTo>
                    <a:pt x="80697" y="24095"/>
                  </a:lnTo>
                  <a:lnTo>
                    <a:pt x="80434" y="22510"/>
                  </a:lnTo>
                  <a:lnTo>
                    <a:pt x="70927" y="14878"/>
                  </a:lnTo>
                  <a:lnTo>
                    <a:pt x="70677" y="14677"/>
                  </a:lnTo>
                  <a:lnTo>
                    <a:pt x="72860" y="12218"/>
                  </a:lnTo>
                  <a:lnTo>
                    <a:pt x="76380" y="11763"/>
                  </a:lnTo>
                  <a:lnTo>
                    <a:pt x="79042" y="12316"/>
                  </a:lnTo>
                  <a:lnTo>
                    <a:pt x="78830" y="8530"/>
                  </a:lnTo>
                  <a:lnTo>
                    <a:pt x="85471" y="8140"/>
                  </a:lnTo>
                  <a:lnTo>
                    <a:pt x="85483" y="5786"/>
                  </a:lnTo>
                  <a:lnTo>
                    <a:pt x="85488" y="4898"/>
                  </a:lnTo>
                  <a:lnTo>
                    <a:pt x="85508" y="993"/>
                  </a:lnTo>
                  <a:lnTo>
                    <a:pt x="88496" y="0"/>
                  </a:lnTo>
                  <a:lnTo>
                    <a:pt x="89515" y="109"/>
                  </a:lnTo>
                  <a:lnTo>
                    <a:pt x="89482" y="1626"/>
                  </a:lnTo>
                  <a:lnTo>
                    <a:pt x="89513" y="2337"/>
                  </a:lnTo>
                  <a:lnTo>
                    <a:pt x="89543" y="3006"/>
                  </a:lnTo>
                  <a:lnTo>
                    <a:pt x="89692" y="6360"/>
                  </a:lnTo>
                  <a:lnTo>
                    <a:pt x="89725" y="7091"/>
                  </a:lnTo>
                  <a:lnTo>
                    <a:pt x="89902" y="11093"/>
                  </a:lnTo>
                  <a:lnTo>
                    <a:pt x="89757" y="11142"/>
                  </a:lnTo>
                  <a:lnTo>
                    <a:pt x="89442" y="11247"/>
                  </a:lnTo>
                  <a:lnTo>
                    <a:pt x="89208" y="11326"/>
                  </a:lnTo>
                  <a:lnTo>
                    <a:pt x="88796" y="11463"/>
                  </a:lnTo>
                  <a:lnTo>
                    <a:pt x="88492" y="11565"/>
                  </a:lnTo>
                  <a:lnTo>
                    <a:pt x="87689" y="11834"/>
                  </a:lnTo>
                  <a:lnTo>
                    <a:pt x="87737" y="12595"/>
                  </a:lnTo>
                  <a:lnTo>
                    <a:pt x="87784" y="12900"/>
                  </a:lnTo>
                  <a:lnTo>
                    <a:pt x="87851" y="13334"/>
                  </a:lnTo>
                  <a:lnTo>
                    <a:pt x="87885" y="13557"/>
                  </a:lnTo>
                  <a:lnTo>
                    <a:pt x="87981" y="14181"/>
                  </a:lnTo>
                  <a:lnTo>
                    <a:pt x="88032" y="14513"/>
                  </a:lnTo>
                  <a:lnTo>
                    <a:pt x="88107" y="14999"/>
                  </a:lnTo>
                  <a:lnTo>
                    <a:pt x="88175" y="15437"/>
                  </a:lnTo>
                  <a:lnTo>
                    <a:pt x="88305" y="16287"/>
                  </a:lnTo>
                  <a:lnTo>
                    <a:pt x="88363" y="16661"/>
                  </a:lnTo>
                  <a:lnTo>
                    <a:pt x="88401" y="16910"/>
                  </a:lnTo>
                  <a:lnTo>
                    <a:pt x="88689" y="18779"/>
                  </a:lnTo>
                  <a:lnTo>
                    <a:pt x="88873" y="19972"/>
                  </a:lnTo>
                  <a:lnTo>
                    <a:pt x="90601" y="19810"/>
                  </a:lnTo>
                  <a:lnTo>
                    <a:pt x="91717" y="19705"/>
                  </a:lnTo>
                  <a:lnTo>
                    <a:pt x="92182" y="19661"/>
                  </a:lnTo>
                  <a:lnTo>
                    <a:pt x="92824" y="19601"/>
                  </a:lnTo>
                  <a:lnTo>
                    <a:pt x="92994" y="19585"/>
                  </a:lnTo>
                  <a:lnTo>
                    <a:pt x="93047" y="19729"/>
                  </a:lnTo>
                  <a:lnTo>
                    <a:pt x="93158" y="20025"/>
                  </a:lnTo>
                  <a:lnTo>
                    <a:pt x="93235" y="20234"/>
                  </a:lnTo>
                  <a:lnTo>
                    <a:pt x="93309" y="20434"/>
                  </a:lnTo>
                  <a:lnTo>
                    <a:pt x="93495" y="20934"/>
                  </a:lnTo>
                  <a:lnTo>
                    <a:pt x="93898" y="22014"/>
                  </a:lnTo>
                  <a:lnTo>
                    <a:pt x="94248" y="22955"/>
                  </a:lnTo>
                  <a:lnTo>
                    <a:pt x="94337" y="23194"/>
                  </a:lnTo>
                  <a:lnTo>
                    <a:pt x="94426" y="23434"/>
                  </a:lnTo>
                  <a:lnTo>
                    <a:pt x="95067" y="25157"/>
                  </a:lnTo>
                  <a:lnTo>
                    <a:pt x="95275" y="25714"/>
                  </a:lnTo>
                  <a:lnTo>
                    <a:pt x="95364" y="26061"/>
                  </a:lnTo>
                  <a:lnTo>
                    <a:pt x="95542" y="26753"/>
                  </a:lnTo>
                  <a:lnTo>
                    <a:pt x="95716" y="27328"/>
                  </a:lnTo>
                  <a:lnTo>
                    <a:pt x="95860" y="27803"/>
                  </a:lnTo>
                  <a:lnTo>
                    <a:pt x="96479" y="29846"/>
                  </a:lnTo>
                  <a:lnTo>
                    <a:pt x="97148" y="32054"/>
                  </a:lnTo>
                  <a:lnTo>
                    <a:pt x="97192" y="32321"/>
                  </a:lnTo>
                  <a:lnTo>
                    <a:pt x="97214" y="32522"/>
                  </a:lnTo>
                  <a:lnTo>
                    <a:pt x="97307" y="33390"/>
                  </a:lnTo>
                  <a:lnTo>
                    <a:pt x="97520" y="35386"/>
                  </a:lnTo>
                  <a:lnTo>
                    <a:pt x="97700" y="35374"/>
                  </a:lnTo>
                  <a:lnTo>
                    <a:pt x="98322" y="35332"/>
                  </a:lnTo>
                  <a:lnTo>
                    <a:pt x="98502" y="36423"/>
                  </a:lnTo>
                  <a:lnTo>
                    <a:pt x="98991" y="39385"/>
                  </a:lnTo>
                  <a:lnTo>
                    <a:pt x="99143" y="40304"/>
                  </a:lnTo>
                  <a:lnTo>
                    <a:pt x="99257" y="40999"/>
                  </a:lnTo>
                  <a:lnTo>
                    <a:pt x="99792" y="44239"/>
                  </a:lnTo>
                  <a:lnTo>
                    <a:pt x="99852" y="45319"/>
                  </a:lnTo>
                  <a:lnTo>
                    <a:pt x="99856" y="45782"/>
                  </a:lnTo>
                  <a:lnTo>
                    <a:pt x="99600" y="47282"/>
                  </a:lnTo>
                  <a:lnTo>
                    <a:pt x="99093" y="50249"/>
                  </a:lnTo>
                  <a:lnTo>
                    <a:pt x="98966" y="50996"/>
                  </a:lnTo>
                  <a:lnTo>
                    <a:pt x="98831" y="51787"/>
                  </a:lnTo>
                  <a:lnTo>
                    <a:pt x="99641" y="57630"/>
                  </a:lnTo>
                  <a:lnTo>
                    <a:pt x="99697" y="58037"/>
                  </a:lnTo>
                  <a:lnTo>
                    <a:pt x="100069" y="60720"/>
                  </a:lnTo>
                  <a:lnTo>
                    <a:pt x="100316" y="62499"/>
                  </a:lnTo>
                  <a:lnTo>
                    <a:pt x="100768" y="65763"/>
                  </a:lnTo>
                  <a:lnTo>
                    <a:pt x="100828" y="66191"/>
                  </a:lnTo>
                  <a:lnTo>
                    <a:pt x="100899" y="66707"/>
                  </a:lnTo>
                  <a:lnTo>
                    <a:pt x="100973" y="67237"/>
                  </a:lnTo>
                  <a:lnTo>
                    <a:pt x="101867" y="73686"/>
                  </a:lnTo>
                  <a:lnTo>
                    <a:pt x="101990" y="74574"/>
                  </a:lnTo>
                  <a:lnTo>
                    <a:pt x="102027" y="74844"/>
                  </a:lnTo>
                  <a:lnTo>
                    <a:pt x="102119" y="75506"/>
                  </a:lnTo>
                  <a:lnTo>
                    <a:pt x="102822" y="80575"/>
                  </a:lnTo>
                  <a:lnTo>
                    <a:pt x="102873" y="80941"/>
                  </a:lnTo>
                  <a:lnTo>
                    <a:pt x="103305" y="83359"/>
                  </a:lnTo>
                  <a:lnTo>
                    <a:pt x="105442" y="83113"/>
                  </a:lnTo>
                  <a:lnTo>
                    <a:pt x="106685" y="82970"/>
                  </a:lnTo>
                  <a:lnTo>
                    <a:pt x="107270" y="82903"/>
                  </a:lnTo>
                  <a:lnTo>
                    <a:pt x="108127" y="82804"/>
                  </a:lnTo>
                  <a:lnTo>
                    <a:pt x="109819" y="82610"/>
                  </a:lnTo>
                  <a:lnTo>
                    <a:pt x="113234" y="82217"/>
                  </a:lnTo>
                  <a:lnTo>
                    <a:pt x="113562" y="82179"/>
                  </a:lnTo>
                  <a:lnTo>
                    <a:pt x="113938" y="85437"/>
                  </a:lnTo>
                  <a:lnTo>
                    <a:pt x="114787" y="92776"/>
                  </a:lnTo>
                  <a:lnTo>
                    <a:pt x="114856" y="93377"/>
                  </a:lnTo>
                  <a:lnTo>
                    <a:pt x="114964" y="94308"/>
                  </a:lnTo>
                  <a:lnTo>
                    <a:pt x="114999" y="94609"/>
                  </a:lnTo>
                  <a:lnTo>
                    <a:pt x="116176" y="104791"/>
                  </a:lnTo>
                  <a:lnTo>
                    <a:pt x="116345" y="106254"/>
                  </a:lnTo>
                  <a:lnTo>
                    <a:pt x="116586" y="108343"/>
                  </a:lnTo>
                  <a:lnTo>
                    <a:pt x="116739" y="109664"/>
                  </a:lnTo>
                  <a:lnTo>
                    <a:pt x="117879" y="119526"/>
                  </a:lnTo>
                  <a:lnTo>
                    <a:pt x="117980" y="120399"/>
                  </a:lnTo>
                  <a:lnTo>
                    <a:pt x="118113" y="121421"/>
                  </a:lnTo>
                  <a:lnTo>
                    <a:pt x="128849" y="120231"/>
                  </a:lnTo>
                  <a:lnTo>
                    <a:pt x="129219" y="120190"/>
                  </a:lnTo>
                  <a:lnTo>
                    <a:pt x="152460" y="117615"/>
                  </a:lnTo>
                  <a:lnTo>
                    <a:pt x="154979" y="117336"/>
                  </a:lnTo>
                  <a:lnTo>
                    <a:pt x="155594" y="117268"/>
                  </a:lnTo>
                  <a:lnTo>
                    <a:pt x="156090" y="117213"/>
                  </a:lnTo>
                  <a:lnTo>
                    <a:pt x="163577" y="116384"/>
                  </a:lnTo>
                  <a:lnTo>
                    <a:pt x="164383" y="116294"/>
                  </a:lnTo>
                  <a:lnTo>
                    <a:pt x="166154" y="116098"/>
                  </a:lnTo>
                  <a:lnTo>
                    <a:pt x="166456" y="118998"/>
                  </a:lnTo>
                  <a:lnTo>
                    <a:pt x="166950" y="123740"/>
                  </a:lnTo>
                  <a:lnTo>
                    <a:pt x="168498" y="138616"/>
                  </a:lnTo>
                  <a:lnTo>
                    <a:pt x="168621" y="139799"/>
                  </a:lnTo>
                  <a:lnTo>
                    <a:pt x="168657" y="140141"/>
                  </a:lnTo>
                  <a:lnTo>
                    <a:pt x="168831" y="141809"/>
                  </a:lnTo>
                  <a:lnTo>
                    <a:pt x="169553" y="148752"/>
                  </a:lnTo>
                  <a:lnTo>
                    <a:pt x="170182" y="153304"/>
                  </a:lnTo>
                  <a:lnTo>
                    <a:pt x="170308" y="154214"/>
                  </a:lnTo>
                  <a:lnTo>
                    <a:pt x="170392" y="154827"/>
                  </a:lnTo>
                  <a:lnTo>
                    <a:pt x="169437" y="155051"/>
                  </a:lnTo>
                  <a:lnTo>
                    <a:pt x="168943" y="155109"/>
                  </a:lnTo>
                  <a:lnTo>
                    <a:pt x="160853" y="156061"/>
                  </a:lnTo>
                  <a:lnTo>
                    <a:pt x="158809" y="156301"/>
                  </a:lnTo>
                  <a:lnTo>
                    <a:pt x="158255" y="156367"/>
                  </a:lnTo>
                  <a:lnTo>
                    <a:pt x="148454" y="157520"/>
                  </a:lnTo>
                  <a:lnTo>
                    <a:pt x="148248" y="157544"/>
                  </a:lnTo>
                  <a:lnTo>
                    <a:pt x="143695" y="158079"/>
                  </a:lnTo>
                  <a:lnTo>
                    <a:pt x="142496" y="158220"/>
                  </a:lnTo>
                  <a:lnTo>
                    <a:pt x="142077" y="158272"/>
                  </a:lnTo>
                  <a:lnTo>
                    <a:pt x="137963" y="158778"/>
                  </a:lnTo>
                  <a:lnTo>
                    <a:pt x="133320" y="159349"/>
                  </a:lnTo>
                  <a:lnTo>
                    <a:pt x="112259" y="161941"/>
                  </a:lnTo>
                  <a:lnTo>
                    <a:pt x="109811" y="162242"/>
                  </a:lnTo>
                  <a:lnTo>
                    <a:pt x="109370" y="162247"/>
                  </a:lnTo>
                  <a:lnTo>
                    <a:pt x="109178" y="162249"/>
                  </a:lnTo>
                  <a:lnTo>
                    <a:pt x="107620" y="161599"/>
                  </a:lnTo>
                  <a:lnTo>
                    <a:pt x="104654" y="160360"/>
                  </a:lnTo>
                  <a:lnTo>
                    <a:pt x="104127" y="160140"/>
                  </a:lnTo>
                  <a:lnTo>
                    <a:pt x="95113" y="154909"/>
                  </a:lnTo>
                  <a:lnTo>
                    <a:pt x="93575" y="154016"/>
                  </a:lnTo>
                  <a:lnTo>
                    <a:pt x="88401" y="151013"/>
                  </a:lnTo>
                  <a:lnTo>
                    <a:pt x="86098" y="149677"/>
                  </a:lnTo>
                  <a:lnTo>
                    <a:pt x="83328" y="148069"/>
                  </a:lnTo>
                  <a:lnTo>
                    <a:pt x="82099" y="147171"/>
                  </a:lnTo>
                  <a:lnTo>
                    <a:pt x="81678" y="146863"/>
                  </a:lnTo>
                  <a:lnTo>
                    <a:pt x="81504" y="146736"/>
                  </a:lnTo>
                  <a:lnTo>
                    <a:pt x="80944" y="146327"/>
                  </a:lnTo>
                  <a:lnTo>
                    <a:pt x="79613" y="145353"/>
                  </a:lnTo>
                  <a:lnTo>
                    <a:pt x="78430" y="144157"/>
                  </a:lnTo>
                  <a:lnTo>
                    <a:pt x="76141" y="141323"/>
                  </a:lnTo>
                  <a:lnTo>
                    <a:pt x="75527" y="140563"/>
                  </a:lnTo>
                  <a:lnTo>
                    <a:pt x="69531" y="133139"/>
                  </a:lnTo>
                  <a:lnTo>
                    <a:pt x="68614" y="132004"/>
                  </a:lnTo>
                  <a:lnTo>
                    <a:pt x="67530" y="130662"/>
                  </a:lnTo>
                  <a:lnTo>
                    <a:pt x="65884" y="128837"/>
                  </a:lnTo>
                  <a:lnTo>
                    <a:pt x="64548" y="127355"/>
                  </a:lnTo>
                  <a:lnTo>
                    <a:pt x="61801" y="124310"/>
                  </a:lnTo>
                  <a:lnTo>
                    <a:pt x="60441" y="122801"/>
                  </a:lnTo>
                  <a:lnTo>
                    <a:pt x="59736" y="122019"/>
                  </a:lnTo>
                  <a:lnTo>
                    <a:pt x="56194" y="118092"/>
                  </a:lnTo>
                  <a:lnTo>
                    <a:pt x="55494" y="117316"/>
                  </a:lnTo>
                  <a:lnTo>
                    <a:pt x="53229" y="114804"/>
                  </a:lnTo>
                  <a:lnTo>
                    <a:pt x="51612" y="113011"/>
                  </a:lnTo>
                  <a:lnTo>
                    <a:pt x="51160" y="112510"/>
                  </a:lnTo>
                  <a:lnTo>
                    <a:pt x="50999" y="112312"/>
                  </a:lnTo>
                  <a:lnTo>
                    <a:pt x="50800" y="112065"/>
                  </a:lnTo>
                  <a:lnTo>
                    <a:pt x="50234" y="111368"/>
                  </a:lnTo>
                  <a:lnTo>
                    <a:pt x="49874" y="110923"/>
                  </a:lnTo>
                  <a:lnTo>
                    <a:pt x="48449" y="109165"/>
                  </a:lnTo>
                  <a:lnTo>
                    <a:pt x="47686" y="108224"/>
                  </a:lnTo>
                  <a:lnTo>
                    <a:pt x="47501" y="107996"/>
                  </a:lnTo>
                  <a:lnTo>
                    <a:pt x="47093" y="107738"/>
                  </a:lnTo>
                  <a:lnTo>
                    <a:pt x="45684" y="106848"/>
                  </a:lnTo>
                  <a:lnTo>
                    <a:pt x="45017" y="106686"/>
                  </a:lnTo>
                  <a:lnTo>
                    <a:pt x="43893" y="106411"/>
                  </a:lnTo>
                  <a:lnTo>
                    <a:pt x="37289" y="109145"/>
                  </a:lnTo>
                  <a:lnTo>
                    <a:pt x="32257" y="111228"/>
                  </a:lnTo>
                  <a:lnTo>
                    <a:pt x="32096" y="111295"/>
                  </a:lnTo>
                  <a:lnTo>
                    <a:pt x="31782" y="111425"/>
                  </a:lnTo>
                  <a:lnTo>
                    <a:pt x="31504" y="111540"/>
                  </a:lnTo>
                  <a:lnTo>
                    <a:pt x="31184" y="110852"/>
                  </a:lnTo>
                  <a:lnTo>
                    <a:pt x="30664" y="109735"/>
                  </a:lnTo>
                  <a:lnTo>
                    <a:pt x="30549" y="109488"/>
                  </a:lnTo>
                  <a:lnTo>
                    <a:pt x="28686" y="110454"/>
                  </a:lnTo>
                  <a:lnTo>
                    <a:pt x="26445" y="111618"/>
                  </a:lnTo>
                  <a:lnTo>
                    <a:pt x="24406" y="112676"/>
                  </a:lnTo>
                  <a:lnTo>
                    <a:pt x="23306" y="113248"/>
                  </a:lnTo>
                  <a:lnTo>
                    <a:pt x="21580" y="114144"/>
                  </a:lnTo>
                  <a:lnTo>
                    <a:pt x="20039" y="114944"/>
                  </a:lnTo>
                  <a:lnTo>
                    <a:pt x="18194" y="115841"/>
                  </a:lnTo>
                  <a:lnTo>
                    <a:pt x="16643" y="116661"/>
                  </a:lnTo>
                  <a:lnTo>
                    <a:pt x="16437" y="116772"/>
                  </a:lnTo>
                  <a:lnTo>
                    <a:pt x="15898" y="117064"/>
                  </a:lnTo>
                  <a:lnTo>
                    <a:pt x="15159" y="117465"/>
                  </a:lnTo>
                  <a:lnTo>
                    <a:pt x="13218" y="118515"/>
                  </a:lnTo>
                  <a:lnTo>
                    <a:pt x="8874" y="120868"/>
                  </a:lnTo>
                  <a:lnTo>
                    <a:pt x="6114" y="122220"/>
                  </a:lnTo>
                  <a:lnTo>
                    <a:pt x="5600" y="122471"/>
                  </a:lnTo>
                  <a:lnTo>
                    <a:pt x="5043" y="122744"/>
                  </a:lnTo>
                  <a:lnTo>
                    <a:pt x="4739" y="122855"/>
                  </a:lnTo>
                  <a:lnTo>
                    <a:pt x="2021" y="116901"/>
                  </a:lnTo>
                  <a:lnTo>
                    <a:pt x="384" y="110941"/>
                  </a:lnTo>
                  <a:lnTo>
                    <a:pt x="0" y="109302"/>
                  </a:lnTo>
                  <a:lnTo>
                    <a:pt x="1186" y="108926"/>
                  </a:lnTo>
                  <a:lnTo>
                    <a:pt x="885" y="107867"/>
                  </a:lnTo>
                  <a:lnTo>
                    <a:pt x="2871" y="107244"/>
                  </a:lnTo>
                  <a:lnTo>
                    <a:pt x="2355" y="105289"/>
                  </a:lnTo>
                  <a:lnTo>
                    <a:pt x="3549" y="104927"/>
                  </a:lnTo>
                  <a:lnTo>
                    <a:pt x="4510" y="104636"/>
                  </a:lnTo>
                  <a:lnTo>
                    <a:pt x="5680" y="104281"/>
                  </a:lnTo>
                  <a:lnTo>
                    <a:pt x="5356" y="103152"/>
                  </a:lnTo>
                  <a:lnTo>
                    <a:pt x="9322" y="102061"/>
                  </a:lnTo>
                  <a:lnTo>
                    <a:pt x="7194" y="99931"/>
                  </a:lnTo>
                  <a:lnTo>
                    <a:pt x="6652" y="99028"/>
                  </a:lnTo>
                  <a:lnTo>
                    <a:pt x="5830" y="97656"/>
                  </a:lnTo>
                  <a:lnTo>
                    <a:pt x="5296" y="95970"/>
                  </a:lnTo>
                  <a:lnTo>
                    <a:pt x="5315" y="953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1929744" y="5379177"/>
              <a:ext cx="197587" cy="153336"/>
            </a:xfrm>
            <a:custGeom>
              <a:avLst/>
              <a:pathLst>
                <a:path w="197587" h="153336">
                  <a:moveTo>
                    <a:pt x="5639" y="5836"/>
                  </a:moveTo>
                  <a:lnTo>
                    <a:pt x="5952" y="5983"/>
                  </a:lnTo>
                  <a:lnTo>
                    <a:pt x="9119" y="5881"/>
                  </a:lnTo>
                  <a:lnTo>
                    <a:pt x="11169" y="5815"/>
                  </a:lnTo>
                  <a:lnTo>
                    <a:pt x="15189" y="7653"/>
                  </a:lnTo>
                  <a:lnTo>
                    <a:pt x="20180" y="8878"/>
                  </a:lnTo>
                  <a:lnTo>
                    <a:pt x="26295" y="10165"/>
                  </a:lnTo>
                  <a:lnTo>
                    <a:pt x="31310" y="19713"/>
                  </a:lnTo>
                  <a:lnTo>
                    <a:pt x="31938" y="20909"/>
                  </a:lnTo>
                  <a:lnTo>
                    <a:pt x="32620" y="21074"/>
                  </a:lnTo>
                  <a:lnTo>
                    <a:pt x="42967" y="23570"/>
                  </a:lnTo>
                  <a:lnTo>
                    <a:pt x="45320" y="24348"/>
                  </a:lnTo>
                  <a:lnTo>
                    <a:pt x="51057" y="26247"/>
                  </a:lnTo>
                  <a:lnTo>
                    <a:pt x="57503" y="31132"/>
                  </a:lnTo>
                  <a:lnTo>
                    <a:pt x="61700" y="34407"/>
                  </a:lnTo>
                  <a:lnTo>
                    <a:pt x="66247" y="37967"/>
                  </a:lnTo>
                  <a:lnTo>
                    <a:pt x="68813" y="45909"/>
                  </a:lnTo>
                  <a:lnTo>
                    <a:pt x="70038" y="51543"/>
                  </a:lnTo>
                  <a:lnTo>
                    <a:pt x="70310" y="52794"/>
                  </a:lnTo>
                  <a:lnTo>
                    <a:pt x="70001" y="52696"/>
                  </a:lnTo>
                  <a:lnTo>
                    <a:pt x="68299" y="52897"/>
                  </a:lnTo>
                  <a:lnTo>
                    <a:pt x="64920" y="53424"/>
                  </a:lnTo>
                  <a:lnTo>
                    <a:pt x="61017" y="53235"/>
                  </a:lnTo>
                  <a:lnTo>
                    <a:pt x="61791" y="54313"/>
                  </a:lnTo>
                  <a:lnTo>
                    <a:pt x="63983" y="58247"/>
                  </a:lnTo>
                  <a:lnTo>
                    <a:pt x="67547" y="59577"/>
                  </a:lnTo>
                  <a:lnTo>
                    <a:pt x="70808" y="60178"/>
                  </a:lnTo>
                  <a:lnTo>
                    <a:pt x="76047" y="62218"/>
                  </a:lnTo>
                  <a:lnTo>
                    <a:pt x="76897" y="62217"/>
                  </a:lnTo>
                  <a:lnTo>
                    <a:pt x="79771" y="61781"/>
                  </a:lnTo>
                  <a:lnTo>
                    <a:pt x="81979" y="59869"/>
                  </a:lnTo>
                  <a:lnTo>
                    <a:pt x="82077" y="59680"/>
                  </a:lnTo>
                  <a:lnTo>
                    <a:pt x="83093" y="57734"/>
                  </a:lnTo>
                  <a:lnTo>
                    <a:pt x="83789" y="56809"/>
                  </a:lnTo>
                  <a:lnTo>
                    <a:pt x="84680" y="56780"/>
                  </a:lnTo>
                  <a:lnTo>
                    <a:pt x="85684" y="56747"/>
                  </a:lnTo>
                  <a:lnTo>
                    <a:pt x="85947" y="56738"/>
                  </a:lnTo>
                  <a:lnTo>
                    <a:pt x="88452" y="56952"/>
                  </a:lnTo>
                  <a:lnTo>
                    <a:pt x="89883" y="55998"/>
                  </a:lnTo>
                  <a:lnTo>
                    <a:pt x="90977" y="55619"/>
                  </a:lnTo>
                  <a:lnTo>
                    <a:pt x="93499" y="55782"/>
                  </a:lnTo>
                  <a:lnTo>
                    <a:pt x="95634" y="55943"/>
                  </a:lnTo>
                  <a:lnTo>
                    <a:pt x="98505" y="59699"/>
                  </a:lnTo>
                  <a:lnTo>
                    <a:pt x="103958" y="62794"/>
                  </a:lnTo>
                  <a:lnTo>
                    <a:pt x="104582" y="65244"/>
                  </a:lnTo>
                  <a:lnTo>
                    <a:pt x="105401" y="65913"/>
                  </a:lnTo>
                  <a:lnTo>
                    <a:pt x="105204" y="71850"/>
                  </a:lnTo>
                  <a:lnTo>
                    <a:pt x="107490" y="71606"/>
                  </a:lnTo>
                  <a:lnTo>
                    <a:pt x="110587" y="71210"/>
                  </a:lnTo>
                  <a:lnTo>
                    <a:pt x="113937" y="70336"/>
                  </a:lnTo>
                  <a:lnTo>
                    <a:pt x="116267" y="69371"/>
                  </a:lnTo>
                  <a:lnTo>
                    <a:pt x="116753" y="69170"/>
                  </a:lnTo>
                  <a:lnTo>
                    <a:pt x="117626" y="68756"/>
                  </a:lnTo>
                  <a:lnTo>
                    <a:pt x="124202" y="65636"/>
                  </a:lnTo>
                  <a:lnTo>
                    <a:pt x="125121" y="65264"/>
                  </a:lnTo>
                  <a:lnTo>
                    <a:pt x="126269" y="64799"/>
                  </a:lnTo>
                  <a:lnTo>
                    <a:pt x="126794" y="64692"/>
                  </a:lnTo>
                  <a:lnTo>
                    <a:pt x="133789" y="63269"/>
                  </a:lnTo>
                  <a:lnTo>
                    <a:pt x="154842" y="60627"/>
                  </a:lnTo>
                  <a:lnTo>
                    <a:pt x="156683" y="60396"/>
                  </a:lnTo>
                  <a:lnTo>
                    <a:pt x="165366" y="59307"/>
                  </a:lnTo>
                  <a:lnTo>
                    <a:pt x="167264" y="59102"/>
                  </a:lnTo>
                  <a:lnTo>
                    <a:pt x="177631" y="57983"/>
                  </a:lnTo>
                  <a:lnTo>
                    <a:pt x="178249" y="57916"/>
                  </a:lnTo>
                  <a:lnTo>
                    <a:pt x="180415" y="57850"/>
                  </a:lnTo>
                  <a:lnTo>
                    <a:pt x="182108" y="58852"/>
                  </a:lnTo>
                  <a:lnTo>
                    <a:pt x="184825" y="61265"/>
                  </a:lnTo>
                  <a:lnTo>
                    <a:pt x="186514" y="62875"/>
                  </a:lnTo>
                  <a:lnTo>
                    <a:pt x="188339" y="64613"/>
                  </a:lnTo>
                  <a:lnTo>
                    <a:pt x="197587" y="73425"/>
                  </a:lnTo>
                  <a:lnTo>
                    <a:pt x="196189" y="75047"/>
                  </a:lnTo>
                  <a:lnTo>
                    <a:pt x="195740" y="75576"/>
                  </a:lnTo>
                  <a:lnTo>
                    <a:pt x="193338" y="78794"/>
                  </a:lnTo>
                  <a:lnTo>
                    <a:pt x="191490" y="81271"/>
                  </a:lnTo>
                  <a:lnTo>
                    <a:pt x="191218" y="81636"/>
                  </a:lnTo>
                  <a:lnTo>
                    <a:pt x="189049" y="84712"/>
                  </a:lnTo>
                  <a:lnTo>
                    <a:pt x="186857" y="89061"/>
                  </a:lnTo>
                  <a:lnTo>
                    <a:pt x="186143" y="90477"/>
                  </a:lnTo>
                  <a:lnTo>
                    <a:pt x="185917" y="90925"/>
                  </a:lnTo>
                  <a:lnTo>
                    <a:pt x="185699" y="91454"/>
                  </a:lnTo>
                  <a:lnTo>
                    <a:pt x="185498" y="91942"/>
                  </a:lnTo>
                  <a:lnTo>
                    <a:pt x="185383" y="92224"/>
                  </a:lnTo>
                  <a:lnTo>
                    <a:pt x="182976" y="98074"/>
                  </a:lnTo>
                  <a:lnTo>
                    <a:pt x="181265" y="101857"/>
                  </a:lnTo>
                  <a:lnTo>
                    <a:pt x="180680" y="103151"/>
                  </a:lnTo>
                  <a:lnTo>
                    <a:pt x="176086" y="113307"/>
                  </a:lnTo>
                  <a:lnTo>
                    <a:pt x="174944" y="115831"/>
                  </a:lnTo>
                  <a:lnTo>
                    <a:pt x="173398" y="119249"/>
                  </a:lnTo>
                  <a:lnTo>
                    <a:pt x="170644" y="125648"/>
                  </a:lnTo>
                  <a:lnTo>
                    <a:pt x="169684" y="127876"/>
                  </a:lnTo>
                  <a:lnTo>
                    <a:pt x="166393" y="135523"/>
                  </a:lnTo>
                  <a:lnTo>
                    <a:pt x="165594" y="137379"/>
                  </a:lnTo>
                  <a:lnTo>
                    <a:pt x="162423" y="137924"/>
                  </a:lnTo>
                  <a:lnTo>
                    <a:pt x="152026" y="139710"/>
                  </a:lnTo>
                  <a:lnTo>
                    <a:pt x="151786" y="139751"/>
                  </a:lnTo>
                  <a:lnTo>
                    <a:pt x="145201" y="140921"/>
                  </a:lnTo>
                  <a:lnTo>
                    <a:pt x="141701" y="141542"/>
                  </a:lnTo>
                  <a:lnTo>
                    <a:pt x="140097" y="141827"/>
                  </a:lnTo>
                  <a:lnTo>
                    <a:pt x="115933" y="145758"/>
                  </a:lnTo>
                  <a:lnTo>
                    <a:pt x="111656" y="146454"/>
                  </a:lnTo>
                  <a:lnTo>
                    <a:pt x="109691" y="146970"/>
                  </a:lnTo>
                  <a:lnTo>
                    <a:pt x="101249" y="149186"/>
                  </a:lnTo>
                  <a:lnTo>
                    <a:pt x="87316" y="152251"/>
                  </a:lnTo>
                  <a:lnTo>
                    <a:pt x="86524" y="152437"/>
                  </a:lnTo>
                  <a:lnTo>
                    <a:pt x="82703" y="153336"/>
                  </a:lnTo>
                  <a:lnTo>
                    <a:pt x="82618" y="152724"/>
                  </a:lnTo>
                  <a:lnTo>
                    <a:pt x="82492" y="151814"/>
                  </a:lnTo>
                  <a:lnTo>
                    <a:pt x="81864" y="147262"/>
                  </a:lnTo>
                  <a:lnTo>
                    <a:pt x="81141" y="140319"/>
                  </a:lnTo>
                  <a:lnTo>
                    <a:pt x="80967" y="138651"/>
                  </a:lnTo>
                  <a:lnTo>
                    <a:pt x="80932" y="138309"/>
                  </a:lnTo>
                  <a:lnTo>
                    <a:pt x="80809" y="137125"/>
                  </a:lnTo>
                  <a:lnTo>
                    <a:pt x="79260" y="122250"/>
                  </a:lnTo>
                  <a:lnTo>
                    <a:pt x="78767" y="117508"/>
                  </a:lnTo>
                  <a:lnTo>
                    <a:pt x="78457" y="114609"/>
                  </a:lnTo>
                  <a:lnTo>
                    <a:pt x="76694" y="114804"/>
                  </a:lnTo>
                  <a:lnTo>
                    <a:pt x="75887" y="114893"/>
                  </a:lnTo>
                  <a:lnTo>
                    <a:pt x="68400" y="115723"/>
                  </a:lnTo>
                  <a:lnTo>
                    <a:pt x="67904" y="115778"/>
                  </a:lnTo>
                  <a:lnTo>
                    <a:pt x="67290" y="115846"/>
                  </a:lnTo>
                  <a:lnTo>
                    <a:pt x="64770" y="116125"/>
                  </a:lnTo>
                  <a:lnTo>
                    <a:pt x="41529" y="118700"/>
                  </a:lnTo>
                  <a:lnTo>
                    <a:pt x="41160" y="118741"/>
                  </a:lnTo>
                  <a:lnTo>
                    <a:pt x="30398" y="119933"/>
                  </a:lnTo>
                  <a:lnTo>
                    <a:pt x="30290" y="118909"/>
                  </a:lnTo>
                  <a:lnTo>
                    <a:pt x="30178" y="117940"/>
                  </a:lnTo>
                  <a:lnTo>
                    <a:pt x="29049" y="108174"/>
                  </a:lnTo>
                  <a:lnTo>
                    <a:pt x="28885" y="106749"/>
                  </a:lnTo>
                  <a:lnTo>
                    <a:pt x="28655" y="104764"/>
                  </a:lnTo>
                  <a:lnTo>
                    <a:pt x="28486" y="103301"/>
                  </a:lnTo>
                  <a:lnTo>
                    <a:pt x="27309" y="93118"/>
                  </a:lnTo>
                  <a:lnTo>
                    <a:pt x="27274" y="92818"/>
                  </a:lnTo>
                  <a:lnTo>
                    <a:pt x="27167" y="91887"/>
                  </a:lnTo>
                  <a:lnTo>
                    <a:pt x="27097" y="91285"/>
                  </a:lnTo>
                  <a:lnTo>
                    <a:pt x="26249" y="83947"/>
                  </a:lnTo>
                  <a:lnTo>
                    <a:pt x="25852" y="80691"/>
                  </a:lnTo>
                  <a:lnTo>
                    <a:pt x="25544" y="80727"/>
                  </a:lnTo>
                  <a:lnTo>
                    <a:pt x="22129" y="81119"/>
                  </a:lnTo>
                  <a:lnTo>
                    <a:pt x="20437" y="81314"/>
                  </a:lnTo>
                  <a:lnTo>
                    <a:pt x="19580" y="81413"/>
                  </a:lnTo>
                  <a:lnTo>
                    <a:pt x="18995" y="81480"/>
                  </a:lnTo>
                  <a:lnTo>
                    <a:pt x="17752" y="81623"/>
                  </a:lnTo>
                  <a:lnTo>
                    <a:pt x="15520" y="81880"/>
                  </a:lnTo>
                  <a:lnTo>
                    <a:pt x="15183" y="79451"/>
                  </a:lnTo>
                  <a:lnTo>
                    <a:pt x="15132" y="79085"/>
                  </a:lnTo>
                  <a:lnTo>
                    <a:pt x="14429" y="74016"/>
                  </a:lnTo>
                  <a:lnTo>
                    <a:pt x="14338" y="73354"/>
                  </a:lnTo>
                  <a:lnTo>
                    <a:pt x="14300" y="73083"/>
                  </a:lnTo>
                  <a:lnTo>
                    <a:pt x="14169" y="72138"/>
                  </a:lnTo>
                  <a:lnTo>
                    <a:pt x="13283" y="65747"/>
                  </a:lnTo>
                  <a:lnTo>
                    <a:pt x="13210" y="65217"/>
                  </a:lnTo>
                  <a:lnTo>
                    <a:pt x="13138" y="64700"/>
                  </a:lnTo>
                  <a:lnTo>
                    <a:pt x="13079" y="64272"/>
                  </a:lnTo>
                  <a:lnTo>
                    <a:pt x="12626" y="61009"/>
                  </a:lnTo>
                  <a:lnTo>
                    <a:pt x="12380" y="59230"/>
                  </a:lnTo>
                  <a:lnTo>
                    <a:pt x="12008" y="56547"/>
                  </a:lnTo>
                  <a:lnTo>
                    <a:pt x="11951" y="56140"/>
                  </a:lnTo>
                  <a:lnTo>
                    <a:pt x="11141" y="50296"/>
                  </a:lnTo>
                  <a:lnTo>
                    <a:pt x="11276" y="49506"/>
                  </a:lnTo>
                  <a:lnTo>
                    <a:pt x="11404" y="48759"/>
                  </a:lnTo>
                  <a:lnTo>
                    <a:pt x="11914" y="45770"/>
                  </a:lnTo>
                  <a:lnTo>
                    <a:pt x="12183" y="44196"/>
                  </a:lnTo>
                  <a:lnTo>
                    <a:pt x="12162" y="43828"/>
                  </a:lnTo>
                  <a:lnTo>
                    <a:pt x="12102" y="42748"/>
                  </a:lnTo>
                  <a:lnTo>
                    <a:pt x="11568" y="39509"/>
                  </a:lnTo>
                  <a:lnTo>
                    <a:pt x="11453" y="38814"/>
                  </a:lnTo>
                  <a:lnTo>
                    <a:pt x="11301" y="37894"/>
                  </a:lnTo>
                  <a:lnTo>
                    <a:pt x="10812" y="34933"/>
                  </a:lnTo>
                  <a:lnTo>
                    <a:pt x="10632" y="33841"/>
                  </a:lnTo>
                  <a:lnTo>
                    <a:pt x="10010" y="33884"/>
                  </a:lnTo>
                  <a:lnTo>
                    <a:pt x="9830" y="33896"/>
                  </a:lnTo>
                  <a:lnTo>
                    <a:pt x="9617" y="31900"/>
                  </a:lnTo>
                  <a:lnTo>
                    <a:pt x="9524" y="31032"/>
                  </a:lnTo>
                  <a:lnTo>
                    <a:pt x="9503" y="30831"/>
                  </a:lnTo>
                  <a:lnTo>
                    <a:pt x="9458" y="30564"/>
                  </a:lnTo>
                  <a:lnTo>
                    <a:pt x="8790" y="28356"/>
                  </a:lnTo>
                  <a:lnTo>
                    <a:pt x="8170" y="26313"/>
                  </a:lnTo>
                  <a:lnTo>
                    <a:pt x="8027" y="25838"/>
                  </a:lnTo>
                  <a:lnTo>
                    <a:pt x="7852" y="25262"/>
                  </a:lnTo>
                  <a:lnTo>
                    <a:pt x="7674" y="24570"/>
                  </a:lnTo>
                  <a:lnTo>
                    <a:pt x="7585" y="24224"/>
                  </a:lnTo>
                  <a:lnTo>
                    <a:pt x="7378" y="23667"/>
                  </a:lnTo>
                  <a:lnTo>
                    <a:pt x="6737" y="21944"/>
                  </a:lnTo>
                  <a:lnTo>
                    <a:pt x="6647" y="21704"/>
                  </a:lnTo>
                  <a:lnTo>
                    <a:pt x="6558" y="21465"/>
                  </a:lnTo>
                  <a:lnTo>
                    <a:pt x="6179" y="20445"/>
                  </a:lnTo>
                  <a:lnTo>
                    <a:pt x="5806" y="19443"/>
                  </a:lnTo>
                  <a:lnTo>
                    <a:pt x="5615" y="18930"/>
                  </a:lnTo>
                  <a:lnTo>
                    <a:pt x="5545" y="18743"/>
                  </a:lnTo>
                  <a:lnTo>
                    <a:pt x="5468" y="18535"/>
                  </a:lnTo>
                  <a:lnTo>
                    <a:pt x="5357" y="18238"/>
                  </a:lnTo>
                  <a:lnTo>
                    <a:pt x="5304" y="18095"/>
                  </a:lnTo>
                  <a:lnTo>
                    <a:pt x="5134" y="18111"/>
                  </a:lnTo>
                  <a:lnTo>
                    <a:pt x="4493" y="18171"/>
                  </a:lnTo>
                  <a:lnTo>
                    <a:pt x="4027" y="18215"/>
                  </a:lnTo>
                  <a:lnTo>
                    <a:pt x="2911" y="18320"/>
                  </a:lnTo>
                  <a:lnTo>
                    <a:pt x="1183" y="18482"/>
                  </a:lnTo>
                  <a:lnTo>
                    <a:pt x="999" y="17284"/>
                  </a:lnTo>
                  <a:lnTo>
                    <a:pt x="712" y="15420"/>
                  </a:lnTo>
                  <a:lnTo>
                    <a:pt x="673" y="15171"/>
                  </a:lnTo>
                  <a:lnTo>
                    <a:pt x="616" y="14797"/>
                  </a:lnTo>
                  <a:lnTo>
                    <a:pt x="485" y="13947"/>
                  </a:lnTo>
                  <a:lnTo>
                    <a:pt x="417" y="13509"/>
                  </a:lnTo>
                  <a:lnTo>
                    <a:pt x="343" y="13023"/>
                  </a:lnTo>
                  <a:lnTo>
                    <a:pt x="291" y="12691"/>
                  </a:lnTo>
                  <a:lnTo>
                    <a:pt x="195" y="12067"/>
                  </a:lnTo>
                  <a:lnTo>
                    <a:pt x="161" y="11844"/>
                  </a:lnTo>
                  <a:lnTo>
                    <a:pt x="94" y="11410"/>
                  </a:lnTo>
                  <a:lnTo>
                    <a:pt x="47" y="11105"/>
                  </a:lnTo>
                  <a:lnTo>
                    <a:pt x="0" y="10344"/>
                  </a:lnTo>
                  <a:lnTo>
                    <a:pt x="802" y="10075"/>
                  </a:lnTo>
                  <a:lnTo>
                    <a:pt x="1106" y="9973"/>
                  </a:lnTo>
                  <a:lnTo>
                    <a:pt x="1518" y="9835"/>
                  </a:lnTo>
                  <a:lnTo>
                    <a:pt x="1752" y="9757"/>
                  </a:lnTo>
                  <a:lnTo>
                    <a:pt x="2068" y="9651"/>
                  </a:lnTo>
                  <a:lnTo>
                    <a:pt x="2213" y="9603"/>
                  </a:lnTo>
                  <a:lnTo>
                    <a:pt x="2035" y="5601"/>
                  </a:lnTo>
                  <a:lnTo>
                    <a:pt x="2002" y="4869"/>
                  </a:lnTo>
                  <a:lnTo>
                    <a:pt x="1853" y="1515"/>
                  </a:lnTo>
                  <a:lnTo>
                    <a:pt x="1824" y="847"/>
                  </a:lnTo>
                  <a:lnTo>
                    <a:pt x="1792" y="136"/>
                  </a:lnTo>
                  <a:lnTo>
                    <a:pt x="3608" y="68"/>
                  </a:lnTo>
                  <a:lnTo>
                    <a:pt x="5423" y="0"/>
                  </a:lnTo>
                  <a:lnTo>
                    <a:pt x="5522" y="26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003839" y="5328778"/>
              <a:ext cx="177893" cy="123824"/>
            </a:xfrm>
            <a:custGeom>
              <a:avLst/>
              <a:pathLst>
                <a:path w="177893" h="123824">
                  <a:moveTo>
                    <a:pt x="123691" y="14901"/>
                  </a:moveTo>
                  <a:lnTo>
                    <a:pt x="125881" y="16931"/>
                  </a:lnTo>
                  <a:lnTo>
                    <a:pt x="131328" y="21979"/>
                  </a:lnTo>
                  <a:lnTo>
                    <a:pt x="138671" y="28784"/>
                  </a:lnTo>
                  <a:lnTo>
                    <a:pt x="139657" y="29706"/>
                  </a:lnTo>
                  <a:lnTo>
                    <a:pt x="141557" y="31484"/>
                  </a:lnTo>
                  <a:lnTo>
                    <a:pt x="143560" y="33358"/>
                  </a:lnTo>
                  <a:lnTo>
                    <a:pt x="144233" y="33988"/>
                  </a:lnTo>
                  <a:lnTo>
                    <a:pt x="150887" y="40213"/>
                  </a:lnTo>
                  <a:lnTo>
                    <a:pt x="152057" y="41308"/>
                  </a:lnTo>
                  <a:lnTo>
                    <a:pt x="158276" y="47128"/>
                  </a:lnTo>
                  <a:lnTo>
                    <a:pt x="158710" y="47533"/>
                  </a:lnTo>
                  <a:lnTo>
                    <a:pt x="166543" y="54862"/>
                  </a:lnTo>
                  <a:lnTo>
                    <a:pt x="166732" y="55039"/>
                  </a:lnTo>
                  <a:lnTo>
                    <a:pt x="167184" y="55462"/>
                  </a:lnTo>
                  <a:lnTo>
                    <a:pt x="174840" y="62626"/>
                  </a:lnTo>
                  <a:lnTo>
                    <a:pt x="175830" y="63551"/>
                  </a:lnTo>
                  <a:lnTo>
                    <a:pt x="177893" y="65482"/>
                  </a:lnTo>
                  <a:lnTo>
                    <a:pt x="174662" y="68989"/>
                  </a:lnTo>
                  <a:lnTo>
                    <a:pt x="167744" y="76495"/>
                  </a:lnTo>
                  <a:lnTo>
                    <a:pt x="167044" y="77256"/>
                  </a:lnTo>
                  <a:lnTo>
                    <a:pt x="159916" y="85079"/>
                  </a:lnTo>
                  <a:lnTo>
                    <a:pt x="156690" y="88619"/>
                  </a:lnTo>
                  <a:lnTo>
                    <a:pt x="156349" y="88993"/>
                  </a:lnTo>
                  <a:lnTo>
                    <a:pt x="155825" y="89554"/>
                  </a:lnTo>
                  <a:lnTo>
                    <a:pt x="134818" y="112014"/>
                  </a:lnTo>
                  <a:lnTo>
                    <a:pt x="134645" y="112194"/>
                  </a:lnTo>
                  <a:lnTo>
                    <a:pt x="123493" y="123824"/>
                  </a:lnTo>
                  <a:lnTo>
                    <a:pt x="114244" y="115012"/>
                  </a:lnTo>
                  <a:lnTo>
                    <a:pt x="112420" y="113274"/>
                  </a:lnTo>
                  <a:lnTo>
                    <a:pt x="110731" y="111664"/>
                  </a:lnTo>
                  <a:lnTo>
                    <a:pt x="108013" y="109251"/>
                  </a:lnTo>
                  <a:lnTo>
                    <a:pt x="106320" y="108249"/>
                  </a:lnTo>
                  <a:lnTo>
                    <a:pt x="104153" y="108315"/>
                  </a:lnTo>
                  <a:lnTo>
                    <a:pt x="103536" y="108382"/>
                  </a:lnTo>
                  <a:lnTo>
                    <a:pt x="93169" y="109501"/>
                  </a:lnTo>
                  <a:lnTo>
                    <a:pt x="91271" y="109706"/>
                  </a:lnTo>
                  <a:lnTo>
                    <a:pt x="82588" y="110795"/>
                  </a:lnTo>
                  <a:lnTo>
                    <a:pt x="80748" y="111026"/>
                  </a:lnTo>
                  <a:lnTo>
                    <a:pt x="59694" y="113667"/>
                  </a:lnTo>
                  <a:lnTo>
                    <a:pt x="52700" y="115090"/>
                  </a:lnTo>
                  <a:lnTo>
                    <a:pt x="52174" y="115197"/>
                  </a:lnTo>
                  <a:lnTo>
                    <a:pt x="51027" y="115663"/>
                  </a:lnTo>
                  <a:lnTo>
                    <a:pt x="50107" y="116035"/>
                  </a:lnTo>
                  <a:lnTo>
                    <a:pt x="43532" y="119155"/>
                  </a:lnTo>
                  <a:lnTo>
                    <a:pt x="42658" y="119569"/>
                  </a:lnTo>
                  <a:lnTo>
                    <a:pt x="42172" y="119770"/>
                  </a:lnTo>
                  <a:lnTo>
                    <a:pt x="39843" y="120735"/>
                  </a:lnTo>
                  <a:lnTo>
                    <a:pt x="36493" y="121609"/>
                  </a:lnTo>
                  <a:lnTo>
                    <a:pt x="33394" y="122005"/>
                  </a:lnTo>
                  <a:lnTo>
                    <a:pt x="31109" y="122249"/>
                  </a:lnTo>
                  <a:lnTo>
                    <a:pt x="31306" y="116312"/>
                  </a:lnTo>
                  <a:lnTo>
                    <a:pt x="30487" y="115642"/>
                  </a:lnTo>
                  <a:lnTo>
                    <a:pt x="29864" y="113193"/>
                  </a:lnTo>
                  <a:lnTo>
                    <a:pt x="24410" y="110098"/>
                  </a:lnTo>
                  <a:lnTo>
                    <a:pt x="21492" y="106316"/>
                  </a:lnTo>
                  <a:lnTo>
                    <a:pt x="19405" y="106181"/>
                  </a:lnTo>
                  <a:lnTo>
                    <a:pt x="18349" y="100806"/>
                  </a:lnTo>
                  <a:lnTo>
                    <a:pt x="18333" y="100158"/>
                  </a:lnTo>
                  <a:lnTo>
                    <a:pt x="16978" y="100324"/>
                  </a:lnTo>
                  <a:lnTo>
                    <a:pt x="16135" y="95715"/>
                  </a:lnTo>
                  <a:lnTo>
                    <a:pt x="7760" y="96763"/>
                  </a:lnTo>
                  <a:lnTo>
                    <a:pt x="7760" y="92847"/>
                  </a:lnTo>
                  <a:lnTo>
                    <a:pt x="6343" y="89468"/>
                  </a:lnTo>
                  <a:lnTo>
                    <a:pt x="4668" y="83493"/>
                  </a:lnTo>
                  <a:lnTo>
                    <a:pt x="1853" y="78903"/>
                  </a:lnTo>
                  <a:lnTo>
                    <a:pt x="0" y="74605"/>
                  </a:lnTo>
                  <a:lnTo>
                    <a:pt x="2209" y="68958"/>
                  </a:lnTo>
                  <a:lnTo>
                    <a:pt x="1568" y="64477"/>
                  </a:lnTo>
                  <a:lnTo>
                    <a:pt x="3884" y="63385"/>
                  </a:lnTo>
                  <a:lnTo>
                    <a:pt x="6094" y="56463"/>
                  </a:lnTo>
                  <a:lnTo>
                    <a:pt x="427" y="52529"/>
                  </a:lnTo>
                  <a:lnTo>
                    <a:pt x="1104" y="44514"/>
                  </a:lnTo>
                  <a:lnTo>
                    <a:pt x="4903" y="44611"/>
                  </a:lnTo>
                  <a:lnTo>
                    <a:pt x="5003" y="43313"/>
                  </a:lnTo>
                  <a:lnTo>
                    <a:pt x="5080" y="42739"/>
                  </a:lnTo>
                  <a:lnTo>
                    <a:pt x="5283" y="41223"/>
                  </a:lnTo>
                  <a:lnTo>
                    <a:pt x="5417" y="39524"/>
                  </a:lnTo>
                  <a:lnTo>
                    <a:pt x="8125" y="35699"/>
                  </a:lnTo>
                  <a:lnTo>
                    <a:pt x="12616" y="22912"/>
                  </a:lnTo>
                  <a:lnTo>
                    <a:pt x="15502" y="17927"/>
                  </a:lnTo>
                  <a:lnTo>
                    <a:pt x="16180" y="16755"/>
                  </a:lnTo>
                  <a:lnTo>
                    <a:pt x="18267" y="12951"/>
                  </a:lnTo>
                  <a:lnTo>
                    <a:pt x="20068" y="12177"/>
                  </a:lnTo>
                  <a:lnTo>
                    <a:pt x="24501" y="10272"/>
                  </a:lnTo>
                  <a:lnTo>
                    <a:pt x="26764" y="10774"/>
                  </a:lnTo>
                  <a:lnTo>
                    <a:pt x="28385" y="10297"/>
                  </a:lnTo>
                  <a:lnTo>
                    <a:pt x="29458" y="9981"/>
                  </a:lnTo>
                  <a:lnTo>
                    <a:pt x="31723" y="9314"/>
                  </a:lnTo>
                  <a:lnTo>
                    <a:pt x="32234" y="8764"/>
                  </a:lnTo>
                  <a:lnTo>
                    <a:pt x="33263" y="8239"/>
                  </a:lnTo>
                  <a:lnTo>
                    <a:pt x="34188" y="9106"/>
                  </a:lnTo>
                  <a:lnTo>
                    <a:pt x="34649" y="9537"/>
                  </a:lnTo>
                  <a:lnTo>
                    <a:pt x="35690" y="10316"/>
                  </a:lnTo>
                  <a:lnTo>
                    <a:pt x="37158" y="10908"/>
                  </a:lnTo>
                  <a:lnTo>
                    <a:pt x="40415" y="12048"/>
                  </a:lnTo>
                  <a:lnTo>
                    <a:pt x="41747" y="12300"/>
                  </a:lnTo>
                  <a:lnTo>
                    <a:pt x="41660" y="12610"/>
                  </a:lnTo>
                  <a:lnTo>
                    <a:pt x="42569" y="12721"/>
                  </a:lnTo>
                  <a:lnTo>
                    <a:pt x="46532" y="13205"/>
                  </a:lnTo>
                  <a:lnTo>
                    <a:pt x="53667" y="14078"/>
                  </a:lnTo>
                  <a:lnTo>
                    <a:pt x="54070" y="14127"/>
                  </a:lnTo>
                  <a:lnTo>
                    <a:pt x="63540" y="15285"/>
                  </a:lnTo>
                  <a:lnTo>
                    <a:pt x="65450" y="15519"/>
                  </a:lnTo>
                  <a:lnTo>
                    <a:pt x="66146" y="15604"/>
                  </a:lnTo>
                  <a:lnTo>
                    <a:pt x="66275" y="14799"/>
                  </a:lnTo>
                  <a:lnTo>
                    <a:pt x="67372" y="4861"/>
                  </a:lnTo>
                  <a:lnTo>
                    <a:pt x="67634" y="2488"/>
                  </a:lnTo>
                  <a:lnTo>
                    <a:pt x="67787" y="1104"/>
                  </a:lnTo>
                  <a:lnTo>
                    <a:pt x="67909" y="0"/>
                  </a:lnTo>
                  <a:lnTo>
                    <a:pt x="80489" y="1382"/>
                  </a:lnTo>
                  <a:lnTo>
                    <a:pt x="80851" y="1422"/>
                  </a:lnTo>
                  <a:lnTo>
                    <a:pt x="82594" y="1614"/>
                  </a:lnTo>
                  <a:lnTo>
                    <a:pt x="91976" y="2645"/>
                  </a:lnTo>
                  <a:lnTo>
                    <a:pt x="103109" y="3869"/>
                  </a:lnTo>
                  <a:lnTo>
                    <a:pt x="109020" y="5449"/>
                  </a:lnTo>
                  <a:lnTo>
                    <a:pt x="113099" y="7290"/>
                  </a:lnTo>
                  <a:lnTo>
                    <a:pt x="117554" y="9795"/>
                  </a:lnTo>
                  <a:lnTo>
                    <a:pt x="120539" y="119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1824395" y="5476179"/>
              <a:ext cx="194087" cy="136324"/>
            </a:xfrm>
            <a:custGeom>
              <a:avLst/>
              <a:pathLst>
                <a:path w="194087" h="136324">
                  <a:moveTo>
                    <a:pt x="19680" y="18408"/>
                  </a:moveTo>
                  <a:lnTo>
                    <a:pt x="22399" y="24363"/>
                  </a:lnTo>
                  <a:lnTo>
                    <a:pt x="22702" y="24252"/>
                  </a:lnTo>
                  <a:lnTo>
                    <a:pt x="23379" y="23920"/>
                  </a:lnTo>
                  <a:lnTo>
                    <a:pt x="23773" y="23727"/>
                  </a:lnTo>
                  <a:lnTo>
                    <a:pt x="26533" y="22376"/>
                  </a:lnTo>
                  <a:lnTo>
                    <a:pt x="30878" y="20023"/>
                  </a:lnTo>
                  <a:lnTo>
                    <a:pt x="32818" y="18972"/>
                  </a:lnTo>
                  <a:lnTo>
                    <a:pt x="33558" y="18572"/>
                  </a:lnTo>
                  <a:lnTo>
                    <a:pt x="34096" y="18280"/>
                  </a:lnTo>
                  <a:lnTo>
                    <a:pt x="34303" y="18168"/>
                  </a:lnTo>
                  <a:lnTo>
                    <a:pt x="35853" y="17348"/>
                  </a:lnTo>
                  <a:lnTo>
                    <a:pt x="37698" y="16452"/>
                  </a:lnTo>
                  <a:lnTo>
                    <a:pt x="39240" y="15651"/>
                  </a:lnTo>
                  <a:lnTo>
                    <a:pt x="40966" y="14755"/>
                  </a:lnTo>
                  <a:lnTo>
                    <a:pt x="42066" y="14184"/>
                  </a:lnTo>
                  <a:lnTo>
                    <a:pt x="44104" y="13126"/>
                  </a:lnTo>
                  <a:lnTo>
                    <a:pt x="46345" y="11962"/>
                  </a:lnTo>
                  <a:lnTo>
                    <a:pt x="48208" y="10995"/>
                  </a:lnTo>
                  <a:lnTo>
                    <a:pt x="48323" y="11242"/>
                  </a:lnTo>
                  <a:lnTo>
                    <a:pt x="48843" y="12359"/>
                  </a:lnTo>
                  <a:lnTo>
                    <a:pt x="49163" y="13047"/>
                  </a:lnTo>
                  <a:lnTo>
                    <a:pt x="49441" y="12932"/>
                  </a:lnTo>
                  <a:lnTo>
                    <a:pt x="49756" y="12802"/>
                  </a:lnTo>
                  <a:lnTo>
                    <a:pt x="49917" y="12736"/>
                  </a:lnTo>
                  <a:lnTo>
                    <a:pt x="54948" y="10653"/>
                  </a:lnTo>
                  <a:lnTo>
                    <a:pt x="61552" y="7919"/>
                  </a:lnTo>
                  <a:lnTo>
                    <a:pt x="62677" y="8193"/>
                  </a:lnTo>
                  <a:lnTo>
                    <a:pt x="63343" y="8356"/>
                  </a:lnTo>
                  <a:lnTo>
                    <a:pt x="64752" y="9245"/>
                  </a:lnTo>
                  <a:lnTo>
                    <a:pt x="65161" y="9503"/>
                  </a:lnTo>
                  <a:lnTo>
                    <a:pt x="65346" y="9732"/>
                  </a:lnTo>
                  <a:lnTo>
                    <a:pt x="66109" y="10673"/>
                  </a:lnTo>
                  <a:lnTo>
                    <a:pt x="67533" y="12430"/>
                  </a:lnTo>
                  <a:lnTo>
                    <a:pt x="67894" y="12875"/>
                  </a:lnTo>
                  <a:lnTo>
                    <a:pt x="68459" y="13573"/>
                  </a:lnTo>
                  <a:lnTo>
                    <a:pt x="68659" y="13819"/>
                  </a:lnTo>
                  <a:lnTo>
                    <a:pt x="68819" y="14017"/>
                  </a:lnTo>
                  <a:lnTo>
                    <a:pt x="69271" y="14519"/>
                  </a:lnTo>
                  <a:lnTo>
                    <a:pt x="70888" y="16312"/>
                  </a:lnTo>
                  <a:lnTo>
                    <a:pt x="73154" y="18824"/>
                  </a:lnTo>
                  <a:lnTo>
                    <a:pt x="73853" y="19599"/>
                  </a:lnTo>
                  <a:lnTo>
                    <a:pt x="77395" y="23527"/>
                  </a:lnTo>
                  <a:lnTo>
                    <a:pt x="78101" y="24309"/>
                  </a:lnTo>
                  <a:lnTo>
                    <a:pt x="79461" y="25817"/>
                  </a:lnTo>
                  <a:lnTo>
                    <a:pt x="82207" y="28863"/>
                  </a:lnTo>
                  <a:lnTo>
                    <a:pt x="83544" y="30345"/>
                  </a:lnTo>
                  <a:lnTo>
                    <a:pt x="85190" y="32170"/>
                  </a:lnTo>
                  <a:lnTo>
                    <a:pt x="86274" y="33512"/>
                  </a:lnTo>
                  <a:lnTo>
                    <a:pt x="87190" y="34647"/>
                  </a:lnTo>
                  <a:lnTo>
                    <a:pt x="93186" y="42070"/>
                  </a:lnTo>
                  <a:lnTo>
                    <a:pt x="93801" y="42831"/>
                  </a:lnTo>
                  <a:lnTo>
                    <a:pt x="96090" y="45665"/>
                  </a:lnTo>
                  <a:lnTo>
                    <a:pt x="97273" y="46861"/>
                  </a:lnTo>
                  <a:lnTo>
                    <a:pt x="98604" y="47834"/>
                  </a:lnTo>
                  <a:lnTo>
                    <a:pt x="99163" y="48243"/>
                  </a:lnTo>
                  <a:lnTo>
                    <a:pt x="99338" y="48371"/>
                  </a:lnTo>
                  <a:lnTo>
                    <a:pt x="99758" y="48678"/>
                  </a:lnTo>
                  <a:lnTo>
                    <a:pt x="100987" y="49577"/>
                  </a:lnTo>
                  <a:lnTo>
                    <a:pt x="103758" y="51184"/>
                  </a:lnTo>
                  <a:lnTo>
                    <a:pt x="106060" y="52521"/>
                  </a:lnTo>
                  <a:lnTo>
                    <a:pt x="111235" y="55524"/>
                  </a:lnTo>
                  <a:lnTo>
                    <a:pt x="112772" y="56416"/>
                  </a:lnTo>
                  <a:lnTo>
                    <a:pt x="121878" y="61686"/>
                  </a:lnTo>
                  <a:lnTo>
                    <a:pt x="122313" y="61868"/>
                  </a:lnTo>
                  <a:lnTo>
                    <a:pt x="125279" y="63106"/>
                  </a:lnTo>
                  <a:lnTo>
                    <a:pt x="126838" y="63757"/>
                  </a:lnTo>
                  <a:lnTo>
                    <a:pt x="127029" y="63755"/>
                  </a:lnTo>
                  <a:lnTo>
                    <a:pt x="127470" y="63749"/>
                  </a:lnTo>
                  <a:lnTo>
                    <a:pt x="129918" y="63448"/>
                  </a:lnTo>
                  <a:lnTo>
                    <a:pt x="150980" y="60857"/>
                  </a:lnTo>
                  <a:lnTo>
                    <a:pt x="155622" y="60285"/>
                  </a:lnTo>
                  <a:lnTo>
                    <a:pt x="159737" y="59779"/>
                  </a:lnTo>
                  <a:lnTo>
                    <a:pt x="160156" y="59728"/>
                  </a:lnTo>
                  <a:lnTo>
                    <a:pt x="161355" y="59587"/>
                  </a:lnTo>
                  <a:lnTo>
                    <a:pt x="165908" y="59051"/>
                  </a:lnTo>
                  <a:lnTo>
                    <a:pt x="166113" y="59027"/>
                  </a:lnTo>
                  <a:lnTo>
                    <a:pt x="175914" y="57874"/>
                  </a:lnTo>
                  <a:lnTo>
                    <a:pt x="176468" y="57809"/>
                  </a:lnTo>
                  <a:lnTo>
                    <a:pt x="178513" y="57569"/>
                  </a:lnTo>
                  <a:lnTo>
                    <a:pt x="186602" y="56617"/>
                  </a:lnTo>
                  <a:lnTo>
                    <a:pt x="187097" y="56559"/>
                  </a:lnTo>
                  <a:lnTo>
                    <a:pt x="188052" y="56334"/>
                  </a:lnTo>
                  <a:lnTo>
                    <a:pt x="191882" y="55433"/>
                  </a:lnTo>
                  <a:lnTo>
                    <a:pt x="192665" y="55248"/>
                  </a:lnTo>
                  <a:lnTo>
                    <a:pt x="192709" y="56393"/>
                  </a:lnTo>
                  <a:lnTo>
                    <a:pt x="192031" y="57528"/>
                  </a:lnTo>
                  <a:lnTo>
                    <a:pt x="191355" y="58659"/>
                  </a:lnTo>
                  <a:lnTo>
                    <a:pt x="192343" y="68669"/>
                  </a:lnTo>
                  <a:lnTo>
                    <a:pt x="194087" y="84886"/>
                  </a:lnTo>
                  <a:lnTo>
                    <a:pt x="191430" y="85160"/>
                  </a:lnTo>
                  <a:lnTo>
                    <a:pt x="189955" y="85313"/>
                  </a:lnTo>
                  <a:lnTo>
                    <a:pt x="189627" y="85347"/>
                  </a:lnTo>
                  <a:lnTo>
                    <a:pt x="188523" y="87327"/>
                  </a:lnTo>
                  <a:lnTo>
                    <a:pt x="186672" y="90644"/>
                  </a:lnTo>
                  <a:lnTo>
                    <a:pt x="185591" y="92583"/>
                  </a:lnTo>
                  <a:lnTo>
                    <a:pt x="184968" y="92324"/>
                  </a:lnTo>
                  <a:lnTo>
                    <a:pt x="184722" y="92221"/>
                  </a:lnTo>
                  <a:lnTo>
                    <a:pt x="183312" y="94459"/>
                  </a:lnTo>
                  <a:lnTo>
                    <a:pt x="175310" y="107157"/>
                  </a:lnTo>
                  <a:lnTo>
                    <a:pt x="169112" y="116863"/>
                  </a:lnTo>
                  <a:lnTo>
                    <a:pt x="166437" y="115032"/>
                  </a:lnTo>
                  <a:lnTo>
                    <a:pt x="153266" y="106016"/>
                  </a:lnTo>
                  <a:lnTo>
                    <a:pt x="152598" y="106003"/>
                  </a:lnTo>
                  <a:lnTo>
                    <a:pt x="152410" y="105999"/>
                  </a:lnTo>
                  <a:lnTo>
                    <a:pt x="152152" y="105994"/>
                  </a:lnTo>
                  <a:lnTo>
                    <a:pt x="151922" y="106019"/>
                  </a:lnTo>
                  <a:lnTo>
                    <a:pt x="142476" y="107057"/>
                  </a:lnTo>
                  <a:lnTo>
                    <a:pt x="137389" y="107615"/>
                  </a:lnTo>
                  <a:lnTo>
                    <a:pt x="134509" y="107932"/>
                  </a:lnTo>
                  <a:lnTo>
                    <a:pt x="126494" y="108911"/>
                  </a:lnTo>
                  <a:lnTo>
                    <a:pt x="126479" y="109125"/>
                  </a:lnTo>
                  <a:lnTo>
                    <a:pt x="126381" y="110490"/>
                  </a:lnTo>
                  <a:lnTo>
                    <a:pt x="120052" y="111381"/>
                  </a:lnTo>
                  <a:lnTo>
                    <a:pt x="118815" y="111555"/>
                  </a:lnTo>
                  <a:lnTo>
                    <a:pt x="118851" y="111762"/>
                  </a:lnTo>
                  <a:lnTo>
                    <a:pt x="119112" y="113246"/>
                  </a:lnTo>
                  <a:lnTo>
                    <a:pt x="119580" y="113088"/>
                  </a:lnTo>
                  <a:lnTo>
                    <a:pt x="120336" y="113363"/>
                  </a:lnTo>
                  <a:lnTo>
                    <a:pt x="121256" y="113655"/>
                  </a:lnTo>
                  <a:lnTo>
                    <a:pt x="123832" y="114474"/>
                  </a:lnTo>
                  <a:lnTo>
                    <a:pt x="123828" y="114803"/>
                  </a:lnTo>
                  <a:lnTo>
                    <a:pt x="123296" y="115413"/>
                  </a:lnTo>
                  <a:lnTo>
                    <a:pt x="120895" y="118166"/>
                  </a:lnTo>
                  <a:lnTo>
                    <a:pt x="120865" y="118545"/>
                  </a:lnTo>
                  <a:lnTo>
                    <a:pt x="120865" y="119034"/>
                  </a:lnTo>
                  <a:lnTo>
                    <a:pt x="120865" y="119530"/>
                  </a:lnTo>
                  <a:lnTo>
                    <a:pt x="120865" y="119704"/>
                  </a:lnTo>
                  <a:lnTo>
                    <a:pt x="120626" y="121531"/>
                  </a:lnTo>
                  <a:lnTo>
                    <a:pt x="120423" y="123080"/>
                  </a:lnTo>
                  <a:lnTo>
                    <a:pt x="115211" y="123160"/>
                  </a:lnTo>
                  <a:lnTo>
                    <a:pt x="113746" y="123854"/>
                  </a:lnTo>
                  <a:lnTo>
                    <a:pt x="113328" y="124442"/>
                  </a:lnTo>
                  <a:lnTo>
                    <a:pt x="112757" y="125247"/>
                  </a:lnTo>
                  <a:lnTo>
                    <a:pt x="111137" y="128427"/>
                  </a:lnTo>
                  <a:lnTo>
                    <a:pt x="110852" y="128988"/>
                  </a:lnTo>
                  <a:lnTo>
                    <a:pt x="111408" y="136324"/>
                  </a:lnTo>
                  <a:lnTo>
                    <a:pt x="109184" y="135687"/>
                  </a:lnTo>
                  <a:lnTo>
                    <a:pt x="107116" y="134047"/>
                  </a:lnTo>
                  <a:lnTo>
                    <a:pt x="104893" y="132285"/>
                  </a:lnTo>
                  <a:lnTo>
                    <a:pt x="104143" y="131866"/>
                  </a:lnTo>
                  <a:lnTo>
                    <a:pt x="100188" y="129617"/>
                  </a:lnTo>
                  <a:lnTo>
                    <a:pt x="95085" y="126714"/>
                  </a:lnTo>
                  <a:lnTo>
                    <a:pt x="91419" y="129618"/>
                  </a:lnTo>
                  <a:lnTo>
                    <a:pt x="85739" y="118006"/>
                  </a:lnTo>
                  <a:lnTo>
                    <a:pt x="77497" y="104686"/>
                  </a:lnTo>
                  <a:lnTo>
                    <a:pt x="73487" y="96490"/>
                  </a:lnTo>
                  <a:lnTo>
                    <a:pt x="70146" y="88521"/>
                  </a:lnTo>
                  <a:lnTo>
                    <a:pt x="65134" y="83740"/>
                  </a:lnTo>
                  <a:lnTo>
                    <a:pt x="58341" y="82146"/>
                  </a:lnTo>
                  <a:lnTo>
                    <a:pt x="54331" y="80780"/>
                  </a:lnTo>
                  <a:lnTo>
                    <a:pt x="52326" y="74860"/>
                  </a:lnTo>
                  <a:lnTo>
                    <a:pt x="47649" y="70648"/>
                  </a:lnTo>
                  <a:lnTo>
                    <a:pt x="42525" y="65184"/>
                  </a:lnTo>
                  <a:lnTo>
                    <a:pt x="38293" y="57784"/>
                  </a:lnTo>
                  <a:lnTo>
                    <a:pt x="34841" y="51295"/>
                  </a:lnTo>
                  <a:lnTo>
                    <a:pt x="32279" y="46969"/>
                  </a:lnTo>
                  <a:lnTo>
                    <a:pt x="26710" y="41277"/>
                  </a:lnTo>
                  <a:lnTo>
                    <a:pt x="20473" y="36723"/>
                  </a:lnTo>
                  <a:lnTo>
                    <a:pt x="15573" y="31714"/>
                  </a:lnTo>
                  <a:lnTo>
                    <a:pt x="14571" y="27389"/>
                  </a:lnTo>
                  <a:lnTo>
                    <a:pt x="13791" y="23746"/>
                  </a:lnTo>
                  <a:lnTo>
                    <a:pt x="8445" y="20558"/>
                  </a:lnTo>
                  <a:lnTo>
                    <a:pt x="3879" y="19875"/>
                  </a:lnTo>
                  <a:lnTo>
                    <a:pt x="0" y="20170"/>
                  </a:lnTo>
                  <a:lnTo>
                    <a:pt x="13641" y="5594"/>
                  </a:lnTo>
                  <a:lnTo>
                    <a:pt x="13230" y="0"/>
                  </a:lnTo>
                  <a:lnTo>
                    <a:pt x="20887" y="1024"/>
                  </a:lnTo>
                  <a:lnTo>
                    <a:pt x="24853" y="1438"/>
                  </a:lnTo>
                  <a:lnTo>
                    <a:pt x="26981" y="3569"/>
                  </a:lnTo>
                  <a:lnTo>
                    <a:pt x="23016" y="4659"/>
                  </a:lnTo>
                  <a:lnTo>
                    <a:pt x="23339" y="5789"/>
                  </a:lnTo>
                  <a:lnTo>
                    <a:pt x="22169" y="6143"/>
                  </a:lnTo>
                  <a:lnTo>
                    <a:pt x="21209" y="6435"/>
                  </a:lnTo>
                  <a:lnTo>
                    <a:pt x="20015" y="6796"/>
                  </a:lnTo>
                  <a:lnTo>
                    <a:pt x="20531" y="8751"/>
                  </a:lnTo>
                  <a:lnTo>
                    <a:pt x="18544" y="9375"/>
                  </a:lnTo>
                  <a:lnTo>
                    <a:pt x="18845" y="10434"/>
                  </a:lnTo>
                  <a:lnTo>
                    <a:pt x="17659" y="10809"/>
                  </a:lnTo>
                  <a:lnTo>
                    <a:pt x="18043" y="124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1915815" y="5561074"/>
              <a:ext cx="162018" cy="130231"/>
            </a:xfrm>
            <a:custGeom>
              <a:avLst/>
              <a:pathLst>
                <a:path w="162018" h="130231">
                  <a:moveTo>
                    <a:pt x="155820" y="46577"/>
                  </a:moveTo>
                  <a:lnTo>
                    <a:pt x="149109" y="51833"/>
                  </a:lnTo>
                  <a:lnTo>
                    <a:pt x="142221" y="57227"/>
                  </a:lnTo>
                  <a:lnTo>
                    <a:pt x="139569" y="59303"/>
                  </a:lnTo>
                  <a:lnTo>
                    <a:pt x="136931" y="61369"/>
                  </a:lnTo>
                  <a:lnTo>
                    <a:pt x="134688" y="63867"/>
                  </a:lnTo>
                  <a:lnTo>
                    <a:pt x="134088" y="64535"/>
                  </a:lnTo>
                  <a:lnTo>
                    <a:pt x="132577" y="66217"/>
                  </a:lnTo>
                  <a:lnTo>
                    <a:pt x="132273" y="70068"/>
                  </a:lnTo>
                  <a:lnTo>
                    <a:pt x="134259" y="76089"/>
                  </a:lnTo>
                  <a:lnTo>
                    <a:pt x="135697" y="77325"/>
                  </a:lnTo>
                  <a:lnTo>
                    <a:pt x="134323" y="80728"/>
                  </a:lnTo>
                  <a:lnTo>
                    <a:pt x="139295" y="83700"/>
                  </a:lnTo>
                  <a:lnTo>
                    <a:pt x="141398" y="85377"/>
                  </a:lnTo>
                  <a:lnTo>
                    <a:pt x="144533" y="88511"/>
                  </a:lnTo>
                  <a:lnTo>
                    <a:pt x="144980" y="89328"/>
                  </a:lnTo>
                  <a:lnTo>
                    <a:pt x="144688" y="90449"/>
                  </a:lnTo>
                  <a:lnTo>
                    <a:pt x="143761" y="91143"/>
                  </a:lnTo>
                  <a:lnTo>
                    <a:pt x="142301" y="91466"/>
                  </a:lnTo>
                  <a:lnTo>
                    <a:pt x="140060" y="92574"/>
                  </a:lnTo>
                  <a:lnTo>
                    <a:pt x="132534" y="98442"/>
                  </a:lnTo>
                  <a:lnTo>
                    <a:pt x="130980" y="99653"/>
                  </a:lnTo>
                  <a:lnTo>
                    <a:pt x="124393" y="109748"/>
                  </a:lnTo>
                  <a:lnTo>
                    <a:pt x="121493" y="112876"/>
                  </a:lnTo>
                  <a:lnTo>
                    <a:pt x="115958" y="117125"/>
                  </a:lnTo>
                  <a:lnTo>
                    <a:pt x="114091" y="115682"/>
                  </a:lnTo>
                  <a:lnTo>
                    <a:pt x="111623" y="113803"/>
                  </a:lnTo>
                  <a:lnTo>
                    <a:pt x="111121" y="113420"/>
                  </a:lnTo>
                  <a:lnTo>
                    <a:pt x="110882" y="113261"/>
                  </a:lnTo>
                  <a:lnTo>
                    <a:pt x="108805" y="111715"/>
                  </a:lnTo>
                  <a:lnTo>
                    <a:pt x="107447" y="109711"/>
                  </a:lnTo>
                  <a:lnTo>
                    <a:pt x="107404" y="106425"/>
                  </a:lnTo>
                  <a:lnTo>
                    <a:pt x="104564" y="101643"/>
                  </a:lnTo>
                  <a:lnTo>
                    <a:pt x="92202" y="94471"/>
                  </a:lnTo>
                  <a:lnTo>
                    <a:pt x="89028" y="92251"/>
                  </a:lnTo>
                  <a:lnTo>
                    <a:pt x="86689" y="92251"/>
                  </a:lnTo>
                  <a:lnTo>
                    <a:pt x="83682" y="93959"/>
                  </a:lnTo>
                  <a:lnTo>
                    <a:pt x="77166" y="97545"/>
                  </a:lnTo>
                  <a:lnTo>
                    <a:pt x="69983" y="99082"/>
                  </a:lnTo>
                  <a:lnTo>
                    <a:pt x="65138" y="100106"/>
                  </a:lnTo>
                  <a:lnTo>
                    <a:pt x="61630" y="103180"/>
                  </a:lnTo>
                  <a:lnTo>
                    <a:pt x="57119" y="106766"/>
                  </a:lnTo>
                  <a:lnTo>
                    <a:pt x="51606" y="109840"/>
                  </a:lnTo>
                  <a:lnTo>
                    <a:pt x="49100" y="112230"/>
                  </a:lnTo>
                  <a:lnTo>
                    <a:pt x="42251" y="115987"/>
                  </a:lnTo>
                  <a:lnTo>
                    <a:pt x="39745" y="119573"/>
                  </a:lnTo>
                  <a:lnTo>
                    <a:pt x="37072" y="121622"/>
                  </a:lnTo>
                  <a:lnTo>
                    <a:pt x="36236" y="123671"/>
                  </a:lnTo>
                  <a:lnTo>
                    <a:pt x="35234" y="125721"/>
                  </a:lnTo>
                  <a:lnTo>
                    <a:pt x="33062" y="127428"/>
                  </a:lnTo>
                  <a:lnTo>
                    <a:pt x="32280" y="129036"/>
                  </a:lnTo>
                  <a:lnTo>
                    <a:pt x="26265" y="130231"/>
                  </a:lnTo>
                  <a:lnTo>
                    <a:pt x="22727" y="130011"/>
                  </a:lnTo>
                  <a:lnTo>
                    <a:pt x="25233" y="123749"/>
                  </a:lnTo>
                  <a:lnTo>
                    <a:pt x="26347" y="116634"/>
                  </a:lnTo>
                  <a:lnTo>
                    <a:pt x="25233" y="103827"/>
                  </a:lnTo>
                  <a:lnTo>
                    <a:pt x="24398" y="93582"/>
                  </a:lnTo>
                  <a:lnTo>
                    <a:pt x="19386" y="84474"/>
                  </a:lnTo>
                  <a:lnTo>
                    <a:pt x="14652" y="74798"/>
                  </a:lnTo>
                  <a:lnTo>
                    <a:pt x="6578" y="64837"/>
                  </a:lnTo>
                  <a:lnTo>
                    <a:pt x="1844" y="54022"/>
                  </a:lnTo>
                  <a:lnTo>
                    <a:pt x="0" y="44722"/>
                  </a:lnTo>
                  <a:lnTo>
                    <a:pt x="3665" y="41820"/>
                  </a:lnTo>
                  <a:lnTo>
                    <a:pt x="8768" y="44722"/>
                  </a:lnTo>
                  <a:lnTo>
                    <a:pt x="12722" y="46972"/>
                  </a:lnTo>
                  <a:lnTo>
                    <a:pt x="13473" y="47391"/>
                  </a:lnTo>
                  <a:lnTo>
                    <a:pt x="15695" y="49153"/>
                  </a:lnTo>
                  <a:lnTo>
                    <a:pt x="17763" y="50792"/>
                  </a:lnTo>
                  <a:lnTo>
                    <a:pt x="19988" y="51429"/>
                  </a:lnTo>
                  <a:lnTo>
                    <a:pt x="19431" y="44093"/>
                  </a:lnTo>
                  <a:lnTo>
                    <a:pt x="19717" y="43533"/>
                  </a:lnTo>
                  <a:lnTo>
                    <a:pt x="21337" y="40353"/>
                  </a:lnTo>
                  <a:lnTo>
                    <a:pt x="21946" y="39495"/>
                  </a:lnTo>
                  <a:lnTo>
                    <a:pt x="22326" y="38959"/>
                  </a:lnTo>
                  <a:lnTo>
                    <a:pt x="23791" y="38265"/>
                  </a:lnTo>
                  <a:lnTo>
                    <a:pt x="29003" y="38186"/>
                  </a:lnTo>
                  <a:lnTo>
                    <a:pt x="29205" y="36636"/>
                  </a:lnTo>
                  <a:lnTo>
                    <a:pt x="29444" y="34809"/>
                  </a:lnTo>
                  <a:lnTo>
                    <a:pt x="29444" y="34636"/>
                  </a:lnTo>
                  <a:lnTo>
                    <a:pt x="29444" y="34140"/>
                  </a:lnTo>
                  <a:lnTo>
                    <a:pt x="29444" y="33650"/>
                  </a:lnTo>
                  <a:lnTo>
                    <a:pt x="29475" y="33272"/>
                  </a:lnTo>
                  <a:lnTo>
                    <a:pt x="31876" y="30519"/>
                  </a:lnTo>
                  <a:lnTo>
                    <a:pt x="32440" y="29872"/>
                  </a:lnTo>
                  <a:lnTo>
                    <a:pt x="32412" y="29580"/>
                  </a:lnTo>
                  <a:lnTo>
                    <a:pt x="29835" y="28761"/>
                  </a:lnTo>
                  <a:lnTo>
                    <a:pt x="28916" y="28468"/>
                  </a:lnTo>
                  <a:lnTo>
                    <a:pt x="28160" y="28194"/>
                  </a:lnTo>
                  <a:lnTo>
                    <a:pt x="27690" y="28339"/>
                  </a:lnTo>
                  <a:lnTo>
                    <a:pt x="27431" y="26867"/>
                  </a:lnTo>
                  <a:lnTo>
                    <a:pt x="27394" y="26661"/>
                  </a:lnTo>
                  <a:lnTo>
                    <a:pt x="28632" y="26487"/>
                  </a:lnTo>
                  <a:lnTo>
                    <a:pt x="34961" y="25595"/>
                  </a:lnTo>
                  <a:lnTo>
                    <a:pt x="35058" y="24230"/>
                  </a:lnTo>
                  <a:lnTo>
                    <a:pt x="35074" y="24017"/>
                  </a:lnTo>
                  <a:lnTo>
                    <a:pt x="43088" y="23037"/>
                  </a:lnTo>
                  <a:lnTo>
                    <a:pt x="45968" y="22721"/>
                  </a:lnTo>
                  <a:lnTo>
                    <a:pt x="51055" y="22162"/>
                  </a:lnTo>
                  <a:lnTo>
                    <a:pt x="60501" y="21124"/>
                  </a:lnTo>
                  <a:lnTo>
                    <a:pt x="60732" y="21099"/>
                  </a:lnTo>
                  <a:lnTo>
                    <a:pt x="60989" y="21104"/>
                  </a:lnTo>
                  <a:lnTo>
                    <a:pt x="61178" y="21108"/>
                  </a:lnTo>
                  <a:lnTo>
                    <a:pt x="61846" y="21122"/>
                  </a:lnTo>
                  <a:lnTo>
                    <a:pt x="75016" y="30137"/>
                  </a:lnTo>
                  <a:lnTo>
                    <a:pt x="77692" y="31969"/>
                  </a:lnTo>
                  <a:lnTo>
                    <a:pt x="83893" y="22257"/>
                  </a:lnTo>
                  <a:lnTo>
                    <a:pt x="91891" y="9564"/>
                  </a:lnTo>
                  <a:lnTo>
                    <a:pt x="93302" y="7326"/>
                  </a:lnTo>
                  <a:lnTo>
                    <a:pt x="93548" y="7429"/>
                  </a:lnTo>
                  <a:lnTo>
                    <a:pt x="94171" y="7689"/>
                  </a:lnTo>
                  <a:lnTo>
                    <a:pt x="95252" y="5750"/>
                  </a:lnTo>
                  <a:lnTo>
                    <a:pt x="97103" y="2432"/>
                  </a:lnTo>
                  <a:lnTo>
                    <a:pt x="98207" y="452"/>
                  </a:lnTo>
                  <a:lnTo>
                    <a:pt x="98535" y="418"/>
                  </a:lnTo>
                  <a:lnTo>
                    <a:pt x="100009" y="266"/>
                  </a:lnTo>
                  <a:lnTo>
                    <a:pt x="102676" y="0"/>
                  </a:lnTo>
                  <a:lnTo>
                    <a:pt x="106164" y="3220"/>
                  </a:lnTo>
                  <a:lnTo>
                    <a:pt x="118617" y="9510"/>
                  </a:lnTo>
                  <a:lnTo>
                    <a:pt x="128571" y="14814"/>
                  </a:lnTo>
                  <a:lnTo>
                    <a:pt x="128901" y="15040"/>
                  </a:lnTo>
                  <a:lnTo>
                    <a:pt x="134333" y="18757"/>
                  </a:lnTo>
                  <a:lnTo>
                    <a:pt x="139444" y="21828"/>
                  </a:lnTo>
                  <a:lnTo>
                    <a:pt x="144246" y="23487"/>
                  </a:lnTo>
                  <a:lnTo>
                    <a:pt x="153241" y="26593"/>
                  </a:lnTo>
                  <a:lnTo>
                    <a:pt x="159085" y="30030"/>
                  </a:lnTo>
                  <a:lnTo>
                    <a:pt x="162018" y="30775"/>
                  </a:lnTo>
                  <a:lnTo>
                    <a:pt x="161402" y="37790"/>
                  </a:lnTo>
                  <a:lnTo>
                    <a:pt x="160706" y="39925"/>
                  </a:lnTo>
                  <a:lnTo>
                    <a:pt x="158471" y="448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60221" y="3365988"/>
              <a:ext cx="220298" cy="99102"/>
            </a:xfrm>
            <a:custGeom>
              <a:avLst/>
              <a:pathLst>
                <a:path w="220298" h="99102">
                  <a:moveTo>
                    <a:pt x="133780" y="4499"/>
                  </a:moveTo>
                  <a:lnTo>
                    <a:pt x="134520" y="5070"/>
                  </a:lnTo>
                  <a:lnTo>
                    <a:pt x="135789" y="3300"/>
                  </a:lnTo>
                  <a:lnTo>
                    <a:pt x="137505" y="904"/>
                  </a:lnTo>
                  <a:lnTo>
                    <a:pt x="139361" y="2174"/>
                  </a:lnTo>
                  <a:lnTo>
                    <a:pt x="141006" y="3300"/>
                  </a:lnTo>
                  <a:lnTo>
                    <a:pt x="144284" y="5544"/>
                  </a:lnTo>
                  <a:lnTo>
                    <a:pt x="144723" y="5844"/>
                  </a:lnTo>
                  <a:lnTo>
                    <a:pt x="145739" y="6539"/>
                  </a:lnTo>
                  <a:lnTo>
                    <a:pt x="145937" y="6675"/>
                  </a:lnTo>
                  <a:lnTo>
                    <a:pt x="146081" y="7375"/>
                  </a:lnTo>
                  <a:lnTo>
                    <a:pt x="148053" y="9134"/>
                  </a:lnTo>
                  <a:lnTo>
                    <a:pt x="148265" y="9323"/>
                  </a:lnTo>
                  <a:lnTo>
                    <a:pt x="148570" y="9595"/>
                  </a:lnTo>
                  <a:lnTo>
                    <a:pt x="150358" y="11291"/>
                  </a:lnTo>
                  <a:lnTo>
                    <a:pt x="150937" y="13961"/>
                  </a:lnTo>
                  <a:lnTo>
                    <a:pt x="150937" y="15626"/>
                  </a:lnTo>
                  <a:lnTo>
                    <a:pt x="150904" y="16496"/>
                  </a:lnTo>
                  <a:lnTo>
                    <a:pt x="150403" y="17671"/>
                  </a:lnTo>
                  <a:lnTo>
                    <a:pt x="149942" y="18750"/>
                  </a:lnTo>
                  <a:lnTo>
                    <a:pt x="156408" y="23202"/>
                  </a:lnTo>
                  <a:lnTo>
                    <a:pt x="161503" y="26674"/>
                  </a:lnTo>
                  <a:lnTo>
                    <a:pt x="162191" y="26873"/>
                  </a:lnTo>
                  <a:lnTo>
                    <a:pt x="162472" y="26955"/>
                  </a:lnTo>
                  <a:lnTo>
                    <a:pt x="162993" y="27106"/>
                  </a:lnTo>
                  <a:lnTo>
                    <a:pt x="163151" y="27152"/>
                  </a:lnTo>
                  <a:lnTo>
                    <a:pt x="164087" y="27152"/>
                  </a:lnTo>
                  <a:lnTo>
                    <a:pt x="164821" y="26370"/>
                  </a:lnTo>
                  <a:lnTo>
                    <a:pt x="165201" y="25964"/>
                  </a:lnTo>
                  <a:lnTo>
                    <a:pt x="165376" y="25745"/>
                  </a:lnTo>
                  <a:lnTo>
                    <a:pt x="166005" y="24965"/>
                  </a:lnTo>
                  <a:lnTo>
                    <a:pt x="167647" y="22932"/>
                  </a:lnTo>
                  <a:lnTo>
                    <a:pt x="170646" y="19218"/>
                  </a:lnTo>
                  <a:lnTo>
                    <a:pt x="171741" y="19534"/>
                  </a:lnTo>
                  <a:lnTo>
                    <a:pt x="172466" y="19744"/>
                  </a:lnTo>
                  <a:lnTo>
                    <a:pt x="173597" y="19860"/>
                  </a:lnTo>
                  <a:lnTo>
                    <a:pt x="176336" y="22137"/>
                  </a:lnTo>
                  <a:lnTo>
                    <a:pt x="179720" y="24487"/>
                  </a:lnTo>
                  <a:lnTo>
                    <a:pt x="180168" y="24798"/>
                  </a:lnTo>
                  <a:lnTo>
                    <a:pt x="181927" y="26019"/>
                  </a:lnTo>
                  <a:lnTo>
                    <a:pt x="186928" y="29981"/>
                  </a:lnTo>
                  <a:lnTo>
                    <a:pt x="188949" y="31340"/>
                  </a:lnTo>
                  <a:lnTo>
                    <a:pt x="191378" y="32973"/>
                  </a:lnTo>
                  <a:lnTo>
                    <a:pt x="195465" y="35722"/>
                  </a:lnTo>
                  <a:lnTo>
                    <a:pt x="200683" y="39230"/>
                  </a:lnTo>
                  <a:lnTo>
                    <a:pt x="201380" y="38119"/>
                  </a:lnTo>
                  <a:lnTo>
                    <a:pt x="201737" y="37549"/>
                  </a:lnTo>
                  <a:lnTo>
                    <a:pt x="203430" y="34850"/>
                  </a:lnTo>
                  <a:lnTo>
                    <a:pt x="204021" y="33909"/>
                  </a:lnTo>
                  <a:lnTo>
                    <a:pt x="205237" y="31970"/>
                  </a:lnTo>
                  <a:lnTo>
                    <a:pt x="206142" y="32552"/>
                  </a:lnTo>
                  <a:lnTo>
                    <a:pt x="208255" y="33909"/>
                  </a:lnTo>
                  <a:lnTo>
                    <a:pt x="211311" y="35872"/>
                  </a:lnTo>
                  <a:lnTo>
                    <a:pt x="211848" y="36257"/>
                  </a:lnTo>
                  <a:lnTo>
                    <a:pt x="214280" y="37999"/>
                  </a:lnTo>
                  <a:lnTo>
                    <a:pt x="219288" y="41588"/>
                  </a:lnTo>
                  <a:lnTo>
                    <a:pt x="219655" y="41851"/>
                  </a:lnTo>
                  <a:lnTo>
                    <a:pt x="220298" y="42311"/>
                  </a:lnTo>
                  <a:lnTo>
                    <a:pt x="219818" y="43043"/>
                  </a:lnTo>
                  <a:lnTo>
                    <a:pt x="218557" y="44967"/>
                  </a:lnTo>
                  <a:lnTo>
                    <a:pt x="217510" y="46564"/>
                  </a:lnTo>
                  <a:lnTo>
                    <a:pt x="216949" y="47421"/>
                  </a:lnTo>
                  <a:lnTo>
                    <a:pt x="215900" y="49021"/>
                  </a:lnTo>
                  <a:lnTo>
                    <a:pt x="215754" y="49244"/>
                  </a:lnTo>
                  <a:lnTo>
                    <a:pt x="215493" y="49620"/>
                  </a:lnTo>
                  <a:lnTo>
                    <a:pt x="215088" y="50204"/>
                  </a:lnTo>
                  <a:lnTo>
                    <a:pt x="214597" y="50913"/>
                  </a:lnTo>
                  <a:lnTo>
                    <a:pt x="214260" y="51399"/>
                  </a:lnTo>
                  <a:lnTo>
                    <a:pt x="211042" y="56041"/>
                  </a:lnTo>
                  <a:lnTo>
                    <a:pt x="206617" y="62660"/>
                  </a:lnTo>
                  <a:lnTo>
                    <a:pt x="202992" y="68083"/>
                  </a:lnTo>
                  <a:lnTo>
                    <a:pt x="202863" y="68275"/>
                  </a:lnTo>
                  <a:lnTo>
                    <a:pt x="202494" y="68828"/>
                  </a:lnTo>
                  <a:lnTo>
                    <a:pt x="202406" y="68959"/>
                  </a:lnTo>
                  <a:lnTo>
                    <a:pt x="201779" y="69898"/>
                  </a:lnTo>
                  <a:lnTo>
                    <a:pt x="201555" y="70241"/>
                  </a:lnTo>
                  <a:lnTo>
                    <a:pt x="199962" y="72688"/>
                  </a:lnTo>
                  <a:lnTo>
                    <a:pt x="197927" y="75812"/>
                  </a:lnTo>
                  <a:lnTo>
                    <a:pt x="197399" y="76623"/>
                  </a:lnTo>
                  <a:lnTo>
                    <a:pt x="194239" y="81116"/>
                  </a:lnTo>
                  <a:lnTo>
                    <a:pt x="192516" y="83565"/>
                  </a:lnTo>
                  <a:lnTo>
                    <a:pt x="191072" y="85619"/>
                  </a:lnTo>
                  <a:lnTo>
                    <a:pt x="190418" y="86548"/>
                  </a:lnTo>
                  <a:lnTo>
                    <a:pt x="188376" y="89451"/>
                  </a:lnTo>
                  <a:lnTo>
                    <a:pt x="187720" y="90383"/>
                  </a:lnTo>
                  <a:lnTo>
                    <a:pt x="186070" y="92805"/>
                  </a:lnTo>
                  <a:lnTo>
                    <a:pt x="184339" y="95347"/>
                  </a:lnTo>
                  <a:lnTo>
                    <a:pt x="184168" y="95598"/>
                  </a:lnTo>
                  <a:lnTo>
                    <a:pt x="182546" y="97979"/>
                  </a:lnTo>
                  <a:lnTo>
                    <a:pt x="181780" y="99102"/>
                  </a:lnTo>
                  <a:lnTo>
                    <a:pt x="179863" y="97759"/>
                  </a:lnTo>
                  <a:lnTo>
                    <a:pt x="179356" y="97405"/>
                  </a:lnTo>
                  <a:lnTo>
                    <a:pt x="165007" y="87359"/>
                  </a:lnTo>
                  <a:lnTo>
                    <a:pt x="164126" y="86742"/>
                  </a:lnTo>
                  <a:lnTo>
                    <a:pt x="163680" y="86430"/>
                  </a:lnTo>
                  <a:lnTo>
                    <a:pt x="163297" y="86351"/>
                  </a:lnTo>
                  <a:lnTo>
                    <a:pt x="162679" y="86224"/>
                  </a:lnTo>
                  <a:lnTo>
                    <a:pt x="158886" y="85445"/>
                  </a:lnTo>
                  <a:lnTo>
                    <a:pt x="157400" y="85343"/>
                  </a:lnTo>
                  <a:lnTo>
                    <a:pt x="156600" y="85289"/>
                  </a:lnTo>
                  <a:lnTo>
                    <a:pt x="144291" y="84448"/>
                  </a:lnTo>
                  <a:lnTo>
                    <a:pt x="136433" y="83911"/>
                  </a:lnTo>
                  <a:lnTo>
                    <a:pt x="110884" y="81938"/>
                  </a:lnTo>
                  <a:lnTo>
                    <a:pt x="110106" y="81878"/>
                  </a:lnTo>
                  <a:lnTo>
                    <a:pt x="108258" y="81736"/>
                  </a:lnTo>
                  <a:lnTo>
                    <a:pt x="87750" y="80152"/>
                  </a:lnTo>
                  <a:lnTo>
                    <a:pt x="85809" y="80002"/>
                  </a:lnTo>
                  <a:lnTo>
                    <a:pt x="71000" y="78859"/>
                  </a:lnTo>
                  <a:lnTo>
                    <a:pt x="69974" y="78766"/>
                  </a:lnTo>
                  <a:lnTo>
                    <a:pt x="64013" y="78229"/>
                  </a:lnTo>
                  <a:lnTo>
                    <a:pt x="61753" y="78025"/>
                  </a:lnTo>
                  <a:lnTo>
                    <a:pt x="61534" y="78005"/>
                  </a:lnTo>
                  <a:lnTo>
                    <a:pt x="60388" y="77949"/>
                  </a:lnTo>
                  <a:lnTo>
                    <a:pt x="58989" y="77881"/>
                  </a:lnTo>
                  <a:lnTo>
                    <a:pt x="58610" y="77863"/>
                  </a:lnTo>
                  <a:lnTo>
                    <a:pt x="58069" y="77831"/>
                  </a:lnTo>
                  <a:lnTo>
                    <a:pt x="45666" y="77110"/>
                  </a:lnTo>
                  <a:lnTo>
                    <a:pt x="34671" y="76471"/>
                  </a:lnTo>
                  <a:lnTo>
                    <a:pt x="28668" y="75899"/>
                  </a:lnTo>
                  <a:lnTo>
                    <a:pt x="2613" y="73416"/>
                  </a:lnTo>
                  <a:lnTo>
                    <a:pt x="1632" y="73322"/>
                  </a:lnTo>
                  <a:lnTo>
                    <a:pt x="0" y="73167"/>
                  </a:lnTo>
                  <a:lnTo>
                    <a:pt x="18" y="72824"/>
                  </a:lnTo>
                  <a:lnTo>
                    <a:pt x="68" y="71920"/>
                  </a:lnTo>
                  <a:lnTo>
                    <a:pt x="118" y="71002"/>
                  </a:lnTo>
                  <a:lnTo>
                    <a:pt x="129" y="70787"/>
                  </a:lnTo>
                  <a:lnTo>
                    <a:pt x="192" y="69645"/>
                  </a:lnTo>
                  <a:lnTo>
                    <a:pt x="256" y="68462"/>
                  </a:lnTo>
                  <a:lnTo>
                    <a:pt x="311" y="67466"/>
                  </a:lnTo>
                  <a:lnTo>
                    <a:pt x="321" y="67285"/>
                  </a:lnTo>
                  <a:lnTo>
                    <a:pt x="370" y="66385"/>
                  </a:lnTo>
                  <a:lnTo>
                    <a:pt x="483" y="64318"/>
                  </a:lnTo>
                  <a:lnTo>
                    <a:pt x="515" y="63722"/>
                  </a:lnTo>
                  <a:lnTo>
                    <a:pt x="550" y="63240"/>
                  </a:lnTo>
                  <a:lnTo>
                    <a:pt x="567" y="63001"/>
                  </a:lnTo>
                  <a:lnTo>
                    <a:pt x="618" y="62278"/>
                  </a:lnTo>
                  <a:lnTo>
                    <a:pt x="692" y="61236"/>
                  </a:lnTo>
                  <a:lnTo>
                    <a:pt x="761" y="60266"/>
                  </a:lnTo>
                  <a:lnTo>
                    <a:pt x="853" y="58979"/>
                  </a:lnTo>
                  <a:lnTo>
                    <a:pt x="987" y="57092"/>
                  </a:lnTo>
                  <a:lnTo>
                    <a:pt x="1041" y="56337"/>
                  </a:lnTo>
                  <a:lnTo>
                    <a:pt x="1077" y="55825"/>
                  </a:lnTo>
                  <a:lnTo>
                    <a:pt x="1106" y="55419"/>
                  </a:lnTo>
                  <a:lnTo>
                    <a:pt x="1163" y="54611"/>
                  </a:lnTo>
                  <a:lnTo>
                    <a:pt x="1261" y="53364"/>
                  </a:lnTo>
                  <a:lnTo>
                    <a:pt x="1323" y="52568"/>
                  </a:lnTo>
                  <a:lnTo>
                    <a:pt x="1398" y="51600"/>
                  </a:lnTo>
                  <a:lnTo>
                    <a:pt x="1408" y="51472"/>
                  </a:lnTo>
                  <a:lnTo>
                    <a:pt x="1488" y="50450"/>
                  </a:lnTo>
                  <a:lnTo>
                    <a:pt x="1566" y="49445"/>
                  </a:lnTo>
                  <a:lnTo>
                    <a:pt x="1733" y="47300"/>
                  </a:lnTo>
                  <a:lnTo>
                    <a:pt x="1756" y="47005"/>
                  </a:lnTo>
                  <a:lnTo>
                    <a:pt x="1773" y="46795"/>
                  </a:lnTo>
                  <a:lnTo>
                    <a:pt x="2005" y="43815"/>
                  </a:lnTo>
                  <a:lnTo>
                    <a:pt x="2032" y="43471"/>
                  </a:lnTo>
                  <a:lnTo>
                    <a:pt x="2050" y="43244"/>
                  </a:lnTo>
                  <a:lnTo>
                    <a:pt x="2217" y="41098"/>
                  </a:lnTo>
                  <a:lnTo>
                    <a:pt x="2364" y="39206"/>
                  </a:lnTo>
                  <a:lnTo>
                    <a:pt x="2426" y="38416"/>
                  </a:lnTo>
                  <a:lnTo>
                    <a:pt x="2488" y="37618"/>
                  </a:lnTo>
                  <a:lnTo>
                    <a:pt x="2759" y="34142"/>
                  </a:lnTo>
                  <a:lnTo>
                    <a:pt x="2770" y="34011"/>
                  </a:lnTo>
                  <a:lnTo>
                    <a:pt x="2839" y="33127"/>
                  </a:lnTo>
                  <a:lnTo>
                    <a:pt x="2995" y="31120"/>
                  </a:lnTo>
                  <a:lnTo>
                    <a:pt x="6529" y="31362"/>
                  </a:lnTo>
                  <a:lnTo>
                    <a:pt x="16464" y="32043"/>
                  </a:lnTo>
                  <a:lnTo>
                    <a:pt x="19651" y="32261"/>
                  </a:lnTo>
                  <a:lnTo>
                    <a:pt x="24699" y="32607"/>
                  </a:lnTo>
                  <a:lnTo>
                    <a:pt x="31257" y="33056"/>
                  </a:lnTo>
                  <a:lnTo>
                    <a:pt x="31791" y="33093"/>
                  </a:lnTo>
                  <a:lnTo>
                    <a:pt x="38939" y="33636"/>
                  </a:lnTo>
                  <a:lnTo>
                    <a:pt x="46177" y="34185"/>
                  </a:lnTo>
                  <a:lnTo>
                    <a:pt x="51397" y="34581"/>
                  </a:lnTo>
                  <a:lnTo>
                    <a:pt x="58985" y="35157"/>
                  </a:lnTo>
                  <a:lnTo>
                    <a:pt x="59902" y="35227"/>
                  </a:lnTo>
                  <a:lnTo>
                    <a:pt x="60278" y="35254"/>
                  </a:lnTo>
                  <a:lnTo>
                    <a:pt x="60964" y="35304"/>
                  </a:lnTo>
                  <a:lnTo>
                    <a:pt x="65882" y="35663"/>
                  </a:lnTo>
                  <a:lnTo>
                    <a:pt x="67144" y="35755"/>
                  </a:lnTo>
                  <a:lnTo>
                    <a:pt x="75676" y="36377"/>
                  </a:lnTo>
                  <a:lnTo>
                    <a:pt x="87841" y="37263"/>
                  </a:lnTo>
                  <a:lnTo>
                    <a:pt x="88995" y="37356"/>
                  </a:lnTo>
                  <a:lnTo>
                    <a:pt x="90508" y="37478"/>
                  </a:lnTo>
                  <a:lnTo>
                    <a:pt x="91758" y="37579"/>
                  </a:lnTo>
                  <a:lnTo>
                    <a:pt x="92165" y="37613"/>
                  </a:lnTo>
                  <a:lnTo>
                    <a:pt x="110774" y="39228"/>
                  </a:lnTo>
                  <a:lnTo>
                    <a:pt x="111143" y="39260"/>
                  </a:lnTo>
                  <a:lnTo>
                    <a:pt x="113579" y="39450"/>
                  </a:lnTo>
                  <a:lnTo>
                    <a:pt x="116666" y="39665"/>
                  </a:lnTo>
                  <a:lnTo>
                    <a:pt x="122581" y="40139"/>
                  </a:lnTo>
                  <a:lnTo>
                    <a:pt x="125448" y="40369"/>
                  </a:lnTo>
                  <a:lnTo>
                    <a:pt x="129506" y="40694"/>
                  </a:lnTo>
                  <a:lnTo>
                    <a:pt x="131497" y="40849"/>
                  </a:lnTo>
                  <a:lnTo>
                    <a:pt x="138839" y="41435"/>
                  </a:lnTo>
                  <a:lnTo>
                    <a:pt x="139549" y="41491"/>
                  </a:lnTo>
                  <a:lnTo>
                    <a:pt x="139558" y="41179"/>
                  </a:lnTo>
                  <a:lnTo>
                    <a:pt x="139575" y="40575"/>
                  </a:lnTo>
                  <a:lnTo>
                    <a:pt x="139652" y="37936"/>
                  </a:lnTo>
                  <a:lnTo>
                    <a:pt x="139722" y="35509"/>
                  </a:lnTo>
                  <a:lnTo>
                    <a:pt x="139732" y="35156"/>
                  </a:lnTo>
                  <a:lnTo>
                    <a:pt x="137345" y="34042"/>
                  </a:lnTo>
                  <a:lnTo>
                    <a:pt x="136212" y="33514"/>
                  </a:lnTo>
                  <a:lnTo>
                    <a:pt x="117991" y="32113"/>
                  </a:lnTo>
                  <a:lnTo>
                    <a:pt x="118032" y="31767"/>
                  </a:lnTo>
                  <a:lnTo>
                    <a:pt x="118801" y="25154"/>
                  </a:lnTo>
                  <a:lnTo>
                    <a:pt x="118972" y="25212"/>
                  </a:lnTo>
                  <a:lnTo>
                    <a:pt x="126986" y="27909"/>
                  </a:lnTo>
                  <a:lnTo>
                    <a:pt x="128520" y="28425"/>
                  </a:lnTo>
                  <a:lnTo>
                    <a:pt x="132794" y="28852"/>
                  </a:lnTo>
                  <a:lnTo>
                    <a:pt x="133498" y="28951"/>
                  </a:lnTo>
                  <a:lnTo>
                    <a:pt x="136232" y="29336"/>
                  </a:lnTo>
                  <a:lnTo>
                    <a:pt x="136492" y="28981"/>
                  </a:lnTo>
                  <a:lnTo>
                    <a:pt x="137274" y="27909"/>
                  </a:lnTo>
                  <a:lnTo>
                    <a:pt x="137705" y="27319"/>
                  </a:lnTo>
                  <a:lnTo>
                    <a:pt x="139034" y="25497"/>
                  </a:lnTo>
                  <a:lnTo>
                    <a:pt x="139346" y="25070"/>
                  </a:lnTo>
                  <a:lnTo>
                    <a:pt x="139907" y="24302"/>
                  </a:lnTo>
                  <a:lnTo>
                    <a:pt x="138773" y="24094"/>
                  </a:lnTo>
                  <a:lnTo>
                    <a:pt x="138102" y="23627"/>
                  </a:lnTo>
                  <a:lnTo>
                    <a:pt x="135899" y="22091"/>
                  </a:lnTo>
                  <a:lnTo>
                    <a:pt x="135236" y="22126"/>
                  </a:lnTo>
                  <a:lnTo>
                    <a:pt x="135053" y="22136"/>
                  </a:lnTo>
                  <a:lnTo>
                    <a:pt x="133125" y="20686"/>
                  </a:lnTo>
                  <a:lnTo>
                    <a:pt x="132651" y="20329"/>
                  </a:lnTo>
                  <a:lnTo>
                    <a:pt x="131919" y="19778"/>
                  </a:lnTo>
                  <a:lnTo>
                    <a:pt x="131522" y="19479"/>
                  </a:lnTo>
                  <a:lnTo>
                    <a:pt x="130999" y="19085"/>
                  </a:lnTo>
                  <a:lnTo>
                    <a:pt x="130734" y="19180"/>
                  </a:lnTo>
                  <a:lnTo>
                    <a:pt x="130240" y="19356"/>
                  </a:lnTo>
                  <a:lnTo>
                    <a:pt x="130005" y="19204"/>
                  </a:lnTo>
                  <a:lnTo>
                    <a:pt x="127929" y="17862"/>
                  </a:lnTo>
                  <a:lnTo>
                    <a:pt x="128202" y="16894"/>
                  </a:lnTo>
                  <a:lnTo>
                    <a:pt x="128684" y="16178"/>
                  </a:lnTo>
                  <a:lnTo>
                    <a:pt x="129077" y="15593"/>
                  </a:lnTo>
                  <a:lnTo>
                    <a:pt x="130680" y="13977"/>
                  </a:lnTo>
                  <a:lnTo>
                    <a:pt x="131254" y="13261"/>
                  </a:lnTo>
                  <a:lnTo>
                    <a:pt x="131779" y="12605"/>
                  </a:lnTo>
                  <a:lnTo>
                    <a:pt x="131928" y="12419"/>
                  </a:lnTo>
                  <a:lnTo>
                    <a:pt x="129867" y="10228"/>
                  </a:lnTo>
                  <a:lnTo>
                    <a:pt x="129513" y="10090"/>
                  </a:lnTo>
                  <a:lnTo>
                    <a:pt x="127640" y="9360"/>
                  </a:lnTo>
                  <a:lnTo>
                    <a:pt x="127170" y="8956"/>
                  </a:lnTo>
                  <a:lnTo>
                    <a:pt x="125719" y="7709"/>
                  </a:lnTo>
                  <a:lnTo>
                    <a:pt x="125364" y="7990"/>
                  </a:lnTo>
                  <a:lnTo>
                    <a:pt x="125107" y="8193"/>
                  </a:lnTo>
                  <a:lnTo>
                    <a:pt x="124764" y="8288"/>
                  </a:lnTo>
                  <a:lnTo>
                    <a:pt x="122642" y="6147"/>
                  </a:lnTo>
                  <a:lnTo>
                    <a:pt x="124023" y="3096"/>
                  </a:lnTo>
                  <a:lnTo>
                    <a:pt x="125582" y="1217"/>
                  </a:lnTo>
                  <a:lnTo>
                    <a:pt x="126172" y="571"/>
                  </a:lnTo>
                  <a:lnTo>
                    <a:pt x="126692" y="0"/>
                  </a:lnTo>
                  <a:lnTo>
                    <a:pt x="127779" y="613"/>
                  </a:lnTo>
                  <a:lnTo>
                    <a:pt x="129596" y="1639"/>
                  </a:lnTo>
                  <a:lnTo>
                    <a:pt x="130872" y="2360"/>
                  </a:lnTo>
                  <a:lnTo>
                    <a:pt x="131375" y="2644"/>
                  </a:lnTo>
                  <a:lnTo>
                    <a:pt x="132225" y="33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430772" y="3445991"/>
              <a:ext cx="140974" cy="105773"/>
            </a:xfrm>
            <a:custGeom>
              <a:avLst/>
              <a:pathLst>
                <a:path w="140974" h="105773">
                  <a:moveTo>
                    <a:pt x="94456" y="7356"/>
                  </a:moveTo>
                  <a:lnTo>
                    <a:pt x="108805" y="17402"/>
                  </a:lnTo>
                  <a:lnTo>
                    <a:pt x="109311" y="17756"/>
                  </a:lnTo>
                  <a:lnTo>
                    <a:pt x="111229" y="19099"/>
                  </a:lnTo>
                  <a:lnTo>
                    <a:pt x="112911" y="20483"/>
                  </a:lnTo>
                  <a:lnTo>
                    <a:pt x="113166" y="20656"/>
                  </a:lnTo>
                  <a:lnTo>
                    <a:pt x="118246" y="24105"/>
                  </a:lnTo>
                  <a:lnTo>
                    <a:pt x="124218" y="28159"/>
                  </a:lnTo>
                  <a:lnTo>
                    <a:pt x="124471" y="28330"/>
                  </a:lnTo>
                  <a:lnTo>
                    <a:pt x="131568" y="33148"/>
                  </a:lnTo>
                  <a:lnTo>
                    <a:pt x="134143" y="34897"/>
                  </a:lnTo>
                  <a:lnTo>
                    <a:pt x="135153" y="35582"/>
                  </a:lnTo>
                  <a:lnTo>
                    <a:pt x="135957" y="36128"/>
                  </a:lnTo>
                  <a:lnTo>
                    <a:pt x="138694" y="37986"/>
                  </a:lnTo>
                  <a:lnTo>
                    <a:pt x="139491" y="38461"/>
                  </a:lnTo>
                  <a:lnTo>
                    <a:pt x="139848" y="38674"/>
                  </a:lnTo>
                  <a:lnTo>
                    <a:pt x="140372" y="38987"/>
                  </a:lnTo>
                  <a:lnTo>
                    <a:pt x="140974" y="39345"/>
                  </a:lnTo>
                  <a:lnTo>
                    <a:pt x="134917" y="48277"/>
                  </a:lnTo>
                  <a:lnTo>
                    <a:pt x="133883" y="47588"/>
                  </a:lnTo>
                  <a:lnTo>
                    <a:pt x="132685" y="46790"/>
                  </a:lnTo>
                  <a:lnTo>
                    <a:pt x="132502" y="46668"/>
                  </a:lnTo>
                  <a:lnTo>
                    <a:pt x="122319" y="39883"/>
                  </a:lnTo>
                  <a:lnTo>
                    <a:pt x="122029" y="39690"/>
                  </a:lnTo>
                  <a:lnTo>
                    <a:pt x="120621" y="41696"/>
                  </a:lnTo>
                  <a:lnTo>
                    <a:pt x="120388" y="42028"/>
                  </a:lnTo>
                  <a:lnTo>
                    <a:pt x="119931" y="42679"/>
                  </a:lnTo>
                  <a:lnTo>
                    <a:pt x="119125" y="43827"/>
                  </a:lnTo>
                  <a:lnTo>
                    <a:pt x="118761" y="44347"/>
                  </a:lnTo>
                  <a:lnTo>
                    <a:pt x="117758" y="45776"/>
                  </a:lnTo>
                  <a:lnTo>
                    <a:pt x="117495" y="46151"/>
                  </a:lnTo>
                  <a:lnTo>
                    <a:pt x="117351" y="46356"/>
                  </a:lnTo>
                  <a:lnTo>
                    <a:pt x="116774" y="47179"/>
                  </a:lnTo>
                  <a:lnTo>
                    <a:pt x="116001" y="48281"/>
                  </a:lnTo>
                  <a:lnTo>
                    <a:pt x="115557" y="48914"/>
                  </a:lnTo>
                  <a:lnTo>
                    <a:pt x="115195" y="49429"/>
                  </a:lnTo>
                  <a:lnTo>
                    <a:pt x="114951" y="49776"/>
                  </a:lnTo>
                  <a:lnTo>
                    <a:pt x="114410" y="50549"/>
                  </a:lnTo>
                  <a:lnTo>
                    <a:pt x="114254" y="50770"/>
                  </a:lnTo>
                  <a:lnTo>
                    <a:pt x="113743" y="51498"/>
                  </a:lnTo>
                  <a:lnTo>
                    <a:pt x="113558" y="51762"/>
                  </a:lnTo>
                  <a:lnTo>
                    <a:pt x="113080" y="52443"/>
                  </a:lnTo>
                  <a:lnTo>
                    <a:pt x="111764" y="54319"/>
                  </a:lnTo>
                  <a:lnTo>
                    <a:pt x="111209" y="55110"/>
                  </a:lnTo>
                  <a:lnTo>
                    <a:pt x="110223" y="56514"/>
                  </a:lnTo>
                  <a:lnTo>
                    <a:pt x="110116" y="56661"/>
                  </a:lnTo>
                  <a:lnTo>
                    <a:pt x="109772" y="57133"/>
                  </a:lnTo>
                  <a:lnTo>
                    <a:pt x="108960" y="58250"/>
                  </a:lnTo>
                  <a:lnTo>
                    <a:pt x="108542" y="58809"/>
                  </a:lnTo>
                  <a:lnTo>
                    <a:pt x="107714" y="57434"/>
                  </a:lnTo>
                  <a:lnTo>
                    <a:pt x="105526" y="53798"/>
                  </a:lnTo>
                  <a:lnTo>
                    <a:pt x="105393" y="53578"/>
                  </a:lnTo>
                  <a:lnTo>
                    <a:pt x="104795" y="52624"/>
                  </a:lnTo>
                  <a:lnTo>
                    <a:pt x="104649" y="52391"/>
                  </a:lnTo>
                  <a:lnTo>
                    <a:pt x="103836" y="51095"/>
                  </a:lnTo>
                  <a:lnTo>
                    <a:pt x="103139" y="49984"/>
                  </a:lnTo>
                  <a:lnTo>
                    <a:pt x="103039" y="49825"/>
                  </a:lnTo>
                  <a:lnTo>
                    <a:pt x="102870" y="49493"/>
                  </a:lnTo>
                  <a:lnTo>
                    <a:pt x="102406" y="48580"/>
                  </a:lnTo>
                  <a:lnTo>
                    <a:pt x="102154" y="48084"/>
                  </a:lnTo>
                  <a:lnTo>
                    <a:pt x="101250" y="48344"/>
                  </a:lnTo>
                  <a:lnTo>
                    <a:pt x="98437" y="49155"/>
                  </a:lnTo>
                  <a:lnTo>
                    <a:pt x="95229" y="50081"/>
                  </a:lnTo>
                  <a:lnTo>
                    <a:pt x="93018" y="46378"/>
                  </a:lnTo>
                  <a:lnTo>
                    <a:pt x="92866" y="46122"/>
                  </a:lnTo>
                  <a:lnTo>
                    <a:pt x="92099" y="44838"/>
                  </a:lnTo>
                  <a:lnTo>
                    <a:pt x="90865" y="43626"/>
                  </a:lnTo>
                  <a:lnTo>
                    <a:pt x="90180" y="44378"/>
                  </a:lnTo>
                  <a:lnTo>
                    <a:pt x="89714" y="44890"/>
                  </a:lnTo>
                  <a:lnTo>
                    <a:pt x="88211" y="46539"/>
                  </a:lnTo>
                  <a:lnTo>
                    <a:pt x="87956" y="46819"/>
                  </a:lnTo>
                  <a:lnTo>
                    <a:pt x="86755" y="46900"/>
                  </a:lnTo>
                  <a:lnTo>
                    <a:pt x="83724" y="47105"/>
                  </a:lnTo>
                  <a:lnTo>
                    <a:pt x="82284" y="47203"/>
                  </a:lnTo>
                  <a:lnTo>
                    <a:pt x="77674" y="47790"/>
                  </a:lnTo>
                  <a:lnTo>
                    <a:pt x="76539" y="47934"/>
                  </a:lnTo>
                  <a:lnTo>
                    <a:pt x="76312" y="47963"/>
                  </a:lnTo>
                  <a:lnTo>
                    <a:pt x="74691" y="48049"/>
                  </a:lnTo>
                  <a:lnTo>
                    <a:pt x="74063" y="47877"/>
                  </a:lnTo>
                  <a:lnTo>
                    <a:pt x="73756" y="47793"/>
                  </a:lnTo>
                  <a:lnTo>
                    <a:pt x="67895" y="48294"/>
                  </a:lnTo>
                  <a:lnTo>
                    <a:pt x="66619" y="48403"/>
                  </a:lnTo>
                  <a:lnTo>
                    <a:pt x="65174" y="48303"/>
                  </a:lnTo>
                  <a:lnTo>
                    <a:pt x="62320" y="48107"/>
                  </a:lnTo>
                  <a:lnTo>
                    <a:pt x="62060" y="48089"/>
                  </a:lnTo>
                  <a:lnTo>
                    <a:pt x="62399" y="50632"/>
                  </a:lnTo>
                  <a:lnTo>
                    <a:pt x="62702" y="52911"/>
                  </a:lnTo>
                  <a:lnTo>
                    <a:pt x="62766" y="53393"/>
                  </a:lnTo>
                  <a:lnTo>
                    <a:pt x="56527" y="53631"/>
                  </a:lnTo>
                  <a:lnTo>
                    <a:pt x="56544" y="54161"/>
                  </a:lnTo>
                  <a:lnTo>
                    <a:pt x="56586" y="55456"/>
                  </a:lnTo>
                  <a:lnTo>
                    <a:pt x="56660" y="57746"/>
                  </a:lnTo>
                  <a:lnTo>
                    <a:pt x="56689" y="58641"/>
                  </a:lnTo>
                  <a:lnTo>
                    <a:pt x="56877" y="59776"/>
                  </a:lnTo>
                  <a:lnTo>
                    <a:pt x="57483" y="63450"/>
                  </a:lnTo>
                  <a:lnTo>
                    <a:pt x="57528" y="63721"/>
                  </a:lnTo>
                  <a:lnTo>
                    <a:pt x="57572" y="63990"/>
                  </a:lnTo>
                  <a:lnTo>
                    <a:pt x="55746" y="64331"/>
                  </a:lnTo>
                  <a:lnTo>
                    <a:pt x="51285" y="64427"/>
                  </a:lnTo>
                  <a:lnTo>
                    <a:pt x="49398" y="64468"/>
                  </a:lnTo>
                  <a:lnTo>
                    <a:pt x="49255" y="65910"/>
                  </a:lnTo>
                  <a:lnTo>
                    <a:pt x="48805" y="65914"/>
                  </a:lnTo>
                  <a:lnTo>
                    <a:pt x="46308" y="65940"/>
                  </a:lnTo>
                  <a:lnTo>
                    <a:pt x="44302" y="65960"/>
                  </a:lnTo>
                  <a:lnTo>
                    <a:pt x="44293" y="66516"/>
                  </a:lnTo>
                  <a:lnTo>
                    <a:pt x="44246" y="69618"/>
                  </a:lnTo>
                  <a:lnTo>
                    <a:pt x="44236" y="70270"/>
                  </a:lnTo>
                  <a:lnTo>
                    <a:pt x="43879" y="72692"/>
                  </a:lnTo>
                  <a:lnTo>
                    <a:pt x="43549" y="74925"/>
                  </a:lnTo>
                  <a:lnTo>
                    <a:pt x="43452" y="75398"/>
                  </a:lnTo>
                  <a:lnTo>
                    <a:pt x="39402" y="74448"/>
                  </a:lnTo>
                  <a:lnTo>
                    <a:pt x="38400" y="74359"/>
                  </a:lnTo>
                  <a:lnTo>
                    <a:pt x="37489" y="74279"/>
                  </a:lnTo>
                  <a:lnTo>
                    <a:pt x="36445" y="74186"/>
                  </a:lnTo>
                  <a:lnTo>
                    <a:pt x="36534" y="76923"/>
                  </a:lnTo>
                  <a:lnTo>
                    <a:pt x="36175" y="78238"/>
                  </a:lnTo>
                  <a:lnTo>
                    <a:pt x="36195" y="78705"/>
                  </a:lnTo>
                  <a:lnTo>
                    <a:pt x="35998" y="79617"/>
                  </a:lnTo>
                  <a:lnTo>
                    <a:pt x="35548" y="81702"/>
                  </a:lnTo>
                  <a:lnTo>
                    <a:pt x="35214" y="81766"/>
                  </a:lnTo>
                  <a:lnTo>
                    <a:pt x="34468" y="81909"/>
                  </a:lnTo>
                  <a:lnTo>
                    <a:pt x="34583" y="82300"/>
                  </a:lnTo>
                  <a:lnTo>
                    <a:pt x="34719" y="82763"/>
                  </a:lnTo>
                  <a:lnTo>
                    <a:pt x="33853" y="83028"/>
                  </a:lnTo>
                  <a:lnTo>
                    <a:pt x="32770" y="83361"/>
                  </a:lnTo>
                  <a:lnTo>
                    <a:pt x="29838" y="84467"/>
                  </a:lnTo>
                  <a:lnTo>
                    <a:pt x="24617" y="90252"/>
                  </a:lnTo>
                  <a:lnTo>
                    <a:pt x="31718" y="99715"/>
                  </a:lnTo>
                  <a:lnTo>
                    <a:pt x="33061" y="103421"/>
                  </a:lnTo>
                  <a:lnTo>
                    <a:pt x="31534" y="105773"/>
                  </a:lnTo>
                  <a:lnTo>
                    <a:pt x="19947" y="102197"/>
                  </a:lnTo>
                  <a:lnTo>
                    <a:pt x="7625" y="100201"/>
                  </a:lnTo>
                  <a:lnTo>
                    <a:pt x="7584" y="96107"/>
                  </a:lnTo>
                  <a:lnTo>
                    <a:pt x="8175" y="90336"/>
                  </a:lnTo>
                  <a:lnTo>
                    <a:pt x="5903" y="88287"/>
                  </a:lnTo>
                  <a:lnTo>
                    <a:pt x="5268" y="84155"/>
                  </a:lnTo>
                  <a:lnTo>
                    <a:pt x="1819" y="74276"/>
                  </a:lnTo>
                  <a:lnTo>
                    <a:pt x="1677" y="73828"/>
                  </a:lnTo>
                  <a:lnTo>
                    <a:pt x="1537" y="73385"/>
                  </a:lnTo>
                  <a:lnTo>
                    <a:pt x="1211" y="72353"/>
                  </a:lnTo>
                  <a:lnTo>
                    <a:pt x="951" y="71528"/>
                  </a:lnTo>
                  <a:lnTo>
                    <a:pt x="546" y="70247"/>
                  </a:lnTo>
                  <a:lnTo>
                    <a:pt x="287" y="69429"/>
                  </a:lnTo>
                  <a:lnTo>
                    <a:pt x="81" y="68658"/>
                  </a:lnTo>
                  <a:lnTo>
                    <a:pt x="65" y="67778"/>
                  </a:lnTo>
                  <a:lnTo>
                    <a:pt x="22" y="65413"/>
                  </a:lnTo>
                  <a:lnTo>
                    <a:pt x="0" y="64155"/>
                  </a:lnTo>
                  <a:lnTo>
                    <a:pt x="244" y="64088"/>
                  </a:lnTo>
                  <a:lnTo>
                    <a:pt x="1336" y="63791"/>
                  </a:lnTo>
                  <a:lnTo>
                    <a:pt x="1292" y="63310"/>
                  </a:lnTo>
                  <a:lnTo>
                    <a:pt x="1201" y="62296"/>
                  </a:lnTo>
                  <a:lnTo>
                    <a:pt x="1113" y="61332"/>
                  </a:lnTo>
                  <a:lnTo>
                    <a:pt x="1191" y="60912"/>
                  </a:lnTo>
                  <a:lnTo>
                    <a:pt x="1268" y="60492"/>
                  </a:lnTo>
                  <a:lnTo>
                    <a:pt x="1349" y="60055"/>
                  </a:lnTo>
                  <a:lnTo>
                    <a:pt x="1403" y="59761"/>
                  </a:lnTo>
                  <a:lnTo>
                    <a:pt x="1585" y="57673"/>
                  </a:lnTo>
                  <a:lnTo>
                    <a:pt x="1625" y="57220"/>
                  </a:lnTo>
                  <a:lnTo>
                    <a:pt x="1961" y="53375"/>
                  </a:lnTo>
                  <a:lnTo>
                    <a:pt x="2004" y="52884"/>
                  </a:lnTo>
                  <a:lnTo>
                    <a:pt x="2123" y="51519"/>
                  </a:lnTo>
                  <a:lnTo>
                    <a:pt x="2328" y="49175"/>
                  </a:lnTo>
                  <a:lnTo>
                    <a:pt x="2424" y="48086"/>
                  </a:lnTo>
                  <a:lnTo>
                    <a:pt x="2583" y="46259"/>
                  </a:lnTo>
                  <a:lnTo>
                    <a:pt x="2666" y="43829"/>
                  </a:lnTo>
                  <a:lnTo>
                    <a:pt x="2706" y="42652"/>
                  </a:lnTo>
                  <a:lnTo>
                    <a:pt x="2777" y="40581"/>
                  </a:lnTo>
                  <a:lnTo>
                    <a:pt x="2854" y="38288"/>
                  </a:lnTo>
                  <a:lnTo>
                    <a:pt x="2962" y="35126"/>
                  </a:lnTo>
                  <a:lnTo>
                    <a:pt x="3036" y="32703"/>
                  </a:lnTo>
                  <a:lnTo>
                    <a:pt x="3127" y="29749"/>
                  </a:lnTo>
                  <a:lnTo>
                    <a:pt x="3410" y="20507"/>
                  </a:lnTo>
                  <a:lnTo>
                    <a:pt x="3508" y="17312"/>
                  </a:lnTo>
                  <a:lnTo>
                    <a:pt x="3563" y="15499"/>
                  </a:lnTo>
                  <a:lnTo>
                    <a:pt x="3644" y="14050"/>
                  </a:lnTo>
                  <a:lnTo>
                    <a:pt x="3686" y="13306"/>
                  </a:lnTo>
                  <a:lnTo>
                    <a:pt x="3842" y="10503"/>
                  </a:lnTo>
                  <a:lnTo>
                    <a:pt x="3941" y="8730"/>
                  </a:lnTo>
                  <a:lnTo>
                    <a:pt x="14109" y="9883"/>
                  </a:lnTo>
                  <a:lnTo>
                    <a:pt x="14462" y="6852"/>
                  </a:lnTo>
                  <a:lnTo>
                    <a:pt x="14510" y="6433"/>
                  </a:lnTo>
                  <a:lnTo>
                    <a:pt x="15259" y="0"/>
                  </a:lnTo>
                  <a:lnTo>
                    <a:pt x="17199" y="149"/>
                  </a:lnTo>
                  <a:lnTo>
                    <a:pt x="37707" y="1733"/>
                  </a:lnTo>
                  <a:lnTo>
                    <a:pt x="39555" y="1875"/>
                  </a:lnTo>
                  <a:lnTo>
                    <a:pt x="40333" y="1935"/>
                  </a:lnTo>
                  <a:lnTo>
                    <a:pt x="65882" y="3908"/>
                  </a:lnTo>
                  <a:lnTo>
                    <a:pt x="73740" y="4445"/>
                  </a:lnTo>
                  <a:lnTo>
                    <a:pt x="86049" y="5286"/>
                  </a:lnTo>
                  <a:lnTo>
                    <a:pt x="86849" y="5340"/>
                  </a:lnTo>
                  <a:lnTo>
                    <a:pt x="88335" y="5442"/>
                  </a:lnTo>
                  <a:lnTo>
                    <a:pt x="92128" y="6221"/>
                  </a:lnTo>
                  <a:lnTo>
                    <a:pt x="92746" y="6348"/>
                  </a:lnTo>
                  <a:lnTo>
                    <a:pt x="93129" y="6427"/>
                  </a:lnTo>
                  <a:lnTo>
                    <a:pt x="93575" y="67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067046" y="3866850"/>
              <a:ext cx="179089" cy="149681"/>
            </a:xfrm>
            <a:custGeom>
              <a:avLst/>
              <a:pathLst>
                <a:path w="179089" h="149681">
                  <a:moveTo>
                    <a:pt x="77095" y="8492"/>
                  </a:moveTo>
                  <a:lnTo>
                    <a:pt x="78507" y="10524"/>
                  </a:lnTo>
                  <a:lnTo>
                    <a:pt x="81676" y="10124"/>
                  </a:lnTo>
                  <a:lnTo>
                    <a:pt x="83146" y="10090"/>
                  </a:lnTo>
                  <a:lnTo>
                    <a:pt x="86146" y="10610"/>
                  </a:lnTo>
                  <a:lnTo>
                    <a:pt x="86587" y="10725"/>
                  </a:lnTo>
                  <a:lnTo>
                    <a:pt x="87015" y="10836"/>
                  </a:lnTo>
                  <a:lnTo>
                    <a:pt x="92553" y="12278"/>
                  </a:lnTo>
                  <a:lnTo>
                    <a:pt x="95130" y="13433"/>
                  </a:lnTo>
                  <a:lnTo>
                    <a:pt x="96302" y="13958"/>
                  </a:lnTo>
                  <a:lnTo>
                    <a:pt x="96513" y="14053"/>
                  </a:lnTo>
                  <a:lnTo>
                    <a:pt x="98517" y="14951"/>
                  </a:lnTo>
                  <a:lnTo>
                    <a:pt x="99050" y="15190"/>
                  </a:lnTo>
                  <a:lnTo>
                    <a:pt x="101157" y="16135"/>
                  </a:lnTo>
                  <a:lnTo>
                    <a:pt x="101245" y="16574"/>
                  </a:lnTo>
                  <a:lnTo>
                    <a:pt x="101912" y="17014"/>
                  </a:lnTo>
                  <a:lnTo>
                    <a:pt x="105034" y="19074"/>
                  </a:lnTo>
                  <a:lnTo>
                    <a:pt x="105602" y="19449"/>
                  </a:lnTo>
                  <a:lnTo>
                    <a:pt x="107083" y="20394"/>
                  </a:lnTo>
                  <a:lnTo>
                    <a:pt x="110071" y="22299"/>
                  </a:lnTo>
                  <a:lnTo>
                    <a:pt x="117150" y="26815"/>
                  </a:lnTo>
                  <a:lnTo>
                    <a:pt x="118293" y="27522"/>
                  </a:lnTo>
                  <a:lnTo>
                    <a:pt x="132801" y="36494"/>
                  </a:lnTo>
                  <a:lnTo>
                    <a:pt x="141971" y="42165"/>
                  </a:lnTo>
                  <a:lnTo>
                    <a:pt x="137803" y="49215"/>
                  </a:lnTo>
                  <a:lnTo>
                    <a:pt x="133913" y="55796"/>
                  </a:lnTo>
                  <a:lnTo>
                    <a:pt x="133682" y="56154"/>
                  </a:lnTo>
                  <a:lnTo>
                    <a:pt x="133436" y="56535"/>
                  </a:lnTo>
                  <a:lnTo>
                    <a:pt x="133682" y="56696"/>
                  </a:lnTo>
                  <a:lnTo>
                    <a:pt x="133991" y="56898"/>
                  </a:lnTo>
                  <a:lnTo>
                    <a:pt x="142722" y="62611"/>
                  </a:lnTo>
                  <a:lnTo>
                    <a:pt x="149526" y="66984"/>
                  </a:lnTo>
                  <a:lnTo>
                    <a:pt x="157093" y="72103"/>
                  </a:lnTo>
                  <a:lnTo>
                    <a:pt x="157255" y="72206"/>
                  </a:lnTo>
                  <a:lnTo>
                    <a:pt x="160027" y="73976"/>
                  </a:lnTo>
                  <a:lnTo>
                    <a:pt x="160321" y="74164"/>
                  </a:lnTo>
                  <a:lnTo>
                    <a:pt x="162694" y="75679"/>
                  </a:lnTo>
                  <a:lnTo>
                    <a:pt x="163085" y="75928"/>
                  </a:lnTo>
                  <a:lnTo>
                    <a:pt x="164401" y="76768"/>
                  </a:lnTo>
                  <a:lnTo>
                    <a:pt x="164906" y="77091"/>
                  </a:lnTo>
                  <a:lnTo>
                    <a:pt x="168275" y="79242"/>
                  </a:lnTo>
                  <a:lnTo>
                    <a:pt x="168542" y="79412"/>
                  </a:lnTo>
                  <a:lnTo>
                    <a:pt x="179089" y="85699"/>
                  </a:lnTo>
                  <a:lnTo>
                    <a:pt x="175496" y="91549"/>
                  </a:lnTo>
                  <a:lnTo>
                    <a:pt x="175401" y="91697"/>
                  </a:lnTo>
                  <a:lnTo>
                    <a:pt x="174719" y="92755"/>
                  </a:lnTo>
                  <a:lnTo>
                    <a:pt x="170457" y="99369"/>
                  </a:lnTo>
                  <a:lnTo>
                    <a:pt x="163610" y="109994"/>
                  </a:lnTo>
                  <a:lnTo>
                    <a:pt x="163315" y="110452"/>
                  </a:lnTo>
                  <a:lnTo>
                    <a:pt x="157443" y="120221"/>
                  </a:lnTo>
                  <a:lnTo>
                    <a:pt x="152948" y="127698"/>
                  </a:lnTo>
                  <a:lnTo>
                    <a:pt x="152681" y="128142"/>
                  </a:lnTo>
                  <a:lnTo>
                    <a:pt x="152459" y="128506"/>
                  </a:lnTo>
                  <a:lnTo>
                    <a:pt x="148411" y="135114"/>
                  </a:lnTo>
                  <a:lnTo>
                    <a:pt x="148289" y="135305"/>
                  </a:lnTo>
                  <a:lnTo>
                    <a:pt x="146685" y="137812"/>
                  </a:lnTo>
                  <a:lnTo>
                    <a:pt x="139243" y="149681"/>
                  </a:lnTo>
                  <a:lnTo>
                    <a:pt x="138953" y="149499"/>
                  </a:lnTo>
                  <a:lnTo>
                    <a:pt x="132191" y="145254"/>
                  </a:lnTo>
                  <a:lnTo>
                    <a:pt x="131047" y="144534"/>
                  </a:lnTo>
                  <a:lnTo>
                    <a:pt x="130299" y="144066"/>
                  </a:lnTo>
                  <a:lnTo>
                    <a:pt x="131209" y="142578"/>
                  </a:lnTo>
                  <a:lnTo>
                    <a:pt x="133205" y="139316"/>
                  </a:lnTo>
                  <a:lnTo>
                    <a:pt x="132282" y="138724"/>
                  </a:lnTo>
                  <a:lnTo>
                    <a:pt x="129600" y="137005"/>
                  </a:lnTo>
                  <a:lnTo>
                    <a:pt x="129456" y="136913"/>
                  </a:lnTo>
                  <a:lnTo>
                    <a:pt x="128841" y="136518"/>
                  </a:lnTo>
                  <a:lnTo>
                    <a:pt x="125134" y="134142"/>
                  </a:lnTo>
                  <a:lnTo>
                    <a:pt x="124837" y="133951"/>
                  </a:lnTo>
                  <a:lnTo>
                    <a:pt x="123363" y="133007"/>
                  </a:lnTo>
                  <a:lnTo>
                    <a:pt x="121471" y="131794"/>
                  </a:lnTo>
                  <a:lnTo>
                    <a:pt x="120816" y="131416"/>
                  </a:lnTo>
                  <a:lnTo>
                    <a:pt x="119612" y="130721"/>
                  </a:lnTo>
                  <a:lnTo>
                    <a:pt x="118136" y="129868"/>
                  </a:lnTo>
                  <a:lnTo>
                    <a:pt x="117734" y="129636"/>
                  </a:lnTo>
                  <a:lnTo>
                    <a:pt x="115126" y="128130"/>
                  </a:lnTo>
                  <a:lnTo>
                    <a:pt x="113931" y="127440"/>
                  </a:lnTo>
                  <a:lnTo>
                    <a:pt x="112158" y="126416"/>
                  </a:lnTo>
                  <a:lnTo>
                    <a:pt x="112593" y="125619"/>
                  </a:lnTo>
                  <a:lnTo>
                    <a:pt x="112862" y="125127"/>
                  </a:lnTo>
                  <a:lnTo>
                    <a:pt x="110041" y="123443"/>
                  </a:lnTo>
                  <a:lnTo>
                    <a:pt x="108007" y="122229"/>
                  </a:lnTo>
                  <a:lnTo>
                    <a:pt x="107372" y="121765"/>
                  </a:lnTo>
                  <a:lnTo>
                    <a:pt x="106983" y="121482"/>
                  </a:lnTo>
                  <a:lnTo>
                    <a:pt x="106422" y="121072"/>
                  </a:lnTo>
                  <a:lnTo>
                    <a:pt x="105932" y="120713"/>
                  </a:lnTo>
                  <a:lnTo>
                    <a:pt x="104117" y="119584"/>
                  </a:lnTo>
                  <a:lnTo>
                    <a:pt x="101179" y="117757"/>
                  </a:lnTo>
                  <a:lnTo>
                    <a:pt x="100028" y="117041"/>
                  </a:lnTo>
                  <a:lnTo>
                    <a:pt x="99247" y="116556"/>
                  </a:lnTo>
                  <a:lnTo>
                    <a:pt x="97191" y="115237"/>
                  </a:lnTo>
                  <a:lnTo>
                    <a:pt x="96660" y="114897"/>
                  </a:lnTo>
                  <a:lnTo>
                    <a:pt x="96403" y="114732"/>
                  </a:lnTo>
                  <a:lnTo>
                    <a:pt x="94112" y="118545"/>
                  </a:lnTo>
                  <a:lnTo>
                    <a:pt x="93682" y="119261"/>
                  </a:lnTo>
                  <a:lnTo>
                    <a:pt x="93458" y="119121"/>
                  </a:lnTo>
                  <a:lnTo>
                    <a:pt x="92775" y="118697"/>
                  </a:lnTo>
                  <a:lnTo>
                    <a:pt x="92462" y="118502"/>
                  </a:lnTo>
                  <a:lnTo>
                    <a:pt x="92035" y="118237"/>
                  </a:lnTo>
                  <a:lnTo>
                    <a:pt x="91876" y="118138"/>
                  </a:lnTo>
                  <a:lnTo>
                    <a:pt x="90545" y="117311"/>
                  </a:lnTo>
                  <a:lnTo>
                    <a:pt x="89806" y="116852"/>
                  </a:lnTo>
                  <a:lnTo>
                    <a:pt x="89037" y="116374"/>
                  </a:lnTo>
                  <a:lnTo>
                    <a:pt x="88397" y="115976"/>
                  </a:lnTo>
                  <a:lnTo>
                    <a:pt x="85976" y="114472"/>
                  </a:lnTo>
                  <a:lnTo>
                    <a:pt x="84282" y="113420"/>
                  </a:lnTo>
                  <a:lnTo>
                    <a:pt x="83872" y="113165"/>
                  </a:lnTo>
                  <a:lnTo>
                    <a:pt x="83389" y="112865"/>
                  </a:lnTo>
                  <a:lnTo>
                    <a:pt x="80454" y="111041"/>
                  </a:lnTo>
                  <a:lnTo>
                    <a:pt x="73459" y="106695"/>
                  </a:lnTo>
                  <a:lnTo>
                    <a:pt x="72839" y="106309"/>
                  </a:lnTo>
                  <a:lnTo>
                    <a:pt x="72489" y="106092"/>
                  </a:lnTo>
                  <a:lnTo>
                    <a:pt x="69197" y="104047"/>
                  </a:lnTo>
                  <a:lnTo>
                    <a:pt x="68474" y="103598"/>
                  </a:lnTo>
                  <a:lnTo>
                    <a:pt x="67811" y="103185"/>
                  </a:lnTo>
                  <a:lnTo>
                    <a:pt x="66701" y="102496"/>
                  </a:lnTo>
                  <a:lnTo>
                    <a:pt x="64810" y="101321"/>
                  </a:lnTo>
                  <a:lnTo>
                    <a:pt x="63565" y="100547"/>
                  </a:lnTo>
                  <a:lnTo>
                    <a:pt x="63126" y="100275"/>
                  </a:lnTo>
                  <a:lnTo>
                    <a:pt x="59183" y="98233"/>
                  </a:lnTo>
                  <a:lnTo>
                    <a:pt x="58865" y="97939"/>
                  </a:lnTo>
                  <a:lnTo>
                    <a:pt x="57675" y="96840"/>
                  </a:lnTo>
                  <a:lnTo>
                    <a:pt x="57065" y="96276"/>
                  </a:lnTo>
                  <a:lnTo>
                    <a:pt x="55595" y="95410"/>
                  </a:lnTo>
                  <a:lnTo>
                    <a:pt x="55500" y="95176"/>
                  </a:lnTo>
                  <a:lnTo>
                    <a:pt x="55377" y="94871"/>
                  </a:lnTo>
                  <a:lnTo>
                    <a:pt x="52544" y="87861"/>
                  </a:lnTo>
                  <a:lnTo>
                    <a:pt x="51563" y="85434"/>
                  </a:lnTo>
                  <a:lnTo>
                    <a:pt x="48591" y="86579"/>
                  </a:lnTo>
                  <a:lnTo>
                    <a:pt x="44742" y="88250"/>
                  </a:lnTo>
                  <a:lnTo>
                    <a:pt x="43255" y="88751"/>
                  </a:lnTo>
                  <a:lnTo>
                    <a:pt x="43143" y="88609"/>
                  </a:lnTo>
                  <a:lnTo>
                    <a:pt x="43017" y="88450"/>
                  </a:lnTo>
                  <a:lnTo>
                    <a:pt x="42639" y="87970"/>
                  </a:lnTo>
                  <a:lnTo>
                    <a:pt x="40834" y="85684"/>
                  </a:lnTo>
                  <a:lnTo>
                    <a:pt x="40247" y="84941"/>
                  </a:lnTo>
                  <a:lnTo>
                    <a:pt x="38543" y="82782"/>
                  </a:lnTo>
                  <a:lnTo>
                    <a:pt x="38072" y="82185"/>
                  </a:lnTo>
                  <a:lnTo>
                    <a:pt x="36709" y="80431"/>
                  </a:lnTo>
                  <a:lnTo>
                    <a:pt x="35524" y="78906"/>
                  </a:lnTo>
                  <a:lnTo>
                    <a:pt x="35213" y="78512"/>
                  </a:lnTo>
                  <a:lnTo>
                    <a:pt x="34979" y="78300"/>
                  </a:lnTo>
                  <a:lnTo>
                    <a:pt x="34754" y="78095"/>
                  </a:lnTo>
                  <a:lnTo>
                    <a:pt x="31626" y="73960"/>
                  </a:lnTo>
                  <a:lnTo>
                    <a:pt x="31163" y="71351"/>
                  </a:lnTo>
                  <a:lnTo>
                    <a:pt x="30329" y="70261"/>
                  </a:lnTo>
                  <a:lnTo>
                    <a:pt x="30017" y="69766"/>
                  </a:lnTo>
                  <a:lnTo>
                    <a:pt x="29412" y="68804"/>
                  </a:lnTo>
                  <a:lnTo>
                    <a:pt x="28716" y="67699"/>
                  </a:lnTo>
                  <a:lnTo>
                    <a:pt x="28318" y="67067"/>
                  </a:lnTo>
                  <a:lnTo>
                    <a:pt x="27405" y="65617"/>
                  </a:lnTo>
                  <a:lnTo>
                    <a:pt x="27214" y="65370"/>
                  </a:lnTo>
                  <a:lnTo>
                    <a:pt x="26901" y="64966"/>
                  </a:lnTo>
                  <a:lnTo>
                    <a:pt x="26019" y="63833"/>
                  </a:lnTo>
                  <a:lnTo>
                    <a:pt x="23786" y="60809"/>
                  </a:lnTo>
                  <a:lnTo>
                    <a:pt x="22126" y="58763"/>
                  </a:lnTo>
                  <a:lnTo>
                    <a:pt x="21726" y="58270"/>
                  </a:lnTo>
                  <a:lnTo>
                    <a:pt x="21259" y="57695"/>
                  </a:lnTo>
                  <a:lnTo>
                    <a:pt x="20332" y="56553"/>
                  </a:lnTo>
                  <a:lnTo>
                    <a:pt x="18666" y="54377"/>
                  </a:lnTo>
                  <a:lnTo>
                    <a:pt x="16505" y="51861"/>
                  </a:lnTo>
                  <a:lnTo>
                    <a:pt x="16052" y="51033"/>
                  </a:lnTo>
                  <a:lnTo>
                    <a:pt x="15921" y="50793"/>
                  </a:lnTo>
                  <a:lnTo>
                    <a:pt x="15115" y="49321"/>
                  </a:lnTo>
                  <a:lnTo>
                    <a:pt x="14335" y="46376"/>
                  </a:lnTo>
                  <a:lnTo>
                    <a:pt x="14141" y="45644"/>
                  </a:lnTo>
                  <a:lnTo>
                    <a:pt x="13749" y="44420"/>
                  </a:lnTo>
                  <a:lnTo>
                    <a:pt x="13318" y="43076"/>
                  </a:lnTo>
                  <a:lnTo>
                    <a:pt x="13140" y="42520"/>
                  </a:lnTo>
                  <a:lnTo>
                    <a:pt x="13028" y="42191"/>
                  </a:lnTo>
                  <a:lnTo>
                    <a:pt x="12754" y="41386"/>
                  </a:lnTo>
                  <a:lnTo>
                    <a:pt x="4383" y="36636"/>
                  </a:lnTo>
                  <a:lnTo>
                    <a:pt x="2847" y="34823"/>
                  </a:lnTo>
                  <a:lnTo>
                    <a:pt x="0" y="31463"/>
                  </a:lnTo>
                  <a:lnTo>
                    <a:pt x="4930" y="27634"/>
                  </a:lnTo>
                  <a:lnTo>
                    <a:pt x="18434" y="17389"/>
                  </a:lnTo>
                  <a:lnTo>
                    <a:pt x="22153" y="10109"/>
                  </a:lnTo>
                  <a:lnTo>
                    <a:pt x="30261" y="3642"/>
                  </a:lnTo>
                  <a:lnTo>
                    <a:pt x="36555" y="3255"/>
                  </a:lnTo>
                  <a:lnTo>
                    <a:pt x="42112" y="2914"/>
                  </a:lnTo>
                  <a:lnTo>
                    <a:pt x="45289" y="2399"/>
                  </a:lnTo>
                  <a:lnTo>
                    <a:pt x="58906" y="194"/>
                  </a:lnTo>
                  <a:lnTo>
                    <a:pt x="60110" y="0"/>
                  </a:lnTo>
                  <a:lnTo>
                    <a:pt x="72501" y="842"/>
                  </a:lnTo>
                  <a:lnTo>
                    <a:pt x="74901" y="53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139548" y="3837122"/>
              <a:ext cx="157950" cy="115412"/>
            </a:xfrm>
            <a:custGeom>
              <a:avLst/>
              <a:pathLst>
                <a:path w="157950" h="115412">
                  <a:moveTo>
                    <a:pt x="151003" y="36880"/>
                  </a:moveTo>
                  <a:lnTo>
                    <a:pt x="148864" y="40397"/>
                  </a:lnTo>
                  <a:lnTo>
                    <a:pt x="148434" y="41103"/>
                  </a:lnTo>
                  <a:lnTo>
                    <a:pt x="148302" y="41321"/>
                  </a:lnTo>
                  <a:lnTo>
                    <a:pt x="146571" y="44167"/>
                  </a:lnTo>
                  <a:lnTo>
                    <a:pt x="146103" y="44936"/>
                  </a:lnTo>
                  <a:lnTo>
                    <a:pt x="141293" y="52846"/>
                  </a:lnTo>
                  <a:lnTo>
                    <a:pt x="140122" y="54771"/>
                  </a:lnTo>
                  <a:lnTo>
                    <a:pt x="138856" y="56853"/>
                  </a:lnTo>
                  <a:lnTo>
                    <a:pt x="138487" y="57460"/>
                  </a:lnTo>
                  <a:lnTo>
                    <a:pt x="138231" y="57880"/>
                  </a:lnTo>
                  <a:lnTo>
                    <a:pt x="136466" y="60784"/>
                  </a:lnTo>
                  <a:lnTo>
                    <a:pt x="135022" y="63157"/>
                  </a:lnTo>
                  <a:lnTo>
                    <a:pt x="134819" y="63490"/>
                  </a:lnTo>
                  <a:lnTo>
                    <a:pt x="133867" y="65056"/>
                  </a:lnTo>
                  <a:lnTo>
                    <a:pt x="133420" y="65792"/>
                  </a:lnTo>
                  <a:lnTo>
                    <a:pt x="133050" y="66400"/>
                  </a:lnTo>
                  <a:lnTo>
                    <a:pt x="132930" y="66597"/>
                  </a:lnTo>
                  <a:lnTo>
                    <a:pt x="130956" y="69843"/>
                  </a:lnTo>
                  <a:lnTo>
                    <a:pt x="130319" y="70890"/>
                  </a:lnTo>
                  <a:lnTo>
                    <a:pt x="129968" y="71467"/>
                  </a:lnTo>
                  <a:lnTo>
                    <a:pt x="128580" y="73750"/>
                  </a:lnTo>
                  <a:lnTo>
                    <a:pt x="125997" y="77721"/>
                  </a:lnTo>
                  <a:lnTo>
                    <a:pt x="125772" y="78066"/>
                  </a:lnTo>
                  <a:lnTo>
                    <a:pt x="125394" y="78647"/>
                  </a:lnTo>
                  <a:lnTo>
                    <a:pt x="125220" y="78939"/>
                  </a:lnTo>
                  <a:lnTo>
                    <a:pt x="124543" y="80070"/>
                  </a:lnTo>
                  <a:lnTo>
                    <a:pt x="122899" y="82706"/>
                  </a:lnTo>
                  <a:lnTo>
                    <a:pt x="119475" y="88194"/>
                  </a:lnTo>
                  <a:lnTo>
                    <a:pt x="113353" y="98005"/>
                  </a:lnTo>
                  <a:lnTo>
                    <a:pt x="112865" y="98777"/>
                  </a:lnTo>
                  <a:lnTo>
                    <a:pt x="110783" y="102067"/>
                  </a:lnTo>
                  <a:lnTo>
                    <a:pt x="113660" y="103919"/>
                  </a:lnTo>
                  <a:lnTo>
                    <a:pt x="113507" y="104159"/>
                  </a:lnTo>
                  <a:lnTo>
                    <a:pt x="111410" y="107577"/>
                  </a:lnTo>
                  <a:lnTo>
                    <a:pt x="106949" y="114838"/>
                  </a:lnTo>
                  <a:lnTo>
                    <a:pt x="106564" y="115412"/>
                  </a:lnTo>
                  <a:lnTo>
                    <a:pt x="96040" y="109139"/>
                  </a:lnTo>
                  <a:lnTo>
                    <a:pt x="95774" y="108969"/>
                  </a:lnTo>
                  <a:lnTo>
                    <a:pt x="92404" y="106818"/>
                  </a:lnTo>
                  <a:lnTo>
                    <a:pt x="91803" y="106434"/>
                  </a:lnTo>
                  <a:lnTo>
                    <a:pt x="90583" y="105656"/>
                  </a:lnTo>
                  <a:lnTo>
                    <a:pt x="90069" y="105327"/>
                  </a:lnTo>
                  <a:lnTo>
                    <a:pt x="87819" y="103891"/>
                  </a:lnTo>
                  <a:lnTo>
                    <a:pt x="87525" y="103703"/>
                  </a:lnTo>
                  <a:lnTo>
                    <a:pt x="84753" y="101934"/>
                  </a:lnTo>
                  <a:lnTo>
                    <a:pt x="84592" y="101831"/>
                  </a:lnTo>
                  <a:lnTo>
                    <a:pt x="77011" y="96704"/>
                  </a:lnTo>
                  <a:lnTo>
                    <a:pt x="70220" y="92339"/>
                  </a:lnTo>
                  <a:lnTo>
                    <a:pt x="61489" y="86626"/>
                  </a:lnTo>
                  <a:lnTo>
                    <a:pt x="61180" y="86423"/>
                  </a:lnTo>
                  <a:lnTo>
                    <a:pt x="60934" y="86262"/>
                  </a:lnTo>
                  <a:lnTo>
                    <a:pt x="61180" y="85882"/>
                  </a:lnTo>
                  <a:lnTo>
                    <a:pt x="61411" y="85523"/>
                  </a:lnTo>
                  <a:lnTo>
                    <a:pt x="65302" y="78943"/>
                  </a:lnTo>
                  <a:lnTo>
                    <a:pt x="69448" y="71879"/>
                  </a:lnTo>
                  <a:lnTo>
                    <a:pt x="60299" y="66221"/>
                  </a:lnTo>
                  <a:lnTo>
                    <a:pt x="45792" y="57249"/>
                  </a:lnTo>
                  <a:lnTo>
                    <a:pt x="44649" y="56543"/>
                  </a:lnTo>
                  <a:lnTo>
                    <a:pt x="37569" y="52027"/>
                  </a:lnTo>
                  <a:lnTo>
                    <a:pt x="34522" y="50083"/>
                  </a:lnTo>
                  <a:lnTo>
                    <a:pt x="33101" y="49176"/>
                  </a:lnTo>
                  <a:lnTo>
                    <a:pt x="32532" y="48801"/>
                  </a:lnTo>
                  <a:lnTo>
                    <a:pt x="29410" y="46741"/>
                  </a:lnTo>
                  <a:lnTo>
                    <a:pt x="28743" y="46301"/>
                  </a:lnTo>
                  <a:lnTo>
                    <a:pt x="28655" y="45862"/>
                  </a:lnTo>
                  <a:lnTo>
                    <a:pt x="26549" y="44918"/>
                  </a:lnTo>
                  <a:lnTo>
                    <a:pt x="26015" y="44679"/>
                  </a:lnTo>
                  <a:lnTo>
                    <a:pt x="24011" y="43780"/>
                  </a:lnTo>
                  <a:lnTo>
                    <a:pt x="23800" y="43686"/>
                  </a:lnTo>
                  <a:lnTo>
                    <a:pt x="22629" y="43161"/>
                  </a:lnTo>
                  <a:lnTo>
                    <a:pt x="20052" y="42005"/>
                  </a:lnTo>
                  <a:lnTo>
                    <a:pt x="14513" y="40564"/>
                  </a:lnTo>
                  <a:lnTo>
                    <a:pt x="14086" y="40452"/>
                  </a:lnTo>
                  <a:lnTo>
                    <a:pt x="13645" y="40337"/>
                  </a:lnTo>
                  <a:lnTo>
                    <a:pt x="10644" y="39817"/>
                  </a:lnTo>
                  <a:lnTo>
                    <a:pt x="9174" y="39851"/>
                  </a:lnTo>
                  <a:lnTo>
                    <a:pt x="6005" y="40252"/>
                  </a:lnTo>
                  <a:lnTo>
                    <a:pt x="4593" y="38220"/>
                  </a:lnTo>
                  <a:lnTo>
                    <a:pt x="2399" y="35063"/>
                  </a:lnTo>
                  <a:lnTo>
                    <a:pt x="0" y="30569"/>
                  </a:lnTo>
                  <a:lnTo>
                    <a:pt x="394" y="24737"/>
                  </a:lnTo>
                  <a:lnTo>
                    <a:pt x="1118" y="21549"/>
                  </a:lnTo>
                  <a:lnTo>
                    <a:pt x="5447" y="18730"/>
                  </a:lnTo>
                  <a:lnTo>
                    <a:pt x="6040" y="18344"/>
                  </a:lnTo>
                  <a:lnTo>
                    <a:pt x="7243" y="15760"/>
                  </a:lnTo>
                  <a:lnTo>
                    <a:pt x="10220" y="17153"/>
                  </a:lnTo>
                  <a:lnTo>
                    <a:pt x="12661" y="18296"/>
                  </a:lnTo>
                  <a:lnTo>
                    <a:pt x="12946" y="18430"/>
                  </a:lnTo>
                  <a:lnTo>
                    <a:pt x="13619" y="18744"/>
                  </a:lnTo>
                  <a:lnTo>
                    <a:pt x="14082" y="18822"/>
                  </a:lnTo>
                  <a:lnTo>
                    <a:pt x="14306" y="18803"/>
                  </a:lnTo>
                  <a:lnTo>
                    <a:pt x="15323" y="18897"/>
                  </a:lnTo>
                  <a:lnTo>
                    <a:pt x="15589" y="19041"/>
                  </a:lnTo>
                  <a:lnTo>
                    <a:pt x="15984" y="19253"/>
                  </a:lnTo>
                  <a:lnTo>
                    <a:pt x="16226" y="19384"/>
                  </a:lnTo>
                  <a:lnTo>
                    <a:pt x="16537" y="19552"/>
                  </a:lnTo>
                  <a:lnTo>
                    <a:pt x="17002" y="19803"/>
                  </a:lnTo>
                  <a:lnTo>
                    <a:pt x="17132" y="19873"/>
                  </a:lnTo>
                  <a:lnTo>
                    <a:pt x="17688" y="20173"/>
                  </a:lnTo>
                  <a:lnTo>
                    <a:pt x="17839" y="20254"/>
                  </a:lnTo>
                  <a:lnTo>
                    <a:pt x="18020" y="20413"/>
                  </a:lnTo>
                  <a:lnTo>
                    <a:pt x="22509" y="20595"/>
                  </a:lnTo>
                  <a:lnTo>
                    <a:pt x="27796" y="22098"/>
                  </a:lnTo>
                  <a:lnTo>
                    <a:pt x="27789" y="22390"/>
                  </a:lnTo>
                  <a:lnTo>
                    <a:pt x="27735" y="24635"/>
                  </a:lnTo>
                  <a:lnTo>
                    <a:pt x="27922" y="24533"/>
                  </a:lnTo>
                  <a:lnTo>
                    <a:pt x="29239" y="23814"/>
                  </a:lnTo>
                  <a:lnTo>
                    <a:pt x="31166" y="22761"/>
                  </a:lnTo>
                  <a:lnTo>
                    <a:pt x="33015" y="21751"/>
                  </a:lnTo>
                  <a:lnTo>
                    <a:pt x="33318" y="21462"/>
                  </a:lnTo>
                  <a:lnTo>
                    <a:pt x="34355" y="20488"/>
                  </a:lnTo>
                  <a:lnTo>
                    <a:pt x="37866" y="19438"/>
                  </a:lnTo>
                  <a:lnTo>
                    <a:pt x="38168" y="19350"/>
                  </a:lnTo>
                  <a:lnTo>
                    <a:pt x="41355" y="18664"/>
                  </a:lnTo>
                  <a:lnTo>
                    <a:pt x="41504" y="18632"/>
                  </a:lnTo>
                  <a:lnTo>
                    <a:pt x="44716" y="17940"/>
                  </a:lnTo>
                  <a:lnTo>
                    <a:pt x="45740" y="17720"/>
                  </a:lnTo>
                  <a:lnTo>
                    <a:pt x="48456" y="17123"/>
                  </a:lnTo>
                  <a:lnTo>
                    <a:pt x="50435" y="15120"/>
                  </a:lnTo>
                  <a:lnTo>
                    <a:pt x="56840" y="18638"/>
                  </a:lnTo>
                  <a:lnTo>
                    <a:pt x="57151" y="18809"/>
                  </a:lnTo>
                  <a:lnTo>
                    <a:pt x="62498" y="21902"/>
                  </a:lnTo>
                  <a:lnTo>
                    <a:pt x="62931" y="22152"/>
                  </a:lnTo>
                  <a:lnTo>
                    <a:pt x="63956" y="22745"/>
                  </a:lnTo>
                  <a:lnTo>
                    <a:pt x="65608" y="23701"/>
                  </a:lnTo>
                  <a:lnTo>
                    <a:pt x="66125" y="22849"/>
                  </a:lnTo>
                  <a:lnTo>
                    <a:pt x="70135" y="24881"/>
                  </a:lnTo>
                  <a:lnTo>
                    <a:pt x="71604" y="25714"/>
                  </a:lnTo>
                  <a:lnTo>
                    <a:pt x="75450" y="27896"/>
                  </a:lnTo>
                  <a:lnTo>
                    <a:pt x="77712" y="29250"/>
                  </a:lnTo>
                  <a:lnTo>
                    <a:pt x="80533" y="30940"/>
                  </a:lnTo>
                  <a:lnTo>
                    <a:pt x="82398" y="32056"/>
                  </a:lnTo>
                  <a:lnTo>
                    <a:pt x="83786" y="32887"/>
                  </a:lnTo>
                  <a:lnTo>
                    <a:pt x="90796" y="37084"/>
                  </a:lnTo>
                  <a:lnTo>
                    <a:pt x="91357" y="37420"/>
                  </a:lnTo>
                  <a:lnTo>
                    <a:pt x="91668" y="36923"/>
                  </a:lnTo>
                  <a:lnTo>
                    <a:pt x="96718" y="28853"/>
                  </a:lnTo>
                  <a:lnTo>
                    <a:pt x="100080" y="23480"/>
                  </a:lnTo>
                  <a:lnTo>
                    <a:pt x="103933" y="17144"/>
                  </a:lnTo>
                  <a:lnTo>
                    <a:pt x="106944" y="12192"/>
                  </a:lnTo>
                  <a:lnTo>
                    <a:pt x="107974" y="10758"/>
                  </a:lnTo>
                  <a:lnTo>
                    <a:pt x="108872" y="9506"/>
                  </a:lnTo>
                  <a:lnTo>
                    <a:pt x="110575" y="7134"/>
                  </a:lnTo>
                  <a:lnTo>
                    <a:pt x="110814" y="6800"/>
                  </a:lnTo>
                  <a:lnTo>
                    <a:pt x="113938" y="3176"/>
                  </a:lnTo>
                  <a:lnTo>
                    <a:pt x="115249" y="1939"/>
                  </a:lnTo>
                  <a:lnTo>
                    <a:pt x="117042" y="248"/>
                  </a:lnTo>
                  <a:lnTo>
                    <a:pt x="117306" y="0"/>
                  </a:lnTo>
                  <a:lnTo>
                    <a:pt x="117581" y="172"/>
                  </a:lnTo>
                  <a:lnTo>
                    <a:pt x="117769" y="290"/>
                  </a:lnTo>
                  <a:lnTo>
                    <a:pt x="119158" y="1163"/>
                  </a:lnTo>
                  <a:lnTo>
                    <a:pt x="124984" y="4822"/>
                  </a:lnTo>
                  <a:lnTo>
                    <a:pt x="131306" y="8793"/>
                  </a:lnTo>
                  <a:lnTo>
                    <a:pt x="132441" y="9506"/>
                  </a:lnTo>
                  <a:lnTo>
                    <a:pt x="137895" y="12932"/>
                  </a:lnTo>
                  <a:lnTo>
                    <a:pt x="138101" y="13062"/>
                  </a:lnTo>
                  <a:lnTo>
                    <a:pt x="144000" y="16800"/>
                  </a:lnTo>
                  <a:lnTo>
                    <a:pt x="144639" y="17205"/>
                  </a:lnTo>
                  <a:lnTo>
                    <a:pt x="145598" y="17813"/>
                  </a:lnTo>
                  <a:lnTo>
                    <a:pt x="151335" y="21448"/>
                  </a:lnTo>
                  <a:lnTo>
                    <a:pt x="151981" y="21857"/>
                  </a:lnTo>
                  <a:lnTo>
                    <a:pt x="157950" y="25640"/>
                  </a:lnTo>
                  <a:lnTo>
                    <a:pt x="157681" y="26073"/>
                  </a:lnTo>
                  <a:lnTo>
                    <a:pt x="157518" y="26335"/>
                  </a:lnTo>
                  <a:lnTo>
                    <a:pt x="156110" y="28598"/>
                  </a:lnTo>
                  <a:lnTo>
                    <a:pt x="155481" y="29610"/>
                  </a:lnTo>
                  <a:lnTo>
                    <a:pt x="152895" y="3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996269" y="4234570"/>
              <a:ext cx="277028" cy="365636"/>
            </a:xfrm>
            <a:custGeom>
              <a:avLst/>
              <a:pathLst>
                <a:path w="277028" h="365636">
                  <a:moveTo>
                    <a:pt x="199136" y="268190"/>
                  </a:moveTo>
                  <a:lnTo>
                    <a:pt x="195005" y="274279"/>
                  </a:lnTo>
                  <a:lnTo>
                    <a:pt x="193144" y="276498"/>
                  </a:lnTo>
                  <a:lnTo>
                    <a:pt x="192600" y="277147"/>
                  </a:lnTo>
                  <a:lnTo>
                    <a:pt x="191708" y="278210"/>
                  </a:lnTo>
                  <a:lnTo>
                    <a:pt x="189575" y="280754"/>
                  </a:lnTo>
                  <a:lnTo>
                    <a:pt x="184067" y="286579"/>
                  </a:lnTo>
                  <a:lnTo>
                    <a:pt x="182097" y="284362"/>
                  </a:lnTo>
                  <a:lnTo>
                    <a:pt x="181396" y="283573"/>
                  </a:lnTo>
                  <a:lnTo>
                    <a:pt x="181228" y="283384"/>
                  </a:lnTo>
                  <a:lnTo>
                    <a:pt x="178733" y="280575"/>
                  </a:lnTo>
                  <a:lnTo>
                    <a:pt x="177838" y="279568"/>
                  </a:lnTo>
                  <a:lnTo>
                    <a:pt x="171362" y="272280"/>
                  </a:lnTo>
                  <a:lnTo>
                    <a:pt x="148515" y="293446"/>
                  </a:lnTo>
                  <a:lnTo>
                    <a:pt x="137396" y="303747"/>
                  </a:lnTo>
                  <a:lnTo>
                    <a:pt x="137291" y="292346"/>
                  </a:lnTo>
                  <a:lnTo>
                    <a:pt x="133258" y="292476"/>
                  </a:lnTo>
                  <a:lnTo>
                    <a:pt x="131003" y="292548"/>
                  </a:lnTo>
                  <a:lnTo>
                    <a:pt x="129002" y="292613"/>
                  </a:lnTo>
                  <a:lnTo>
                    <a:pt x="125215" y="292735"/>
                  </a:lnTo>
                  <a:lnTo>
                    <a:pt x="124847" y="292746"/>
                  </a:lnTo>
                  <a:lnTo>
                    <a:pt x="123626" y="292786"/>
                  </a:lnTo>
                  <a:lnTo>
                    <a:pt x="121367" y="292858"/>
                  </a:lnTo>
                  <a:lnTo>
                    <a:pt x="119538" y="292917"/>
                  </a:lnTo>
                  <a:lnTo>
                    <a:pt x="116262" y="293023"/>
                  </a:lnTo>
                  <a:lnTo>
                    <a:pt x="113058" y="292954"/>
                  </a:lnTo>
                  <a:lnTo>
                    <a:pt x="112636" y="292945"/>
                  </a:lnTo>
                  <a:lnTo>
                    <a:pt x="111183" y="292914"/>
                  </a:lnTo>
                  <a:lnTo>
                    <a:pt x="108833" y="292864"/>
                  </a:lnTo>
                  <a:lnTo>
                    <a:pt x="107527" y="292837"/>
                  </a:lnTo>
                  <a:lnTo>
                    <a:pt x="106288" y="292810"/>
                  </a:lnTo>
                  <a:lnTo>
                    <a:pt x="106116" y="293659"/>
                  </a:lnTo>
                  <a:lnTo>
                    <a:pt x="103906" y="304571"/>
                  </a:lnTo>
                  <a:lnTo>
                    <a:pt x="103431" y="306916"/>
                  </a:lnTo>
                  <a:lnTo>
                    <a:pt x="100087" y="306145"/>
                  </a:lnTo>
                  <a:lnTo>
                    <a:pt x="98067" y="305679"/>
                  </a:lnTo>
                  <a:lnTo>
                    <a:pt x="97099" y="305456"/>
                  </a:lnTo>
                  <a:lnTo>
                    <a:pt x="96809" y="305389"/>
                  </a:lnTo>
                  <a:lnTo>
                    <a:pt x="90103" y="303843"/>
                  </a:lnTo>
                  <a:lnTo>
                    <a:pt x="89930" y="303804"/>
                  </a:lnTo>
                  <a:lnTo>
                    <a:pt x="89056" y="303602"/>
                  </a:lnTo>
                  <a:lnTo>
                    <a:pt x="87930" y="309221"/>
                  </a:lnTo>
                  <a:lnTo>
                    <a:pt x="86937" y="317122"/>
                  </a:lnTo>
                  <a:lnTo>
                    <a:pt x="86650" y="319407"/>
                  </a:lnTo>
                  <a:lnTo>
                    <a:pt x="86642" y="319543"/>
                  </a:lnTo>
                  <a:lnTo>
                    <a:pt x="86586" y="320465"/>
                  </a:lnTo>
                  <a:lnTo>
                    <a:pt x="86538" y="321266"/>
                  </a:lnTo>
                  <a:lnTo>
                    <a:pt x="86330" y="324733"/>
                  </a:lnTo>
                  <a:lnTo>
                    <a:pt x="86511" y="333942"/>
                  </a:lnTo>
                  <a:lnTo>
                    <a:pt x="86743" y="345739"/>
                  </a:lnTo>
                  <a:lnTo>
                    <a:pt x="86833" y="350290"/>
                  </a:lnTo>
                  <a:lnTo>
                    <a:pt x="86858" y="351572"/>
                  </a:lnTo>
                  <a:lnTo>
                    <a:pt x="85348" y="351850"/>
                  </a:lnTo>
                  <a:lnTo>
                    <a:pt x="84172" y="352066"/>
                  </a:lnTo>
                  <a:lnTo>
                    <a:pt x="75141" y="353729"/>
                  </a:lnTo>
                  <a:lnTo>
                    <a:pt x="64793" y="355635"/>
                  </a:lnTo>
                  <a:lnTo>
                    <a:pt x="53855" y="357649"/>
                  </a:lnTo>
                  <a:lnTo>
                    <a:pt x="41339" y="359953"/>
                  </a:lnTo>
                  <a:lnTo>
                    <a:pt x="24296" y="363091"/>
                  </a:lnTo>
                  <a:lnTo>
                    <a:pt x="13685" y="365045"/>
                  </a:lnTo>
                  <a:lnTo>
                    <a:pt x="10477" y="365636"/>
                  </a:lnTo>
                  <a:lnTo>
                    <a:pt x="9762" y="359960"/>
                  </a:lnTo>
                  <a:lnTo>
                    <a:pt x="9085" y="354591"/>
                  </a:lnTo>
                  <a:lnTo>
                    <a:pt x="8270" y="348122"/>
                  </a:lnTo>
                  <a:lnTo>
                    <a:pt x="7706" y="343651"/>
                  </a:lnTo>
                  <a:lnTo>
                    <a:pt x="7418" y="341181"/>
                  </a:lnTo>
                  <a:lnTo>
                    <a:pt x="6016" y="329164"/>
                  </a:lnTo>
                  <a:lnTo>
                    <a:pt x="5107" y="321368"/>
                  </a:lnTo>
                  <a:lnTo>
                    <a:pt x="2206" y="296507"/>
                  </a:lnTo>
                  <a:lnTo>
                    <a:pt x="2064" y="295291"/>
                  </a:lnTo>
                  <a:lnTo>
                    <a:pt x="1478" y="289603"/>
                  </a:lnTo>
                  <a:lnTo>
                    <a:pt x="1348" y="288344"/>
                  </a:lnTo>
                  <a:lnTo>
                    <a:pt x="1203" y="286932"/>
                  </a:lnTo>
                  <a:lnTo>
                    <a:pt x="1125" y="286178"/>
                  </a:lnTo>
                  <a:lnTo>
                    <a:pt x="1026" y="285216"/>
                  </a:lnTo>
                  <a:lnTo>
                    <a:pt x="563" y="280725"/>
                  </a:lnTo>
                  <a:lnTo>
                    <a:pt x="72" y="275963"/>
                  </a:lnTo>
                  <a:lnTo>
                    <a:pt x="0" y="275256"/>
                  </a:lnTo>
                  <a:lnTo>
                    <a:pt x="33" y="274641"/>
                  </a:lnTo>
                  <a:lnTo>
                    <a:pt x="62" y="274108"/>
                  </a:lnTo>
                  <a:lnTo>
                    <a:pt x="139" y="272685"/>
                  </a:lnTo>
                  <a:lnTo>
                    <a:pt x="219" y="271211"/>
                  </a:lnTo>
                  <a:lnTo>
                    <a:pt x="1325" y="266626"/>
                  </a:lnTo>
                  <a:lnTo>
                    <a:pt x="1647" y="265291"/>
                  </a:lnTo>
                  <a:lnTo>
                    <a:pt x="2242" y="262821"/>
                  </a:lnTo>
                  <a:lnTo>
                    <a:pt x="2591" y="261377"/>
                  </a:lnTo>
                  <a:lnTo>
                    <a:pt x="3503" y="257595"/>
                  </a:lnTo>
                  <a:lnTo>
                    <a:pt x="4887" y="251858"/>
                  </a:lnTo>
                  <a:lnTo>
                    <a:pt x="6177" y="246507"/>
                  </a:lnTo>
                  <a:lnTo>
                    <a:pt x="7235" y="243092"/>
                  </a:lnTo>
                  <a:lnTo>
                    <a:pt x="7985" y="242010"/>
                  </a:lnTo>
                  <a:lnTo>
                    <a:pt x="9356" y="240033"/>
                  </a:lnTo>
                  <a:lnTo>
                    <a:pt x="9900" y="239249"/>
                  </a:lnTo>
                  <a:lnTo>
                    <a:pt x="10155" y="238941"/>
                  </a:lnTo>
                  <a:lnTo>
                    <a:pt x="10590" y="238416"/>
                  </a:lnTo>
                  <a:lnTo>
                    <a:pt x="11732" y="237036"/>
                  </a:lnTo>
                  <a:lnTo>
                    <a:pt x="15335" y="234598"/>
                  </a:lnTo>
                  <a:lnTo>
                    <a:pt x="20360" y="231197"/>
                  </a:lnTo>
                  <a:lnTo>
                    <a:pt x="20986" y="230774"/>
                  </a:lnTo>
                  <a:lnTo>
                    <a:pt x="22250" y="229918"/>
                  </a:lnTo>
                  <a:lnTo>
                    <a:pt x="22790" y="229553"/>
                  </a:lnTo>
                  <a:lnTo>
                    <a:pt x="23945" y="228663"/>
                  </a:lnTo>
                  <a:lnTo>
                    <a:pt x="27199" y="226155"/>
                  </a:lnTo>
                  <a:lnTo>
                    <a:pt x="30029" y="223974"/>
                  </a:lnTo>
                  <a:lnTo>
                    <a:pt x="31892" y="221948"/>
                  </a:lnTo>
                  <a:lnTo>
                    <a:pt x="32758" y="221005"/>
                  </a:lnTo>
                  <a:lnTo>
                    <a:pt x="33482" y="220218"/>
                  </a:lnTo>
                  <a:lnTo>
                    <a:pt x="33729" y="219852"/>
                  </a:lnTo>
                  <a:lnTo>
                    <a:pt x="34370" y="218905"/>
                  </a:lnTo>
                  <a:lnTo>
                    <a:pt x="34701" y="218417"/>
                  </a:lnTo>
                  <a:lnTo>
                    <a:pt x="40619" y="209673"/>
                  </a:lnTo>
                  <a:lnTo>
                    <a:pt x="40762" y="209461"/>
                  </a:lnTo>
                  <a:lnTo>
                    <a:pt x="41030" y="209065"/>
                  </a:lnTo>
                  <a:lnTo>
                    <a:pt x="41769" y="207972"/>
                  </a:lnTo>
                  <a:lnTo>
                    <a:pt x="42609" y="206732"/>
                  </a:lnTo>
                  <a:lnTo>
                    <a:pt x="43412" y="205546"/>
                  </a:lnTo>
                  <a:lnTo>
                    <a:pt x="44794" y="203504"/>
                  </a:lnTo>
                  <a:lnTo>
                    <a:pt x="47254" y="199868"/>
                  </a:lnTo>
                  <a:lnTo>
                    <a:pt x="47642" y="199296"/>
                  </a:lnTo>
                  <a:lnTo>
                    <a:pt x="47801" y="199059"/>
                  </a:lnTo>
                  <a:lnTo>
                    <a:pt x="48146" y="198550"/>
                  </a:lnTo>
                  <a:lnTo>
                    <a:pt x="53748" y="189443"/>
                  </a:lnTo>
                  <a:lnTo>
                    <a:pt x="59412" y="180235"/>
                  </a:lnTo>
                  <a:lnTo>
                    <a:pt x="60010" y="179262"/>
                  </a:lnTo>
                  <a:lnTo>
                    <a:pt x="59535" y="173643"/>
                  </a:lnTo>
                  <a:lnTo>
                    <a:pt x="59835" y="173135"/>
                  </a:lnTo>
                  <a:lnTo>
                    <a:pt x="63353" y="167169"/>
                  </a:lnTo>
                  <a:lnTo>
                    <a:pt x="65835" y="162961"/>
                  </a:lnTo>
                  <a:lnTo>
                    <a:pt x="70416" y="155196"/>
                  </a:lnTo>
                  <a:lnTo>
                    <a:pt x="76659" y="144954"/>
                  </a:lnTo>
                  <a:lnTo>
                    <a:pt x="77148" y="144152"/>
                  </a:lnTo>
                  <a:lnTo>
                    <a:pt x="78106" y="142581"/>
                  </a:lnTo>
                  <a:lnTo>
                    <a:pt x="78996" y="141146"/>
                  </a:lnTo>
                  <a:lnTo>
                    <a:pt x="87251" y="127841"/>
                  </a:lnTo>
                  <a:lnTo>
                    <a:pt x="87365" y="127656"/>
                  </a:lnTo>
                  <a:lnTo>
                    <a:pt x="93170" y="118299"/>
                  </a:lnTo>
                  <a:lnTo>
                    <a:pt x="101889" y="104299"/>
                  </a:lnTo>
                  <a:lnTo>
                    <a:pt x="110237" y="90893"/>
                  </a:lnTo>
                  <a:lnTo>
                    <a:pt x="110850" y="89910"/>
                  </a:lnTo>
                  <a:lnTo>
                    <a:pt x="112781" y="86809"/>
                  </a:lnTo>
                  <a:lnTo>
                    <a:pt x="124507" y="67980"/>
                  </a:lnTo>
                  <a:lnTo>
                    <a:pt x="128307" y="61809"/>
                  </a:lnTo>
                  <a:lnTo>
                    <a:pt x="137166" y="47423"/>
                  </a:lnTo>
                  <a:lnTo>
                    <a:pt x="137378" y="47122"/>
                  </a:lnTo>
                  <a:lnTo>
                    <a:pt x="137748" y="46596"/>
                  </a:lnTo>
                  <a:lnTo>
                    <a:pt x="138154" y="46019"/>
                  </a:lnTo>
                  <a:lnTo>
                    <a:pt x="140904" y="42109"/>
                  </a:lnTo>
                  <a:lnTo>
                    <a:pt x="158874" y="13372"/>
                  </a:lnTo>
                  <a:lnTo>
                    <a:pt x="159147" y="12945"/>
                  </a:lnTo>
                  <a:lnTo>
                    <a:pt x="159282" y="12752"/>
                  </a:lnTo>
                  <a:lnTo>
                    <a:pt x="160212" y="11432"/>
                  </a:lnTo>
                  <a:lnTo>
                    <a:pt x="160930" y="10413"/>
                  </a:lnTo>
                  <a:lnTo>
                    <a:pt x="161386" y="9767"/>
                  </a:lnTo>
                  <a:lnTo>
                    <a:pt x="162008" y="8756"/>
                  </a:lnTo>
                  <a:lnTo>
                    <a:pt x="162820" y="7438"/>
                  </a:lnTo>
                  <a:lnTo>
                    <a:pt x="165098" y="3738"/>
                  </a:lnTo>
                  <a:lnTo>
                    <a:pt x="167400" y="0"/>
                  </a:lnTo>
                  <a:lnTo>
                    <a:pt x="169820" y="1701"/>
                  </a:lnTo>
                  <a:lnTo>
                    <a:pt x="172384" y="3504"/>
                  </a:lnTo>
                  <a:lnTo>
                    <a:pt x="174051" y="4676"/>
                  </a:lnTo>
                  <a:lnTo>
                    <a:pt x="175212" y="5492"/>
                  </a:lnTo>
                  <a:lnTo>
                    <a:pt x="177615" y="7181"/>
                  </a:lnTo>
                  <a:lnTo>
                    <a:pt x="182431" y="10567"/>
                  </a:lnTo>
                  <a:lnTo>
                    <a:pt x="183190" y="11101"/>
                  </a:lnTo>
                  <a:lnTo>
                    <a:pt x="186392" y="13352"/>
                  </a:lnTo>
                  <a:lnTo>
                    <a:pt x="187642" y="14231"/>
                  </a:lnTo>
                  <a:lnTo>
                    <a:pt x="187928" y="14432"/>
                  </a:lnTo>
                  <a:lnTo>
                    <a:pt x="196562" y="20502"/>
                  </a:lnTo>
                  <a:lnTo>
                    <a:pt x="200812" y="23489"/>
                  </a:lnTo>
                  <a:lnTo>
                    <a:pt x="206357" y="27388"/>
                  </a:lnTo>
                  <a:lnTo>
                    <a:pt x="215853" y="34063"/>
                  </a:lnTo>
                  <a:lnTo>
                    <a:pt x="218120" y="35657"/>
                  </a:lnTo>
                  <a:lnTo>
                    <a:pt x="221065" y="37728"/>
                  </a:lnTo>
                  <a:lnTo>
                    <a:pt x="251373" y="59035"/>
                  </a:lnTo>
                  <a:lnTo>
                    <a:pt x="276860" y="76953"/>
                  </a:lnTo>
                  <a:lnTo>
                    <a:pt x="277028" y="77072"/>
                  </a:lnTo>
                  <a:lnTo>
                    <a:pt x="275630" y="79110"/>
                  </a:lnTo>
                  <a:lnTo>
                    <a:pt x="269970" y="87362"/>
                  </a:lnTo>
                  <a:lnTo>
                    <a:pt x="264885" y="94774"/>
                  </a:lnTo>
                  <a:lnTo>
                    <a:pt x="264735" y="95018"/>
                  </a:lnTo>
                  <a:lnTo>
                    <a:pt x="263475" y="97073"/>
                  </a:lnTo>
                  <a:lnTo>
                    <a:pt x="262292" y="99471"/>
                  </a:lnTo>
                  <a:lnTo>
                    <a:pt x="258965" y="106209"/>
                  </a:lnTo>
                  <a:lnTo>
                    <a:pt x="257199" y="110755"/>
                  </a:lnTo>
                  <a:lnTo>
                    <a:pt x="255532" y="113910"/>
                  </a:lnTo>
                  <a:lnTo>
                    <a:pt x="255254" y="114456"/>
                  </a:lnTo>
                  <a:lnTo>
                    <a:pt x="250262" y="124252"/>
                  </a:lnTo>
                  <a:lnTo>
                    <a:pt x="248913" y="126899"/>
                  </a:lnTo>
                  <a:lnTo>
                    <a:pt x="248852" y="127053"/>
                  </a:lnTo>
                  <a:lnTo>
                    <a:pt x="248696" y="127453"/>
                  </a:lnTo>
                  <a:lnTo>
                    <a:pt x="244024" y="139416"/>
                  </a:lnTo>
                  <a:lnTo>
                    <a:pt x="243177" y="141585"/>
                  </a:lnTo>
                  <a:lnTo>
                    <a:pt x="242392" y="143750"/>
                  </a:lnTo>
                  <a:lnTo>
                    <a:pt x="241534" y="146116"/>
                  </a:lnTo>
                  <a:lnTo>
                    <a:pt x="239308" y="152257"/>
                  </a:lnTo>
                  <a:lnTo>
                    <a:pt x="239112" y="152798"/>
                  </a:lnTo>
                  <a:lnTo>
                    <a:pt x="238740" y="153977"/>
                  </a:lnTo>
                  <a:lnTo>
                    <a:pt x="235865" y="163087"/>
                  </a:lnTo>
                  <a:lnTo>
                    <a:pt x="234583" y="167153"/>
                  </a:lnTo>
                  <a:lnTo>
                    <a:pt x="233737" y="169834"/>
                  </a:lnTo>
                  <a:lnTo>
                    <a:pt x="233024" y="172093"/>
                  </a:lnTo>
                  <a:lnTo>
                    <a:pt x="231224" y="177796"/>
                  </a:lnTo>
                  <a:lnTo>
                    <a:pt x="229833" y="182207"/>
                  </a:lnTo>
                  <a:lnTo>
                    <a:pt x="228489" y="186466"/>
                  </a:lnTo>
                  <a:lnTo>
                    <a:pt x="226969" y="191281"/>
                  </a:lnTo>
                  <a:lnTo>
                    <a:pt x="226122" y="193966"/>
                  </a:lnTo>
                  <a:lnTo>
                    <a:pt x="225987" y="194360"/>
                  </a:lnTo>
                  <a:lnTo>
                    <a:pt x="225870" y="194699"/>
                  </a:lnTo>
                  <a:lnTo>
                    <a:pt x="225754" y="195036"/>
                  </a:lnTo>
                  <a:lnTo>
                    <a:pt x="221028" y="208783"/>
                  </a:lnTo>
                  <a:lnTo>
                    <a:pt x="219921" y="212001"/>
                  </a:lnTo>
                  <a:lnTo>
                    <a:pt x="214126" y="228855"/>
                  </a:lnTo>
                  <a:lnTo>
                    <a:pt x="214063" y="229038"/>
                  </a:lnTo>
                  <a:lnTo>
                    <a:pt x="211153" y="237501"/>
                  </a:lnTo>
                  <a:lnTo>
                    <a:pt x="210659" y="238939"/>
                  </a:lnTo>
                  <a:lnTo>
                    <a:pt x="210599" y="239150"/>
                  </a:lnTo>
                  <a:lnTo>
                    <a:pt x="210296" y="240223"/>
                  </a:lnTo>
                  <a:lnTo>
                    <a:pt x="210243" y="240410"/>
                  </a:lnTo>
                  <a:lnTo>
                    <a:pt x="208621" y="246148"/>
                  </a:lnTo>
                  <a:lnTo>
                    <a:pt x="206009" y="254949"/>
                  </a:lnTo>
                  <a:lnTo>
                    <a:pt x="205695" y="255725"/>
                  </a:lnTo>
                  <a:lnTo>
                    <a:pt x="204263" y="259267"/>
                  </a:lnTo>
                  <a:lnTo>
                    <a:pt x="200991" y="26545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1816201" y="4439251"/>
              <a:ext cx="190223" cy="100251"/>
            </a:xfrm>
            <a:custGeom>
              <a:avLst/>
              <a:pathLst>
                <a:path w="190223" h="100251">
                  <a:moveTo>
                    <a:pt x="89144" y="2299"/>
                  </a:moveTo>
                  <a:lnTo>
                    <a:pt x="91051" y="2823"/>
                  </a:lnTo>
                  <a:lnTo>
                    <a:pt x="92532" y="2595"/>
                  </a:lnTo>
                  <a:lnTo>
                    <a:pt x="95223" y="4297"/>
                  </a:lnTo>
                  <a:lnTo>
                    <a:pt x="95862" y="4701"/>
                  </a:lnTo>
                  <a:lnTo>
                    <a:pt x="96548" y="5171"/>
                  </a:lnTo>
                  <a:lnTo>
                    <a:pt x="96822" y="5358"/>
                  </a:lnTo>
                  <a:lnTo>
                    <a:pt x="97172" y="5597"/>
                  </a:lnTo>
                  <a:lnTo>
                    <a:pt x="100320" y="7750"/>
                  </a:lnTo>
                  <a:lnTo>
                    <a:pt x="102043" y="3904"/>
                  </a:lnTo>
                  <a:lnTo>
                    <a:pt x="102539" y="3949"/>
                  </a:lnTo>
                  <a:lnTo>
                    <a:pt x="104406" y="4116"/>
                  </a:lnTo>
                  <a:lnTo>
                    <a:pt x="106756" y="4570"/>
                  </a:lnTo>
                  <a:lnTo>
                    <a:pt x="107877" y="4787"/>
                  </a:lnTo>
                  <a:lnTo>
                    <a:pt x="108059" y="4822"/>
                  </a:lnTo>
                  <a:lnTo>
                    <a:pt x="109285" y="5414"/>
                  </a:lnTo>
                  <a:lnTo>
                    <a:pt x="109660" y="5964"/>
                  </a:lnTo>
                  <a:lnTo>
                    <a:pt x="109953" y="6393"/>
                  </a:lnTo>
                  <a:lnTo>
                    <a:pt x="111583" y="7471"/>
                  </a:lnTo>
                  <a:lnTo>
                    <a:pt x="113871" y="8984"/>
                  </a:lnTo>
                  <a:lnTo>
                    <a:pt x="115808" y="10265"/>
                  </a:lnTo>
                  <a:lnTo>
                    <a:pt x="121068" y="13743"/>
                  </a:lnTo>
                  <a:lnTo>
                    <a:pt x="120997" y="14773"/>
                  </a:lnTo>
                  <a:lnTo>
                    <a:pt x="120943" y="15211"/>
                  </a:lnTo>
                  <a:lnTo>
                    <a:pt x="120905" y="15518"/>
                  </a:lnTo>
                  <a:lnTo>
                    <a:pt x="120433" y="16015"/>
                  </a:lnTo>
                  <a:lnTo>
                    <a:pt x="119176" y="17337"/>
                  </a:lnTo>
                  <a:lnTo>
                    <a:pt x="118281" y="17832"/>
                  </a:lnTo>
                  <a:lnTo>
                    <a:pt x="117175" y="18445"/>
                  </a:lnTo>
                  <a:lnTo>
                    <a:pt x="116503" y="18817"/>
                  </a:lnTo>
                  <a:lnTo>
                    <a:pt x="114520" y="20206"/>
                  </a:lnTo>
                  <a:lnTo>
                    <a:pt x="114203" y="20767"/>
                  </a:lnTo>
                  <a:lnTo>
                    <a:pt x="112929" y="23014"/>
                  </a:lnTo>
                  <a:lnTo>
                    <a:pt x="112636" y="23531"/>
                  </a:lnTo>
                  <a:lnTo>
                    <a:pt x="112404" y="23940"/>
                  </a:lnTo>
                  <a:lnTo>
                    <a:pt x="110050" y="25469"/>
                  </a:lnTo>
                  <a:lnTo>
                    <a:pt x="107879" y="26880"/>
                  </a:lnTo>
                  <a:lnTo>
                    <a:pt x="107028" y="27139"/>
                  </a:lnTo>
                  <a:lnTo>
                    <a:pt x="105318" y="27659"/>
                  </a:lnTo>
                  <a:lnTo>
                    <a:pt x="105999" y="30130"/>
                  </a:lnTo>
                  <a:lnTo>
                    <a:pt x="106292" y="31193"/>
                  </a:lnTo>
                  <a:lnTo>
                    <a:pt x="106909" y="31056"/>
                  </a:lnTo>
                  <a:lnTo>
                    <a:pt x="112297" y="31084"/>
                  </a:lnTo>
                  <a:lnTo>
                    <a:pt x="115735" y="30130"/>
                  </a:lnTo>
                  <a:lnTo>
                    <a:pt x="118197" y="29447"/>
                  </a:lnTo>
                  <a:lnTo>
                    <a:pt x="118865" y="29262"/>
                  </a:lnTo>
                  <a:lnTo>
                    <a:pt x="120674" y="27016"/>
                  </a:lnTo>
                  <a:lnTo>
                    <a:pt x="121684" y="25701"/>
                  </a:lnTo>
                  <a:lnTo>
                    <a:pt x="124701" y="21769"/>
                  </a:lnTo>
                  <a:lnTo>
                    <a:pt x="127447" y="18190"/>
                  </a:lnTo>
                  <a:lnTo>
                    <a:pt x="129693" y="17058"/>
                  </a:lnTo>
                  <a:lnTo>
                    <a:pt x="129976" y="16915"/>
                  </a:lnTo>
                  <a:lnTo>
                    <a:pt x="131108" y="16628"/>
                  </a:lnTo>
                  <a:lnTo>
                    <a:pt x="135258" y="15576"/>
                  </a:lnTo>
                  <a:lnTo>
                    <a:pt x="135790" y="15442"/>
                  </a:lnTo>
                  <a:lnTo>
                    <a:pt x="138030" y="14874"/>
                  </a:lnTo>
                  <a:lnTo>
                    <a:pt x="138793" y="14680"/>
                  </a:lnTo>
                  <a:lnTo>
                    <a:pt x="142506" y="13739"/>
                  </a:lnTo>
                  <a:lnTo>
                    <a:pt x="144310" y="13807"/>
                  </a:lnTo>
                  <a:lnTo>
                    <a:pt x="144978" y="13988"/>
                  </a:lnTo>
                  <a:lnTo>
                    <a:pt x="146327" y="14354"/>
                  </a:lnTo>
                  <a:lnTo>
                    <a:pt x="147004" y="14580"/>
                  </a:lnTo>
                  <a:lnTo>
                    <a:pt x="147713" y="14818"/>
                  </a:lnTo>
                  <a:lnTo>
                    <a:pt x="149890" y="15686"/>
                  </a:lnTo>
                  <a:lnTo>
                    <a:pt x="151809" y="16451"/>
                  </a:lnTo>
                  <a:lnTo>
                    <a:pt x="152054" y="16549"/>
                  </a:lnTo>
                  <a:lnTo>
                    <a:pt x="153988" y="17320"/>
                  </a:lnTo>
                  <a:lnTo>
                    <a:pt x="154427" y="17495"/>
                  </a:lnTo>
                  <a:lnTo>
                    <a:pt x="155371" y="17872"/>
                  </a:lnTo>
                  <a:lnTo>
                    <a:pt x="156545" y="18339"/>
                  </a:lnTo>
                  <a:lnTo>
                    <a:pt x="156940" y="18497"/>
                  </a:lnTo>
                  <a:lnTo>
                    <a:pt x="158551" y="19139"/>
                  </a:lnTo>
                  <a:lnTo>
                    <a:pt x="159331" y="19451"/>
                  </a:lnTo>
                  <a:lnTo>
                    <a:pt x="161767" y="20422"/>
                  </a:lnTo>
                  <a:lnTo>
                    <a:pt x="162443" y="20692"/>
                  </a:lnTo>
                  <a:lnTo>
                    <a:pt x="163924" y="21282"/>
                  </a:lnTo>
                  <a:lnTo>
                    <a:pt x="165133" y="21764"/>
                  </a:lnTo>
                  <a:lnTo>
                    <a:pt x="165332" y="21844"/>
                  </a:lnTo>
                  <a:lnTo>
                    <a:pt x="167445" y="22750"/>
                  </a:lnTo>
                  <a:lnTo>
                    <a:pt x="168708" y="23292"/>
                  </a:lnTo>
                  <a:lnTo>
                    <a:pt x="175405" y="25776"/>
                  </a:lnTo>
                  <a:lnTo>
                    <a:pt x="177172" y="26432"/>
                  </a:lnTo>
                  <a:lnTo>
                    <a:pt x="180128" y="27707"/>
                  </a:lnTo>
                  <a:lnTo>
                    <a:pt x="182353" y="28707"/>
                  </a:lnTo>
                  <a:lnTo>
                    <a:pt x="184839" y="29825"/>
                  </a:lnTo>
                  <a:lnTo>
                    <a:pt x="185114" y="30051"/>
                  </a:lnTo>
                  <a:lnTo>
                    <a:pt x="185787" y="30606"/>
                  </a:lnTo>
                  <a:lnTo>
                    <a:pt x="187810" y="32273"/>
                  </a:lnTo>
                  <a:lnTo>
                    <a:pt x="190223" y="34261"/>
                  </a:lnTo>
                  <a:lnTo>
                    <a:pt x="189968" y="34569"/>
                  </a:lnTo>
                  <a:lnTo>
                    <a:pt x="189425" y="35353"/>
                  </a:lnTo>
                  <a:lnTo>
                    <a:pt x="188054" y="37330"/>
                  </a:lnTo>
                  <a:lnTo>
                    <a:pt x="187304" y="38412"/>
                  </a:lnTo>
                  <a:lnTo>
                    <a:pt x="186246" y="41827"/>
                  </a:lnTo>
                  <a:lnTo>
                    <a:pt x="184955" y="47177"/>
                  </a:lnTo>
                  <a:lnTo>
                    <a:pt x="183571" y="52915"/>
                  </a:lnTo>
                  <a:lnTo>
                    <a:pt x="182659" y="56696"/>
                  </a:lnTo>
                  <a:lnTo>
                    <a:pt x="182311" y="58141"/>
                  </a:lnTo>
                  <a:lnTo>
                    <a:pt x="181715" y="60610"/>
                  </a:lnTo>
                  <a:lnTo>
                    <a:pt x="181393" y="61946"/>
                  </a:lnTo>
                  <a:lnTo>
                    <a:pt x="180287" y="66530"/>
                  </a:lnTo>
                  <a:lnTo>
                    <a:pt x="180207" y="68005"/>
                  </a:lnTo>
                  <a:lnTo>
                    <a:pt x="180130" y="69427"/>
                  </a:lnTo>
                  <a:lnTo>
                    <a:pt x="180101" y="69961"/>
                  </a:lnTo>
                  <a:lnTo>
                    <a:pt x="180068" y="70576"/>
                  </a:lnTo>
                  <a:lnTo>
                    <a:pt x="180141" y="71283"/>
                  </a:lnTo>
                  <a:lnTo>
                    <a:pt x="180631" y="76044"/>
                  </a:lnTo>
                  <a:lnTo>
                    <a:pt x="181094" y="80536"/>
                  </a:lnTo>
                  <a:lnTo>
                    <a:pt x="181193" y="81498"/>
                  </a:lnTo>
                  <a:lnTo>
                    <a:pt x="181271" y="82252"/>
                  </a:lnTo>
                  <a:lnTo>
                    <a:pt x="181417" y="83663"/>
                  </a:lnTo>
                  <a:lnTo>
                    <a:pt x="181546" y="84923"/>
                  </a:lnTo>
                  <a:lnTo>
                    <a:pt x="182133" y="90611"/>
                  </a:lnTo>
                  <a:lnTo>
                    <a:pt x="182274" y="91827"/>
                  </a:lnTo>
                  <a:lnTo>
                    <a:pt x="181031" y="91952"/>
                  </a:lnTo>
                  <a:lnTo>
                    <a:pt x="178331" y="92224"/>
                  </a:lnTo>
                  <a:lnTo>
                    <a:pt x="167033" y="93360"/>
                  </a:lnTo>
                  <a:lnTo>
                    <a:pt x="166450" y="93419"/>
                  </a:lnTo>
                  <a:lnTo>
                    <a:pt x="155243" y="94446"/>
                  </a:lnTo>
                  <a:lnTo>
                    <a:pt x="154407" y="85575"/>
                  </a:lnTo>
                  <a:lnTo>
                    <a:pt x="154207" y="83460"/>
                  </a:lnTo>
                  <a:lnTo>
                    <a:pt x="153137" y="72106"/>
                  </a:lnTo>
                  <a:lnTo>
                    <a:pt x="152989" y="72213"/>
                  </a:lnTo>
                  <a:lnTo>
                    <a:pt x="150135" y="74630"/>
                  </a:lnTo>
                  <a:lnTo>
                    <a:pt x="148116" y="76340"/>
                  </a:lnTo>
                  <a:lnTo>
                    <a:pt x="146529" y="78523"/>
                  </a:lnTo>
                  <a:lnTo>
                    <a:pt x="146098" y="79115"/>
                  </a:lnTo>
                  <a:lnTo>
                    <a:pt x="144288" y="84095"/>
                  </a:lnTo>
                  <a:lnTo>
                    <a:pt x="143683" y="90651"/>
                  </a:lnTo>
                  <a:lnTo>
                    <a:pt x="143341" y="90624"/>
                  </a:lnTo>
                  <a:lnTo>
                    <a:pt x="129016" y="89520"/>
                  </a:lnTo>
                  <a:lnTo>
                    <a:pt x="117701" y="88648"/>
                  </a:lnTo>
                  <a:lnTo>
                    <a:pt x="117344" y="88620"/>
                  </a:lnTo>
                  <a:lnTo>
                    <a:pt x="116196" y="88541"/>
                  </a:lnTo>
                  <a:lnTo>
                    <a:pt x="115610" y="88500"/>
                  </a:lnTo>
                  <a:lnTo>
                    <a:pt x="97904" y="87276"/>
                  </a:lnTo>
                  <a:lnTo>
                    <a:pt x="94160" y="87016"/>
                  </a:lnTo>
                  <a:lnTo>
                    <a:pt x="93288" y="86940"/>
                  </a:lnTo>
                  <a:lnTo>
                    <a:pt x="90917" y="86731"/>
                  </a:lnTo>
                  <a:lnTo>
                    <a:pt x="90439" y="86690"/>
                  </a:lnTo>
                  <a:lnTo>
                    <a:pt x="89942" y="86709"/>
                  </a:lnTo>
                  <a:lnTo>
                    <a:pt x="88959" y="83448"/>
                  </a:lnTo>
                  <a:lnTo>
                    <a:pt x="80074" y="83867"/>
                  </a:lnTo>
                  <a:lnTo>
                    <a:pt x="76074" y="84055"/>
                  </a:lnTo>
                  <a:lnTo>
                    <a:pt x="66770" y="84493"/>
                  </a:lnTo>
                  <a:lnTo>
                    <a:pt x="65884" y="84535"/>
                  </a:lnTo>
                  <a:lnTo>
                    <a:pt x="61958" y="84720"/>
                  </a:lnTo>
                  <a:lnTo>
                    <a:pt x="58657" y="84875"/>
                  </a:lnTo>
                  <a:lnTo>
                    <a:pt x="56700" y="84967"/>
                  </a:lnTo>
                  <a:lnTo>
                    <a:pt x="55939" y="85003"/>
                  </a:lnTo>
                  <a:lnTo>
                    <a:pt x="51841" y="85895"/>
                  </a:lnTo>
                  <a:lnTo>
                    <a:pt x="48631" y="87054"/>
                  </a:lnTo>
                  <a:lnTo>
                    <a:pt x="47096" y="87607"/>
                  </a:lnTo>
                  <a:lnTo>
                    <a:pt x="43321" y="88969"/>
                  </a:lnTo>
                  <a:lnTo>
                    <a:pt x="33966" y="91223"/>
                  </a:lnTo>
                  <a:lnTo>
                    <a:pt x="32131" y="91665"/>
                  </a:lnTo>
                  <a:lnTo>
                    <a:pt x="30216" y="91756"/>
                  </a:lnTo>
                  <a:lnTo>
                    <a:pt x="29631" y="91784"/>
                  </a:lnTo>
                  <a:lnTo>
                    <a:pt x="25265" y="91990"/>
                  </a:lnTo>
                  <a:lnTo>
                    <a:pt x="22444" y="92124"/>
                  </a:lnTo>
                  <a:lnTo>
                    <a:pt x="16493" y="92405"/>
                  </a:lnTo>
                  <a:lnTo>
                    <a:pt x="14167" y="92515"/>
                  </a:lnTo>
                  <a:lnTo>
                    <a:pt x="12312" y="92603"/>
                  </a:lnTo>
                  <a:lnTo>
                    <a:pt x="6835" y="92863"/>
                  </a:lnTo>
                  <a:lnTo>
                    <a:pt x="6574" y="92875"/>
                  </a:lnTo>
                  <a:lnTo>
                    <a:pt x="7432" y="99943"/>
                  </a:lnTo>
                  <a:lnTo>
                    <a:pt x="2234" y="100188"/>
                  </a:lnTo>
                  <a:lnTo>
                    <a:pt x="893" y="100251"/>
                  </a:lnTo>
                  <a:lnTo>
                    <a:pt x="706" y="100121"/>
                  </a:lnTo>
                  <a:lnTo>
                    <a:pt x="363" y="99885"/>
                  </a:lnTo>
                  <a:lnTo>
                    <a:pt x="0" y="96622"/>
                  </a:lnTo>
                  <a:lnTo>
                    <a:pt x="2042" y="93441"/>
                  </a:lnTo>
                  <a:lnTo>
                    <a:pt x="3340" y="91420"/>
                  </a:lnTo>
                  <a:lnTo>
                    <a:pt x="4297" y="90184"/>
                  </a:lnTo>
                  <a:lnTo>
                    <a:pt x="4521" y="89895"/>
                  </a:lnTo>
                  <a:lnTo>
                    <a:pt x="5347" y="89073"/>
                  </a:lnTo>
                  <a:lnTo>
                    <a:pt x="7038" y="87390"/>
                  </a:lnTo>
                  <a:lnTo>
                    <a:pt x="8909" y="86502"/>
                  </a:lnTo>
                  <a:lnTo>
                    <a:pt x="13310" y="85824"/>
                  </a:lnTo>
                  <a:lnTo>
                    <a:pt x="13403" y="80843"/>
                  </a:lnTo>
                  <a:lnTo>
                    <a:pt x="13422" y="80459"/>
                  </a:lnTo>
                  <a:lnTo>
                    <a:pt x="13573" y="77458"/>
                  </a:lnTo>
                  <a:lnTo>
                    <a:pt x="18553" y="68237"/>
                  </a:lnTo>
                  <a:lnTo>
                    <a:pt x="29370" y="65489"/>
                  </a:lnTo>
                  <a:lnTo>
                    <a:pt x="31375" y="66855"/>
                  </a:lnTo>
                  <a:lnTo>
                    <a:pt x="32823" y="66513"/>
                  </a:lnTo>
                  <a:lnTo>
                    <a:pt x="34939" y="57634"/>
                  </a:lnTo>
                  <a:lnTo>
                    <a:pt x="40062" y="57065"/>
                  </a:lnTo>
                  <a:lnTo>
                    <a:pt x="39728" y="54219"/>
                  </a:lnTo>
                  <a:lnTo>
                    <a:pt x="47413" y="53649"/>
                  </a:lnTo>
                  <a:lnTo>
                    <a:pt x="47747" y="52511"/>
                  </a:lnTo>
                  <a:lnTo>
                    <a:pt x="46077" y="51486"/>
                  </a:lnTo>
                  <a:lnTo>
                    <a:pt x="46856" y="49210"/>
                  </a:lnTo>
                  <a:lnTo>
                    <a:pt x="41176" y="45908"/>
                  </a:lnTo>
                  <a:lnTo>
                    <a:pt x="42847" y="41582"/>
                  </a:lnTo>
                  <a:lnTo>
                    <a:pt x="34478" y="38765"/>
                  </a:lnTo>
                  <a:lnTo>
                    <a:pt x="33380" y="38395"/>
                  </a:lnTo>
                  <a:lnTo>
                    <a:pt x="39728" y="25758"/>
                  </a:lnTo>
                  <a:lnTo>
                    <a:pt x="56546" y="13464"/>
                  </a:lnTo>
                  <a:lnTo>
                    <a:pt x="57540" y="14268"/>
                  </a:lnTo>
                  <a:lnTo>
                    <a:pt x="59219" y="15627"/>
                  </a:lnTo>
                  <a:lnTo>
                    <a:pt x="65121" y="13691"/>
                  </a:lnTo>
                  <a:lnTo>
                    <a:pt x="65571" y="8700"/>
                  </a:lnTo>
                  <a:lnTo>
                    <a:pt x="66012" y="3805"/>
                  </a:lnTo>
                  <a:lnTo>
                    <a:pt x="66780" y="3830"/>
                  </a:lnTo>
                  <a:lnTo>
                    <a:pt x="68030" y="3871"/>
                  </a:lnTo>
                  <a:lnTo>
                    <a:pt x="68633" y="3890"/>
                  </a:lnTo>
                  <a:lnTo>
                    <a:pt x="70259" y="177"/>
                  </a:lnTo>
                  <a:lnTo>
                    <a:pt x="75115" y="38"/>
                  </a:lnTo>
                  <a:lnTo>
                    <a:pt x="75648" y="23"/>
                  </a:lnTo>
                  <a:lnTo>
                    <a:pt x="76461" y="0"/>
                  </a:lnTo>
                  <a:lnTo>
                    <a:pt x="80013" y="341"/>
                  </a:lnTo>
                  <a:lnTo>
                    <a:pt x="80410" y="426"/>
                  </a:lnTo>
                  <a:lnTo>
                    <a:pt x="80982" y="549"/>
                  </a:lnTo>
                  <a:lnTo>
                    <a:pt x="82664" y="910"/>
                  </a:lnTo>
                  <a:lnTo>
                    <a:pt x="83635" y="1110"/>
                  </a:lnTo>
                  <a:lnTo>
                    <a:pt x="85140" y="1420"/>
                  </a:lnTo>
                  <a:lnTo>
                    <a:pt x="86163" y="1631"/>
                  </a:lnTo>
                  <a:lnTo>
                    <a:pt x="88355" y="2083"/>
                  </a:lnTo>
                  <a:lnTo>
                    <a:pt x="88587" y="21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582282" y="3087238"/>
              <a:ext cx="222020" cy="203012"/>
            </a:xfrm>
            <a:custGeom>
              <a:avLst/>
              <a:pathLst>
                <a:path w="222020" h="203012">
                  <a:moveTo>
                    <a:pt x="215106" y="139679"/>
                  </a:moveTo>
                  <a:lnTo>
                    <a:pt x="211832" y="142924"/>
                  </a:lnTo>
                  <a:lnTo>
                    <a:pt x="203078" y="137528"/>
                  </a:lnTo>
                  <a:lnTo>
                    <a:pt x="208248" y="129485"/>
                  </a:lnTo>
                  <a:lnTo>
                    <a:pt x="196031" y="121047"/>
                  </a:lnTo>
                  <a:lnTo>
                    <a:pt x="194761" y="122686"/>
                  </a:lnTo>
                  <a:lnTo>
                    <a:pt x="194046" y="122130"/>
                  </a:lnTo>
                  <a:lnTo>
                    <a:pt x="179003" y="112129"/>
                  </a:lnTo>
                  <a:lnTo>
                    <a:pt x="178324" y="113362"/>
                  </a:lnTo>
                  <a:lnTo>
                    <a:pt x="174165" y="118977"/>
                  </a:lnTo>
                  <a:lnTo>
                    <a:pt x="169237" y="122458"/>
                  </a:lnTo>
                  <a:lnTo>
                    <a:pt x="168625" y="122890"/>
                  </a:lnTo>
                  <a:lnTo>
                    <a:pt x="167048" y="121628"/>
                  </a:lnTo>
                  <a:lnTo>
                    <a:pt x="160549" y="117319"/>
                  </a:lnTo>
                  <a:lnTo>
                    <a:pt x="159145" y="118737"/>
                  </a:lnTo>
                  <a:lnTo>
                    <a:pt x="158105" y="119726"/>
                  </a:lnTo>
                  <a:lnTo>
                    <a:pt x="158726" y="123969"/>
                  </a:lnTo>
                  <a:lnTo>
                    <a:pt x="159024" y="125850"/>
                  </a:lnTo>
                  <a:lnTo>
                    <a:pt x="167598" y="134077"/>
                  </a:lnTo>
                  <a:lnTo>
                    <a:pt x="166010" y="136196"/>
                  </a:lnTo>
                  <a:lnTo>
                    <a:pt x="166388" y="137335"/>
                  </a:lnTo>
                  <a:lnTo>
                    <a:pt x="172521" y="155807"/>
                  </a:lnTo>
                  <a:lnTo>
                    <a:pt x="170676" y="159092"/>
                  </a:lnTo>
                  <a:lnTo>
                    <a:pt x="167056" y="162934"/>
                  </a:lnTo>
                  <a:lnTo>
                    <a:pt x="162601" y="166065"/>
                  </a:lnTo>
                  <a:lnTo>
                    <a:pt x="157214" y="168802"/>
                  </a:lnTo>
                  <a:lnTo>
                    <a:pt x="140353" y="179278"/>
                  </a:lnTo>
                  <a:lnTo>
                    <a:pt x="135519" y="182182"/>
                  </a:lnTo>
                  <a:lnTo>
                    <a:pt x="132701" y="183874"/>
                  </a:lnTo>
                  <a:lnTo>
                    <a:pt x="122643" y="189992"/>
                  </a:lnTo>
                  <a:lnTo>
                    <a:pt x="122276" y="190290"/>
                  </a:lnTo>
                  <a:lnTo>
                    <a:pt x="120543" y="191699"/>
                  </a:lnTo>
                  <a:lnTo>
                    <a:pt x="120089" y="192068"/>
                  </a:lnTo>
                  <a:lnTo>
                    <a:pt x="119796" y="192307"/>
                  </a:lnTo>
                  <a:lnTo>
                    <a:pt x="119580" y="192482"/>
                  </a:lnTo>
                  <a:lnTo>
                    <a:pt x="118865" y="192986"/>
                  </a:lnTo>
                  <a:lnTo>
                    <a:pt x="115321" y="194968"/>
                  </a:lnTo>
                  <a:lnTo>
                    <a:pt x="112833" y="196358"/>
                  </a:lnTo>
                  <a:lnTo>
                    <a:pt x="108554" y="198751"/>
                  </a:lnTo>
                  <a:lnTo>
                    <a:pt x="108359" y="198860"/>
                  </a:lnTo>
                  <a:lnTo>
                    <a:pt x="102807" y="201963"/>
                  </a:lnTo>
                  <a:lnTo>
                    <a:pt x="100932" y="203012"/>
                  </a:lnTo>
                  <a:lnTo>
                    <a:pt x="99115" y="199883"/>
                  </a:lnTo>
                  <a:lnTo>
                    <a:pt x="96587" y="199931"/>
                  </a:lnTo>
                  <a:lnTo>
                    <a:pt x="94894" y="199963"/>
                  </a:lnTo>
                  <a:lnTo>
                    <a:pt x="94408" y="199963"/>
                  </a:lnTo>
                  <a:lnTo>
                    <a:pt x="93879" y="199962"/>
                  </a:lnTo>
                  <a:lnTo>
                    <a:pt x="91734" y="199822"/>
                  </a:lnTo>
                  <a:lnTo>
                    <a:pt x="88992" y="199643"/>
                  </a:lnTo>
                  <a:lnTo>
                    <a:pt x="82685" y="199231"/>
                  </a:lnTo>
                  <a:lnTo>
                    <a:pt x="74770" y="198715"/>
                  </a:lnTo>
                  <a:lnTo>
                    <a:pt x="66648" y="198248"/>
                  </a:lnTo>
                  <a:lnTo>
                    <a:pt x="58650" y="197789"/>
                  </a:lnTo>
                  <a:lnTo>
                    <a:pt x="58262" y="197770"/>
                  </a:lnTo>
                  <a:lnTo>
                    <a:pt x="55389" y="197629"/>
                  </a:lnTo>
                  <a:lnTo>
                    <a:pt x="54585" y="197589"/>
                  </a:lnTo>
                  <a:lnTo>
                    <a:pt x="53370" y="197529"/>
                  </a:lnTo>
                  <a:lnTo>
                    <a:pt x="52884" y="197505"/>
                  </a:lnTo>
                  <a:lnTo>
                    <a:pt x="51705" y="197447"/>
                  </a:lnTo>
                  <a:lnTo>
                    <a:pt x="50384" y="197382"/>
                  </a:lnTo>
                  <a:lnTo>
                    <a:pt x="48670" y="197298"/>
                  </a:lnTo>
                  <a:lnTo>
                    <a:pt x="46719" y="197202"/>
                  </a:lnTo>
                  <a:lnTo>
                    <a:pt x="46393" y="197186"/>
                  </a:lnTo>
                  <a:lnTo>
                    <a:pt x="45980" y="197165"/>
                  </a:lnTo>
                  <a:lnTo>
                    <a:pt x="42293" y="196984"/>
                  </a:lnTo>
                  <a:lnTo>
                    <a:pt x="41860" y="196963"/>
                  </a:lnTo>
                  <a:lnTo>
                    <a:pt x="40930" y="196917"/>
                  </a:lnTo>
                  <a:lnTo>
                    <a:pt x="40974" y="196263"/>
                  </a:lnTo>
                  <a:lnTo>
                    <a:pt x="41016" y="195645"/>
                  </a:lnTo>
                  <a:lnTo>
                    <a:pt x="41164" y="193880"/>
                  </a:lnTo>
                  <a:lnTo>
                    <a:pt x="41249" y="192878"/>
                  </a:lnTo>
                  <a:lnTo>
                    <a:pt x="41393" y="191161"/>
                  </a:lnTo>
                  <a:lnTo>
                    <a:pt x="41529" y="189544"/>
                  </a:lnTo>
                  <a:lnTo>
                    <a:pt x="41557" y="189213"/>
                  </a:lnTo>
                  <a:lnTo>
                    <a:pt x="41631" y="188334"/>
                  </a:lnTo>
                  <a:lnTo>
                    <a:pt x="40652" y="188255"/>
                  </a:lnTo>
                  <a:lnTo>
                    <a:pt x="40023" y="188205"/>
                  </a:lnTo>
                  <a:lnTo>
                    <a:pt x="39056" y="188127"/>
                  </a:lnTo>
                  <a:lnTo>
                    <a:pt x="34277" y="187742"/>
                  </a:lnTo>
                  <a:lnTo>
                    <a:pt x="30697" y="187455"/>
                  </a:lnTo>
                  <a:lnTo>
                    <a:pt x="30030" y="187401"/>
                  </a:lnTo>
                  <a:lnTo>
                    <a:pt x="14318" y="186138"/>
                  </a:lnTo>
                  <a:lnTo>
                    <a:pt x="14338" y="185815"/>
                  </a:lnTo>
                  <a:lnTo>
                    <a:pt x="14225" y="185510"/>
                  </a:lnTo>
                  <a:lnTo>
                    <a:pt x="14135" y="185265"/>
                  </a:lnTo>
                  <a:lnTo>
                    <a:pt x="14159" y="184878"/>
                  </a:lnTo>
                  <a:lnTo>
                    <a:pt x="14608" y="177672"/>
                  </a:lnTo>
                  <a:lnTo>
                    <a:pt x="14786" y="174826"/>
                  </a:lnTo>
                  <a:lnTo>
                    <a:pt x="14508" y="173484"/>
                  </a:lnTo>
                  <a:lnTo>
                    <a:pt x="14145" y="172741"/>
                  </a:lnTo>
                  <a:lnTo>
                    <a:pt x="13717" y="171866"/>
                  </a:lnTo>
                  <a:lnTo>
                    <a:pt x="12737" y="170637"/>
                  </a:lnTo>
                  <a:lnTo>
                    <a:pt x="12029" y="169835"/>
                  </a:lnTo>
                  <a:lnTo>
                    <a:pt x="4100" y="160863"/>
                  </a:lnTo>
                  <a:lnTo>
                    <a:pt x="3167" y="160012"/>
                  </a:lnTo>
                  <a:lnTo>
                    <a:pt x="2517" y="159418"/>
                  </a:lnTo>
                  <a:lnTo>
                    <a:pt x="764" y="157820"/>
                  </a:lnTo>
                  <a:lnTo>
                    <a:pt x="0" y="157122"/>
                  </a:lnTo>
                  <a:lnTo>
                    <a:pt x="2703" y="152575"/>
                  </a:lnTo>
                  <a:lnTo>
                    <a:pt x="2956" y="152150"/>
                  </a:lnTo>
                  <a:lnTo>
                    <a:pt x="4620" y="149128"/>
                  </a:lnTo>
                  <a:lnTo>
                    <a:pt x="5276" y="147936"/>
                  </a:lnTo>
                  <a:lnTo>
                    <a:pt x="6108" y="146425"/>
                  </a:lnTo>
                  <a:lnTo>
                    <a:pt x="7248" y="144354"/>
                  </a:lnTo>
                  <a:lnTo>
                    <a:pt x="7386" y="144103"/>
                  </a:lnTo>
                  <a:lnTo>
                    <a:pt x="7794" y="143468"/>
                  </a:lnTo>
                  <a:lnTo>
                    <a:pt x="12334" y="136392"/>
                  </a:lnTo>
                  <a:lnTo>
                    <a:pt x="12774" y="135706"/>
                  </a:lnTo>
                  <a:lnTo>
                    <a:pt x="14155" y="133554"/>
                  </a:lnTo>
                  <a:lnTo>
                    <a:pt x="15495" y="131465"/>
                  </a:lnTo>
                  <a:lnTo>
                    <a:pt x="17612" y="128165"/>
                  </a:lnTo>
                  <a:lnTo>
                    <a:pt x="17917" y="127690"/>
                  </a:lnTo>
                  <a:lnTo>
                    <a:pt x="21279" y="122451"/>
                  </a:lnTo>
                  <a:lnTo>
                    <a:pt x="21899" y="121484"/>
                  </a:lnTo>
                  <a:lnTo>
                    <a:pt x="22054" y="121242"/>
                  </a:lnTo>
                  <a:lnTo>
                    <a:pt x="22507" y="120536"/>
                  </a:lnTo>
                  <a:lnTo>
                    <a:pt x="22189" y="120501"/>
                  </a:lnTo>
                  <a:lnTo>
                    <a:pt x="17711" y="120205"/>
                  </a:lnTo>
                  <a:lnTo>
                    <a:pt x="14176" y="117819"/>
                  </a:lnTo>
                  <a:lnTo>
                    <a:pt x="11785" y="115838"/>
                  </a:lnTo>
                  <a:lnTo>
                    <a:pt x="10798" y="114009"/>
                  </a:lnTo>
                  <a:lnTo>
                    <a:pt x="10449" y="113362"/>
                  </a:lnTo>
                  <a:lnTo>
                    <a:pt x="10334" y="112643"/>
                  </a:lnTo>
                  <a:lnTo>
                    <a:pt x="9601" y="105509"/>
                  </a:lnTo>
                  <a:lnTo>
                    <a:pt x="9431" y="103848"/>
                  </a:lnTo>
                  <a:lnTo>
                    <a:pt x="9212" y="101604"/>
                  </a:lnTo>
                  <a:lnTo>
                    <a:pt x="11410" y="97931"/>
                  </a:lnTo>
                  <a:lnTo>
                    <a:pt x="11896" y="97118"/>
                  </a:lnTo>
                  <a:lnTo>
                    <a:pt x="12889" y="95632"/>
                  </a:lnTo>
                  <a:lnTo>
                    <a:pt x="16200" y="95755"/>
                  </a:lnTo>
                  <a:lnTo>
                    <a:pt x="18114" y="95827"/>
                  </a:lnTo>
                  <a:lnTo>
                    <a:pt x="18133" y="95599"/>
                  </a:lnTo>
                  <a:lnTo>
                    <a:pt x="18155" y="95325"/>
                  </a:lnTo>
                  <a:lnTo>
                    <a:pt x="18325" y="93199"/>
                  </a:lnTo>
                  <a:lnTo>
                    <a:pt x="18368" y="92663"/>
                  </a:lnTo>
                  <a:lnTo>
                    <a:pt x="19044" y="84243"/>
                  </a:lnTo>
                  <a:lnTo>
                    <a:pt x="19271" y="84253"/>
                  </a:lnTo>
                  <a:lnTo>
                    <a:pt x="20994" y="84329"/>
                  </a:lnTo>
                  <a:lnTo>
                    <a:pt x="23329" y="84433"/>
                  </a:lnTo>
                  <a:lnTo>
                    <a:pt x="23028" y="90961"/>
                  </a:lnTo>
                  <a:lnTo>
                    <a:pt x="23743" y="91437"/>
                  </a:lnTo>
                  <a:lnTo>
                    <a:pt x="25721" y="92753"/>
                  </a:lnTo>
                  <a:lnTo>
                    <a:pt x="25945" y="92542"/>
                  </a:lnTo>
                  <a:lnTo>
                    <a:pt x="27445" y="91129"/>
                  </a:lnTo>
                  <a:lnTo>
                    <a:pt x="28584" y="90056"/>
                  </a:lnTo>
                  <a:lnTo>
                    <a:pt x="34780" y="84221"/>
                  </a:lnTo>
                  <a:lnTo>
                    <a:pt x="37030" y="82144"/>
                  </a:lnTo>
                  <a:lnTo>
                    <a:pt x="37598" y="81647"/>
                  </a:lnTo>
                  <a:lnTo>
                    <a:pt x="38360" y="80980"/>
                  </a:lnTo>
                  <a:lnTo>
                    <a:pt x="37976" y="76438"/>
                  </a:lnTo>
                  <a:lnTo>
                    <a:pt x="38221" y="76231"/>
                  </a:lnTo>
                  <a:lnTo>
                    <a:pt x="38698" y="75828"/>
                  </a:lnTo>
                  <a:lnTo>
                    <a:pt x="42124" y="72936"/>
                  </a:lnTo>
                  <a:lnTo>
                    <a:pt x="42637" y="72506"/>
                  </a:lnTo>
                  <a:lnTo>
                    <a:pt x="48197" y="67986"/>
                  </a:lnTo>
                  <a:lnTo>
                    <a:pt x="52633" y="64380"/>
                  </a:lnTo>
                  <a:lnTo>
                    <a:pt x="53191" y="65102"/>
                  </a:lnTo>
                  <a:lnTo>
                    <a:pt x="57817" y="71089"/>
                  </a:lnTo>
                  <a:lnTo>
                    <a:pt x="63086" y="67213"/>
                  </a:lnTo>
                  <a:lnTo>
                    <a:pt x="64197" y="66632"/>
                  </a:lnTo>
                  <a:lnTo>
                    <a:pt x="66324" y="65496"/>
                  </a:lnTo>
                  <a:lnTo>
                    <a:pt x="69991" y="63538"/>
                  </a:lnTo>
                  <a:lnTo>
                    <a:pt x="71197" y="62894"/>
                  </a:lnTo>
                  <a:lnTo>
                    <a:pt x="71335" y="62717"/>
                  </a:lnTo>
                  <a:lnTo>
                    <a:pt x="73655" y="59788"/>
                  </a:lnTo>
                  <a:lnTo>
                    <a:pt x="77534" y="60049"/>
                  </a:lnTo>
                  <a:lnTo>
                    <a:pt x="81364" y="60894"/>
                  </a:lnTo>
                  <a:lnTo>
                    <a:pt x="87830" y="62321"/>
                  </a:lnTo>
                  <a:lnTo>
                    <a:pt x="89250" y="59308"/>
                  </a:lnTo>
                  <a:lnTo>
                    <a:pt x="91043" y="55505"/>
                  </a:lnTo>
                  <a:lnTo>
                    <a:pt x="91113" y="55356"/>
                  </a:lnTo>
                  <a:lnTo>
                    <a:pt x="91344" y="54866"/>
                  </a:lnTo>
                  <a:lnTo>
                    <a:pt x="92474" y="52466"/>
                  </a:lnTo>
                  <a:lnTo>
                    <a:pt x="92705" y="52017"/>
                  </a:lnTo>
                  <a:lnTo>
                    <a:pt x="92944" y="51551"/>
                  </a:lnTo>
                  <a:lnTo>
                    <a:pt x="94567" y="48390"/>
                  </a:lnTo>
                  <a:lnTo>
                    <a:pt x="95629" y="47390"/>
                  </a:lnTo>
                  <a:lnTo>
                    <a:pt x="96259" y="46796"/>
                  </a:lnTo>
                  <a:lnTo>
                    <a:pt x="98175" y="45658"/>
                  </a:lnTo>
                  <a:lnTo>
                    <a:pt x="102719" y="43882"/>
                  </a:lnTo>
                  <a:lnTo>
                    <a:pt x="104726" y="43426"/>
                  </a:lnTo>
                  <a:lnTo>
                    <a:pt x="105927" y="43153"/>
                  </a:lnTo>
                  <a:lnTo>
                    <a:pt x="108466" y="43153"/>
                  </a:lnTo>
                  <a:lnTo>
                    <a:pt x="109920" y="43367"/>
                  </a:lnTo>
                  <a:lnTo>
                    <a:pt x="110550" y="38130"/>
                  </a:lnTo>
                  <a:lnTo>
                    <a:pt x="111334" y="31754"/>
                  </a:lnTo>
                  <a:lnTo>
                    <a:pt x="106742" y="27218"/>
                  </a:lnTo>
                  <a:lnTo>
                    <a:pt x="118247" y="18982"/>
                  </a:lnTo>
                  <a:lnTo>
                    <a:pt x="122924" y="14429"/>
                  </a:lnTo>
                  <a:lnTo>
                    <a:pt x="133839" y="9192"/>
                  </a:lnTo>
                  <a:lnTo>
                    <a:pt x="140967" y="4866"/>
                  </a:lnTo>
                  <a:lnTo>
                    <a:pt x="149431" y="1906"/>
                  </a:lnTo>
                  <a:lnTo>
                    <a:pt x="157311" y="0"/>
                  </a:lnTo>
                  <a:lnTo>
                    <a:pt x="160513" y="711"/>
                  </a:lnTo>
                  <a:lnTo>
                    <a:pt x="163158" y="5549"/>
                  </a:lnTo>
                  <a:lnTo>
                    <a:pt x="164411" y="9818"/>
                  </a:lnTo>
                  <a:lnTo>
                    <a:pt x="165664" y="15368"/>
                  </a:lnTo>
                  <a:lnTo>
                    <a:pt x="168170" y="23621"/>
                  </a:lnTo>
                  <a:lnTo>
                    <a:pt x="168727" y="28317"/>
                  </a:lnTo>
                  <a:lnTo>
                    <a:pt x="169701" y="32586"/>
                  </a:lnTo>
                  <a:lnTo>
                    <a:pt x="172625" y="38136"/>
                  </a:lnTo>
                  <a:lnTo>
                    <a:pt x="173878" y="39132"/>
                  </a:lnTo>
                  <a:lnTo>
                    <a:pt x="177358" y="44682"/>
                  </a:lnTo>
                  <a:lnTo>
                    <a:pt x="177637" y="47813"/>
                  </a:lnTo>
                  <a:lnTo>
                    <a:pt x="175549" y="48809"/>
                  </a:lnTo>
                  <a:lnTo>
                    <a:pt x="174713" y="50516"/>
                  </a:lnTo>
                  <a:lnTo>
                    <a:pt x="174992" y="53220"/>
                  </a:lnTo>
                  <a:lnTo>
                    <a:pt x="175270" y="54074"/>
                  </a:lnTo>
                  <a:lnTo>
                    <a:pt x="175586" y="59503"/>
                  </a:lnTo>
                  <a:lnTo>
                    <a:pt x="177958" y="71307"/>
                  </a:lnTo>
                  <a:lnTo>
                    <a:pt x="204159" y="71381"/>
                  </a:lnTo>
                  <a:lnTo>
                    <a:pt x="205072" y="81746"/>
                  </a:lnTo>
                  <a:lnTo>
                    <a:pt x="205161" y="89760"/>
                  </a:lnTo>
                  <a:lnTo>
                    <a:pt x="196841" y="101812"/>
                  </a:lnTo>
                  <a:lnTo>
                    <a:pt x="189042" y="102454"/>
                  </a:lnTo>
                  <a:lnTo>
                    <a:pt x="195467" y="114158"/>
                  </a:lnTo>
                  <a:lnTo>
                    <a:pt x="202205" y="113015"/>
                  </a:lnTo>
                  <a:lnTo>
                    <a:pt x="206187" y="117170"/>
                  </a:lnTo>
                  <a:lnTo>
                    <a:pt x="211718" y="116734"/>
                  </a:lnTo>
                  <a:lnTo>
                    <a:pt x="222020" y="119295"/>
                  </a:lnTo>
                  <a:lnTo>
                    <a:pt x="218401" y="135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3330752" y="2559861"/>
              <a:ext cx="204320" cy="225894"/>
            </a:xfrm>
            <a:custGeom>
              <a:avLst/>
              <a:pathLst>
                <a:path w="204320" h="225894">
                  <a:moveTo>
                    <a:pt x="182162" y="25155"/>
                  </a:moveTo>
                  <a:lnTo>
                    <a:pt x="181976" y="26743"/>
                  </a:lnTo>
                  <a:lnTo>
                    <a:pt x="181926" y="27162"/>
                  </a:lnTo>
                  <a:lnTo>
                    <a:pt x="181818" y="28088"/>
                  </a:lnTo>
                  <a:lnTo>
                    <a:pt x="174575" y="26272"/>
                  </a:lnTo>
                  <a:lnTo>
                    <a:pt x="173657" y="29155"/>
                  </a:lnTo>
                  <a:lnTo>
                    <a:pt x="170966" y="37611"/>
                  </a:lnTo>
                  <a:lnTo>
                    <a:pt x="168740" y="43569"/>
                  </a:lnTo>
                  <a:lnTo>
                    <a:pt x="168159" y="45124"/>
                  </a:lnTo>
                  <a:lnTo>
                    <a:pt x="167465" y="46848"/>
                  </a:lnTo>
                  <a:lnTo>
                    <a:pt x="167224" y="47447"/>
                  </a:lnTo>
                  <a:lnTo>
                    <a:pt x="167758" y="50725"/>
                  </a:lnTo>
                  <a:lnTo>
                    <a:pt x="168961" y="53321"/>
                  </a:lnTo>
                  <a:lnTo>
                    <a:pt x="170257" y="55529"/>
                  </a:lnTo>
                  <a:lnTo>
                    <a:pt x="170565" y="56053"/>
                  </a:lnTo>
                  <a:lnTo>
                    <a:pt x="171567" y="57392"/>
                  </a:lnTo>
                  <a:lnTo>
                    <a:pt x="183398" y="46098"/>
                  </a:lnTo>
                  <a:lnTo>
                    <a:pt x="184197" y="45165"/>
                  </a:lnTo>
                  <a:lnTo>
                    <a:pt x="187271" y="49471"/>
                  </a:lnTo>
                  <a:lnTo>
                    <a:pt x="189610" y="52747"/>
                  </a:lnTo>
                  <a:lnTo>
                    <a:pt x="189070" y="53725"/>
                  </a:lnTo>
                  <a:lnTo>
                    <a:pt x="185801" y="59646"/>
                  </a:lnTo>
                  <a:lnTo>
                    <a:pt x="188237" y="61177"/>
                  </a:lnTo>
                  <a:lnTo>
                    <a:pt x="192721" y="63996"/>
                  </a:lnTo>
                  <a:lnTo>
                    <a:pt x="198063" y="67354"/>
                  </a:lnTo>
                  <a:lnTo>
                    <a:pt x="202045" y="69857"/>
                  </a:lnTo>
                  <a:lnTo>
                    <a:pt x="203231" y="71333"/>
                  </a:lnTo>
                  <a:lnTo>
                    <a:pt x="204320" y="72688"/>
                  </a:lnTo>
                  <a:lnTo>
                    <a:pt x="193784" y="87088"/>
                  </a:lnTo>
                  <a:lnTo>
                    <a:pt x="193680" y="87246"/>
                  </a:lnTo>
                  <a:lnTo>
                    <a:pt x="187056" y="82247"/>
                  </a:lnTo>
                  <a:lnTo>
                    <a:pt x="185984" y="81438"/>
                  </a:lnTo>
                  <a:lnTo>
                    <a:pt x="182537" y="79494"/>
                  </a:lnTo>
                  <a:lnTo>
                    <a:pt x="177139" y="76451"/>
                  </a:lnTo>
                  <a:lnTo>
                    <a:pt x="175081" y="76321"/>
                  </a:lnTo>
                  <a:lnTo>
                    <a:pt x="172970" y="76188"/>
                  </a:lnTo>
                  <a:lnTo>
                    <a:pt x="170783" y="76050"/>
                  </a:lnTo>
                  <a:lnTo>
                    <a:pt x="169932" y="76550"/>
                  </a:lnTo>
                  <a:lnTo>
                    <a:pt x="164696" y="79626"/>
                  </a:lnTo>
                  <a:lnTo>
                    <a:pt x="163570" y="79697"/>
                  </a:lnTo>
                  <a:lnTo>
                    <a:pt x="161554" y="81545"/>
                  </a:lnTo>
                  <a:lnTo>
                    <a:pt x="160323" y="82673"/>
                  </a:lnTo>
                  <a:lnTo>
                    <a:pt x="159654" y="90642"/>
                  </a:lnTo>
                  <a:lnTo>
                    <a:pt x="168591" y="101273"/>
                  </a:lnTo>
                  <a:lnTo>
                    <a:pt x="170151" y="110152"/>
                  </a:lnTo>
                  <a:lnTo>
                    <a:pt x="173046" y="119715"/>
                  </a:lnTo>
                  <a:lnTo>
                    <a:pt x="175051" y="128139"/>
                  </a:lnTo>
                  <a:lnTo>
                    <a:pt x="177947" y="139295"/>
                  </a:lnTo>
                  <a:lnTo>
                    <a:pt x="176388" y="144077"/>
                  </a:lnTo>
                  <a:lnTo>
                    <a:pt x="173492" y="146126"/>
                  </a:lnTo>
                  <a:lnTo>
                    <a:pt x="173088" y="150646"/>
                  </a:lnTo>
                  <a:lnTo>
                    <a:pt x="168006" y="153278"/>
                  </a:lnTo>
                  <a:lnTo>
                    <a:pt x="163273" y="165516"/>
                  </a:lnTo>
                  <a:lnTo>
                    <a:pt x="165144" y="177797"/>
                  </a:lnTo>
                  <a:lnTo>
                    <a:pt x="160021" y="179960"/>
                  </a:lnTo>
                  <a:lnTo>
                    <a:pt x="155705" y="185822"/>
                  </a:lnTo>
                  <a:lnTo>
                    <a:pt x="158517" y="188725"/>
                  </a:lnTo>
                  <a:lnTo>
                    <a:pt x="153589" y="193051"/>
                  </a:lnTo>
                  <a:lnTo>
                    <a:pt x="149268" y="194865"/>
                  </a:lnTo>
                  <a:lnTo>
                    <a:pt x="149547" y="195227"/>
                  </a:lnTo>
                  <a:lnTo>
                    <a:pt x="149923" y="195715"/>
                  </a:lnTo>
                  <a:lnTo>
                    <a:pt x="154461" y="201938"/>
                  </a:lnTo>
                  <a:lnTo>
                    <a:pt x="166643" y="211630"/>
                  </a:lnTo>
                  <a:lnTo>
                    <a:pt x="166314" y="212800"/>
                  </a:lnTo>
                  <a:lnTo>
                    <a:pt x="163975" y="215873"/>
                  </a:lnTo>
                  <a:lnTo>
                    <a:pt x="163744" y="216080"/>
                  </a:lnTo>
                  <a:lnTo>
                    <a:pt x="161709" y="218548"/>
                  </a:lnTo>
                  <a:lnTo>
                    <a:pt x="161381" y="219068"/>
                  </a:lnTo>
                  <a:lnTo>
                    <a:pt x="148105" y="211116"/>
                  </a:lnTo>
                  <a:lnTo>
                    <a:pt x="146404" y="213529"/>
                  </a:lnTo>
                  <a:lnTo>
                    <a:pt x="145922" y="214213"/>
                  </a:lnTo>
                  <a:lnTo>
                    <a:pt x="135533" y="201036"/>
                  </a:lnTo>
                  <a:lnTo>
                    <a:pt x="128762" y="205954"/>
                  </a:lnTo>
                  <a:lnTo>
                    <a:pt x="126668" y="202994"/>
                  </a:lnTo>
                  <a:lnTo>
                    <a:pt x="131746" y="199169"/>
                  </a:lnTo>
                  <a:lnTo>
                    <a:pt x="124574" y="189060"/>
                  </a:lnTo>
                  <a:lnTo>
                    <a:pt x="118095" y="193678"/>
                  </a:lnTo>
                  <a:lnTo>
                    <a:pt x="116568" y="191189"/>
                  </a:lnTo>
                  <a:lnTo>
                    <a:pt x="114818" y="192312"/>
                  </a:lnTo>
                  <a:lnTo>
                    <a:pt x="109967" y="195505"/>
                  </a:lnTo>
                  <a:lnTo>
                    <a:pt x="103377" y="199842"/>
                  </a:lnTo>
                  <a:lnTo>
                    <a:pt x="96263" y="204525"/>
                  </a:lnTo>
                  <a:lnTo>
                    <a:pt x="95243" y="203961"/>
                  </a:lnTo>
                  <a:lnTo>
                    <a:pt x="95013" y="203834"/>
                  </a:lnTo>
                  <a:lnTo>
                    <a:pt x="93848" y="203190"/>
                  </a:lnTo>
                  <a:lnTo>
                    <a:pt x="91067" y="201652"/>
                  </a:lnTo>
                  <a:lnTo>
                    <a:pt x="87784" y="199837"/>
                  </a:lnTo>
                  <a:lnTo>
                    <a:pt x="86397" y="199070"/>
                  </a:lnTo>
                  <a:lnTo>
                    <a:pt x="86225" y="198974"/>
                  </a:lnTo>
                  <a:lnTo>
                    <a:pt x="85241" y="197730"/>
                  </a:lnTo>
                  <a:lnTo>
                    <a:pt x="85340" y="197498"/>
                  </a:lnTo>
                  <a:lnTo>
                    <a:pt x="80506" y="195419"/>
                  </a:lnTo>
                  <a:lnTo>
                    <a:pt x="76708" y="193786"/>
                  </a:lnTo>
                  <a:lnTo>
                    <a:pt x="69455" y="190667"/>
                  </a:lnTo>
                  <a:lnTo>
                    <a:pt x="69204" y="191211"/>
                  </a:lnTo>
                  <a:lnTo>
                    <a:pt x="65919" y="198319"/>
                  </a:lnTo>
                  <a:lnTo>
                    <a:pt x="62840" y="204981"/>
                  </a:lnTo>
                  <a:lnTo>
                    <a:pt x="61303" y="208306"/>
                  </a:lnTo>
                  <a:lnTo>
                    <a:pt x="60544" y="210007"/>
                  </a:lnTo>
                  <a:lnTo>
                    <a:pt x="60510" y="211191"/>
                  </a:lnTo>
                  <a:lnTo>
                    <a:pt x="60489" y="211909"/>
                  </a:lnTo>
                  <a:lnTo>
                    <a:pt x="60419" y="214331"/>
                  </a:lnTo>
                  <a:lnTo>
                    <a:pt x="60397" y="215114"/>
                  </a:lnTo>
                  <a:lnTo>
                    <a:pt x="60542" y="215482"/>
                  </a:lnTo>
                  <a:lnTo>
                    <a:pt x="62003" y="219186"/>
                  </a:lnTo>
                  <a:lnTo>
                    <a:pt x="62756" y="221097"/>
                  </a:lnTo>
                  <a:lnTo>
                    <a:pt x="63879" y="222978"/>
                  </a:lnTo>
                  <a:lnTo>
                    <a:pt x="64483" y="225651"/>
                  </a:lnTo>
                  <a:lnTo>
                    <a:pt x="64586" y="225894"/>
                  </a:lnTo>
                  <a:lnTo>
                    <a:pt x="64292" y="225859"/>
                  </a:lnTo>
                  <a:lnTo>
                    <a:pt x="55112" y="224744"/>
                  </a:lnTo>
                  <a:lnTo>
                    <a:pt x="49965" y="224245"/>
                  </a:lnTo>
                  <a:lnTo>
                    <a:pt x="49477" y="224158"/>
                  </a:lnTo>
                  <a:lnTo>
                    <a:pt x="48806" y="221855"/>
                  </a:lnTo>
                  <a:lnTo>
                    <a:pt x="48408" y="220489"/>
                  </a:lnTo>
                  <a:lnTo>
                    <a:pt x="45934" y="213743"/>
                  </a:lnTo>
                  <a:lnTo>
                    <a:pt x="45915" y="212629"/>
                  </a:lnTo>
                  <a:lnTo>
                    <a:pt x="45836" y="207887"/>
                  </a:lnTo>
                  <a:lnTo>
                    <a:pt x="46539" y="206046"/>
                  </a:lnTo>
                  <a:lnTo>
                    <a:pt x="46833" y="205277"/>
                  </a:lnTo>
                  <a:lnTo>
                    <a:pt x="48044" y="202098"/>
                  </a:lnTo>
                  <a:lnTo>
                    <a:pt x="48239" y="200971"/>
                  </a:lnTo>
                  <a:lnTo>
                    <a:pt x="48723" y="198184"/>
                  </a:lnTo>
                  <a:lnTo>
                    <a:pt x="48783" y="197839"/>
                  </a:lnTo>
                  <a:lnTo>
                    <a:pt x="48876" y="197300"/>
                  </a:lnTo>
                  <a:lnTo>
                    <a:pt x="49124" y="190027"/>
                  </a:lnTo>
                  <a:lnTo>
                    <a:pt x="49210" y="187498"/>
                  </a:lnTo>
                  <a:lnTo>
                    <a:pt x="48715" y="186197"/>
                  </a:lnTo>
                  <a:lnTo>
                    <a:pt x="48433" y="183096"/>
                  </a:lnTo>
                  <a:lnTo>
                    <a:pt x="48421" y="182965"/>
                  </a:lnTo>
                  <a:lnTo>
                    <a:pt x="46970" y="182306"/>
                  </a:lnTo>
                  <a:lnTo>
                    <a:pt x="46591" y="182134"/>
                  </a:lnTo>
                  <a:lnTo>
                    <a:pt x="45462" y="181622"/>
                  </a:lnTo>
                  <a:lnTo>
                    <a:pt x="44628" y="181243"/>
                  </a:lnTo>
                  <a:lnTo>
                    <a:pt x="44157" y="180123"/>
                  </a:lnTo>
                  <a:lnTo>
                    <a:pt x="43843" y="179375"/>
                  </a:lnTo>
                  <a:lnTo>
                    <a:pt x="44648" y="174548"/>
                  </a:lnTo>
                  <a:lnTo>
                    <a:pt x="44456" y="172883"/>
                  </a:lnTo>
                  <a:lnTo>
                    <a:pt x="44359" y="172038"/>
                  </a:lnTo>
                  <a:lnTo>
                    <a:pt x="36033" y="160878"/>
                  </a:lnTo>
                  <a:lnTo>
                    <a:pt x="36033" y="154423"/>
                  </a:lnTo>
                  <a:lnTo>
                    <a:pt x="47193" y="145509"/>
                  </a:lnTo>
                  <a:lnTo>
                    <a:pt x="50980" y="137802"/>
                  </a:lnTo>
                  <a:lnTo>
                    <a:pt x="54377" y="131826"/>
                  </a:lnTo>
                  <a:lnTo>
                    <a:pt x="52873" y="127443"/>
                  </a:lnTo>
                  <a:lnTo>
                    <a:pt x="49254" y="124369"/>
                  </a:lnTo>
                  <a:lnTo>
                    <a:pt x="44130" y="123060"/>
                  </a:lnTo>
                  <a:lnTo>
                    <a:pt x="35220" y="123686"/>
                  </a:lnTo>
                  <a:lnTo>
                    <a:pt x="29095" y="126361"/>
                  </a:lnTo>
                  <a:lnTo>
                    <a:pt x="27334" y="124130"/>
                  </a:lnTo>
                  <a:lnTo>
                    <a:pt x="7767" y="111847"/>
                  </a:lnTo>
                  <a:lnTo>
                    <a:pt x="0" y="111000"/>
                  </a:lnTo>
                  <a:lnTo>
                    <a:pt x="5348" y="105104"/>
                  </a:lnTo>
                  <a:lnTo>
                    <a:pt x="30875" y="103328"/>
                  </a:lnTo>
                  <a:lnTo>
                    <a:pt x="53276" y="101589"/>
                  </a:lnTo>
                  <a:lnTo>
                    <a:pt x="62550" y="100869"/>
                  </a:lnTo>
                  <a:lnTo>
                    <a:pt x="84335" y="97044"/>
                  </a:lnTo>
                  <a:lnTo>
                    <a:pt x="86176" y="94038"/>
                  </a:lnTo>
                  <a:lnTo>
                    <a:pt x="90978" y="86200"/>
                  </a:lnTo>
                  <a:lnTo>
                    <a:pt x="93289" y="82427"/>
                  </a:lnTo>
                  <a:lnTo>
                    <a:pt x="93724" y="71955"/>
                  </a:lnTo>
                  <a:lnTo>
                    <a:pt x="103841" y="66740"/>
                  </a:lnTo>
                  <a:lnTo>
                    <a:pt x="109234" y="69752"/>
                  </a:lnTo>
                  <a:lnTo>
                    <a:pt x="113106" y="71914"/>
                  </a:lnTo>
                  <a:lnTo>
                    <a:pt x="114883" y="69136"/>
                  </a:lnTo>
                  <a:lnTo>
                    <a:pt x="118743" y="63104"/>
                  </a:lnTo>
                  <a:lnTo>
                    <a:pt x="115566" y="50021"/>
                  </a:lnTo>
                  <a:lnTo>
                    <a:pt x="113994" y="43547"/>
                  </a:lnTo>
                  <a:lnTo>
                    <a:pt x="113931" y="43288"/>
                  </a:lnTo>
                  <a:lnTo>
                    <a:pt x="113722" y="42430"/>
                  </a:lnTo>
                  <a:lnTo>
                    <a:pt x="114539" y="40761"/>
                  </a:lnTo>
                  <a:lnTo>
                    <a:pt x="116321" y="39851"/>
                  </a:lnTo>
                  <a:lnTo>
                    <a:pt x="119146" y="40076"/>
                  </a:lnTo>
                  <a:lnTo>
                    <a:pt x="119783" y="40137"/>
                  </a:lnTo>
                  <a:lnTo>
                    <a:pt x="120173" y="40296"/>
                  </a:lnTo>
                  <a:lnTo>
                    <a:pt x="121756" y="40944"/>
                  </a:lnTo>
                  <a:lnTo>
                    <a:pt x="123514" y="43241"/>
                  </a:lnTo>
                  <a:lnTo>
                    <a:pt x="124474" y="44495"/>
                  </a:lnTo>
                  <a:lnTo>
                    <a:pt x="127436" y="46386"/>
                  </a:lnTo>
                  <a:lnTo>
                    <a:pt x="128161" y="46848"/>
                  </a:lnTo>
                  <a:lnTo>
                    <a:pt x="128832" y="47276"/>
                  </a:lnTo>
                  <a:lnTo>
                    <a:pt x="129801" y="47561"/>
                  </a:lnTo>
                  <a:lnTo>
                    <a:pt x="132869" y="48464"/>
                  </a:lnTo>
                  <a:lnTo>
                    <a:pt x="134143" y="47744"/>
                  </a:lnTo>
                  <a:lnTo>
                    <a:pt x="134562" y="47508"/>
                  </a:lnTo>
                  <a:lnTo>
                    <a:pt x="134898" y="46848"/>
                  </a:lnTo>
                  <a:lnTo>
                    <a:pt x="135133" y="46386"/>
                  </a:lnTo>
                  <a:lnTo>
                    <a:pt x="135820" y="45037"/>
                  </a:lnTo>
                  <a:lnTo>
                    <a:pt x="136469" y="43762"/>
                  </a:lnTo>
                  <a:lnTo>
                    <a:pt x="137413" y="41907"/>
                  </a:lnTo>
                  <a:lnTo>
                    <a:pt x="140387" y="41787"/>
                  </a:lnTo>
                  <a:lnTo>
                    <a:pt x="141957" y="41725"/>
                  </a:lnTo>
                  <a:lnTo>
                    <a:pt x="143083" y="41699"/>
                  </a:lnTo>
                  <a:lnTo>
                    <a:pt x="143243" y="41695"/>
                  </a:lnTo>
                  <a:lnTo>
                    <a:pt x="145967" y="41633"/>
                  </a:lnTo>
                  <a:lnTo>
                    <a:pt x="146822" y="41415"/>
                  </a:lnTo>
                  <a:lnTo>
                    <a:pt x="148021" y="38804"/>
                  </a:lnTo>
                  <a:lnTo>
                    <a:pt x="148277" y="38103"/>
                  </a:lnTo>
                  <a:lnTo>
                    <a:pt x="148890" y="36425"/>
                  </a:lnTo>
                  <a:lnTo>
                    <a:pt x="149672" y="34281"/>
                  </a:lnTo>
                  <a:lnTo>
                    <a:pt x="150040" y="33273"/>
                  </a:lnTo>
                  <a:lnTo>
                    <a:pt x="149648" y="32777"/>
                  </a:lnTo>
                  <a:lnTo>
                    <a:pt x="151550" y="29155"/>
                  </a:lnTo>
                  <a:lnTo>
                    <a:pt x="154596" y="23357"/>
                  </a:lnTo>
                  <a:lnTo>
                    <a:pt x="154934" y="22621"/>
                  </a:lnTo>
                  <a:lnTo>
                    <a:pt x="155742" y="20863"/>
                  </a:lnTo>
                  <a:lnTo>
                    <a:pt x="158370" y="16716"/>
                  </a:lnTo>
                  <a:lnTo>
                    <a:pt x="159227" y="15364"/>
                  </a:lnTo>
                  <a:lnTo>
                    <a:pt x="160252" y="13748"/>
                  </a:lnTo>
                  <a:lnTo>
                    <a:pt x="160946" y="12364"/>
                  </a:lnTo>
                  <a:lnTo>
                    <a:pt x="161942" y="10377"/>
                  </a:lnTo>
                  <a:lnTo>
                    <a:pt x="164380" y="5517"/>
                  </a:lnTo>
                  <a:lnTo>
                    <a:pt x="165993" y="2301"/>
                  </a:lnTo>
                  <a:lnTo>
                    <a:pt x="167147" y="0"/>
                  </a:lnTo>
                  <a:lnTo>
                    <a:pt x="171488" y="2301"/>
                  </a:lnTo>
                  <a:lnTo>
                    <a:pt x="172826" y="3010"/>
                  </a:lnTo>
                  <a:lnTo>
                    <a:pt x="176285" y="3549"/>
                  </a:lnTo>
                  <a:lnTo>
                    <a:pt x="188430" y="5439"/>
                  </a:lnTo>
                  <a:lnTo>
                    <a:pt x="187951" y="6944"/>
                  </a:lnTo>
                  <a:lnTo>
                    <a:pt x="186228" y="12364"/>
                  </a:lnTo>
                  <a:lnTo>
                    <a:pt x="185274" y="15364"/>
                  </a:lnTo>
                  <a:lnTo>
                    <a:pt x="182967" y="22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983850" y="2713165"/>
              <a:ext cx="74283" cy="84266"/>
            </a:xfrm>
            <a:custGeom>
              <a:avLst/>
              <a:pathLst>
                <a:path w="74283" h="84266">
                  <a:moveTo>
                    <a:pt x="52577" y="2800"/>
                  </a:moveTo>
                  <a:lnTo>
                    <a:pt x="57074" y="2296"/>
                  </a:lnTo>
                  <a:lnTo>
                    <a:pt x="60195" y="1946"/>
                  </a:lnTo>
                  <a:lnTo>
                    <a:pt x="62901" y="3627"/>
                  </a:lnTo>
                  <a:lnTo>
                    <a:pt x="64102" y="4373"/>
                  </a:lnTo>
                  <a:lnTo>
                    <a:pt x="74124" y="10599"/>
                  </a:lnTo>
                  <a:lnTo>
                    <a:pt x="74283" y="10698"/>
                  </a:lnTo>
                  <a:lnTo>
                    <a:pt x="72340" y="13325"/>
                  </a:lnTo>
                  <a:lnTo>
                    <a:pt x="71455" y="14677"/>
                  </a:lnTo>
                  <a:lnTo>
                    <a:pt x="71223" y="16254"/>
                  </a:lnTo>
                  <a:lnTo>
                    <a:pt x="70254" y="22829"/>
                  </a:lnTo>
                  <a:lnTo>
                    <a:pt x="68005" y="38094"/>
                  </a:lnTo>
                  <a:lnTo>
                    <a:pt x="67114" y="44134"/>
                  </a:lnTo>
                  <a:lnTo>
                    <a:pt x="66764" y="46524"/>
                  </a:lnTo>
                  <a:lnTo>
                    <a:pt x="66298" y="49672"/>
                  </a:lnTo>
                  <a:lnTo>
                    <a:pt x="64499" y="50702"/>
                  </a:lnTo>
                  <a:lnTo>
                    <a:pt x="62778" y="51688"/>
                  </a:lnTo>
                  <a:lnTo>
                    <a:pt x="61875" y="66240"/>
                  </a:lnTo>
                  <a:lnTo>
                    <a:pt x="61803" y="67404"/>
                  </a:lnTo>
                  <a:lnTo>
                    <a:pt x="61757" y="68134"/>
                  </a:lnTo>
                  <a:lnTo>
                    <a:pt x="61652" y="69576"/>
                  </a:lnTo>
                  <a:lnTo>
                    <a:pt x="61061" y="77697"/>
                  </a:lnTo>
                  <a:lnTo>
                    <a:pt x="60982" y="79623"/>
                  </a:lnTo>
                  <a:lnTo>
                    <a:pt x="60791" y="84266"/>
                  </a:lnTo>
                  <a:lnTo>
                    <a:pt x="49641" y="83571"/>
                  </a:lnTo>
                  <a:lnTo>
                    <a:pt x="43137" y="80387"/>
                  </a:lnTo>
                  <a:lnTo>
                    <a:pt x="41133" y="81526"/>
                  </a:lnTo>
                  <a:lnTo>
                    <a:pt x="39852" y="81241"/>
                  </a:lnTo>
                  <a:lnTo>
                    <a:pt x="36789" y="76745"/>
                  </a:lnTo>
                  <a:lnTo>
                    <a:pt x="34784" y="74468"/>
                  </a:lnTo>
                  <a:lnTo>
                    <a:pt x="32780" y="73785"/>
                  </a:lnTo>
                  <a:lnTo>
                    <a:pt x="29884" y="77826"/>
                  </a:lnTo>
                  <a:lnTo>
                    <a:pt x="28469" y="80408"/>
                  </a:lnTo>
                  <a:lnTo>
                    <a:pt x="27994" y="81274"/>
                  </a:lnTo>
                  <a:lnTo>
                    <a:pt x="27915" y="81419"/>
                  </a:lnTo>
                  <a:lnTo>
                    <a:pt x="26213" y="80836"/>
                  </a:lnTo>
                  <a:lnTo>
                    <a:pt x="22316" y="79501"/>
                  </a:lnTo>
                  <a:lnTo>
                    <a:pt x="18741" y="77555"/>
                  </a:lnTo>
                  <a:lnTo>
                    <a:pt x="15450" y="75173"/>
                  </a:lnTo>
                  <a:lnTo>
                    <a:pt x="12552" y="73624"/>
                  </a:lnTo>
                  <a:lnTo>
                    <a:pt x="11285" y="73589"/>
                  </a:lnTo>
                  <a:lnTo>
                    <a:pt x="10932" y="73579"/>
                  </a:lnTo>
                  <a:lnTo>
                    <a:pt x="9695" y="74014"/>
                  </a:lnTo>
                  <a:lnTo>
                    <a:pt x="7818" y="69467"/>
                  </a:lnTo>
                  <a:lnTo>
                    <a:pt x="0" y="60998"/>
                  </a:lnTo>
                  <a:lnTo>
                    <a:pt x="1561" y="60318"/>
                  </a:lnTo>
                  <a:lnTo>
                    <a:pt x="2275" y="60008"/>
                  </a:lnTo>
                  <a:lnTo>
                    <a:pt x="4343" y="59108"/>
                  </a:lnTo>
                  <a:lnTo>
                    <a:pt x="6239" y="58300"/>
                  </a:lnTo>
                  <a:lnTo>
                    <a:pt x="6989" y="57981"/>
                  </a:lnTo>
                  <a:lnTo>
                    <a:pt x="8539" y="57539"/>
                  </a:lnTo>
                  <a:lnTo>
                    <a:pt x="9999" y="57123"/>
                  </a:lnTo>
                  <a:lnTo>
                    <a:pt x="10705" y="57091"/>
                  </a:lnTo>
                  <a:lnTo>
                    <a:pt x="13988" y="56945"/>
                  </a:lnTo>
                  <a:lnTo>
                    <a:pt x="14595" y="57354"/>
                  </a:lnTo>
                  <a:lnTo>
                    <a:pt x="20225" y="61157"/>
                  </a:lnTo>
                  <a:lnTo>
                    <a:pt x="21183" y="57742"/>
                  </a:lnTo>
                  <a:lnTo>
                    <a:pt x="21903" y="53378"/>
                  </a:lnTo>
                  <a:lnTo>
                    <a:pt x="22918" y="47228"/>
                  </a:lnTo>
                  <a:lnTo>
                    <a:pt x="24260" y="39093"/>
                  </a:lnTo>
                  <a:lnTo>
                    <a:pt x="24346" y="38571"/>
                  </a:lnTo>
                  <a:lnTo>
                    <a:pt x="24925" y="33949"/>
                  </a:lnTo>
                  <a:lnTo>
                    <a:pt x="16639" y="32833"/>
                  </a:lnTo>
                  <a:lnTo>
                    <a:pt x="16259" y="28521"/>
                  </a:lnTo>
                  <a:lnTo>
                    <a:pt x="17064" y="28452"/>
                  </a:lnTo>
                  <a:lnTo>
                    <a:pt x="16407" y="14430"/>
                  </a:lnTo>
                  <a:lnTo>
                    <a:pt x="15720" y="14329"/>
                  </a:lnTo>
                  <a:lnTo>
                    <a:pt x="15695" y="13996"/>
                  </a:lnTo>
                  <a:lnTo>
                    <a:pt x="15286" y="8405"/>
                  </a:lnTo>
                  <a:lnTo>
                    <a:pt x="15315" y="1324"/>
                  </a:lnTo>
                  <a:lnTo>
                    <a:pt x="18363" y="456"/>
                  </a:lnTo>
                  <a:lnTo>
                    <a:pt x="37007" y="0"/>
                  </a:lnTo>
                  <a:lnTo>
                    <a:pt x="39738" y="491"/>
                  </a:lnTo>
                  <a:lnTo>
                    <a:pt x="40867" y="694"/>
                  </a:lnTo>
                  <a:lnTo>
                    <a:pt x="45816" y="1584"/>
                  </a:lnTo>
                  <a:lnTo>
                    <a:pt x="47237" y="18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4016" y="5094979"/>
              <a:ext cx="191825" cy="172574"/>
            </a:xfrm>
            <a:custGeom>
              <a:avLst/>
              <a:pathLst>
                <a:path w="191825" h="172574">
                  <a:moveTo>
                    <a:pt x="161351" y="48462"/>
                  </a:moveTo>
                  <a:lnTo>
                    <a:pt x="166293" y="48818"/>
                  </a:lnTo>
                  <a:lnTo>
                    <a:pt x="177103" y="47927"/>
                  </a:lnTo>
                  <a:lnTo>
                    <a:pt x="177915" y="47858"/>
                  </a:lnTo>
                  <a:lnTo>
                    <a:pt x="181588" y="47609"/>
                  </a:lnTo>
                  <a:lnTo>
                    <a:pt x="183956" y="47448"/>
                  </a:lnTo>
                  <a:lnTo>
                    <a:pt x="186216" y="47985"/>
                  </a:lnTo>
                  <a:lnTo>
                    <a:pt x="187645" y="48674"/>
                  </a:lnTo>
                  <a:lnTo>
                    <a:pt x="188327" y="49330"/>
                  </a:lnTo>
                  <a:lnTo>
                    <a:pt x="188808" y="50286"/>
                  </a:lnTo>
                  <a:lnTo>
                    <a:pt x="189160" y="51679"/>
                  </a:lnTo>
                  <a:lnTo>
                    <a:pt x="189383" y="53865"/>
                  </a:lnTo>
                  <a:lnTo>
                    <a:pt x="189423" y="54254"/>
                  </a:lnTo>
                  <a:lnTo>
                    <a:pt x="189703" y="93187"/>
                  </a:lnTo>
                  <a:lnTo>
                    <a:pt x="189808" y="94675"/>
                  </a:lnTo>
                  <a:lnTo>
                    <a:pt x="189974" y="97048"/>
                  </a:lnTo>
                  <a:lnTo>
                    <a:pt x="190754" y="108143"/>
                  </a:lnTo>
                  <a:lnTo>
                    <a:pt x="190763" y="108303"/>
                  </a:lnTo>
                  <a:lnTo>
                    <a:pt x="191010" y="112866"/>
                  </a:lnTo>
                  <a:lnTo>
                    <a:pt x="191049" y="113466"/>
                  </a:lnTo>
                  <a:lnTo>
                    <a:pt x="191318" y="117603"/>
                  </a:lnTo>
                  <a:lnTo>
                    <a:pt x="191421" y="119179"/>
                  </a:lnTo>
                  <a:lnTo>
                    <a:pt x="191490" y="120236"/>
                  </a:lnTo>
                  <a:lnTo>
                    <a:pt x="191825" y="125389"/>
                  </a:lnTo>
                  <a:lnTo>
                    <a:pt x="191537" y="142368"/>
                  </a:lnTo>
                  <a:lnTo>
                    <a:pt x="191524" y="143113"/>
                  </a:lnTo>
                  <a:lnTo>
                    <a:pt x="191519" y="143393"/>
                  </a:lnTo>
                  <a:lnTo>
                    <a:pt x="189085" y="143792"/>
                  </a:lnTo>
                  <a:lnTo>
                    <a:pt x="188330" y="143916"/>
                  </a:lnTo>
                  <a:lnTo>
                    <a:pt x="177960" y="145616"/>
                  </a:lnTo>
                  <a:lnTo>
                    <a:pt x="174752" y="145646"/>
                  </a:lnTo>
                  <a:lnTo>
                    <a:pt x="173884" y="145599"/>
                  </a:lnTo>
                  <a:lnTo>
                    <a:pt x="171605" y="145477"/>
                  </a:lnTo>
                  <a:lnTo>
                    <a:pt x="169894" y="145350"/>
                  </a:lnTo>
                  <a:lnTo>
                    <a:pt x="147687" y="143694"/>
                  </a:lnTo>
                  <a:lnTo>
                    <a:pt x="145643" y="143542"/>
                  </a:lnTo>
                  <a:lnTo>
                    <a:pt x="138523" y="143073"/>
                  </a:lnTo>
                  <a:lnTo>
                    <a:pt x="134444" y="142804"/>
                  </a:lnTo>
                  <a:lnTo>
                    <a:pt x="128516" y="142345"/>
                  </a:lnTo>
                  <a:lnTo>
                    <a:pt x="124928" y="142067"/>
                  </a:lnTo>
                  <a:lnTo>
                    <a:pt x="124673" y="142057"/>
                  </a:lnTo>
                  <a:lnTo>
                    <a:pt x="123727" y="142021"/>
                  </a:lnTo>
                  <a:lnTo>
                    <a:pt x="114639" y="141678"/>
                  </a:lnTo>
                  <a:lnTo>
                    <a:pt x="104141" y="141926"/>
                  </a:lnTo>
                  <a:lnTo>
                    <a:pt x="103944" y="141948"/>
                  </a:lnTo>
                  <a:lnTo>
                    <a:pt x="101186" y="142249"/>
                  </a:lnTo>
                  <a:lnTo>
                    <a:pt x="100626" y="142371"/>
                  </a:lnTo>
                  <a:lnTo>
                    <a:pt x="94618" y="143686"/>
                  </a:lnTo>
                  <a:lnTo>
                    <a:pt x="89416" y="145339"/>
                  </a:lnTo>
                  <a:lnTo>
                    <a:pt x="82528" y="147528"/>
                  </a:lnTo>
                  <a:lnTo>
                    <a:pt x="81836" y="147777"/>
                  </a:lnTo>
                  <a:lnTo>
                    <a:pt x="77546" y="149319"/>
                  </a:lnTo>
                  <a:lnTo>
                    <a:pt x="63900" y="154225"/>
                  </a:lnTo>
                  <a:lnTo>
                    <a:pt x="42862" y="161973"/>
                  </a:lnTo>
                  <a:lnTo>
                    <a:pt x="38307" y="163651"/>
                  </a:lnTo>
                  <a:lnTo>
                    <a:pt x="36331" y="164386"/>
                  </a:lnTo>
                  <a:lnTo>
                    <a:pt x="36177" y="164443"/>
                  </a:lnTo>
                  <a:lnTo>
                    <a:pt x="22808" y="169414"/>
                  </a:lnTo>
                  <a:lnTo>
                    <a:pt x="18511" y="171012"/>
                  </a:lnTo>
                  <a:lnTo>
                    <a:pt x="15620" y="172081"/>
                  </a:lnTo>
                  <a:lnTo>
                    <a:pt x="14431" y="172195"/>
                  </a:lnTo>
                  <a:lnTo>
                    <a:pt x="14250" y="172212"/>
                  </a:lnTo>
                  <a:lnTo>
                    <a:pt x="13476" y="172327"/>
                  </a:lnTo>
                  <a:lnTo>
                    <a:pt x="12736" y="172437"/>
                  </a:lnTo>
                  <a:lnTo>
                    <a:pt x="10196" y="172574"/>
                  </a:lnTo>
                  <a:lnTo>
                    <a:pt x="9044" y="172472"/>
                  </a:lnTo>
                  <a:lnTo>
                    <a:pt x="7417" y="172328"/>
                  </a:lnTo>
                  <a:lnTo>
                    <a:pt x="3915" y="171727"/>
                  </a:lnTo>
                  <a:lnTo>
                    <a:pt x="0" y="170711"/>
                  </a:lnTo>
                  <a:lnTo>
                    <a:pt x="3159" y="167356"/>
                  </a:lnTo>
                  <a:lnTo>
                    <a:pt x="8833" y="159365"/>
                  </a:lnTo>
                  <a:lnTo>
                    <a:pt x="9475" y="158462"/>
                  </a:lnTo>
                  <a:lnTo>
                    <a:pt x="10454" y="156614"/>
                  </a:lnTo>
                  <a:lnTo>
                    <a:pt x="11088" y="155197"/>
                  </a:lnTo>
                  <a:lnTo>
                    <a:pt x="13616" y="148831"/>
                  </a:lnTo>
                  <a:lnTo>
                    <a:pt x="14343" y="146573"/>
                  </a:lnTo>
                  <a:lnTo>
                    <a:pt x="14818" y="145097"/>
                  </a:lnTo>
                  <a:lnTo>
                    <a:pt x="15374" y="143028"/>
                  </a:lnTo>
                  <a:lnTo>
                    <a:pt x="15442" y="142775"/>
                  </a:lnTo>
                  <a:lnTo>
                    <a:pt x="15808" y="141076"/>
                  </a:lnTo>
                  <a:lnTo>
                    <a:pt x="16099" y="139723"/>
                  </a:lnTo>
                  <a:lnTo>
                    <a:pt x="16345" y="138258"/>
                  </a:lnTo>
                  <a:lnTo>
                    <a:pt x="17192" y="126282"/>
                  </a:lnTo>
                  <a:lnTo>
                    <a:pt x="16575" y="116852"/>
                  </a:lnTo>
                  <a:lnTo>
                    <a:pt x="16525" y="116097"/>
                  </a:lnTo>
                  <a:lnTo>
                    <a:pt x="16353" y="113463"/>
                  </a:lnTo>
                  <a:lnTo>
                    <a:pt x="15811" y="105182"/>
                  </a:lnTo>
                  <a:lnTo>
                    <a:pt x="15771" y="104568"/>
                  </a:lnTo>
                  <a:lnTo>
                    <a:pt x="14793" y="89619"/>
                  </a:lnTo>
                  <a:lnTo>
                    <a:pt x="14747" y="88904"/>
                  </a:lnTo>
                  <a:lnTo>
                    <a:pt x="14659" y="87560"/>
                  </a:lnTo>
                  <a:lnTo>
                    <a:pt x="14496" y="85078"/>
                  </a:lnTo>
                  <a:lnTo>
                    <a:pt x="14422" y="83938"/>
                  </a:lnTo>
                  <a:lnTo>
                    <a:pt x="14038" y="78279"/>
                  </a:lnTo>
                  <a:lnTo>
                    <a:pt x="13734" y="73791"/>
                  </a:lnTo>
                  <a:lnTo>
                    <a:pt x="13657" y="72654"/>
                  </a:lnTo>
                  <a:lnTo>
                    <a:pt x="13332" y="67871"/>
                  </a:lnTo>
                  <a:lnTo>
                    <a:pt x="12652" y="57831"/>
                  </a:lnTo>
                  <a:lnTo>
                    <a:pt x="19753" y="56712"/>
                  </a:lnTo>
                  <a:lnTo>
                    <a:pt x="24802" y="55916"/>
                  </a:lnTo>
                  <a:lnTo>
                    <a:pt x="28366" y="54890"/>
                  </a:lnTo>
                  <a:lnTo>
                    <a:pt x="29575" y="54542"/>
                  </a:lnTo>
                  <a:lnTo>
                    <a:pt x="30197" y="54363"/>
                  </a:lnTo>
                  <a:lnTo>
                    <a:pt x="30721" y="54236"/>
                  </a:lnTo>
                  <a:lnTo>
                    <a:pt x="32176" y="53882"/>
                  </a:lnTo>
                  <a:lnTo>
                    <a:pt x="38314" y="51475"/>
                  </a:lnTo>
                  <a:lnTo>
                    <a:pt x="39072" y="51177"/>
                  </a:lnTo>
                  <a:lnTo>
                    <a:pt x="39259" y="51104"/>
                  </a:lnTo>
                  <a:lnTo>
                    <a:pt x="45656" y="46787"/>
                  </a:lnTo>
                  <a:lnTo>
                    <a:pt x="51378" y="42926"/>
                  </a:lnTo>
                  <a:lnTo>
                    <a:pt x="54328" y="40934"/>
                  </a:lnTo>
                  <a:lnTo>
                    <a:pt x="54507" y="40814"/>
                  </a:lnTo>
                  <a:lnTo>
                    <a:pt x="55483" y="40156"/>
                  </a:lnTo>
                  <a:lnTo>
                    <a:pt x="56077" y="39754"/>
                  </a:lnTo>
                  <a:lnTo>
                    <a:pt x="64339" y="34179"/>
                  </a:lnTo>
                  <a:lnTo>
                    <a:pt x="64937" y="33775"/>
                  </a:lnTo>
                  <a:lnTo>
                    <a:pt x="73705" y="27858"/>
                  </a:lnTo>
                  <a:lnTo>
                    <a:pt x="73996" y="27662"/>
                  </a:lnTo>
                  <a:lnTo>
                    <a:pt x="83015" y="21575"/>
                  </a:lnTo>
                  <a:lnTo>
                    <a:pt x="83269" y="21404"/>
                  </a:lnTo>
                  <a:lnTo>
                    <a:pt x="92519" y="15161"/>
                  </a:lnTo>
                  <a:lnTo>
                    <a:pt x="93305" y="14630"/>
                  </a:lnTo>
                  <a:lnTo>
                    <a:pt x="93566" y="14454"/>
                  </a:lnTo>
                  <a:lnTo>
                    <a:pt x="94124" y="14078"/>
                  </a:lnTo>
                  <a:lnTo>
                    <a:pt x="94663" y="13826"/>
                  </a:lnTo>
                  <a:lnTo>
                    <a:pt x="96723" y="12864"/>
                  </a:lnTo>
                  <a:lnTo>
                    <a:pt x="100106" y="11284"/>
                  </a:lnTo>
                  <a:lnTo>
                    <a:pt x="127981" y="1010"/>
                  </a:lnTo>
                  <a:lnTo>
                    <a:pt x="130009" y="263"/>
                  </a:lnTo>
                  <a:lnTo>
                    <a:pt x="130724" y="0"/>
                  </a:lnTo>
                  <a:lnTo>
                    <a:pt x="130778" y="770"/>
                  </a:lnTo>
                  <a:lnTo>
                    <a:pt x="130950" y="3203"/>
                  </a:lnTo>
                  <a:lnTo>
                    <a:pt x="131006" y="3999"/>
                  </a:lnTo>
                  <a:lnTo>
                    <a:pt x="131240" y="4652"/>
                  </a:lnTo>
                  <a:lnTo>
                    <a:pt x="131563" y="5551"/>
                  </a:lnTo>
                  <a:lnTo>
                    <a:pt x="136744" y="19992"/>
                  </a:lnTo>
                  <a:lnTo>
                    <a:pt x="142317" y="34323"/>
                  </a:lnTo>
                  <a:lnTo>
                    <a:pt x="142459" y="34689"/>
                  </a:lnTo>
                  <a:lnTo>
                    <a:pt x="143230" y="36117"/>
                  </a:lnTo>
                  <a:lnTo>
                    <a:pt x="143444" y="36512"/>
                  </a:lnTo>
                  <a:lnTo>
                    <a:pt x="143924" y="37267"/>
                  </a:lnTo>
                  <a:lnTo>
                    <a:pt x="144892" y="38789"/>
                  </a:lnTo>
                  <a:lnTo>
                    <a:pt x="146202" y="40541"/>
                  </a:lnTo>
                  <a:lnTo>
                    <a:pt x="146344" y="40716"/>
                  </a:lnTo>
                  <a:lnTo>
                    <a:pt x="147453" y="42090"/>
                  </a:lnTo>
                  <a:lnTo>
                    <a:pt x="149514" y="44253"/>
                  </a:lnTo>
                  <a:lnTo>
                    <a:pt x="151737" y="45403"/>
                  </a:lnTo>
                  <a:lnTo>
                    <a:pt x="153301" y="46206"/>
                  </a:lnTo>
                  <a:lnTo>
                    <a:pt x="156617" y="474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421382" y="4980991"/>
              <a:ext cx="134187" cy="167439"/>
            </a:xfrm>
            <a:custGeom>
              <a:avLst/>
              <a:pathLst>
                <a:path w="134187" h="167439">
                  <a:moveTo>
                    <a:pt x="107045" y="3023"/>
                  </a:moveTo>
                  <a:lnTo>
                    <a:pt x="107241" y="4898"/>
                  </a:lnTo>
                  <a:lnTo>
                    <a:pt x="107269" y="5165"/>
                  </a:lnTo>
                  <a:lnTo>
                    <a:pt x="107320" y="6761"/>
                  </a:lnTo>
                  <a:lnTo>
                    <a:pt x="107327" y="6974"/>
                  </a:lnTo>
                  <a:lnTo>
                    <a:pt x="107353" y="7797"/>
                  </a:lnTo>
                  <a:lnTo>
                    <a:pt x="107435" y="9135"/>
                  </a:lnTo>
                  <a:lnTo>
                    <a:pt x="107443" y="9273"/>
                  </a:lnTo>
                  <a:lnTo>
                    <a:pt x="107519" y="10506"/>
                  </a:lnTo>
                  <a:lnTo>
                    <a:pt x="107631" y="12350"/>
                  </a:lnTo>
                  <a:lnTo>
                    <a:pt x="107625" y="12506"/>
                  </a:lnTo>
                  <a:lnTo>
                    <a:pt x="107603" y="12983"/>
                  </a:lnTo>
                  <a:lnTo>
                    <a:pt x="107561" y="13951"/>
                  </a:lnTo>
                  <a:lnTo>
                    <a:pt x="107474" y="15917"/>
                  </a:lnTo>
                  <a:lnTo>
                    <a:pt x="107454" y="16374"/>
                  </a:lnTo>
                  <a:lnTo>
                    <a:pt x="107359" y="18524"/>
                  </a:lnTo>
                  <a:lnTo>
                    <a:pt x="107230" y="21441"/>
                  </a:lnTo>
                  <a:lnTo>
                    <a:pt x="107144" y="23379"/>
                  </a:lnTo>
                  <a:lnTo>
                    <a:pt x="107310" y="25005"/>
                  </a:lnTo>
                  <a:lnTo>
                    <a:pt x="107821" y="29996"/>
                  </a:lnTo>
                  <a:lnTo>
                    <a:pt x="108809" y="33039"/>
                  </a:lnTo>
                  <a:lnTo>
                    <a:pt x="110275" y="37557"/>
                  </a:lnTo>
                  <a:lnTo>
                    <a:pt x="113296" y="46864"/>
                  </a:lnTo>
                  <a:lnTo>
                    <a:pt x="113479" y="47427"/>
                  </a:lnTo>
                  <a:lnTo>
                    <a:pt x="113864" y="48601"/>
                  </a:lnTo>
                  <a:lnTo>
                    <a:pt x="115478" y="53513"/>
                  </a:lnTo>
                  <a:lnTo>
                    <a:pt x="116702" y="57239"/>
                  </a:lnTo>
                  <a:lnTo>
                    <a:pt x="117210" y="58785"/>
                  </a:lnTo>
                  <a:lnTo>
                    <a:pt x="117953" y="61044"/>
                  </a:lnTo>
                  <a:lnTo>
                    <a:pt x="118714" y="63361"/>
                  </a:lnTo>
                  <a:lnTo>
                    <a:pt x="118975" y="64157"/>
                  </a:lnTo>
                  <a:lnTo>
                    <a:pt x="119428" y="65535"/>
                  </a:lnTo>
                  <a:lnTo>
                    <a:pt x="120124" y="67653"/>
                  </a:lnTo>
                  <a:lnTo>
                    <a:pt x="120296" y="68176"/>
                  </a:lnTo>
                  <a:lnTo>
                    <a:pt x="120841" y="69835"/>
                  </a:lnTo>
                  <a:lnTo>
                    <a:pt x="120911" y="70047"/>
                  </a:lnTo>
                  <a:lnTo>
                    <a:pt x="120513" y="70005"/>
                  </a:lnTo>
                  <a:lnTo>
                    <a:pt x="120875" y="73868"/>
                  </a:lnTo>
                  <a:lnTo>
                    <a:pt x="121584" y="81420"/>
                  </a:lnTo>
                  <a:lnTo>
                    <a:pt x="121602" y="81615"/>
                  </a:lnTo>
                  <a:lnTo>
                    <a:pt x="122916" y="81547"/>
                  </a:lnTo>
                  <a:lnTo>
                    <a:pt x="123038" y="82037"/>
                  </a:lnTo>
                  <a:lnTo>
                    <a:pt x="124035" y="86033"/>
                  </a:lnTo>
                  <a:lnTo>
                    <a:pt x="124266" y="86958"/>
                  </a:lnTo>
                  <a:lnTo>
                    <a:pt x="124342" y="87262"/>
                  </a:lnTo>
                  <a:lnTo>
                    <a:pt x="124705" y="87649"/>
                  </a:lnTo>
                  <a:lnTo>
                    <a:pt x="125206" y="88183"/>
                  </a:lnTo>
                  <a:lnTo>
                    <a:pt x="125362" y="88350"/>
                  </a:lnTo>
                  <a:lnTo>
                    <a:pt x="125879" y="88901"/>
                  </a:lnTo>
                  <a:lnTo>
                    <a:pt x="129187" y="95392"/>
                  </a:lnTo>
                  <a:lnTo>
                    <a:pt x="129552" y="95855"/>
                  </a:lnTo>
                  <a:lnTo>
                    <a:pt x="129701" y="96053"/>
                  </a:lnTo>
                  <a:lnTo>
                    <a:pt x="132000" y="100481"/>
                  </a:lnTo>
                  <a:lnTo>
                    <a:pt x="132747" y="101920"/>
                  </a:lnTo>
                  <a:lnTo>
                    <a:pt x="132929" y="102308"/>
                  </a:lnTo>
                  <a:lnTo>
                    <a:pt x="133036" y="102446"/>
                  </a:lnTo>
                  <a:lnTo>
                    <a:pt x="134187" y="104967"/>
                  </a:lnTo>
                  <a:lnTo>
                    <a:pt x="122505" y="105186"/>
                  </a:lnTo>
                  <a:lnTo>
                    <a:pt x="112481" y="106443"/>
                  </a:lnTo>
                  <a:lnTo>
                    <a:pt x="112642" y="108082"/>
                  </a:lnTo>
                  <a:lnTo>
                    <a:pt x="109957" y="108755"/>
                  </a:lnTo>
                  <a:lnTo>
                    <a:pt x="109808" y="108792"/>
                  </a:lnTo>
                  <a:lnTo>
                    <a:pt x="110192" y="109381"/>
                  </a:lnTo>
                  <a:lnTo>
                    <a:pt x="110824" y="110350"/>
                  </a:lnTo>
                  <a:lnTo>
                    <a:pt x="112582" y="115960"/>
                  </a:lnTo>
                  <a:lnTo>
                    <a:pt x="113345" y="118397"/>
                  </a:lnTo>
                  <a:lnTo>
                    <a:pt x="113443" y="118710"/>
                  </a:lnTo>
                  <a:lnTo>
                    <a:pt x="111599" y="119393"/>
                  </a:lnTo>
                  <a:lnTo>
                    <a:pt x="112596" y="121815"/>
                  </a:lnTo>
                  <a:lnTo>
                    <a:pt x="113112" y="122768"/>
                  </a:lnTo>
                  <a:lnTo>
                    <a:pt x="115101" y="121360"/>
                  </a:lnTo>
                  <a:lnTo>
                    <a:pt x="116704" y="122972"/>
                  </a:lnTo>
                  <a:lnTo>
                    <a:pt x="119885" y="123546"/>
                  </a:lnTo>
                  <a:lnTo>
                    <a:pt x="122959" y="122890"/>
                  </a:lnTo>
                  <a:lnTo>
                    <a:pt x="123547" y="117699"/>
                  </a:lnTo>
                  <a:lnTo>
                    <a:pt x="131167" y="119488"/>
                  </a:lnTo>
                  <a:lnTo>
                    <a:pt x="123915" y="129153"/>
                  </a:lnTo>
                  <a:lnTo>
                    <a:pt x="123448" y="129774"/>
                  </a:lnTo>
                  <a:lnTo>
                    <a:pt x="123085" y="129633"/>
                  </a:lnTo>
                  <a:lnTo>
                    <a:pt x="122513" y="129410"/>
                  </a:lnTo>
                  <a:lnTo>
                    <a:pt x="121628" y="131275"/>
                  </a:lnTo>
                  <a:lnTo>
                    <a:pt x="121410" y="131735"/>
                  </a:lnTo>
                  <a:lnTo>
                    <a:pt x="121328" y="131907"/>
                  </a:lnTo>
                  <a:lnTo>
                    <a:pt x="121101" y="132386"/>
                  </a:lnTo>
                  <a:lnTo>
                    <a:pt x="120685" y="133528"/>
                  </a:lnTo>
                  <a:lnTo>
                    <a:pt x="119735" y="136136"/>
                  </a:lnTo>
                  <a:lnTo>
                    <a:pt x="118676" y="137334"/>
                  </a:lnTo>
                  <a:lnTo>
                    <a:pt x="117151" y="137771"/>
                  </a:lnTo>
                  <a:lnTo>
                    <a:pt x="115563" y="138226"/>
                  </a:lnTo>
                  <a:lnTo>
                    <a:pt x="115554" y="138375"/>
                  </a:lnTo>
                  <a:lnTo>
                    <a:pt x="115406" y="140835"/>
                  </a:lnTo>
                  <a:lnTo>
                    <a:pt x="115390" y="141104"/>
                  </a:lnTo>
                  <a:lnTo>
                    <a:pt x="113337" y="140758"/>
                  </a:lnTo>
                  <a:lnTo>
                    <a:pt x="111920" y="140430"/>
                  </a:lnTo>
                  <a:lnTo>
                    <a:pt x="111254" y="140210"/>
                  </a:lnTo>
                  <a:lnTo>
                    <a:pt x="109434" y="139610"/>
                  </a:lnTo>
                  <a:lnTo>
                    <a:pt x="108055" y="139724"/>
                  </a:lnTo>
                  <a:lnTo>
                    <a:pt x="107568" y="140070"/>
                  </a:lnTo>
                  <a:lnTo>
                    <a:pt x="107136" y="140375"/>
                  </a:lnTo>
                  <a:lnTo>
                    <a:pt x="106879" y="140592"/>
                  </a:lnTo>
                  <a:lnTo>
                    <a:pt x="104558" y="142553"/>
                  </a:lnTo>
                  <a:lnTo>
                    <a:pt x="103901" y="143107"/>
                  </a:lnTo>
                  <a:lnTo>
                    <a:pt x="102572" y="144761"/>
                  </a:lnTo>
                  <a:lnTo>
                    <a:pt x="102057" y="145402"/>
                  </a:lnTo>
                  <a:lnTo>
                    <a:pt x="101521" y="146169"/>
                  </a:lnTo>
                  <a:lnTo>
                    <a:pt x="101837" y="147528"/>
                  </a:lnTo>
                  <a:lnTo>
                    <a:pt x="102406" y="147482"/>
                  </a:lnTo>
                  <a:lnTo>
                    <a:pt x="106215" y="147170"/>
                  </a:lnTo>
                  <a:lnTo>
                    <a:pt x="106629" y="147279"/>
                  </a:lnTo>
                  <a:lnTo>
                    <a:pt x="107380" y="150827"/>
                  </a:lnTo>
                  <a:lnTo>
                    <a:pt x="103064" y="151394"/>
                  </a:lnTo>
                  <a:lnTo>
                    <a:pt x="102620" y="151559"/>
                  </a:lnTo>
                  <a:lnTo>
                    <a:pt x="98767" y="154856"/>
                  </a:lnTo>
                  <a:lnTo>
                    <a:pt x="94385" y="158408"/>
                  </a:lnTo>
                  <a:lnTo>
                    <a:pt x="93055" y="159486"/>
                  </a:lnTo>
                  <a:lnTo>
                    <a:pt x="86329" y="165514"/>
                  </a:lnTo>
                  <a:lnTo>
                    <a:pt x="84182" y="167439"/>
                  </a:lnTo>
                  <a:lnTo>
                    <a:pt x="81802" y="165999"/>
                  </a:lnTo>
                  <a:lnTo>
                    <a:pt x="78476" y="163986"/>
                  </a:lnTo>
                  <a:lnTo>
                    <a:pt x="75717" y="162316"/>
                  </a:lnTo>
                  <a:lnTo>
                    <a:pt x="75008" y="162029"/>
                  </a:lnTo>
                  <a:lnTo>
                    <a:pt x="72741" y="161111"/>
                  </a:lnTo>
                  <a:lnTo>
                    <a:pt x="66348" y="158524"/>
                  </a:lnTo>
                  <a:lnTo>
                    <a:pt x="66468" y="161444"/>
                  </a:lnTo>
                  <a:lnTo>
                    <a:pt x="64223" y="161596"/>
                  </a:lnTo>
                  <a:lnTo>
                    <a:pt x="60550" y="161846"/>
                  </a:lnTo>
                  <a:lnTo>
                    <a:pt x="59738" y="161913"/>
                  </a:lnTo>
                  <a:lnTo>
                    <a:pt x="48928" y="162805"/>
                  </a:lnTo>
                  <a:lnTo>
                    <a:pt x="43986" y="162449"/>
                  </a:lnTo>
                  <a:lnTo>
                    <a:pt x="39252" y="161453"/>
                  </a:lnTo>
                  <a:lnTo>
                    <a:pt x="35936" y="160194"/>
                  </a:lnTo>
                  <a:lnTo>
                    <a:pt x="34372" y="159390"/>
                  </a:lnTo>
                  <a:lnTo>
                    <a:pt x="32148" y="158241"/>
                  </a:lnTo>
                  <a:lnTo>
                    <a:pt x="30088" y="156078"/>
                  </a:lnTo>
                  <a:lnTo>
                    <a:pt x="28969" y="154692"/>
                  </a:lnTo>
                  <a:lnTo>
                    <a:pt x="28836" y="154528"/>
                  </a:lnTo>
                  <a:lnTo>
                    <a:pt x="27526" y="152776"/>
                  </a:lnTo>
                  <a:lnTo>
                    <a:pt x="26559" y="151255"/>
                  </a:lnTo>
                  <a:lnTo>
                    <a:pt x="26078" y="150500"/>
                  </a:lnTo>
                  <a:lnTo>
                    <a:pt x="25857" y="150089"/>
                  </a:lnTo>
                  <a:lnTo>
                    <a:pt x="25076" y="148631"/>
                  </a:lnTo>
                  <a:lnTo>
                    <a:pt x="24952" y="148310"/>
                  </a:lnTo>
                  <a:lnTo>
                    <a:pt x="19378" y="133979"/>
                  </a:lnTo>
                  <a:lnTo>
                    <a:pt x="14192" y="119523"/>
                  </a:lnTo>
                  <a:lnTo>
                    <a:pt x="13875" y="118640"/>
                  </a:lnTo>
                  <a:lnTo>
                    <a:pt x="13640" y="117987"/>
                  </a:lnTo>
                  <a:lnTo>
                    <a:pt x="13584" y="117191"/>
                  </a:lnTo>
                  <a:lnTo>
                    <a:pt x="13413" y="114757"/>
                  </a:lnTo>
                  <a:lnTo>
                    <a:pt x="13358" y="113987"/>
                  </a:lnTo>
                  <a:lnTo>
                    <a:pt x="13260" y="113223"/>
                  </a:lnTo>
                  <a:lnTo>
                    <a:pt x="13226" y="112953"/>
                  </a:lnTo>
                  <a:lnTo>
                    <a:pt x="13084" y="111847"/>
                  </a:lnTo>
                  <a:lnTo>
                    <a:pt x="12988" y="110672"/>
                  </a:lnTo>
                  <a:lnTo>
                    <a:pt x="12929" y="109950"/>
                  </a:lnTo>
                  <a:lnTo>
                    <a:pt x="12889" y="109460"/>
                  </a:lnTo>
                  <a:lnTo>
                    <a:pt x="13294" y="103463"/>
                  </a:lnTo>
                  <a:lnTo>
                    <a:pt x="13334" y="102858"/>
                  </a:lnTo>
                  <a:lnTo>
                    <a:pt x="13849" y="99786"/>
                  </a:lnTo>
                  <a:lnTo>
                    <a:pt x="14804" y="94091"/>
                  </a:lnTo>
                  <a:lnTo>
                    <a:pt x="14887" y="93594"/>
                  </a:lnTo>
                  <a:lnTo>
                    <a:pt x="14983" y="93022"/>
                  </a:lnTo>
                  <a:lnTo>
                    <a:pt x="16453" y="85782"/>
                  </a:lnTo>
                  <a:lnTo>
                    <a:pt x="16695" y="83398"/>
                  </a:lnTo>
                  <a:lnTo>
                    <a:pt x="16763" y="82726"/>
                  </a:lnTo>
                  <a:lnTo>
                    <a:pt x="16877" y="81603"/>
                  </a:lnTo>
                  <a:lnTo>
                    <a:pt x="17076" y="79634"/>
                  </a:lnTo>
                  <a:lnTo>
                    <a:pt x="17085" y="79405"/>
                  </a:lnTo>
                  <a:lnTo>
                    <a:pt x="17210" y="76218"/>
                  </a:lnTo>
                  <a:lnTo>
                    <a:pt x="17299" y="73942"/>
                  </a:lnTo>
                  <a:lnTo>
                    <a:pt x="17255" y="69479"/>
                  </a:lnTo>
                  <a:lnTo>
                    <a:pt x="16478" y="64290"/>
                  </a:lnTo>
                  <a:lnTo>
                    <a:pt x="16007" y="61146"/>
                  </a:lnTo>
                  <a:lnTo>
                    <a:pt x="14716" y="55409"/>
                  </a:lnTo>
                  <a:lnTo>
                    <a:pt x="13330" y="51531"/>
                  </a:lnTo>
                  <a:lnTo>
                    <a:pt x="13033" y="50700"/>
                  </a:lnTo>
                  <a:lnTo>
                    <a:pt x="12734" y="49864"/>
                  </a:lnTo>
                  <a:lnTo>
                    <a:pt x="12240" y="48483"/>
                  </a:lnTo>
                  <a:lnTo>
                    <a:pt x="11998" y="47804"/>
                  </a:lnTo>
                  <a:lnTo>
                    <a:pt x="8866" y="39210"/>
                  </a:lnTo>
                  <a:lnTo>
                    <a:pt x="6646" y="33118"/>
                  </a:lnTo>
                  <a:lnTo>
                    <a:pt x="5136" y="28975"/>
                  </a:lnTo>
                  <a:lnTo>
                    <a:pt x="5072" y="28797"/>
                  </a:lnTo>
                  <a:lnTo>
                    <a:pt x="4888" y="28292"/>
                  </a:lnTo>
                  <a:lnTo>
                    <a:pt x="0" y="14621"/>
                  </a:lnTo>
                  <a:lnTo>
                    <a:pt x="441" y="14492"/>
                  </a:lnTo>
                  <a:lnTo>
                    <a:pt x="10602" y="11512"/>
                  </a:lnTo>
                  <a:lnTo>
                    <a:pt x="11028" y="11406"/>
                  </a:lnTo>
                  <a:lnTo>
                    <a:pt x="13450" y="10803"/>
                  </a:lnTo>
                  <a:lnTo>
                    <a:pt x="21236" y="8862"/>
                  </a:lnTo>
                  <a:lnTo>
                    <a:pt x="21377" y="8827"/>
                  </a:lnTo>
                  <a:lnTo>
                    <a:pt x="26685" y="7505"/>
                  </a:lnTo>
                  <a:lnTo>
                    <a:pt x="28810" y="7046"/>
                  </a:lnTo>
                  <a:lnTo>
                    <a:pt x="33882" y="5953"/>
                  </a:lnTo>
                  <a:lnTo>
                    <a:pt x="36097" y="5480"/>
                  </a:lnTo>
                  <a:lnTo>
                    <a:pt x="44952" y="4499"/>
                  </a:lnTo>
                  <a:lnTo>
                    <a:pt x="51792" y="3682"/>
                  </a:lnTo>
                  <a:lnTo>
                    <a:pt x="54712" y="3333"/>
                  </a:lnTo>
                  <a:lnTo>
                    <a:pt x="56162" y="3049"/>
                  </a:lnTo>
                  <a:lnTo>
                    <a:pt x="61002" y="2100"/>
                  </a:lnTo>
                  <a:lnTo>
                    <a:pt x="63362" y="1638"/>
                  </a:lnTo>
                  <a:lnTo>
                    <a:pt x="64335" y="1447"/>
                  </a:lnTo>
                  <a:lnTo>
                    <a:pt x="70189" y="1365"/>
                  </a:lnTo>
                  <a:lnTo>
                    <a:pt x="75524" y="2361"/>
                  </a:lnTo>
                  <a:lnTo>
                    <a:pt x="76925" y="2622"/>
                  </a:lnTo>
                  <a:lnTo>
                    <a:pt x="83423" y="4217"/>
                  </a:lnTo>
                  <a:lnTo>
                    <a:pt x="85576" y="4574"/>
                  </a:lnTo>
                  <a:lnTo>
                    <a:pt x="93725" y="2831"/>
                  </a:lnTo>
                  <a:lnTo>
                    <a:pt x="95965" y="2352"/>
                  </a:lnTo>
                  <a:lnTo>
                    <a:pt x="98681" y="1740"/>
                  </a:lnTo>
                  <a:lnTo>
                    <a:pt x="105427" y="221"/>
                  </a:lnTo>
                  <a:lnTo>
                    <a:pt x="106729" y="0"/>
                  </a:lnTo>
                  <a:lnTo>
                    <a:pt x="106840" y="1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085295" y="4908116"/>
              <a:ext cx="353386" cy="244694"/>
            </a:xfrm>
            <a:custGeom>
              <a:avLst/>
              <a:pathLst>
                <a:path w="353386" h="244694">
                  <a:moveTo>
                    <a:pt x="138830" y="71309"/>
                  </a:moveTo>
                  <a:lnTo>
                    <a:pt x="139226" y="71931"/>
                  </a:lnTo>
                  <a:lnTo>
                    <a:pt x="144191" y="69192"/>
                  </a:lnTo>
                  <a:lnTo>
                    <a:pt x="154394" y="63564"/>
                  </a:lnTo>
                  <a:lnTo>
                    <a:pt x="155621" y="62888"/>
                  </a:lnTo>
                  <a:lnTo>
                    <a:pt x="156345" y="62452"/>
                  </a:lnTo>
                  <a:lnTo>
                    <a:pt x="168829" y="54935"/>
                  </a:lnTo>
                  <a:lnTo>
                    <a:pt x="169371" y="54609"/>
                  </a:lnTo>
                  <a:lnTo>
                    <a:pt x="171778" y="53099"/>
                  </a:lnTo>
                  <a:lnTo>
                    <a:pt x="181347" y="47095"/>
                  </a:lnTo>
                  <a:lnTo>
                    <a:pt x="182870" y="46139"/>
                  </a:lnTo>
                  <a:lnTo>
                    <a:pt x="186770" y="43786"/>
                  </a:lnTo>
                  <a:lnTo>
                    <a:pt x="194282" y="39253"/>
                  </a:lnTo>
                  <a:lnTo>
                    <a:pt x="207697" y="31158"/>
                  </a:lnTo>
                  <a:lnTo>
                    <a:pt x="208753" y="30520"/>
                  </a:lnTo>
                  <a:lnTo>
                    <a:pt x="217173" y="25672"/>
                  </a:lnTo>
                  <a:lnTo>
                    <a:pt x="218571" y="24867"/>
                  </a:lnTo>
                  <a:lnTo>
                    <a:pt x="220217" y="23920"/>
                  </a:lnTo>
                  <a:lnTo>
                    <a:pt x="221927" y="22935"/>
                  </a:lnTo>
                  <a:lnTo>
                    <a:pt x="223132" y="25316"/>
                  </a:lnTo>
                  <a:lnTo>
                    <a:pt x="223470" y="25984"/>
                  </a:lnTo>
                  <a:lnTo>
                    <a:pt x="234102" y="47005"/>
                  </a:lnTo>
                  <a:lnTo>
                    <a:pt x="234993" y="48758"/>
                  </a:lnTo>
                  <a:lnTo>
                    <a:pt x="242813" y="64134"/>
                  </a:lnTo>
                  <a:lnTo>
                    <a:pt x="243161" y="64817"/>
                  </a:lnTo>
                  <a:lnTo>
                    <a:pt x="243545" y="65572"/>
                  </a:lnTo>
                  <a:lnTo>
                    <a:pt x="244778" y="67997"/>
                  </a:lnTo>
                  <a:lnTo>
                    <a:pt x="244985" y="68403"/>
                  </a:lnTo>
                  <a:lnTo>
                    <a:pt x="245348" y="69117"/>
                  </a:lnTo>
                  <a:lnTo>
                    <a:pt x="245499" y="69414"/>
                  </a:lnTo>
                  <a:lnTo>
                    <a:pt x="248180" y="74686"/>
                  </a:lnTo>
                  <a:lnTo>
                    <a:pt x="248612" y="75549"/>
                  </a:lnTo>
                  <a:lnTo>
                    <a:pt x="249465" y="75239"/>
                  </a:lnTo>
                  <a:lnTo>
                    <a:pt x="261696" y="70800"/>
                  </a:lnTo>
                  <a:lnTo>
                    <a:pt x="262046" y="70673"/>
                  </a:lnTo>
                  <a:lnTo>
                    <a:pt x="283343" y="62944"/>
                  </a:lnTo>
                  <a:lnTo>
                    <a:pt x="283927" y="62732"/>
                  </a:lnTo>
                  <a:lnTo>
                    <a:pt x="308572" y="53787"/>
                  </a:lnTo>
                  <a:lnTo>
                    <a:pt x="321047" y="49259"/>
                  </a:lnTo>
                  <a:lnTo>
                    <a:pt x="321580" y="49066"/>
                  </a:lnTo>
                  <a:lnTo>
                    <a:pt x="322932" y="52832"/>
                  </a:lnTo>
                  <a:lnTo>
                    <a:pt x="323938" y="55635"/>
                  </a:lnTo>
                  <a:lnTo>
                    <a:pt x="324215" y="56404"/>
                  </a:lnTo>
                  <a:lnTo>
                    <a:pt x="325235" y="59248"/>
                  </a:lnTo>
                  <a:lnTo>
                    <a:pt x="325371" y="59625"/>
                  </a:lnTo>
                  <a:lnTo>
                    <a:pt x="326147" y="61788"/>
                  </a:lnTo>
                  <a:lnTo>
                    <a:pt x="326260" y="62103"/>
                  </a:lnTo>
                  <a:lnTo>
                    <a:pt x="335381" y="87511"/>
                  </a:lnTo>
                  <a:lnTo>
                    <a:pt x="335443" y="87685"/>
                  </a:lnTo>
                  <a:lnTo>
                    <a:pt x="336086" y="87497"/>
                  </a:lnTo>
                  <a:lnTo>
                    <a:pt x="340974" y="101168"/>
                  </a:lnTo>
                  <a:lnTo>
                    <a:pt x="341159" y="101673"/>
                  </a:lnTo>
                  <a:lnTo>
                    <a:pt x="341223" y="101850"/>
                  </a:lnTo>
                  <a:lnTo>
                    <a:pt x="342741" y="106016"/>
                  </a:lnTo>
                  <a:lnTo>
                    <a:pt x="344953" y="112085"/>
                  </a:lnTo>
                  <a:lnTo>
                    <a:pt x="348084" y="120680"/>
                  </a:lnTo>
                  <a:lnTo>
                    <a:pt x="348327" y="121359"/>
                  </a:lnTo>
                  <a:lnTo>
                    <a:pt x="348821" y="122740"/>
                  </a:lnTo>
                  <a:lnTo>
                    <a:pt x="349119" y="123575"/>
                  </a:lnTo>
                  <a:lnTo>
                    <a:pt x="349416" y="124407"/>
                  </a:lnTo>
                  <a:lnTo>
                    <a:pt x="350802" y="128285"/>
                  </a:lnTo>
                  <a:lnTo>
                    <a:pt x="352094" y="134022"/>
                  </a:lnTo>
                  <a:lnTo>
                    <a:pt x="352564" y="137165"/>
                  </a:lnTo>
                  <a:lnTo>
                    <a:pt x="353341" y="142355"/>
                  </a:lnTo>
                  <a:lnTo>
                    <a:pt x="353386" y="146818"/>
                  </a:lnTo>
                  <a:lnTo>
                    <a:pt x="353297" y="149094"/>
                  </a:lnTo>
                  <a:lnTo>
                    <a:pt x="353172" y="152281"/>
                  </a:lnTo>
                  <a:lnTo>
                    <a:pt x="353163" y="152510"/>
                  </a:lnTo>
                  <a:lnTo>
                    <a:pt x="352963" y="154479"/>
                  </a:lnTo>
                  <a:lnTo>
                    <a:pt x="352850" y="155601"/>
                  </a:lnTo>
                  <a:lnTo>
                    <a:pt x="352781" y="156273"/>
                  </a:lnTo>
                  <a:lnTo>
                    <a:pt x="352540" y="158657"/>
                  </a:lnTo>
                  <a:lnTo>
                    <a:pt x="351070" y="165898"/>
                  </a:lnTo>
                  <a:lnTo>
                    <a:pt x="350974" y="166470"/>
                  </a:lnTo>
                  <a:lnTo>
                    <a:pt x="350890" y="166967"/>
                  </a:lnTo>
                  <a:lnTo>
                    <a:pt x="349936" y="172661"/>
                  </a:lnTo>
                  <a:lnTo>
                    <a:pt x="349421" y="175733"/>
                  </a:lnTo>
                  <a:lnTo>
                    <a:pt x="349380" y="176338"/>
                  </a:lnTo>
                  <a:lnTo>
                    <a:pt x="348976" y="182336"/>
                  </a:lnTo>
                  <a:lnTo>
                    <a:pt x="349016" y="182826"/>
                  </a:lnTo>
                  <a:lnTo>
                    <a:pt x="349074" y="183547"/>
                  </a:lnTo>
                  <a:lnTo>
                    <a:pt x="349170" y="184723"/>
                  </a:lnTo>
                  <a:lnTo>
                    <a:pt x="349312" y="185829"/>
                  </a:lnTo>
                  <a:lnTo>
                    <a:pt x="349347" y="186099"/>
                  </a:lnTo>
                  <a:lnTo>
                    <a:pt x="349445" y="186862"/>
                  </a:lnTo>
                  <a:lnTo>
                    <a:pt x="348730" y="187126"/>
                  </a:lnTo>
                  <a:lnTo>
                    <a:pt x="346703" y="187873"/>
                  </a:lnTo>
                  <a:lnTo>
                    <a:pt x="318828" y="198147"/>
                  </a:lnTo>
                  <a:lnTo>
                    <a:pt x="315445" y="199727"/>
                  </a:lnTo>
                  <a:lnTo>
                    <a:pt x="313384" y="200689"/>
                  </a:lnTo>
                  <a:lnTo>
                    <a:pt x="312846" y="200941"/>
                  </a:lnTo>
                  <a:lnTo>
                    <a:pt x="312288" y="201317"/>
                  </a:lnTo>
                  <a:lnTo>
                    <a:pt x="312027" y="201493"/>
                  </a:lnTo>
                  <a:lnTo>
                    <a:pt x="311240" y="202024"/>
                  </a:lnTo>
                  <a:lnTo>
                    <a:pt x="301990" y="208267"/>
                  </a:lnTo>
                  <a:lnTo>
                    <a:pt x="301645" y="208500"/>
                  </a:lnTo>
                  <a:lnTo>
                    <a:pt x="292717" y="214524"/>
                  </a:lnTo>
                  <a:lnTo>
                    <a:pt x="292426" y="214721"/>
                  </a:lnTo>
                  <a:lnTo>
                    <a:pt x="283658" y="220638"/>
                  </a:lnTo>
                  <a:lnTo>
                    <a:pt x="283060" y="221042"/>
                  </a:lnTo>
                  <a:lnTo>
                    <a:pt x="274798" y="226617"/>
                  </a:lnTo>
                  <a:lnTo>
                    <a:pt x="274204" y="227019"/>
                  </a:lnTo>
                  <a:lnTo>
                    <a:pt x="273229" y="227677"/>
                  </a:lnTo>
                  <a:lnTo>
                    <a:pt x="273050" y="227797"/>
                  </a:lnTo>
                  <a:lnTo>
                    <a:pt x="270099" y="229789"/>
                  </a:lnTo>
                  <a:lnTo>
                    <a:pt x="264377" y="233650"/>
                  </a:lnTo>
                  <a:lnTo>
                    <a:pt x="257981" y="237967"/>
                  </a:lnTo>
                  <a:lnTo>
                    <a:pt x="257794" y="238040"/>
                  </a:lnTo>
                  <a:lnTo>
                    <a:pt x="257036" y="238338"/>
                  </a:lnTo>
                  <a:lnTo>
                    <a:pt x="250897" y="240745"/>
                  </a:lnTo>
                  <a:lnTo>
                    <a:pt x="249442" y="241099"/>
                  </a:lnTo>
                  <a:lnTo>
                    <a:pt x="248918" y="241226"/>
                  </a:lnTo>
                  <a:lnTo>
                    <a:pt x="248182" y="241438"/>
                  </a:lnTo>
                  <a:lnTo>
                    <a:pt x="247088" y="241753"/>
                  </a:lnTo>
                  <a:lnTo>
                    <a:pt x="243524" y="242779"/>
                  </a:lnTo>
                  <a:lnTo>
                    <a:pt x="238475" y="243575"/>
                  </a:lnTo>
                  <a:lnTo>
                    <a:pt x="231373" y="244694"/>
                  </a:lnTo>
                  <a:lnTo>
                    <a:pt x="231300" y="243605"/>
                  </a:lnTo>
                  <a:lnTo>
                    <a:pt x="230493" y="231849"/>
                  </a:lnTo>
                  <a:lnTo>
                    <a:pt x="230244" y="228213"/>
                  </a:lnTo>
                  <a:lnTo>
                    <a:pt x="229153" y="222929"/>
                  </a:lnTo>
                  <a:lnTo>
                    <a:pt x="228429" y="219425"/>
                  </a:lnTo>
                  <a:lnTo>
                    <a:pt x="228128" y="217967"/>
                  </a:lnTo>
                  <a:lnTo>
                    <a:pt x="223784" y="206469"/>
                  </a:lnTo>
                  <a:lnTo>
                    <a:pt x="222399" y="204110"/>
                  </a:lnTo>
                  <a:lnTo>
                    <a:pt x="216624" y="194272"/>
                  </a:lnTo>
                  <a:lnTo>
                    <a:pt x="216194" y="193539"/>
                  </a:lnTo>
                  <a:lnTo>
                    <a:pt x="215431" y="192239"/>
                  </a:lnTo>
                  <a:lnTo>
                    <a:pt x="203074" y="172718"/>
                  </a:lnTo>
                  <a:lnTo>
                    <a:pt x="202808" y="172299"/>
                  </a:lnTo>
                  <a:lnTo>
                    <a:pt x="202182" y="171309"/>
                  </a:lnTo>
                  <a:lnTo>
                    <a:pt x="201228" y="169802"/>
                  </a:lnTo>
                  <a:lnTo>
                    <a:pt x="196103" y="161706"/>
                  </a:lnTo>
                  <a:lnTo>
                    <a:pt x="190081" y="152194"/>
                  </a:lnTo>
                  <a:lnTo>
                    <a:pt x="180795" y="137524"/>
                  </a:lnTo>
                  <a:lnTo>
                    <a:pt x="174764" y="127998"/>
                  </a:lnTo>
                  <a:lnTo>
                    <a:pt x="174014" y="126814"/>
                  </a:lnTo>
                  <a:lnTo>
                    <a:pt x="170237" y="129276"/>
                  </a:lnTo>
                  <a:lnTo>
                    <a:pt x="169288" y="129896"/>
                  </a:lnTo>
                  <a:lnTo>
                    <a:pt x="161844" y="134748"/>
                  </a:lnTo>
                  <a:lnTo>
                    <a:pt x="161670" y="134475"/>
                  </a:lnTo>
                  <a:lnTo>
                    <a:pt x="158213" y="136803"/>
                  </a:lnTo>
                  <a:lnTo>
                    <a:pt x="157907" y="137009"/>
                  </a:lnTo>
                  <a:lnTo>
                    <a:pt x="151392" y="141050"/>
                  </a:lnTo>
                  <a:lnTo>
                    <a:pt x="146992" y="143384"/>
                  </a:lnTo>
                  <a:lnTo>
                    <a:pt x="144543" y="144451"/>
                  </a:lnTo>
                  <a:lnTo>
                    <a:pt x="143206" y="145034"/>
                  </a:lnTo>
                  <a:lnTo>
                    <a:pt x="138611" y="145923"/>
                  </a:lnTo>
                  <a:lnTo>
                    <a:pt x="131550" y="145886"/>
                  </a:lnTo>
                  <a:lnTo>
                    <a:pt x="124318" y="144787"/>
                  </a:lnTo>
                  <a:lnTo>
                    <a:pt x="124112" y="144756"/>
                  </a:lnTo>
                  <a:lnTo>
                    <a:pt x="112787" y="143036"/>
                  </a:lnTo>
                  <a:lnTo>
                    <a:pt x="111300" y="142843"/>
                  </a:lnTo>
                  <a:lnTo>
                    <a:pt x="108752" y="143025"/>
                  </a:lnTo>
                  <a:lnTo>
                    <a:pt x="106578" y="143590"/>
                  </a:lnTo>
                  <a:lnTo>
                    <a:pt x="104279" y="144956"/>
                  </a:lnTo>
                  <a:lnTo>
                    <a:pt x="102818" y="146650"/>
                  </a:lnTo>
                  <a:lnTo>
                    <a:pt x="102391" y="147578"/>
                  </a:lnTo>
                  <a:lnTo>
                    <a:pt x="102008" y="141790"/>
                  </a:lnTo>
                  <a:lnTo>
                    <a:pt x="100895" y="137009"/>
                  </a:lnTo>
                  <a:lnTo>
                    <a:pt x="99894" y="133946"/>
                  </a:lnTo>
                  <a:lnTo>
                    <a:pt x="89688" y="111501"/>
                  </a:lnTo>
                  <a:lnTo>
                    <a:pt x="84755" y="100654"/>
                  </a:lnTo>
                  <a:lnTo>
                    <a:pt x="83760" y="98465"/>
                  </a:lnTo>
                  <a:lnTo>
                    <a:pt x="82728" y="96404"/>
                  </a:lnTo>
                  <a:lnTo>
                    <a:pt x="53323" y="110630"/>
                  </a:lnTo>
                  <a:lnTo>
                    <a:pt x="52905" y="110832"/>
                  </a:lnTo>
                  <a:lnTo>
                    <a:pt x="52748" y="110900"/>
                  </a:lnTo>
                  <a:lnTo>
                    <a:pt x="45874" y="113892"/>
                  </a:lnTo>
                  <a:lnTo>
                    <a:pt x="42881" y="114745"/>
                  </a:lnTo>
                  <a:lnTo>
                    <a:pt x="40375" y="115030"/>
                  </a:lnTo>
                  <a:lnTo>
                    <a:pt x="35642" y="114817"/>
                  </a:lnTo>
                  <a:lnTo>
                    <a:pt x="30867" y="113066"/>
                  </a:lnTo>
                  <a:lnTo>
                    <a:pt x="28681" y="111615"/>
                  </a:lnTo>
                  <a:lnTo>
                    <a:pt x="25131" y="108626"/>
                  </a:lnTo>
                  <a:lnTo>
                    <a:pt x="23246" y="105585"/>
                  </a:lnTo>
                  <a:lnTo>
                    <a:pt x="20781" y="99795"/>
                  </a:lnTo>
                  <a:lnTo>
                    <a:pt x="18223" y="100602"/>
                  </a:lnTo>
                  <a:lnTo>
                    <a:pt x="17006" y="96778"/>
                  </a:lnTo>
                  <a:lnTo>
                    <a:pt x="11369" y="79053"/>
                  </a:lnTo>
                  <a:lnTo>
                    <a:pt x="3575" y="54549"/>
                  </a:lnTo>
                  <a:lnTo>
                    <a:pt x="0" y="43308"/>
                  </a:lnTo>
                  <a:lnTo>
                    <a:pt x="1291" y="42880"/>
                  </a:lnTo>
                  <a:lnTo>
                    <a:pt x="14233" y="38590"/>
                  </a:lnTo>
                  <a:lnTo>
                    <a:pt x="14425" y="38526"/>
                  </a:lnTo>
                  <a:lnTo>
                    <a:pt x="26515" y="34519"/>
                  </a:lnTo>
                  <a:lnTo>
                    <a:pt x="38731" y="30469"/>
                  </a:lnTo>
                  <a:lnTo>
                    <a:pt x="48576" y="27205"/>
                  </a:lnTo>
                  <a:lnTo>
                    <a:pt x="49500" y="26663"/>
                  </a:lnTo>
                  <a:lnTo>
                    <a:pt x="51514" y="25483"/>
                  </a:lnTo>
                  <a:lnTo>
                    <a:pt x="57441" y="22008"/>
                  </a:lnTo>
                  <a:lnTo>
                    <a:pt x="59506" y="20797"/>
                  </a:lnTo>
                  <a:lnTo>
                    <a:pt x="72259" y="13320"/>
                  </a:lnTo>
                  <a:lnTo>
                    <a:pt x="78378" y="9732"/>
                  </a:lnTo>
                  <a:lnTo>
                    <a:pt x="78559" y="9626"/>
                  </a:lnTo>
                  <a:lnTo>
                    <a:pt x="85240" y="5709"/>
                  </a:lnTo>
                  <a:lnTo>
                    <a:pt x="93790" y="696"/>
                  </a:lnTo>
                  <a:lnTo>
                    <a:pt x="94978" y="0"/>
                  </a:lnTo>
                  <a:lnTo>
                    <a:pt x="102381" y="12037"/>
                  </a:lnTo>
                  <a:lnTo>
                    <a:pt x="109524" y="23653"/>
                  </a:lnTo>
                  <a:lnTo>
                    <a:pt x="121145" y="42551"/>
                  </a:lnTo>
                  <a:lnTo>
                    <a:pt x="131821" y="599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9440" y="4821539"/>
              <a:ext cx="265673" cy="162125"/>
            </a:xfrm>
            <a:custGeom>
              <a:avLst/>
              <a:pathLst>
                <a:path w="265673" h="162125">
                  <a:moveTo>
                    <a:pt x="264024" y="58104"/>
                  </a:moveTo>
                  <a:lnTo>
                    <a:pt x="264491" y="59202"/>
                  </a:lnTo>
                  <a:lnTo>
                    <a:pt x="265307" y="61124"/>
                  </a:lnTo>
                  <a:lnTo>
                    <a:pt x="265673" y="62101"/>
                  </a:lnTo>
                  <a:lnTo>
                    <a:pt x="263204" y="62601"/>
                  </a:lnTo>
                  <a:lnTo>
                    <a:pt x="262470" y="62750"/>
                  </a:lnTo>
                  <a:lnTo>
                    <a:pt x="254219" y="65815"/>
                  </a:lnTo>
                  <a:lnTo>
                    <a:pt x="253877" y="65942"/>
                  </a:lnTo>
                  <a:lnTo>
                    <a:pt x="253358" y="66135"/>
                  </a:lnTo>
                  <a:lnTo>
                    <a:pt x="251971" y="66650"/>
                  </a:lnTo>
                  <a:lnTo>
                    <a:pt x="249928" y="67409"/>
                  </a:lnTo>
                  <a:lnTo>
                    <a:pt x="249396" y="67607"/>
                  </a:lnTo>
                  <a:lnTo>
                    <a:pt x="243761" y="69700"/>
                  </a:lnTo>
                  <a:lnTo>
                    <a:pt x="243198" y="69909"/>
                  </a:lnTo>
                  <a:lnTo>
                    <a:pt x="242728" y="70085"/>
                  </a:lnTo>
                  <a:lnTo>
                    <a:pt x="242319" y="70239"/>
                  </a:lnTo>
                  <a:lnTo>
                    <a:pt x="241934" y="70385"/>
                  </a:lnTo>
                  <a:lnTo>
                    <a:pt x="240765" y="70828"/>
                  </a:lnTo>
                  <a:lnTo>
                    <a:pt x="239923" y="71147"/>
                  </a:lnTo>
                  <a:lnTo>
                    <a:pt x="239618" y="71263"/>
                  </a:lnTo>
                  <a:lnTo>
                    <a:pt x="231158" y="74467"/>
                  </a:lnTo>
                  <a:lnTo>
                    <a:pt x="230891" y="74568"/>
                  </a:lnTo>
                  <a:lnTo>
                    <a:pt x="230571" y="74689"/>
                  </a:lnTo>
                  <a:lnTo>
                    <a:pt x="227406" y="75888"/>
                  </a:lnTo>
                  <a:lnTo>
                    <a:pt x="220628" y="78455"/>
                  </a:lnTo>
                  <a:lnTo>
                    <a:pt x="217353" y="79696"/>
                  </a:lnTo>
                  <a:lnTo>
                    <a:pt x="217017" y="79823"/>
                  </a:lnTo>
                  <a:lnTo>
                    <a:pt x="217783" y="81796"/>
                  </a:lnTo>
                  <a:lnTo>
                    <a:pt x="222047" y="92772"/>
                  </a:lnTo>
                  <a:lnTo>
                    <a:pt x="232849" y="122865"/>
                  </a:lnTo>
                  <a:lnTo>
                    <a:pt x="233067" y="123472"/>
                  </a:lnTo>
                  <a:lnTo>
                    <a:pt x="237436" y="135642"/>
                  </a:lnTo>
                  <a:lnTo>
                    <a:pt x="236903" y="135836"/>
                  </a:lnTo>
                  <a:lnTo>
                    <a:pt x="224427" y="140364"/>
                  </a:lnTo>
                  <a:lnTo>
                    <a:pt x="199782" y="149308"/>
                  </a:lnTo>
                  <a:lnTo>
                    <a:pt x="199198" y="149520"/>
                  </a:lnTo>
                  <a:lnTo>
                    <a:pt x="177901" y="157250"/>
                  </a:lnTo>
                  <a:lnTo>
                    <a:pt x="177551" y="157377"/>
                  </a:lnTo>
                  <a:lnTo>
                    <a:pt x="165218" y="161853"/>
                  </a:lnTo>
                  <a:lnTo>
                    <a:pt x="164467" y="162125"/>
                  </a:lnTo>
                  <a:lnTo>
                    <a:pt x="164035" y="161262"/>
                  </a:lnTo>
                  <a:lnTo>
                    <a:pt x="161354" y="155991"/>
                  </a:lnTo>
                  <a:lnTo>
                    <a:pt x="161203" y="155694"/>
                  </a:lnTo>
                  <a:lnTo>
                    <a:pt x="160840" y="154980"/>
                  </a:lnTo>
                  <a:lnTo>
                    <a:pt x="160634" y="154574"/>
                  </a:lnTo>
                  <a:lnTo>
                    <a:pt x="159343" y="152036"/>
                  </a:lnTo>
                  <a:lnTo>
                    <a:pt x="159016" y="151393"/>
                  </a:lnTo>
                  <a:lnTo>
                    <a:pt x="158669" y="150710"/>
                  </a:lnTo>
                  <a:lnTo>
                    <a:pt x="150849" y="135334"/>
                  </a:lnTo>
                  <a:lnTo>
                    <a:pt x="149936" y="133540"/>
                  </a:lnTo>
                  <a:lnTo>
                    <a:pt x="139325" y="112560"/>
                  </a:lnTo>
                  <a:lnTo>
                    <a:pt x="138987" y="111893"/>
                  </a:lnTo>
                  <a:lnTo>
                    <a:pt x="137783" y="109511"/>
                  </a:lnTo>
                  <a:lnTo>
                    <a:pt x="136072" y="110496"/>
                  </a:lnTo>
                  <a:lnTo>
                    <a:pt x="134426" y="111444"/>
                  </a:lnTo>
                  <a:lnTo>
                    <a:pt x="133029" y="112248"/>
                  </a:lnTo>
                  <a:lnTo>
                    <a:pt x="124609" y="117097"/>
                  </a:lnTo>
                  <a:lnTo>
                    <a:pt x="123552" y="117734"/>
                  </a:lnTo>
                  <a:lnTo>
                    <a:pt x="110137" y="125829"/>
                  </a:lnTo>
                  <a:lnTo>
                    <a:pt x="102626" y="130362"/>
                  </a:lnTo>
                  <a:lnTo>
                    <a:pt x="98725" y="132716"/>
                  </a:lnTo>
                  <a:lnTo>
                    <a:pt x="97202" y="133671"/>
                  </a:lnTo>
                  <a:lnTo>
                    <a:pt x="87633" y="139675"/>
                  </a:lnTo>
                  <a:lnTo>
                    <a:pt x="85227" y="141185"/>
                  </a:lnTo>
                  <a:lnTo>
                    <a:pt x="84685" y="141512"/>
                  </a:lnTo>
                  <a:lnTo>
                    <a:pt x="72201" y="149028"/>
                  </a:lnTo>
                  <a:lnTo>
                    <a:pt x="71368" y="149524"/>
                  </a:lnTo>
                  <a:lnTo>
                    <a:pt x="70165" y="150187"/>
                  </a:lnTo>
                  <a:lnTo>
                    <a:pt x="60046" y="155769"/>
                  </a:lnTo>
                  <a:lnTo>
                    <a:pt x="55081" y="158507"/>
                  </a:lnTo>
                  <a:lnTo>
                    <a:pt x="54685" y="157885"/>
                  </a:lnTo>
                  <a:lnTo>
                    <a:pt x="47677" y="146489"/>
                  </a:lnTo>
                  <a:lnTo>
                    <a:pt x="37000" y="129127"/>
                  </a:lnTo>
                  <a:lnTo>
                    <a:pt x="25379" y="110229"/>
                  </a:lnTo>
                  <a:lnTo>
                    <a:pt x="18236" y="98614"/>
                  </a:lnTo>
                  <a:lnTo>
                    <a:pt x="10834" y="86576"/>
                  </a:lnTo>
                  <a:lnTo>
                    <a:pt x="9645" y="87273"/>
                  </a:lnTo>
                  <a:lnTo>
                    <a:pt x="9117" y="86221"/>
                  </a:lnTo>
                  <a:lnTo>
                    <a:pt x="7058" y="82118"/>
                  </a:lnTo>
                  <a:lnTo>
                    <a:pt x="6552" y="81110"/>
                  </a:lnTo>
                  <a:lnTo>
                    <a:pt x="3992" y="76011"/>
                  </a:lnTo>
                  <a:lnTo>
                    <a:pt x="2756" y="72835"/>
                  </a:lnTo>
                  <a:lnTo>
                    <a:pt x="2665" y="72547"/>
                  </a:lnTo>
                  <a:lnTo>
                    <a:pt x="1245" y="68069"/>
                  </a:lnTo>
                  <a:lnTo>
                    <a:pt x="785" y="66619"/>
                  </a:lnTo>
                  <a:lnTo>
                    <a:pt x="83" y="63941"/>
                  </a:lnTo>
                  <a:lnTo>
                    <a:pt x="0" y="63623"/>
                  </a:lnTo>
                  <a:lnTo>
                    <a:pt x="658" y="63466"/>
                  </a:lnTo>
                  <a:lnTo>
                    <a:pt x="3608" y="62761"/>
                  </a:lnTo>
                  <a:lnTo>
                    <a:pt x="5456" y="62320"/>
                  </a:lnTo>
                  <a:lnTo>
                    <a:pt x="6126" y="62160"/>
                  </a:lnTo>
                  <a:lnTo>
                    <a:pt x="18166" y="59285"/>
                  </a:lnTo>
                  <a:lnTo>
                    <a:pt x="18727" y="59122"/>
                  </a:lnTo>
                  <a:lnTo>
                    <a:pt x="22210" y="58107"/>
                  </a:lnTo>
                  <a:lnTo>
                    <a:pt x="30729" y="55624"/>
                  </a:lnTo>
                  <a:lnTo>
                    <a:pt x="39544" y="53256"/>
                  </a:lnTo>
                  <a:lnTo>
                    <a:pt x="40978" y="52870"/>
                  </a:lnTo>
                  <a:lnTo>
                    <a:pt x="45232" y="51727"/>
                  </a:lnTo>
                  <a:lnTo>
                    <a:pt x="48317" y="50898"/>
                  </a:lnTo>
                  <a:lnTo>
                    <a:pt x="49796" y="50512"/>
                  </a:lnTo>
                  <a:lnTo>
                    <a:pt x="62402" y="47228"/>
                  </a:lnTo>
                  <a:lnTo>
                    <a:pt x="65517" y="46417"/>
                  </a:lnTo>
                  <a:lnTo>
                    <a:pt x="66143" y="46254"/>
                  </a:lnTo>
                  <a:lnTo>
                    <a:pt x="79128" y="38255"/>
                  </a:lnTo>
                  <a:lnTo>
                    <a:pt x="79965" y="37739"/>
                  </a:lnTo>
                  <a:lnTo>
                    <a:pt x="90109" y="31631"/>
                  </a:lnTo>
                  <a:lnTo>
                    <a:pt x="90534" y="31375"/>
                  </a:lnTo>
                  <a:lnTo>
                    <a:pt x="91101" y="31034"/>
                  </a:lnTo>
                  <a:lnTo>
                    <a:pt x="92806" y="33831"/>
                  </a:lnTo>
                  <a:lnTo>
                    <a:pt x="93758" y="35393"/>
                  </a:lnTo>
                  <a:lnTo>
                    <a:pt x="94030" y="35839"/>
                  </a:lnTo>
                  <a:lnTo>
                    <a:pt x="94923" y="37304"/>
                  </a:lnTo>
                  <a:lnTo>
                    <a:pt x="95251" y="37842"/>
                  </a:lnTo>
                  <a:lnTo>
                    <a:pt x="95617" y="38442"/>
                  </a:lnTo>
                  <a:lnTo>
                    <a:pt x="95918" y="38936"/>
                  </a:lnTo>
                  <a:lnTo>
                    <a:pt x="96039" y="39132"/>
                  </a:lnTo>
                  <a:lnTo>
                    <a:pt x="96484" y="39854"/>
                  </a:lnTo>
                  <a:lnTo>
                    <a:pt x="97130" y="40901"/>
                  </a:lnTo>
                  <a:lnTo>
                    <a:pt x="97489" y="41484"/>
                  </a:lnTo>
                  <a:lnTo>
                    <a:pt x="97664" y="41766"/>
                  </a:lnTo>
                  <a:lnTo>
                    <a:pt x="99377" y="44544"/>
                  </a:lnTo>
                  <a:lnTo>
                    <a:pt x="99890" y="45376"/>
                  </a:lnTo>
                  <a:lnTo>
                    <a:pt x="101505" y="47993"/>
                  </a:lnTo>
                  <a:lnTo>
                    <a:pt x="101708" y="48323"/>
                  </a:lnTo>
                  <a:lnTo>
                    <a:pt x="101833" y="48526"/>
                  </a:lnTo>
                  <a:lnTo>
                    <a:pt x="107451" y="57173"/>
                  </a:lnTo>
                  <a:lnTo>
                    <a:pt x="108179" y="58293"/>
                  </a:lnTo>
                  <a:lnTo>
                    <a:pt x="118544" y="51767"/>
                  </a:lnTo>
                  <a:lnTo>
                    <a:pt x="118910" y="51542"/>
                  </a:lnTo>
                  <a:lnTo>
                    <a:pt x="128172" y="45847"/>
                  </a:lnTo>
                  <a:lnTo>
                    <a:pt x="135446" y="41374"/>
                  </a:lnTo>
                  <a:lnTo>
                    <a:pt x="135596" y="41281"/>
                  </a:lnTo>
                  <a:lnTo>
                    <a:pt x="136827" y="40525"/>
                  </a:lnTo>
                  <a:lnTo>
                    <a:pt x="141693" y="37532"/>
                  </a:lnTo>
                  <a:lnTo>
                    <a:pt x="148647" y="33256"/>
                  </a:lnTo>
                  <a:lnTo>
                    <a:pt x="151045" y="32356"/>
                  </a:lnTo>
                  <a:lnTo>
                    <a:pt x="156461" y="30324"/>
                  </a:lnTo>
                  <a:lnTo>
                    <a:pt x="156625" y="30262"/>
                  </a:lnTo>
                  <a:lnTo>
                    <a:pt x="157338" y="29994"/>
                  </a:lnTo>
                  <a:lnTo>
                    <a:pt x="159917" y="29026"/>
                  </a:lnTo>
                  <a:lnTo>
                    <a:pt x="160466" y="28820"/>
                  </a:lnTo>
                  <a:lnTo>
                    <a:pt x="170674" y="24989"/>
                  </a:lnTo>
                  <a:lnTo>
                    <a:pt x="181031" y="21103"/>
                  </a:lnTo>
                  <a:lnTo>
                    <a:pt x="181215" y="21034"/>
                  </a:lnTo>
                  <a:lnTo>
                    <a:pt x="181781" y="20821"/>
                  </a:lnTo>
                  <a:lnTo>
                    <a:pt x="193553" y="16403"/>
                  </a:lnTo>
                  <a:lnTo>
                    <a:pt x="193983" y="16249"/>
                  </a:lnTo>
                  <a:lnTo>
                    <a:pt x="194136" y="16194"/>
                  </a:lnTo>
                  <a:lnTo>
                    <a:pt x="196319" y="15409"/>
                  </a:lnTo>
                  <a:lnTo>
                    <a:pt x="207685" y="11321"/>
                  </a:lnTo>
                  <a:lnTo>
                    <a:pt x="217788" y="7689"/>
                  </a:lnTo>
                  <a:lnTo>
                    <a:pt x="230002" y="3296"/>
                  </a:lnTo>
                  <a:lnTo>
                    <a:pt x="238722" y="161"/>
                  </a:lnTo>
                  <a:lnTo>
                    <a:pt x="239170" y="0"/>
                  </a:lnTo>
                  <a:lnTo>
                    <a:pt x="239647" y="846"/>
                  </a:lnTo>
                  <a:lnTo>
                    <a:pt x="244449" y="9372"/>
                  </a:lnTo>
                  <a:lnTo>
                    <a:pt x="244538" y="9593"/>
                  </a:lnTo>
                  <a:lnTo>
                    <a:pt x="250198" y="23684"/>
                  </a:lnTo>
                  <a:lnTo>
                    <a:pt x="259917" y="47879"/>
                  </a:lnTo>
                  <a:lnTo>
                    <a:pt x="260225" y="48645"/>
                  </a:lnTo>
                  <a:lnTo>
                    <a:pt x="262048" y="531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566892" y="5130493"/>
              <a:ext cx="236355" cy="256929"/>
            </a:xfrm>
            <a:custGeom>
              <a:avLst/>
              <a:pathLst>
                <a:path w="236355" h="256929">
                  <a:moveTo>
                    <a:pt x="236269" y="143333"/>
                  </a:moveTo>
                  <a:lnTo>
                    <a:pt x="232888" y="151444"/>
                  </a:lnTo>
                  <a:lnTo>
                    <a:pt x="218075" y="148825"/>
                  </a:lnTo>
                  <a:lnTo>
                    <a:pt x="207494" y="169544"/>
                  </a:lnTo>
                  <a:lnTo>
                    <a:pt x="206937" y="175009"/>
                  </a:lnTo>
                  <a:lnTo>
                    <a:pt x="200478" y="184913"/>
                  </a:lnTo>
                  <a:lnTo>
                    <a:pt x="190788" y="201420"/>
                  </a:lnTo>
                  <a:lnTo>
                    <a:pt x="174973" y="218040"/>
                  </a:lnTo>
                  <a:lnTo>
                    <a:pt x="164058" y="220203"/>
                  </a:lnTo>
                  <a:lnTo>
                    <a:pt x="153144" y="221228"/>
                  </a:lnTo>
                  <a:lnTo>
                    <a:pt x="158935" y="229538"/>
                  </a:lnTo>
                  <a:lnTo>
                    <a:pt x="151473" y="235344"/>
                  </a:lnTo>
                  <a:lnTo>
                    <a:pt x="167288" y="238190"/>
                  </a:lnTo>
                  <a:lnTo>
                    <a:pt x="171536" y="243881"/>
                  </a:lnTo>
                  <a:lnTo>
                    <a:pt x="171014" y="244291"/>
                  </a:lnTo>
                  <a:lnTo>
                    <a:pt x="168680" y="246127"/>
                  </a:lnTo>
                  <a:lnTo>
                    <a:pt x="166575" y="247783"/>
                  </a:lnTo>
                  <a:lnTo>
                    <a:pt x="161016" y="251936"/>
                  </a:lnTo>
                  <a:lnTo>
                    <a:pt x="160775" y="252387"/>
                  </a:lnTo>
                  <a:lnTo>
                    <a:pt x="158263" y="249299"/>
                  </a:lnTo>
                  <a:lnTo>
                    <a:pt x="157690" y="248904"/>
                  </a:lnTo>
                  <a:lnTo>
                    <a:pt x="156716" y="248230"/>
                  </a:lnTo>
                  <a:lnTo>
                    <a:pt x="154372" y="246610"/>
                  </a:lnTo>
                  <a:lnTo>
                    <a:pt x="153888" y="246275"/>
                  </a:lnTo>
                  <a:lnTo>
                    <a:pt x="153638" y="246103"/>
                  </a:lnTo>
                  <a:lnTo>
                    <a:pt x="152457" y="245710"/>
                  </a:lnTo>
                  <a:lnTo>
                    <a:pt x="149811" y="244830"/>
                  </a:lnTo>
                  <a:lnTo>
                    <a:pt x="143674" y="243511"/>
                  </a:lnTo>
                  <a:lnTo>
                    <a:pt x="140688" y="243452"/>
                  </a:lnTo>
                  <a:lnTo>
                    <a:pt x="139646" y="243815"/>
                  </a:lnTo>
                  <a:lnTo>
                    <a:pt x="137467" y="244573"/>
                  </a:lnTo>
                  <a:lnTo>
                    <a:pt x="134821" y="245338"/>
                  </a:lnTo>
                  <a:lnTo>
                    <a:pt x="133114" y="245054"/>
                  </a:lnTo>
                  <a:lnTo>
                    <a:pt x="124636" y="243644"/>
                  </a:lnTo>
                  <a:lnTo>
                    <a:pt x="122679" y="243471"/>
                  </a:lnTo>
                  <a:lnTo>
                    <a:pt x="122656" y="243826"/>
                  </a:lnTo>
                  <a:lnTo>
                    <a:pt x="122090" y="252518"/>
                  </a:lnTo>
                  <a:lnTo>
                    <a:pt x="122040" y="253285"/>
                  </a:lnTo>
                  <a:lnTo>
                    <a:pt x="114571" y="253195"/>
                  </a:lnTo>
                  <a:lnTo>
                    <a:pt x="103656" y="253742"/>
                  </a:lnTo>
                  <a:lnTo>
                    <a:pt x="97787" y="254682"/>
                  </a:lnTo>
                  <a:lnTo>
                    <a:pt x="89692" y="255979"/>
                  </a:lnTo>
                  <a:lnTo>
                    <a:pt x="89445" y="256019"/>
                  </a:lnTo>
                  <a:lnTo>
                    <a:pt x="82867" y="256489"/>
                  </a:lnTo>
                  <a:lnTo>
                    <a:pt x="76704" y="256929"/>
                  </a:lnTo>
                  <a:lnTo>
                    <a:pt x="67749" y="256929"/>
                  </a:lnTo>
                  <a:lnTo>
                    <a:pt x="57932" y="256363"/>
                  </a:lnTo>
                  <a:lnTo>
                    <a:pt x="55899" y="256246"/>
                  </a:lnTo>
                  <a:lnTo>
                    <a:pt x="55665" y="256221"/>
                  </a:lnTo>
                  <a:lnTo>
                    <a:pt x="44895" y="255062"/>
                  </a:lnTo>
                  <a:lnTo>
                    <a:pt x="34916" y="252740"/>
                  </a:lnTo>
                  <a:lnTo>
                    <a:pt x="29526" y="251146"/>
                  </a:lnTo>
                  <a:lnTo>
                    <a:pt x="29311" y="251087"/>
                  </a:lnTo>
                  <a:lnTo>
                    <a:pt x="23398" y="249454"/>
                  </a:lnTo>
                  <a:lnTo>
                    <a:pt x="21284" y="248869"/>
                  </a:lnTo>
                  <a:lnTo>
                    <a:pt x="0" y="240833"/>
                  </a:lnTo>
                  <a:lnTo>
                    <a:pt x="369" y="240081"/>
                  </a:lnTo>
                  <a:lnTo>
                    <a:pt x="2127" y="236504"/>
                  </a:lnTo>
                  <a:lnTo>
                    <a:pt x="10549" y="216724"/>
                  </a:lnTo>
                  <a:lnTo>
                    <a:pt x="13473" y="206620"/>
                  </a:lnTo>
                  <a:lnTo>
                    <a:pt x="16995" y="191323"/>
                  </a:lnTo>
                  <a:lnTo>
                    <a:pt x="18652" y="184122"/>
                  </a:lnTo>
                  <a:lnTo>
                    <a:pt x="18861" y="183217"/>
                  </a:lnTo>
                  <a:lnTo>
                    <a:pt x="18923" y="182927"/>
                  </a:lnTo>
                  <a:lnTo>
                    <a:pt x="21299" y="171958"/>
                  </a:lnTo>
                  <a:lnTo>
                    <a:pt x="26579" y="147570"/>
                  </a:lnTo>
                  <a:lnTo>
                    <a:pt x="29831" y="132553"/>
                  </a:lnTo>
                  <a:lnTo>
                    <a:pt x="30070" y="131719"/>
                  </a:lnTo>
                  <a:lnTo>
                    <a:pt x="30611" y="129829"/>
                  </a:lnTo>
                  <a:lnTo>
                    <a:pt x="34453" y="116406"/>
                  </a:lnTo>
                  <a:lnTo>
                    <a:pt x="37725" y="110358"/>
                  </a:lnTo>
                  <a:lnTo>
                    <a:pt x="41293" y="106205"/>
                  </a:lnTo>
                  <a:lnTo>
                    <a:pt x="41856" y="105549"/>
                  </a:lnTo>
                  <a:lnTo>
                    <a:pt x="42737" y="104524"/>
                  </a:lnTo>
                  <a:lnTo>
                    <a:pt x="45756" y="102034"/>
                  </a:lnTo>
                  <a:lnTo>
                    <a:pt x="52327" y="97279"/>
                  </a:lnTo>
                  <a:lnTo>
                    <a:pt x="55124" y="95254"/>
                  </a:lnTo>
                  <a:lnTo>
                    <a:pt x="55521" y="94967"/>
                  </a:lnTo>
                  <a:lnTo>
                    <a:pt x="56429" y="93793"/>
                  </a:lnTo>
                  <a:lnTo>
                    <a:pt x="57410" y="92526"/>
                  </a:lnTo>
                  <a:lnTo>
                    <a:pt x="57850" y="91230"/>
                  </a:lnTo>
                  <a:lnTo>
                    <a:pt x="58032" y="90693"/>
                  </a:lnTo>
                  <a:lnTo>
                    <a:pt x="58265" y="90006"/>
                  </a:lnTo>
                  <a:lnTo>
                    <a:pt x="66725" y="84093"/>
                  </a:lnTo>
                  <a:lnTo>
                    <a:pt x="67125" y="83813"/>
                  </a:lnTo>
                  <a:lnTo>
                    <a:pt x="86602" y="70200"/>
                  </a:lnTo>
                  <a:lnTo>
                    <a:pt x="103722" y="58234"/>
                  </a:lnTo>
                  <a:lnTo>
                    <a:pt x="104014" y="58030"/>
                  </a:lnTo>
                  <a:lnTo>
                    <a:pt x="104308" y="57825"/>
                  </a:lnTo>
                  <a:lnTo>
                    <a:pt x="105872" y="56782"/>
                  </a:lnTo>
                  <a:lnTo>
                    <a:pt x="108215" y="54962"/>
                  </a:lnTo>
                  <a:lnTo>
                    <a:pt x="109352" y="54078"/>
                  </a:lnTo>
                  <a:lnTo>
                    <a:pt x="110801" y="52167"/>
                  </a:lnTo>
                  <a:lnTo>
                    <a:pt x="115179" y="46392"/>
                  </a:lnTo>
                  <a:lnTo>
                    <a:pt x="115339" y="46181"/>
                  </a:lnTo>
                  <a:lnTo>
                    <a:pt x="119367" y="38536"/>
                  </a:lnTo>
                  <a:lnTo>
                    <a:pt x="119543" y="38203"/>
                  </a:lnTo>
                  <a:lnTo>
                    <a:pt x="120029" y="37280"/>
                  </a:lnTo>
                  <a:lnTo>
                    <a:pt x="120708" y="35993"/>
                  </a:lnTo>
                  <a:lnTo>
                    <a:pt x="121415" y="34704"/>
                  </a:lnTo>
                  <a:lnTo>
                    <a:pt x="121669" y="34240"/>
                  </a:lnTo>
                  <a:lnTo>
                    <a:pt x="123454" y="30988"/>
                  </a:lnTo>
                  <a:lnTo>
                    <a:pt x="124597" y="28904"/>
                  </a:lnTo>
                  <a:lnTo>
                    <a:pt x="127270" y="24970"/>
                  </a:lnTo>
                  <a:lnTo>
                    <a:pt x="131333" y="20599"/>
                  </a:lnTo>
                  <a:lnTo>
                    <a:pt x="139112" y="14385"/>
                  </a:lnTo>
                  <a:lnTo>
                    <a:pt x="151220" y="6661"/>
                  </a:lnTo>
                  <a:lnTo>
                    <a:pt x="160418" y="795"/>
                  </a:lnTo>
                  <a:lnTo>
                    <a:pt x="161665" y="0"/>
                  </a:lnTo>
                  <a:lnTo>
                    <a:pt x="162867" y="1896"/>
                  </a:lnTo>
                  <a:lnTo>
                    <a:pt x="168135" y="10201"/>
                  </a:lnTo>
                  <a:lnTo>
                    <a:pt x="168678" y="11032"/>
                  </a:lnTo>
                  <a:lnTo>
                    <a:pt x="172134" y="16317"/>
                  </a:lnTo>
                  <a:lnTo>
                    <a:pt x="174339" y="19689"/>
                  </a:lnTo>
                  <a:lnTo>
                    <a:pt x="174836" y="20447"/>
                  </a:lnTo>
                  <a:lnTo>
                    <a:pt x="180291" y="28790"/>
                  </a:lnTo>
                  <a:lnTo>
                    <a:pt x="180917" y="29746"/>
                  </a:lnTo>
                  <a:lnTo>
                    <a:pt x="186108" y="37607"/>
                  </a:lnTo>
                  <a:lnTo>
                    <a:pt x="186665" y="38451"/>
                  </a:lnTo>
                  <a:lnTo>
                    <a:pt x="187249" y="39336"/>
                  </a:lnTo>
                  <a:lnTo>
                    <a:pt x="195855" y="43684"/>
                  </a:lnTo>
                  <a:lnTo>
                    <a:pt x="206011" y="48817"/>
                  </a:lnTo>
                  <a:lnTo>
                    <a:pt x="217096" y="54418"/>
                  </a:lnTo>
                  <a:lnTo>
                    <a:pt x="216509" y="55609"/>
                  </a:lnTo>
                  <a:lnTo>
                    <a:pt x="212580" y="63571"/>
                  </a:lnTo>
                  <a:lnTo>
                    <a:pt x="209877" y="69048"/>
                  </a:lnTo>
                  <a:lnTo>
                    <a:pt x="206748" y="75388"/>
                  </a:lnTo>
                  <a:lnTo>
                    <a:pt x="206134" y="76634"/>
                  </a:lnTo>
                  <a:lnTo>
                    <a:pt x="205499" y="77921"/>
                  </a:lnTo>
                  <a:lnTo>
                    <a:pt x="205224" y="78478"/>
                  </a:lnTo>
                  <a:lnTo>
                    <a:pt x="204831" y="79274"/>
                  </a:lnTo>
                  <a:lnTo>
                    <a:pt x="204169" y="80615"/>
                  </a:lnTo>
                  <a:lnTo>
                    <a:pt x="199100" y="90887"/>
                  </a:lnTo>
                  <a:lnTo>
                    <a:pt x="198755" y="91586"/>
                  </a:lnTo>
                  <a:lnTo>
                    <a:pt x="196062" y="97045"/>
                  </a:lnTo>
                  <a:lnTo>
                    <a:pt x="195821" y="97528"/>
                  </a:lnTo>
                  <a:lnTo>
                    <a:pt x="196424" y="97813"/>
                  </a:lnTo>
                  <a:lnTo>
                    <a:pt x="203255" y="101035"/>
                  </a:lnTo>
                  <a:lnTo>
                    <a:pt x="211175" y="104771"/>
                  </a:lnTo>
                  <a:lnTo>
                    <a:pt x="215852" y="106977"/>
                  </a:lnTo>
                  <a:lnTo>
                    <a:pt x="216187" y="107131"/>
                  </a:lnTo>
                  <a:lnTo>
                    <a:pt x="220725" y="108965"/>
                  </a:lnTo>
                  <a:lnTo>
                    <a:pt x="223314" y="109664"/>
                  </a:lnTo>
                  <a:lnTo>
                    <a:pt x="232123" y="118901"/>
                  </a:lnTo>
                  <a:lnTo>
                    <a:pt x="226554" y="132926"/>
                  </a:lnTo>
                  <a:lnTo>
                    <a:pt x="232256" y="140440"/>
                  </a:lnTo>
                  <a:lnTo>
                    <a:pt x="236355" y="1431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170883" y="5234503"/>
              <a:ext cx="425840" cy="250338"/>
            </a:xfrm>
            <a:custGeom>
              <a:avLst/>
              <a:pathLst>
                <a:path w="425840" h="250338">
                  <a:moveTo>
                    <a:pt x="356640" y="5054"/>
                  </a:moveTo>
                  <a:lnTo>
                    <a:pt x="369292" y="12795"/>
                  </a:lnTo>
                  <a:lnTo>
                    <a:pt x="373244" y="14321"/>
                  </a:lnTo>
                  <a:lnTo>
                    <a:pt x="397161" y="19506"/>
                  </a:lnTo>
                  <a:lnTo>
                    <a:pt x="408368" y="22281"/>
                  </a:lnTo>
                  <a:lnTo>
                    <a:pt x="416834" y="25315"/>
                  </a:lnTo>
                  <a:lnTo>
                    <a:pt x="425840" y="28542"/>
                  </a:lnTo>
                  <a:lnTo>
                    <a:pt x="422588" y="43559"/>
                  </a:lnTo>
                  <a:lnTo>
                    <a:pt x="417307" y="67948"/>
                  </a:lnTo>
                  <a:lnTo>
                    <a:pt x="414932" y="78916"/>
                  </a:lnTo>
                  <a:lnTo>
                    <a:pt x="414869" y="79206"/>
                  </a:lnTo>
                  <a:lnTo>
                    <a:pt x="414661" y="80111"/>
                  </a:lnTo>
                  <a:lnTo>
                    <a:pt x="413003" y="87312"/>
                  </a:lnTo>
                  <a:lnTo>
                    <a:pt x="409482" y="102610"/>
                  </a:lnTo>
                  <a:lnTo>
                    <a:pt x="406558" y="112713"/>
                  </a:lnTo>
                  <a:lnTo>
                    <a:pt x="398135" y="132493"/>
                  </a:lnTo>
                  <a:lnTo>
                    <a:pt x="396370" y="136087"/>
                  </a:lnTo>
                  <a:lnTo>
                    <a:pt x="395999" y="136842"/>
                  </a:lnTo>
                  <a:lnTo>
                    <a:pt x="395069" y="136537"/>
                  </a:lnTo>
                  <a:lnTo>
                    <a:pt x="393301" y="135958"/>
                  </a:lnTo>
                  <a:lnTo>
                    <a:pt x="384414" y="134203"/>
                  </a:lnTo>
                  <a:lnTo>
                    <a:pt x="378725" y="133080"/>
                  </a:lnTo>
                  <a:lnTo>
                    <a:pt x="374215" y="132750"/>
                  </a:lnTo>
                  <a:lnTo>
                    <a:pt x="368697" y="132346"/>
                  </a:lnTo>
                  <a:lnTo>
                    <a:pt x="362794" y="131914"/>
                  </a:lnTo>
                  <a:lnTo>
                    <a:pt x="336670" y="131587"/>
                  </a:lnTo>
                  <a:lnTo>
                    <a:pt x="336525" y="131586"/>
                  </a:lnTo>
                  <a:lnTo>
                    <a:pt x="335089" y="131583"/>
                  </a:lnTo>
                  <a:lnTo>
                    <a:pt x="330184" y="131570"/>
                  </a:lnTo>
                  <a:lnTo>
                    <a:pt x="329658" y="131569"/>
                  </a:lnTo>
                  <a:lnTo>
                    <a:pt x="298217" y="131489"/>
                  </a:lnTo>
                  <a:lnTo>
                    <a:pt x="293439" y="131477"/>
                  </a:lnTo>
                  <a:lnTo>
                    <a:pt x="289059" y="131414"/>
                  </a:lnTo>
                  <a:lnTo>
                    <a:pt x="288414" y="131404"/>
                  </a:lnTo>
                  <a:lnTo>
                    <a:pt x="281642" y="131914"/>
                  </a:lnTo>
                  <a:lnTo>
                    <a:pt x="278039" y="132726"/>
                  </a:lnTo>
                  <a:lnTo>
                    <a:pt x="275334" y="133335"/>
                  </a:lnTo>
                  <a:lnTo>
                    <a:pt x="269061" y="135084"/>
                  </a:lnTo>
                  <a:lnTo>
                    <a:pt x="267227" y="135734"/>
                  </a:lnTo>
                  <a:lnTo>
                    <a:pt x="264348" y="136755"/>
                  </a:lnTo>
                  <a:lnTo>
                    <a:pt x="256959" y="139376"/>
                  </a:lnTo>
                  <a:lnTo>
                    <a:pt x="256603" y="139502"/>
                  </a:lnTo>
                  <a:lnTo>
                    <a:pt x="250778" y="141568"/>
                  </a:lnTo>
                  <a:lnTo>
                    <a:pt x="246107" y="143007"/>
                  </a:lnTo>
                  <a:lnTo>
                    <a:pt x="245575" y="143171"/>
                  </a:lnTo>
                  <a:lnTo>
                    <a:pt x="233849" y="146996"/>
                  </a:lnTo>
                  <a:lnTo>
                    <a:pt x="233402" y="147132"/>
                  </a:lnTo>
                  <a:lnTo>
                    <a:pt x="228682" y="148562"/>
                  </a:lnTo>
                  <a:lnTo>
                    <a:pt x="223300" y="149510"/>
                  </a:lnTo>
                  <a:lnTo>
                    <a:pt x="219994" y="149721"/>
                  </a:lnTo>
                  <a:lnTo>
                    <a:pt x="217907" y="149854"/>
                  </a:lnTo>
                  <a:lnTo>
                    <a:pt x="211243" y="149563"/>
                  </a:lnTo>
                  <a:lnTo>
                    <a:pt x="197840" y="147912"/>
                  </a:lnTo>
                  <a:lnTo>
                    <a:pt x="186665" y="146535"/>
                  </a:lnTo>
                  <a:lnTo>
                    <a:pt x="186402" y="146503"/>
                  </a:lnTo>
                  <a:lnTo>
                    <a:pt x="185231" y="146340"/>
                  </a:lnTo>
                  <a:lnTo>
                    <a:pt x="175425" y="144973"/>
                  </a:lnTo>
                  <a:lnTo>
                    <a:pt x="175030" y="144920"/>
                  </a:lnTo>
                  <a:lnTo>
                    <a:pt x="172843" y="144630"/>
                  </a:lnTo>
                  <a:lnTo>
                    <a:pt x="164354" y="143505"/>
                  </a:lnTo>
                  <a:lnTo>
                    <a:pt x="164163" y="143479"/>
                  </a:lnTo>
                  <a:lnTo>
                    <a:pt x="152743" y="142596"/>
                  </a:lnTo>
                  <a:lnTo>
                    <a:pt x="151555" y="151623"/>
                  </a:lnTo>
                  <a:lnTo>
                    <a:pt x="148726" y="173112"/>
                  </a:lnTo>
                  <a:lnTo>
                    <a:pt x="148672" y="173516"/>
                  </a:lnTo>
                  <a:lnTo>
                    <a:pt x="148584" y="174189"/>
                  </a:lnTo>
                  <a:lnTo>
                    <a:pt x="147931" y="179149"/>
                  </a:lnTo>
                  <a:lnTo>
                    <a:pt x="146546" y="189664"/>
                  </a:lnTo>
                  <a:lnTo>
                    <a:pt x="146012" y="193724"/>
                  </a:lnTo>
                  <a:lnTo>
                    <a:pt x="145839" y="195040"/>
                  </a:lnTo>
                  <a:lnTo>
                    <a:pt x="145820" y="195182"/>
                  </a:lnTo>
                  <a:lnTo>
                    <a:pt x="146024" y="199250"/>
                  </a:lnTo>
                  <a:lnTo>
                    <a:pt x="146098" y="200732"/>
                  </a:lnTo>
                  <a:lnTo>
                    <a:pt x="146795" y="204574"/>
                  </a:lnTo>
                  <a:lnTo>
                    <a:pt x="147940" y="208164"/>
                  </a:lnTo>
                  <a:lnTo>
                    <a:pt x="150624" y="216573"/>
                  </a:lnTo>
                  <a:lnTo>
                    <a:pt x="140508" y="220434"/>
                  </a:lnTo>
                  <a:lnTo>
                    <a:pt x="140294" y="220518"/>
                  </a:lnTo>
                  <a:lnTo>
                    <a:pt x="139710" y="220746"/>
                  </a:lnTo>
                  <a:lnTo>
                    <a:pt x="130723" y="224261"/>
                  </a:lnTo>
                  <a:lnTo>
                    <a:pt x="125320" y="226374"/>
                  </a:lnTo>
                  <a:lnTo>
                    <a:pt x="115319" y="230285"/>
                  </a:lnTo>
                  <a:lnTo>
                    <a:pt x="113682" y="230925"/>
                  </a:lnTo>
                  <a:lnTo>
                    <a:pt x="103702" y="234829"/>
                  </a:lnTo>
                  <a:lnTo>
                    <a:pt x="96458" y="237662"/>
                  </a:lnTo>
                  <a:lnTo>
                    <a:pt x="92972" y="239025"/>
                  </a:lnTo>
                  <a:lnTo>
                    <a:pt x="92423" y="239240"/>
                  </a:lnTo>
                  <a:lnTo>
                    <a:pt x="91515" y="239595"/>
                  </a:lnTo>
                  <a:lnTo>
                    <a:pt x="88789" y="240661"/>
                  </a:lnTo>
                  <a:lnTo>
                    <a:pt x="76237" y="245570"/>
                  </a:lnTo>
                  <a:lnTo>
                    <a:pt x="64044" y="250338"/>
                  </a:lnTo>
                  <a:lnTo>
                    <a:pt x="60672" y="240734"/>
                  </a:lnTo>
                  <a:lnTo>
                    <a:pt x="60436" y="240062"/>
                  </a:lnTo>
                  <a:lnTo>
                    <a:pt x="60245" y="239518"/>
                  </a:lnTo>
                  <a:lnTo>
                    <a:pt x="59331" y="236912"/>
                  </a:lnTo>
                  <a:lnTo>
                    <a:pt x="59107" y="236274"/>
                  </a:lnTo>
                  <a:lnTo>
                    <a:pt x="56736" y="229521"/>
                  </a:lnTo>
                  <a:lnTo>
                    <a:pt x="56377" y="228498"/>
                  </a:lnTo>
                  <a:lnTo>
                    <a:pt x="54387" y="222829"/>
                  </a:lnTo>
                  <a:lnTo>
                    <a:pt x="51897" y="215734"/>
                  </a:lnTo>
                  <a:lnTo>
                    <a:pt x="51283" y="213986"/>
                  </a:lnTo>
                  <a:lnTo>
                    <a:pt x="44149" y="215734"/>
                  </a:lnTo>
                  <a:lnTo>
                    <a:pt x="32929" y="218287"/>
                  </a:lnTo>
                  <a:lnTo>
                    <a:pt x="29296" y="219114"/>
                  </a:lnTo>
                  <a:lnTo>
                    <a:pt x="13350" y="204101"/>
                  </a:lnTo>
                  <a:lnTo>
                    <a:pt x="12582" y="203378"/>
                  </a:lnTo>
                  <a:lnTo>
                    <a:pt x="12258" y="203073"/>
                  </a:lnTo>
                  <a:lnTo>
                    <a:pt x="13039" y="202282"/>
                  </a:lnTo>
                  <a:lnTo>
                    <a:pt x="22175" y="193020"/>
                  </a:lnTo>
                  <a:lnTo>
                    <a:pt x="21711" y="192657"/>
                  </a:lnTo>
                  <a:lnTo>
                    <a:pt x="2593" y="174055"/>
                  </a:lnTo>
                  <a:lnTo>
                    <a:pt x="2062" y="173538"/>
                  </a:lnTo>
                  <a:lnTo>
                    <a:pt x="0" y="171531"/>
                  </a:lnTo>
                  <a:lnTo>
                    <a:pt x="700" y="170771"/>
                  </a:lnTo>
                  <a:lnTo>
                    <a:pt x="7617" y="163264"/>
                  </a:lnTo>
                  <a:lnTo>
                    <a:pt x="10849" y="159757"/>
                  </a:lnTo>
                  <a:lnTo>
                    <a:pt x="14576" y="155711"/>
                  </a:lnTo>
                  <a:lnTo>
                    <a:pt x="21362" y="148348"/>
                  </a:lnTo>
                  <a:lnTo>
                    <a:pt x="33243" y="135453"/>
                  </a:lnTo>
                  <a:lnTo>
                    <a:pt x="41816" y="126150"/>
                  </a:lnTo>
                  <a:lnTo>
                    <a:pt x="49678" y="117616"/>
                  </a:lnTo>
                  <a:lnTo>
                    <a:pt x="57366" y="109273"/>
                  </a:lnTo>
                  <a:lnTo>
                    <a:pt x="64214" y="101841"/>
                  </a:lnTo>
                  <a:lnTo>
                    <a:pt x="68783" y="96882"/>
                  </a:lnTo>
                  <a:lnTo>
                    <a:pt x="70098" y="95456"/>
                  </a:lnTo>
                  <a:lnTo>
                    <a:pt x="73623" y="91631"/>
                  </a:lnTo>
                  <a:lnTo>
                    <a:pt x="87598" y="78172"/>
                  </a:lnTo>
                  <a:lnTo>
                    <a:pt x="90403" y="75743"/>
                  </a:lnTo>
                  <a:lnTo>
                    <a:pt x="91607" y="74700"/>
                  </a:lnTo>
                  <a:lnTo>
                    <a:pt x="91857" y="74501"/>
                  </a:lnTo>
                  <a:lnTo>
                    <a:pt x="97402" y="70071"/>
                  </a:lnTo>
                  <a:lnTo>
                    <a:pt x="102470" y="66022"/>
                  </a:lnTo>
                  <a:lnTo>
                    <a:pt x="104090" y="64728"/>
                  </a:lnTo>
                  <a:lnTo>
                    <a:pt x="106472" y="62644"/>
                  </a:lnTo>
                  <a:lnTo>
                    <a:pt x="109867" y="59676"/>
                  </a:lnTo>
                  <a:lnTo>
                    <a:pt x="114433" y="54767"/>
                  </a:lnTo>
                  <a:lnTo>
                    <a:pt x="114903" y="54262"/>
                  </a:lnTo>
                  <a:lnTo>
                    <a:pt x="115227" y="53913"/>
                  </a:lnTo>
                  <a:lnTo>
                    <a:pt x="116999" y="51744"/>
                  </a:lnTo>
                  <a:lnTo>
                    <a:pt x="117332" y="51337"/>
                  </a:lnTo>
                  <a:lnTo>
                    <a:pt x="126252" y="40423"/>
                  </a:lnTo>
                  <a:lnTo>
                    <a:pt x="133133" y="31187"/>
                  </a:lnTo>
                  <a:lnTo>
                    <a:pt x="137048" y="32203"/>
                  </a:lnTo>
                  <a:lnTo>
                    <a:pt x="140550" y="32804"/>
                  </a:lnTo>
                  <a:lnTo>
                    <a:pt x="142177" y="32948"/>
                  </a:lnTo>
                  <a:lnTo>
                    <a:pt x="143330" y="33050"/>
                  </a:lnTo>
                  <a:lnTo>
                    <a:pt x="145869" y="32913"/>
                  </a:lnTo>
                  <a:lnTo>
                    <a:pt x="146610" y="32803"/>
                  </a:lnTo>
                  <a:lnTo>
                    <a:pt x="147383" y="32688"/>
                  </a:lnTo>
                  <a:lnTo>
                    <a:pt x="147564" y="32670"/>
                  </a:lnTo>
                  <a:lnTo>
                    <a:pt x="148771" y="32555"/>
                  </a:lnTo>
                  <a:lnTo>
                    <a:pt x="151644" y="31487"/>
                  </a:lnTo>
                  <a:lnTo>
                    <a:pt x="155942" y="29889"/>
                  </a:lnTo>
                  <a:lnTo>
                    <a:pt x="169311" y="24918"/>
                  </a:lnTo>
                  <a:lnTo>
                    <a:pt x="169465" y="24861"/>
                  </a:lnTo>
                  <a:lnTo>
                    <a:pt x="171440" y="24127"/>
                  </a:lnTo>
                  <a:lnTo>
                    <a:pt x="175995" y="22449"/>
                  </a:lnTo>
                  <a:lnTo>
                    <a:pt x="197034" y="14701"/>
                  </a:lnTo>
                  <a:lnTo>
                    <a:pt x="210679" y="9795"/>
                  </a:lnTo>
                  <a:lnTo>
                    <a:pt x="214969" y="8253"/>
                  </a:lnTo>
                  <a:lnTo>
                    <a:pt x="215661" y="8004"/>
                  </a:lnTo>
                  <a:lnTo>
                    <a:pt x="222549" y="5815"/>
                  </a:lnTo>
                  <a:lnTo>
                    <a:pt x="227751" y="4161"/>
                  </a:lnTo>
                  <a:lnTo>
                    <a:pt x="233759" y="2847"/>
                  </a:lnTo>
                  <a:lnTo>
                    <a:pt x="234319" y="2724"/>
                  </a:lnTo>
                  <a:lnTo>
                    <a:pt x="237078" y="2423"/>
                  </a:lnTo>
                  <a:lnTo>
                    <a:pt x="237274" y="2402"/>
                  </a:lnTo>
                  <a:lnTo>
                    <a:pt x="247773" y="2154"/>
                  </a:lnTo>
                  <a:lnTo>
                    <a:pt x="256860" y="2497"/>
                  </a:lnTo>
                  <a:lnTo>
                    <a:pt x="257806" y="2533"/>
                  </a:lnTo>
                  <a:lnTo>
                    <a:pt x="258061" y="2542"/>
                  </a:lnTo>
                  <a:lnTo>
                    <a:pt x="261650" y="2820"/>
                  </a:lnTo>
                  <a:lnTo>
                    <a:pt x="267577" y="3280"/>
                  </a:lnTo>
                  <a:lnTo>
                    <a:pt x="271657" y="3549"/>
                  </a:lnTo>
                  <a:lnTo>
                    <a:pt x="278777" y="4018"/>
                  </a:lnTo>
                  <a:lnTo>
                    <a:pt x="280820" y="4170"/>
                  </a:lnTo>
                  <a:lnTo>
                    <a:pt x="303027" y="5825"/>
                  </a:lnTo>
                  <a:lnTo>
                    <a:pt x="304739" y="5953"/>
                  </a:lnTo>
                  <a:lnTo>
                    <a:pt x="307017" y="6075"/>
                  </a:lnTo>
                  <a:lnTo>
                    <a:pt x="307995" y="6120"/>
                  </a:lnTo>
                  <a:lnTo>
                    <a:pt x="311093" y="6091"/>
                  </a:lnTo>
                  <a:lnTo>
                    <a:pt x="321463" y="4391"/>
                  </a:lnTo>
                  <a:lnTo>
                    <a:pt x="322218" y="4268"/>
                  </a:lnTo>
                  <a:lnTo>
                    <a:pt x="324653" y="3868"/>
                  </a:lnTo>
                  <a:lnTo>
                    <a:pt x="325342" y="3755"/>
                  </a:lnTo>
                  <a:lnTo>
                    <a:pt x="327506" y="3105"/>
                  </a:lnTo>
                  <a:lnTo>
                    <a:pt x="328568" y="2785"/>
                  </a:lnTo>
                  <a:lnTo>
                    <a:pt x="331004" y="2053"/>
                  </a:lnTo>
                  <a:lnTo>
                    <a:pt x="332916" y="1478"/>
                  </a:lnTo>
                  <a:lnTo>
                    <a:pt x="336771" y="318"/>
                  </a:lnTo>
                  <a:lnTo>
                    <a:pt x="340157" y="0"/>
                  </a:lnTo>
                  <a:lnTo>
                    <a:pt x="343988" y="182"/>
                  </a:lnTo>
                  <a:lnTo>
                    <a:pt x="346928" y="1001"/>
                  </a:lnTo>
                  <a:lnTo>
                    <a:pt x="352943" y="3169"/>
                  </a:lnTo>
                  <a:lnTo>
                    <a:pt x="353878" y="35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487730" y="5011405"/>
              <a:ext cx="378185" cy="251641"/>
            </a:xfrm>
            <a:custGeom>
              <a:avLst/>
              <a:pathLst>
                <a:path w="378185" h="251641">
                  <a:moveTo>
                    <a:pt x="365386" y="0"/>
                  </a:moveTo>
                  <a:lnTo>
                    <a:pt x="371178" y="3529"/>
                  </a:lnTo>
                  <a:lnTo>
                    <a:pt x="371178" y="5578"/>
                  </a:lnTo>
                  <a:lnTo>
                    <a:pt x="369610" y="7282"/>
                  </a:lnTo>
                  <a:lnTo>
                    <a:pt x="372973" y="14631"/>
                  </a:lnTo>
                  <a:lnTo>
                    <a:pt x="374781" y="18565"/>
                  </a:lnTo>
                  <a:lnTo>
                    <a:pt x="378185" y="26269"/>
                  </a:lnTo>
                  <a:lnTo>
                    <a:pt x="377708" y="27167"/>
                  </a:lnTo>
                  <a:lnTo>
                    <a:pt x="364984" y="20828"/>
                  </a:lnTo>
                  <a:lnTo>
                    <a:pt x="360306" y="19025"/>
                  </a:lnTo>
                  <a:lnTo>
                    <a:pt x="358783" y="18724"/>
                  </a:lnTo>
                  <a:lnTo>
                    <a:pt x="358461" y="18800"/>
                  </a:lnTo>
                  <a:lnTo>
                    <a:pt x="357045" y="19134"/>
                  </a:lnTo>
                  <a:lnTo>
                    <a:pt x="356727" y="19301"/>
                  </a:lnTo>
                  <a:lnTo>
                    <a:pt x="355121" y="20145"/>
                  </a:lnTo>
                  <a:lnTo>
                    <a:pt x="353720" y="21677"/>
                  </a:lnTo>
                  <a:lnTo>
                    <a:pt x="353063" y="23396"/>
                  </a:lnTo>
                  <a:lnTo>
                    <a:pt x="352662" y="25364"/>
                  </a:lnTo>
                  <a:lnTo>
                    <a:pt x="352181" y="28041"/>
                  </a:lnTo>
                  <a:lnTo>
                    <a:pt x="350764" y="32877"/>
                  </a:lnTo>
                  <a:lnTo>
                    <a:pt x="349187" y="36866"/>
                  </a:lnTo>
                  <a:lnTo>
                    <a:pt x="347878" y="37884"/>
                  </a:lnTo>
                  <a:lnTo>
                    <a:pt x="341034" y="43205"/>
                  </a:lnTo>
                  <a:lnTo>
                    <a:pt x="337613" y="46210"/>
                  </a:lnTo>
                  <a:lnTo>
                    <a:pt x="335475" y="48413"/>
                  </a:lnTo>
                  <a:lnTo>
                    <a:pt x="334165" y="49762"/>
                  </a:lnTo>
                  <a:lnTo>
                    <a:pt x="332534" y="54844"/>
                  </a:lnTo>
                  <a:lnTo>
                    <a:pt x="332518" y="56975"/>
                  </a:lnTo>
                  <a:lnTo>
                    <a:pt x="332508" y="58341"/>
                  </a:lnTo>
                  <a:lnTo>
                    <a:pt x="332543" y="61783"/>
                  </a:lnTo>
                  <a:lnTo>
                    <a:pt x="330111" y="62114"/>
                  </a:lnTo>
                  <a:lnTo>
                    <a:pt x="324622" y="63681"/>
                  </a:lnTo>
                  <a:lnTo>
                    <a:pt x="323138" y="64522"/>
                  </a:lnTo>
                  <a:lnTo>
                    <a:pt x="317982" y="67443"/>
                  </a:lnTo>
                  <a:lnTo>
                    <a:pt x="314084" y="71084"/>
                  </a:lnTo>
                  <a:lnTo>
                    <a:pt x="313215" y="71895"/>
                  </a:lnTo>
                  <a:lnTo>
                    <a:pt x="312993" y="72101"/>
                  </a:lnTo>
                  <a:lnTo>
                    <a:pt x="312157" y="72881"/>
                  </a:lnTo>
                  <a:lnTo>
                    <a:pt x="311742" y="73269"/>
                  </a:lnTo>
                  <a:lnTo>
                    <a:pt x="305992" y="78640"/>
                  </a:lnTo>
                  <a:lnTo>
                    <a:pt x="303166" y="81279"/>
                  </a:lnTo>
                  <a:lnTo>
                    <a:pt x="289699" y="93855"/>
                  </a:lnTo>
                  <a:lnTo>
                    <a:pt x="289304" y="94224"/>
                  </a:lnTo>
                  <a:lnTo>
                    <a:pt x="287816" y="95428"/>
                  </a:lnTo>
                  <a:lnTo>
                    <a:pt x="283500" y="98918"/>
                  </a:lnTo>
                  <a:lnTo>
                    <a:pt x="277887" y="102005"/>
                  </a:lnTo>
                  <a:lnTo>
                    <a:pt x="277152" y="102197"/>
                  </a:lnTo>
                  <a:lnTo>
                    <a:pt x="266413" y="105002"/>
                  </a:lnTo>
                  <a:lnTo>
                    <a:pt x="265502" y="105240"/>
                  </a:lnTo>
                  <a:lnTo>
                    <a:pt x="264603" y="105475"/>
                  </a:lnTo>
                  <a:lnTo>
                    <a:pt x="264382" y="105571"/>
                  </a:lnTo>
                  <a:lnTo>
                    <a:pt x="261804" y="106690"/>
                  </a:lnTo>
                  <a:lnTo>
                    <a:pt x="259186" y="107826"/>
                  </a:lnTo>
                  <a:lnTo>
                    <a:pt x="256985" y="108781"/>
                  </a:lnTo>
                  <a:lnTo>
                    <a:pt x="253859" y="110775"/>
                  </a:lnTo>
                  <a:lnTo>
                    <a:pt x="248512" y="114185"/>
                  </a:lnTo>
                  <a:lnTo>
                    <a:pt x="241726" y="118513"/>
                  </a:lnTo>
                  <a:lnTo>
                    <a:pt x="240826" y="119088"/>
                  </a:lnTo>
                  <a:lnTo>
                    <a:pt x="239579" y="119883"/>
                  </a:lnTo>
                  <a:lnTo>
                    <a:pt x="230381" y="125749"/>
                  </a:lnTo>
                  <a:lnTo>
                    <a:pt x="218273" y="133473"/>
                  </a:lnTo>
                  <a:lnTo>
                    <a:pt x="210494" y="139687"/>
                  </a:lnTo>
                  <a:lnTo>
                    <a:pt x="206431" y="144058"/>
                  </a:lnTo>
                  <a:lnTo>
                    <a:pt x="203758" y="147992"/>
                  </a:lnTo>
                  <a:lnTo>
                    <a:pt x="202615" y="150076"/>
                  </a:lnTo>
                  <a:lnTo>
                    <a:pt x="200830" y="153328"/>
                  </a:lnTo>
                  <a:lnTo>
                    <a:pt x="200576" y="153792"/>
                  </a:lnTo>
                  <a:lnTo>
                    <a:pt x="199846" y="155123"/>
                  </a:lnTo>
                  <a:lnTo>
                    <a:pt x="199190" y="156368"/>
                  </a:lnTo>
                  <a:lnTo>
                    <a:pt x="198704" y="157291"/>
                  </a:lnTo>
                  <a:lnTo>
                    <a:pt x="198528" y="157624"/>
                  </a:lnTo>
                  <a:lnTo>
                    <a:pt x="194500" y="165269"/>
                  </a:lnTo>
                  <a:lnTo>
                    <a:pt x="194340" y="165480"/>
                  </a:lnTo>
                  <a:lnTo>
                    <a:pt x="189962" y="171255"/>
                  </a:lnTo>
                  <a:lnTo>
                    <a:pt x="188513" y="173166"/>
                  </a:lnTo>
                  <a:lnTo>
                    <a:pt x="187376" y="174050"/>
                  </a:lnTo>
                  <a:lnTo>
                    <a:pt x="185033" y="175870"/>
                  </a:lnTo>
                  <a:lnTo>
                    <a:pt x="183469" y="176913"/>
                  </a:lnTo>
                  <a:lnTo>
                    <a:pt x="183175" y="177118"/>
                  </a:lnTo>
                  <a:lnTo>
                    <a:pt x="182883" y="177322"/>
                  </a:lnTo>
                  <a:lnTo>
                    <a:pt x="165763" y="189288"/>
                  </a:lnTo>
                  <a:lnTo>
                    <a:pt x="146286" y="202901"/>
                  </a:lnTo>
                  <a:lnTo>
                    <a:pt x="145886" y="203181"/>
                  </a:lnTo>
                  <a:lnTo>
                    <a:pt x="137426" y="209094"/>
                  </a:lnTo>
                  <a:lnTo>
                    <a:pt x="137193" y="209781"/>
                  </a:lnTo>
                  <a:lnTo>
                    <a:pt x="137011" y="210318"/>
                  </a:lnTo>
                  <a:lnTo>
                    <a:pt x="136571" y="211614"/>
                  </a:lnTo>
                  <a:lnTo>
                    <a:pt x="135590" y="212881"/>
                  </a:lnTo>
                  <a:lnTo>
                    <a:pt x="134682" y="214055"/>
                  </a:lnTo>
                  <a:lnTo>
                    <a:pt x="134285" y="214342"/>
                  </a:lnTo>
                  <a:lnTo>
                    <a:pt x="131488" y="216367"/>
                  </a:lnTo>
                  <a:lnTo>
                    <a:pt x="124917" y="221122"/>
                  </a:lnTo>
                  <a:lnTo>
                    <a:pt x="121898" y="223612"/>
                  </a:lnTo>
                  <a:lnTo>
                    <a:pt x="121017" y="224637"/>
                  </a:lnTo>
                  <a:lnTo>
                    <a:pt x="120454" y="225293"/>
                  </a:lnTo>
                  <a:lnTo>
                    <a:pt x="116886" y="229446"/>
                  </a:lnTo>
                  <a:lnTo>
                    <a:pt x="113614" y="235494"/>
                  </a:lnTo>
                  <a:lnTo>
                    <a:pt x="109772" y="248917"/>
                  </a:lnTo>
                  <a:lnTo>
                    <a:pt x="109231" y="250807"/>
                  </a:lnTo>
                  <a:lnTo>
                    <a:pt x="108992" y="251641"/>
                  </a:lnTo>
                  <a:lnTo>
                    <a:pt x="99987" y="248413"/>
                  </a:lnTo>
                  <a:lnTo>
                    <a:pt x="91520" y="245379"/>
                  </a:lnTo>
                  <a:lnTo>
                    <a:pt x="80313" y="242605"/>
                  </a:lnTo>
                  <a:lnTo>
                    <a:pt x="56397" y="237419"/>
                  </a:lnTo>
                  <a:lnTo>
                    <a:pt x="52445" y="235894"/>
                  </a:lnTo>
                  <a:lnTo>
                    <a:pt x="39793" y="228152"/>
                  </a:lnTo>
                  <a:lnTo>
                    <a:pt x="37031" y="226604"/>
                  </a:lnTo>
                  <a:lnTo>
                    <a:pt x="36096" y="226267"/>
                  </a:lnTo>
                  <a:lnTo>
                    <a:pt x="30081" y="224100"/>
                  </a:lnTo>
                  <a:lnTo>
                    <a:pt x="27141" y="223280"/>
                  </a:lnTo>
                  <a:lnTo>
                    <a:pt x="23309" y="223098"/>
                  </a:lnTo>
                  <a:lnTo>
                    <a:pt x="19924" y="223417"/>
                  </a:lnTo>
                  <a:lnTo>
                    <a:pt x="16068" y="224576"/>
                  </a:lnTo>
                  <a:lnTo>
                    <a:pt x="14156" y="225151"/>
                  </a:lnTo>
                  <a:lnTo>
                    <a:pt x="11721" y="225884"/>
                  </a:lnTo>
                  <a:lnTo>
                    <a:pt x="10658" y="226203"/>
                  </a:lnTo>
                  <a:lnTo>
                    <a:pt x="8494" y="226854"/>
                  </a:lnTo>
                  <a:lnTo>
                    <a:pt x="7805" y="226967"/>
                  </a:lnTo>
                  <a:lnTo>
                    <a:pt x="7810" y="226687"/>
                  </a:lnTo>
                  <a:lnTo>
                    <a:pt x="7822" y="225943"/>
                  </a:lnTo>
                  <a:lnTo>
                    <a:pt x="8111" y="208963"/>
                  </a:lnTo>
                  <a:lnTo>
                    <a:pt x="7775" y="203810"/>
                  </a:lnTo>
                  <a:lnTo>
                    <a:pt x="7707" y="202753"/>
                  </a:lnTo>
                  <a:lnTo>
                    <a:pt x="7604" y="201177"/>
                  </a:lnTo>
                  <a:lnTo>
                    <a:pt x="7335" y="197040"/>
                  </a:lnTo>
                  <a:lnTo>
                    <a:pt x="7296" y="196440"/>
                  </a:lnTo>
                  <a:lnTo>
                    <a:pt x="7049" y="191877"/>
                  </a:lnTo>
                  <a:lnTo>
                    <a:pt x="7040" y="191717"/>
                  </a:lnTo>
                  <a:lnTo>
                    <a:pt x="6260" y="180623"/>
                  </a:lnTo>
                  <a:lnTo>
                    <a:pt x="6093" y="178249"/>
                  </a:lnTo>
                  <a:lnTo>
                    <a:pt x="5989" y="176761"/>
                  </a:lnTo>
                  <a:lnTo>
                    <a:pt x="5709" y="137828"/>
                  </a:lnTo>
                  <a:lnTo>
                    <a:pt x="5669" y="137439"/>
                  </a:lnTo>
                  <a:lnTo>
                    <a:pt x="5446" y="135253"/>
                  </a:lnTo>
                  <a:lnTo>
                    <a:pt x="5094" y="133860"/>
                  </a:lnTo>
                  <a:lnTo>
                    <a:pt x="4613" y="132904"/>
                  </a:lnTo>
                  <a:lnTo>
                    <a:pt x="3931" y="132248"/>
                  </a:lnTo>
                  <a:lnTo>
                    <a:pt x="2502" y="131559"/>
                  </a:lnTo>
                  <a:lnTo>
                    <a:pt x="119" y="131031"/>
                  </a:lnTo>
                  <a:lnTo>
                    <a:pt x="0" y="128111"/>
                  </a:lnTo>
                  <a:lnTo>
                    <a:pt x="6392" y="130698"/>
                  </a:lnTo>
                  <a:lnTo>
                    <a:pt x="8659" y="131616"/>
                  </a:lnTo>
                  <a:lnTo>
                    <a:pt x="9368" y="131903"/>
                  </a:lnTo>
                  <a:lnTo>
                    <a:pt x="12128" y="133573"/>
                  </a:lnTo>
                  <a:lnTo>
                    <a:pt x="15453" y="135585"/>
                  </a:lnTo>
                  <a:lnTo>
                    <a:pt x="17833" y="137026"/>
                  </a:lnTo>
                  <a:lnTo>
                    <a:pt x="19981" y="135101"/>
                  </a:lnTo>
                  <a:lnTo>
                    <a:pt x="26706" y="129073"/>
                  </a:lnTo>
                  <a:lnTo>
                    <a:pt x="28036" y="127995"/>
                  </a:lnTo>
                  <a:lnTo>
                    <a:pt x="32530" y="124353"/>
                  </a:lnTo>
                  <a:lnTo>
                    <a:pt x="36397" y="121038"/>
                  </a:lnTo>
                  <a:lnTo>
                    <a:pt x="36715" y="120981"/>
                  </a:lnTo>
                  <a:lnTo>
                    <a:pt x="41031" y="120414"/>
                  </a:lnTo>
                  <a:lnTo>
                    <a:pt x="40280" y="116866"/>
                  </a:lnTo>
                  <a:lnTo>
                    <a:pt x="39757" y="116765"/>
                  </a:lnTo>
                  <a:lnTo>
                    <a:pt x="36058" y="117068"/>
                  </a:lnTo>
                  <a:lnTo>
                    <a:pt x="35488" y="117115"/>
                  </a:lnTo>
                  <a:lnTo>
                    <a:pt x="35173" y="115755"/>
                  </a:lnTo>
                  <a:lnTo>
                    <a:pt x="35708" y="114989"/>
                  </a:lnTo>
                  <a:lnTo>
                    <a:pt x="36224" y="114348"/>
                  </a:lnTo>
                  <a:lnTo>
                    <a:pt x="37552" y="112694"/>
                  </a:lnTo>
                  <a:lnTo>
                    <a:pt x="38209" y="112140"/>
                  </a:lnTo>
                  <a:lnTo>
                    <a:pt x="40530" y="110179"/>
                  </a:lnTo>
                  <a:lnTo>
                    <a:pt x="40787" y="109962"/>
                  </a:lnTo>
                  <a:lnTo>
                    <a:pt x="41219" y="109656"/>
                  </a:lnTo>
                  <a:lnTo>
                    <a:pt x="41829" y="109224"/>
                  </a:lnTo>
                  <a:lnTo>
                    <a:pt x="43086" y="109197"/>
                  </a:lnTo>
                  <a:lnTo>
                    <a:pt x="44905" y="109797"/>
                  </a:lnTo>
                  <a:lnTo>
                    <a:pt x="45571" y="110017"/>
                  </a:lnTo>
                  <a:lnTo>
                    <a:pt x="46988" y="110344"/>
                  </a:lnTo>
                  <a:lnTo>
                    <a:pt x="49041" y="110691"/>
                  </a:lnTo>
                  <a:lnTo>
                    <a:pt x="49057" y="110422"/>
                  </a:lnTo>
                  <a:lnTo>
                    <a:pt x="49205" y="107962"/>
                  </a:lnTo>
                  <a:lnTo>
                    <a:pt x="49214" y="107813"/>
                  </a:lnTo>
                  <a:lnTo>
                    <a:pt x="50802" y="107358"/>
                  </a:lnTo>
                  <a:lnTo>
                    <a:pt x="52409" y="106897"/>
                  </a:lnTo>
                  <a:lnTo>
                    <a:pt x="53431" y="105599"/>
                  </a:lnTo>
                  <a:lnTo>
                    <a:pt x="54336" y="103114"/>
                  </a:lnTo>
                  <a:lnTo>
                    <a:pt x="54752" y="101972"/>
                  </a:lnTo>
                  <a:lnTo>
                    <a:pt x="54980" y="101494"/>
                  </a:lnTo>
                  <a:lnTo>
                    <a:pt x="55061" y="101322"/>
                  </a:lnTo>
                  <a:lnTo>
                    <a:pt x="55279" y="100862"/>
                  </a:lnTo>
                  <a:lnTo>
                    <a:pt x="56164" y="98997"/>
                  </a:lnTo>
                  <a:lnTo>
                    <a:pt x="56736" y="99220"/>
                  </a:lnTo>
                  <a:lnTo>
                    <a:pt x="57100" y="99361"/>
                  </a:lnTo>
                  <a:lnTo>
                    <a:pt x="57566" y="98740"/>
                  </a:lnTo>
                  <a:lnTo>
                    <a:pt x="64818" y="89075"/>
                  </a:lnTo>
                  <a:lnTo>
                    <a:pt x="72313" y="80031"/>
                  </a:lnTo>
                  <a:lnTo>
                    <a:pt x="78019" y="82155"/>
                  </a:lnTo>
                  <a:lnTo>
                    <a:pt x="81360" y="96726"/>
                  </a:lnTo>
                  <a:lnTo>
                    <a:pt x="87263" y="106061"/>
                  </a:lnTo>
                  <a:lnTo>
                    <a:pt x="91941" y="108793"/>
                  </a:lnTo>
                  <a:lnTo>
                    <a:pt x="111097" y="108338"/>
                  </a:lnTo>
                  <a:lnTo>
                    <a:pt x="119227" y="113005"/>
                  </a:lnTo>
                  <a:lnTo>
                    <a:pt x="129362" y="103784"/>
                  </a:lnTo>
                  <a:lnTo>
                    <a:pt x="136936" y="110729"/>
                  </a:lnTo>
                  <a:lnTo>
                    <a:pt x="130142" y="118811"/>
                  </a:lnTo>
                  <a:lnTo>
                    <a:pt x="136936" y="137140"/>
                  </a:lnTo>
                  <a:lnTo>
                    <a:pt x="125019" y="142490"/>
                  </a:lnTo>
                  <a:lnTo>
                    <a:pt x="130969" y="158677"/>
                  </a:lnTo>
                  <a:lnTo>
                    <a:pt x="129238" y="162057"/>
                  </a:lnTo>
                  <a:lnTo>
                    <a:pt x="126249" y="171225"/>
                  </a:lnTo>
                  <a:lnTo>
                    <a:pt x="132726" y="173262"/>
                  </a:lnTo>
                  <a:lnTo>
                    <a:pt x="142193" y="161803"/>
                  </a:lnTo>
                  <a:lnTo>
                    <a:pt x="154650" y="161294"/>
                  </a:lnTo>
                  <a:lnTo>
                    <a:pt x="159134" y="158238"/>
                  </a:lnTo>
                  <a:lnTo>
                    <a:pt x="163619" y="150343"/>
                  </a:lnTo>
                  <a:lnTo>
                    <a:pt x="176573" y="140667"/>
                  </a:lnTo>
                  <a:lnTo>
                    <a:pt x="188283" y="140412"/>
                  </a:lnTo>
                  <a:lnTo>
                    <a:pt x="192154" y="138228"/>
                  </a:lnTo>
                  <a:lnTo>
                    <a:pt x="192129" y="132922"/>
                  </a:lnTo>
                  <a:lnTo>
                    <a:pt x="186989" y="126408"/>
                  </a:lnTo>
                  <a:lnTo>
                    <a:pt x="185252" y="107018"/>
                  </a:lnTo>
                  <a:lnTo>
                    <a:pt x="178144" y="100141"/>
                  </a:lnTo>
                  <a:lnTo>
                    <a:pt x="177647" y="96130"/>
                  </a:lnTo>
                  <a:lnTo>
                    <a:pt x="180809" y="90501"/>
                  </a:lnTo>
                  <a:lnTo>
                    <a:pt x="191770" y="77004"/>
                  </a:lnTo>
                  <a:lnTo>
                    <a:pt x="200091" y="78149"/>
                  </a:lnTo>
                  <a:lnTo>
                    <a:pt x="201867" y="84454"/>
                  </a:lnTo>
                  <a:lnTo>
                    <a:pt x="206144" y="84181"/>
                  </a:lnTo>
                  <a:lnTo>
                    <a:pt x="212826" y="82951"/>
                  </a:lnTo>
                  <a:lnTo>
                    <a:pt x="217905" y="79946"/>
                  </a:lnTo>
                  <a:lnTo>
                    <a:pt x="220444" y="75028"/>
                  </a:lnTo>
                  <a:lnTo>
                    <a:pt x="218974" y="69427"/>
                  </a:lnTo>
                  <a:lnTo>
                    <a:pt x="213895" y="66832"/>
                  </a:lnTo>
                  <a:lnTo>
                    <a:pt x="210688" y="64099"/>
                  </a:lnTo>
                  <a:lnTo>
                    <a:pt x="210821" y="41013"/>
                  </a:lnTo>
                  <a:lnTo>
                    <a:pt x="223117" y="37051"/>
                  </a:lnTo>
                  <a:lnTo>
                    <a:pt x="226057" y="37324"/>
                  </a:lnTo>
                  <a:lnTo>
                    <a:pt x="246506" y="19975"/>
                  </a:lnTo>
                  <a:lnTo>
                    <a:pt x="242229" y="15193"/>
                  </a:lnTo>
                  <a:lnTo>
                    <a:pt x="248911" y="10139"/>
                  </a:lnTo>
                  <a:lnTo>
                    <a:pt x="262199" y="9468"/>
                  </a:lnTo>
                  <a:lnTo>
                    <a:pt x="305690" y="50545"/>
                  </a:lnTo>
                  <a:lnTo>
                    <a:pt x="310145" y="47699"/>
                  </a:lnTo>
                  <a:lnTo>
                    <a:pt x="316382" y="44967"/>
                  </a:lnTo>
                  <a:lnTo>
                    <a:pt x="338211" y="27207"/>
                  </a:lnTo>
                  <a:lnTo>
                    <a:pt x="348457" y="14685"/>
                  </a:lnTo>
                  <a:lnTo>
                    <a:pt x="348680" y="5805"/>
                  </a:lnTo>
                  <a:lnTo>
                    <a:pt x="349571" y="1479"/>
                  </a:lnTo>
                  <a:lnTo>
                    <a:pt x="359483" y="2162"/>
                  </a:lnTo>
                  <a:lnTo>
                    <a:pt x="362045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728557" y="4984386"/>
              <a:ext cx="268139" cy="256145"/>
            </a:xfrm>
            <a:custGeom>
              <a:avLst/>
              <a:pathLst>
                <a:path w="268139" h="256145">
                  <a:moveTo>
                    <a:pt x="238469" y="11651"/>
                  </a:moveTo>
                  <a:lnTo>
                    <a:pt x="242211" y="14315"/>
                  </a:lnTo>
                  <a:lnTo>
                    <a:pt x="243278" y="14305"/>
                  </a:lnTo>
                  <a:lnTo>
                    <a:pt x="250029" y="14247"/>
                  </a:lnTo>
                  <a:lnTo>
                    <a:pt x="251232" y="12129"/>
                  </a:lnTo>
                  <a:lnTo>
                    <a:pt x="253565" y="12023"/>
                  </a:lnTo>
                  <a:lnTo>
                    <a:pt x="254239" y="11992"/>
                  </a:lnTo>
                  <a:lnTo>
                    <a:pt x="256779" y="15613"/>
                  </a:lnTo>
                  <a:lnTo>
                    <a:pt x="259130" y="15540"/>
                  </a:lnTo>
                  <a:lnTo>
                    <a:pt x="261189" y="15476"/>
                  </a:lnTo>
                  <a:lnTo>
                    <a:pt x="267070" y="16910"/>
                  </a:lnTo>
                  <a:lnTo>
                    <a:pt x="268139" y="23126"/>
                  </a:lnTo>
                  <a:lnTo>
                    <a:pt x="259852" y="28864"/>
                  </a:lnTo>
                  <a:lnTo>
                    <a:pt x="256444" y="29478"/>
                  </a:lnTo>
                  <a:lnTo>
                    <a:pt x="251967" y="34465"/>
                  </a:lnTo>
                  <a:lnTo>
                    <a:pt x="242077" y="45120"/>
                  </a:lnTo>
                  <a:lnTo>
                    <a:pt x="227309" y="61650"/>
                  </a:lnTo>
                  <a:lnTo>
                    <a:pt x="207729" y="76882"/>
                  </a:lnTo>
                  <a:lnTo>
                    <a:pt x="212407" y="83371"/>
                  </a:lnTo>
                  <a:lnTo>
                    <a:pt x="211939" y="84054"/>
                  </a:lnTo>
                  <a:lnTo>
                    <a:pt x="179463" y="111375"/>
                  </a:lnTo>
                  <a:lnTo>
                    <a:pt x="174184" y="118547"/>
                  </a:lnTo>
                  <a:lnTo>
                    <a:pt x="168303" y="123192"/>
                  </a:lnTo>
                  <a:lnTo>
                    <a:pt x="166298" y="122031"/>
                  </a:lnTo>
                  <a:lnTo>
                    <a:pt x="155272" y="126129"/>
                  </a:lnTo>
                  <a:lnTo>
                    <a:pt x="153735" y="125173"/>
                  </a:lnTo>
                  <a:lnTo>
                    <a:pt x="141640" y="128042"/>
                  </a:lnTo>
                  <a:lnTo>
                    <a:pt x="138566" y="131457"/>
                  </a:lnTo>
                  <a:lnTo>
                    <a:pt x="136094" y="130774"/>
                  </a:lnTo>
                  <a:lnTo>
                    <a:pt x="136780" y="145340"/>
                  </a:lnTo>
                  <a:lnTo>
                    <a:pt x="139477" y="147911"/>
                  </a:lnTo>
                  <a:lnTo>
                    <a:pt x="144714" y="152905"/>
                  </a:lnTo>
                  <a:lnTo>
                    <a:pt x="146518" y="151538"/>
                  </a:lnTo>
                  <a:lnTo>
                    <a:pt x="149029" y="152093"/>
                  </a:lnTo>
                  <a:lnTo>
                    <a:pt x="158279" y="154134"/>
                  </a:lnTo>
                  <a:lnTo>
                    <a:pt x="168169" y="161443"/>
                  </a:lnTo>
                  <a:lnTo>
                    <a:pt x="169691" y="165821"/>
                  </a:lnTo>
                  <a:lnTo>
                    <a:pt x="169974" y="166634"/>
                  </a:lnTo>
                  <a:lnTo>
                    <a:pt x="170201" y="166789"/>
                  </a:lnTo>
                  <a:lnTo>
                    <a:pt x="175854" y="170664"/>
                  </a:lnTo>
                  <a:lnTo>
                    <a:pt x="177705" y="185928"/>
                  </a:lnTo>
                  <a:lnTo>
                    <a:pt x="174720" y="188796"/>
                  </a:lnTo>
                  <a:lnTo>
                    <a:pt x="174076" y="188152"/>
                  </a:lnTo>
                  <a:lnTo>
                    <a:pt x="172671" y="186747"/>
                  </a:lnTo>
                  <a:lnTo>
                    <a:pt x="170488" y="186611"/>
                  </a:lnTo>
                  <a:lnTo>
                    <a:pt x="166479" y="188614"/>
                  </a:lnTo>
                  <a:lnTo>
                    <a:pt x="161501" y="190286"/>
                  </a:lnTo>
                  <a:lnTo>
                    <a:pt x="150899" y="186370"/>
                  </a:lnTo>
                  <a:lnTo>
                    <a:pt x="146221" y="186370"/>
                  </a:lnTo>
                  <a:lnTo>
                    <a:pt x="146176" y="196160"/>
                  </a:lnTo>
                  <a:lnTo>
                    <a:pt x="131507" y="190754"/>
                  </a:lnTo>
                  <a:lnTo>
                    <a:pt x="129415" y="188867"/>
                  </a:lnTo>
                  <a:lnTo>
                    <a:pt x="128478" y="188022"/>
                  </a:lnTo>
                  <a:lnTo>
                    <a:pt x="126295" y="188478"/>
                  </a:lnTo>
                  <a:lnTo>
                    <a:pt x="122018" y="195536"/>
                  </a:lnTo>
                  <a:lnTo>
                    <a:pt x="122018" y="197995"/>
                  </a:lnTo>
                  <a:lnTo>
                    <a:pt x="123702" y="197052"/>
                  </a:lnTo>
                  <a:lnTo>
                    <a:pt x="123889" y="196947"/>
                  </a:lnTo>
                  <a:lnTo>
                    <a:pt x="125226" y="199315"/>
                  </a:lnTo>
                  <a:lnTo>
                    <a:pt x="125154" y="199484"/>
                  </a:lnTo>
                  <a:lnTo>
                    <a:pt x="124602" y="200772"/>
                  </a:lnTo>
                  <a:lnTo>
                    <a:pt x="127829" y="203298"/>
                  </a:lnTo>
                  <a:lnTo>
                    <a:pt x="129547" y="204643"/>
                  </a:lnTo>
                  <a:lnTo>
                    <a:pt x="128077" y="207557"/>
                  </a:lnTo>
                  <a:lnTo>
                    <a:pt x="133690" y="211291"/>
                  </a:lnTo>
                  <a:lnTo>
                    <a:pt x="133435" y="211779"/>
                  </a:lnTo>
                  <a:lnTo>
                    <a:pt x="131252" y="217107"/>
                  </a:lnTo>
                  <a:lnTo>
                    <a:pt x="130973" y="218031"/>
                  </a:lnTo>
                  <a:lnTo>
                    <a:pt x="118098" y="210563"/>
                  </a:lnTo>
                  <a:lnTo>
                    <a:pt x="116449" y="212703"/>
                  </a:lnTo>
                  <a:lnTo>
                    <a:pt x="109366" y="208104"/>
                  </a:lnTo>
                  <a:lnTo>
                    <a:pt x="110079" y="211473"/>
                  </a:lnTo>
                  <a:lnTo>
                    <a:pt x="108832" y="212566"/>
                  </a:lnTo>
                  <a:lnTo>
                    <a:pt x="109010" y="215207"/>
                  </a:lnTo>
                  <a:lnTo>
                    <a:pt x="108921" y="219032"/>
                  </a:lnTo>
                  <a:lnTo>
                    <a:pt x="107450" y="221628"/>
                  </a:lnTo>
                  <a:lnTo>
                    <a:pt x="103218" y="223814"/>
                  </a:lnTo>
                  <a:lnTo>
                    <a:pt x="102238" y="226091"/>
                  </a:lnTo>
                  <a:lnTo>
                    <a:pt x="102416" y="231054"/>
                  </a:lnTo>
                  <a:lnTo>
                    <a:pt x="101124" y="234059"/>
                  </a:lnTo>
                  <a:lnTo>
                    <a:pt x="97204" y="235790"/>
                  </a:lnTo>
                  <a:lnTo>
                    <a:pt x="93462" y="234925"/>
                  </a:lnTo>
                  <a:lnTo>
                    <a:pt x="88829" y="228140"/>
                  </a:lnTo>
                  <a:lnTo>
                    <a:pt x="83839" y="232238"/>
                  </a:lnTo>
                  <a:lnTo>
                    <a:pt x="83321" y="233330"/>
                  </a:lnTo>
                  <a:lnTo>
                    <a:pt x="82458" y="235152"/>
                  </a:lnTo>
                  <a:lnTo>
                    <a:pt x="92014" y="240525"/>
                  </a:lnTo>
                  <a:lnTo>
                    <a:pt x="92652" y="241556"/>
                  </a:lnTo>
                  <a:lnTo>
                    <a:pt x="94887" y="245170"/>
                  </a:lnTo>
                  <a:lnTo>
                    <a:pt x="97997" y="245226"/>
                  </a:lnTo>
                  <a:lnTo>
                    <a:pt x="110213" y="245443"/>
                  </a:lnTo>
                  <a:lnTo>
                    <a:pt x="110925" y="255461"/>
                  </a:lnTo>
                  <a:lnTo>
                    <a:pt x="80275" y="256145"/>
                  </a:lnTo>
                  <a:lnTo>
                    <a:pt x="78939" y="253640"/>
                  </a:lnTo>
                  <a:lnTo>
                    <a:pt x="65607" y="252494"/>
                  </a:lnTo>
                  <a:lnTo>
                    <a:pt x="61580" y="254498"/>
                  </a:lnTo>
                  <a:lnTo>
                    <a:pt x="61648" y="255770"/>
                  </a:lnTo>
                  <a:lnTo>
                    <a:pt x="59059" y="255071"/>
                  </a:lnTo>
                  <a:lnTo>
                    <a:pt x="54462" y="253213"/>
                  </a:lnTo>
                  <a:lnTo>
                    <a:pt x="54187" y="253084"/>
                  </a:lnTo>
                  <a:lnTo>
                    <a:pt x="49510" y="250878"/>
                  </a:lnTo>
                  <a:lnTo>
                    <a:pt x="41589" y="247141"/>
                  </a:lnTo>
                  <a:lnTo>
                    <a:pt x="34759" y="243919"/>
                  </a:lnTo>
                  <a:lnTo>
                    <a:pt x="34155" y="243635"/>
                  </a:lnTo>
                  <a:lnTo>
                    <a:pt x="34396" y="243151"/>
                  </a:lnTo>
                  <a:lnTo>
                    <a:pt x="37090" y="237693"/>
                  </a:lnTo>
                  <a:lnTo>
                    <a:pt x="37435" y="236993"/>
                  </a:lnTo>
                  <a:lnTo>
                    <a:pt x="42504" y="226721"/>
                  </a:lnTo>
                  <a:lnTo>
                    <a:pt x="43166" y="225380"/>
                  </a:lnTo>
                  <a:lnTo>
                    <a:pt x="43558" y="224584"/>
                  </a:lnTo>
                  <a:lnTo>
                    <a:pt x="43833" y="224027"/>
                  </a:lnTo>
                  <a:lnTo>
                    <a:pt x="44468" y="222740"/>
                  </a:lnTo>
                  <a:lnTo>
                    <a:pt x="45083" y="221495"/>
                  </a:lnTo>
                  <a:lnTo>
                    <a:pt x="48211" y="215154"/>
                  </a:lnTo>
                  <a:lnTo>
                    <a:pt x="50914" y="209677"/>
                  </a:lnTo>
                  <a:lnTo>
                    <a:pt x="54843" y="201715"/>
                  </a:lnTo>
                  <a:lnTo>
                    <a:pt x="55431" y="200525"/>
                  </a:lnTo>
                  <a:lnTo>
                    <a:pt x="44345" y="194923"/>
                  </a:lnTo>
                  <a:lnTo>
                    <a:pt x="34189" y="189791"/>
                  </a:lnTo>
                  <a:lnTo>
                    <a:pt x="25584" y="185442"/>
                  </a:lnTo>
                  <a:lnTo>
                    <a:pt x="24999" y="184557"/>
                  </a:lnTo>
                  <a:lnTo>
                    <a:pt x="24442" y="183714"/>
                  </a:lnTo>
                  <a:lnTo>
                    <a:pt x="19251" y="175853"/>
                  </a:lnTo>
                  <a:lnTo>
                    <a:pt x="18626" y="174896"/>
                  </a:lnTo>
                  <a:lnTo>
                    <a:pt x="13170" y="166554"/>
                  </a:lnTo>
                  <a:lnTo>
                    <a:pt x="12674" y="165795"/>
                  </a:lnTo>
                  <a:lnTo>
                    <a:pt x="10469" y="162423"/>
                  </a:lnTo>
                  <a:lnTo>
                    <a:pt x="7013" y="157138"/>
                  </a:lnTo>
                  <a:lnTo>
                    <a:pt x="6422" y="156235"/>
                  </a:lnTo>
                  <a:lnTo>
                    <a:pt x="1202" y="148002"/>
                  </a:lnTo>
                  <a:lnTo>
                    <a:pt x="0" y="146106"/>
                  </a:lnTo>
                  <a:lnTo>
                    <a:pt x="900" y="145532"/>
                  </a:lnTo>
                  <a:lnTo>
                    <a:pt x="7686" y="141203"/>
                  </a:lnTo>
                  <a:lnTo>
                    <a:pt x="13032" y="137793"/>
                  </a:lnTo>
                  <a:lnTo>
                    <a:pt x="16158" y="135799"/>
                  </a:lnTo>
                  <a:lnTo>
                    <a:pt x="18360" y="134844"/>
                  </a:lnTo>
                  <a:lnTo>
                    <a:pt x="20978" y="133708"/>
                  </a:lnTo>
                  <a:lnTo>
                    <a:pt x="23555" y="132589"/>
                  </a:lnTo>
                  <a:lnTo>
                    <a:pt x="23776" y="132494"/>
                  </a:lnTo>
                  <a:lnTo>
                    <a:pt x="24675" y="132259"/>
                  </a:lnTo>
                  <a:lnTo>
                    <a:pt x="25586" y="132021"/>
                  </a:lnTo>
                  <a:lnTo>
                    <a:pt x="36326" y="129216"/>
                  </a:lnTo>
                  <a:lnTo>
                    <a:pt x="37061" y="129024"/>
                  </a:lnTo>
                  <a:lnTo>
                    <a:pt x="42674" y="125936"/>
                  </a:lnTo>
                  <a:lnTo>
                    <a:pt x="46989" y="122446"/>
                  </a:lnTo>
                  <a:lnTo>
                    <a:pt x="48477" y="121243"/>
                  </a:lnTo>
                  <a:lnTo>
                    <a:pt x="48872" y="120874"/>
                  </a:lnTo>
                  <a:lnTo>
                    <a:pt x="62339" y="108297"/>
                  </a:lnTo>
                  <a:lnTo>
                    <a:pt x="65163" y="105657"/>
                  </a:lnTo>
                  <a:lnTo>
                    <a:pt x="70915" y="100287"/>
                  </a:lnTo>
                  <a:lnTo>
                    <a:pt x="71330" y="99899"/>
                  </a:lnTo>
                  <a:lnTo>
                    <a:pt x="72167" y="99120"/>
                  </a:lnTo>
                  <a:lnTo>
                    <a:pt x="72389" y="98913"/>
                  </a:lnTo>
                  <a:lnTo>
                    <a:pt x="73257" y="98102"/>
                  </a:lnTo>
                  <a:lnTo>
                    <a:pt x="77155" y="94462"/>
                  </a:lnTo>
                  <a:lnTo>
                    <a:pt x="82312" y="91540"/>
                  </a:lnTo>
                  <a:lnTo>
                    <a:pt x="83796" y="90699"/>
                  </a:lnTo>
                  <a:lnTo>
                    <a:pt x="89284" y="89133"/>
                  </a:lnTo>
                  <a:lnTo>
                    <a:pt x="91717" y="88801"/>
                  </a:lnTo>
                  <a:lnTo>
                    <a:pt x="91681" y="85359"/>
                  </a:lnTo>
                  <a:lnTo>
                    <a:pt x="91691" y="83993"/>
                  </a:lnTo>
                  <a:lnTo>
                    <a:pt x="91708" y="81862"/>
                  </a:lnTo>
                  <a:lnTo>
                    <a:pt x="93338" y="76780"/>
                  </a:lnTo>
                  <a:lnTo>
                    <a:pt x="94648" y="75431"/>
                  </a:lnTo>
                  <a:lnTo>
                    <a:pt x="96786" y="73228"/>
                  </a:lnTo>
                  <a:lnTo>
                    <a:pt x="100208" y="70223"/>
                  </a:lnTo>
                  <a:lnTo>
                    <a:pt x="107052" y="64902"/>
                  </a:lnTo>
                  <a:lnTo>
                    <a:pt x="108360" y="63884"/>
                  </a:lnTo>
                  <a:lnTo>
                    <a:pt x="109937" y="59895"/>
                  </a:lnTo>
                  <a:lnTo>
                    <a:pt x="111354" y="55059"/>
                  </a:lnTo>
                  <a:lnTo>
                    <a:pt x="111835" y="52382"/>
                  </a:lnTo>
                  <a:lnTo>
                    <a:pt x="112236" y="50415"/>
                  </a:lnTo>
                  <a:lnTo>
                    <a:pt x="112904" y="48666"/>
                  </a:lnTo>
                  <a:lnTo>
                    <a:pt x="114294" y="47163"/>
                  </a:lnTo>
                  <a:lnTo>
                    <a:pt x="115901" y="46320"/>
                  </a:lnTo>
                  <a:lnTo>
                    <a:pt x="116219" y="46152"/>
                  </a:lnTo>
                  <a:lnTo>
                    <a:pt x="117634" y="45819"/>
                  </a:lnTo>
                  <a:lnTo>
                    <a:pt x="117956" y="45743"/>
                  </a:lnTo>
                  <a:lnTo>
                    <a:pt x="119480" y="46043"/>
                  </a:lnTo>
                  <a:lnTo>
                    <a:pt x="124158" y="47846"/>
                  </a:lnTo>
                  <a:lnTo>
                    <a:pt x="136881" y="54185"/>
                  </a:lnTo>
                  <a:lnTo>
                    <a:pt x="137358" y="53288"/>
                  </a:lnTo>
                  <a:lnTo>
                    <a:pt x="133955" y="45583"/>
                  </a:lnTo>
                  <a:lnTo>
                    <a:pt x="132146" y="41649"/>
                  </a:lnTo>
                  <a:lnTo>
                    <a:pt x="136644" y="44590"/>
                  </a:lnTo>
                  <a:lnTo>
                    <a:pt x="140614" y="47444"/>
                  </a:lnTo>
                  <a:lnTo>
                    <a:pt x="145146" y="51657"/>
                  </a:lnTo>
                  <a:lnTo>
                    <a:pt x="145012" y="55886"/>
                  </a:lnTo>
                  <a:lnTo>
                    <a:pt x="155285" y="56020"/>
                  </a:lnTo>
                  <a:lnTo>
                    <a:pt x="155974" y="45721"/>
                  </a:lnTo>
                  <a:lnTo>
                    <a:pt x="168733" y="43972"/>
                  </a:lnTo>
                  <a:lnTo>
                    <a:pt x="185769" y="40584"/>
                  </a:lnTo>
                  <a:lnTo>
                    <a:pt x="197316" y="36286"/>
                  </a:lnTo>
                  <a:lnTo>
                    <a:pt x="207901" y="30712"/>
                  </a:lnTo>
                  <a:lnTo>
                    <a:pt x="209897" y="28891"/>
                  </a:lnTo>
                  <a:lnTo>
                    <a:pt x="209612" y="21969"/>
                  </a:lnTo>
                  <a:lnTo>
                    <a:pt x="210574" y="19055"/>
                  </a:lnTo>
                  <a:lnTo>
                    <a:pt x="218608" y="8181"/>
                  </a:lnTo>
                  <a:lnTo>
                    <a:pt x="227999" y="0"/>
                  </a:lnTo>
                  <a:lnTo>
                    <a:pt x="235071" y="4325"/>
                  </a:lnTo>
                  <a:lnTo>
                    <a:pt x="234983" y="7878"/>
                  </a:lnTo>
                  <a:lnTo>
                    <a:pt x="234927" y="101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103143" y="5377099"/>
              <a:ext cx="265086" cy="201517"/>
            </a:xfrm>
            <a:custGeom>
              <a:avLst/>
              <a:pathLst>
                <a:path w="265086" h="201517">
                  <a:moveTo>
                    <a:pt x="91440" y="176769"/>
                  </a:moveTo>
                  <a:lnTo>
                    <a:pt x="87478" y="177470"/>
                  </a:lnTo>
                  <a:lnTo>
                    <a:pt x="81866" y="179490"/>
                  </a:lnTo>
                  <a:lnTo>
                    <a:pt x="77594" y="181027"/>
                  </a:lnTo>
                  <a:lnTo>
                    <a:pt x="53593" y="185840"/>
                  </a:lnTo>
                  <a:lnTo>
                    <a:pt x="50122" y="186809"/>
                  </a:lnTo>
                  <a:lnTo>
                    <a:pt x="34345" y="191214"/>
                  </a:lnTo>
                  <a:lnTo>
                    <a:pt x="30979" y="192766"/>
                  </a:lnTo>
                  <a:lnTo>
                    <a:pt x="28977" y="192459"/>
                  </a:lnTo>
                  <a:lnTo>
                    <a:pt x="14630" y="201517"/>
                  </a:lnTo>
                  <a:lnTo>
                    <a:pt x="11911" y="193847"/>
                  </a:lnTo>
                  <a:lnTo>
                    <a:pt x="2937" y="181064"/>
                  </a:lnTo>
                  <a:lnTo>
                    <a:pt x="932" y="176871"/>
                  </a:lnTo>
                  <a:lnTo>
                    <a:pt x="331" y="175335"/>
                  </a:lnTo>
                  <a:lnTo>
                    <a:pt x="261" y="169786"/>
                  </a:lnTo>
                  <a:lnTo>
                    <a:pt x="1101" y="165719"/>
                  </a:lnTo>
                  <a:lnTo>
                    <a:pt x="6245" y="152882"/>
                  </a:lnTo>
                  <a:lnTo>
                    <a:pt x="6421" y="152444"/>
                  </a:lnTo>
                  <a:lnTo>
                    <a:pt x="6898" y="151450"/>
                  </a:lnTo>
                  <a:lnTo>
                    <a:pt x="8240" y="148039"/>
                  </a:lnTo>
                  <a:lnTo>
                    <a:pt x="11051" y="140898"/>
                  </a:lnTo>
                  <a:lnTo>
                    <a:pt x="14432" y="136331"/>
                  </a:lnTo>
                  <a:lnTo>
                    <a:pt x="14928" y="135862"/>
                  </a:lnTo>
                  <a:lnTo>
                    <a:pt x="21125" y="130012"/>
                  </a:lnTo>
                  <a:lnTo>
                    <a:pt x="20816" y="129885"/>
                  </a:lnTo>
                  <a:lnTo>
                    <a:pt x="16763" y="128218"/>
                  </a:lnTo>
                  <a:lnTo>
                    <a:pt x="0" y="121326"/>
                  </a:lnTo>
                  <a:lnTo>
                    <a:pt x="1545" y="117909"/>
                  </a:lnTo>
                  <a:lnTo>
                    <a:pt x="2687" y="115384"/>
                  </a:lnTo>
                  <a:lnTo>
                    <a:pt x="7281" y="105228"/>
                  </a:lnTo>
                  <a:lnTo>
                    <a:pt x="7867" y="103934"/>
                  </a:lnTo>
                  <a:lnTo>
                    <a:pt x="9578" y="100152"/>
                  </a:lnTo>
                  <a:lnTo>
                    <a:pt x="11984" y="94301"/>
                  </a:lnTo>
                  <a:lnTo>
                    <a:pt x="12100" y="94020"/>
                  </a:lnTo>
                  <a:lnTo>
                    <a:pt x="12300" y="93532"/>
                  </a:lnTo>
                  <a:lnTo>
                    <a:pt x="12518" y="93003"/>
                  </a:lnTo>
                  <a:lnTo>
                    <a:pt x="12744" y="92555"/>
                  </a:lnTo>
                  <a:lnTo>
                    <a:pt x="13499" y="91057"/>
                  </a:lnTo>
                  <a:lnTo>
                    <a:pt x="15651" y="86789"/>
                  </a:lnTo>
                  <a:lnTo>
                    <a:pt x="17819" y="83713"/>
                  </a:lnTo>
                  <a:lnTo>
                    <a:pt x="18091" y="83349"/>
                  </a:lnTo>
                  <a:lnTo>
                    <a:pt x="19940" y="80872"/>
                  </a:lnTo>
                  <a:lnTo>
                    <a:pt x="22390" y="77589"/>
                  </a:lnTo>
                  <a:lnTo>
                    <a:pt x="22791" y="77124"/>
                  </a:lnTo>
                  <a:lnTo>
                    <a:pt x="24189" y="75503"/>
                  </a:lnTo>
                  <a:lnTo>
                    <a:pt x="35341" y="63873"/>
                  </a:lnTo>
                  <a:lnTo>
                    <a:pt x="35546" y="63658"/>
                  </a:lnTo>
                  <a:lnTo>
                    <a:pt x="56521" y="41233"/>
                  </a:lnTo>
                  <a:lnTo>
                    <a:pt x="57045" y="40672"/>
                  </a:lnTo>
                  <a:lnTo>
                    <a:pt x="57386" y="40298"/>
                  </a:lnTo>
                  <a:lnTo>
                    <a:pt x="60612" y="36757"/>
                  </a:lnTo>
                  <a:lnTo>
                    <a:pt x="67740" y="28935"/>
                  </a:lnTo>
                  <a:lnTo>
                    <a:pt x="69803" y="30942"/>
                  </a:lnTo>
                  <a:lnTo>
                    <a:pt x="70334" y="31458"/>
                  </a:lnTo>
                  <a:lnTo>
                    <a:pt x="89452" y="50060"/>
                  </a:lnTo>
                  <a:lnTo>
                    <a:pt x="89915" y="50424"/>
                  </a:lnTo>
                  <a:lnTo>
                    <a:pt x="80779" y="59685"/>
                  </a:lnTo>
                  <a:lnTo>
                    <a:pt x="79998" y="60477"/>
                  </a:lnTo>
                  <a:lnTo>
                    <a:pt x="80323" y="60782"/>
                  </a:lnTo>
                  <a:lnTo>
                    <a:pt x="81090" y="61504"/>
                  </a:lnTo>
                  <a:lnTo>
                    <a:pt x="97036" y="76517"/>
                  </a:lnTo>
                  <a:lnTo>
                    <a:pt x="100669" y="75691"/>
                  </a:lnTo>
                  <a:lnTo>
                    <a:pt x="111889" y="73137"/>
                  </a:lnTo>
                  <a:lnTo>
                    <a:pt x="119024" y="71389"/>
                  </a:lnTo>
                  <a:lnTo>
                    <a:pt x="119637" y="73137"/>
                  </a:lnTo>
                  <a:lnTo>
                    <a:pt x="122128" y="80232"/>
                  </a:lnTo>
                  <a:lnTo>
                    <a:pt x="124118" y="85902"/>
                  </a:lnTo>
                  <a:lnTo>
                    <a:pt x="124513" y="87029"/>
                  </a:lnTo>
                  <a:lnTo>
                    <a:pt x="126847" y="93678"/>
                  </a:lnTo>
                  <a:lnTo>
                    <a:pt x="127071" y="94316"/>
                  </a:lnTo>
                  <a:lnTo>
                    <a:pt x="128013" y="96998"/>
                  </a:lnTo>
                  <a:lnTo>
                    <a:pt x="128177" y="97466"/>
                  </a:lnTo>
                  <a:lnTo>
                    <a:pt x="128413" y="98138"/>
                  </a:lnTo>
                  <a:lnTo>
                    <a:pt x="131784" y="107742"/>
                  </a:lnTo>
                  <a:lnTo>
                    <a:pt x="143978" y="102973"/>
                  </a:lnTo>
                  <a:lnTo>
                    <a:pt x="156529" y="98064"/>
                  </a:lnTo>
                  <a:lnTo>
                    <a:pt x="159255" y="96998"/>
                  </a:lnTo>
                  <a:lnTo>
                    <a:pt x="160164" y="96643"/>
                  </a:lnTo>
                  <a:lnTo>
                    <a:pt x="160713" y="96429"/>
                  </a:lnTo>
                  <a:lnTo>
                    <a:pt x="164198" y="95065"/>
                  </a:lnTo>
                  <a:lnTo>
                    <a:pt x="171442" y="92232"/>
                  </a:lnTo>
                  <a:lnTo>
                    <a:pt x="181423" y="88329"/>
                  </a:lnTo>
                  <a:lnTo>
                    <a:pt x="183060" y="87689"/>
                  </a:lnTo>
                  <a:lnTo>
                    <a:pt x="193061" y="83777"/>
                  </a:lnTo>
                  <a:lnTo>
                    <a:pt x="198463" y="81665"/>
                  </a:lnTo>
                  <a:lnTo>
                    <a:pt x="207450" y="78150"/>
                  </a:lnTo>
                  <a:lnTo>
                    <a:pt x="208035" y="77921"/>
                  </a:lnTo>
                  <a:lnTo>
                    <a:pt x="208248" y="77838"/>
                  </a:lnTo>
                  <a:lnTo>
                    <a:pt x="218365" y="73977"/>
                  </a:lnTo>
                  <a:lnTo>
                    <a:pt x="215681" y="65568"/>
                  </a:lnTo>
                  <a:lnTo>
                    <a:pt x="214535" y="61978"/>
                  </a:lnTo>
                  <a:lnTo>
                    <a:pt x="213839" y="58136"/>
                  </a:lnTo>
                  <a:lnTo>
                    <a:pt x="213764" y="56653"/>
                  </a:lnTo>
                  <a:lnTo>
                    <a:pt x="213560" y="52586"/>
                  </a:lnTo>
                  <a:lnTo>
                    <a:pt x="213579" y="52444"/>
                  </a:lnTo>
                  <a:lnTo>
                    <a:pt x="213752" y="51127"/>
                  </a:lnTo>
                  <a:lnTo>
                    <a:pt x="214287" y="47068"/>
                  </a:lnTo>
                  <a:lnTo>
                    <a:pt x="215671" y="36552"/>
                  </a:lnTo>
                  <a:lnTo>
                    <a:pt x="216324" y="31593"/>
                  </a:lnTo>
                  <a:lnTo>
                    <a:pt x="216413" y="30920"/>
                  </a:lnTo>
                  <a:lnTo>
                    <a:pt x="216466" y="30515"/>
                  </a:lnTo>
                  <a:lnTo>
                    <a:pt x="219295" y="9027"/>
                  </a:lnTo>
                  <a:lnTo>
                    <a:pt x="220483" y="0"/>
                  </a:lnTo>
                  <a:lnTo>
                    <a:pt x="231903" y="883"/>
                  </a:lnTo>
                  <a:lnTo>
                    <a:pt x="232142" y="914"/>
                  </a:lnTo>
                  <a:lnTo>
                    <a:pt x="240584" y="2034"/>
                  </a:lnTo>
                  <a:lnTo>
                    <a:pt x="242770" y="2324"/>
                  </a:lnTo>
                  <a:lnTo>
                    <a:pt x="241751" y="12564"/>
                  </a:lnTo>
                  <a:lnTo>
                    <a:pt x="241768" y="13080"/>
                  </a:lnTo>
                  <a:lnTo>
                    <a:pt x="242026" y="20729"/>
                  </a:lnTo>
                  <a:lnTo>
                    <a:pt x="244053" y="29658"/>
                  </a:lnTo>
                  <a:lnTo>
                    <a:pt x="247419" y="43715"/>
                  </a:lnTo>
                  <a:lnTo>
                    <a:pt x="249643" y="54262"/>
                  </a:lnTo>
                  <a:lnTo>
                    <a:pt x="249707" y="54564"/>
                  </a:lnTo>
                  <a:lnTo>
                    <a:pt x="252275" y="65874"/>
                  </a:lnTo>
                  <a:lnTo>
                    <a:pt x="255028" y="78003"/>
                  </a:lnTo>
                  <a:lnTo>
                    <a:pt x="255168" y="78619"/>
                  </a:lnTo>
                  <a:lnTo>
                    <a:pt x="260659" y="102806"/>
                  </a:lnTo>
                  <a:lnTo>
                    <a:pt x="263556" y="116312"/>
                  </a:lnTo>
                  <a:lnTo>
                    <a:pt x="264241" y="119720"/>
                  </a:lnTo>
                  <a:lnTo>
                    <a:pt x="264339" y="120207"/>
                  </a:lnTo>
                  <a:lnTo>
                    <a:pt x="265086" y="124455"/>
                  </a:lnTo>
                  <a:lnTo>
                    <a:pt x="264789" y="124551"/>
                  </a:lnTo>
                  <a:lnTo>
                    <a:pt x="257712" y="126843"/>
                  </a:lnTo>
                  <a:lnTo>
                    <a:pt x="237626" y="133347"/>
                  </a:lnTo>
                  <a:lnTo>
                    <a:pt x="237319" y="133446"/>
                  </a:lnTo>
                  <a:lnTo>
                    <a:pt x="236178" y="133816"/>
                  </a:lnTo>
                  <a:lnTo>
                    <a:pt x="234437" y="134362"/>
                  </a:lnTo>
                  <a:lnTo>
                    <a:pt x="216074" y="140125"/>
                  </a:lnTo>
                  <a:lnTo>
                    <a:pt x="212883" y="141126"/>
                  </a:lnTo>
                  <a:lnTo>
                    <a:pt x="208080" y="144255"/>
                  </a:lnTo>
                  <a:lnTo>
                    <a:pt x="207605" y="144564"/>
                  </a:lnTo>
                  <a:lnTo>
                    <a:pt x="202151" y="147547"/>
                  </a:lnTo>
                  <a:lnTo>
                    <a:pt x="195330" y="151278"/>
                  </a:lnTo>
                  <a:lnTo>
                    <a:pt x="190722" y="153798"/>
                  </a:lnTo>
                  <a:lnTo>
                    <a:pt x="188469" y="154791"/>
                  </a:lnTo>
                  <a:lnTo>
                    <a:pt x="183882" y="156811"/>
                  </a:lnTo>
                  <a:lnTo>
                    <a:pt x="175557" y="160478"/>
                  </a:lnTo>
                  <a:lnTo>
                    <a:pt x="172942" y="161703"/>
                  </a:lnTo>
                  <a:lnTo>
                    <a:pt x="172303" y="162002"/>
                  </a:lnTo>
                  <a:lnTo>
                    <a:pt x="165934" y="164984"/>
                  </a:lnTo>
                  <a:lnTo>
                    <a:pt x="164356" y="165723"/>
                  </a:lnTo>
                  <a:lnTo>
                    <a:pt x="151033" y="167689"/>
                  </a:lnTo>
                  <a:lnTo>
                    <a:pt x="141725" y="169063"/>
                  </a:lnTo>
                  <a:lnTo>
                    <a:pt x="140669" y="169241"/>
                  </a:lnTo>
                  <a:lnTo>
                    <a:pt x="134852" y="170221"/>
                  </a:lnTo>
                  <a:lnTo>
                    <a:pt x="133245" y="170492"/>
                  </a:lnTo>
                  <a:lnTo>
                    <a:pt x="127965" y="171382"/>
                  </a:lnTo>
                  <a:lnTo>
                    <a:pt x="121221" y="172519"/>
                  </a:lnTo>
                  <a:lnTo>
                    <a:pt x="118682" y="172946"/>
                  </a:lnTo>
                  <a:lnTo>
                    <a:pt x="116816" y="173261"/>
                  </a:lnTo>
                  <a:lnTo>
                    <a:pt x="116607" y="173264"/>
                  </a:lnTo>
                  <a:lnTo>
                    <a:pt x="113825" y="173309"/>
                  </a:lnTo>
                  <a:lnTo>
                    <a:pt x="113189" y="173319"/>
                  </a:lnTo>
                  <a:lnTo>
                    <a:pt x="110710" y="173359"/>
                  </a:lnTo>
                  <a:lnTo>
                    <a:pt x="110307" y="173421"/>
                  </a:lnTo>
                  <a:lnTo>
                    <a:pt x="103732" y="174594"/>
                  </a:lnTo>
                  <a:lnTo>
                    <a:pt x="100848" y="175104"/>
                  </a:lnTo>
                  <a:lnTo>
                    <a:pt x="98842" y="175462"/>
                  </a:lnTo>
                  <a:lnTo>
                    <a:pt x="97493" y="175698"/>
                  </a:lnTo>
                  <a:lnTo>
                    <a:pt x="95882" y="1759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344894" y="5365908"/>
              <a:ext cx="223628" cy="135614"/>
            </a:xfrm>
            <a:custGeom>
              <a:avLst/>
              <a:pathLst>
                <a:path w="223628" h="135614">
                  <a:moveTo>
                    <a:pt x="220061" y="17459"/>
                  </a:moveTo>
                  <a:lnTo>
                    <a:pt x="220302" y="26549"/>
                  </a:lnTo>
                  <a:lnTo>
                    <a:pt x="220966" y="51635"/>
                  </a:lnTo>
                  <a:lnTo>
                    <a:pt x="220997" y="52805"/>
                  </a:lnTo>
                  <a:lnTo>
                    <a:pt x="221037" y="53476"/>
                  </a:lnTo>
                  <a:lnTo>
                    <a:pt x="221096" y="54462"/>
                  </a:lnTo>
                  <a:lnTo>
                    <a:pt x="221205" y="56290"/>
                  </a:lnTo>
                  <a:lnTo>
                    <a:pt x="221709" y="64750"/>
                  </a:lnTo>
                  <a:lnTo>
                    <a:pt x="221771" y="65798"/>
                  </a:lnTo>
                  <a:lnTo>
                    <a:pt x="221812" y="66743"/>
                  </a:lnTo>
                  <a:lnTo>
                    <a:pt x="223342" y="102066"/>
                  </a:lnTo>
                  <a:lnTo>
                    <a:pt x="223423" y="103940"/>
                  </a:lnTo>
                  <a:lnTo>
                    <a:pt x="223427" y="104128"/>
                  </a:lnTo>
                  <a:lnTo>
                    <a:pt x="223595" y="112314"/>
                  </a:lnTo>
                  <a:lnTo>
                    <a:pt x="223628" y="113957"/>
                  </a:lnTo>
                  <a:lnTo>
                    <a:pt x="222899" y="113959"/>
                  </a:lnTo>
                  <a:lnTo>
                    <a:pt x="221289" y="113948"/>
                  </a:lnTo>
                  <a:lnTo>
                    <a:pt x="220399" y="113943"/>
                  </a:lnTo>
                  <a:lnTo>
                    <a:pt x="217693" y="113882"/>
                  </a:lnTo>
                  <a:lnTo>
                    <a:pt x="217558" y="113880"/>
                  </a:lnTo>
                  <a:lnTo>
                    <a:pt x="215057" y="113445"/>
                  </a:lnTo>
                  <a:lnTo>
                    <a:pt x="212220" y="112952"/>
                  </a:lnTo>
                  <a:lnTo>
                    <a:pt x="207240" y="112087"/>
                  </a:lnTo>
                  <a:lnTo>
                    <a:pt x="199079" y="112298"/>
                  </a:lnTo>
                  <a:lnTo>
                    <a:pt x="198441" y="112314"/>
                  </a:lnTo>
                  <a:lnTo>
                    <a:pt x="191553" y="113723"/>
                  </a:lnTo>
                  <a:lnTo>
                    <a:pt x="190403" y="113957"/>
                  </a:lnTo>
                  <a:lnTo>
                    <a:pt x="190024" y="114035"/>
                  </a:lnTo>
                  <a:lnTo>
                    <a:pt x="182849" y="115502"/>
                  </a:lnTo>
                  <a:lnTo>
                    <a:pt x="179528" y="116192"/>
                  </a:lnTo>
                  <a:lnTo>
                    <a:pt x="176278" y="116868"/>
                  </a:lnTo>
                  <a:lnTo>
                    <a:pt x="166920" y="117924"/>
                  </a:lnTo>
                  <a:lnTo>
                    <a:pt x="164987" y="118142"/>
                  </a:lnTo>
                  <a:lnTo>
                    <a:pt x="159126" y="118803"/>
                  </a:lnTo>
                  <a:lnTo>
                    <a:pt x="148358" y="119136"/>
                  </a:lnTo>
                  <a:lnTo>
                    <a:pt x="134685" y="117806"/>
                  </a:lnTo>
                  <a:lnTo>
                    <a:pt x="133579" y="117698"/>
                  </a:lnTo>
                  <a:lnTo>
                    <a:pt x="132178" y="117789"/>
                  </a:lnTo>
                  <a:lnTo>
                    <a:pt x="127071" y="118121"/>
                  </a:lnTo>
                  <a:lnTo>
                    <a:pt x="116432" y="117005"/>
                  </a:lnTo>
                  <a:lnTo>
                    <a:pt x="114226" y="116774"/>
                  </a:lnTo>
                  <a:lnTo>
                    <a:pt x="113578" y="116706"/>
                  </a:lnTo>
                  <a:lnTo>
                    <a:pt x="107997" y="118186"/>
                  </a:lnTo>
                  <a:lnTo>
                    <a:pt x="104555" y="119098"/>
                  </a:lnTo>
                  <a:lnTo>
                    <a:pt x="96607" y="121437"/>
                  </a:lnTo>
                  <a:lnTo>
                    <a:pt x="88697" y="122954"/>
                  </a:lnTo>
                  <a:lnTo>
                    <a:pt x="88246" y="123041"/>
                  </a:lnTo>
                  <a:lnTo>
                    <a:pt x="79986" y="124407"/>
                  </a:lnTo>
                  <a:lnTo>
                    <a:pt x="72023" y="125724"/>
                  </a:lnTo>
                  <a:lnTo>
                    <a:pt x="68791" y="126845"/>
                  </a:lnTo>
                  <a:lnTo>
                    <a:pt x="64634" y="128288"/>
                  </a:lnTo>
                  <a:lnTo>
                    <a:pt x="53367" y="132199"/>
                  </a:lnTo>
                  <a:lnTo>
                    <a:pt x="47445" y="133499"/>
                  </a:lnTo>
                  <a:lnTo>
                    <a:pt x="42996" y="134475"/>
                  </a:lnTo>
                  <a:lnTo>
                    <a:pt x="23435" y="135614"/>
                  </a:lnTo>
                  <a:lnTo>
                    <a:pt x="22588" y="131399"/>
                  </a:lnTo>
                  <a:lnTo>
                    <a:pt x="22490" y="130911"/>
                  </a:lnTo>
                  <a:lnTo>
                    <a:pt x="21872" y="127490"/>
                  </a:lnTo>
                  <a:lnTo>
                    <a:pt x="18907" y="113997"/>
                  </a:lnTo>
                  <a:lnTo>
                    <a:pt x="13416" y="89811"/>
                  </a:lnTo>
                  <a:lnTo>
                    <a:pt x="13276" y="89194"/>
                  </a:lnTo>
                  <a:lnTo>
                    <a:pt x="10522" y="77062"/>
                  </a:lnTo>
                  <a:lnTo>
                    <a:pt x="7956" y="65755"/>
                  </a:lnTo>
                  <a:lnTo>
                    <a:pt x="7892" y="65454"/>
                  </a:lnTo>
                  <a:lnTo>
                    <a:pt x="5668" y="54906"/>
                  </a:lnTo>
                  <a:lnTo>
                    <a:pt x="2301" y="40849"/>
                  </a:lnTo>
                  <a:lnTo>
                    <a:pt x="274" y="31920"/>
                  </a:lnTo>
                  <a:lnTo>
                    <a:pt x="17" y="24272"/>
                  </a:lnTo>
                  <a:lnTo>
                    <a:pt x="0" y="23756"/>
                  </a:lnTo>
                  <a:lnTo>
                    <a:pt x="1018" y="13515"/>
                  </a:lnTo>
                  <a:lnTo>
                    <a:pt x="1430" y="13570"/>
                  </a:lnTo>
                  <a:lnTo>
                    <a:pt x="11220" y="14935"/>
                  </a:lnTo>
                  <a:lnTo>
                    <a:pt x="12391" y="15098"/>
                  </a:lnTo>
                  <a:lnTo>
                    <a:pt x="12654" y="15130"/>
                  </a:lnTo>
                  <a:lnTo>
                    <a:pt x="23829" y="16507"/>
                  </a:lnTo>
                  <a:lnTo>
                    <a:pt x="37232" y="18158"/>
                  </a:lnTo>
                  <a:lnTo>
                    <a:pt x="43896" y="18449"/>
                  </a:lnTo>
                  <a:lnTo>
                    <a:pt x="45983" y="18316"/>
                  </a:lnTo>
                  <a:lnTo>
                    <a:pt x="49289" y="18105"/>
                  </a:lnTo>
                  <a:lnTo>
                    <a:pt x="54671" y="17158"/>
                  </a:lnTo>
                  <a:lnTo>
                    <a:pt x="59391" y="15727"/>
                  </a:lnTo>
                  <a:lnTo>
                    <a:pt x="59838" y="15591"/>
                  </a:lnTo>
                  <a:lnTo>
                    <a:pt x="71564" y="11766"/>
                  </a:lnTo>
                  <a:lnTo>
                    <a:pt x="72096" y="11602"/>
                  </a:lnTo>
                  <a:lnTo>
                    <a:pt x="76767" y="10163"/>
                  </a:lnTo>
                  <a:lnTo>
                    <a:pt x="82592" y="8097"/>
                  </a:lnTo>
                  <a:lnTo>
                    <a:pt x="82948" y="7971"/>
                  </a:lnTo>
                  <a:lnTo>
                    <a:pt x="90337" y="5350"/>
                  </a:lnTo>
                  <a:lnTo>
                    <a:pt x="93216" y="4329"/>
                  </a:lnTo>
                  <a:lnTo>
                    <a:pt x="95050" y="3679"/>
                  </a:lnTo>
                  <a:lnTo>
                    <a:pt x="101323" y="1930"/>
                  </a:lnTo>
                  <a:lnTo>
                    <a:pt x="104028" y="1321"/>
                  </a:lnTo>
                  <a:lnTo>
                    <a:pt x="107631" y="510"/>
                  </a:lnTo>
                  <a:lnTo>
                    <a:pt x="114403" y="0"/>
                  </a:lnTo>
                  <a:lnTo>
                    <a:pt x="115047" y="9"/>
                  </a:lnTo>
                  <a:lnTo>
                    <a:pt x="119428" y="72"/>
                  </a:lnTo>
                  <a:lnTo>
                    <a:pt x="124206" y="84"/>
                  </a:lnTo>
                  <a:lnTo>
                    <a:pt x="155647" y="164"/>
                  </a:lnTo>
                  <a:lnTo>
                    <a:pt x="156173" y="165"/>
                  </a:lnTo>
                  <a:lnTo>
                    <a:pt x="161078" y="178"/>
                  </a:lnTo>
                  <a:lnTo>
                    <a:pt x="162514" y="181"/>
                  </a:lnTo>
                  <a:lnTo>
                    <a:pt x="162659" y="182"/>
                  </a:lnTo>
                  <a:lnTo>
                    <a:pt x="188783" y="510"/>
                  </a:lnTo>
                  <a:lnTo>
                    <a:pt x="194686" y="942"/>
                  </a:lnTo>
                  <a:lnTo>
                    <a:pt x="200204" y="1345"/>
                  </a:lnTo>
                  <a:lnTo>
                    <a:pt x="204714" y="1675"/>
                  </a:lnTo>
                  <a:lnTo>
                    <a:pt x="210403" y="2798"/>
                  </a:lnTo>
                  <a:lnTo>
                    <a:pt x="219290" y="4553"/>
                  </a:lnTo>
                  <a:lnTo>
                    <a:pt x="221058" y="5132"/>
                  </a:lnTo>
                  <a:lnTo>
                    <a:pt x="220802" y="5680"/>
                  </a:lnTo>
                  <a:lnTo>
                    <a:pt x="220724" y="5848"/>
                  </a:lnTo>
                  <a:lnTo>
                    <a:pt x="220256" y="10424"/>
                  </a:lnTo>
                  <a:lnTo>
                    <a:pt x="220232" y="11049"/>
                  </a:lnTo>
                  <a:lnTo>
                    <a:pt x="220099" y="14517"/>
                  </a:lnTo>
                  <a:lnTo>
                    <a:pt x="220031" y="16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3089306" y="4148375"/>
              <a:ext cx="120127" cy="145005"/>
            </a:xfrm>
            <a:custGeom>
              <a:avLst/>
              <a:pathLst>
                <a:path w="120127" h="145005">
                  <a:moveTo>
                    <a:pt x="8185" y="73592"/>
                  </a:moveTo>
                  <a:lnTo>
                    <a:pt x="3670" y="64850"/>
                  </a:lnTo>
                  <a:lnTo>
                    <a:pt x="2378" y="59191"/>
                  </a:lnTo>
                  <a:lnTo>
                    <a:pt x="6680" y="58949"/>
                  </a:lnTo>
                  <a:lnTo>
                    <a:pt x="8350" y="54168"/>
                  </a:lnTo>
                  <a:lnTo>
                    <a:pt x="10689" y="50667"/>
                  </a:lnTo>
                  <a:lnTo>
                    <a:pt x="8434" y="45886"/>
                  </a:lnTo>
                  <a:lnTo>
                    <a:pt x="12861" y="37433"/>
                  </a:lnTo>
                  <a:lnTo>
                    <a:pt x="12610" y="34615"/>
                  </a:lnTo>
                  <a:lnTo>
                    <a:pt x="14210" y="33076"/>
                  </a:lnTo>
                  <a:lnTo>
                    <a:pt x="9913" y="21932"/>
                  </a:lnTo>
                  <a:lnTo>
                    <a:pt x="8037" y="20833"/>
                  </a:lnTo>
                  <a:lnTo>
                    <a:pt x="2258" y="10386"/>
                  </a:lnTo>
                  <a:lnTo>
                    <a:pt x="0" y="674"/>
                  </a:lnTo>
                  <a:lnTo>
                    <a:pt x="3171" y="38"/>
                  </a:lnTo>
                  <a:lnTo>
                    <a:pt x="7674" y="0"/>
                  </a:lnTo>
                  <a:lnTo>
                    <a:pt x="8731" y="273"/>
                  </a:lnTo>
                  <a:lnTo>
                    <a:pt x="9621" y="6524"/>
                  </a:lnTo>
                  <a:lnTo>
                    <a:pt x="10221" y="8707"/>
                  </a:lnTo>
                  <a:lnTo>
                    <a:pt x="14978" y="15786"/>
                  </a:lnTo>
                  <a:lnTo>
                    <a:pt x="17890" y="20783"/>
                  </a:lnTo>
                  <a:lnTo>
                    <a:pt x="22736" y="34723"/>
                  </a:lnTo>
                  <a:lnTo>
                    <a:pt x="24477" y="36030"/>
                  </a:lnTo>
                  <a:lnTo>
                    <a:pt x="28286" y="31412"/>
                  </a:lnTo>
                  <a:lnTo>
                    <a:pt x="33114" y="35963"/>
                  </a:lnTo>
                  <a:lnTo>
                    <a:pt x="33430" y="35652"/>
                  </a:lnTo>
                  <a:lnTo>
                    <a:pt x="33786" y="35302"/>
                  </a:lnTo>
                  <a:lnTo>
                    <a:pt x="34317" y="34779"/>
                  </a:lnTo>
                  <a:lnTo>
                    <a:pt x="37794" y="39737"/>
                  </a:lnTo>
                  <a:lnTo>
                    <a:pt x="37794" y="40933"/>
                  </a:lnTo>
                  <a:lnTo>
                    <a:pt x="40717" y="47507"/>
                  </a:lnTo>
                  <a:lnTo>
                    <a:pt x="39882" y="49129"/>
                  </a:lnTo>
                  <a:lnTo>
                    <a:pt x="42305" y="55362"/>
                  </a:lnTo>
                  <a:lnTo>
                    <a:pt x="48452" y="54715"/>
                  </a:lnTo>
                  <a:lnTo>
                    <a:pt x="49798" y="63781"/>
                  </a:lnTo>
                  <a:lnTo>
                    <a:pt x="51439" y="63662"/>
                  </a:lnTo>
                  <a:lnTo>
                    <a:pt x="61114" y="62961"/>
                  </a:lnTo>
                  <a:lnTo>
                    <a:pt x="62005" y="68152"/>
                  </a:lnTo>
                  <a:lnTo>
                    <a:pt x="62365" y="70525"/>
                  </a:lnTo>
                  <a:lnTo>
                    <a:pt x="63998" y="73309"/>
                  </a:lnTo>
                  <a:lnTo>
                    <a:pt x="67507" y="75814"/>
                  </a:lnTo>
                  <a:lnTo>
                    <a:pt x="70605" y="77893"/>
                  </a:lnTo>
                  <a:lnTo>
                    <a:pt x="74133" y="83156"/>
                  </a:lnTo>
                  <a:lnTo>
                    <a:pt x="76528" y="86742"/>
                  </a:lnTo>
                  <a:lnTo>
                    <a:pt x="78143" y="88165"/>
                  </a:lnTo>
                  <a:lnTo>
                    <a:pt x="81037" y="90188"/>
                  </a:lnTo>
                  <a:lnTo>
                    <a:pt x="93529" y="107069"/>
                  </a:lnTo>
                  <a:lnTo>
                    <a:pt x="96389" y="110778"/>
                  </a:lnTo>
                  <a:lnTo>
                    <a:pt x="99051" y="113756"/>
                  </a:lnTo>
                  <a:lnTo>
                    <a:pt x="102757" y="121008"/>
                  </a:lnTo>
                  <a:lnTo>
                    <a:pt x="107490" y="132392"/>
                  </a:lnTo>
                  <a:lnTo>
                    <a:pt x="116678" y="137174"/>
                  </a:lnTo>
                  <a:lnTo>
                    <a:pt x="120127" y="140924"/>
                  </a:lnTo>
                  <a:lnTo>
                    <a:pt x="116450" y="145005"/>
                  </a:lnTo>
                  <a:lnTo>
                    <a:pt x="111778" y="142069"/>
                  </a:lnTo>
                  <a:lnTo>
                    <a:pt x="99081" y="133076"/>
                  </a:lnTo>
                  <a:lnTo>
                    <a:pt x="94125" y="127953"/>
                  </a:lnTo>
                  <a:lnTo>
                    <a:pt x="96909" y="125904"/>
                  </a:lnTo>
                  <a:lnTo>
                    <a:pt x="93513" y="122431"/>
                  </a:lnTo>
                  <a:lnTo>
                    <a:pt x="91341" y="120553"/>
                  </a:lnTo>
                  <a:lnTo>
                    <a:pt x="90728" y="120098"/>
                  </a:lnTo>
                  <a:lnTo>
                    <a:pt x="89503" y="119358"/>
                  </a:lnTo>
                  <a:lnTo>
                    <a:pt x="85927" y="122908"/>
                  </a:lnTo>
                  <a:lnTo>
                    <a:pt x="85445" y="122470"/>
                  </a:lnTo>
                  <a:lnTo>
                    <a:pt x="65978" y="105797"/>
                  </a:lnTo>
                  <a:lnTo>
                    <a:pt x="64280" y="103416"/>
                  </a:lnTo>
                  <a:lnTo>
                    <a:pt x="54741" y="97047"/>
                  </a:lnTo>
                  <a:lnTo>
                    <a:pt x="47274" y="89357"/>
                  </a:lnTo>
                  <a:lnTo>
                    <a:pt x="37743" y="85713"/>
                  </a:lnTo>
                  <a:lnTo>
                    <a:pt x="36010" y="82968"/>
                  </a:lnTo>
                  <a:lnTo>
                    <a:pt x="34631" y="75687"/>
                  </a:lnTo>
                  <a:lnTo>
                    <a:pt x="30018" y="78990"/>
                  </a:lnTo>
                  <a:lnTo>
                    <a:pt x="26971" y="7547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658434" y="3583840"/>
              <a:ext cx="154856" cy="150445"/>
            </a:xfrm>
            <a:custGeom>
              <a:avLst/>
              <a:pathLst>
                <a:path w="154856" h="150445">
                  <a:moveTo>
                    <a:pt x="117182" y="122303"/>
                  </a:moveTo>
                  <a:lnTo>
                    <a:pt x="116597" y="123160"/>
                  </a:lnTo>
                  <a:lnTo>
                    <a:pt x="111775" y="130541"/>
                  </a:lnTo>
                  <a:lnTo>
                    <a:pt x="107008" y="137463"/>
                  </a:lnTo>
                  <a:lnTo>
                    <a:pt x="102538" y="144232"/>
                  </a:lnTo>
                  <a:lnTo>
                    <a:pt x="100002" y="148346"/>
                  </a:lnTo>
                  <a:lnTo>
                    <a:pt x="99554" y="148607"/>
                  </a:lnTo>
                  <a:lnTo>
                    <a:pt x="96398" y="150445"/>
                  </a:lnTo>
                  <a:lnTo>
                    <a:pt x="93195" y="148239"/>
                  </a:lnTo>
                  <a:lnTo>
                    <a:pt x="79085" y="138521"/>
                  </a:lnTo>
                  <a:lnTo>
                    <a:pt x="78402" y="138050"/>
                  </a:lnTo>
                  <a:lnTo>
                    <a:pt x="77589" y="137491"/>
                  </a:lnTo>
                  <a:lnTo>
                    <a:pt x="73342" y="134759"/>
                  </a:lnTo>
                  <a:lnTo>
                    <a:pt x="71982" y="133816"/>
                  </a:lnTo>
                  <a:lnTo>
                    <a:pt x="64831" y="128862"/>
                  </a:lnTo>
                  <a:lnTo>
                    <a:pt x="55241" y="122464"/>
                  </a:lnTo>
                  <a:lnTo>
                    <a:pt x="36729" y="109393"/>
                  </a:lnTo>
                  <a:lnTo>
                    <a:pt x="33805" y="107557"/>
                  </a:lnTo>
                  <a:lnTo>
                    <a:pt x="23675" y="100836"/>
                  </a:lnTo>
                  <a:lnTo>
                    <a:pt x="15050" y="94861"/>
                  </a:lnTo>
                  <a:lnTo>
                    <a:pt x="4265" y="87040"/>
                  </a:lnTo>
                  <a:lnTo>
                    <a:pt x="2759" y="85948"/>
                  </a:lnTo>
                  <a:lnTo>
                    <a:pt x="1310" y="84897"/>
                  </a:lnTo>
                  <a:lnTo>
                    <a:pt x="0" y="83935"/>
                  </a:lnTo>
                  <a:lnTo>
                    <a:pt x="565" y="83083"/>
                  </a:lnTo>
                  <a:lnTo>
                    <a:pt x="4247" y="77532"/>
                  </a:lnTo>
                  <a:lnTo>
                    <a:pt x="5697" y="75345"/>
                  </a:lnTo>
                  <a:lnTo>
                    <a:pt x="11368" y="67602"/>
                  </a:lnTo>
                  <a:lnTo>
                    <a:pt x="12212" y="66450"/>
                  </a:lnTo>
                  <a:lnTo>
                    <a:pt x="14456" y="63386"/>
                  </a:lnTo>
                  <a:lnTo>
                    <a:pt x="16960" y="59747"/>
                  </a:lnTo>
                  <a:lnTo>
                    <a:pt x="20024" y="55293"/>
                  </a:lnTo>
                  <a:lnTo>
                    <a:pt x="21128" y="53690"/>
                  </a:lnTo>
                  <a:lnTo>
                    <a:pt x="23667" y="49999"/>
                  </a:lnTo>
                  <a:lnTo>
                    <a:pt x="33056" y="36354"/>
                  </a:lnTo>
                  <a:lnTo>
                    <a:pt x="33679" y="35449"/>
                  </a:lnTo>
                  <a:lnTo>
                    <a:pt x="36878" y="30800"/>
                  </a:lnTo>
                  <a:lnTo>
                    <a:pt x="40044" y="26043"/>
                  </a:lnTo>
                  <a:lnTo>
                    <a:pt x="40352" y="25581"/>
                  </a:lnTo>
                  <a:lnTo>
                    <a:pt x="41847" y="23335"/>
                  </a:lnTo>
                  <a:lnTo>
                    <a:pt x="51575" y="8721"/>
                  </a:lnTo>
                  <a:lnTo>
                    <a:pt x="56054" y="1992"/>
                  </a:lnTo>
                  <a:lnTo>
                    <a:pt x="56627" y="1131"/>
                  </a:lnTo>
                  <a:lnTo>
                    <a:pt x="57380" y="0"/>
                  </a:lnTo>
                  <a:lnTo>
                    <a:pt x="57658" y="191"/>
                  </a:lnTo>
                  <a:lnTo>
                    <a:pt x="62698" y="3668"/>
                  </a:lnTo>
                  <a:lnTo>
                    <a:pt x="72032" y="10108"/>
                  </a:lnTo>
                  <a:lnTo>
                    <a:pt x="73179" y="10900"/>
                  </a:lnTo>
                  <a:lnTo>
                    <a:pt x="90785" y="23046"/>
                  </a:lnTo>
                  <a:lnTo>
                    <a:pt x="93886" y="25106"/>
                  </a:lnTo>
                  <a:lnTo>
                    <a:pt x="112443" y="38020"/>
                  </a:lnTo>
                  <a:lnTo>
                    <a:pt x="130626" y="50286"/>
                  </a:lnTo>
                  <a:lnTo>
                    <a:pt x="130952" y="50542"/>
                  </a:lnTo>
                  <a:lnTo>
                    <a:pt x="131301" y="50817"/>
                  </a:lnTo>
                  <a:lnTo>
                    <a:pt x="133860" y="52829"/>
                  </a:lnTo>
                  <a:lnTo>
                    <a:pt x="134249" y="53134"/>
                  </a:lnTo>
                  <a:lnTo>
                    <a:pt x="135732" y="53920"/>
                  </a:lnTo>
                  <a:lnTo>
                    <a:pt x="153078" y="65758"/>
                  </a:lnTo>
                  <a:lnTo>
                    <a:pt x="154344" y="66622"/>
                  </a:lnTo>
                  <a:lnTo>
                    <a:pt x="154856" y="66974"/>
                  </a:lnTo>
                  <a:lnTo>
                    <a:pt x="154504" y="67503"/>
                  </a:lnTo>
                  <a:lnTo>
                    <a:pt x="153646" y="68788"/>
                  </a:lnTo>
                  <a:lnTo>
                    <a:pt x="148932" y="75852"/>
                  </a:lnTo>
                  <a:lnTo>
                    <a:pt x="144184" y="82786"/>
                  </a:lnTo>
                  <a:lnTo>
                    <a:pt x="139577" y="89513"/>
                  </a:lnTo>
                  <a:lnTo>
                    <a:pt x="135130" y="95920"/>
                  </a:lnTo>
                  <a:lnTo>
                    <a:pt x="130222" y="103083"/>
                  </a:lnTo>
                  <a:lnTo>
                    <a:pt x="125855" y="109519"/>
                  </a:lnTo>
                  <a:lnTo>
                    <a:pt x="123463" y="113046"/>
                  </a:lnTo>
                  <a:lnTo>
                    <a:pt x="123179" y="113464"/>
                  </a:lnTo>
                  <a:lnTo>
                    <a:pt x="121241" y="1163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693408" y="3896472"/>
              <a:ext cx="202877" cy="142885"/>
            </a:xfrm>
            <a:custGeom>
              <a:avLst/>
              <a:pathLst>
                <a:path w="202877" h="142885">
                  <a:moveTo>
                    <a:pt x="143863" y="65755"/>
                  </a:moveTo>
                  <a:lnTo>
                    <a:pt x="161960" y="78155"/>
                  </a:lnTo>
                  <a:lnTo>
                    <a:pt x="165013" y="80246"/>
                  </a:lnTo>
                  <a:lnTo>
                    <a:pt x="169114" y="83056"/>
                  </a:lnTo>
                  <a:lnTo>
                    <a:pt x="170955" y="84318"/>
                  </a:lnTo>
                  <a:lnTo>
                    <a:pt x="172643" y="85475"/>
                  </a:lnTo>
                  <a:lnTo>
                    <a:pt x="175004" y="87092"/>
                  </a:lnTo>
                  <a:lnTo>
                    <a:pt x="176890" y="88384"/>
                  </a:lnTo>
                  <a:lnTo>
                    <a:pt x="177229" y="88617"/>
                  </a:lnTo>
                  <a:lnTo>
                    <a:pt x="181603" y="91614"/>
                  </a:lnTo>
                  <a:lnTo>
                    <a:pt x="182882" y="92490"/>
                  </a:lnTo>
                  <a:lnTo>
                    <a:pt x="188581" y="96395"/>
                  </a:lnTo>
                  <a:lnTo>
                    <a:pt x="189282" y="96875"/>
                  </a:lnTo>
                  <a:lnTo>
                    <a:pt x="194135" y="100200"/>
                  </a:lnTo>
                  <a:lnTo>
                    <a:pt x="194418" y="100378"/>
                  </a:lnTo>
                  <a:lnTo>
                    <a:pt x="195076" y="100845"/>
                  </a:lnTo>
                  <a:lnTo>
                    <a:pt x="202877" y="106190"/>
                  </a:lnTo>
                  <a:lnTo>
                    <a:pt x="202777" y="106342"/>
                  </a:lnTo>
                  <a:lnTo>
                    <a:pt x="202540" y="106704"/>
                  </a:lnTo>
                  <a:lnTo>
                    <a:pt x="196065" y="116593"/>
                  </a:lnTo>
                  <a:lnTo>
                    <a:pt x="195261" y="116072"/>
                  </a:lnTo>
                  <a:lnTo>
                    <a:pt x="192050" y="113821"/>
                  </a:lnTo>
                  <a:lnTo>
                    <a:pt x="189981" y="112218"/>
                  </a:lnTo>
                  <a:lnTo>
                    <a:pt x="184715" y="120211"/>
                  </a:lnTo>
                  <a:lnTo>
                    <a:pt x="184599" y="120399"/>
                  </a:lnTo>
                  <a:lnTo>
                    <a:pt x="181393" y="125604"/>
                  </a:lnTo>
                  <a:lnTo>
                    <a:pt x="177807" y="131424"/>
                  </a:lnTo>
                  <a:lnTo>
                    <a:pt x="175621" y="134241"/>
                  </a:lnTo>
                  <a:lnTo>
                    <a:pt x="174822" y="135179"/>
                  </a:lnTo>
                  <a:lnTo>
                    <a:pt x="174493" y="135565"/>
                  </a:lnTo>
                  <a:lnTo>
                    <a:pt x="172029" y="138211"/>
                  </a:lnTo>
                  <a:lnTo>
                    <a:pt x="170874" y="139620"/>
                  </a:lnTo>
                  <a:lnTo>
                    <a:pt x="167783" y="142153"/>
                  </a:lnTo>
                  <a:lnTo>
                    <a:pt x="166901" y="142885"/>
                  </a:lnTo>
                  <a:lnTo>
                    <a:pt x="166357" y="142211"/>
                  </a:lnTo>
                  <a:lnTo>
                    <a:pt x="165533" y="141415"/>
                  </a:lnTo>
                  <a:lnTo>
                    <a:pt x="164018" y="140515"/>
                  </a:lnTo>
                  <a:lnTo>
                    <a:pt x="162693" y="139809"/>
                  </a:lnTo>
                  <a:lnTo>
                    <a:pt x="159920" y="137431"/>
                  </a:lnTo>
                  <a:lnTo>
                    <a:pt x="158987" y="136630"/>
                  </a:lnTo>
                  <a:lnTo>
                    <a:pt x="158583" y="135463"/>
                  </a:lnTo>
                  <a:lnTo>
                    <a:pt x="158486" y="134040"/>
                  </a:lnTo>
                  <a:lnTo>
                    <a:pt x="157775" y="131174"/>
                  </a:lnTo>
                  <a:lnTo>
                    <a:pt x="157650" y="130668"/>
                  </a:lnTo>
                  <a:lnTo>
                    <a:pt x="157469" y="130099"/>
                  </a:lnTo>
                  <a:lnTo>
                    <a:pt x="157493" y="129573"/>
                  </a:lnTo>
                  <a:lnTo>
                    <a:pt x="157527" y="128817"/>
                  </a:lnTo>
                  <a:lnTo>
                    <a:pt x="157441" y="127324"/>
                  </a:lnTo>
                  <a:lnTo>
                    <a:pt x="156509" y="126442"/>
                  </a:lnTo>
                  <a:lnTo>
                    <a:pt x="154727" y="125246"/>
                  </a:lnTo>
                  <a:lnTo>
                    <a:pt x="153446" y="124449"/>
                  </a:lnTo>
                  <a:lnTo>
                    <a:pt x="153302" y="124335"/>
                  </a:lnTo>
                  <a:lnTo>
                    <a:pt x="152318" y="123553"/>
                  </a:lnTo>
                  <a:lnTo>
                    <a:pt x="151132" y="122709"/>
                  </a:lnTo>
                  <a:lnTo>
                    <a:pt x="149938" y="121860"/>
                  </a:lnTo>
                  <a:lnTo>
                    <a:pt x="148922" y="120728"/>
                  </a:lnTo>
                  <a:lnTo>
                    <a:pt x="147943" y="119060"/>
                  </a:lnTo>
                  <a:lnTo>
                    <a:pt x="147825" y="118860"/>
                  </a:lnTo>
                  <a:lnTo>
                    <a:pt x="146257" y="116187"/>
                  </a:lnTo>
                  <a:lnTo>
                    <a:pt x="146087" y="116171"/>
                  </a:lnTo>
                  <a:lnTo>
                    <a:pt x="145670" y="116132"/>
                  </a:lnTo>
                  <a:lnTo>
                    <a:pt x="146246" y="114552"/>
                  </a:lnTo>
                  <a:lnTo>
                    <a:pt x="144701" y="111921"/>
                  </a:lnTo>
                  <a:lnTo>
                    <a:pt x="142762" y="108498"/>
                  </a:lnTo>
                  <a:lnTo>
                    <a:pt x="142054" y="108889"/>
                  </a:lnTo>
                  <a:lnTo>
                    <a:pt x="137277" y="111529"/>
                  </a:lnTo>
                  <a:lnTo>
                    <a:pt x="136254" y="112323"/>
                  </a:lnTo>
                  <a:lnTo>
                    <a:pt x="135890" y="112606"/>
                  </a:lnTo>
                  <a:lnTo>
                    <a:pt x="130968" y="115183"/>
                  </a:lnTo>
                  <a:lnTo>
                    <a:pt x="130408" y="113720"/>
                  </a:lnTo>
                  <a:lnTo>
                    <a:pt x="129503" y="110034"/>
                  </a:lnTo>
                  <a:lnTo>
                    <a:pt x="129106" y="110246"/>
                  </a:lnTo>
                  <a:lnTo>
                    <a:pt x="127580" y="111066"/>
                  </a:lnTo>
                  <a:lnTo>
                    <a:pt x="124747" y="111820"/>
                  </a:lnTo>
                  <a:lnTo>
                    <a:pt x="122130" y="112432"/>
                  </a:lnTo>
                  <a:lnTo>
                    <a:pt x="121493" y="112626"/>
                  </a:lnTo>
                  <a:lnTo>
                    <a:pt x="120401" y="112960"/>
                  </a:lnTo>
                  <a:lnTo>
                    <a:pt x="114050" y="114900"/>
                  </a:lnTo>
                  <a:lnTo>
                    <a:pt x="113155" y="115201"/>
                  </a:lnTo>
                  <a:lnTo>
                    <a:pt x="112499" y="114306"/>
                  </a:lnTo>
                  <a:lnTo>
                    <a:pt x="110936" y="112426"/>
                  </a:lnTo>
                  <a:lnTo>
                    <a:pt x="109488" y="111550"/>
                  </a:lnTo>
                  <a:lnTo>
                    <a:pt x="106496" y="109743"/>
                  </a:lnTo>
                  <a:lnTo>
                    <a:pt x="106322" y="109628"/>
                  </a:lnTo>
                  <a:lnTo>
                    <a:pt x="104057" y="112163"/>
                  </a:lnTo>
                  <a:lnTo>
                    <a:pt x="103314" y="112994"/>
                  </a:lnTo>
                  <a:lnTo>
                    <a:pt x="102570" y="113225"/>
                  </a:lnTo>
                  <a:lnTo>
                    <a:pt x="101468" y="112520"/>
                  </a:lnTo>
                  <a:lnTo>
                    <a:pt x="96549" y="109374"/>
                  </a:lnTo>
                  <a:lnTo>
                    <a:pt x="95767" y="108370"/>
                  </a:lnTo>
                  <a:lnTo>
                    <a:pt x="94876" y="107788"/>
                  </a:lnTo>
                  <a:lnTo>
                    <a:pt x="89794" y="104468"/>
                  </a:lnTo>
                  <a:lnTo>
                    <a:pt x="88684" y="103742"/>
                  </a:lnTo>
                  <a:lnTo>
                    <a:pt x="87479" y="103192"/>
                  </a:lnTo>
                  <a:lnTo>
                    <a:pt x="87039" y="102991"/>
                  </a:lnTo>
                  <a:lnTo>
                    <a:pt x="85984" y="102510"/>
                  </a:lnTo>
                  <a:lnTo>
                    <a:pt x="85799" y="102374"/>
                  </a:lnTo>
                  <a:lnTo>
                    <a:pt x="80335" y="98368"/>
                  </a:lnTo>
                  <a:lnTo>
                    <a:pt x="79323" y="97626"/>
                  </a:lnTo>
                  <a:lnTo>
                    <a:pt x="78330" y="96977"/>
                  </a:lnTo>
                  <a:lnTo>
                    <a:pt x="78030" y="96781"/>
                  </a:lnTo>
                  <a:lnTo>
                    <a:pt x="77473" y="96417"/>
                  </a:lnTo>
                  <a:lnTo>
                    <a:pt x="72533" y="93189"/>
                  </a:lnTo>
                  <a:lnTo>
                    <a:pt x="72131" y="92914"/>
                  </a:lnTo>
                  <a:lnTo>
                    <a:pt x="71471" y="92462"/>
                  </a:lnTo>
                  <a:lnTo>
                    <a:pt x="65094" y="88097"/>
                  </a:lnTo>
                  <a:lnTo>
                    <a:pt x="64884" y="87953"/>
                  </a:lnTo>
                  <a:lnTo>
                    <a:pt x="62493" y="86317"/>
                  </a:lnTo>
                  <a:lnTo>
                    <a:pt x="56594" y="82279"/>
                  </a:lnTo>
                  <a:lnTo>
                    <a:pt x="51337" y="78680"/>
                  </a:lnTo>
                  <a:lnTo>
                    <a:pt x="49479" y="77408"/>
                  </a:lnTo>
                  <a:lnTo>
                    <a:pt x="46706" y="81295"/>
                  </a:lnTo>
                  <a:lnTo>
                    <a:pt x="46135" y="82095"/>
                  </a:lnTo>
                  <a:lnTo>
                    <a:pt x="43863" y="85442"/>
                  </a:lnTo>
                  <a:lnTo>
                    <a:pt x="43213" y="86437"/>
                  </a:lnTo>
                  <a:lnTo>
                    <a:pt x="39462" y="92056"/>
                  </a:lnTo>
                  <a:lnTo>
                    <a:pt x="38755" y="91534"/>
                  </a:lnTo>
                  <a:lnTo>
                    <a:pt x="30536" y="85456"/>
                  </a:lnTo>
                  <a:lnTo>
                    <a:pt x="30367" y="85331"/>
                  </a:lnTo>
                  <a:lnTo>
                    <a:pt x="10488" y="69760"/>
                  </a:lnTo>
                  <a:lnTo>
                    <a:pt x="10334" y="69640"/>
                  </a:lnTo>
                  <a:lnTo>
                    <a:pt x="3777" y="64571"/>
                  </a:lnTo>
                  <a:lnTo>
                    <a:pt x="1000" y="62424"/>
                  </a:lnTo>
                  <a:lnTo>
                    <a:pt x="332" y="61908"/>
                  </a:lnTo>
                  <a:lnTo>
                    <a:pt x="0" y="61651"/>
                  </a:lnTo>
                  <a:lnTo>
                    <a:pt x="7650" y="50794"/>
                  </a:lnTo>
                  <a:lnTo>
                    <a:pt x="8195" y="50021"/>
                  </a:lnTo>
                  <a:lnTo>
                    <a:pt x="8432" y="49684"/>
                  </a:lnTo>
                  <a:lnTo>
                    <a:pt x="8571" y="49519"/>
                  </a:lnTo>
                  <a:lnTo>
                    <a:pt x="9000" y="49006"/>
                  </a:lnTo>
                  <a:lnTo>
                    <a:pt x="12925" y="44314"/>
                  </a:lnTo>
                  <a:lnTo>
                    <a:pt x="13266" y="43907"/>
                  </a:lnTo>
                  <a:lnTo>
                    <a:pt x="17474" y="38199"/>
                  </a:lnTo>
                  <a:lnTo>
                    <a:pt x="19760" y="34966"/>
                  </a:lnTo>
                  <a:lnTo>
                    <a:pt x="21951" y="31870"/>
                  </a:lnTo>
                  <a:lnTo>
                    <a:pt x="23512" y="29614"/>
                  </a:lnTo>
                  <a:lnTo>
                    <a:pt x="29854" y="20450"/>
                  </a:lnTo>
                  <a:lnTo>
                    <a:pt x="31274" y="18398"/>
                  </a:lnTo>
                  <a:lnTo>
                    <a:pt x="35659" y="12279"/>
                  </a:lnTo>
                  <a:lnTo>
                    <a:pt x="37620" y="9312"/>
                  </a:lnTo>
                  <a:lnTo>
                    <a:pt x="38931" y="7328"/>
                  </a:lnTo>
                  <a:lnTo>
                    <a:pt x="41515" y="3562"/>
                  </a:lnTo>
                  <a:lnTo>
                    <a:pt x="43385" y="839"/>
                  </a:lnTo>
                  <a:lnTo>
                    <a:pt x="43864" y="141"/>
                  </a:lnTo>
                  <a:lnTo>
                    <a:pt x="43961" y="0"/>
                  </a:lnTo>
                  <a:lnTo>
                    <a:pt x="44133" y="115"/>
                  </a:lnTo>
                  <a:lnTo>
                    <a:pt x="45015" y="532"/>
                  </a:lnTo>
                  <a:lnTo>
                    <a:pt x="45354" y="692"/>
                  </a:lnTo>
                  <a:lnTo>
                    <a:pt x="45920" y="1083"/>
                  </a:lnTo>
                  <a:lnTo>
                    <a:pt x="58671" y="9892"/>
                  </a:lnTo>
                  <a:lnTo>
                    <a:pt x="64115" y="13653"/>
                  </a:lnTo>
                  <a:lnTo>
                    <a:pt x="64513" y="13928"/>
                  </a:lnTo>
                  <a:lnTo>
                    <a:pt x="64925" y="14212"/>
                  </a:lnTo>
                  <a:lnTo>
                    <a:pt x="71733" y="18916"/>
                  </a:lnTo>
                  <a:lnTo>
                    <a:pt x="71973" y="19082"/>
                  </a:lnTo>
                  <a:lnTo>
                    <a:pt x="76234" y="22025"/>
                  </a:lnTo>
                  <a:lnTo>
                    <a:pt x="78495" y="23588"/>
                  </a:lnTo>
                  <a:lnTo>
                    <a:pt x="78641" y="23688"/>
                  </a:lnTo>
                  <a:lnTo>
                    <a:pt x="85379" y="28343"/>
                  </a:lnTo>
                  <a:lnTo>
                    <a:pt x="86104" y="28844"/>
                  </a:lnTo>
                  <a:lnTo>
                    <a:pt x="91738" y="32736"/>
                  </a:lnTo>
                  <a:lnTo>
                    <a:pt x="92107" y="32991"/>
                  </a:lnTo>
                  <a:lnTo>
                    <a:pt x="92301" y="33126"/>
                  </a:lnTo>
                  <a:lnTo>
                    <a:pt x="94848" y="34885"/>
                  </a:lnTo>
                  <a:lnTo>
                    <a:pt x="98404" y="37342"/>
                  </a:lnTo>
                  <a:lnTo>
                    <a:pt x="98786" y="37606"/>
                  </a:lnTo>
                  <a:lnTo>
                    <a:pt x="100586" y="38849"/>
                  </a:lnTo>
                  <a:lnTo>
                    <a:pt x="103860" y="40318"/>
                  </a:lnTo>
                  <a:lnTo>
                    <a:pt x="105600" y="40893"/>
                  </a:lnTo>
                  <a:lnTo>
                    <a:pt x="107077" y="41382"/>
                  </a:lnTo>
                  <a:lnTo>
                    <a:pt x="107362" y="41508"/>
                  </a:lnTo>
                  <a:lnTo>
                    <a:pt x="108651" y="42082"/>
                  </a:lnTo>
                  <a:lnTo>
                    <a:pt x="108861" y="42176"/>
                  </a:lnTo>
                  <a:lnTo>
                    <a:pt x="109653" y="42528"/>
                  </a:lnTo>
                  <a:lnTo>
                    <a:pt x="110543" y="42925"/>
                  </a:lnTo>
                  <a:lnTo>
                    <a:pt x="110905" y="43173"/>
                  </a:lnTo>
                  <a:lnTo>
                    <a:pt x="111521" y="43595"/>
                  </a:lnTo>
                  <a:lnTo>
                    <a:pt x="115910" y="46602"/>
                  </a:lnTo>
                  <a:lnTo>
                    <a:pt x="116337" y="46894"/>
                  </a:lnTo>
                  <a:lnTo>
                    <a:pt x="121087" y="50149"/>
                  </a:lnTo>
                  <a:lnTo>
                    <a:pt x="126390" y="53783"/>
                  </a:lnTo>
                  <a:lnTo>
                    <a:pt x="128638" y="55323"/>
                  </a:lnTo>
                  <a:lnTo>
                    <a:pt x="132502" y="57970"/>
                  </a:lnTo>
                  <a:lnTo>
                    <a:pt x="143297" y="653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555541" y="3901769"/>
              <a:ext cx="177386" cy="193444"/>
            </a:xfrm>
            <a:custGeom>
              <a:avLst/>
              <a:pathLst>
                <a:path w="177386" h="193444">
                  <a:moveTo>
                    <a:pt x="97738" y="193444"/>
                  </a:moveTo>
                  <a:lnTo>
                    <a:pt x="97269" y="193041"/>
                  </a:lnTo>
                  <a:lnTo>
                    <a:pt x="90172" y="186960"/>
                  </a:lnTo>
                  <a:lnTo>
                    <a:pt x="87139" y="184362"/>
                  </a:lnTo>
                  <a:lnTo>
                    <a:pt x="84563" y="182242"/>
                  </a:lnTo>
                  <a:lnTo>
                    <a:pt x="73418" y="173069"/>
                  </a:lnTo>
                  <a:lnTo>
                    <a:pt x="73159" y="172852"/>
                  </a:lnTo>
                  <a:lnTo>
                    <a:pt x="65043" y="166056"/>
                  </a:lnTo>
                  <a:lnTo>
                    <a:pt x="61851" y="163580"/>
                  </a:lnTo>
                  <a:lnTo>
                    <a:pt x="62455" y="162771"/>
                  </a:lnTo>
                  <a:lnTo>
                    <a:pt x="62122" y="162537"/>
                  </a:lnTo>
                  <a:lnTo>
                    <a:pt x="51305" y="154917"/>
                  </a:lnTo>
                  <a:lnTo>
                    <a:pt x="41631" y="147887"/>
                  </a:lnTo>
                  <a:lnTo>
                    <a:pt x="31879" y="140800"/>
                  </a:lnTo>
                  <a:lnTo>
                    <a:pt x="31689" y="140661"/>
                  </a:lnTo>
                  <a:lnTo>
                    <a:pt x="21552" y="133295"/>
                  </a:lnTo>
                  <a:lnTo>
                    <a:pt x="21193" y="133034"/>
                  </a:lnTo>
                  <a:lnTo>
                    <a:pt x="14081" y="127865"/>
                  </a:lnTo>
                  <a:lnTo>
                    <a:pt x="13820" y="127675"/>
                  </a:lnTo>
                  <a:lnTo>
                    <a:pt x="13516" y="127455"/>
                  </a:lnTo>
                  <a:lnTo>
                    <a:pt x="3973" y="120520"/>
                  </a:lnTo>
                  <a:lnTo>
                    <a:pt x="3543" y="120207"/>
                  </a:lnTo>
                  <a:lnTo>
                    <a:pt x="2819" y="119681"/>
                  </a:lnTo>
                  <a:lnTo>
                    <a:pt x="0" y="117632"/>
                  </a:lnTo>
                  <a:lnTo>
                    <a:pt x="1498" y="115632"/>
                  </a:lnTo>
                  <a:lnTo>
                    <a:pt x="1886" y="115115"/>
                  </a:lnTo>
                  <a:lnTo>
                    <a:pt x="2017" y="114940"/>
                  </a:lnTo>
                  <a:lnTo>
                    <a:pt x="2214" y="114676"/>
                  </a:lnTo>
                  <a:lnTo>
                    <a:pt x="8382" y="106044"/>
                  </a:lnTo>
                  <a:lnTo>
                    <a:pt x="8472" y="105916"/>
                  </a:lnTo>
                  <a:lnTo>
                    <a:pt x="8752" y="105525"/>
                  </a:lnTo>
                  <a:lnTo>
                    <a:pt x="10102" y="103635"/>
                  </a:lnTo>
                  <a:lnTo>
                    <a:pt x="16384" y="94841"/>
                  </a:lnTo>
                  <a:lnTo>
                    <a:pt x="19528" y="90441"/>
                  </a:lnTo>
                  <a:lnTo>
                    <a:pt x="20189" y="89515"/>
                  </a:lnTo>
                  <a:lnTo>
                    <a:pt x="20684" y="88822"/>
                  </a:lnTo>
                  <a:lnTo>
                    <a:pt x="21214" y="88081"/>
                  </a:lnTo>
                  <a:lnTo>
                    <a:pt x="22075" y="86876"/>
                  </a:lnTo>
                  <a:lnTo>
                    <a:pt x="26372" y="80860"/>
                  </a:lnTo>
                  <a:lnTo>
                    <a:pt x="27139" y="79787"/>
                  </a:lnTo>
                  <a:lnTo>
                    <a:pt x="33924" y="70289"/>
                  </a:lnTo>
                  <a:lnTo>
                    <a:pt x="34232" y="69858"/>
                  </a:lnTo>
                  <a:lnTo>
                    <a:pt x="35078" y="68673"/>
                  </a:lnTo>
                  <a:lnTo>
                    <a:pt x="38289" y="64179"/>
                  </a:lnTo>
                  <a:lnTo>
                    <a:pt x="41566" y="59592"/>
                  </a:lnTo>
                  <a:lnTo>
                    <a:pt x="42004" y="58939"/>
                  </a:lnTo>
                  <a:lnTo>
                    <a:pt x="43606" y="56552"/>
                  </a:lnTo>
                  <a:lnTo>
                    <a:pt x="45946" y="53066"/>
                  </a:lnTo>
                  <a:lnTo>
                    <a:pt x="47426" y="50862"/>
                  </a:lnTo>
                  <a:lnTo>
                    <a:pt x="49322" y="48037"/>
                  </a:lnTo>
                  <a:lnTo>
                    <a:pt x="49437" y="47865"/>
                  </a:lnTo>
                  <a:lnTo>
                    <a:pt x="49656" y="47538"/>
                  </a:lnTo>
                  <a:lnTo>
                    <a:pt x="49800" y="47325"/>
                  </a:lnTo>
                  <a:lnTo>
                    <a:pt x="51592" y="44655"/>
                  </a:lnTo>
                  <a:lnTo>
                    <a:pt x="52153" y="43819"/>
                  </a:lnTo>
                  <a:lnTo>
                    <a:pt x="62328" y="28659"/>
                  </a:lnTo>
                  <a:lnTo>
                    <a:pt x="63179" y="27392"/>
                  </a:lnTo>
                  <a:lnTo>
                    <a:pt x="64154" y="25939"/>
                  </a:lnTo>
                  <a:lnTo>
                    <a:pt x="67114" y="21529"/>
                  </a:lnTo>
                  <a:lnTo>
                    <a:pt x="67574" y="20843"/>
                  </a:lnTo>
                  <a:lnTo>
                    <a:pt x="67854" y="20435"/>
                  </a:lnTo>
                  <a:lnTo>
                    <a:pt x="81867" y="0"/>
                  </a:lnTo>
                  <a:lnTo>
                    <a:pt x="86584" y="3281"/>
                  </a:lnTo>
                  <a:lnTo>
                    <a:pt x="87476" y="3902"/>
                  </a:lnTo>
                  <a:lnTo>
                    <a:pt x="93312" y="7962"/>
                  </a:lnTo>
                  <a:lnTo>
                    <a:pt x="96603" y="10225"/>
                  </a:lnTo>
                  <a:lnTo>
                    <a:pt x="96775" y="10343"/>
                  </a:lnTo>
                  <a:lnTo>
                    <a:pt x="97436" y="10797"/>
                  </a:lnTo>
                  <a:lnTo>
                    <a:pt x="99743" y="12383"/>
                  </a:lnTo>
                  <a:lnTo>
                    <a:pt x="103682" y="15091"/>
                  </a:lnTo>
                  <a:lnTo>
                    <a:pt x="103813" y="15181"/>
                  </a:lnTo>
                  <a:lnTo>
                    <a:pt x="110675" y="19898"/>
                  </a:lnTo>
                  <a:lnTo>
                    <a:pt x="110850" y="20018"/>
                  </a:lnTo>
                  <a:lnTo>
                    <a:pt x="117403" y="24523"/>
                  </a:lnTo>
                  <a:lnTo>
                    <a:pt x="117588" y="24650"/>
                  </a:lnTo>
                  <a:lnTo>
                    <a:pt x="117965" y="24910"/>
                  </a:lnTo>
                  <a:lnTo>
                    <a:pt x="120843" y="26888"/>
                  </a:lnTo>
                  <a:lnTo>
                    <a:pt x="124152" y="29162"/>
                  </a:lnTo>
                  <a:lnTo>
                    <a:pt x="130866" y="33778"/>
                  </a:lnTo>
                  <a:lnTo>
                    <a:pt x="131027" y="33888"/>
                  </a:lnTo>
                  <a:lnTo>
                    <a:pt x="135144" y="36718"/>
                  </a:lnTo>
                  <a:lnTo>
                    <a:pt x="137708" y="38481"/>
                  </a:lnTo>
                  <a:lnTo>
                    <a:pt x="146300" y="44387"/>
                  </a:lnTo>
                  <a:lnTo>
                    <a:pt x="146063" y="44723"/>
                  </a:lnTo>
                  <a:lnTo>
                    <a:pt x="145518" y="45497"/>
                  </a:lnTo>
                  <a:lnTo>
                    <a:pt x="137867" y="56354"/>
                  </a:lnTo>
                  <a:lnTo>
                    <a:pt x="138199" y="56611"/>
                  </a:lnTo>
                  <a:lnTo>
                    <a:pt x="138867" y="57127"/>
                  </a:lnTo>
                  <a:lnTo>
                    <a:pt x="141644" y="59274"/>
                  </a:lnTo>
                  <a:lnTo>
                    <a:pt x="148202" y="64343"/>
                  </a:lnTo>
                  <a:lnTo>
                    <a:pt x="148355" y="64463"/>
                  </a:lnTo>
                  <a:lnTo>
                    <a:pt x="168235" y="80034"/>
                  </a:lnTo>
                  <a:lnTo>
                    <a:pt x="168404" y="80159"/>
                  </a:lnTo>
                  <a:lnTo>
                    <a:pt x="176622" y="86236"/>
                  </a:lnTo>
                  <a:lnTo>
                    <a:pt x="177386" y="86801"/>
                  </a:lnTo>
                  <a:lnTo>
                    <a:pt x="176275" y="88440"/>
                  </a:lnTo>
                  <a:lnTo>
                    <a:pt x="175244" y="89962"/>
                  </a:lnTo>
                  <a:lnTo>
                    <a:pt x="160958" y="111049"/>
                  </a:lnTo>
                  <a:lnTo>
                    <a:pt x="145953" y="133199"/>
                  </a:lnTo>
                  <a:lnTo>
                    <a:pt x="146564" y="133607"/>
                  </a:lnTo>
                  <a:lnTo>
                    <a:pt x="148108" y="134623"/>
                  </a:lnTo>
                  <a:lnTo>
                    <a:pt x="147912" y="134856"/>
                  </a:lnTo>
                  <a:lnTo>
                    <a:pt x="147063" y="135862"/>
                  </a:lnTo>
                  <a:lnTo>
                    <a:pt x="131553" y="154263"/>
                  </a:lnTo>
                  <a:lnTo>
                    <a:pt x="131014" y="154903"/>
                  </a:lnTo>
                  <a:lnTo>
                    <a:pt x="130329" y="155713"/>
                  </a:lnTo>
                  <a:lnTo>
                    <a:pt x="129961" y="156148"/>
                  </a:lnTo>
                  <a:lnTo>
                    <a:pt x="127956" y="158449"/>
                  </a:lnTo>
                  <a:lnTo>
                    <a:pt x="115897" y="172288"/>
                  </a:lnTo>
                  <a:lnTo>
                    <a:pt x="115564" y="172670"/>
                  </a:lnTo>
                  <a:lnTo>
                    <a:pt x="115020" y="173294"/>
                  </a:lnTo>
                  <a:lnTo>
                    <a:pt x="114403" y="174020"/>
                  </a:lnTo>
                  <a:lnTo>
                    <a:pt x="113597" y="174968"/>
                  </a:lnTo>
                  <a:lnTo>
                    <a:pt x="112936" y="175746"/>
                  </a:lnTo>
                  <a:lnTo>
                    <a:pt x="105620" y="184353"/>
                  </a:lnTo>
                  <a:lnTo>
                    <a:pt x="105310" y="184717"/>
                  </a:lnTo>
                  <a:lnTo>
                    <a:pt x="105020" y="185051"/>
                  </a:lnTo>
                  <a:lnTo>
                    <a:pt x="100302" y="190488"/>
                  </a:lnTo>
                  <a:lnTo>
                    <a:pt x="99556" y="191348"/>
                  </a:lnTo>
                  <a:lnTo>
                    <a:pt x="98824" y="192192"/>
                  </a:lnTo>
                  <a:lnTo>
                    <a:pt x="97954" y="1931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410358" y="4260164"/>
              <a:ext cx="355732" cy="388031"/>
            </a:xfrm>
            <a:custGeom>
              <a:avLst/>
              <a:pathLst>
                <a:path w="355732" h="388031">
                  <a:moveTo>
                    <a:pt x="328735" y="124391"/>
                  </a:moveTo>
                  <a:lnTo>
                    <a:pt x="330797" y="124461"/>
                  </a:lnTo>
                  <a:lnTo>
                    <a:pt x="331125" y="124444"/>
                  </a:lnTo>
                  <a:lnTo>
                    <a:pt x="332891" y="124353"/>
                  </a:lnTo>
                  <a:lnTo>
                    <a:pt x="333237" y="124335"/>
                  </a:lnTo>
                  <a:lnTo>
                    <a:pt x="333912" y="124300"/>
                  </a:lnTo>
                  <a:lnTo>
                    <a:pt x="334746" y="124335"/>
                  </a:lnTo>
                  <a:lnTo>
                    <a:pt x="340893" y="124589"/>
                  </a:lnTo>
                  <a:lnTo>
                    <a:pt x="343906" y="124756"/>
                  </a:lnTo>
                  <a:lnTo>
                    <a:pt x="344436" y="124785"/>
                  </a:lnTo>
                  <a:lnTo>
                    <a:pt x="351822" y="124921"/>
                  </a:lnTo>
                  <a:lnTo>
                    <a:pt x="352851" y="124960"/>
                  </a:lnTo>
                  <a:lnTo>
                    <a:pt x="353490" y="124985"/>
                  </a:lnTo>
                  <a:lnTo>
                    <a:pt x="354777" y="125035"/>
                  </a:lnTo>
                  <a:lnTo>
                    <a:pt x="354988" y="125043"/>
                  </a:lnTo>
                  <a:lnTo>
                    <a:pt x="355118" y="125048"/>
                  </a:lnTo>
                  <a:lnTo>
                    <a:pt x="355256" y="125054"/>
                  </a:lnTo>
                  <a:lnTo>
                    <a:pt x="355732" y="125072"/>
                  </a:lnTo>
                  <a:lnTo>
                    <a:pt x="355582" y="135087"/>
                  </a:lnTo>
                  <a:lnTo>
                    <a:pt x="355555" y="135359"/>
                  </a:lnTo>
                  <a:lnTo>
                    <a:pt x="355458" y="136325"/>
                  </a:lnTo>
                  <a:lnTo>
                    <a:pt x="355434" y="136567"/>
                  </a:lnTo>
                  <a:lnTo>
                    <a:pt x="355418" y="136724"/>
                  </a:lnTo>
                  <a:lnTo>
                    <a:pt x="355308" y="137831"/>
                  </a:lnTo>
                  <a:lnTo>
                    <a:pt x="355211" y="138796"/>
                  </a:lnTo>
                  <a:lnTo>
                    <a:pt x="355111" y="139530"/>
                  </a:lnTo>
                  <a:lnTo>
                    <a:pt x="354859" y="141377"/>
                  </a:lnTo>
                  <a:lnTo>
                    <a:pt x="354671" y="142749"/>
                  </a:lnTo>
                  <a:lnTo>
                    <a:pt x="354476" y="144180"/>
                  </a:lnTo>
                  <a:lnTo>
                    <a:pt x="354438" y="144459"/>
                  </a:lnTo>
                  <a:lnTo>
                    <a:pt x="354311" y="144630"/>
                  </a:lnTo>
                  <a:lnTo>
                    <a:pt x="353361" y="145903"/>
                  </a:lnTo>
                  <a:lnTo>
                    <a:pt x="353000" y="146387"/>
                  </a:lnTo>
                  <a:lnTo>
                    <a:pt x="352749" y="147160"/>
                  </a:lnTo>
                  <a:lnTo>
                    <a:pt x="352507" y="147908"/>
                  </a:lnTo>
                  <a:lnTo>
                    <a:pt x="352440" y="148116"/>
                  </a:lnTo>
                  <a:lnTo>
                    <a:pt x="352390" y="148269"/>
                  </a:lnTo>
                  <a:lnTo>
                    <a:pt x="352124" y="149210"/>
                  </a:lnTo>
                  <a:lnTo>
                    <a:pt x="352041" y="149505"/>
                  </a:lnTo>
                  <a:lnTo>
                    <a:pt x="351530" y="151311"/>
                  </a:lnTo>
                  <a:lnTo>
                    <a:pt x="349755" y="157585"/>
                  </a:lnTo>
                  <a:lnTo>
                    <a:pt x="347163" y="154598"/>
                  </a:lnTo>
                  <a:lnTo>
                    <a:pt x="345896" y="153137"/>
                  </a:lnTo>
                  <a:lnTo>
                    <a:pt x="343765" y="151090"/>
                  </a:lnTo>
                  <a:lnTo>
                    <a:pt x="338964" y="148180"/>
                  </a:lnTo>
                  <a:lnTo>
                    <a:pt x="335910" y="153555"/>
                  </a:lnTo>
                  <a:lnTo>
                    <a:pt x="335427" y="154315"/>
                  </a:lnTo>
                  <a:lnTo>
                    <a:pt x="335018" y="154958"/>
                  </a:lnTo>
                  <a:lnTo>
                    <a:pt x="333377" y="157539"/>
                  </a:lnTo>
                  <a:lnTo>
                    <a:pt x="333157" y="157889"/>
                  </a:lnTo>
                  <a:lnTo>
                    <a:pt x="332569" y="158825"/>
                  </a:lnTo>
                  <a:lnTo>
                    <a:pt x="333029" y="159796"/>
                  </a:lnTo>
                  <a:lnTo>
                    <a:pt x="333427" y="160637"/>
                  </a:lnTo>
                  <a:lnTo>
                    <a:pt x="334778" y="162032"/>
                  </a:lnTo>
                  <a:lnTo>
                    <a:pt x="336624" y="164065"/>
                  </a:lnTo>
                  <a:lnTo>
                    <a:pt x="337492" y="165404"/>
                  </a:lnTo>
                  <a:lnTo>
                    <a:pt x="337646" y="166571"/>
                  </a:lnTo>
                  <a:lnTo>
                    <a:pt x="337765" y="167823"/>
                  </a:lnTo>
                  <a:lnTo>
                    <a:pt x="337796" y="168146"/>
                  </a:lnTo>
                  <a:lnTo>
                    <a:pt x="337945" y="169708"/>
                  </a:lnTo>
                  <a:lnTo>
                    <a:pt x="338047" y="170434"/>
                  </a:lnTo>
                  <a:lnTo>
                    <a:pt x="337957" y="170665"/>
                  </a:lnTo>
                  <a:lnTo>
                    <a:pt x="337827" y="170840"/>
                  </a:lnTo>
                  <a:lnTo>
                    <a:pt x="336290" y="172922"/>
                  </a:lnTo>
                  <a:lnTo>
                    <a:pt x="334244" y="176571"/>
                  </a:lnTo>
                  <a:lnTo>
                    <a:pt x="332457" y="179756"/>
                  </a:lnTo>
                  <a:lnTo>
                    <a:pt x="331634" y="182101"/>
                  </a:lnTo>
                  <a:lnTo>
                    <a:pt x="330610" y="183473"/>
                  </a:lnTo>
                  <a:lnTo>
                    <a:pt x="330381" y="183780"/>
                  </a:lnTo>
                  <a:lnTo>
                    <a:pt x="329178" y="185550"/>
                  </a:lnTo>
                  <a:lnTo>
                    <a:pt x="328989" y="185829"/>
                  </a:lnTo>
                  <a:lnTo>
                    <a:pt x="326318" y="189700"/>
                  </a:lnTo>
                  <a:lnTo>
                    <a:pt x="325258" y="191236"/>
                  </a:lnTo>
                  <a:lnTo>
                    <a:pt x="324668" y="192415"/>
                  </a:lnTo>
                  <a:lnTo>
                    <a:pt x="324529" y="192627"/>
                  </a:lnTo>
                  <a:lnTo>
                    <a:pt x="323842" y="193677"/>
                  </a:lnTo>
                  <a:lnTo>
                    <a:pt x="322820" y="194780"/>
                  </a:lnTo>
                  <a:lnTo>
                    <a:pt x="317479" y="195801"/>
                  </a:lnTo>
                  <a:lnTo>
                    <a:pt x="313066" y="196644"/>
                  </a:lnTo>
                  <a:lnTo>
                    <a:pt x="312999" y="190155"/>
                  </a:lnTo>
                  <a:lnTo>
                    <a:pt x="308522" y="191316"/>
                  </a:lnTo>
                  <a:lnTo>
                    <a:pt x="302575" y="197600"/>
                  </a:lnTo>
                  <a:lnTo>
                    <a:pt x="295805" y="204692"/>
                  </a:lnTo>
                  <a:lnTo>
                    <a:pt x="287958" y="196551"/>
                  </a:lnTo>
                  <a:lnTo>
                    <a:pt x="286452" y="197653"/>
                  </a:lnTo>
                  <a:lnTo>
                    <a:pt x="285896" y="198060"/>
                  </a:lnTo>
                  <a:lnTo>
                    <a:pt x="283712" y="199658"/>
                  </a:lnTo>
                  <a:lnTo>
                    <a:pt x="278292" y="191358"/>
                  </a:lnTo>
                  <a:lnTo>
                    <a:pt x="277359" y="189931"/>
                  </a:lnTo>
                  <a:lnTo>
                    <a:pt x="273339" y="183774"/>
                  </a:lnTo>
                  <a:lnTo>
                    <a:pt x="271007" y="180203"/>
                  </a:lnTo>
                  <a:lnTo>
                    <a:pt x="269898" y="179864"/>
                  </a:lnTo>
                  <a:lnTo>
                    <a:pt x="265691" y="178576"/>
                  </a:lnTo>
                  <a:lnTo>
                    <a:pt x="258537" y="176385"/>
                  </a:lnTo>
                  <a:lnTo>
                    <a:pt x="257678" y="176041"/>
                  </a:lnTo>
                  <a:lnTo>
                    <a:pt x="254145" y="174625"/>
                  </a:lnTo>
                  <a:lnTo>
                    <a:pt x="253823" y="174603"/>
                  </a:lnTo>
                  <a:lnTo>
                    <a:pt x="247462" y="174170"/>
                  </a:lnTo>
                  <a:lnTo>
                    <a:pt x="244567" y="188514"/>
                  </a:lnTo>
                  <a:lnTo>
                    <a:pt x="258823" y="207866"/>
                  </a:lnTo>
                  <a:lnTo>
                    <a:pt x="281909" y="212311"/>
                  </a:lnTo>
                  <a:lnTo>
                    <a:pt x="286642" y="228817"/>
                  </a:lnTo>
                  <a:lnTo>
                    <a:pt x="247104" y="234510"/>
                  </a:lnTo>
                  <a:lnTo>
                    <a:pt x="248415" y="211996"/>
                  </a:lnTo>
                  <a:lnTo>
                    <a:pt x="245124" y="203814"/>
                  </a:lnTo>
                  <a:lnTo>
                    <a:pt x="242605" y="200782"/>
                  </a:lnTo>
                  <a:lnTo>
                    <a:pt x="230645" y="186851"/>
                  </a:lnTo>
                  <a:lnTo>
                    <a:pt x="231989" y="204219"/>
                  </a:lnTo>
                  <a:lnTo>
                    <a:pt x="219612" y="218031"/>
                  </a:lnTo>
                  <a:lnTo>
                    <a:pt x="222960" y="242133"/>
                  </a:lnTo>
                  <a:lnTo>
                    <a:pt x="235790" y="245411"/>
                  </a:lnTo>
                  <a:lnTo>
                    <a:pt x="235790" y="252515"/>
                  </a:lnTo>
                  <a:lnTo>
                    <a:pt x="244344" y="256886"/>
                  </a:lnTo>
                  <a:lnTo>
                    <a:pt x="246482" y="274645"/>
                  </a:lnTo>
                  <a:lnTo>
                    <a:pt x="251026" y="286667"/>
                  </a:lnTo>
                  <a:lnTo>
                    <a:pt x="253967" y="295956"/>
                  </a:lnTo>
                  <a:lnTo>
                    <a:pt x="250390" y="302399"/>
                  </a:lnTo>
                  <a:lnTo>
                    <a:pt x="259580" y="318360"/>
                  </a:lnTo>
                  <a:lnTo>
                    <a:pt x="268668" y="321639"/>
                  </a:lnTo>
                  <a:lnTo>
                    <a:pt x="279627" y="323551"/>
                  </a:lnTo>
                  <a:lnTo>
                    <a:pt x="284439" y="329835"/>
                  </a:lnTo>
                  <a:lnTo>
                    <a:pt x="287379" y="339125"/>
                  </a:lnTo>
                  <a:lnTo>
                    <a:pt x="284973" y="347868"/>
                  </a:lnTo>
                  <a:lnTo>
                    <a:pt x="294596" y="355518"/>
                  </a:lnTo>
                  <a:lnTo>
                    <a:pt x="294596" y="360163"/>
                  </a:lnTo>
                  <a:lnTo>
                    <a:pt x="307694" y="367540"/>
                  </a:lnTo>
                  <a:lnTo>
                    <a:pt x="302615" y="378741"/>
                  </a:lnTo>
                  <a:lnTo>
                    <a:pt x="277222" y="364807"/>
                  </a:lnTo>
                  <a:lnTo>
                    <a:pt x="263857" y="388031"/>
                  </a:lnTo>
                  <a:lnTo>
                    <a:pt x="247552" y="379561"/>
                  </a:lnTo>
                  <a:lnTo>
                    <a:pt x="250759" y="370545"/>
                  </a:lnTo>
                  <a:lnTo>
                    <a:pt x="254234" y="362622"/>
                  </a:lnTo>
                  <a:lnTo>
                    <a:pt x="258778" y="354425"/>
                  </a:lnTo>
                  <a:lnTo>
                    <a:pt x="261718" y="348687"/>
                  </a:lnTo>
                  <a:lnTo>
                    <a:pt x="258778" y="345409"/>
                  </a:lnTo>
                  <a:lnTo>
                    <a:pt x="251561" y="345409"/>
                  </a:lnTo>
                  <a:lnTo>
                    <a:pt x="244611" y="345136"/>
                  </a:lnTo>
                  <a:lnTo>
                    <a:pt x="234721" y="342130"/>
                  </a:lnTo>
                  <a:lnTo>
                    <a:pt x="226168" y="336939"/>
                  </a:lnTo>
                  <a:lnTo>
                    <a:pt x="217347" y="331202"/>
                  </a:lnTo>
                  <a:lnTo>
                    <a:pt x="209061" y="323005"/>
                  </a:lnTo>
                  <a:lnTo>
                    <a:pt x="203180" y="308798"/>
                  </a:lnTo>
                  <a:lnTo>
                    <a:pt x="200240" y="301421"/>
                  </a:lnTo>
                  <a:lnTo>
                    <a:pt x="196498" y="295137"/>
                  </a:lnTo>
                  <a:lnTo>
                    <a:pt x="195696" y="286667"/>
                  </a:lnTo>
                  <a:lnTo>
                    <a:pt x="193557" y="281203"/>
                  </a:lnTo>
                  <a:lnTo>
                    <a:pt x="189548" y="274099"/>
                  </a:lnTo>
                  <a:lnTo>
                    <a:pt x="190884" y="265902"/>
                  </a:lnTo>
                  <a:lnTo>
                    <a:pt x="191152" y="257979"/>
                  </a:lnTo>
                  <a:lnTo>
                    <a:pt x="186608" y="246504"/>
                  </a:lnTo>
                  <a:lnTo>
                    <a:pt x="193431" y="218710"/>
                  </a:lnTo>
                  <a:lnTo>
                    <a:pt x="177560" y="204195"/>
                  </a:lnTo>
                  <a:lnTo>
                    <a:pt x="163417" y="205684"/>
                  </a:lnTo>
                  <a:lnTo>
                    <a:pt x="157291" y="209782"/>
                  </a:lnTo>
                  <a:lnTo>
                    <a:pt x="161524" y="226175"/>
                  </a:lnTo>
                  <a:lnTo>
                    <a:pt x="159296" y="232095"/>
                  </a:lnTo>
                  <a:lnTo>
                    <a:pt x="159920" y="239492"/>
                  </a:lnTo>
                  <a:lnTo>
                    <a:pt x="162906" y="238305"/>
                  </a:lnTo>
                  <a:lnTo>
                    <a:pt x="167834" y="245307"/>
                  </a:lnTo>
                  <a:lnTo>
                    <a:pt x="154051" y="253247"/>
                  </a:lnTo>
                  <a:lnTo>
                    <a:pt x="153522" y="251639"/>
                  </a:lnTo>
                  <a:lnTo>
                    <a:pt x="147156" y="234486"/>
                  </a:lnTo>
                  <a:lnTo>
                    <a:pt x="148873" y="230755"/>
                  </a:lnTo>
                  <a:lnTo>
                    <a:pt x="144730" y="230563"/>
                  </a:lnTo>
                  <a:lnTo>
                    <a:pt x="142522" y="227733"/>
                  </a:lnTo>
                  <a:lnTo>
                    <a:pt x="141825" y="226839"/>
                  </a:lnTo>
                  <a:lnTo>
                    <a:pt x="140599" y="223771"/>
                  </a:lnTo>
                  <a:lnTo>
                    <a:pt x="139954" y="222157"/>
                  </a:lnTo>
                  <a:lnTo>
                    <a:pt x="137611" y="214165"/>
                  </a:lnTo>
                  <a:lnTo>
                    <a:pt x="137006" y="213870"/>
                  </a:lnTo>
                  <a:lnTo>
                    <a:pt x="133674" y="212172"/>
                  </a:lnTo>
                  <a:lnTo>
                    <a:pt x="132701" y="210679"/>
                  </a:lnTo>
                  <a:lnTo>
                    <a:pt x="130759" y="209389"/>
                  </a:lnTo>
                  <a:lnTo>
                    <a:pt x="118163" y="196581"/>
                  </a:lnTo>
                  <a:lnTo>
                    <a:pt x="113909" y="193983"/>
                  </a:lnTo>
                  <a:lnTo>
                    <a:pt x="109767" y="191263"/>
                  </a:lnTo>
                  <a:lnTo>
                    <a:pt x="109514" y="191439"/>
                  </a:lnTo>
                  <a:lnTo>
                    <a:pt x="103859" y="187537"/>
                  </a:lnTo>
                  <a:lnTo>
                    <a:pt x="102832" y="186828"/>
                  </a:lnTo>
                  <a:lnTo>
                    <a:pt x="101407" y="185826"/>
                  </a:lnTo>
                  <a:lnTo>
                    <a:pt x="100545" y="185193"/>
                  </a:lnTo>
                  <a:lnTo>
                    <a:pt x="100787" y="184768"/>
                  </a:lnTo>
                  <a:lnTo>
                    <a:pt x="100935" y="184308"/>
                  </a:lnTo>
                  <a:lnTo>
                    <a:pt x="101497" y="182559"/>
                  </a:lnTo>
                  <a:lnTo>
                    <a:pt x="101688" y="181966"/>
                  </a:lnTo>
                  <a:lnTo>
                    <a:pt x="102062" y="181362"/>
                  </a:lnTo>
                  <a:lnTo>
                    <a:pt x="102182" y="181168"/>
                  </a:lnTo>
                  <a:lnTo>
                    <a:pt x="102357" y="180929"/>
                  </a:lnTo>
                  <a:lnTo>
                    <a:pt x="106389" y="175426"/>
                  </a:lnTo>
                  <a:lnTo>
                    <a:pt x="104117" y="173864"/>
                  </a:lnTo>
                  <a:lnTo>
                    <a:pt x="84341" y="160261"/>
                  </a:lnTo>
                  <a:lnTo>
                    <a:pt x="70995" y="151082"/>
                  </a:lnTo>
                  <a:lnTo>
                    <a:pt x="52948" y="138669"/>
                  </a:lnTo>
                  <a:lnTo>
                    <a:pt x="52386" y="138283"/>
                  </a:lnTo>
                  <a:lnTo>
                    <a:pt x="52243" y="138184"/>
                  </a:lnTo>
                  <a:lnTo>
                    <a:pt x="50623" y="137070"/>
                  </a:lnTo>
                  <a:lnTo>
                    <a:pt x="39258" y="129252"/>
                  </a:lnTo>
                  <a:lnTo>
                    <a:pt x="33065" y="124993"/>
                  </a:lnTo>
                  <a:lnTo>
                    <a:pt x="26059" y="120175"/>
                  </a:lnTo>
                  <a:lnTo>
                    <a:pt x="23753" y="118588"/>
                  </a:lnTo>
                  <a:lnTo>
                    <a:pt x="17493" y="114282"/>
                  </a:lnTo>
                  <a:lnTo>
                    <a:pt x="2427" y="103920"/>
                  </a:lnTo>
                  <a:lnTo>
                    <a:pt x="0" y="102104"/>
                  </a:lnTo>
                  <a:lnTo>
                    <a:pt x="852" y="100856"/>
                  </a:lnTo>
                  <a:lnTo>
                    <a:pt x="1046" y="100571"/>
                  </a:lnTo>
                  <a:lnTo>
                    <a:pt x="1759" y="99526"/>
                  </a:lnTo>
                  <a:lnTo>
                    <a:pt x="1998" y="99176"/>
                  </a:lnTo>
                  <a:lnTo>
                    <a:pt x="2422" y="98555"/>
                  </a:lnTo>
                  <a:lnTo>
                    <a:pt x="3878" y="96424"/>
                  </a:lnTo>
                  <a:lnTo>
                    <a:pt x="5747" y="93687"/>
                  </a:lnTo>
                  <a:lnTo>
                    <a:pt x="6353" y="92799"/>
                  </a:lnTo>
                  <a:lnTo>
                    <a:pt x="9328" y="88442"/>
                  </a:lnTo>
                  <a:lnTo>
                    <a:pt x="11084" y="85871"/>
                  </a:lnTo>
                  <a:lnTo>
                    <a:pt x="11987" y="84548"/>
                  </a:lnTo>
                  <a:lnTo>
                    <a:pt x="15239" y="79786"/>
                  </a:lnTo>
                  <a:lnTo>
                    <a:pt x="17647" y="76260"/>
                  </a:lnTo>
                  <a:lnTo>
                    <a:pt x="18107" y="75586"/>
                  </a:lnTo>
                  <a:lnTo>
                    <a:pt x="18497" y="75063"/>
                  </a:lnTo>
                  <a:lnTo>
                    <a:pt x="21288" y="71323"/>
                  </a:lnTo>
                  <a:lnTo>
                    <a:pt x="22341" y="69912"/>
                  </a:lnTo>
                  <a:lnTo>
                    <a:pt x="22959" y="69009"/>
                  </a:lnTo>
                  <a:lnTo>
                    <a:pt x="25377" y="65474"/>
                  </a:lnTo>
                  <a:lnTo>
                    <a:pt x="25519" y="65268"/>
                  </a:lnTo>
                  <a:lnTo>
                    <a:pt x="26332" y="64079"/>
                  </a:lnTo>
                  <a:lnTo>
                    <a:pt x="27510" y="62358"/>
                  </a:lnTo>
                  <a:lnTo>
                    <a:pt x="29521" y="59324"/>
                  </a:lnTo>
                  <a:lnTo>
                    <a:pt x="30249" y="58226"/>
                  </a:lnTo>
                  <a:lnTo>
                    <a:pt x="31280" y="56670"/>
                  </a:lnTo>
                  <a:lnTo>
                    <a:pt x="33125" y="53886"/>
                  </a:lnTo>
                  <a:lnTo>
                    <a:pt x="35095" y="50913"/>
                  </a:lnTo>
                  <a:lnTo>
                    <a:pt x="35871" y="49743"/>
                  </a:lnTo>
                  <a:lnTo>
                    <a:pt x="36557" y="48848"/>
                  </a:lnTo>
                  <a:lnTo>
                    <a:pt x="39651" y="44814"/>
                  </a:lnTo>
                  <a:lnTo>
                    <a:pt x="41890" y="41688"/>
                  </a:lnTo>
                  <a:lnTo>
                    <a:pt x="42697" y="40561"/>
                  </a:lnTo>
                  <a:lnTo>
                    <a:pt x="43301" y="39718"/>
                  </a:lnTo>
                  <a:lnTo>
                    <a:pt x="43630" y="39259"/>
                  </a:lnTo>
                  <a:lnTo>
                    <a:pt x="44919" y="37635"/>
                  </a:lnTo>
                  <a:lnTo>
                    <a:pt x="45986" y="36290"/>
                  </a:lnTo>
                  <a:lnTo>
                    <a:pt x="47819" y="33983"/>
                  </a:lnTo>
                  <a:lnTo>
                    <a:pt x="54162" y="25521"/>
                  </a:lnTo>
                  <a:lnTo>
                    <a:pt x="54403" y="25257"/>
                  </a:lnTo>
                  <a:lnTo>
                    <a:pt x="54590" y="25052"/>
                  </a:lnTo>
                  <a:lnTo>
                    <a:pt x="55809" y="23714"/>
                  </a:lnTo>
                  <a:lnTo>
                    <a:pt x="56236" y="23246"/>
                  </a:lnTo>
                  <a:lnTo>
                    <a:pt x="56456" y="23004"/>
                  </a:lnTo>
                  <a:lnTo>
                    <a:pt x="56595" y="22852"/>
                  </a:lnTo>
                  <a:lnTo>
                    <a:pt x="56846" y="22600"/>
                  </a:lnTo>
                  <a:lnTo>
                    <a:pt x="57169" y="22276"/>
                  </a:lnTo>
                  <a:lnTo>
                    <a:pt x="59129" y="20309"/>
                  </a:lnTo>
                  <a:lnTo>
                    <a:pt x="60877" y="18554"/>
                  </a:lnTo>
                  <a:lnTo>
                    <a:pt x="61259" y="18171"/>
                  </a:lnTo>
                  <a:lnTo>
                    <a:pt x="71292" y="8481"/>
                  </a:lnTo>
                  <a:lnTo>
                    <a:pt x="73516" y="7112"/>
                  </a:lnTo>
                  <a:lnTo>
                    <a:pt x="75452" y="5921"/>
                  </a:lnTo>
                  <a:lnTo>
                    <a:pt x="76601" y="5232"/>
                  </a:lnTo>
                  <a:lnTo>
                    <a:pt x="77576" y="4776"/>
                  </a:lnTo>
                  <a:lnTo>
                    <a:pt x="80599" y="3360"/>
                  </a:lnTo>
                  <a:lnTo>
                    <a:pt x="81054" y="3147"/>
                  </a:lnTo>
                  <a:lnTo>
                    <a:pt x="87775" y="0"/>
                  </a:lnTo>
                  <a:lnTo>
                    <a:pt x="88800" y="2682"/>
                  </a:lnTo>
                  <a:lnTo>
                    <a:pt x="89360" y="4146"/>
                  </a:lnTo>
                  <a:lnTo>
                    <a:pt x="90256" y="6493"/>
                  </a:lnTo>
                  <a:lnTo>
                    <a:pt x="90381" y="6820"/>
                  </a:lnTo>
                  <a:lnTo>
                    <a:pt x="90856" y="8062"/>
                  </a:lnTo>
                  <a:lnTo>
                    <a:pt x="91554" y="9207"/>
                  </a:lnTo>
                  <a:lnTo>
                    <a:pt x="91805" y="9811"/>
                  </a:lnTo>
                  <a:lnTo>
                    <a:pt x="98276" y="25382"/>
                  </a:lnTo>
                  <a:lnTo>
                    <a:pt x="98593" y="26143"/>
                  </a:lnTo>
                  <a:lnTo>
                    <a:pt x="103416" y="37750"/>
                  </a:lnTo>
                  <a:lnTo>
                    <a:pt x="104949" y="41263"/>
                  </a:lnTo>
                  <a:lnTo>
                    <a:pt x="105675" y="42929"/>
                  </a:lnTo>
                  <a:lnTo>
                    <a:pt x="106256" y="44113"/>
                  </a:lnTo>
                  <a:lnTo>
                    <a:pt x="108861" y="49422"/>
                  </a:lnTo>
                  <a:lnTo>
                    <a:pt x="109776" y="50875"/>
                  </a:lnTo>
                  <a:lnTo>
                    <a:pt x="110970" y="52768"/>
                  </a:lnTo>
                  <a:lnTo>
                    <a:pt x="111253" y="53218"/>
                  </a:lnTo>
                  <a:lnTo>
                    <a:pt x="111421" y="53485"/>
                  </a:lnTo>
                  <a:lnTo>
                    <a:pt x="112795" y="55026"/>
                  </a:lnTo>
                  <a:lnTo>
                    <a:pt x="115215" y="57741"/>
                  </a:lnTo>
                  <a:lnTo>
                    <a:pt x="115430" y="57983"/>
                  </a:lnTo>
                  <a:lnTo>
                    <a:pt x="116233" y="58884"/>
                  </a:lnTo>
                  <a:lnTo>
                    <a:pt x="117235" y="59661"/>
                  </a:lnTo>
                  <a:lnTo>
                    <a:pt x="119244" y="61219"/>
                  </a:lnTo>
                  <a:lnTo>
                    <a:pt x="122407" y="63672"/>
                  </a:lnTo>
                  <a:lnTo>
                    <a:pt x="123923" y="64642"/>
                  </a:lnTo>
                  <a:lnTo>
                    <a:pt x="126203" y="66101"/>
                  </a:lnTo>
                  <a:lnTo>
                    <a:pt x="132425" y="68675"/>
                  </a:lnTo>
                  <a:lnTo>
                    <a:pt x="134528" y="69239"/>
                  </a:lnTo>
                  <a:lnTo>
                    <a:pt x="136011" y="69636"/>
                  </a:lnTo>
                  <a:lnTo>
                    <a:pt x="139030" y="70446"/>
                  </a:lnTo>
                  <a:lnTo>
                    <a:pt x="140586" y="70601"/>
                  </a:lnTo>
                  <a:lnTo>
                    <a:pt x="141885" y="70730"/>
                  </a:lnTo>
                  <a:lnTo>
                    <a:pt x="142430" y="70784"/>
                  </a:lnTo>
                  <a:lnTo>
                    <a:pt x="142872" y="70828"/>
                  </a:lnTo>
                  <a:lnTo>
                    <a:pt x="143315" y="70872"/>
                  </a:lnTo>
                  <a:lnTo>
                    <a:pt x="144306" y="70927"/>
                  </a:lnTo>
                  <a:lnTo>
                    <a:pt x="144721" y="70951"/>
                  </a:lnTo>
                  <a:lnTo>
                    <a:pt x="145614" y="71001"/>
                  </a:lnTo>
                  <a:lnTo>
                    <a:pt x="146069" y="71026"/>
                  </a:lnTo>
                  <a:lnTo>
                    <a:pt x="147226" y="71091"/>
                  </a:lnTo>
                  <a:lnTo>
                    <a:pt x="149026" y="71193"/>
                  </a:lnTo>
                  <a:lnTo>
                    <a:pt x="151526" y="71383"/>
                  </a:lnTo>
                  <a:lnTo>
                    <a:pt x="151777" y="71402"/>
                  </a:lnTo>
                  <a:lnTo>
                    <a:pt x="152950" y="71492"/>
                  </a:lnTo>
                  <a:lnTo>
                    <a:pt x="156855" y="71790"/>
                  </a:lnTo>
                  <a:lnTo>
                    <a:pt x="159475" y="71990"/>
                  </a:lnTo>
                  <a:lnTo>
                    <a:pt x="160406" y="72075"/>
                  </a:lnTo>
                  <a:lnTo>
                    <a:pt x="160785" y="72111"/>
                  </a:lnTo>
                  <a:lnTo>
                    <a:pt x="163983" y="72406"/>
                  </a:lnTo>
                  <a:lnTo>
                    <a:pt x="164877" y="72488"/>
                  </a:lnTo>
                  <a:lnTo>
                    <a:pt x="165125" y="72511"/>
                  </a:lnTo>
                  <a:lnTo>
                    <a:pt x="166748" y="72661"/>
                  </a:lnTo>
                  <a:lnTo>
                    <a:pt x="169153" y="72883"/>
                  </a:lnTo>
                  <a:lnTo>
                    <a:pt x="171315" y="73082"/>
                  </a:lnTo>
                  <a:lnTo>
                    <a:pt x="173066" y="73244"/>
                  </a:lnTo>
                  <a:lnTo>
                    <a:pt x="174720" y="73397"/>
                  </a:lnTo>
                  <a:lnTo>
                    <a:pt x="175011" y="73424"/>
                  </a:lnTo>
                  <a:lnTo>
                    <a:pt x="175178" y="73439"/>
                  </a:lnTo>
                  <a:lnTo>
                    <a:pt x="176310" y="73543"/>
                  </a:lnTo>
                  <a:lnTo>
                    <a:pt x="176940" y="73602"/>
                  </a:lnTo>
                  <a:lnTo>
                    <a:pt x="178114" y="73710"/>
                  </a:lnTo>
                  <a:lnTo>
                    <a:pt x="178929" y="73785"/>
                  </a:lnTo>
                  <a:lnTo>
                    <a:pt x="179144" y="73805"/>
                  </a:lnTo>
                  <a:lnTo>
                    <a:pt x="180030" y="73858"/>
                  </a:lnTo>
                  <a:lnTo>
                    <a:pt x="180706" y="73899"/>
                  </a:lnTo>
                  <a:lnTo>
                    <a:pt x="181088" y="73922"/>
                  </a:lnTo>
                  <a:lnTo>
                    <a:pt x="181335" y="73937"/>
                  </a:lnTo>
                  <a:lnTo>
                    <a:pt x="183595" y="74177"/>
                  </a:lnTo>
                  <a:lnTo>
                    <a:pt x="184733" y="74299"/>
                  </a:lnTo>
                  <a:lnTo>
                    <a:pt x="185534" y="74384"/>
                  </a:lnTo>
                  <a:lnTo>
                    <a:pt x="185672" y="74404"/>
                  </a:lnTo>
                  <a:lnTo>
                    <a:pt x="186708" y="74555"/>
                  </a:lnTo>
                  <a:lnTo>
                    <a:pt x="187655" y="74692"/>
                  </a:lnTo>
                  <a:lnTo>
                    <a:pt x="188812" y="74784"/>
                  </a:lnTo>
                  <a:lnTo>
                    <a:pt x="189936" y="74872"/>
                  </a:lnTo>
                  <a:lnTo>
                    <a:pt x="190309" y="74920"/>
                  </a:lnTo>
                  <a:lnTo>
                    <a:pt x="191515" y="75074"/>
                  </a:lnTo>
                  <a:lnTo>
                    <a:pt x="192299" y="75174"/>
                  </a:lnTo>
                  <a:lnTo>
                    <a:pt x="193304" y="75302"/>
                  </a:lnTo>
                  <a:lnTo>
                    <a:pt x="194159" y="75410"/>
                  </a:lnTo>
                  <a:lnTo>
                    <a:pt x="195117" y="75533"/>
                  </a:lnTo>
                  <a:lnTo>
                    <a:pt x="195806" y="75655"/>
                  </a:lnTo>
                  <a:lnTo>
                    <a:pt x="196865" y="75844"/>
                  </a:lnTo>
                  <a:lnTo>
                    <a:pt x="197219" y="75999"/>
                  </a:lnTo>
                  <a:lnTo>
                    <a:pt x="198950" y="76758"/>
                  </a:lnTo>
                  <a:lnTo>
                    <a:pt x="200433" y="77852"/>
                  </a:lnTo>
                  <a:lnTo>
                    <a:pt x="200622" y="77992"/>
                  </a:lnTo>
                  <a:lnTo>
                    <a:pt x="201456" y="78608"/>
                  </a:lnTo>
                  <a:lnTo>
                    <a:pt x="203049" y="79945"/>
                  </a:lnTo>
                  <a:lnTo>
                    <a:pt x="207220" y="83446"/>
                  </a:lnTo>
                  <a:lnTo>
                    <a:pt x="207551" y="83737"/>
                  </a:lnTo>
                  <a:lnTo>
                    <a:pt x="210060" y="85937"/>
                  </a:lnTo>
                  <a:lnTo>
                    <a:pt x="210287" y="86137"/>
                  </a:lnTo>
                  <a:lnTo>
                    <a:pt x="212908" y="88436"/>
                  </a:lnTo>
                  <a:lnTo>
                    <a:pt x="213596" y="89040"/>
                  </a:lnTo>
                  <a:lnTo>
                    <a:pt x="214195" y="89565"/>
                  </a:lnTo>
                  <a:lnTo>
                    <a:pt x="215727" y="90861"/>
                  </a:lnTo>
                  <a:lnTo>
                    <a:pt x="215945" y="91045"/>
                  </a:lnTo>
                  <a:lnTo>
                    <a:pt x="216555" y="91561"/>
                  </a:lnTo>
                  <a:lnTo>
                    <a:pt x="216863" y="91822"/>
                  </a:lnTo>
                  <a:lnTo>
                    <a:pt x="218970" y="93717"/>
                  </a:lnTo>
                  <a:lnTo>
                    <a:pt x="222347" y="96026"/>
                  </a:lnTo>
                  <a:lnTo>
                    <a:pt x="223228" y="96462"/>
                  </a:lnTo>
                  <a:lnTo>
                    <a:pt x="223503" y="96598"/>
                  </a:lnTo>
                  <a:lnTo>
                    <a:pt x="224148" y="96917"/>
                  </a:lnTo>
                  <a:lnTo>
                    <a:pt x="224700" y="97205"/>
                  </a:lnTo>
                  <a:lnTo>
                    <a:pt x="225038" y="97382"/>
                  </a:lnTo>
                  <a:lnTo>
                    <a:pt x="225903" y="97834"/>
                  </a:lnTo>
                  <a:lnTo>
                    <a:pt x="227089" y="98454"/>
                  </a:lnTo>
                  <a:lnTo>
                    <a:pt x="228023" y="98942"/>
                  </a:lnTo>
                  <a:lnTo>
                    <a:pt x="228221" y="99046"/>
                  </a:lnTo>
                  <a:lnTo>
                    <a:pt x="232274" y="100601"/>
                  </a:lnTo>
                  <a:lnTo>
                    <a:pt x="238994" y="102876"/>
                  </a:lnTo>
                  <a:lnTo>
                    <a:pt x="239783" y="102966"/>
                  </a:lnTo>
                  <a:lnTo>
                    <a:pt x="240164" y="103010"/>
                  </a:lnTo>
                  <a:lnTo>
                    <a:pt x="242573" y="103286"/>
                  </a:lnTo>
                  <a:lnTo>
                    <a:pt x="246968" y="103584"/>
                  </a:lnTo>
                  <a:lnTo>
                    <a:pt x="255302" y="104149"/>
                  </a:lnTo>
                  <a:lnTo>
                    <a:pt x="257966" y="104392"/>
                  </a:lnTo>
                  <a:lnTo>
                    <a:pt x="258734" y="104462"/>
                  </a:lnTo>
                  <a:lnTo>
                    <a:pt x="260653" y="105337"/>
                  </a:lnTo>
                  <a:lnTo>
                    <a:pt x="271255" y="110165"/>
                  </a:lnTo>
                  <a:lnTo>
                    <a:pt x="272529" y="110745"/>
                  </a:lnTo>
                  <a:lnTo>
                    <a:pt x="277098" y="113127"/>
                  </a:lnTo>
                  <a:lnTo>
                    <a:pt x="277494" y="113334"/>
                  </a:lnTo>
                  <a:lnTo>
                    <a:pt x="279232" y="114240"/>
                  </a:lnTo>
                  <a:lnTo>
                    <a:pt x="279767" y="114519"/>
                  </a:lnTo>
                  <a:lnTo>
                    <a:pt x="280254" y="114747"/>
                  </a:lnTo>
                  <a:lnTo>
                    <a:pt x="284859" y="116903"/>
                  </a:lnTo>
                  <a:lnTo>
                    <a:pt x="285390" y="117151"/>
                  </a:lnTo>
                  <a:lnTo>
                    <a:pt x="288368" y="118545"/>
                  </a:lnTo>
                  <a:lnTo>
                    <a:pt x="288856" y="118773"/>
                  </a:lnTo>
                  <a:lnTo>
                    <a:pt x="290829" y="119697"/>
                  </a:lnTo>
                  <a:lnTo>
                    <a:pt x="291839" y="120170"/>
                  </a:lnTo>
                  <a:lnTo>
                    <a:pt x="296988" y="122580"/>
                  </a:lnTo>
                  <a:lnTo>
                    <a:pt x="297664" y="122622"/>
                  </a:lnTo>
                  <a:lnTo>
                    <a:pt x="298632" y="122682"/>
                  </a:lnTo>
                  <a:lnTo>
                    <a:pt x="309683" y="123365"/>
                  </a:lnTo>
                  <a:lnTo>
                    <a:pt x="313016" y="123571"/>
                  </a:lnTo>
                  <a:lnTo>
                    <a:pt x="322136" y="124135"/>
                  </a:lnTo>
                  <a:lnTo>
                    <a:pt x="322483" y="124156"/>
                  </a:lnTo>
                  <a:lnTo>
                    <a:pt x="323327" y="124207"/>
                  </a:lnTo>
                  <a:lnTo>
                    <a:pt x="323596" y="124216"/>
                  </a:lnTo>
                  <a:lnTo>
                    <a:pt x="324406" y="124243"/>
                  </a:lnTo>
                  <a:lnTo>
                    <a:pt x="325588" y="124284"/>
                  </a:lnTo>
                  <a:lnTo>
                    <a:pt x="326875" y="124328"/>
                  </a:lnTo>
                  <a:lnTo>
                    <a:pt x="328459" y="12438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713786" y="4438720"/>
              <a:ext cx="128312" cy="111089"/>
            </a:xfrm>
            <a:custGeom>
              <a:avLst/>
              <a:pathLst>
                <a:path w="128312" h="111089">
                  <a:moveTo>
                    <a:pt x="96848" y="9728"/>
                  </a:moveTo>
                  <a:lnTo>
                    <a:pt x="98719" y="16695"/>
                  </a:lnTo>
                  <a:lnTo>
                    <a:pt x="101474" y="13924"/>
                  </a:lnTo>
                  <a:lnTo>
                    <a:pt x="107224" y="8140"/>
                  </a:lnTo>
                  <a:lnTo>
                    <a:pt x="107641" y="8475"/>
                  </a:lnTo>
                  <a:lnTo>
                    <a:pt x="107799" y="8576"/>
                  </a:lnTo>
                  <a:lnTo>
                    <a:pt x="108083" y="8751"/>
                  </a:lnTo>
                  <a:lnTo>
                    <a:pt x="108380" y="8878"/>
                  </a:lnTo>
                  <a:lnTo>
                    <a:pt x="108517" y="8937"/>
                  </a:lnTo>
                  <a:lnTo>
                    <a:pt x="112507" y="10650"/>
                  </a:lnTo>
                  <a:lnTo>
                    <a:pt x="113718" y="11068"/>
                  </a:lnTo>
                  <a:lnTo>
                    <a:pt x="116008" y="11857"/>
                  </a:lnTo>
                  <a:lnTo>
                    <a:pt x="116580" y="12055"/>
                  </a:lnTo>
                  <a:lnTo>
                    <a:pt x="119586" y="13090"/>
                  </a:lnTo>
                  <a:lnTo>
                    <a:pt x="119763" y="13150"/>
                  </a:lnTo>
                  <a:lnTo>
                    <a:pt x="119257" y="15597"/>
                  </a:lnTo>
                  <a:lnTo>
                    <a:pt x="121087" y="16434"/>
                  </a:lnTo>
                  <a:lnTo>
                    <a:pt x="117041" y="25470"/>
                  </a:lnTo>
                  <a:lnTo>
                    <a:pt x="113477" y="31435"/>
                  </a:lnTo>
                  <a:lnTo>
                    <a:pt x="128312" y="42045"/>
                  </a:lnTo>
                  <a:lnTo>
                    <a:pt x="117598" y="59713"/>
                  </a:lnTo>
                  <a:lnTo>
                    <a:pt x="104901" y="68422"/>
                  </a:lnTo>
                  <a:lnTo>
                    <a:pt x="79341" y="48955"/>
                  </a:lnTo>
                  <a:lnTo>
                    <a:pt x="78673" y="35465"/>
                  </a:lnTo>
                  <a:lnTo>
                    <a:pt x="78506" y="34440"/>
                  </a:lnTo>
                  <a:lnTo>
                    <a:pt x="73160" y="36831"/>
                  </a:lnTo>
                  <a:lnTo>
                    <a:pt x="73605" y="42124"/>
                  </a:lnTo>
                  <a:lnTo>
                    <a:pt x="72269" y="46849"/>
                  </a:lnTo>
                  <a:lnTo>
                    <a:pt x="71211" y="55045"/>
                  </a:lnTo>
                  <a:lnTo>
                    <a:pt x="67647" y="59371"/>
                  </a:lnTo>
                  <a:lnTo>
                    <a:pt x="68315" y="69617"/>
                  </a:lnTo>
                  <a:lnTo>
                    <a:pt x="71266" y="76789"/>
                  </a:lnTo>
                  <a:lnTo>
                    <a:pt x="69317" y="84416"/>
                  </a:lnTo>
                  <a:lnTo>
                    <a:pt x="63359" y="91930"/>
                  </a:lnTo>
                  <a:lnTo>
                    <a:pt x="49883" y="102972"/>
                  </a:lnTo>
                  <a:lnTo>
                    <a:pt x="43289" y="106422"/>
                  </a:lnTo>
                  <a:lnTo>
                    <a:pt x="40393" y="111089"/>
                  </a:lnTo>
                  <a:lnTo>
                    <a:pt x="31149" y="101868"/>
                  </a:lnTo>
                  <a:lnTo>
                    <a:pt x="25803" y="97087"/>
                  </a:lnTo>
                  <a:lnTo>
                    <a:pt x="16114" y="99705"/>
                  </a:lnTo>
                  <a:lnTo>
                    <a:pt x="14443" y="90712"/>
                  </a:lnTo>
                  <a:lnTo>
                    <a:pt x="20235" y="86272"/>
                  </a:lnTo>
                  <a:lnTo>
                    <a:pt x="18453" y="81491"/>
                  </a:lnTo>
                  <a:lnTo>
                    <a:pt x="13998" y="85020"/>
                  </a:lnTo>
                  <a:lnTo>
                    <a:pt x="6647" y="76709"/>
                  </a:lnTo>
                  <a:lnTo>
                    <a:pt x="10768" y="73066"/>
                  </a:lnTo>
                  <a:lnTo>
                    <a:pt x="6539" y="67640"/>
                  </a:lnTo>
                  <a:lnTo>
                    <a:pt x="11905" y="63093"/>
                  </a:lnTo>
                  <a:lnTo>
                    <a:pt x="8429" y="55876"/>
                  </a:lnTo>
                  <a:lnTo>
                    <a:pt x="5088" y="43354"/>
                  </a:lnTo>
                  <a:lnTo>
                    <a:pt x="1078" y="41077"/>
                  </a:lnTo>
                  <a:lnTo>
                    <a:pt x="0" y="35563"/>
                  </a:lnTo>
                  <a:lnTo>
                    <a:pt x="3891" y="33729"/>
                  </a:lnTo>
                  <a:lnTo>
                    <a:pt x="4312" y="31614"/>
                  </a:lnTo>
                  <a:lnTo>
                    <a:pt x="4693" y="29699"/>
                  </a:lnTo>
                  <a:lnTo>
                    <a:pt x="7633" y="29085"/>
                  </a:lnTo>
                  <a:lnTo>
                    <a:pt x="8269" y="28454"/>
                  </a:lnTo>
                  <a:lnTo>
                    <a:pt x="14316" y="22459"/>
                  </a:lnTo>
                  <a:lnTo>
                    <a:pt x="14249" y="20068"/>
                  </a:lnTo>
                  <a:lnTo>
                    <a:pt x="14071" y="17240"/>
                  </a:lnTo>
                  <a:lnTo>
                    <a:pt x="19392" y="16223"/>
                  </a:lnTo>
                  <a:lnTo>
                    <a:pt x="20414" y="15121"/>
                  </a:lnTo>
                  <a:lnTo>
                    <a:pt x="21100" y="14071"/>
                  </a:lnTo>
                  <a:lnTo>
                    <a:pt x="21239" y="13858"/>
                  </a:lnTo>
                  <a:lnTo>
                    <a:pt x="23435" y="14759"/>
                  </a:lnTo>
                  <a:lnTo>
                    <a:pt x="23711" y="14900"/>
                  </a:lnTo>
                  <a:lnTo>
                    <a:pt x="24110" y="15104"/>
                  </a:lnTo>
                  <a:lnTo>
                    <a:pt x="25308" y="15719"/>
                  </a:lnTo>
                  <a:lnTo>
                    <a:pt x="26277" y="16335"/>
                  </a:lnTo>
                  <a:lnTo>
                    <a:pt x="41070" y="29822"/>
                  </a:lnTo>
                  <a:lnTo>
                    <a:pt x="42232" y="30801"/>
                  </a:lnTo>
                  <a:lnTo>
                    <a:pt x="48677" y="35943"/>
                  </a:lnTo>
                  <a:lnTo>
                    <a:pt x="49695" y="36909"/>
                  </a:lnTo>
                  <a:lnTo>
                    <a:pt x="50393" y="37585"/>
                  </a:lnTo>
                  <a:lnTo>
                    <a:pt x="53317" y="34497"/>
                  </a:lnTo>
                  <a:lnTo>
                    <a:pt x="56200" y="31236"/>
                  </a:lnTo>
                  <a:lnTo>
                    <a:pt x="56589" y="30931"/>
                  </a:lnTo>
                  <a:lnTo>
                    <a:pt x="57126" y="30509"/>
                  </a:lnTo>
                  <a:lnTo>
                    <a:pt x="57418" y="30231"/>
                  </a:lnTo>
                  <a:lnTo>
                    <a:pt x="59336" y="28404"/>
                  </a:lnTo>
                  <a:lnTo>
                    <a:pt x="62910" y="24754"/>
                  </a:lnTo>
                  <a:lnTo>
                    <a:pt x="65586" y="22475"/>
                  </a:lnTo>
                  <a:lnTo>
                    <a:pt x="67112" y="20838"/>
                  </a:lnTo>
                  <a:lnTo>
                    <a:pt x="68302" y="19197"/>
                  </a:lnTo>
                  <a:lnTo>
                    <a:pt x="69512" y="19947"/>
                  </a:lnTo>
                  <a:lnTo>
                    <a:pt x="70007" y="20276"/>
                  </a:lnTo>
                  <a:lnTo>
                    <a:pt x="72462" y="21767"/>
                  </a:lnTo>
                  <a:lnTo>
                    <a:pt x="74143" y="22917"/>
                  </a:lnTo>
                  <a:lnTo>
                    <a:pt x="75945" y="20286"/>
                  </a:lnTo>
                  <a:lnTo>
                    <a:pt x="76872" y="18932"/>
                  </a:lnTo>
                  <a:lnTo>
                    <a:pt x="78153" y="19843"/>
                  </a:lnTo>
                  <a:lnTo>
                    <a:pt x="79100" y="18875"/>
                  </a:lnTo>
                  <a:lnTo>
                    <a:pt x="82408" y="21011"/>
                  </a:lnTo>
                  <a:lnTo>
                    <a:pt x="87764" y="15061"/>
                  </a:lnTo>
                  <a:lnTo>
                    <a:pt x="87654" y="13884"/>
                  </a:lnTo>
                  <a:lnTo>
                    <a:pt x="87629" y="13616"/>
                  </a:lnTo>
                  <a:lnTo>
                    <a:pt x="83004" y="9161"/>
                  </a:lnTo>
                  <a:lnTo>
                    <a:pt x="84885" y="6460"/>
                  </a:lnTo>
                  <a:lnTo>
                    <a:pt x="85887" y="4024"/>
                  </a:lnTo>
                  <a:lnTo>
                    <a:pt x="86029" y="3703"/>
                  </a:lnTo>
                  <a:lnTo>
                    <a:pt x="86487" y="2670"/>
                  </a:lnTo>
                  <a:lnTo>
                    <a:pt x="87670" y="0"/>
                  </a:lnTo>
                  <a:lnTo>
                    <a:pt x="95605" y="316"/>
                  </a:lnTo>
                  <a:lnTo>
                    <a:pt x="96868" y="592"/>
                  </a:lnTo>
                  <a:lnTo>
                    <a:pt x="97196" y="730"/>
                  </a:lnTo>
                  <a:lnTo>
                    <a:pt x="96954" y="3778"/>
                  </a:lnTo>
                  <a:lnTo>
                    <a:pt x="96759" y="6087"/>
                  </a:lnTo>
                  <a:lnTo>
                    <a:pt x="96743" y="6772"/>
                  </a:lnTo>
                  <a:lnTo>
                    <a:pt x="96721" y="7702"/>
                  </a:lnTo>
                  <a:lnTo>
                    <a:pt x="96714" y="7998"/>
                  </a:lnTo>
                  <a:lnTo>
                    <a:pt x="96767" y="8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206568" y="4235033"/>
              <a:ext cx="357841" cy="309995"/>
            </a:xfrm>
            <a:custGeom>
              <a:avLst/>
              <a:pathLst>
                <a:path w="357841" h="309995">
                  <a:moveTo>
                    <a:pt x="307648" y="212668"/>
                  </a:moveTo>
                  <a:lnTo>
                    <a:pt x="313304" y="216570"/>
                  </a:lnTo>
                  <a:lnTo>
                    <a:pt x="313556" y="216394"/>
                  </a:lnTo>
                  <a:lnTo>
                    <a:pt x="317698" y="219115"/>
                  </a:lnTo>
                  <a:lnTo>
                    <a:pt x="321952" y="221712"/>
                  </a:lnTo>
                  <a:lnTo>
                    <a:pt x="334548" y="234520"/>
                  </a:lnTo>
                  <a:lnTo>
                    <a:pt x="336490" y="235811"/>
                  </a:lnTo>
                  <a:lnTo>
                    <a:pt x="337538" y="237418"/>
                  </a:lnTo>
                  <a:lnTo>
                    <a:pt x="340795" y="239001"/>
                  </a:lnTo>
                  <a:lnTo>
                    <a:pt x="341401" y="239296"/>
                  </a:lnTo>
                  <a:lnTo>
                    <a:pt x="343743" y="247289"/>
                  </a:lnTo>
                  <a:lnTo>
                    <a:pt x="344388" y="248902"/>
                  </a:lnTo>
                  <a:lnTo>
                    <a:pt x="345699" y="252079"/>
                  </a:lnTo>
                  <a:lnTo>
                    <a:pt x="346312" y="252864"/>
                  </a:lnTo>
                  <a:lnTo>
                    <a:pt x="348519" y="255695"/>
                  </a:lnTo>
                  <a:lnTo>
                    <a:pt x="352662" y="255886"/>
                  </a:lnTo>
                  <a:lnTo>
                    <a:pt x="350946" y="259617"/>
                  </a:lnTo>
                  <a:lnTo>
                    <a:pt x="357312" y="276770"/>
                  </a:lnTo>
                  <a:lnTo>
                    <a:pt x="357841" y="278378"/>
                  </a:lnTo>
                  <a:lnTo>
                    <a:pt x="354339" y="279183"/>
                  </a:lnTo>
                  <a:lnTo>
                    <a:pt x="339262" y="278400"/>
                  </a:lnTo>
                  <a:lnTo>
                    <a:pt x="338418" y="288248"/>
                  </a:lnTo>
                  <a:lnTo>
                    <a:pt x="321810" y="287861"/>
                  </a:lnTo>
                  <a:lnTo>
                    <a:pt x="322340" y="301640"/>
                  </a:lnTo>
                  <a:lnTo>
                    <a:pt x="323474" y="302340"/>
                  </a:lnTo>
                  <a:lnTo>
                    <a:pt x="323441" y="304162"/>
                  </a:lnTo>
                  <a:lnTo>
                    <a:pt x="323357" y="308863"/>
                  </a:lnTo>
                  <a:lnTo>
                    <a:pt x="322643" y="309541"/>
                  </a:lnTo>
                  <a:lnTo>
                    <a:pt x="321272" y="309572"/>
                  </a:lnTo>
                  <a:lnTo>
                    <a:pt x="320229" y="309596"/>
                  </a:lnTo>
                  <a:lnTo>
                    <a:pt x="319023" y="309624"/>
                  </a:lnTo>
                  <a:lnTo>
                    <a:pt x="317887" y="309650"/>
                  </a:lnTo>
                  <a:lnTo>
                    <a:pt x="317606" y="309656"/>
                  </a:lnTo>
                  <a:lnTo>
                    <a:pt x="315912" y="309695"/>
                  </a:lnTo>
                  <a:lnTo>
                    <a:pt x="315451" y="309705"/>
                  </a:lnTo>
                  <a:lnTo>
                    <a:pt x="314622" y="309724"/>
                  </a:lnTo>
                  <a:lnTo>
                    <a:pt x="313330" y="309754"/>
                  </a:lnTo>
                  <a:lnTo>
                    <a:pt x="313039" y="309761"/>
                  </a:lnTo>
                  <a:lnTo>
                    <a:pt x="312781" y="309766"/>
                  </a:lnTo>
                  <a:lnTo>
                    <a:pt x="311078" y="309805"/>
                  </a:lnTo>
                  <a:lnTo>
                    <a:pt x="309993" y="309830"/>
                  </a:lnTo>
                  <a:lnTo>
                    <a:pt x="309554" y="309840"/>
                  </a:lnTo>
                  <a:lnTo>
                    <a:pt x="308000" y="309876"/>
                  </a:lnTo>
                  <a:lnTo>
                    <a:pt x="306766" y="309904"/>
                  </a:lnTo>
                  <a:lnTo>
                    <a:pt x="306226" y="309916"/>
                  </a:lnTo>
                  <a:lnTo>
                    <a:pt x="305122" y="309942"/>
                  </a:lnTo>
                  <a:lnTo>
                    <a:pt x="304322" y="309960"/>
                  </a:lnTo>
                  <a:lnTo>
                    <a:pt x="303465" y="309979"/>
                  </a:lnTo>
                  <a:lnTo>
                    <a:pt x="302789" y="309995"/>
                  </a:lnTo>
                  <a:lnTo>
                    <a:pt x="301993" y="309991"/>
                  </a:lnTo>
                  <a:lnTo>
                    <a:pt x="299065" y="306857"/>
                  </a:lnTo>
                  <a:lnTo>
                    <a:pt x="292639" y="299981"/>
                  </a:lnTo>
                  <a:lnTo>
                    <a:pt x="291165" y="298403"/>
                  </a:lnTo>
                  <a:lnTo>
                    <a:pt x="287253" y="295683"/>
                  </a:lnTo>
                  <a:lnTo>
                    <a:pt x="283940" y="293380"/>
                  </a:lnTo>
                  <a:lnTo>
                    <a:pt x="283548" y="293107"/>
                  </a:lnTo>
                  <a:lnTo>
                    <a:pt x="281783" y="291880"/>
                  </a:lnTo>
                  <a:lnTo>
                    <a:pt x="281628" y="291772"/>
                  </a:lnTo>
                  <a:lnTo>
                    <a:pt x="281240" y="291503"/>
                  </a:lnTo>
                  <a:lnTo>
                    <a:pt x="280821" y="291211"/>
                  </a:lnTo>
                  <a:lnTo>
                    <a:pt x="280197" y="290787"/>
                  </a:lnTo>
                  <a:lnTo>
                    <a:pt x="280061" y="290695"/>
                  </a:lnTo>
                  <a:lnTo>
                    <a:pt x="279391" y="290239"/>
                  </a:lnTo>
                  <a:lnTo>
                    <a:pt x="279021" y="289987"/>
                  </a:lnTo>
                  <a:lnTo>
                    <a:pt x="278404" y="289568"/>
                  </a:lnTo>
                  <a:lnTo>
                    <a:pt x="278185" y="289419"/>
                  </a:lnTo>
                  <a:lnTo>
                    <a:pt x="277726" y="289107"/>
                  </a:lnTo>
                  <a:lnTo>
                    <a:pt x="277462" y="288928"/>
                  </a:lnTo>
                  <a:lnTo>
                    <a:pt x="277139" y="288707"/>
                  </a:lnTo>
                  <a:lnTo>
                    <a:pt x="276827" y="288496"/>
                  </a:lnTo>
                  <a:lnTo>
                    <a:pt x="276545" y="288304"/>
                  </a:lnTo>
                  <a:lnTo>
                    <a:pt x="276365" y="288182"/>
                  </a:lnTo>
                  <a:lnTo>
                    <a:pt x="275948" y="287898"/>
                  </a:lnTo>
                  <a:lnTo>
                    <a:pt x="275561" y="287635"/>
                  </a:lnTo>
                  <a:lnTo>
                    <a:pt x="275304" y="287460"/>
                  </a:lnTo>
                  <a:lnTo>
                    <a:pt x="274829" y="287137"/>
                  </a:lnTo>
                  <a:lnTo>
                    <a:pt x="274437" y="286870"/>
                  </a:lnTo>
                  <a:lnTo>
                    <a:pt x="274254" y="286746"/>
                  </a:lnTo>
                  <a:lnTo>
                    <a:pt x="273976" y="286557"/>
                  </a:lnTo>
                  <a:lnTo>
                    <a:pt x="273624" y="286318"/>
                  </a:lnTo>
                  <a:lnTo>
                    <a:pt x="273272" y="286078"/>
                  </a:lnTo>
                  <a:lnTo>
                    <a:pt x="271703" y="285011"/>
                  </a:lnTo>
                  <a:lnTo>
                    <a:pt x="271313" y="284741"/>
                  </a:lnTo>
                  <a:lnTo>
                    <a:pt x="267273" y="281932"/>
                  </a:lnTo>
                  <a:lnTo>
                    <a:pt x="261177" y="277693"/>
                  </a:lnTo>
                  <a:lnTo>
                    <a:pt x="260363" y="277068"/>
                  </a:lnTo>
                  <a:lnTo>
                    <a:pt x="260721" y="276281"/>
                  </a:lnTo>
                  <a:lnTo>
                    <a:pt x="260934" y="275813"/>
                  </a:lnTo>
                  <a:lnTo>
                    <a:pt x="261037" y="275587"/>
                  </a:lnTo>
                  <a:lnTo>
                    <a:pt x="261285" y="275053"/>
                  </a:lnTo>
                  <a:lnTo>
                    <a:pt x="261530" y="274680"/>
                  </a:lnTo>
                  <a:lnTo>
                    <a:pt x="261714" y="274398"/>
                  </a:lnTo>
                  <a:lnTo>
                    <a:pt x="262244" y="273590"/>
                  </a:lnTo>
                  <a:lnTo>
                    <a:pt x="262338" y="273445"/>
                  </a:lnTo>
                  <a:lnTo>
                    <a:pt x="264285" y="270462"/>
                  </a:lnTo>
                  <a:lnTo>
                    <a:pt x="263990" y="270313"/>
                  </a:lnTo>
                  <a:lnTo>
                    <a:pt x="263011" y="269819"/>
                  </a:lnTo>
                  <a:lnTo>
                    <a:pt x="262845" y="269735"/>
                  </a:lnTo>
                  <a:lnTo>
                    <a:pt x="260811" y="268707"/>
                  </a:lnTo>
                  <a:lnTo>
                    <a:pt x="245363" y="260904"/>
                  </a:lnTo>
                  <a:lnTo>
                    <a:pt x="245227" y="260836"/>
                  </a:lnTo>
                  <a:lnTo>
                    <a:pt x="244910" y="260675"/>
                  </a:lnTo>
                  <a:lnTo>
                    <a:pt x="233284" y="247867"/>
                  </a:lnTo>
                  <a:lnTo>
                    <a:pt x="226310" y="240184"/>
                  </a:lnTo>
                  <a:lnTo>
                    <a:pt x="210338" y="251151"/>
                  </a:lnTo>
                  <a:lnTo>
                    <a:pt x="199971" y="258269"/>
                  </a:lnTo>
                  <a:lnTo>
                    <a:pt x="195768" y="261155"/>
                  </a:lnTo>
                  <a:lnTo>
                    <a:pt x="194978" y="261697"/>
                  </a:lnTo>
                  <a:lnTo>
                    <a:pt x="186399" y="267588"/>
                  </a:lnTo>
                  <a:lnTo>
                    <a:pt x="185856" y="267961"/>
                  </a:lnTo>
                  <a:lnTo>
                    <a:pt x="184596" y="268826"/>
                  </a:lnTo>
                  <a:lnTo>
                    <a:pt x="175484" y="275068"/>
                  </a:lnTo>
                  <a:lnTo>
                    <a:pt x="175327" y="275147"/>
                  </a:lnTo>
                  <a:lnTo>
                    <a:pt x="170276" y="277699"/>
                  </a:lnTo>
                  <a:lnTo>
                    <a:pt x="167304" y="279200"/>
                  </a:lnTo>
                  <a:lnTo>
                    <a:pt x="165048" y="279228"/>
                  </a:lnTo>
                  <a:lnTo>
                    <a:pt x="160409" y="279285"/>
                  </a:lnTo>
                  <a:lnTo>
                    <a:pt x="157627" y="279319"/>
                  </a:lnTo>
                  <a:lnTo>
                    <a:pt x="148343" y="274450"/>
                  </a:lnTo>
                  <a:lnTo>
                    <a:pt x="148085" y="274314"/>
                  </a:lnTo>
                  <a:lnTo>
                    <a:pt x="146379" y="273420"/>
                  </a:lnTo>
                  <a:lnTo>
                    <a:pt x="143599" y="272073"/>
                  </a:lnTo>
                  <a:lnTo>
                    <a:pt x="142658" y="271672"/>
                  </a:lnTo>
                  <a:lnTo>
                    <a:pt x="141873" y="271338"/>
                  </a:lnTo>
                  <a:lnTo>
                    <a:pt x="141550" y="271219"/>
                  </a:lnTo>
                  <a:lnTo>
                    <a:pt x="140663" y="271219"/>
                  </a:lnTo>
                  <a:lnTo>
                    <a:pt x="140306" y="271219"/>
                  </a:lnTo>
                  <a:lnTo>
                    <a:pt x="139729" y="271219"/>
                  </a:lnTo>
                  <a:lnTo>
                    <a:pt x="139505" y="271284"/>
                  </a:lnTo>
                  <a:lnTo>
                    <a:pt x="138835" y="271477"/>
                  </a:lnTo>
                  <a:lnTo>
                    <a:pt x="138257" y="271643"/>
                  </a:lnTo>
                  <a:lnTo>
                    <a:pt x="137724" y="271797"/>
                  </a:lnTo>
                  <a:lnTo>
                    <a:pt x="137557" y="271845"/>
                  </a:lnTo>
                  <a:lnTo>
                    <a:pt x="134870" y="273447"/>
                  </a:lnTo>
                  <a:lnTo>
                    <a:pt x="134018" y="273955"/>
                  </a:lnTo>
                  <a:lnTo>
                    <a:pt x="132208" y="275035"/>
                  </a:lnTo>
                  <a:lnTo>
                    <a:pt x="132069" y="275118"/>
                  </a:lnTo>
                  <a:lnTo>
                    <a:pt x="130875" y="275830"/>
                  </a:lnTo>
                  <a:lnTo>
                    <a:pt x="129204" y="276570"/>
                  </a:lnTo>
                  <a:lnTo>
                    <a:pt x="127086" y="276963"/>
                  </a:lnTo>
                  <a:lnTo>
                    <a:pt x="124499" y="276740"/>
                  </a:lnTo>
                  <a:lnTo>
                    <a:pt x="122910" y="276238"/>
                  </a:lnTo>
                  <a:lnTo>
                    <a:pt x="120915" y="275607"/>
                  </a:lnTo>
                  <a:lnTo>
                    <a:pt x="119382" y="275122"/>
                  </a:lnTo>
                  <a:lnTo>
                    <a:pt x="119079" y="275026"/>
                  </a:lnTo>
                  <a:lnTo>
                    <a:pt x="117187" y="274428"/>
                  </a:lnTo>
                  <a:lnTo>
                    <a:pt x="116695" y="274273"/>
                  </a:lnTo>
                  <a:lnTo>
                    <a:pt x="116201" y="275534"/>
                  </a:lnTo>
                  <a:lnTo>
                    <a:pt x="115194" y="275122"/>
                  </a:lnTo>
                  <a:lnTo>
                    <a:pt x="114942" y="275019"/>
                  </a:lnTo>
                  <a:lnTo>
                    <a:pt x="114404" y="274799"/>
                  </a:lnTo>
                  <a:lnTo>
                    <a:pt x="113496" y="274428"/>
                  </a:lnTo>
                  <a:lnTo>
                    <a:pt x="111282" y="273523"/>
                  </a:lnTo>
                  <a:lnTo>
                    <a:pt x="110857" y="273349"/>
                  </a:lnTo>
                  <a:lnTo>
                    <a:pt x="109487" y="272789"/>
                  </a:lnTo>
                  <a:lnTo>
                    <a:pt x="106913" y="271737"/>
                  </a:lnTo>
                  <a:lnTo>
                    <a:pt x="94798" y="266783"/>
                  </a:lnTo>
                  <a:lnTo>
                    <a:pt x="89965" y="264807"/>
                  </a:lnTo>
                  <a:lnTo>
                    <a:pt x="86174" y="263257"/>
                  </a:lnTo>
                  <a:lnTo>
                    <a:pt x="84444" y="262549"/>
                  </a:lnTo>
                  <a:lnTo>
                    <a:pt x="84075" y="262399"/>
                  </a:lnTo>
                  <a:lnTo>
                    <a:pt x="83290" y="262078"/>
                  </a:lnTo>
                  <a:lnTo>
                    <a:pt x="82488" y="261794"/>
                  </a:lnTo>
                  <a:lnTo>
                    <a:pt x="80178" y="260977"/>
                  </a:lnTo>
                  <a:lnTo>
                    <a:pt x="79342" y="260682"/>
                  </a:lnTo>
                  <a:lnTo>
                    <a:pt x="76537" y="259690"/>
                  </a:lnTo>
                  <a:lnTo>
                    <a:pt x="75679" y="259387"/>
                  </a:lnTo>
                  <a:lnTo>
                    <a:pt x="74902" y="259112"/>
                  </a:lnTo>
                  <a:lnTo>
                    <a:pt x="72035" y="258099"/>
                  </a:lnTo>
                  <a:lnTo>
                    <a:pt x="71535" y="257922"/>
                  </a:lnTo>
                  <a:lnTo>
                    <a:pt x="70877" y="257690"/>
                  </a:lnTo>
                  <a:lnTo>
                    <a:pt x="69925" y="257353"/>
                  </a:lnTo>
                  <a:lnTo>
                    <a:pt x="57636" y="254312"/>
                  </a:lnTo>
                  <a:lnTo>
                    <a:pt x="45334" y="251267"/>
                  </a:lnTo>
                  <a:lnTo>
                    <a:pt x="31248" y="247781"/>
                  </a:lnTo>
                  <a:lnTo>
                    <a:pt x="26905" y="246707"/>
                  </a:lnTo>
                  <a:lnTo>
                    <a:pt x="25766" y="246425"/>
                  </a:lnTo>
                  <a:lnTo>
                    <a:pt x="25168" y="246260"/>
                  </a:lnTo>
                  <a:lnTo>
                    <a:pt x="24714" y="246135"/>
                  </a:lnTo>
                  <a:lnTo>
                    <a:pt x="22869" y="245626"/>
                  </a:lnTo>
                  <a:lnTo>
                    <a:pt x="22404" y="245498"/>
                  </a:lnTo>
                  <a:lnTo>
                    <a:pt x="19685" y="244749"/>
                  </a:lnTo>
                  <a:lnTo>
                    <a:pt x="16594" y="243964"/>
                  </a:lnTo>
                  <a:lnTo>
                    <a:pt x="15303" y="243636"/>
                  </a:lnTo>
                  <a:lnTo>
                    <a:pt x="11720" y="242727"/>
                  </a:lnTo>
                  <a:lnTo>
                    <a:pt x="4146" y="240804"/>
                  </a:lnTo>
                  <a:lnTo>
                    <a:pt x="2937" y="240497"/>
                  </a:lnTo>
                  <a:lnTo>
                    <a:pt x="2802" y="240462"/>
                  </a:lnTo>
                  <a:lnTo>
                    <a:pt x="0" y="239751"/>
                  </a:lnTo>
                  <a:lnTo>
                    <a:pt x="300" y="238688"/>
                  </a:lnTo>
                  <a:lnTo>
                    <a:pt x="360" y="238477"/>
                  </a:lnTo>
                  <a:lnTo>
                    <a:pt x="854" y="237039"/>
                  </a:lnTo>
                  <a:lnTo>
                    <a:pt x="3773" y="228551"/>
                  </a:lnTo>
                  <a:lnTo>
                    <a:pt x="3827" y="228393"/>
                  </a:lnTo>
                  <a:lnTo>
                    <a:pt x="9631" y="211513"/>
                  </a:lnTo>
                  <a:lnTo>
                    <a:pt x="10737" y="208296"/>
                  </a:lnTo>
                  <a:lnTo>
                    <a:pt x="15464" y="194549"/>
                  </a:lnTo>
                  <a:lnTo>
                    <a:pt x="15622" y="194088"/>
                  </a:lnTo>
                  <a:lnTo>
                    <a:pt x="15696" y="193873"/>
                  </a:lnTo>
                  <a:lnTo>
                    <a:pt x="15827" y="193491"/>
                  </a:lnTo>
                  <a:lnTo>
                    <a:pt x="16670" y="190819"/>
                  </a:lnTo>
                  <a:lnTo>
                    <a:pt x="18190" y="186004"/>
                  </a:lnTo>
                  <a:lnTo>
                    <a:pt x="19534" y="181744"/>
                  </a:lnTo>
                  <a:lnTo>
                    <a:pt x="20925" y="177334"/>
                  </a:lnTo>
                  <a:lnTo>
                    <a:pt x="22725" y="171631"/>
                  </a:lnTo>
                  <a:lnTo>
                    <a:pt x="23438" y="169372"/>
                  </a:lnTo>
                  <a:lnTo>
                    <a:pt x="24284" y="166690"/>
                  </a:lnTo>
                  <a:lnTo>
                    <a:pt x="25566" y="162625"/>
                  </a:lnTo>
                  <a:lnTo>
                    <a:pt x="28449" y="153490"/>
                  </a:lnTo>
                  <a:lnTo>
                    <a:pt x="28822" y="152311"/>
                  </a:lnTo>
                  <a:lnTo>
                    <a:pt x="29018" y="151770"/>
                  </a:lnTo>
                  <a:lnTo>
                    <a:pt x="31249" y="145615"/>
                  </a:lnTo>
                  <a:lnTo>
                    <a:pt x="32102" y="143263"/>
                  </a:lnTo>
                  <a:lnTo>
                    <a:pt x="32878" y="141122"/>
                  </a:lnTo>
                  <a:lnTo>
                    <a:pt x="33725" y="138953"/>
                  </a:lnTo>
                  <a:lnTo>
                    <a:pt x="38397" y="126991"/>
                  </a:lnTo>
                  <a:lnTo>
                    <a:pt x="38553" y="126591"/>
                  </a:lnTo>
                  <a:lnTo>
                    <a:pt x="38614" y="126437"/>
                  </a:lnTo>
                  <a:lnTo>
                    <a:pt x="39963" y="123790"/>
                  </a:lnTo>
                  <a:lnTo>
                    <a:pt x="44955" y="113994"/>
                  </a:lnTo>
                  <a:lnTo>
                    <a:pt x="45254" y="113408"/>
                  </a:lnTo>
                  <a:lnTo>
                    <a:pt x="46900" y="110292"/>
                  </a:lnTo>
                  <a:lnTo>
                    <a:pt x="48666" y="105747"/>
                  </a:lnTo>
                  <a:lnTo>
                    <a:pt x="51993" y="99008"/>
                  </a:lnTo>
                  <a:lnTo>
                    <a:pt x="53176" y="96611"/>
                  </a:lnTo>
                  <a:lnTo>
                    <a:pt x="54436" y="94555"/>
                  </a:lnTo>
                  <a:lnTo>
                    <a:pt x="54586" y="94312"/>
                  </a:lnTo>
                  <a:lnTo>
                    <a:pt x="59671" y="86900"/>
                  </a:lnTo>
                  <a:lnTo>
                    <a:pt x="65331" y="78648"/>
                  </a:lnTo>
                  <a:lnTo>
                    <a:pt x="66730" y="76609"/>
                  </a:lnTo>
                  <a:lnTo>
                    <a:pt x="67776" y="75085"/>
                  </a:lnTo>
                  <a:lnTo>
                    <a:pt x="69111" y="73139"/>
                  </a:lnTo>
                  <a:lnTo>
                    <a:pt x="70783" y="70701"/>
                  </a:lnTo>
                  <a:lnTo>
                    <a:pt x="71389" y="69818"/>
                  </a:lnTo>
                  <a:lnTo>
                    <a:pt x="73288" y="67049"/>
                  </a:lnTo>
                  <a:lnTo>
                    <a:pt x="82821" y="53182"/>
                  </a:lnTo>
                  <a:lnTo>
                    <a:pt x="83606" y="52379"/>
                  </a:lnTo>
                  <a:lnTo>
                    <a:pt x="84415" y="51552"/>
                  </a:lnTo>
                  <a:lnTo>
                    <a:pt x="85541" y="50401"/>
                  </a:lnTo>
                  <a:lnTo>
                    <a:pt x="86052" y="49878"/>
                  </a:lnTo>
                  <a:lnTo>
                    <a:pt x="86485" y="49436"/>
                  </a:lnTo>
                  <a:lnTo>
                    <a:pt x="87144" y="48763"/>
                  </a:lnTo>
                  <a:lnTo>
                    <a:pt x="87866" y="48025"/>
                  </a:lnTo>
                  <a:lnTo>
                    <a:pt x="88232" y="47650"/>
                  </a:lnTo>
                  <a:lnTo>
                    <a:pt x="88452" y="47425"/>
                  </a:lnTo>
                  <a:lnTo>
                    <a:pt x="89166" y="46695"/>
                  </a:lnTo>
                  <a:lnTo>
                    <a:pt x="89356" y="46503"/>
                  </a:lnTo>
                  <a:lnTo>
                    <a:pt x="89981" y="46010"/>
                  </a:lnTo>
                  <a:lnTo>
                    <a:pt x="91024" y="45188"/>
                  </a:lnTo>
                  <a:lnTo>
                    <a:pt x="91551" y="44773"/>
                  </a:lnTo>
                  <a:lnTo>
                    <a:pt x="93096" y="43554"/>
                  </a:lnTo>
                  <a:lnTo>
                    <a:pt x="94043" y="42807"/>
                  </a:lnTo>
                  <a:lnTo>
                    <a:pt x="94453" y="42484"/>
                  </a:lnTo>
                  <a:lnTo>
                    <a:pt x="94592" y="42374"/>
                  </a:lnTo>
                  <a:lnTo>
                    <a:pt x="95327" y="41796"/>
                  </a:lnTo>
                  <a:lnTo>
                    <a:pt x="96245" y="41072"/>
                  </a:lnTo>
                  <a:lnTo>
                    <a:pt x="96957" y="40510"/>
                  </a:lnTo>
                  <a:lnTo>
                    <a:pt x="99075" y="38841"/>
                  </a:lnTo>
                  <a:lnTo>
                    <a:pt x="100155" y="37989"/>
                  </a:lnTo>
                  <a:lnTo>
                    <a:pt x="100915" y="37390"/>
                  </a:lnTo>
                  <a:lnTo>
                    <a:pt x="101388" y="37016"/>
                  </a:lnTo>
                  <a:lnTo>
                    <a:pt x="103030" y="35722"/>
                  </a:lnTo>
                  <a:lnTo>
                    <a:pt x="103494" y="35356"/>
                  </a:lnTo>
                  <a:lnTo>
                    <a:pt x="104330" y="34698"/>
                  </a:lnTo>
                  <a:lnTo>
                    <a:pt x="104926" y="34227"/>
                  </a:lnTo>
                  <a:lnTo>
                    <a:pt x="107030" y="32569"/>
                  </a:lnTo>
                  <a:lnTo>
                    <a:pt x="107391" y="32284"/>
                  </a:lnTo>
                  <a:lnTo>
                    <a:pt x="108720" y="31237"/>
                  </a:lnTo>
                  <a:lnTo>
                    <a:pt x="109398" y="30702"/>
                  </a:lnTo>
                  <a:lnTo>
                    <a:pt x="111070" y="29383"/>
                  </a:lnTo>
                  <a:lnTo>
                    <a:pt x="111961" y="28681"/>
                  </a:lnTo>
                  <a:lnTo>
                    <a:pt x="112338" y="28384"/>
                  </a:lnTo>
                  <a:lnTo>
                    <a:pt x="113088" y="27833"/>
                  </a:lnTo>
                  <a:lnTo>
                    <a:pt x="113662" y="27412"/>
                  </a:lnTo>
                  <a:lnTo>
                    <a:pt x="115190" y="26291"/>
                  </a:lnTo>
                  <a:lnTo>
                    <a:pt x="116431" y="25380"/>
                  </a:lnTo>
                  <a:lnTo>
                    <a:pt x="118893" y="23573"/>
                  </a:lnTo>
                  <a:lnTo>
                    <a:pt x="120108" y="22682"/>
                  </a:lnTo>
                  <a:lnTo>
                    <a:pt x="120396" y="22470"/>
                  </a:lnTo>
                  <a:lnTo>
                    <a:pt x="123042" y="20529"/>
                  </a:lnTo>
                  <a:lnTo>
                    <a:pt x="123198" y="20414"/>
                  </a:lnTo>
                  <a:lnTo>
                    <a:pt x="124574" y="19404"/>
                  </a:lnTo>
                  <a:lnTo>
                    <a:pt x="125266" y="18897"/>
                  </a:lnTo>
                  <a:lnTo>
                    <a:pt x="125774" y="18523"/>
                  </a:lnTo>
                  <a:lnTo>
                    <a:pt x="126354" y="18098"/>
                  </a:lnTo>
                  <a:lnTo>
                    <a:pt x="126967" y="17648"/>
                  </a:lnTo>
                  <a:lnTo>
                    <a:pt x="127236" y="17451"/>
                  </a:lnTo>
                  <a:lnTo>
                    <a:pt x="127709" y="17104"/>
                  </a:lnTo>
                  <a:lnTo>
                    <a:pt x="127870" y="16985"/>
                  </a:lnTo>
                  <a:lnTo>
                    <a:pt x="128268" y="16693"/>
                  </a:lnTo>
                  <a:lnTo>
                    <a:pt x="129020" y="16142"/>
                  </a:lnTo>
                  <a:lnTo>
                    <a:pt x="129562" y="15743"/>
                  </a:lnTo>
                  <a:lnTo>
                    <a:pt x="129958" y="15453"/>
                  </a:lnTo>
                  <a:lnTo>
                    <a:pt x="130472" y="15076"/>
                  </a:lnTo>
                  <a:lnTo>
                    <a:pt x="131891" y="14034"/>
                  </a:lnTo>
                  <a:lnTo>
                    <a:pt x="133005" y="13217"/>
                  </a:lnTo>
                  <a:lnTo>
                    <a:pt x="133292" y="13006"/>
                  </a:lnTo>
                  <a:lnTo>
                    <a:pt x="133664" y="12733"/>
                  </a:lnTo>
                  <a:lnTo>
                    <a:pt x="134432" y="12170"/>
                  </a:lnTo>
                  <a:lnTo>
                    <a:pt x="135551" y="11348"/>
                  </a:lnTo>
                  <a:lnTo>
                    <a:pt x="135916" y="11080"/>
                  </a:lnTo>
                  <a:lnTo>
                    <a:pt x="137233" y="10114"/>
                  </a:lnTo>
                  <a:lnTo>
                    <a:pt x="138654" y="9071"/>
                  </a:lnTo>
                  <a:lnTo>
                    <a:pt x="138877" y="8907"/>
                  </a:lnTo>
                  <a:lnTo>
                    <a:pt x="139057" y="8776"/>
                  </a:lnTo>
                  <a:lnTo>
                    <a:pt x="139426" y="8505"/>
                  </a:lnTo>
                  <a:lnTo>
                    <a:pt x="139873" y="8177"/>
                  </a:lnTo>
                  <a:lnTo>
                    <a:pt x="140198" y="7938"/>
                  </a:lnTo>
                  <a:lnTo>
                    <a:pt x="140407" y="7785"/>
                  </a:lnTo>
                  <a:lnTo>
                    <a:pt x="140656" y="7602"/>
                  </a:lnTo>
                  <a:lnTo>
                    <a:pt x="141110" y="7269"/>
                  </a:lnTo>
                  <a:lnTo>
                    <a:pt x="141336" y="7103"/>
                  </a:lnTo>
                  <a:lnTo>
                    <a:pt x="141633" y="6885"/>
                  </a:lnTo>
                  <a:lnTo>
                    <a:pt x="142030" y="6594"/>
                  </a:lnTo>
                  <a:lnTo>
                    <a:pt x="142371" y="6343"/>
                  </a:lnTo>
                  <a:lnTo>
                    <a:pt x="142796" y="6031"/>
                  </a:lnTo>
                  <a:lnTo>
                    <a:pt x="143282" y="5675"/>
                  </a:lnTo>
                  <a:lnTo>
                    <a:pt x="143424" y="5570"/>
                  </a:lnTo>
                  <a:lnTo>
                    <a:pt x="143757" y="5326"/>
                  </a:lnTo>
                  <a:lnTo>
                    <a:pt x="144064" y="5101"/>
                  </a:lnTo>
                  <a:lnTo>
                    <a:pt x="144317" y="4915"/>
                  </a:lnTo>
                  <a:lnTo>
                    <a:pt x="144670" y="4656"/>
                  </a:lnTo>
                  <a:lnTo>
                    <a:pt x="144996" y="4417"/>
                  </a:lnTo>
                  <a:lnTo>
                    <a:pt x="145160" y="4296"/>
                  </a:lnTo>
                  <a:lnTo>
                    <a:pt x="145680" y="3915"/>
                  </a:lnTo>
                  <a:lnTo>
                    <a:pt x="146345" y="3427"/>
                  </a:lnTo>
                  <a:lnTo>
                    <a:pt x="146869" y="3042"/>
                  </a:lnTo>
                  <a:lnTo>
                    <a:pt x="147113" y="2863"/>
                  </a:lnTo>
                  <a:lnTo>
                    <a:pt x="147719" y="2419"/>
                  </a:lnTo>
                  <a:lnTo>
                    <a:pt x="148284" y="2004"/>
                  </a:lnTo>
                  <a:lnTo>
                    <a:pt x="148417" y="1907"/>
                  </a:lnTo>
                  <a:lnTo>
                    <a:pt x="148547" y="1811"/>
                  </a:lnTo>
                  <a:lnTo>
                    <a:pt x="149009" y="1472"/>
                  </a:lnTo>
                  <a:lnTo>
                    <a:pt x="149815" y="880"/>
                  </a:lnTo>
                  <a:lnTo>
                    <a:pt x="150055" y="705"/>
                  </a:lnTo>
                  <a:lnTo>
                    <a:pt x="150461" y="406"/>
                  </a:lnTo>
                  <a:lnTo>
                    <a:pt x="151091" y="0"/>
                  </a:lnTo>
                  <a:lnTo>
                    <a:pt x="151319" y="316"/>
                  </a:lnTo>
                  <a:lnTo>
                    <a:pt x="155490" y="6117"/>
                  </a:lnTo>
                  <a:lnTo>
                    <a:pt x="158027" y="9645"/>
                  </a:lnTo>
                  <a:lnTo>
                    <a:pt x="162076" y="15276"/>
                  </a:lnTo>
                  <a:lnTo>
                    <a:pt x="162171" y="15408"/>
                  </a:lnTo>
                  <a:lnTo>
                    <a:pt x="175004" y="33254"/>
                  </a:lnTo>
                  <a:lnTo>
                    <a:pt x="189103" y="52860"/>
                  </a:lnTo>
                  <a:lnTo>
                    <a:pt x="189331" y="53178"/>
                  </a:lnTo>
                  <a:lnTo>
                    <a:pt x="188918" y="53485"/>
                  </a:lnTo>
                  <a:lnTo>
                    <a:pt x="176864" y="62428"/>
                  </a:lnTo>
                  <a:lnTo>
                    <a:pt x="167814" y="69142"/>
                  </a:lnTo>
                  <a:lnTo>
                    <a:pt x="167600" y="69301"/>
                  </a:lnTo>
                  <a:lnTo>
                    <a:pt x="158289" y="76209"/>
                  </a:lnTo>
                  <a:lnTo>
                    <a:pt x="158135" y="76324"/>
                  </a:lnTo>
                  <a:lnTo>
                    <a:pt x="164634" y="85488"/>
                  </a:lnTo>
                  <a:lnTo>
                    <a:pt x="165383" y="86545"/>
                  </a:lnTo>
                  <a:lnTo>
                    <a:pt x="171412" y="95047"/>
                  </a:lnTo>
                  <a:lnTo>
                    <a:pt x="171512" y="95189"/>
                  </a:lnTo>
                  <a:lnTo>
                    <a:pt x="171920" y="95764"/>
                  </a:lnTo>
                  <a:lnTo>
                    <a:pt x="178189" y="104605"/>
                  </a:lnTo>
                  <a:lnTo>
                    <a:pt x="178462" y="104989"/>
                  </a:lnTo>
                  <a:lnTo>
                    <a:pt x="179011" y="105611"/>
                  </a:lnTo>
                  <a:lnTo>
                    <a:pt x="181778" y="108743"/>
                  </a:lnTo>
                  <a:lnTo>
                    <a:pt x="184569" y="111901"/>
                  </a:lnTo>
                  <a:lnTo>
                    <a:pt x="185273" y="112553"/>
                  </a:lnTo>
                  <a:lnTo>
                    <a:pt x="188617" y="115652"/>
                  </a:lnTo>
                  <a:lnTo>
                    <a:pt x="190527" y="117422"/>
                  </a:lnTo>
                  <a:lnTo>
                    <a:pt x="192587" y="118973"/>
                  </a:lnTo>
                  <a:lnTo>
                    <a:pt x="202165" y="126185"/>
                  </a:lnTo>
                  <a:lnTo>
                    <a:pt x="203388" y="127106"/>
                  </a:lnTo>
                  <a:lnTo>
                    <a:pt x="203721" y="127335"/>
                  </a:lnTo>
                  <a:lnTo>
                    <a:pt x="206216" y="129051"/>
                  </a:lnTo>
                  <a:lnTo>
                    <a:pt x="221282" y="139414"/>
                  </a:lnTo>
                  <a:lnTo>
                    <a:pt x="227542" y="143719"/>
                  </a:lnTo>
                  <a:lnTo>
                    <a:pt x="229849" y="145306"/>
                  </a:lnTo>
                  <a:lnTo>
                    <a:pt x="236854" y="150124"/>
                  </a:lnTo>
                  <a:lnTo>
                    <a:pt x="243047" y="154384"/>
                  </a:lnTo>
                  <a:lnTo>
                    <a:pt x="254412" y="162201"/>
                  </a:lnTo>
                  <a:lnTo>
                    <a:pt x="256032" y="163315"/>
                  </a:lnTo>
                  <a:lnTo>
                    <a:pt x="256176" y="163414"/>
                  </a:lnTo>
                  <a:lnTo>
                    <a:pt x="256737" y="163800"/>
                  </a:lnTo>
                  <a:lnTo>
                    <a:pt x="274784" y="176213"/>
                  </a:lnTo>
                  <a:lnTo>
                    <a:pt x="288130" y="185393"/>
                  </a:lnTo>
                  <a:lnTo>
                    <a:pt x="307907" y="198995"/>
                  </a:lnTo>
                  <a:lnTo>
                    <a:pt x="310178" y="200558"/>
                  </a:lnTo>
                  <a:lnTo>
                    <a:pt x="306146" y="206060"/>
                  </a:lnTo>
                  <a:lnTo>
                    <a:pt x="305971" y="206299"/>
                  </a:lnTo>
                  <a:lnTo>
                    <a:pt x="305851" y="206494"/>
                  </a:lnTo>
                  <a:lnTo>
                    <a:pt x="305477" y="207097"/>
                  </a:lnTo>
                  <a:lnTo>
                    <a:pt x="305287" y="207690"/>
                  </a:lnTo>
                  <a:lnTo>
                    <a:pt x="304725" y="209439"/>
                  </a:lnTo>
                  <a:lnTo>
                    <a:pt x="304577" y="209900"/>
                  </a:lnTo>
                  <a:lnTo>
                    <a:pt x="304323" y="210344"/>
                  </a:lnTo>
                  <a:lnTo>
                    <a:pt x="305196" y="210958"/>
                  </a:lnTo>
                  <a:lnTo>
                    <a:pt x="306621" y="2119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3109823" y="3337142"/>
              <a:ext cx="406826" cy="342345"/>
            </a:xfrm>
            <a:custGeom>
              <a:avLst/>
              <a:pathLst>
                <a:path w="406826" h="342345">
                  <a:moveTo>
                    <a:pt x="127811" y="228979"/>
                  </a:moveTo>
                  <a:lnTo>
                    <a:pt x="126743" y="234355"/>
                  </a:lnTo>
                  <a:lnTo>
                    <a:pt x="125630" y="240901"/>
                  </a:lnTo>
                  <a:lnTo>
                    <a:pt x="125908" y="246877"/>
                  </a:lnTo>
                  <a:lnTo>
                    <a:pt x="114492" y="245170"/>
                  </a:lnTo>
                  <a:lnTo>
                    <a:pt x="106418" y="241754"/>
                  </a:lnTo>
                  <a:lnTo>
                    <a:pt x="101406" y="233216"/>
                  </a:lnTo>
                  <a:lnTo>
                    <a:pt x="85257" y="221548"/>
                  </a:lnTo>
                  <a:lnTo>
                    <a:pt x="73385" y="209364"/>
                  </a:lnTo>
                  <a:lnTo>
                    <a:pt x="73052" y="206282"/>
                  </a:lnTo>
                  <a:lnTo>
                    <a:pt x="72924" y="199995"/>
                  </a:lnTo>
                  <a:lnTo>
                    <a:pt x="63169" y="180945"/>
                  </a:lnTo>
                  <a:lnTo>
                    <a:pt x="59911" y="178782"/>
                  </a:lnTo>
                  <a:lnTo>
                    <a:pt x="55947" y="171444"/>
                  </a:lnTo>
                  <a:lnTo>
                    <a:pt x="55318" y="159112"/>
                  </a:lnTo>
                  <a:lnTo>
                    <a:pt x="55306" y="158868"/>
                  </a:lnTo>
                  <a:lnTo>
                    <a:pt x="56618" y="155898"/>
                  </a:lnTo>
                  <a:lnTo>
                    <a:pt x="57376" y="155509"/>
                  </a:lnTo>
                  <a:lnTo>
                    <a:pt x="57121" y="154760"/>
                  </a:lnTo>
                  <a:lnTo>
                    <a:pt x="54993" y="148507"/>
                  </a:lnTo>
                  <a:lnTo>
                    <a:pt x="51896" y="150224"/>
                  </a:lnTo>
                  <a:lnTo>
                    <a:pt x="49908" y="146216"/>
                  </a:lnTo>
                  <a:lnTo>
                    <a:pt x="48111" y="143271"/>
                  </a:lnTo>
                  <a:lnTo>
                    <a:pt x="44259" y="136120"/>
                  </a:lnTo>
                  <a:lnTo>
                    <a:pt x="43327" y="135429"/>
                  </a:lnTo>
                  <a:lnTo>
                    <a:pt x="37841" y="131224"/>
                  </a:lnTo>
                  <a:lnTo>
                    <a:pt x="35035" y="128583"/>
                  </a:lnTo>
                  <a:lnTo>
                    <a:pt x="34696" y="127039"/>
                  </a:lnTo>
                  <a:lnTo>
                    <a:pt x="34545" y="126352"/>
                  </a:lnTo>
                  <a:lnTo>
                    <a:pt x="34915" y="121947"/>
                  </a:lnTo>
                  <a:lnTo>
                    <a:pt x="35035" y="120523"/>
                  </a:lnTo>
                  <a:lnTo>
                    <a:pt x="34791" y="119695"/>
                  </a:lnTo>
                  <a:lnTo>
                    <a:pt x="33983" y="116948"/>
                  </a:lnTo>
                  <a:lnTo>
                    <a:pt x="31783" y="114512"/>
                  </a:lnTo>
                  <a:lnTo>
                    <a:pt x="28842" y="111689"/>
                  </a:lnTo>
                  <a:lnTo>
                    <a:pt x="28667" y="111523"/>
                  </a:lnTo>
                  <a:lnTo>
                    <a:pt x="28362" y="111234"/>
                  </a:lnTo>
                  <a:lnTo>
                    <a:pt x="25580" y="108592"/>
                  </a:lnTo>
                  <a:lnTo>
                    <a:pt x="24946" y="107667"/>
                  </a:lnTo>
                  <a:lnTo>
                    <a:pt x="23700" y="105850"/>
                  </a:lnTo>
                  <a:lnTo>
                    <a:pt x="21304" y="100084"/>
                  </a:lnTo>
                  <a:lnTo>
                    <a:pt x="20548" y="98885"/>
                  </a:lnTo>
                  <a:lnTo>
                    <a:pt x="19863" y="98194"/>
                  </a:lnTo>
                  <a:lnTo>
                    <a:pt x="18418" y="97209"/>
                  </a:lnTo>
                  <a:lnTo>
                    <a:pt x="18098" y="96968"/>
                  </a:lnTo>
                  <a:lnTo>
                    <a:pt x="17225" y="96310"/>
                  </a:lnTo>
                  <a:lnTo>
                    <a:pt x="15879" y="95296"/>
                  </a:lnTo>
                  <a:lnTo>
                    <a:pt x="14404" y="93955"/>
                  </a:lnTo>
                  <a:lnTo>
                    <a:pt x="13211" y="92870"/>
                  </a:lnTo>
                  <a:lnTo>
                    <a:pt x="12973" y="92654"/>
                  </a:lnTo>
                  <a:lnTo>
                    <a:pt x="11600" y="91405"/>
                  </a:lnTo>
                  <a:lnTo>
                    <a:pt x="11312" y="91186"/>
                  </a:lnTo>
                  <a:lnTo>
                    <a:pt x="11087" y="90951"/>
                  </a:lnTo>
                  <a:lnTo>
                    <a:pt x="9588" y="88668"/>
                  </a:lnTo>
                  <a:lnTo>
                    <a:pt x="8563" y="87584"/>
                  </a:lnTo>
                  <a:lnTo>
                    <a:pt x="6888" y="85701"/>
                  </a:lnTo>
                  <a:lnTo>
                    <a:pt x="6227" y="84490"/>
                  </a:lnTo>
                  <a:lnTo>
                    <a:pt x="5158" y="82663"/>
                  </a:lnTo>
                  <a:lnTo>
                    <a:pt x="4845" y="80227"/>
                  </a:lnTo>
                  <a:lnTo>
                    <a:pt x="3211" y="78968"/>
                  </a:lnTo>
                  <a:lnTo>
                    <a:pt x="3043" y="78922"/>
                  </a:lnTo>
                  <a:lnTo>
                    <a:pt x="2754" y="78844"/>
                  </a:lnTo>
                  <a:lnTo>
                    <a:pt x="1679" y="78552"/>
                  </a:lnTo>
                  <a:lnTo>
                    <a:pt x="370" y="77357"/>
                  </a:lnTo>
                  <a:lnTo>
                    <a:pt x="0" y="76960"/>
                  </a:lnTo>
                  <a:lnTo>
                    <a:pt x="800" y="76292"/>
                  </a:lnTo>
                  <a:lnTo>
                    <a:pt x="4234" y="73425"/>
                  </a:lnTo>
                  <a:lnTo>
                    <a:pt x="9299" y="68918"/>
                  </a:lnTo>
                  <a:lnTo>
                    <a:pt x="9133" y="68720"/>
                  </a:lnTo>
                  <a:lnTo>
                    <a:pt x="9003" y="68565"/>
                  </a:lnTo>
                  <a:lnTo>
                    <a:pt x="8158" y="67556"/>
                  </a:lnTo>
                  <a:lnTo>
                    <a:pt x="7633" y="66931"/>
                  </a:lnTo>
                  <a:lnTo>
                    <a:pt x="7445" y="66706"/>
                  </a:lnTo>
                  <a:lnTo>
                    <a:pt x="6504" y="65744"/>
                  </a:lnTo>
                  <a:lnTo>
                    <a:pt x="4857" y="64061"/>
                  </a:lnTo>
                  <a:lnTo>
                    <a:pt x="4255" y="63446"/>
                  </a:lnTo>
                  <a:lnTo>
                    <a:pt x="3751" y="62930"/>
                  </a:lnTo>
                  <a:lnTo>
                    <a:pt x="3183" y="62350"/>
                  </a:lnTo>
                  <a:lnTo>
                    <a:pt x="5017" y="59895"/>
                  </a:lnTo>
                  <a:lnTo>
                    <a:pt x="6621" y="58313"/>
                  </a:lnTo>
                  <a:lnTo>
                    <a:pt x="7330" y="57728"/>
                  </a:lnTo>
                  <a:lnTo>
                    <a:pt x="8002" y="57174"/>
                  </a:lnTo>
                  <a:lnTo>
                    <a:pt x="8134" y="56670"/>
                  </a:lnTo>
                  <a:lnTo>
                    <a:pt x="8209" y="56382"/>
                  </a:lnTo>
                  <a:lnTo>
                    <a:pt x="8289" y="56073"/>
                  </a:lnTo>
                  <a:lnTo>
                    <a:pt x="8354" y="55824"/>
                  </a:lnTo>
                  <a:lnTo>
                    <a:pt x="8871" y="54988"/>
                  </a:lnTo>
                  <a:lnTo>
                    <a:pt x="12835" y="49157"/>
                  </a:lnTo>
                  <a:lnTo>
                    <a:pt x="13443" y="48263"/>
                  </a:lnTo>
                  <a:lnTo>
                    <a:pt x="13963" y="47498"/>
                  </a:lnTo>
                  <a:lnTo>
                    <a:pt x="16726" y="42323"/>
                  </a:lnTo>
                  <a:lnTo>
                    <a:pt x="17181" y="41470"/>
                  </a:lnTo>
                  <a:lnTo>
                    <a:pt x="18697" y="39265"/>
                  </a:lnTo>
                  <a:lnTo>
                    <a:pt x="26836" y="27421"/>
                  </a:lnTo>
                  <a:lnTo>
                    <a:pt x="28957" y="24335"/>
                  </a:lnTo>
                  <a:lnTo>
                    <a:pt x="31986" y="19927"/>
                  </a:lnTo>
                  <a:lnTo>
                    <a:pt x="32399" y="19327"/>
                  </a:lnTo>
                  <a:lnTo>
                    <a:pt x="32768" y="18790"/>
                  </a:lnTo>
                  <a:lnTo>
                    <a:pt x="33936" y="17037"/>
                  </a:lnTo>
                  <a:lnTo>
                    <a:pt x="35179" y="15171"/>
                  </a:lnTo>
                  <a:lnTo>
                    <a:pt x="37381" y="11866"/>
                  </a:lnTo>
                  <a:lnTo>
                    <a:pt x="41347" y="5913"/>
                  </a:lnTo>
                  <a:lnTo>
                    <a:pt x="43052" y="3353"/>
                  </a:lnTo>
                  <a:lnTo>
                    <a:pt x="44772" y="772"/>
                  </a:lnTo>
                  <a:lnTo>
                    <a:pt x="45400" y="0"/>
                  </a:lnTo>
                  <a:lnTo>
                    <a:pt x="45805" y="1091"/>
                  </a:lnTo>
                  <a:lnTo>
                    <a:pt x="46262" y="2321"/>
                  </a:lnTo>
                  <a:lnTo>
                    <a:pt x="47241" y="4958"/>
                  </a:lnTo>
                  <a:lnTo>
                    <a:pt x="47689" y="6165"/>
                  </a:lnTo>
                  <a:lnTo>
                    <a:pt x="47793" y="6376"/>
                  </a:lnTo>
                  <a:lnTo>
                    <a:pt x="49277" y="9375"/>
                  </a:lnTo>
                  <a:lnTo>
                    <a:pt x="49802" y="10436"/>
                  </a:lnTo>
                  <a:lnTo>
                    <a:pt x="50752" y="12355"/>
                  </a:lnTo>
                  <a:lnTo>
                    <a:pt x="50929" y="12660"/>
                  </a:lnTo>
                  <a:lnTo>
                    <a:pt x="51642" y="13884"/>
                  </a:lnTo>
                  <a:lnTo>
                    <a:pt x="53327" y="16775"/>
                  </a:lnTo>
                  <a:lnTo>
                    <a:pt x="57202" y="23426"/>
                  </a:lnTo>
                  <a:lnTo>
                    <a:pt x="57513" y="23961"/>
                  </a:lnTo>
                  <a:lnTo>
                    <a:pt x="61180" y="30255"/>
                  </a:lnTo>
                  <a:lnTo>
                    <a:pt x="61290" y="30438"/>
                  </a:lnTo>
                  <a:lnTo>
                    <a:pt x="64758" y="36208"/>
                  </a:lnTo>
                  <a:lnTo>
                    <a:pt x="65733" y="37831"/>
                  </a:lnTo>
                  <a:lnTo>
                    <a:pt x="67509" y="41341"/>
                  </a:lnTo>
                  <a:lnTo>
                    <a:pt x="67886" y="42085"/>
                  </a:lnTo>
                  <a:lnTo>
                    <a:pt x="68786" y="43864"/>
                  </a:lnTo>
                  <a:lnTo>
                    <a:pt x="71237" y="48011"/>
                  </a:lnTo>
                  <a:lnTo>
                    <a:pt x="72304" y="49817"/>
                  </a:lnTo>
                  <a:lnTo>
                    <a:pt x="77270" y="52268"/>
                  </a:lnTo>
                  <a:lnTo>
                    <a:pt x="78161" y="54504"/>
                  </a:lnTo>
                  <a:lnTo>
                    <a:pt x="78428" y="55173"/>
                  </a:lnTo>
                  <a:lnTo>
                    <a:pt x="78801" y="56110"/>
                  </a:lnTo>
                  <a:lnTo>
                    <a:pt x="79863" y="57156"/>
                  </a:lnTo>
                  <a:lnTo>
                    <a:pt x="80681" y="57960"/>
                  </a:lnTo>
                  <a:lnTo>
                    <a:pt x="81621" y="59391"/>
                  </a:lnTo>
                  <a:lnTo>
                    <a:pt x="81947" y="59888"/>
                  </a:lnTo>
                  <a:lnTo>
                    <a:pt x="83000" y="61698"/>
                  </a:lnTo>
                  <a:lnTo>
                    <a:pt x="82748" y="61924"/>
                  </a:lnTo>
                  <a:lnTo>
                    <a:pt x="80209" y="64195"/>
                  </a:lnTo>
                  <a:lnTo>
                    <a:pt x="79863" y="64504"/>
                  </a:lnTo>
                  <a:lnTo>
                    <a:pt x="76697" y="67337"/>
                  </a:lnTo>
                  <a:lnTo>
                    <a:pt x="76352" y="67633"/>
                  </a:lnTo>
                  <a:lnTo>
                    <a:pt x="78335" y="70200"/>
                  </a:lnTo>
                  <a:lnTo>
                    <a:pt x="79863" y="72177"/>
                  </a:lnTo>
                  <a:lnTo>
                    <a:pt x="82290" y="75317"/>
                  </a:lnTo>
                  <a:lnTo>
                    <a:pt x="83223" y="76526"/>
                  </a:lnTo>
                  <a:lnTo>
                    <a:pt x="85725" y="78416"/>
                  </a:lnTo>
                  <a:lnTo>
                    <a:pt x="86707" y="79158"/>
                  </a:lnTo>
                  <a:lnTo>
                    <a:pt x="87389" y="79884"/>
                  </a:lnTo>
                  <a:lnTo>
                    <a:pt x="89218" y="81832"/>
                  </a:lnTo>
                  <a:lnTo>
                    <a:pt x="89914" y="82573"/>
                  </a:lnTo>
                  <a:lnTo>
                    <a:pt x="93215" y="85299"/>
                  </a:lnTo>
                  <a:lnTo>
                    <a:pt x="93272" y="86568"/>
                  </a:lnTo>
                  <a:lnTo>
                    <a:pt x="105024" y="88017"/>
                  </a:lnTo>
                  <a:lnTo>
                    <a:pt x="108034" y="88365"/>
                  </a:lnTo>
                  <a:lnTo>
                    <a:pt x="112412" y="89173"/>
                  </a:lnTo>
                  <a:lnTo>
                    <a:pt x="113408" y="96582"/>
                  </a:lnTo>
                  <a:lnTo>
                    <a:pt x="115681" y="96396"/>
                  </a:lnTo>
                  <a:lnTo>
                    <a:pt x="117550" y="96690"/>
                  </a:lnTo>
                  <a:lnTo>
                    <a:pt x="120918" y="97221"/>
                  </a:lnTo>
                  <a:lnTo>
                    <a:pt x="121818" y="97363"/>
                  </a:lnTo>
                  <a:lnTo>
                    <a:pt x="122741" y="97508"/>
                  </a:lnTo>
                  <a:lnTo>
                    <a:pt x="127580" y="98539"/>
                  </a:lnTo>
                  <a:lnTo>
                    <a:pt x="128245" y="98680"/>
                  </a:lnTo>
                  <a:lnTo>
                    <a:pt x="129581" y="99193"/>
                  </a:lnTo>
                  <a:lnTo>
                    <a:pt x="129814" y="99283"/>
                  </a:lnTo>
                  <a:lnTo>
                    <a:pt x="132987" y="100501"/>
                  </a:lnTo>
                  <a:lnTo>
                    <a:pt x="137408" y="102198"/>
                  </a:lnTo>
                  <a:lnTo>
                    <a:pt x="138186" y="102496"/>
                  </a:lnTo>
                  <a:lnTo>
                    <a:pt x="138655" y="102676"/>
                  </a:lnTo>
                  <a:lnTo>
                    <a:pt x="137962" y="105317"/>
                  </a:lnTo>
                  <a:lnTo>
                    <a:pt x="142105" y="107913"/>
                  </a:lnTo>
                  <a:lnTo>
                    <a:pt x="149400" y="113275"/>
                  </a:lnTo>
                  <a:lnTo>
                    <a:pt x="153019" y="115552"/>
                  </a:lnTo>
                  <a:lnTo>
                    <a:pt x="160704" y="114129"/>
                  </a:lnTo>
                  <a:lnTo>
                    <a:pt x="165430" y="115021"/>
                  </a:lnTo>
                  <a:lnTo>
                    <a:pt x="184030" y="121510"/>
                  </a:lnTo>
                  <a:lnTo>
                    <a:pt x="192206" y="121725"/>
                  </a:lnTo>
                  <a:lnTo>
                    <a:pt x="195310" y="121806"/>
                  </a:lnTo>
                  <a:lnTo>
                    <a:pt x="203166" y="122013"/>
                  </a:lnTo>
                  <a:lnTo>
                    <a:pt x="209980" y="122193"/>
                  </a:lnTo>
                  <a:lnTo>
                    <a:pt x="213219" y="127427"/>
                  </a:lnTo>
                  <a:lnTo>
                    <a:pt x="213691" y="147531"/>
                  </a:lnTo>
                  <a:lnTo>
                    <a:pt x="207732" y="147588"/>
                  </a:lnTo>
                  <a:lnTo>
                    <a:pt x="207342" y="154134"/>
                  </a:lnTo>
                  <a:lnTo>
                    <a:pt x="207565" y="167340"/>
                  </a:lnTo>
                  <a:lnTo>
                    <a:pt x="238117" y="168258"/>
                  </a:lnTo>
                  <a:lnTo>
                    <a:pt x="238135" y="171718"/>
                  </a:lnTo>
                  <a:lnTo>
                    <a:pt x="253507" y="173249"/>
                  </a:lnTo>
                  <a:lnTo>
                    <a:pt x="253925" y="173291"/>
                  </a:lnTo>
                  <a:lnTo>
                    <a:pt x="254103" y="172156"/>
                  </a:lnTo>
                  <a:lnTo>
                    <a:pt x="258446" y="172582"/>
                  </a:lnTo>
                  <a:lnTo>
                    <a:pt x="264878" y="160971"/>
                  </a:lnTo>
                  <a:lnTo>
                    <a:pt x="269389" y="162422"/>
                  </a:lnTo>
                  <a:lnTo>
                    <a:pt x="275570" y="156189"/>
                  </a:lnTo>
                  <a:lnTo>
                    <a:pt x="284424" y="163874"/>
                  </a:lnTo>
                  <a:lnTo>
                    <a:pt x="287933" y="167630"/>
                  </a:lnTo>
                  <a:lnTo>
                    <a:pt x="291441" y="173949"/>
                  </a:lnTo>
                  <a:lnTo>
                    <a:pt x="296119" y="184109"/>
                  </a:lnTo>
                  <a:lnTo>
                    <a:pt x="295617" y="201783"/>
                  </a:lnTo>
                  <a:lnTo>
                    <a:pt x="297873" y="205369"/>
                  </a:lnTo>
                  <a:lnTo>
                    <a:pt x="299209" y="210833"/>
                  </a:lnTo>
                  <a:lnTo>
                    <a:pt x="299209" y="215785"/>
                  </a:lnTo>
                  <a:lnTo>
                    <a:pt x="295367" y="220737"/>
                  </a:lnTo>
                  <a:lnTo>
                    <a:pt x="292527" y="221762"/>
                  </a:lnTo>
                  <a:lnTo>
                    <a:pt x="287034" y="214161"/>
                  </a:lnTo>
                  <a:lnTo>
                    <a:pt x="286869" y="213932"/>
                  </a:lnTo>
                  <a:lnTo>
                    <a:pt x="285275" y="214475"/>
                  </a:lnTo>
                  <a:lnTo>
                    <a:pt x="284263" y="214820"/>
                  </a:lnTo>
                  <a:lnTo>
                    <a:pt x="282793" y="215708"/>
                  </a:lnTo>
                  <a:lnTo>
                    <a:pt x="280721" y="216801"/>
                  </a:lnTo>
                  <a:lnTo>
                    <a:pt x="279051" y="217142"/>
                  </a:lnTo>
                  <a:lnTo>
                    <a:pt x="277982" y="217962"/>
                  </a:lnTo>
                  <a:lnTo>
                    <a:pt x="277514" y="219192"/>
                  </a:lnTo>
                  <a:lnTo>
                    <a:pt x="275977" y="220148"/>
                  </a:lnTo>
                  <a:lnTo>
                    <a:pt x="274239" y="220558"/>
                  </a:lnTo>
                  <a:lnTo>
                    <a:pt x="270609" y="224633"/>
                  </a:lnTo>
                  <a:lnTo>
                    <a:pt x="269896" y="228094"/>
                  </a:lnTo>
                  <a:lnTo>
                    <a:pt x="270885" y="232986"/>
                  </a:lnTo>
                  <a:lnTo>
                    <a:pt x="274885" y="239023"/>
                  </a:lnTo>
                  <a:lnTo>
                    <a:pt x="278271" y="243576"/>
                  </a:lnTo>
                  <a:lnTo>
                    <a:pt x="281466" y="245862"/>
                  </a:lnTo>
                  <a:lnTo>
                    <a:pt x="281407" y="248153"/>
                  </a:lnTo>
                  <a:lnTo>
                    <a:pt x="277754" y="254528"/>
                  </a:lnTo>
                  <a:lnTo>
                    <a:pt x="296109" y="252797"/>
                  </a:lnTo>
                  <a:lnTo>
                    <a:pt x="300728" y="247046"/>
                  </a:lnTo>
                  <a:lnTo>
                    <a:pt x="309916" y="248071"/>
                  </a:lnTo>
                  <a:lnTo>
                    <a:pt x="313252" y="249709"/>
                  </a:lnTo>
                  <a:lnTo>
                    <a:pt x="317314" y="251704"/>
                  </a:lnTo>
                  <a:lnTo>
                    <a:pt x="319542" y="252160"/>
                  </a:lnTo>
                  <a:lnTo>
                    <a:pt x="321859" y="252615"/>
                  </a:lnTo>
                  <a:lnTo>
                    <a:pt x="324888" y="253435"/>
                  </a:lnTo>
                  <a:lnTo>
                    <a:pt x="327472" y="253981"/>
                  </a:lnTo>
                  <a:lnTo>
                    <a:pt x="331007" y="254096"/>
                  </a:lnTo>
                  <a:lnTo>
                    <a:pt x="333085" y="254163"/>
                  </a:lnTo>
                  <a:lnTo>
                    <a:pt x="339411" y="253799"/>
                  </a:lnTo>
                  <a:lnTo>
                    <a:pt x="345826" y="253435"/>
                  </a:lnTo>
                  <a:lnTo>
                    <a:pt x="349479" y="252706"/>
                  </a:lnTo>
                  <a:lnTo>
                    <a:pt x="351885" y="250429"/>
                  </a:lnTo>
                  <a:lnTo>
                    <a:pt x="355449" y="251522"/>
                  </a:lnTo>
                  <a:lnTo>
                    <a:pt x="358033" y="253708"/>
                  </a:lnTo>
                  <a:lnTo>
                    <a:pt x="360438" y="256076"/>
                  </a:lnTo>
                  <a:lnTo>
                    <a:pt x="361864" y="257260"/>
                  </a:lnTo>
                  <a:lnTo>
                    <a:pt x="364181" y="256987"/>
                  </a:lnTo>
                  <a:lnTo>
                    <a:pt x="370114" y="261072"/>
                  </a:lnTo>
                  <a:lnTo>
                    <a:pt x="370830" y="261565"/>
                  </a:lnTo>
                  <a:lnTo>
                    <a:pt x="371043" y="261711"/>
                  </a:lnTo>
                  <a:lnTo>
                    <a:pt x="377011" y="265821"/>
                  </a:lnTo>
                  <a:lnTo>
                    <a:pt x="380308" y="269737"/>
                  </a:lnTo>
                  <a:lnTo>
                    <a:pt x="382624" y="273653"/>
                  </a:lnTo>
                  <a:lnTo>
                    <a:pt x="384406" y="277478"/>
                  </a:lnTo>
                  <a:lnTo>
                    <a:pt x="388505" y="282487"/>
                  </a:lnTo>
                  <a:lnTo>
                    <a:pt x="392782" y="288771"/>
                  </a:lnTo>
                  <a:lnTo>
                    <a:pt x="395009" y="297059"/>
                  </a:lnTo>
                  <a:lnTo>
                    <a:pt x="396167" y="300337"/>
                  </a:lnTo>
                  <a:lnTo>
                    <a:pt x="396345" y="303525"/>
                  </a:lnTo>
                  <a:lnTo>
                    <a:pt x="395811" y="305619"/>
                  </a:lnTo>
                  <a:lnTo>
                    <a:pt x="395187" y="307987"/>
                  </a:lnTo>
                  <a:lnTo>
                    <a:pt x="394742" y="311357"/>
                  </a:lnTo>
                  <a:lnTo>
                    <a:pt x="394742" y="314271"/>
                  </a:lnTo>
                  <a:lnTo>
                    <a:pt x="394284" y="316544"/>
                  </a:lnTo>
                  <a:lnTo>
                    <a:pt x="394891" y="316547"/>
                  </a:lnTo>
                  <a:lnTo>
                    <a:pt x="403554" y="316589"/>
                  </a:lnTo>
                  <a:lnTo>
                    <a:pt x="406826" y="316446"/>
                  </a:lnTo>
                  <a:lnTo>
                    <a:pt x="405851" y="318296"/>
                  </a:lnTo>
                  <a:lnTo>
                    <a:pt x="403832" y="321213"/>
                  </a:lnTo>
                  <a:lnTo>
                    <a:pt x="401953" y="323135"/>
                  </a:lnTo>
                  <a:lnTo>
                    <a:pt x="398473" y="325696"/>
                  </a:lnTo>
                  <a:lnTo>
                    <a:pt x="395897" y="327617"/>
                  </a:lnTo>
                  <a:lnTo>
                    <a:pt x="394574" y="329538"/>
                  </a:lnTo>
                  <a:lnTo>
                    <a:pt x="392695" y="331601"/>
                  </a:lnTo>
                  <a:lnTo>
                    <a:pt x="390676" y="333522"/>
                  </a:lnTo>
                  <a:lnTo>
                    <a:pt x="388310" y="335586"/>
                  </a:lnTo>
                  <a:lnTo>
                    <a:pt x="377799" y="341420"/>
                  </a:lnTo>
                  <a:lnTo>
                    <a:pt x="375223" y="342345"/>
                  </a:lnTo>
                  <a:lnTo>
                    <a:pt x="363668" y="336084"/>
                  </a:lnTo>
                  <a:lnTo>
                    <a:pt x="359415" y="334194"/>
                  </a:lnTo>
                  <a:lnTo>
                    <a:pt x="358327" y="333710"/>
                  </a:lnTo>
                  <a:lnTo>
                    <a:pt x="357646" y="333584"/>
                  </a:lnTo>
                  <a:lnTo>
                    <a:pt x="356608" y="333146"/>
                  </a:lnTo>
                  <a:lnTo>
                    <a:pt x="355864" y="332833"/>
                  </a:lnTo>
                  <a:lnTo>
                    <a:pt x="355055" y="332620"/>
                  </a:lnTo>
                  <a:lnTo>
                    <a:pt x="352746" y="332013"/>
                  </a:lnTo>
                  <a:lnTo>
                    <a:pt x="350643" y="331551"/>
                  </a:lnTo>
                  <a:lnTo>
                    <a:pt x="349512" y="331303"/>
                  </a:lnTo>
                  <a:lnTo>
                    <a:pt x="345796" y="330487"/>
                  </a:lnTo>
                  <a:lnTo>
                    <a:pt x="342811" y="329190"/>
                  </a:lnTo>
                  <a:lnTo>
                    <a:pt x="337510" y="326617"/>
                  </a:lnTo>
                  <a:lnTo>
                    <a:pt x="333979" y="325558"/>
                  </a:lnTo>
                  <a:lnTo>
                    <a:pt x="330582" y="324590"/>
                  </a:lnTo>
                  <a:lnTo>
                    <a:pt x="326071" y="324534"/>
                  </a:lnTo>
                  <a:lnTo>
                    <a:pt x="319278" y="324704"/>
                  </a:lnTo>
                  <a:lnTo>
                    <a:pt x="317329" y="324477"/>
                  </a:lnTo>
                  <a:lnTo>
                    <a:pt x="316621" y="324210"/>
                  </a:lnTo>
                  <a:lnTo>
                    <a:pt x="314154" y="323281"/>
                  </a:lnTo>
                  <a:lnTo>
                    <a:pt x="310941" y="322198"/>
                  </a:lnTo>
                  <a:lnTo>
                    <a:pt x="309184" y="321606"/>
                  </a:lnTo>
                  <a:lnTo>
                    <a:pt x="305332" y="320307"/>
                  </a:lnTo>
                  <a:lnTo>
                    <a:pt x="302971" y="319512"/>
                  </a:lnTo>
                  <a:lnTo>
                    <a:pt x="259981" y="311543"/>
                  </a:lnTo>
                  <a:lnTo>
                    <a:pt x="258951" y="311521"/>
                  </a:lnTo>
                  <a:lnTo>
                    <a:pt x="250113" y="311340"/>
                  </a:lnTo>
                  <a:lnTo>
                    <a:pt x="254181" y="303666"/>
                  </a:lnTo>
                  <a:lnTo>
                    <a:pt x="253290" y="301275"/>
                  </a:lnTo>
                  <a:lnTo>
                    <a:pt x="252288" y="296949"/>
                  </a:lnTo>
                  <a:lnTo>
                    <a:pt x="250283" y="290802"/>
                  </a:lnTo>
                  <a:lnTo>
                    <a:pt x="249169" y="284085"/>
                  </a:lnTo>
                  <a:lnTo>
                    <a:pt x="248895" y="282174"/>
                  </a:lnTo>
                  <a:lnTo>
                    <a:pt x="247944" y="275547"/>
                  </a:lnTo>
                  <a:lnTo>
                    <a:pt x="245538" y="270882"/>
                  </a:lnTo>
                  <a:lnTo>
                    <a:pt x="244714" y="269286"/>
                  </a:lnTo>
                  <a:lnTo>
                    <a:pt x="241596" y="265302"/>
                  </a:lnTo>
                  <a:lnTo>
                    <a:pt x="238032" y="262797"/>
                  </a:lnTo>
                  <a:lnTo>
                    <a:pt x="235469" y="259399"/>
                  </a:lnTo>
                  <a:lnTo>
                    <a:pt x="233911" y="257333"/>
                  </a:lnTo>
                  <a:lnTo>
                    <a:pt x="230570" y="249364"/>
                  </a:lnTo>
                  <a:lnTo>
                    <a:pt x="226783" y="246518"/>
                  </a:lnTo>
                  <a:lnTo>
                    <a:pt x="220992" y="244241"/>
                  </a:lnTo>
                  <a:lnTo>
                    <a:pt x="212575" y="241715"/>
                  </a:lnTo>
                  <a:lnTo>
                    <a:pt x="205058" y="237617"/>
                  </a:lnTo>
                  <a:lnTo>
                    <a:pt x="198359" y="235256"/>
                  </a:lnTo>
                  <a:lnTo>
                    <a:pt x="188692" y="228790"/>
                  </a:lnTo>
                  <a:lnTo>
                    <a:pt x="183955" y="224412"/>
                  </a:lnTo>
                  <a:lnTo>
                    <a:pt x="181761" y="222384"/>
                  </a:lnTo>
                  <a:lnTo>
                    <a:pt x="181113" y="221786"/>
                  </a:lnTo>
                  <a:lnTo>
                    <a:pt x="178944" y="219787"/>
                  </a:lnTo>
                  <a:lnTo>
                    <a:pt x="178447" y="219430"/>
                  </a:lnTo>
                  <a:lnTo>
                    <a:pt x="178182" y="219238"/>
                  </a:lnTo>
                  <a:lnTo>
                    <a:pt x="175505" y="217310"/>
                  </a:lnTo>
                  <a:lnTo>
                    <a:pt x="175273" y="216984"/>
                  </a:lnTo>
                  <a:lnTo>
                    <a:pt x="173741" y="214833"/>
                  </a:lnTo>
                  <a:lnTo>
                    <a:pt x="171985" y="214382"/>
                  </a:lnTo>
                  <a:lnTo>
                    <a:pt x="170551" y="214013"/>
                  </a:lnTo>
                  <a:lnTo>
                    <a:pt x="169222" y="213047"/>
                  </a:lnTo>
                  <a:lnTo>
                    <a:pt x="168477" y="212505"/>
                  </a:lnTo>
                  <a:lnTo>
                    <a:pt x="168123" y="212248"/>
                  </a:lnTo>
                  <a:lnTo>
                    <a:pt x="156731" y="213654"/>
                  </a:lnTo>
                  <a:lnTo>
                    <a:pt x="155342" y="213826"/>
                  </a:lnTo>
                  <a:lnTo>
                    <a:pt x="154456" y="213684"/>
                  </a:lnTo>
                  <a:lnTo>
                    <a:pt x="153277" y="213496"/>
                  </a:lnTo>
                  <a:lnTo>
                    <a:pt x="148837" y="212850"/>
                  </a:lnTo>
                  <a:lnTo>
                    <a:pt x="148547" y="212777"/>
                  </a:lnTo>
                  <a:lnTo>
                    <a:pt x="144636" y="211501"/>
                  </a:lnTo>
                  <a:lnTo>
                    <a:pt x="144533" y="211737"/>
                  </a:lnTo>
                  <a:lnTo>
                    <a:pt x="143379" y="212698"/>
                  </a:lnTo>
                  <a:lnTo>
                    <a:pt x="142456" y="212770"/>
                  </a:lnTo>
                  <a:lnTo>
                    <a:pt x="137702" y="213140"/>
                  </a:lnTo>
                  <a:lnTo>
                    <a:pt x="137302" y="213171"/>
                  </a:lnTo>
                  <a:lnTo>
                    <a:pt x="135003" y="212024"/>
                  </a:lnTo>
                  <a:lnTo>
                    <a:pt x="134825" y="212115"/>
                  </a:lnTo>
                  <a:lnTo>
                    <a:pt x="134111" y="213172"/>
                  </a:lnTo>
                  <a:lnTo>
                    <a:pt x="133743" y="213716"/>
                  </a:lnTo>
                  <a:lnTo>
                    <a:pt x="132106" y="216449"/>
                  </a:lnTo>
                  <a:lnTo>
                    <a:pt x="131990" y="216642"/>
                  </a:lnTo>
                  <a:lnTo>
                    <a:pt x="131434" y="217572"/>
                  </a:lnTo>
                  <a:lnTo>
                    <a:pt x="131291" y="217810"/>
                  </a:lnTo>
                  <a:lnTo>
                    <a:pt x="130644" y="218891"/>
                  </a:lnTo>
                  <a:lnTo>
                    <a:pt x="130141" y="221204"/>
                  </a:lnTo>
                  <a:lnTo>
                    <a:pt x="130020" y="221760"/>
                  </a:lnTo>
                  <a:lnTo>
                    <a:pt x="129533" y="223086"/>
                  </a:lnTo>
                  <a:lnTo>
                    <a:pt x="128556" y="225750"/>
                  </a:lnTo>
                  <a:lnTo>
                    <a:pt x="127823" y="227986"/>
                  </a:lnTo>
                  <a:lnTo>
                    <a:pt x="127558" y="228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534861" y="4982385"/>
              <a:ext cx="135342" cy="121619"/>
            </a:xfrm>
            <a:custGeom>
              <a:avLst/>
              <a:pathLst>
                <a:path w="135342" h="121619">
                  <a:moveTo>
                    <a:pt x="91266" y="7090"/>
                  </a:moveTo>
                  <a:lnTo>
                    <a:pt x="91853" y="7721"/>
                  </a:lnTo>
                  <a:lnTo>
                    <a:pt x="92947" y="8088"/>
                  </a:lnTo>
                  <a:lnTo>
                    <a:pt x="93206" y="9087"/>
                  </a:lnTo>
                  <a:lnTo>
                    <a:pt x="93906" y="9161"/>
                  </a:lnTo>
                  <a:lnTo>
                    <a:pt x="96589" y="9445"/>
                  </a:lnTo>
                  <a:lnTo>
                    <a:pt x="97752" y="8635"/>
                  </a:lnTo>
                  <a:lnTo>
                    <a:pt x="98473" y="8133"/>
                  </a:lnTo>
                  <a:lnTo>
                    <a:pt x="102837" y="5091"/>
                  </a:lnTo>
                  <a:lnTo>
                    <a:pt x="103119" y="4974"/>
                  </a:lnTo>
                  <a:lnTo>
                    <a:pt x="103968" y="6452"/>
                  </a:lnTo>
                  <a:lnTo>
                    <a:pt x="102472" y="9786"/>
                  </a:lnTo>
                  <a:lnTo>
                    <a:pt x="103123" y="9542"/>
                  </a:lnTo>
                  <a:lnTo>
                    <a:pt x="103350" y="9457"/>
                  </a:lnTo>
                  <a:lnTo>
                    <a:pt x="105170" y="12830"/>
                  </a:lnTo>
                  <a:lnTo>
                    <a:pt x="105755" y="13914"/>
                  </a:lnTo>
                  <a:lnTo>
                    <a:pt x="108300" y="14785"/>
                  </a:lnTo>
                  <a:lnTo>
                    <a:pt x="108998" y="15024"/>
                  </a:lnTo>
                  <a:lnTo>
                    <a:pt x="109197" y="15092"/>
                  </a:lnTo>
                  <a:lnTo>
                    <a:pt x="111168" y="18194"/>
                  </a:lnTo>
                  <a:lnTo>
                    <a:pt x="108418" y="19299"/>
                  </a:lnTo>
                  <a:lnTo>
                    <a:pt x="107903" y="19506"/>
                  </a:lnTo>
                  <a:lnTo>
                    <a:pt x="103771" y="21166"/>
                  </a:lnTo>
                  <a:lnTo>
                    <a:pt x="105275" y="23443"/>
                  </a:lnTo>
                  <a:lnTo>
                    <a:pt x="106708" y="23209"/>
                  </a:lnTo>
                  <a:lnTo>
                    <a:pt x="107555" y="23481"/>
                  </a:lnTo>
                  <a:lnTo>
                    <a:pt x="108412" y="23756"/>
                  </a:lnTo>
                  <a:lnTo>
                    <a:pt x="109114" y="24806"/>
                  </a:lnTo>
                  <a:lnTo>
                    <a:pt x="109314" y="25105"/>
                  </a:lnTo>
                  <a:lnTo>
                    <a:pt x="110617" y="25378"/>
                  </a:lnTo>
                  <a:lnTo>
                    <a:pt x="110608" y="26167"/>
                  </a:lnTo>
                  <a:lnTo>
                    <a:pt x="122988" y="28649"/>
                  </a:lnTo>
                  <a:lnTo>
                    <a:pt x="125505" y="28467"/>
                  </a:lnTo>
                  <a:lnTo>
                    <a:pt x="127299" y="27509"/>
                  </a:lnTo>
                  <a:lnTo>
                    <a:pt x="127510" y="27397"/>
                  </a:lnTo>
                  <a:lnTo>
                    <a:pt x="127599" y="26850"/>
                  </a:lnTo>
                  <a:lnTo>
                    <a:pt x="128052" y="26520"/>
                  </a:lnTo>
                  <a:lnTo>
                    <a:pt x="130940" y="24414"/>
                  </a:lnTo>
                  <a:lnTo>
                    <a:pt x="134340" y="28366"/>
                  </a:lnTo>
                  <a:lnTo>
                    <a:pt x="133599" y="29017"/>
                  </a:lnTo>
                  <a:lnTo>
                    <a:pt x="133331" y="29252"/>
                  </a:lnTo>
                  <a:lnTo>
                    <a:pt x="131519" y="30844"/>
                  </a:lnTo>
                  <a:lnTo>
                    <a:pt x="131796" y="38573"/>
                  </a:lnTo>
                  <a:lnTo>
                    <a:pt x="129201" y="39173"/>
                  </a:lnTo>
                  <a:lnTo>
                    <a:pt x="131503" y="45645"/>
                  </a:lnTo>
                  <a:lnTo>
                    <a:pt x="131959" y="46929"/>
                  </a:lnTo>
                  <a:lnTo>
                    <a:pt x="133579" y="51486"/>
                  </a:lnTo>
                  <a:lnTo>
                    <a:pt x="135249" y="63345"/>
                  </a:lnTo>
                  <a:lnTo>
                    <a:pt x="135342" y="63936"/>
                  </a:lnTo>
                  <a:lnTo>
                    <a:pt x="133799" y="63907"/>
                  </a:lnTo>
                  <a:lnTo>
                    <a:pt x="127958" y="63799"/>
                  </a:lnTo>
                  <a:lnTo>
                    <a:pt x="130196" y="67556"/>
                  </a:lnTo>
                  <a:lnTo>
                    <a:pt x="132335" y="67009"/>
                  </a:lnTo>
                  <a:lnTo>
                    <a:pt x="133597" y="69315"/>
                  </a:lnTo>
                  <a:lnTo>
                    <a:pt x="134682" y="71297"/>
                  </a:lnTo>
                  <a:lnTo>
                    <a:pt x="126728" y="78819"/>
                  </a:lnTo>
                  <a:lnTo>
                    <a:pt x="114633" y="84181"/>
                  </a:lnTo>
                  <a:lnTo>
                    <a:pt x="114132" y="88860"/>
                  </a:lnTo>
                  <a:lnTo>
                    <a:pt x="112590" y="89110"/>
                  </a:lnTo>
                  <a:lnTo>
                    <a:pt x="110082" y="89516"/>
                  </a:lnTo>
                  <a:lnTo>
                    <a:pt x="104569" y="94639"/>
                  </a:lnTo>
                  <a:lnTo>
                    <a:pt x="100059" y="100376"/>
                  </a:lnTo>
                  <a:lnTo>
                    <a:pt x="96985" y="104953"/>
                  </a:lnTo>
                  <a:lnTo>
                    <a:pt x="93073" y="114752"/>
                  </a:lnTo>
                  <a:lnTo>
                    <a:pt x="89099" y="115847"/>
                  </a:lnTo>
                  <a:lnTo>
                    <a:pt x="89785" y="118786"/>
                  </a:lnTo>
                  <a:lnTo>
                    <a:pt x="89906" y="119324"/>
                  </a:lnTo>
                  <a:lnTo>
                    <a:pt x="90269" y="120936"/>
                  </a:lnTo>
                  <a:lnTo>
                    <a:pt x="90369" y="121619"/>
                  </a:lnTo>
                  <a:lnTo>
                    <a:pt x="85931" y="121433"/>
                  </a:lnTo>
                  <a:lnTo>
                    <a:pt x="81983" y="117486"/>
                  </a:lnTo>
                  <a:lnTo>
                    <a:pt x="80446" y="116837"/>
                  </a:lnTo>
                  <a:lnTo>
                    <a:pt x="74532" y="116462"/>
                  </a:lnTo>
                  <a:lnTo>
                    <a:pt x="67415" y="116223"/>
                  </a:lnTo>
                  <a:lnTo>
                    <a:pt x="58394" y="116735"/>
                  </a:lnTo>
                  <a:lnTo>
                    <a:pt x="57484" y="116906"/>
                  </a:lnTo>
                  <a:lnTo>
                    <a:pt x="55912" y="117200"/>
                  </a:lnTo>
                  <a:lnTo>
                    <a:pt x="48248" y="116876"/>
                  </a:lnTo>
                  <a:lnTo>
                    <a:pt x="42296" y="111552"/>
                  </a:lnTo>
                  <a:lnTo>
                    <a:pt x="41441" y="111113"/>
                  </a:lnTo>
                  <a:lnTo>
                    <a:pt x="35709" y="108169"/>
                  </a:lnTo>
                  <a:lnTo>
                    <a:pt x="35211" y="107913"/>
                  </a:lnTo>
                  <a:lnTo>
                    <a:pt x="34738" y="107670"/>
                  </a:lnTo>
                  <a:lnTo>
                    <a:pt x="31608" y="103779"/>
                  </a:lnTo>
                  <a:lnTo>
                    <a:pt x="31117" y="103577"/>
                  </a:lnTo>
                  <a:lnTo>
                    <a:pt x="28955" y="102688"/>
                  </a:lnTo>
                  <a:lnTo>
                    <a:pt x="25783" y="100000"/>
                  </a:lnTo>
                  <a:lnTo>
                    <a:pt x="26293" y="99323"/>
                  </a:lnTo>
                  <a:lnTo>
                    <a:pt x="26594" y="98923"/>
                  </a:lnTo>
                  <a:lnTo>
                    <a:pt x="24347" y="98498"/>
                  </a:lnTo>
                  <a:lnTo>
                    <a:pt x="19524" y="101070"/>
                  </a:lnTo>
                  <a:lnTo>
                    <a:pt x="19450" y="100914"/>
                  </a:lnTo>
                  <a:lnTo>
                    <a:pt x="19266" y="100522"/>
                  </a:lnTo>
                  <a:lnTo>
                    <a:pt x="18521" y="99087"/>
                  </a:lnTo>
                  <a:lnTo>
                    <a:pt x="16209" y="94633"/>
                  </a:lnTo>
                  <a:lnTo>
                    <a:pt x="16073" y="94461"/>
                  </a:lnTo>
                  <a:lnTo>
                    <a:pt x="15708" y="93998"/>
                  </a:lnTo>
                  <a:lnTo>
                    <a:pt x="12400" y="87507"/>
                  </a:lnTo>
                  <a:lnTo>
                    <a:pt x="11883" y="86956"/>
                  </a:lnTo>
                  <a:lnTo>
                    <a:pt x="11727" y="86790"/>
                  </a:lnTo>
                  <a:lnTo>
                    <a:pt x="11226" y="86255"/>
                  </a:lnTo>
                  <a:lnTo>
                    <a:pt x="10863" y="85868"/>
                  </a:lnTo>
                  <a:lnTo>
                    <a:pt x="10787" y="85564"/>
                  </a:lnTo>
                  <a:lnTo>
                    <a:pt x="10556" y="84639"/>
                  </a:lnTo>
                  <a:lnTo>
                    <a:pt x="9559" y="80643"/>
                  </a:lnTo>
                  <a:lnTo>
                    <a:pt x="9437" y="80153"/>
                  </a:lnTo>
                  <a:lnTo>
                    <a:pt x="8123" y="80221"/>
                  </a:lnTo>
                  <a:lnTo>
                    <a:pt x="8105" y="80026"/>
                  </a:lnTo>
                  <a:lnTo>
                    <a:pt x="7396" y="72474"/>
                  </a:lnTo>
                  <a:lnTo>
                    <a:pt x="7033" y="68611"/>
                  </a:lnTo>
                  <a:lnTo>
                    <a:pt x="7432" y="68653"/>
                  </a:lnTo>
                  <a:lnTo>
                    <a:pt x="7362" y="68441"/>
                  </a:lnTo>
                  <a:lnTo>
                    <a:pt x="6817" y="66782"/>
                  </a:lnTo>
                  <a:lnTo>
                    <a:pt x="6645" y="66259"/>
                  </a:lnTo>
                  <a:lnTo>
                    <a:pt x="5949" y="64141"/>
                  </a:lnTo>
                  <a:lnTo>
                    <a:pt x="5496" y="62763"/>
                  </a:lnTo>
                  <a:lnTo>
                    <a:pt x="5235" y="61967"/>
                  </a:lnTo>
                  <a:lnTo>
                    <a:pt x="4474" y="59650"/>
                  </a:lnTo>
                  <a:lnTo>
                    <a:pt x="3731" y="57391"/>
                  </a:lnTo>
                  <a:lnTo>
                    <a:pt x="3223" y="55845"/>
                  </a:lnTo>
                  <a:lnTo>
                    <a:pt x="1999" y="52119"/>
                  </a:lnTo>
                  <a:lnTo>
                    <a:pt x="372" y="47166"/>
                  </a:lnTo>
                  <a:lnTo>
                    <a:pt x="0" y="46033"/>
                  </a:lnTo>
                  <a:lnTo>
                    <a:pt x="3295" y="44892"/>
                  </a:lnTo>
                  <a:lnTo>
                    <a:pt x="4634" y="44428"/>
                  </a:lnTo>
                  <a:lnTo>
                    <a:pt x="4909" y="44332"/>
                  </a:lnTo>
                  <a:lnTo>
                    <a:pt x="9823" y="42630"/>
                  </a:lnTo>
                  <a:lnTo>
                    <a:pt x="10024" y="42560"/>
                  </a:lnTo>
                  <a:lnTo>
                    <a:pt x="10339" y="42451"/>
                  </a:lnTo>
                  <a:lnTo>
                    <a:pt x="14201" y="41113"/>
                  </a:lnTo>
                  <a:lnTo>
                    <a:pt x="17039" y="40129"/>
                  </a:lnTo>
                  <a:lnTo>
                    <a:pt x="18303" y="39692"/>
                  </a:lnTo>
                  <a:lnTo>
                    <a:pt x="19970" y="39114"/>
                  </a:lnTo>
                  <a:lnTo>
                    <a:pt x="21515" y="38578"/>
                  </a:lnTo>
                  <a:lnTo>
                    <a:pt x="22209" y="38338"/>
                  </a:lnTo>
                  <a:lnTo>
                    <a:pt x="27994" y="36334"/>
                  </a:lnTo>
                  <a:lnTo>
                    <a:pt x="28992" y="35988"/>
                  </a:lnTo>
                  <a:lnTo>
                    <a:pt x="30255" y="35550"/>
                  </a:lnTo>
                  <a:lnTo>
                    <a:pt x="30051" y="34962"/>
                  </a:lnTo>
                  <a:lnTo>
                    <a:pt x="32228" y="33510"/>
                  </a:lnTo>
                  <a:lnTo>
                    <a:pt x="33572" y="32614"/>
                  </a:lnTo>
                  <a:lnTo>
                    <a:pt x="33833" y="32439"/>
                  </a:lnTo>
                  <a:lnTo>
                    <a:pt x="36251" y="30827"/>
                  </a:lnTo>
                  <a:lnTo>
                    <a:pt x="40170" y="28213"/>
                  </a:lnTo>
                  <a:lnTo>
                    <a:pt x="41903" y="27058"/>
                  </a:lnTo>
                  <a:lnTo>
                    <a:pt x="44504" y="25323"/>
                  </a:lnTo>
                  <a:lnTo>
                    <a:pt x="47165" y="23548"/>
                  </a:lnTo>
                  <a:lnTo>
                    <a:pt x="48756" y="22487"/>
                  </a:lnTo>
                  <a:lnTo>
                    <a:pt x="50874" y="21074"/>
                  </a:lnTo>
                  <a:lnTo>
                    <a:pt x="52593" y="19927"/>
                  </a:lnTo>
                  <a:lnTo>
                    <a:pt x="53958" y="19017"/>
                  </a:lnTo>
                  <a:lnTo>
                    <a:pt x="56887" y="17064"/>
                  </a:lnTo>
                  <a:lnTo>
                    <a:pt x="57487" y="18031"/>
                  </a:lnTo>
                  <a:lnTo>
                    <a:pt x="57724" y="18435"/>
                  </a:lnTo>
                  <a:lnTo>
                    <a:pt x="57871" y="18341"/>
                  </a:lnTo>
                  <a:lnTo>
                    <a:pt x="58436" y="17984"/>
                  </a:lnTo>
                  <a:lnTo>
                    <a:pt x="58752" y="17784"/>
                  </a:lnTo>
                  <a:lnTo>
                    <a:pt x="59366" y="17394"/>
                  </a:lnTo>
                  <a:lnTo>
                    <a:pt x="59498" y="17311"/>
                  </a:lnTo>
                  <a:lnTo>
                    <a:pt x="59803" y="17118"/>
                  </a:lnTo>
                  <a:lnTo>
                    <a:pt x="61079" y="16310"/>
                  </a:lnTo>
                  <a:lnTo>
                    <a:pt x="61613" y="15972"/>
                  </a:lnTo>
                  <a:lnTo>
                    <a:pt x="63050" y="15062"/>
                  </a:lnTo>
                  <a:lnTo>
                    <a:pt x="63539" y="14752"/>
                  </a:lnTo>
                  <a:lnTo>
                    <a:pt x="64034" y="14439"/>
                  </a:lnTo>
                  <a:lnTo>
                    <a:pt x="64364" y="14229"/>
                  </a:lnTo>
                  <a:lnTo>
                    <a:pt x="64648" y="14051"/>
                  </a:lnTo>
                  <a:lnTo>
                    <a:pt x="65250" y="13681"/>
                  </a:lnTo>
                  <a:lnTo>
                    <a:pt x="65584" y="13475"/>
                  </a:lnTo>
                  <a:lnTo>
                    <a:pt x="67156" y="12507"/>
                  </a:lnTo>
                  <a:lnTo>
                    <a:pt x="68808" y="11489"/>
                  </a:lnTo>
                  <a:lnTo>
                    <a:pt x="70604" y="10383"/>
                  </a:lnTo>
                  <a:lnTo>
                    <a:pt x="71303" y="9952"/>
                  </a:lnTo>
                  <a:lnTo>
                    <a:pt x="73884" y="8363"/>
                  </a:lnTo>
                  <a:lnTo>
                    <a:pt x="75453" y="7396"/>
                  </a:lnTo>
                  <a:lnTo>
                    <a:pt x="75646" y="7693"/>
                  </a:lnTo>
                  <a:lnTo>
                    <a:pt x="75947" y="7466"/>
                  </a:lnTo>
                  <a:lnTo>
                    <a:pt x="77221" y="6509"/>
                  </a:lnTo>
                  <a:lnTo>
                    <a:pt x="78522" y="5531"/>
                  </a:lnTo>
                  <a:lnTo>
                    <a:pt x="78953" y="5207"/>
                  </a:lnTo>
                  <a:lnTo>
                    <a:pt x="80836" y="3792"/>
                  </a:lnTo>
                  <a:lnTo>
                    <a:pt x="81651" y="3179"/>
                  </a:lnTo>
                  <a:lnTo>
                    <a:pt x="84887" y="747"/>
                  </a:lnTo>
                  <a:lnTo>
                    <a:pt x="85376" y="379"/>
                  </a:lnTo>
                  <a:lnTo>
                    <a:pt x="85881" y="0"/>
                  </a:lnTo>
                  <a:lnTo>
                    <a:pt x="86683" y="1097"/>
                  </a:lnTo>
                  <a:lnTo>
                    <a:pt x="88018" y="2923"/>
                  </a:lnTo>
                  <a:lnTo>
                    <a:pt x="90326" y="60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588563" y="3529039"/>
              <a:ext cx="127662" cy="153264"/>
            </a:xfrm>
            <a:custGeom>
              <a:avLst/>
              <a:pathLst>
                <a:path w="127662" h="153264">
                  <a:moveTo>
                    <a:pt x="93538" y="104800"/>
                  </a:moveTo>
                  <a:lnTo>
                    <a:pt x="90999" y="108490"/>
                  </a:lnTo>
                  <a:lnTo>
                    <a:pt x="89896" y="110093"/>
                  </a:lnTo>
                  <a:lnTo>
                    <a:pt x="86831" y="114547"/>
                  </a:lnTo>
                  <a:lnTo>
                    <a:pt x="84327" y="118186"/>
                  </a:lnTo>
                  <a:lnTo>
                    <a:pt x="82083" y="121250"/>
                  </a:lnTo>
                  <a:lnTo>
                    <a:pt x="81239" y="122403"/>
                  </a:lnTo>
                  <a:lnTo>
                    <a:pt x="75569" y="130145"/>
                  </a:lnTo>
                  <a:lnTo>
                    <a:pt x="74118" y="132332"/>
                  </a:lnTo>
                  <a:lnTo>
                    <a:pt x="70436" y="137883"/>
                  </a:lnTo>
                  <a:lnTo>
                    <a:pt x="69865" y="138743"/>
                  </a:lnTo>
                  <a:lnTo>
                    <a:pt x="66213" y="144030"/>
                  </a:lnTo>
                  <a:lnTo>
                    <a:pt x="65421" y="145684"/>
                  </a:lnTo>
                  <a:lnTo>
                    <a:pt x="63642" y="149255"/>
                  </a:lnTo>
                  <a:lnTo>
                    <a:pt x="56574" y="151762"/>
                  </a:lnTo>
                  <a:lnTo>
                    <a:pt x="53619" y="152565"/>
                  </a:lnTo>
                  <a:lnTo>
                    <a:pt x="52386" y="152900"/>
                  </a:lnTo>
                  <a:lnTo>
                    <a:pt x="49963" y="153179"/>
                  </a:lnTo>
                  <a:lnTo>
                    <a:pt x="49223" y="153264"/>
                  </a:lnTo>
                  <a:lnTo>
                    <a:pt x="49294" y="152798"/>
                  </a:lnTo>
                  <a:lnTo>
                    <a:pt x="49554" y="151100"/>
                  </a:lnTo>
                  <a:lnTo>
                    <a:pt x="49752" y="150253"/>
                  </a:lnTo>
                  <a:lnTo>
                    <a:pt x="48469" y="149255"/>
                  </a:lnTo>
                  <a:lnTo>
                    <a:pt x="42925" y="144941"/>
                  </a:lnTo>
                  <a:lnTo>
                    <a:pt x="42447" y="144537"/>
                  </a:lnTo>
                  <a:lnTo>
                    <a:pt x="41588" y="143895"/>
                  </a:lnTo>
                  <a:lnTo>
                    <a:pt x="37583" y="148345"/>
                  </a:lnTo>
                  <a:lnTo>
                    <a:pt x="36216" y="149864"/>
                  </a:lnTo>
                  <a:lnTo>
                    <a:pt x="27168" y="142474"/>
                  </a:lnTo>
                  <a:lnTo>
                    <a:pt x="21756" y="137975"/>
                  </a:lnTo>
                  <a:lnTo>
                    <a:pt x="21153" y="137474"/>
                  </a:lnTo>
                  <a:lnTo>
                    <a:pt x="17371" y="141600"/>
                  </a:lnTo>
                  <a:lnTo>
                    <a:pt x="7209" y="132764"/>
                  </a:lnTo>
                  <a:lnTo>
                    <a:pt x="5342" y="131141"/>
                  </a:lnTo>
                  <a:lnTo>
                    <a:pt x="5061" y="130896"/>
                  </a:lnTo>
                  <a:lnTo>
                    <a:pt x="5496" y="130398"/>
                  </a:lnTo>
                  <a:lnTo>
                    <a:pt x="755" y="126093"/>
                  </a:lnTo>
                  <a:lnTo>
                    <a:pt x="0" y="125254"/>
                  </a:lnTo>
                  <a:lnTo>
                    <a:pt x="365" y="124518"/>
                  </a:lnTo>
                  <a:lnTo>
                    <a:pt x="1283" y="122671"/>
                  </a:lnTo>
                  <a:lnTo>
                    <a:pt x="1990" y="121250"/>
                  </a:lnTo>
                  <a:lnTo>
                    <a:pt x="2429" y="120472"/>
                  </a:lnTo>
                  <a:lnTo>
                    <a:pt x="2519" y="120313"/>
                  </a:lnTo>
                  <a:lnTo>
                    <a:pt x="2709" y="119760"/>
                  </a:lnTo>
                  <a:lnTo>
                    <a:pt x="2963" y="119017"/>
                  </a:lnTo>
                  <a:lnTo>
                    <a:pt x="3557" y="117285"/>
                  </a:lnTo>
                  <a:lnTo>
                    <a:pt x="3994" y="116010"/>
                  </a:lnTo>
                  <a:lnTo>
                    <a:pt x="5727" y="110955"/>
                  </a:lnTo>
                  <a:lnTo>
                    <a:pt x="6080" y="109926"/>
                  </a:lnTo>
                  <a:lnTo>
                    <a:pt x="6694" y="108137"/>
                  </a:lnTo>
                  <a:lnTo>
                    <a:pt x="7500" y="105786"/>
                  </a:lnTo>
                  <a:lnTo>
                    <a:pt x="7865" y="104721"/>
                  </a:lnTo>
                  <a:lnTo>
                    <a:pt x="10085" y="105699"/>
                  </a:lnTo>
                  <a:lnTo>
                    <a:pt x="10594" y="105923"/>
                  </a:lnTo>
                  <a:lnTo>
                    <a:pt x="13276" y="103157"/>
                  </a:lnTo>
                  <a:lnTo>
                    <a:pt x="14022" y="102387"/>
                  </a:lnTo>
                  <a:lnTo>
                    <a:pt x="15898" y="100452"/>
                  </a:lnTo>
                  <a:lnTo>
                    <a:pt x="16816" y="99505"/>
                  </a:lnTo>
                  <a:lnTo>
                    <a:pt x="17665" y="98629"/>
                  </a:lnTo>
                  <a:lnTo>
                    <a:pt x="19308" y="96935"/>
                  </a:lnTo>
                  <a:lnTo>
                    <a:pt x="19616" y="96930"/>
                  </a:lnTo>
                  <a:lnTo>
                    <a:pt x="20102" y="97410"/>
                  </a:lnTo>
                  <a:lnTo>
                    <a:pt x="25265" y="102511"/>
                  </a:lnTo>
                  <a:lnTo>
                    <a:pt x="25956" y="103369"/>
                  </a:lnTo>
                  <a:lnTo>
                    <a:pt x="26605" y="104175"/>
                  </a:lnTo>
                  <a:lnTo>
                    <a:pt x="27351" y="104968"/>
                  </a:lnTo>
                  <a:lnTo>
                    <a:pt x="29367" y="107112"/>
                  </a:lnTo>
                  <a:lnTo>
                    <a:pt x="29596" y="106991"/>
                  </a:lnTo>
                  <a:lnTo>
                    <a:pt x="32686" y="105359"/>
                  </a:lnTo>
                  <a:lnTo>
                    <a:pt x="29612" y="102103"/>
                  </a:lnTo>
                  <a:lnTo>
                    <a:pt x="29010" y="100722"/>
                  </a:lnTo>
                  <a:lnTo>
                    <a:pt x="28202" y="98870"/>
                  </a:lnTo>
                  <a:lnTo>
                    <a:pt x="26005" y="93834"/>
                  </a:lnTo>
                  <a:lnTo>
                    <a:pt x="25621" y="92954"/>
                  </a:lnTo>
                  <a:lnTo>
                    <a:pt x="25202" y="91994"/>
                  </a:lnTo>
                  <a:lnTo>
                    <a:pt x="25036" y="91025"/>
                  </a:lnTo>
                  <a:lnTo>
                    <a:pt x="24964" y="90603"/>
                  </a:lnTo>
                  <a:lnTo>
                    <a:pt x="24890" y="90172"/>
                  </a:lnTo>
                  <a:lnTo>
                    <a:pt x="25647" y="88647"/>
                  </a:lnTo>
                  <a:lnTo>
                    <a:pt x="25927" y="88251"/>
                  </a:lnTo>
                  <a:lnTo>
                    <a:pt x="30281" y="82080"/>
                  </a:lnTo>
                  <a:lnTo>
                    <a:pt x="16832" y="72764"/>
                  </a:lnTo>
                  <a:lnTo>
                    <a:pt x="17186" y="72213"/>
                  </a:lnTo>
                  <a:lnTo>
                    <a:pt x="17519" y="71695"/>
                  </a:lnTo>
                  <a:lnTo>
                    <a:pt x="21506" y="65486"/>
                  </a:lnTo>
                  <a:lnTo>
                    <a:pt x="21971" y="64805"/>
                  </a:lnTo>
                  <a:lnTo>
                    <a:pt x="22670" y="63778"/>
                  </a:lnTo>
                  <a:lnTo>
                    <a:pt x="24146" y="61611"/>
                  </a:lnTo>
                  <a:lnTo>
                    <a:pt x="26346" y="58381"/>
                  </a:lnTo>
                  <a:lnTo>
                    <a:pt x="29045" y="54653"/>
                  </a:lnTo>
                  <a:lnTo>
                    <a:pt x="29305" y="54294"/>
                  </a:lnTo>
                  <a:lnTo>
                    <a:pt x="30320" y="52893"/>
                  </a:lnTo>
                  <a:lnTo>
                    <a:pt x="31013" y="51935"/>
                  </a:lnTo>
                  <a:lnTo>
                    <a:pt x="31145" y="51752"/>
                  </a:lnTo>
                  <a:lnTo>
                    <a:pt x="31419" y="51304"/>
                  </a:lnTo>
                  <a:lnTo>
                    <a:pt x="32037" y="50415"/>
                  </a:lnTo>
                  <a:lnTo>
                    <a:pt x="36075" y="44610"/>
                  </a:lnTo>
                  <a:lnTo>
                    <a:pt x="40319" y="38348"/>
                  </a:lnTo>
                  <a:lnTo>
                    <a:pt x="40597" y="37939"/>
                  </a:lnTo>
                  <a:lnTo>
                    <a:pt x="45185" y="31154"/>
                  </a:lnTo>
                  <a:lnTo>
                    <a:pt x="45904" y="30067"/>
                  </a:lnTo>
                  <a:lnTo>
                    <a:pt x="48049" y="26828"/>
                  </a:lnTo>
                  <a:lnTo>
                    <a:pt x="48168" y="26648"/>
                  </a:lnTo>
                  <a:lnTo>
                    <a:pt x="49135" y="25188"/>
                  </a:lnTo>
                  <a:lnTo>
                    <a:pt x="49707" y="24323"/>
                  </a:lnTo>
                  <a:lnTo>
                    <a:pt x="52171" y="20650"/>
                  </a:lnTo>
                  <a:lnTo>
                    <a:pt x="54273" y="17516"/>
                  </a:lnTo>
                  <a:lnTo>
                    <a:pt x="54611" y="16998"/>
                  </a:lnTo>
                  <a:lnTo>
                    <a:pt x="55593" y="15492"/>
                  </a:lnTo>
                  <a:lnTo>
                    <a:pt x="56623" y="13912"/>
                  </a:lnTo>
                  <a:lnTo>
                    <a:pt x="59966" y="8787"/>
                  </a:lnTo>
                  <a:lnTo>
                    <a:pt x="60153" y="8500"/>
                  </a:lnTo>
                  <a:lnTo>
                    <a:pt x="60466" y="8023"/>
                  </a:lnTo>
                  <a:lnTo>
                    <a:pt x="65731" y="210"/>
                  </a:lnTo>
                  <a:lnTo>
                    <a:pt x="65874" y="0"/>
                  </a:lnTo>
                  <a:lnTo>
                    <a:pt x="66267" y="269"/>
                  </a:lnTo>
                  <a:lnTo>
                    <a:pt x="79405" y="9276"/>
                  </a:lnTo>
                  <a:lnTo>
                    <a:pt x="89158" y="15962"/>
                  </a:lnTo>
                  <a:lnTo>
                    <a:pt x="90642" y="16979"/>
                  </a:lnTo>
                  <a:lnTo>
                    <a:pt x="90938" y="17180"/>
                  </a:lnTo>
                  <a:lnTo>
                    <a:pt x="91210" y="17365"/>
                  </a:lnTo>
                  <a:lnTo>
                    <a:pt x="92422" y="18188"/>
                  </a:lnTo>
                  <a:lnTo>
                    <a:pt x="93214" y="18726"/>
                  </a:lnTo>
                  <a:lnTo>
                    <a:pt x="88305" y="26182"/>
                  </a:lnTo>
                  <a:lnTo>
                    <a:pt x="87998" y="26648"/>
                  </a:lnTo>
                  <a:lnTo>
                    <a:pt x="87772" y="26992"/>
                  </a:lnTo>
                  <a:lnTo>
                    <a:pt x="111642" y="43247"/>
                  </a:lnTo>
                  <a:lnTo>
                    <a:pt x="113093" y="44243"/>
                  </a:lnTo>
                  <a:lnTo>
                    <a:pt x="118420" y="47902"/>
                  </a:lnTo>
                  <a:lnTo>
                    <a:pt x="119745" y="48804"/>
                  </a:lnTo>
                  <a:lnTo>
                    <a:pt x="127662" y="54199"/>
                  </a:lnTo>
                  <a:lnTo>
                    <a:pt x="127251" y="54800"/>
                  </a:lnTo>
                  <a:lnTo>
                    <a:pt x="126498" y="55931"/>
                  </a:lnTo>
                  <a:lnTo>
                    <a:pt x="125925" y="56792"/>
                  </a:lnTo>
                  <a:lnTo>
                    <a:pt x="121446" y="63521"/>
                  </a:lnTo>
                  <a:lnTo>
                    <a:pt x="111718" y="78135"/>
                  </a:lnTo>
                  <a:lnTo>
                    <a:pt x="110223" y="80381"/>
                  </a:lnTo>
                  <a:lnTo>
                    <a:pt x="109873" y="80907"/>
                  </a:lnTo>
                  <a:lnTo>
                    <a:pt x="106749" y="85600"/>
                  </a:lnTo>
                  <a:lnTo>
                    <a:pt x="103550" y="90249"/>
                  </a:lnTo>
                  <a:lnTo>
                    <a:pt x="102927" y="911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951036" y="3164844"/>
              <a:ext cx="140923" cy="142447"/>
            </a:xfrm>
            <a:custGeom>
              <a:avLst/>
              <a:pathLst>
                <a:path w="140923" h="142447">
                  <a:moveTo>
                    <a:pt x="78675" y="25355"/>
                  </a:moveTo>
                  <a:lnTo>
                    <a:pt x="82901" y="27835"/>
                  </a:lnTo>
                  <a:lnTo>
                    <a:pt x="84426" y="28664"/>
                  </a:lnTo>
                  <a:lnTo>
                    <a:pt x="85251" y="29112"/>
                  </a:lnTo>
                  <a:lnTo>
                    <a:pt x="88383" y="30814"/>
                  </a:lnTo>
                  <a:lnTo>
                    <a:pt x="88236" y="33799"/>
                  </a:lnTo>
                  <a:lnTo>
                    <a:pt x="88506" y="33785"/>
                  </a:lnTo>
                  <a:lnTo>
                    <a:pt x="90350" y="34821"/>
                  </a:lnTo>
                  <a:lnTo>
                    <a:pt x="90696" y="35015"/>
                  </a:lnTo>
                  <a:lnTo>
                    <a:pt x="91958" y="37654"/>
                  </a:lnTo>
                  <a:lnTo>
                    <a:pt x="93419" y="38791"/>
                  </a:lnTo>
                  <a:lnTo>
                    <a:pt x="95565" y="42037"/>
                  </a:lnTo>
                  <a:lnTo>
                    <a:pt x="95691" y="42219"/>
                  </a:lnTo>
                  <a:lnTo>
                    <a:pt x="97821" y="43090"/>
                  </a:lnTo>
                  <a:lnTo>
                    <a:pt x="98215" y="43846"/>
                  </a:lnTo>
                  <a:lnTo>
                    <a:pt x="98324" y="46027"/>
                  </a:lnTo>
                  <a:lnTo>
                    <a:pt x="98366" y="46868"/>
                  </a:lnTo>
                  <a:lnTo>
                    <a:pt x="101545" y="48995"/>
                  </a:lnTo>
                  <a:lnTo>
                    <a:pt x="102461" y="49608"/>
                  </a:lnTo>
                  <a:lnTo>
                    <a:pt x="106874" y="52561"/>
                  </a:lnTo>
                  <a:lnTo>
                    <a:pt x="115522" y="58347"/>
                  </a:lnTo>
                  <a:lnTo>
                    <a:pt x="116327" y="58886"/>
                  </a:lnTo>
                  <a:lnTo>
                    <a:pt x="125014" y="64699"/>
                  </a:lnTo>
                  <a:lnTo>
                    <a:pt x="125603" y="65093"/>
                  </a:lnTo>
                  <a:lnTo>
                    <a:pt x="138422" y="73670"/>
                  </a:lnTo>
                  <a:lnTo>
                    <a:pt x="138852" y="73958"/>
                  </a:lnTo>
                  <a:lnTo>
                    <a:pt x="140446" y="75024"/>
                  </a:lnTo>
                  <a:lnTo>
                    <a:pt x="140923" y="75344"/>
                  </a:lnTo>
                  <a:lnTo>
                    <a:pt x="140534" y="75915"/>
                  </a:lnTo>
                  <a:lnTo>
                    <a:pt x="140285" y="76279"/>
                  </a:lnTo>
                  <a:lnTo>
                    <a:pt x="140050" y="76625"/>
                  </a:lnTo>
                  <a:lnTo>
                    <a:pt x="139540" y="77359"/>
                  </a:lnTo>
                  <a:lnTo>
                    <a:pt x="139185" y="77870"/>
                  </a:lnTo>
                  <a:lnTo>
                    <a:pt x="122480" y="101924"/>
                  </a:lnTo>
                  <a:lnTo>
                    <a:pt x="121852" y="102829"/>
                  </a:lnTo>
                  <a:lnTo>
                    <a:pt x="121589" y="103210"/>
                  </a:lnTo>
                  <a:lnTo>
                    <a:pt x="120491" y="104801"/>
                  </a:lnTo>
                  <a:lnTo>
                    <a:pt x="118797" y="107258"/>
                  </a:lnTo>
                  <a:lnTo>
                    <a:pt x="105461" y="126590"/>
                  </a:lnTo>
                  <a:lnTo>
                    <a:pt x="103836" y="128946"/>
                  </a:lnTo>
                  <a:lnTo>
                    <a:pt x="103219" y="129840"/>
                  </a:lnTo>
                  <a:lnTo>
                    <a:pt x="102287" y="131003"/>
                  </a:lnTo>
                  <a:lnTo>
                    <a:pt x="100389" y="129704"/>
                  </a:lnTo>
                  <a:lnTo>
                    <a:pt x="96156" y="126808"/>
                  </a:lnTo>
                  <a:lnTo>
                    <a:pt x="87567" y="120930"/>
                  </a:lnTo>
                  <a:lnTo>
                    <a:pt x="86633" y="120292"/>
                  </a:lnTo>
                  <a:lnTo>
                    <a:pt x="82842" y="117697"/>
                  </a:lnTo>
                  <a:lnTo>
                    <a:pt x="80147" y="115853"/>
                  </a:lnTo>
                  <a:lnTo>
                    <a:pt x="78448" y="114691"/>
                  </a:lnTo>
                  <a:lnTo>
                    <a:pt x="78032" y="114406"/>
                  </a:lnTo>
                  <a:lnTo>
                    <a:pt x="59671" y="141949"/>
                  </a:lnTo>
                  <a:lnTo>
                    <a:pt x="59339" y="142447"/>
                  </a:lnTo>
                  <a:lnTo>
                    <a:pt x="51793" y="137211"/>
                  </a:lnTo>
                  <a:lnTo>
                    <a:pt x="47999" y="134578"/>
                  </a:lnTo>
                  <a:lnTo>
                    <a:pt x="45242" y="134581"/>
                  </a:lnTo>
                  <a:lnTo>
                    <a:pt x="44187" y="134582"/>
                  </a:lnTo>
                  <a:lnTo>
                    <a:pt x="41712" y="135371"/>
                  </a:lnTo>
                  <a:lnTo>
                    <a:pt x="41170" y="135544"/>
                  </a:lnTo>
                  <a:lnTo>
                    <a:pt x="38788" y="136304"/>
                  </a:lnTo>
                  <a:lnTo>
                    <a:pt x="36053" y="137697"/>
                  </a:lnTo>
                  <a:lnTo>
                    <a:pt x="35281" y="138744"/>
                  </a:lnTo>
                  <a:lnTo>
                    <a:pt x="34724" y="138217"/>
                  </a:lnTo>
                  <a:lnTo>
                    <a:pt x="32593" y="136198"/>
                  </a:lnTo>
                  <a:lnTo>
                    <a:pt x="31932" y="135639"/>
                  </a:lnTo>
                  <a:lnTo>
                    <a:pt x="33106" y="133927"/>
                  </a:lnTo>
                  <a:lnTo>
                    <a:pt x="33278" y="133677"/>
                  </a:lnTo>
                  <a:lnTo>
                    <a:pt x="32822" y="133231"/>
                  </a:lnTo>
                  <a:lnTo>
                    <a:pt x="30226" y="130692"/>
                  </a:lnTo>
                  <a:lnTo>
                    <a:pt x="29519" y="131371"/>
                  </a:lnTo>
                  <a:lnTo>
                    <a:pt x="28539" y="132770"/>
                  </a:lnTo>
                  <a:lnTo>
                    <a:pt x="26950" y="132171"/>
                  </a:lnTo>
                  <a:lnTo>
                    <a:pt x="25948" y="132194"/>
                  </a:lnTo>
                  <a:lnTo>
                    <a:pt x="24879" y="132695"/>
                  </a:lnTo>
                  <a:lnTo>
                    <a:pt x="22384" y="134266"/>
                  </a:lnTo>
                  <a:lnTo>
                    <a:pt x="21083" y="135085"/>
                  </a:lnTo>
                  <a:lnTo>
                    <a:pt x="22942" y="131535"/>
                  </a:lnTo>
                  <a:lnTo>
                    <a:pt x="24869" y="127857"/>
                  </a:lnTo>
                  <a:lnTo>
                    <a:pt x="19683" y="124523"/>
                  </a:lnTo>
                  <a:lnTo>
                    <a:pt x="19381" y="123207"/>
                  </a:lnTo>
                  <a:lnTo>
                    <a:pt x="18913" y="121024"/>
                  </a:lnTo>
                  <a:lnTo>
                    <a:pt x="20288" y="120565"/>
                  </a:lnTo>
                  <a:lnTo>
                    <a:pt x="25024" y="118984"/>
                  </a:lnTo>
                  <a:lnTo>
                    <a:pt x="25269" y="118902"/>
                  </a:lnTo>
                  <a:lnTo>
                    <a:pt x="24314" y="114351"/>
                  </a:lnTo>
                  <a:lnTo>
                    <a:pt x="23984" y="112780"/>
                  </a:lnTo>
                  <a:lnTo>
                    <a:pt x="23544" y="109335"/>
                  </a:lnTo>
                  <a:lnTo>
                    <a:pt x="23932" y="108002"/>
                  </a:lnTo>
                  <a:lnTo>
                    <a:pt x="24113" y="106977"/>
                  </a:lnTo>
                  <a:lnTo>
                    <a:pt x="23626" y="104473"/>
                  </a:lnTo>
                  <a:lnTo>
                    <a:pt x="23860" y="104038"/>
                  </a:lnTo>
                  <a:lnTo>
                    <a:pt x="24286" y="102624"/>
                  </a:lnTo>
                  <a:lnTo>
                    <a:pt x="22204" y="94912"/>
                  </a:lnTo>
                  <a:lnTo>
                    <a:pt x="21039" y="91136"/>
                  </a:lnTo>
                  <a:lnTo>
                    <a:pt x="21265" y="87049"/>
                  </a:lnTo>
                  <a:lnTo>
                    <a:pt x="21022" y="84323"/>
                  </a:lnTo>
                  <a:lnTo>
                    <a:pt x="20442" y="82496"/>
                  </a:lnTo>
                  <a:lnTo>
                    <a:pt x="20086" y="80894"/>
                  </a:lnTo>
                  <a:lnTo>
                    <a:pt x="19597" y="78691"/>
                  </a:lnTo>
                  <a:lnTo>
                    <a:pt x="18773" y="73300"/>
                  </a:lnTo>
                  <a:lnTo>
                    <a:pt x="18670" y="69003"/>
                  </a:lnTo>
                  <a:lnTo>
                    <a:pt x="18368" y="65452"/>
                  </a:lnTo>
                  <a:lnTo>
                    <a:pt x="18203" y="63520"/>
                  </a:lnTo>
                  <a:lnTo>
                    <a:pt x="18039" y="62292"/>
                  </a:lnTo>
                  <a:lnTo>
                    <a:pt x="17488" y="58166"/>
                  </a:lnTo>
                  <a:lnTo>
                    <a:pt x="16831" y="52515"/>
                  </a:lnTo>
                  <a:lnTo>
                    <a:pt x="15199" y="50360"/>
                  </a:lnTo>
                  <a:lnTo>
                    <a:pt x="12306" y="46539"/>
                  </a:lnTo>
                  <a:lnTo>
                    <a:pt x="4019" y="32513"/>
                  </a:lnTo>
                  <a:lnTo>
                    <a:pt x="0" y="18925"/>
                  </a:lnTo>
                  <a:lnTo>
                    <a:pt x="1796" y="14357"/>
                  </a:lnTo>
                  <a:lnTo>
                    <a:pt x="2921" y="14031"/>
                  </a:lnTo>
                  <a:lnTo>
                    <a:pt x="5092" y="14999"/>
                  </a:lnTo>
                  <a:lnTo>
                    <a:pt x="7031" y="16891"/>
                  </a:lnTo>
                  <a:lnTo>
                    <a:pt x="8099" y="17788"/>
                  </a:lnTo>
                  <a:lnTo>
                    <a:pt x="8484" y="17828"/>
                  </a:lnTo>
                  <a:lnTo>
                    <a:pt x="10271" y="18016"/>
                  </a:lnTo>
                  <a:lnTo>
                    <a:pt x="12554" y="18927"/>
                  </a:lnTo>
                  <a:lnTo>
                    <a:pt x="15225" y="20746"/>
                  </a:lnTo>
                  <a:lnTo>
                    <a:pt x="15729" y="21090"/>
                  </a:lnTo>
                  <a:lnTo>
                    <a:pt x="17956" y="23309"/>
                  </a:lnTo>
                  <a:lnTo>
                    <a:pt x="19515" y="24960"/>
                  </a:lnTo>
                  <a:lnTo>
                    <a:pt x="20907" y="25643"/>
                  </a:lnTo>
                  <a:lnTo>
                    <a:pt x="22634" y="25586"/>
                  </a:lnTo>
                  <a:lnTo>
                    <a:pt x="24547" y="23589"/>
                  </a:lnTo>
                  <a:lnTo>
                    <a:pt x="25585" y="21488"/>
                  </a:lnTo>
                  <a:lnTo>
                    <a:pt x="25529" y="19667"/>
                  </a:lnTo>
                  <a:lnTo>
                    <a:pt x="25483" y="19295"/>
                  </a:lnTo>
                  <a:lnTo>
                    <a:pt x="25396" y="18599"/>
                  </a:lnTo>
                  <a:lnTo>
                    <a:pt x="25251" y="17447"/>
                  </a:lnTo>
                  <a:lnTo>
                    <a:pt x="25662" y="15827"/>
                  </a:lnTo>
                  <a:lnTo>
                    <a:pt x="26031" y="14373"/>
                  </a:lnTo>
                  <a:lnTo>
                    <a:pt x="27138" y="12555"/>
                  </a:lnTo>
                  <a:lnTo>
                    <a:pt x="27868" y="11356"/>
                  </a:lnTo>
                  <a:lnTo>
                    <a:pt x="31042" y="8909"/>
                  </a:lnTo>
                  <a:lnTo>
                    <a:pt x="34213" y="7577"/>
                  </a:lnTo>
                  <a:lnTo>
                    <a:pt x="35108" y="7201"/>
                  </a:lnTo>
                  <a:lnTo>
                    <a:pt x="36778" y="5778"/>
                  </a:lnTo>
                  <a:lnTo>
                    <a:pt x="37888" y="4977"/>
                  </a:lnTo>
                  <a:lnTo>
                    <a:pt x="38672" y="4412"/>
                  </a:lnTo>
                  <a:lnTo>
                    <a:pt x="40064" y="3103"/>
                  </a:lnTo>
                  <a:lnTo>
                    <a:pt x="40288" y="1385"/>
                  </a:lnTo>
                  <a:lnTo>
                    <a:pt x="41545" y="1328"/>
                  </a:lnTo>
                  <a:lnTo>
                    <a:pt x="41929" y="1311"/>
                  </a:lnTo>
                  <a:lnTo>
                    <a:pt x="44814" y="733"/>
                  </a:lnTo>
                  <a:lnTo>
                    <a:pt x="47589" y="177"/>
                  </a:lnTo>
                  <a:lnTo>
                    <a:pt x="48478" y="0"/>
                  </a:lnTo>
                  <a:lnTo>
                    <a:pt x="49311" y="156"/>
                  </a:lnTo>
                  <a:lnTo>
                    <a:pt x="49788" y="245"/>
                  </a:lnTo>
                  <a:lnTo>
                    <a:pt x="50624" y="1419"/>
                  </a:lnTo>
                  <a:lnTo>
                    <a:pt x="52017" y="3373"/>
                  </a:lnTo>
                  <a:lnTo>
                    <a:pt x="54358" y="6658"/>
                  </a:lnTo>
                  <a:lnTo>
                    <a:pt x="55125" y="7204"/>
                  </a:lnTo>
                  <a:lnTo>
                    <a:pt x="56188" y="8341"/>
                  </a:lnTo>
                  <a:lnTo>
                    <a:pt x="58355" y="10835"/>
                  </a:lnTo>
                  <a:lnTo>
                    <a:pt x="59151" y="11751"/>
                  </a:lnTo>
                  <a:lnTo>
                    <a:pt x="59603" y="12120"/>
                  </a:lnTo>
                  <a:lnTo>
                    <a:pt x="64179" y="15855"/>
                  </a:lnTo>
                  <a:lnTo>
                    <a:pt x="65566" y="16988"/>
                  </a:lnTo>
                  <a:lnTo>
                    <a:pt x="70494" y="20831"/>
                  </a:lnTo>
                  <a:lnTo>
                    <a:pt x="71962" y="21976"/>
                  </a:lnTo>
                  <a:lnTo>
                    <a:pt x="73428" y="22644"/>
                  </a:lnTo>
                  <a:lnTo>
                    <a:pt x="73772" y="22801"/>
                  </a:lnTo>
                  <a:lnTo>
                    <a:pt x="74722" y="23438"/>
                  </a:lnTo>
                  <a:lnTo>
                    <a:pt x="75016" y="23635"/>
                  </a:lnTo>
                  <a:lnTo>
                    <a:pt x="75267" y="23723"/>
                  </a:lnTo>
                  <a:lnTo>
                    <a:pt x="76733" y="242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552312" y="3237042"/>
              <a:ext cx="215542" cy="155072"/>
            </a:xfrm>
            <a:custGeom>
              <a:avLst/>
              <a:pathLst>
                <a:path w="215542" h="155072">
                  <a:moveTo>
                    <a:pt x="34070" y="11059"/>
                  </a:moveTo>
                  <a:lnTo>
                    <a:pt x="41999" y="20032"/>
                  </a:lnTo>
                  <a:lnTo>
                    <a:pt x="42707" y="20833"/>
                  </a:lnTo>
                  <a:lnTo>
                    <a:pt x="43687" y="22062"/>
                  </a:lnTo>
                  <a:lnTo>
                    <a:pt x="44115" y="22938"/>
                  </a:lnTo>
                  <a:lnTo>
                    <a:pt x="44533" y="23793"/>
                  </a:lnTo>
                  <a:lnTo>
                    <a:pt x="44756" y="25022"/>
                  </a:lnTo>
                  <a:lnTo>
                    <a:pt x="44578" y="27868"/>
                  </a:lnTo>
                  <a:lnTo>
                    <a:pt x="44129" y="35075"/>
                  </a:lnTo>
                  <a:lnTo>
                    <a:pt x="44124" y="35512"/>
                  </a:lnTo>
                  <a:lnTo>
                    <a:pt x="44195" y="35706"/>
                  </a:lnTo>
                  <a:lnTo>
                    <a:pt x="44308" y="36011"/>
                  </a:lnTo>
                  <a:lnTo>
                    <a:pt x="44288" y="36334"/>
                  </a:lnTo>
                  <a:lnTo>
                    <a:pt x="60000" y="37597"/>
                  </a:lnTo>
                  <a:lnTo>
                    <a:pt x="60667" y="37651"/>
                  </a:lnTo>
                  <a:lnTo>
                    <a:pt x="64247" y="37939"/>
                  </a:lnTo>
                  <a:lnTo>
                    <a:pt x="69026" y="38323"/>
                  </a:lnTo>
                  <a:lnTo>
                    <a:pt x="70037" y="38404"/>
                  </a:lnTo>
                  <a:lnTo>
                    <a:pt x="70622" y="38451"/>
                  </a:lnTo>
                  <a:lnTo>
                    <a:pt x="71600" y="38534"/>
                  </a:lnTo>
                  <a:lnTo>
                    <a:pt x="71521" y="39476"/>
                  </a:lnTo>
                  <a:lnTo>
                    <a:pt x="71497" y="39758"/>
                  </a:lnTo>
                  <a:lnTo>
                    <a:pt x="71363" y="41357"/>
                  </a:lnTo>
                  <a:lnTo>
                    <a:pt x="71219" y="43074"/>
                  </a:lnTo>
                  <a:lnTo>
                    <a:pt x="71134" y="44076"/>
                  </a:lnTo>
                  <a:lnTo>
                    <a:pt x="70985" y="45857"/>
                  </a:lnTo>
                  <a:lnTo>
                    <a:pt x="70944" y="46459"/>
                  </a:lnTo>
                  <a:lnTo>
                    <a:pt x="70900" y="47113"/>
                  </a:lnTo>
                  <a:lnTo>
                    <a:pt x="71830" y="47159"/>
                  </a:lnTo>
                  <a:lnTo>
                    <a:pt x="72263" y="47180"/>
                  </a:lnTo>
                  <a:lnTo>
                    <a:pt x="75950" y="47361"/>
                  </a:lnTo>
                  <a:lnTo>
                    <a:pt x="76363" y="47382"/>
                  </a:lnTo>
                  <a:lnTo>
                    <a:pt x="76689" y="47398"/>
                  </a:lnTo>
                  <a:lnTo>
                    <a:pt x="78640" y="47494"/>
                  </a:lnTo>
                  <a:lnTo>
                    <a:pt x="80453" y="47583"/>
                  </a:lnTo>
                  <a:lnTo>
                    <a:pt x="81675" y="47643"/>
                  </a:lnTo>
                  <a:lnTo>
                    <a:pt x="82854" y="47701"/>
                  </a:lnTo>
                  <a:lnTo>
                    <a:pt x="83340" y="47725"/>
                  </a:lnTo>
                  <a:lnTo>
                    <a:pt x="84555" y="47785"/>
                  </a:lnTo>
                  <a:lnTo>
                    <a:pt x="85359" y="47825"/>
                  </a:lnTo>
                  <a:lnTo>
                    <a:pt x="88232" y="47966"/>
                  </a:lnTo>
                  <a:lnTo>
                    <a:pt x="88623" y="47985"/>
                  </a:lnTo>
                  <a:lnTo>
                    <a:pt x="96618" y="48445"/>
                  </a:lnTo>
                  <a:lnTo>
                    <a:pt x="104796" y="48915"/>
                  </a:lnTo>
                  <a:lnTo>
                    <a:pt x="112655" y="49427"/>
                  </a:lnTo>
                  <a:lnTo>
                    <a:pt x="118962" y="49839"/>
                  </a:lnTo>
                  <a:lnTo>
                    <a:pt x="121704" y="50018"/>
                  </a:lnTo>
                  <a:lnTo>
                    <a:pt x="123849" y="50158"/>
                  </a:lnTo>
                  <a:lnTo>
                    <a:pt x="124416" y="50159"/>
                  </a:lnTo>
                  <a:lnTo>
                    <a:pt x="124864" y="50160"/>
                  </a:lnTo>
                  <a:lnTo>
                    <a:pt x="126557" y="50127"/>
                  </a:lnTo>
                  <a:lnTo>
                    <a:pt x="129085" y="50079"/>
                  </a:lnTo>
                  <a:lnTo>
                    <a:pt x="130969" y="53170"/>
                  </a:lnTo>
                  <a:lnTo>
                    <a:pt x="132777" y="52160"/>
                  </a:lnTo>
                  <a:lnTo>
                    <a:pt x="138329" y="49056"/>
                  </a:lnTo>
                  <a:lnTo>
                    <a:pt x="138524" y="48947"/>
                  </a:lnTo>
                  <a:lnTo>
                    <a:pt x="142803" y="46554"/>
                  </a:lnTo>
                  <a:lnTo>
                    <a:pt x="145291" y="45164"/>
                  </a:lnTo>
                  <a:lnTo>
                    <a:pt x="149064" y="43033"/>
                  </a:lnTo>
                  <a:lnTo>
                    <a:pt x="149550" y="42678"/>
                  </a:lnTo>
                  <a:lnTo>
                    <a:pt x="149766" y="42503"/>
                  </a:lnTo>
                  <a:lnTo>
                    <a:pt x="150059" y="42265"/>
                  </a:lnTo>
                  <a:lnTo>
                    <a:pt x="150513" y="41896"/>
                  </a:lnTo>
                  <a:lnTo>
                    <a:pt x="152246" y="40486"/>
                  </a:lnTo>
                  <a:lnTo>
                    <a:pt x="152613" y="40188"/>
                  </a:lnTo>
                  <a:lnTo>
                    <a:pt x="162671" y="34070"/>
                  </a:lnTo>
                  <a:lnTo>
                    <a:pt x="165489" y="32378"/>
                  </a:lnTo>
                  <a:lnTo>
                    <a:pt x="170323" y="29474"/>
                  </a:lnTo>
                  <a:lnTo>
                    <a:pt x="187184" y="18998"/>
                  </a:lnTo>
                  <a:lnTo>
                    <a:pt x="192571" y="16261"/>
                  </a:lnTo>
                  <a:lnTo>
                    <a:pt x="197026" y="13130"/>
                  </a:lnTo>
                  <a:lnTo>
                    <a:pt x="200646" y="9288"/>
                  </a:lnTo>
                  <a:lnTo>
                    <a:pt x="202491" y="6003"/>
                  </a:lnTo>
                  <a:lnTo>
                    <a:pt x="202038" y="9857"/>
                  </a:lnTo>
                  <a:lnTo>
                    <a:pt x="203430" y="19391"/>
                  </a:lnTo>
                  <a:lnTo>
                    <a:pt x="205379" y="26649"/>
                  </a:lnTo>
                  <a:lnTo>
                    <a:pt x="205936" y="30776"/>
                  </a:lnTo>
                  <a:lnTo>
                    <a:pt x="207189" y="36183"/>
                  </a:lnTo>
                  <a:lnTo>
                    <a:pt x="207641" y="40169"/>
                  </a:lnTo>
                  <a:lnTo>
                    <a:pt x="207703" y="40543"/>
                  </a:lnTo>
                  <a:lnTo>
                    <a:pt x="208109" y="43037"/>
                  </a:lnTo>
                  <a:lnTo>
                    <a:pt x="208393" y="44783"/>
                  </a:lnTo>
                  <a:lnTo>
                    <a:pt x="209144" y="50377"/>
                  </a:lnTo>
                  <a:lnTo>
                    <a:pt x="209398" y="52272"/>
                  </a:lnTo>
                  <a:lnTo>
                    <a:pt x="209464" y="52889"/>
                  </a:lnTo>
                  <a:lnTo>
                    <a:pt x="210530" y="56817"/>
                  </a:lnTo>
                  <a:lnTo>
                    <a:pt x="213454" y="60943"/>
                  </a:lnTo>
                  <a:lnTo>
                    <a:pt x="215542" y="66351"/>
                  </a:lnTo>
                  <a:lnTo>
                    <a:pt x="214707" y="68912"/>
                  </a:lnTo>
                  <a:lnTo>
                    <a:pt x="211783" y="73324"/>
                  </a:lnTo>
                  <a:lnTo>
                    <a:pt x="208578" y="79037"/>
                  </a:lnTo>
                  <a:lnTo>
                    <a:pt x="204494" y="81676"/>
                  </a:lnTo>
                  <a:lnTo>
                    <a:pt x="203526" y="82301"/>
                  </a:lnTo>
                  <a:lnTo>
                    <a:pt x="199903" y="85070"/>
                  </a:lnTo>
                  <a:lnTo>
                    <a:pt x="193431" y="87560"/>
                  </a:lnTo>
                  <a:lnTo>
                    <a:pt x="189293" y="89151"/>
                  </a:lnTo>
                  <a:lnTo>
                    <a:pt x="179558" y="95844"/>
                  </a:lnTo>
                  <a:lnTo>
                    <a:pt x="175510" y="108020"/>
                  </a:lnTo>
                  <a:lnTo>
                    <a:pt x="174925" y="109778"/>
                  </a:lnTo>
                  <a:lnTo>
                    <a:pt x="172859" y="119640"/>
                  </a:lnTo>
                  <a:lnTo>
                    <a:pt x="172453" y="121804"/>
                  </a:lnTo>
                  <a:lnTo>
                    <a:pt x="172394" y="122120"/>
                  </a:lnTo>
                  <a:lnTo>
                    <a:pt x="172207" y="123115"/>
                  </a:lnTo>
                  <a:lnTo>
                    <a:pt x="172733" y="123317"/>
                  </a:lnTo>
                  <a:lnTo>
                    <a:pt x="171774" y="125325"/>
                  </a:lnTo>
                  <a:lnTo>
                    <a:pt x="166811" y="135531"/>
                  </a:lnTo>
                  <a:lnTo>
                    <a:pt x="166222" y="136750"/>
                  </a:lnTo>
                  <a:lnTo>
                    <a:pt x="166103" y="137017"/>
                  </a:lnTo>
                  <a:lnTo>
                    <a:pt x="163340" y="143186"/>
                  </a:lnTo>
                  <a:lnTo>
                    <a:pt x="160708" y="149061"/>
                  </a:lnTo>
                  <a:lnTo>
                    <a:pt x="157540" y="147582"/>
                  </a:lnTo>
                  <a:lnTo>
                    <a:pt x="157269" y="148101"/>
                  </a:lnTo>
                  <a:lnTo>
                    <a:pt x="156583" y="149416"/>
                  </a:lnTo>
                  <a:lnTo>
                    <a:pt x="153509" y="155072"/>
                  </a:lnTo>
                  <a:lnTo>
                    <a:pt x="145631" y="145972"/>
                  </a:lnTo>
                  <a:lnTo>
                    <a:pt x="141813" y="141562"/>
                  </a:lnTo>
                  <a:lnTo>
                    <a:pt x="141547" y="141255"/>
                  </a:lnTo>
                  <a:lnTo>
                    <a:pt x="134767" y="133425"/>
                  </a:lnTo>
                  <a:lnTo>
                    <a:pt x="131615" y="129783"/>
                  </a:lnTo>
                  <a:lnTo>
                    <a:pt x="129966" y="128502"/>
                  </a:lnTo>
                  <a:lnTo>
                    <a:pt x="129149" y="127868"/>
                  </a:lnTo>
                  <a:lnTo>
                    <a:pt x="126233" y="127199"/>
                  </a:lnTo>
                  <a:lnTo>
                    <a:pt x="123843" y="126650"/>
                  </a:lnTo>
                  <a:lnTo>
                    <a:pt x="117789" y="125261"/>
                  </a:lnTo>
                  <a:lnTo>
                    <a:pt x="115659" y="124748"/>
                  </a:lnTo>
                  <a:lnTo>
                    <a:pt x="115773" y="121663"/>
                  </a:lnTo>
                  <a:lnTo>
                    <a:pt x="114971" y="121616"/>
                  </a:lnTo>
                  <a:lnTo>
                    <a:pt x="114535" y="121590"/>
                  </a:lnTo>
                  <a:lnTo>
                    <a:pt x="111845" y="121431"/>
                  </a:lnTo>
                  <a:lnTo>
                    <a:pt x="111282" y="121398"/>
                  </a:lnTo>
                  <a:lnTo>
                    <a:pt x="111050" y="121384"/>
                  </a:lnTo>
                  <a:lnTo>
                    <a:pt x="110361" y="121343"/>
                  </a:lnTo>
                  <a:lnTo>
                    <a:pt x="107661" y="121183"/>
                  </a:lnTo>
                  <a:lnTo>
                    <a:pt x="103013" y="120909"/>
                  </a:lnTo>
                  <a:lnTo>
                    <a:pt x="100013" y="120731"/>
                  </a:lnTo>
                  <a:lnTo>
                    <a:pt x="99215" y="120662"/>
                  </a:lnTo>
                  <a:lnTo>
                    <a:pt x="93865" y="120199"/>
                  </a:lnTo>
                  <a:lnTo>
                    <a:pt x="93410" y="120167"/>
                  </a:lnTo>
                  <a:lnTo>
                    <a:pt x="91563" y="120458"/>
                  </a:lnTo>
                  <a:lnTo>
                    <a:pt x="91138" y="120867"/>
                  </a:lnTo>
                  <a:lnTo>
                    <a:pt x="90658" y="121329"/>
                  </a:lnTo>
                  <a:lnTo>
                    <a:pt x="84059" y="120703"/>
                  </a:lnTo>
                  <a:lnTo>
                    <a:pt x="82965" y="120074"/>
                  </a:lnTo>
                  <a:lnTo>
                    <a:pt x="82723" y="119934"/>
                  </a:lnTo>
                  <a:lnTo>
                    <a:pt x="82444" y="119920"/>
                  </a:lnTo>
                  <a:lnTo>
                    <a:pt x="74469" y="119502"/>
                  </a:lnTo>
                  <a:lnTo>
                    <a:pt x="66963" y="119109"/>
                  </a:lnTo>
                  <a:lnTo>
                    <a:pt x="63705" y="118781"/>
                  </a:lnTo>
                  <a:lnTo>
                    <a:pt x="64053" y="118281"/>
                  </a:lnTo>
                  <a:lnTo>
                    <a:pt x="64747" y="117283"/>
                  </a:lnTo>
                  <a:lnTo>
                    <a:pt x="64843" y="117145"/>
                  </a:lnTo>
                  <a:lnTo>
                    <a:pt x="65015" y="116882"/>
                  </a:lnTo>
                  <a:lnTo>
                    <a:pt x="65213" y="116409"/>
                  </a:lnTo>
                  <a:lnTo>
                    <a:pt x="65325" y="116141"/>
                  </a:lnTo>
                  <a:lnTo>
                    <a:pt x="65500" y="115723"/>
                  </a:lnTo>
                  <a:lnTo>
                    <a:pt x="65639" y="115391"/>
                  </a:lnTo>
                  <a:lnTo>
                    <a:pt x="66132" y="114216"/>
                  </a:lnTo>
                  <a:lnTo>
                    <a:pt x="66223" y="113997"/>
                  </a:lnTo>
                  <a:lnTo>
                    <a:pt x="66406" y="112972"/>
                  </a:lnTo>
                  <a:lnTo>
                    <a:pt x="66478" y="112565"/>
                  </a:lnTo>
                  <a:lnTo>
                    <a:pt x="66561" y="112104"/>
                  </a:lnTo>
                  <a:lnTo>
                    <a:pt x="66640" y="111660"/>
                  </a:lnTo>
                  <a:lnTo>
                    <a:pt x="67242" y="102311"/>
                  </a:lnTo>
                  <a:lnTo>
                    <a:pt x="67269" y="101895"/>
                  </a:lnTo>
                  <a:lnTo>
                    <a:pt x="67321" y="101079"/>
                  </a:lnTo>
                  <a:lnTo>
                    <a:pt x="67384" y="100107"/>
                  </a:lnTo>
                  <a:lnTo>
                    <a:pt x="67397" y="99902"/>
                  </a:lnTo>
                  <a:lnTo>
                    <a:pt x="67432" y="99356"/>
                  </a:lnTo>
                  <a:lnTo>
                    <a:pt x="67445" y="99148"/>
                  </a:lnTo>
                  <a:lnTo>
                    <a:pt x="67484" y="98538"/>
                  </a:lnTo>
                  <a:lnTo>
                    <a:pt x="67634" y="95735"/>
                  </a:lnTo>
                  <a:lnTo>
                    <a:pt x="67645" y="95533"/>
                  </a:lnTo>
                  <a:lnTo>
                    <a:pt x="67765" y="93278"/>
                  </a:lnTo>
                  <a:lnTo>
                    <a:pt x="67783" y="92938"/>
                  </a:lnTo>
                  <a:lnTo>
                    <a:pt x="67803" y="92575"/>
                  </a:lnTo>
                  <a:lnTo>
                    <a:pt x="67849" y="91708"/>
                  </a:lnTo>
                  <a:lnTo>
                    <a:pt x="67980" y="89258"/>
                  </a:lnTo>
                  <a:lnTo>
                    <a:pt x="68149" y="86086"/>
                  </a:lnTo>
                  <a:lnTo>
                    <a:pt x="58318" y="85428"/>
                  </a:lnTo>
                  <a:lnTo>
                    <a:pt x="58357" y="84855"/>
                  </a:lnTo>
                  <a:lnTo>
                    <a:pt x="58375" y="84597"/>
                  </a:lnTo>
                  <a:lnTo>
                    <a:pt x="58455" y="83443"/>
                  </a:lnTo>
                  <a:lnTo>
                    <a:pt x="58586" y="81542"/>
                  </a:lnTo>
                  <a:lnTo>
                    <a:pt x="58639" y="80764"/>
                  </a:lnTo>
                  <a:lnTo>
                    <a:pt x="58651" y="80586"/>
                  </a:lnTo>
                  <a:lnTo>
                    <a:pt x="58681" y="80159"/>
                  </a:lnTo>
                  <a:lnTo>
                    <a:pt x="58750" y="79160"/>
                  </a:lnTo>
                  <a:lnTo>
                    <a:pt x="58783" y="78681"/>
                  </a:lnTo>
                  <a:lnTo>
                    <a:pt x="58823" y="78096"/>
                  </a:lnTo>
                  <a:lnTo>
                    <a:pt x="59026" y="75155"/>
                  </a:lnTo>
                  <a:lnTo>
                    <a:pt x="59049" y="74815"/>
                  </a:lnTo>
                  <a:lnTo>
                    <a:pt x="59111" y="73918"/>
                  </a:lnTo>
                  <a:lnTo>
                    <a:pt x="59124" y="73724"/>
                  </a:lnTo>
                  <a:lnTo>
                    <a:pt x="50257" y="73264"/>
                  </a:lnTo>
                  <a:lnTo>
                    <a:pt x="50510" y="75155"/>
                  </a:lnTo>
                  <a:lnTo>
                    <a:pt x="50586" y="75726"/>
                  </a:lnTo>
                  <a:lnTo>
                    <a:pt x="50676" y="76401"/>
                  </a:lnTo>
                  <a:lnTo>
                    <a:pt x="50725" y="76838"/>
                  </a:lnTo>
                  <a:lnTo>
                    <a:pt x="51546" y="84163"/>
                  </a:lnTo>
                  <a:lnTo>
                    <a:pt x="47443" y="84004"/>
                  </a:lnTo>
                  <a:lnTo>
                    <a:pt x="47379" y="82986"/>
                  </a:lnTo>
                  <a:lnTo>
                    <a:pt x="37128" y="83543"/>
                  </a:lnTo>
                  <a:lnTo>
                    <a:pt x="36818" y="82628"/>
                  </a:lnTo>
                  <a:lnTo>
                    <a:pt x="36630" y="82073"/>
                  </a:lnTo>
                  <a:lnTo>
                    <a:pt x="36444" y="81522"/>
                  </a:lnTo>
                  <a:lnTo>
                    <a:pt x="36288" y="81061"/>
                  </a:lnTo>
                  <a:lnTo>
                    <a:pt x="35858" y="79791"/>
                  </a:lnTo>
                  <a:lnTo>
                    <a:pt x="35751" y="79476"/>
                  </a:lnTo>
                  <a:lnTo>
                    <a:pt x="35257" y="78017"/>
                  </a:lnTo>
                  <a:lnTo>
                    <a:pt x="34875" y="77109"/>
                  </a:lnTo>
                  <a:lnTo>
                    <a:pt x="34430" y="76053"/>
                  </a:lnTo>
                  <a:lnTo>
                    <a:pt x="33714" y="74353"/>
                  </a:lnTo>
                  <a:lnTo>
                    <a:pt x="33649" y="74198"/>
                  </a:lnTo>
                  <a:lnTo>
                    <a:pt x="33388" y="73580"/>
                  </a:lnTo>
                  <a:lnTo>
                    <a:pt x="32836" y="72269"/>
                  </a:lnTo>
                  <a:lnTo>
                    <a:pt x="32652" y="72098"/>
                  </a:lnTo>
                  <a:lnTo>
                    <a:pt x="32288" y="71759"/>
                  </a:lnTo>
                  <a:lnTo>
                    <a:pt x="31736" y="71245"/>
                  </a:lnTo>
                  <a:lnTo>
                    <a:pt x="31225" y="70770"/>
                  </a:lnTo>
                  <a:lnTo>
                    <a:pt x="30772" y="70348"/>
                  </a:lnTo>
                  <a:lnTo>
                    <a:pt x="30147" y="69766"/>
                  </a:lnTo>
                  <a:lnTo>
                    <a:pt x="28327" y="68073"/>
                  </a:lnTo>
                  <a:lnTo>
                    <a:pt x="28439" y="67644"/>
                  </a:lnTo>
                  <a:lnTo>
                    <a:pt x="28899" y="65889"/>
                  </a:lnTo>
                  <a:lnTo>
                    <a:pt x="29395" y="63995"/>
                  </a:lnTo>
                  <a:lnTo>
                    <a:pt x="29377" y="63314"/>
                  </a:lnTo>
                  <a:lnTo>
                    <a:pt x="29314" y="60901"/>
                  </a:lnTo>
                  <a:lnTo>
                    <a:pt x="27652" y="57681"/>
                  </a:lnTo>
                  <a:lnTo>
                    <a:pt x="26969" y="56326"/>
                  </a:lnTo>
                  <a:lnTo>
                    <a:pt x="25105" y="55128"/>
                  </a:lnTo>
                  <a:lnTo>
                    <a:pt x="23018" y="52992"/>
                  </a:lnTo>
                  <a:lnTo>
                    <a:pt x="20287" y="50862"/>
                  </a:lnTo>
                  <a:lnTo>
                    <a:pt x="18309" y="45507"/>
                  </a:lnTo>
                  <a:lnTo>
                    <a:pt x="18198" y="45208"/>
                  </a:lnTo>
                  <a:lnTo>
                    <a:pt x="17920" y="44455"/>
                  </a:lnTo>
                  <a:lnTo>
                    <a:pt x="15345" y="41493"/>
                  </a:lnTo>
                  <a:lnTo>
                    <a:pt x="13674" y="38533"/>
                  </a:lnTo>
                  <a:lnTo>
                    <a:pt x="13507" y="37110"/>
                  </a:lnTo>
                  <a:lnTo>
                    <a:pt x="13176" y="36507"/>
                  </a:lnTo>
                  <a:lnTo>
                    <a:pt x="5404" y="35799"/>
                  </a:lnTo>
                  <a:lnTo>
                    <a:pt x="8504" y="28172"/>
                  </a:lnTo>
                  <a:lnTo>
                    <a:pt x="5044" y="27898"/>
                  </a:lnTo>
                  <a:lnTo>
                    <a:pt x="3337" y="27763"/>
                  </a:lnTo>
                  <a:lnTo>
                    <a:pt x="3522" y="25783"/>
                  </a:lnTo>
                  <a:lnTo>
                    <a:pt x="3960" y="21114"/>
                  </a:lnTo>
                  <a:lnTo>
                    <a:pt x="0" y="19313"/>
                  </a:lnTo>
                  <a:lnTo>
                    <a:pt x="1160" y="17786"/>
                  </a:lnTo>
                  <a:lnTo>
                    <a:pt x="2861" y="15746"/>
                  </a:lnTo>
                  <a:lnTo>
                    <a:pt x="3040" y="15531"/>
                  </a:lnTo>
                  <a:lnTo>
                    <a:pt x="9831" y="7386"/>
                  </a:lnTo>
                  <a:lnTo>
                    <a:pt x="9143" y="5624"/>
                  </a:lnTo>
                  <a:lnTo>
                    <a:pt x="8951" y="5132"/>
                  </a:lnTo>
                  <a:lnTo>
                    <a:pt x="10515" y="3572"/>
                  </a:lnTo>
                  <a:lnTo>
                    <a:pt x="14513" y="6716"/>
                  </a:lnTo>
                  <a:lnTo>
                    <a:pt x="14827" y="6963"/>
                  </a:lnTo>
                  <a:lnTo>
                    <a:pt x="18995" y="10651"/>
                  </a:lnTo>
                  <a:lnTo>
                    <a:pt x="20788" y="12238"/>
                  </a:lnTo>
                  <a:lnTo>
                    <a:pt x="21907" y="13163"/>
                  </a:lnTo>
                  <a:lnTo>
                    <a:pt x="22133" y="12969"/>
                  </a:lnTo>
                  <a:lnTo>
                    <a:pt x="22687" y="12494"/>
                  </a:lnTo>
                  <a:lnTo>
                    <a:pt x="23494" y="11803"/>
                  </a:lnTo>
                  <a:lnTo>
                    <a:pt x="24435" y="9731"/>
                  </a:lnTo>
                  <a:lnTo>
                    <a:pt x="21551" y="7335"/>
                  </a:lnTo>
                  <a:lnTo>
                    <a:pt x="18514" y="4811"/>
                  </a:lnTo>
                  <a:lnTo>
                    <a:pt x="17183" y="3705"/>
                  </a:lnTo>
                  <a:lnTo>
                    <a:pt x="17073" y="3511"/>
                  </a:lnTo>
                  <a:lnTo>
                    <a:pt x="19175" y="526"/>
                  </a:lnTo>
                  <a:lnTo>
                    <a:pt x="19537" y="0"/>
                  </a:lnTo>
                  <a:lnTo>
                    <a:pt x="29191" y="6772"/>
                  </a:lnTo>
                  <a:lnTo>
                    <a:pt x="29969" y="7318"/>
                  </a:lnTo>
                  <a:lnTo>
                    <a:pt x="30734" y="8016"/>
                  </a:lnTo>
                  <a:lnTo>
                    <a:pt x="32487" y="9615"/>
                  </a:lnTo>
                  <a:lnTo>
                    <a:pt x="33137" y="102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609512" y="3355823"/>
              <a:ext cx="212507" cy="128415"/>
            </a:xfrm>
            <a:custGeom>
              <a:avLst/>
              <a:pathLst>
                <a:path w="212507" h="128415">
                  <a:moveTo>
                    <a:pt x="26859" y="1922"/>
                  </a:moveTo>
                  <a:lnTo>
                    <a:pt x="33458" y="2548"/>
                  </a:lnTo>
                  <a:lnTo>
                    <a:pt x="33938" y="2085"/>
                  </a:lnTo>
                  <a:lnTo>
                    <a:pt x="34363" y="1677"/>
                  </a:lnTo>
                  <a:lnTo>
                    <a:pt x="36242" y="1381"/>
                  </a:lnTo>
                  <a:lnTo>
                    <a:pt x="36665" y="1417"/>
                  </a:lnTo>
                  <a:lnTo>
                    <a:pt x="42015" y="1881"/>
                  </a:lnTo>
                  <a:lnTo>
                    <a:pt x="42813" y="1950"/>
                  </a:lnTo>
                  <a:lnTo>
                    <a:pt x="45813" y="2127"/>
                  </a:lnTo>
                  <a:lnTo>
                    <a:pt x="50461" y="2402"/>
                  </a:lnTo>
                  <a:lnTo>
                    <a:pt x="53160" y="2562"/>
                  </a:lnTo>
                  <a:lnTo>
                    <a:pt x="53850" y="2603"/>
                  </a:lnTo>
                  <a:lnTo>
                    <a:pt x="54082" y="2616"/>
                  </a:lnTo>
                  <a:lnTo>
                    <a:pt x="54645" y="2650"/>
                  </a:lnTo>
                  <a:lnTo>
                    <a:pt x="57335" y="2809"/>
                  </a:lnTo>
                  <a:lnTo>
                    <a:pt x="57771" y="2835"/>
                  </a:lnTo>
                  <a:lnTo>
                    <a:pt x="58573" y="2882"/>
                  </a:lnTo>
                  <a:lnTo>
                    <a:pt x="58458" y="5990"/>
                  </a:lnTo>
                  <a:lnTo>
                    <a:pt x="60588" y="6479"/>
                  </a:lnTo>
                  <a:lnTo>
                    <a:pt x="66643" y="7869"/>
                  </a:lnTo>
                  <a:lnTo>
                    <a:pt x="69033" y="8417"/>
                  </a:lnTo>
                  <a:lnTo>
                    <a:pt x="71948" y="9087"/>
                  </a:lnTo>
                  <a:lnTo>
                    <a:pt x="72766" y="9721"/>
                  </a:lnTo>
                  <a:lnTo>
                    <a:pt x="74420" y="11008"/>
                  </a:lnTo>
                  <a:lnTo>
                    <a:pt x="77567" y="14643"/>
                  </a:lnTo>
                  <a:lnTo>
                    <a:pt x="84347" y="22474"/>
                  </a:lnTo>
                  <a:lnTo>
                    <a:pt x="84612" y="22781"/>
                  </a:lnTo>
                  <a:lnTo>
                    <a:pt x="88431" y="27191"/>
                  </a:lnTo>
                  <a:lnTo>
                    <a:pt x="96385" y="36379"/>
                  </a:lnTo>
                  <a:lnTo>
                    <a:pt x="99383" y="30635"/>
                  </a:lnTo>
                  <a:lnTo>
                    <a:pt x="100069" y="29320"/>
                  </a:lnTo>
                  <a:lnTo>
                    <a:pt x="100371" y="28816"/>
                  </a:lnTo>
                  <a:lnTo>
                    <a:pt x="103508" y="30280"/>
                  </a:lnTo>
                  <a:lnTo>
                    <a:pt x="106140" y="24405"/>
                  </a:lnTo>
                  <a:lnTo>
                    <a:pt x="108903" y="18235"/>
                  </a:lnTo>
                  <a:lnTo>
                    <a:pt x="109070" y="17863"/>
                  </a:lnTo>
                  <a:lnTo>
                    <a:pt x="109611" y="16750"/>
                  </a:lnTo>
                  <a:lnTo>
                    <a:pt x="114604" y="6483"/>
                  </a:lnTo>
                  <a:lnTo>
                    <a:pt x="115533" y="4536"/>
                  </a:lnTo>
                  <a:lnTo>
                    <a:pt x="121378" y="7390"/>
                  </a:lnTo>
                  <a:lnTo>
                    <a:pt x="122481" y="7929"/>
                  </a:lnTo>
                  <a:lnTo>
                    <a:pt x="123964" y="8589"/>
                  </a:lnTo>
                  <a:lnTo>
                    <a:pt x="127490" y="10159"/>
                  </a:lnTo>
                  <a:lnTo>
                    <a:pt x="130272" y="11397"/>
                  </a:lnTo>
                  <a:lnTo>
                    <a:pt x="131124" y="11777"/>
                  </a:lnTo>
                  <a:lnTo>
                    <a:pt x="130215" y="14122"/>
                  </a:lnTo>
                  <a:lnTo>
                    <a:pt x="129871" y="15012"/>
                  </a:lnTo>
                  <a:lnTo>
                    <a:pt x="131118" y="15582"/>
                  </a:lnTo>
                  <a:lnTo>
                    <a:pt x="136935" y="18239"/>
                  </a:lnTo>
                  <a:lnTo>
                    <a:pt x="139358" y="14326"/>
                  </a:lnTo>
                  <a:lnTo>
                    <a:pt x="140442" y="14030"/>
                  </a:lnTo>
                  <a:lnTo>
                    <a:pt x="140802" y="13931"/>
                  </a:lnTo>
                  <a:lnTo>
                    <a:pt x="141664" y="13695"/>
                  </a:lnTo>
                  <a:lnTo>
                    <a:pt x="142590" y="13107"/>
                  </a:lnTo>
                  <a:lnTo>
                    <a:pt x="142746" y="12942"/>
                  </a:lnTo>
                  <a:lnTo>
                    <a:pt x="143210" y="12422"/>
                  </a:lnTo>
                  <a:lnTo>
                    <a:pt x="143620" y="12544"/>
                  </a:lnTo>
                  <a:lnTo>
                    <a:pt x="148294" y="13555"/>
                  </a:lnTo>
                  <a:lnTo>
                    <a:pt x="148754" y="13655"/>
                  </a:lnTo>
                  <a:lnTo>
                    <a:pt x="153500" y="14682"/>
                  </a:lnTo>
                  <a:lnTo>
                    <a:pt x="154226" y="14839"/>
                  </a:lnTo>
                  <a:lnTo>
                    <a:pt x="155343" y="15077"/>
                  </a:lnTo>
                  <a:lnTo>
                    <a:pt x="159022" y="15802"/>
                  </a:lnTo>
                  <a:lnTo>
                    <a:pt x="159336" y="15872"/>
                  </a:lnTo>
                  <a:lnTo>
                    <a:pt x="161571" y="20057"/>
                  </a:lnTo>
                  <a:lnTo>
                    <a:pt x="162210" y="21252"/>
                  </a:lnTo>
                  <a:lnTo>
                    <a:pt x="161352" y="21781"/>
                  </a:lnTo>
                  <a:lnTo>
                    <a:pt x="161018" y="21988"/>
                  </a:lnTo>
                  <a:lnTo>
                    <a:pt x="162559" y="23956"/>
                  </a:lnTo>
                  <a:lnTo>
                    <a:pt x="163387" y="25014"/>
                  </a:lnTo>
                  <a:lnTo>
                    <a:pt x="162282" y="25781"/>
                  </a:lnTo>
                  <a:lnTo>
                    <a:pt x="162596" y="26451"/>
                  </a:lnTo>
                  <a:lnTo>
                    <a:pt x="162781" y="26883"/>
                  </a:lnTo>
                  <a:lnTo>
                    <a:pt x="163154" y="27800"/>
                  </a:lnTo>
                  <a:lnTo>
                    <a:pt x="163229" y="28047"/>
                  </a:lnTo>
                  <a:lnTo>
                    <a:pt x="163271" y="28186"/>
                  </a:lnTo>
                  <a:lnTo>
                    <a:pt x="163459" y="28805"/>
                  </a:lnTo>
                  <a:lnTo>
                    <a:pt x="163617" y="29326"/>
                  </a:lnTo>
                  <a:lnTo>
                    <a:pt x="163734" y="29713"/>
                  </a:lnTo>
                  <a:lnTo>
                    <a:pt x="163912" y="30393"/>
                  </a:lnTo>
                  <a:lnTo>
                    <a:pt x="164195" y="31483"/>
                  </a:lnTo>
                  <a:lnTo>
                    <a:pt x="164758" y="33643"/>
                  </a:lnTo>
                  <a:lnTo>
                    <a:pt x="165805" y="37666"/>
                  </a:lnTo>
                  <a:lnTo>
                    <a:pt x="165976" y="38322"/>
                  </a:lnTo>
                  <a:lnTo>
                    <a:pt x="166117" y="38585"/>
                  </a:lnTo>
                  <a:lnTo>
                    <a:pt x="166214" y="38765"/>
                  </a:lnTo>
                  <a:lnTo>
                    <a:pt x="166533" y="39361"/>
                  </a:lnTo>
                  <a:lnTo>
                    <a:pt x="170164" y="43736"/>
                  </a:lnTo>
                  <a:lnTo>
                    <a:pt x="171352" y="45167"/>
                  </a:lnTo>
                  <a:lnTo>
                    <a:pt x="171976" y="45918"/>
                  </a:lnTo>
                  <a:lnTo>
                    <a:pt x="172014" y="46220"/>
                  </a:lnTo>
                  <a:lnTo>
                    <a:pt x="171744" y="46431"/>
                  </a:lnTo>
                  <a:lnTo>
                    <a:pt x="171463" y="46651"/>
                  </a:lnTo>
                  <a:lnTo>
                    <a:pt x="169935" y="47842"/>
                  </a:lnTo>
                  <a:lnTo>
                    <a:pt x="169722" y="48008"/>
                  </a:lnTo>
                  <a:lnTo>
                    <a:pt x="170618" y="48028"/>
                  </a:lnTo>
                  <a:lnTo>
                    <a:pt x="170769" y="47998"/>
                  </a:lnTo>
                  <a:lnTo>
                    <a:pt x="171209" y="47912"/>
                  </a:lnTo>
                  <a:lnTo>
                    <a:pt x="172022" y="47753"/>
                  </a:lnTo>
                  <a:lnTo>
                    <a:pt x="172372" y="47685"/>
                  </a:lnTo>
                  <a:lnTo>
                    <a:pt x="172514" y="47657"/>
                  </a:lnTo>
                  <a:lnTo>
                    <a:pt x="172803" y="47600"/>
                  </a:lnTo>
                  <a:lnTo>
                    <a:pt x="173214" y="47520"/>
                  </a:lnTo>
                  <a:lnTo>
                    <a:pt x="173675" y="47430"/>
                  </a:lnTo>
                  <a:lnTo>
                    <a:pt x="174280" y="47311"/>
                  </a:lnTo>
                  <a:lnTo>
                    <a:pt x="174546" y="47259"/>
                  </a:lnTo>
                  <a:lnTo>
                    <a:pt x="175469" y="47079"/>
                  </a:lnTo>
                  <a:lnTo>
                    <a:pt x="176305" y="46915"/>
                  </a:lnTo>
                  <a:lnTo>
                    <a:pt x="177799" y="46623"/>
                  </a:lnTo>
                  <a:lnTo>
                    <a:pt x="178514" y="46483"/>
                  </a:lnTo>
                  <a:lnTo>
                    <a:pt x="178641" y="46458"/>
                  </a:lnTo>
                  <a:lnTo>
                    <a:pt x="179897" y="46212"/>
                  </a:lnTo>
                  <a:lnTo>
                    <a:pt x="180976" y="46001"/>
                  </a:lnTo>
                  <a:lnTo>
                    <a:pt x="180987" y="45836"/>
                  </a:lnTo>
                  <a:lnTo>
                    <a:pt x="181021" y="45318"/>
                  </a:lnTo>
                  <a:lnTo>
                    <a:pt x="181053" y="44851"/>
                  </a:lnTo>
                  <a:lnTo>
                    <a:pt x="184673" y="44509"/>
                  </a:lnTo>
                  <a:lnTo>
                    <a:pt x="184736" y="44366"/>
                  </a:lnTo>
                  <a:lnTo>
                    <a:pt x="186601" y="40176"/>
                  </a:lnTo>
                  <a:lnTo>
                    <a:pt x="188721" y="40549"/>
                  </a:lnTo>
                  <a:lnTo>
                    <a:pt x="191625" y="41060"/>
                  </a:lnTo>
                  <a:lnTo>
                    <a:pt x="192108" y="41372"/>
                  </a:lnTo>
                  <a:lnTo>
                    <a:pt x="192944" y="41910"/>
                  </a:lnTo>
                  <a:lnTo>
                    <a:pt x="193094" y="42007"/>
                  </a:lnTo>
                  <a:lnTo>
                    <a:pt x="193691" y="42392"/>
                  </a:lnTo>
                  <a:lnTo>
                    <a:pt x="194270" y="42766"/>
                  </a:lnTo>
                  <a:lnTo>
                    <a:pt x="194503" y="42916"/>
                  </a:lnTo>
                  <a:lnTo>
                    <a:pt x="194944" y="43200"/>
                  </a:lnTo>
                  <a:lnTo>
                    <a:pt x="195638" y="43849"/>
                  </a:lnTo>
                  <a:lnTo>
                    <a:pt x="196759" y="44896"/>
                  </a:lnTo>
                  <a:lnTo>
                    <a:pt x="198720" y="46728"/>
                  </a:lnTo>
                  <a:lnTo>
                    <a:pt x="199496" y="47453"/>
                  </a:lnTo>
                  <a:lnTo>
                    <a:pt x="199791" y="47798"/>
                  </a:lnTo>
                  <a:lnTo>
                    <a:pt x="198856" y="48140"/>
                  </a:lnTo>
                  <a:lnTo>
                    <a:pt x="198555" y="48250"/>
                  </a:lnTo>
                  <a:lnTo>
                    <a:pt x="197209" y="48741"/>
                  </a:lnTo>
                  <a:lnTo>
                    <a:pt x="195204" y="49473"/>
                  </a:lnTo>
                  <a:lnTo>
                    <a:pt x="192775" y="50360"/>
                  </a:lnTo>
                  <a:lnTo>
                    <a:pt x="192393" y="50452"/>
                  </a:lnTo>
                  <a:lnTo>
                    <a:pt x="188637" y="51356"/>
                  </a:lnTo>
                  <a:lnTo>
                    <a:pt x="187930" y="51527"/>
                  </a:lnTo>
                  <a:lnTo>
                    <a:pt x="187499" y="51690"/>
                  </a:lnTo>
                  <a:lnTo>
                    <a:pt x="187033" y="51868"/>
                  </a:lnTo>
                  <a:lnTo>
                    <a:pt x="186733" y="51982"/>
                  </a:lnTo>
                  <a:lnTo>
                    <a:pt x="186534" y="52206"/>
                  </a:lnTo>
                  <a:lnTo>
                    <a:pt x="186013" y="52795"/>
                  </a:lnTo>
                  <a:lnTo>
                    <a:pt x="186259" y="52960"/>
                  </a:lnTo>
                  <a:lnTo>
                    <a:pt x="186503" y="53124"/>
                  </a:lnTo>
                  <a:lnTo>
                    <a:pt x="192099" y="56882"/>
                  </a:lnTo>
                  <a:lnTo>
                    <a:pt x="198195" y="60976"/>
                  </a:lnTo>
                  <a:lnTo>
                    <a:pt x="198368" y="61093"/>
                  </a:lnTo>
                  <a:lnTo>
                    <a:pt x="198985" y="61507"/>
                  </a:lnTo>
                  <a:lnTo>
                    <a:pt x="203865" y="64784"/>
                  </a:lnTo>
                  <a:lnTo>
                    <a:pt x="212507" y="70588"/>
                  </a:lnTo>
                  <a:lnTo>
                    <a:pt x="211979" y="71411"/>
                  </a:lnTo>
                  <a:lnTo>
                    <a:pt x="211511" y="72117"/>
                  </a:lnTo>
                  <a:lnTo>
                    <a:pt x="202938" y="85032"/>
                  </a:lnTo>
                  <a:lnTo>
                    <a:pt x="198203" y="92166"/>
                  </a:lnTo>
                  <a:lnTo>
                    <a:pt x="196554" y="94651"/>
                  </a:lnTo>
                  <a:lnTo>
                    <a:pt x="194300" y="98048"/>
                  </a:lnTo>
                  <a:lnTo>
                    <a:pt x="188963" y="106088"/>
                  </a:lnTo>
                  <a:lnTo>
                    <a:pt x="178530" y="121806"/>
                  </a:lnTo>
                  <a:lnTo>
                    <a:pt x="175444" y="126456"/>
                  </a:lnTo>
                  <a:lnTo>
                    <a:pt x="173983" y="128415"/>
                  </a:lnTo>
                  <a:lnTo>
                    <a:pt x="168102" y="124459"/>
                  </a:lnTo>
                  <a:lnTo>
                    <a:pt x="159371" y="118584"/>
                  </a:lnTo>
                  <a:lnTo>
                    <a:pt x="158946" y="118294"/>
                  </a:lnTo>
                  <a:lnTo>
                    <a:pt x="134747" y="101799"/>
                  </a:lnTo>
                  <a:lnTo>
                    <a:pt x="133729" y="101105"/>
                  </a:lnTo>
                  <a:lnTo>
                    <a:pt x="132657" y="100375"/>
                  </a:lnTo>
                  <a:lnTo>
                    <a:pt x="131264" y="99425"/>
                  </a:lnTo>
                  <a:lnTo>
                    <a:pt x="131062" y="99288"/>
                  </a:lnTo>
                  <a:lnTo>
                    <a:pt x="106388" y="82468"/>
                  </a:lnTo>
                  <a:lnTo>
                    <a:pt x="106081" y="82259"/>
                  </a:lnTo>
                  <a:lnTo>
                    <a:pt x="99361" y="77678"/>
                  </a:lnTo>
                  <a:lnTo>
                    <a:pt x="92682" y="73125"/>
                  </a:lnTo>
                  <a:lnTo>
                    <a:pt x="88400" y="70207"/>
                  </a:lnTo>
                  <a:lnTo>
                    <a:pt x="86167" y="68684"/>
                  </a:lnTo>
                  <a:lnTo>
                    <a:pt x="80969" y="65141"/>
                  </a:lnTo>
                  <a:lnTo>
                    <a:pt x="80829" y="65046"/>
                  </a:lnTo>
                  <a:lnTo>
                    <a:pt x="79262" y="64043"/>
                  </a:lnTo>
                  <a:lnTo>
                    <a:pt x="78976" y="63842"/>
                  </a:lnTo>
                  <a:lnTo>
                    <a:pt x="78476" y="63489"/>
                  </a:lnTo>
                  <a:lnTo>
                    <a:pt x="75403" y="61321"/>
                  </a:lnTo>
                  <a:lnTo>
                    <a:pt x="73233" y="59789"/>
                  </a:lnTo>
                  <a:lnTo>
                    <a:pt x="70960" y="58185"/>
                  </a:lnTo>
                  <a:lnTo>
                    <a:pt x="69231" y="56965"/>
                  </a:lnTo>
                  <a:lnTo>
                    <a:pt x="63321" y="52794"/>
                  </a:lnTo>
                  <a:lnTo>
                    <a:pt x="61594" y="51576"/>
                  </a:lnTo>
                  <a:lnTo>
                    <a:pt x="56843" y="48223"/>
                  </a:lnTo>
                  <a:lnTo>
                    <a:pt x="55312" y="47142"/>
                  </a:lnTo>
                  <a:lnTo>
                    <a:pt x="54842" y="46811"/>
                  </a:lnTo>
                  <a:lnTo>
                    <a:pt x="54438" y="46527"/>
                  </a:lnTo>
                  <a:lnTo>
                    <a:pt x="53770" y="46067"/>
                  </a:lnTo>
                  <a:lnTo>
                    <a:pt x="47379" y="41665"/>
                  </a:lnTo>
                  <a:lnTo>
                    <a:pt x="44536" y="39707"/>
                  </a:lnTo>
                  <a:lnTo>
                    <a:pt x="30196" y="29832"/>
                  </a:lnTo>
                  <a:lnTo>
                    <a:pt x="28989" y="29001"/>
                  </a:lnTo>
                  <a:lnTo>
                    <a:pt x="28271" y="28506"/>
                  </a:lnTo>
                  <a:lnTo>
                    <a:pt x="26957" y="27601"/>
                  </a:lnTo>
                  <a:lnTo>
                    <a:pt x="26036" y="26967"/>
                  </a:lnTo>
                  <a:lnTo>
                    <a:pt x="25363" y="26503"/>
                  </a:lnTo>
                  <a:lnTo>
                    <a:pt x="25145" y="26353"/>
                  </a:lnTo>
                  <a:lnTo>
                    <a:pt x="24970" y="26236"/>
                  </a:lnTo>
                  <a:lnTo>
                    <a:pt x="24133" y="25677"/>
                  </a:lnTo>
                  <a:lnTo>
                    <a:pt x="23929" y="25540"/>
                  </a:lnTo>
                  <a:lnTo>
                    <a:pt x="12987" y="18220"/>
                  </a:lnTo>
                  <a:lnTo>
                    <a:pt x="10112" y="16297"/>
                  </a:lnTo>
                  <a:lnTo>
                    <a:pt x="7173" y="14330"/>
                  </a:lnTo>
                  <a:lnTo>
                    <a:pt x="3118" y="11617"/>
                  </a:lnTo>
                  <a:lnTo>
                    <a:pt x="2776" y="11389"/>
                  </a:lnTo>
                  <a:lnTo>
                    <a:pt x="0" y="9377"/>
                  </a:lnTo>
                  <a:lnTo>
                    <a:pt x="647" y="8444"/>
                  </a:lnTo>
                  <a:lnTo>
                    <a:pt x="6505" y="0"/>
                  </a:lnTo>
                  <a:lnTo>
                    <a:pt x="9763" y="328"/>
                  </a:lnTo>
                  <a:lnTo>
                    <a:pt x="17269" y="721"/>
                  </a:lnTo>
                  <a:lnTo>
                    <a:pt x="25244" y="1139"/>
                  </a:lnTo>
                  <a:lnTo>
                    <a:pt x="25522" y="1153"/>
                  </a:lnTo>
                  <a:lnTo>
                    <a:pt x="25765" y="12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724519" y="3298989"/>
              <a:ext cx="160701" cy="127414"/>
            </a:xfrm>
            <a:custGeom>
              <a:avLst/>
              <a:pathLst>
                <a:path w="160701" h="127414">
                  <a:moveTo>
                    <a:pt x="100693" y="5079"/>
                  </a:moveTo>
                  <a:lnTo>
                    <a:pt x="99731" y="6863"/>
                  </a:lnTo>
                  <a:lnTo>
                    <a:pt x="99357" y="7557"/>
                  </a:lnTo>
                  <a:lnTo>
                    <a:pt x="101717" y="9124"/>
                  </a:lnTo>
                  <a:lnTo>
                    <a:pt x="103838" y="10531"/>
                  </a:lnTo>
                  <a:lnTo>
                    <a:pt x="105874" y="11881"/>
                  </a:lnTo>
                  <a:lnTo>
                    <a:pt x="107008" y="12634"/>
                  </a:lnTo>
                  <a:lnTo>
                    <a:pt x="107956" y="13263"/>
                  </a:lnTo>
                  <a:lnTo>
                    <a:pt x="108794" y="13819"/>
                  </a:lnTo>
                  <a:lnTo>
                    <a:pt x="108989" y="13948"/>
                  </a:lnTo>
                  <a:lnTo>
                    <a:pt x="112861" y="16526"/>
                  </a:lnTo>
                  <a:lnTo>
                    <a:pt x="115225" y="18010"/>
                  </a:lnTo>
                  <a:lnTo>
                    <a:pt x="115898" y="17005"/>
                  </a:lnTo>
                  <a:lnTo>
                    <a:pt x="121534" y="20868"/>
                  </a:lnTo>
                  <a:lnTo>
                    <a:pt x="122706" y="21671"/>
                  </a:lnTo>
                  <a:lnTo>
                    <a:pt x="123706" y="22356"/>
                  </a:lnTo>
                  <a:lnTo>
                    <a:pt x="125515" y="23596"/>
                  </a:lnTo>
                  <a:lnTo>
                    <a:pt x="128479" y="25627"/>
                  </a:lnTo>
                  <a:lnTo>
                    <a:pt x="128753" y="25815"/>
                  </a:lnTo>
                  <a:lnTo>
                    <a:pt x="135568" y="30486"/>
                  </a:lnTo>
                  <a:lnTo>
                    <a:pt x="139855" y="33424"/>
                  </a:lnTo>
                  <a:lnTo>
                    <a:pt x="140979" y="34194"/>
                  </a:lnTo>
                  <a:lnTo>
                    <a:pt x="142057" y="34933"/>
                  </a:lnTo>
                  <a:lnTo>
                    <a:pt x="142841" y="35421"/>
                  </a:lnTo>
                  <a:lnTo>
                    <a:pt x="143488" y="35824"/>
                  </a:lnTo>
                  <a:lnTo>
                    <a:pt x="144789" y="36598"/>
                  </a:lnTo>
                  <a:lnTo>
                    <a:pt x="147907" y="38452"/>
                  </a:lnTo>
                  <a:lnTo>
                    <a:pt x="148077" y="38553"/>
                  </a:lnTo>
                  <a:lnTo>
                    <a:pt x="148250" y="38655"/>
                  </a:lnTo>
                  <a:lnTo>
                    <a:pt x="149607" y="43464"/>
                  </a:lnTo>
                  <a:lnTo>
                    <a:pt x="150142" y="45331"/>
                  </a:lnTo>
                  <a:lnTo>
                    <a:pt x="150558" y="46784"/>
                  </a:lnTo>
                  <a:lnTo>
                    <a:pt x="150740" y="47420"/>
                  </a:lnTo>
                  <a:lnTo>
                    <a:pt x="151943" y="51621"/>
                  </a:lnTo>
                  <a:lnTo>
                    <a:pt x="152147" y="52335"/>
                  </a:lnTo>
                  <a:lnTo>
                    <a:pt x="152616" y="53971"/>
                  </a:lnTo>
                  <a:lnTo>
                    <a:pt x="154270" y="59749"/>
                  </a:lnTo>
                  <a:lnTo>
                    <a:pt x="156414" y="67235"/>
                  </a:lnTo>
                  <a:lnTo>
                    <a:pt x="156724" y="68318"/>
                  </a:lnTo>
                  <a:lnTo>
                    <a:pt x="159260" y="77173"/>
                  </a:lnTo>
                  <a:lnTo>
                    <a:pt x="159507" y="78035"/>
                  </a:lnTo>
                  <a:lnTo>
                    <a:pt x="159918" y="79471"/>
                  </a:lnTo>
                  <a:lnTo>
                    <a:pt x="160233" y="80569"/>
                  </a:lnTo>
                  <a:lnTo>
                    <a:pt x="160383" y="81093"/>
                  </a:lnTo>
                  <a:lnTo>
                    <a:pt x="160701" y="82203"/>
                  </a:lnTo>
                  <a:lnTo>
                    <a:pt x="160015" y="82387"/>
                  </a:lnTo>
                  <a:lnTo>
                    <a:pt x="159032" y="82650"/>
                  </a:lnTo>
                  <a:lnTo>
                    <a:pt x="147308" y="85788"/>
                  </a:lnTo>
                  <a:lnTo>
                    <a:pt x="144747" y="86568"/>
                  </a:lnTo>
                  <a:lnTo>
                    <a:pt x="143340" y="86997"/>
                  </a:lnTo>
                  <a:lnTo>
                    <a:pt x="142482" y="87322"/>
                  </a:lnTo>
                  <a:lnTo>
                    <a:pt x="138258" y="88918"/>
                  </a:lnTo>
                  <a:lnTo>
                    <a:pt x="133664" y="90941"/>
                  </a:lnTo>
                  <a:lnTo>
                    <a:pt x="129209" y="92903"/>
                  </a:lnTo>
                  <a:lnTo>
                    <a:pt x="125211" y="94965"/>
                  </a:lnTo>
                  <a:lnTo>
                    <a:pt x="123421" y="95887"/>
                  </a:lnTo>
                  <a:lnTo>
                    <a:pt x="119367" y="99634"/>
                  </a:lnTo>
                  <a:lnTo>
                    <a:pt x="116591" y="102643"/>
                  </a:lnTo>
                  <a:lnTo>
                    <a:pt x="114968" y="104403"/>
                  </a:lnTo>
                  <a:lnTo>
                    <a:pt x="112963" y="106578"/>
                  </a:lnTo>
                  <a:lnTo>
                    <a:pt x="112453" y="107181"/>
                  </a:lnTo>
                  <a:lnTo>
                    <a:pt x="105946" y="114882"/>
                  </a:lnTo>
                  <a:lnTo>
                    <a:pt x="104545" y="116960"/>
                  </a:lnTo>
                  <a:lnTo>
                    <a:pt x="103465" y="118562"/>
                  </a:lnTo>
                  <a:lnTo>
                    <a:pt x="103353" y="118728"/>
                  </a:lnTo>
                  <a:lnTo>
                    <a:pt x="103046" y="119183"/>
                  </a:lnTo>
                  <a:lnTo>
                    <a:pt x="102760" y="119606"/>
                  </a:lnTo>
                  <a:lnTo>
                    <a:pt x="102626" y="119805"/>
                  </a:lnTo>
                  <a:lnTo>
                    <a:pt x="102288" y="120306"/>
                  </a:lnTo>
                  <a:lnTo>
                    <a:pt x="100845" y="122445"/>
                  </a:lnTo>
                  <a:lnTo>
                    <a:pt x="100751" y="122586"/>
                  </a:lnTo>
                  <a:lnTo>
                    <a:pt x="98436" y="126017"/>
                  </a:lnTo>
                  <a:lnTo>
                    <a:pt x="98111" y="126500"/>
                  </a:lnTo>
                  <a:lnTo>
                    <a:pt x="97665" y="127161"/>
                  </a:lnTo>
                  <a:lnTo>
                    <a:pt x="97489" y="127414"/>
                  </a:lnTo>
                  <a:lnTo>
                    <a:pt x="88858" y="121617"/>
                  </a:lnTo>
                  <a:lnTo>
                    <a:pt x="83978" y="118340"/>
                  </a:lnTo>
                  <a:lnTo>
                    <a:pt x="83361" y="117926"/>
                  </a:lnTo>
                  <a:lnTo>
                    <a:pt x="83188" y="117810"/>
                  </a:lnTo>
                  <a:lnTo>
                    <a:pt x="77092" y="113716"/>
                  </a:lnTo>
                  <a:lnTo>
                    <a:pt x="71495" y="109958"/>
                  </a:lnTo>
                  <a:lnTo>
                    <a:pt x="71250" y="109793"/>
                  </a:lnTo>
                  <a:lnTo>
                    <a:pt x="71006" y="109629"/>
                  </a:lnTo>
                  <a:lnTo>
                    <a:pt x="71527" y="109040"/>
                  </a:lnTo>
                  <a:lnTo>
                    <a:pt x="71725" y="108816"/>
                  </a:lnTo>
                  <a:lnTo>
                    <a:pt x="72149" y="108655"/>
                  </a:lnTo>
                  <a:lnTo>
                    <a:pt x="72492" y="108524"/>
                  </a:lnTo>
                  <a:lnTo>
                    <a:pt x="72922" y="108360"/>
                  </a:lnTo>
                  <a:lnTo>
                    <a:pt x="73630" y="108190"/>
                  </a:lnTo>
                  <a:lnTo>
                    <a:pt x="77560" y="107243"/>
                  </a:lnTo>
                  <a:lnTo>
                    <a:pt x="77767" y="107193"/>
                  </a:lnTo>
                  <a:lnTo>
                    <a:pt x="80197" y="106306"/>
                  </a:lnTo>
                  <a:lnTo>
                    <a:pt x="82202" y="105575"/>
                  </a:lnTo>
                  <a:lnTo>
                    <a:pt x="83547" y="105083"/>
                  </a:lnTo>
                  <a:lnTo>
                    <a:pt x="83849" y="104973"/>
                  </a:lnTo>
                  <a:lnTo>
                    <a:pt x="84838" y="104612"/>
                  </a:lnTo>
                  <a:lnTo>
                    <a:pt x="84489" y="104287"/>
                  </a:lnTo>
                  <a:lnTo>
                    <a:pt x="83713" y="103561"/>
                  </a:lnTo>
                  <a:lnTo>
                    <a:pt x="81752" y="101729"/>
                  </a:lnTo>
                  <a:lnTo>
                    <a:pt x="80631" y="100682"/>
                  </a:lnTo>
                  <a:lnTo>
                    <a:pt x="79937" y="100034"/>
                  </a:lnTo>
                  <a:lnTo>
                    <a:pt x="79455" y="99723"/>
                  </a:lnTo>
                  <a:lnTo>
                    <a:pt x="79263" y="99599"/>
                  </a:lnTo>
                  <a:lnTo>
                    <a:pt x="78684" y="99226"/>
                  </a:lnTo>
                  <a:lnTo>
                    <a:pt x="78087" y="98841"/>
                  </a:lnTo>
                  <a:lnTo>
                    <a:pt x="77937" y="98744"/>
                  </a:lnTo>
                  <a:lnTo>
                    <a:pt x="77101" y="98205"/>
                  </a:lnTo>
                  <a:lnTo>
                    <a:pt x="76618" y="97893"/>
                  </a:lnTo>
                  <a:lnTo>
                    <a:pt x="73714" y="97382"/>
                  </a:lnTo>
                  <a:lnTo>
                    <a:pt x="71594" y="97009"/>
                  </a:lnTo>
                  <a:lnTo>
                    <a:pt x="69729" y="101200"/>
                  </a:lnTo>
                  <a:lnTo>
                    <a:pt x="69665" y="101343"/>
                  </a:lnTo>
                  <a:lnTo>
                    <a:pt x="66046" y="101684"/>
                  </a:lnTo>
                  <a:lnTo>
                    <a:pt x="65990" y="102514"/>
                  </a:lnTo>
                  <a:lnTo>
                    <a:pt x="65978" y="102700"/>
                  </a:lnTo>
                  <a:lnTo>
                    <a:pt x="65969" y="102835"/>
                  </a:lnTo>
                  <a:lnTo>
                    <a:pt x="64890" y="103046"/>
                  </a:lnTo>
                  <a:lnTo>
                    <a:pt x="63634" y="103292"/>
                  </a:lnTo>
                  <a:lnTo>
                    <a:pt x="63506" y="103317"/>
                  </a:lnTo>
                  <a:lnTo>
                    <a:pt x="62792" y="103456"/>
                  </a:lnTo>
                  <a:lnTo>
                    <a:pt x="61298" y="103749"/>
                  </a:lnTo>
                  <a:lnTo>
                    <a:pt x="60461" y="103912"/>
                  </a:lnTo>
                  <a:lnTo>
                    <a:pt x="59539" y="104093"/>
                  </a:lnTo>
                  <a:lnTo>
                    <a:pt x="59273" y="104145"/>
                  </a:lnTo>
                  <a:lnTo>
                    <a:pt x="58668" y="104263"/>
                  </a:lnTo>
                  <a:lnTo>
                    <a:pt x="58207" y="104353"/>
                  </a:lnTo>
                  <a:lnTo>
                    <a:pt x="57796" y="104434"/>
                  </a:lnTo>
                  <a:lnTo>
                    <a:pt x="57506" y="104491"/>
                  </a:lnTo>
                  <a:lnTo>
                    <a:pt x="57365" y="104518"/>
                  </a:lnTo>
                  <a:lnTo>
                    <a:pt x="57014" y="104587"/>
                  </a:lnTo>
                  <a:lnTo>
                    <a:pt x="56202" y="104746"/>
                  </a:lnTo>
                  <a:lnTo>
                    <a:pt x="55762" y="104832"/>
                  </a:lnTo>
                  <a:lnTo>
                    <a:pt x="55611" y="104861"/>
                  </a:lnTo>
                  <a:lnTo>
                    <a:pt x="54785" y="104787"/>
                  </a:lnTo>
                  <a:lnTo>
                    <a:pt x="54932" y="104672"/>
                  </a:lnTo>
                  <a:lnTo>
                    <a:pt x="56455" y="103484"/>
                  </a:lnTo>
                  <a:lnTo>
                    <a:pt x="56737" y="103265"/>
                  </a:lnTo>
                  <a:lnTo>
                    <a:pt x="57136" y="102954"/>
                  </a:lnTo>
                  <a:lnTo>
                    <a:pt x="56968" y="102752"/>
                  </a:lnTo>
                  <a:lnTo>
                    <a:pt x="56294" y="101939"/>
                  </a:lnTo>
                  <a:lnTo>
                    <a:pt x="55157" y="100569"/>
                  </a:lnTo>
                  <a:lnTo>
                    <a:pt x="51525" y="96194"/>
                  </a:lnTo>
                  <a:lnTo>
                    <a:pt x="51202" y="95591"/>
                  </a:lnTo>
                  <a:lnTo>
                    <a:pt x="51109" y="95418"/>
                  </a:lnTo>
                  <a:lnTo>
                    <a:pt x="50969" y="95155"/>
                  </a:lnTo>
                  <a:lnTo>
                    <a:pt x="50798" y="94500"/>
                  </a:lnTo>
                  <a:lnTo>
                    <a:pt x="49733" y="90408"/>
                  </a:lnTo>
                  <a:lnTo>
                    <a:pt x="49188" y="88316"/>
                  </a:lnTo>
                  <a:lnTo>
                    <a:pt x="48904" y="87226"/>
                  </a:lnTo>
                  <a:lnTo>
                    <a:pt x="48692" y="86431"/>
                  </a:lnTo>
                  <a:lnTo>
                    <a:pt x="48610" y="86160"/>
                  </a:lnTo>
                  <a:lnTo>
                    <a:pt x="48452" y="85639"/>
                  </a:lnTo>
                  <a:lnTo>
                    <a:pt x="48264" y="85019"/>
                  </a:lnTo>
                  <a:lnTo>
                    <a:pt x="48221" y="84880"/>
                  </a:lnTo>
                  <a:lnTo>
                    <a:pt x="48101" y="84483"/>
                  </a:lnTo>
                  <a:lnTo>
                    <a:pt x="47699" y="83544"/>
                  </a:lnTo>
                  <a:lnTo>
                    <a:pt x="47572" y="83245"/>
                  </a:lnTo>
                  <a:lnTo>
                    <a:pt x="47324" y="82566"/>
                  </a:lnTo>
                  <a:lnTo>
                    <a:pt x="48349" y="81808"/>
                  </a:lnTo>
                  <a:lnTo>
                    <a:pt x="47552" y="80790"/>
                  </a:lnTo>
                  <a:lnTo>
                    <a:pt x="46011" y="78821"/>
                  </a:lnTo>
                  <a:lnTo>
                    <a:pt x="46345" y="78615"/>
                  </a:lnTo>
                  <a:lnTo>
                    <a:pt x="47202" y="78086"/>
                  </a:lnTo>
                  <a:lnTo>
                    <a:pt x="46517" y="76802"/>
                  </a:lnTo>
                  <a:lnTo>
                    <a:pt x="44328" y="72706"/>
                  </a:lnTo>
                  <a:lnTo>
                    <a:pt x="44015" y="72636"/>
                  </a:lnTo>
                  <a:lnTo>
                    <a:pt x="40336" y="71910"/>
                  </a:lnTo>
                  <a:lnTo>
                    <a:pt x="39219" y="71673"/>
                  </a:lnTo>
                  <a:lnTo>
                    <a:pt x="38493" y="71516"/>
                  </a:lnTo>
                  <a:lnTo>
                    <a:pt x="33747" y="70489"/>
                  </a:lnTo>
                  <a:lnTo>
                    <a:pt x="33287" y="70389"/>
                  </a:lnTo>
                  <a:lnTo>
                    <a:pt x="28512" y="69347"/>
                  </a:lnTo>
                  <a:lnTo>
                    <a:pt x="28203" y="69255"/>
                  </a:lnTo>
                  <a:lnTo>
                    <a:pt x="27739" y="69776"/>
                  </a:lnTo>
                  <a:lnTo>
                    <a:pt x="27485" y="70044"/>
                  </a:lnTo>
                  <a:lnTo>
                    <a:pt x="26656" y="70529"/>
                  </a:lnTo>
                  <a:lnTo>
                    <a:pt x="25794" y="70765"/>
                  </a:lnTo>
                  <a:lnTo>
                    <a:pt x="25434" y="70863"/>
                  </a:lnTo>
                  <a:lnTo>
                    <a:pt x="24351" y="71160"/>
                  </a:lnTo>
                  <a:lnTo>
                    <a:pt x="21928" y="75072"/>
                  </a:lnTo>
                  <a:lnTo>
                    <a:pt x="16111" y="72416"/>
                  </a:lnTo>
                  <a:lnTo>
                    <a:pt x="14864" y="71846"/>
                  </a:lnTo>
                  <a:lnTo>
                    <a:pt x="15208" y="70956"/>
                  </a:lnTo>
                  <a:lnTo>
                    <a:pt x="16117" y="68610"/>
                  </a:lnTo>
                  <a:lnTo>
                    <a:pt x="15264" y="68231"/>
                  </a:lnTo>
                  <a:lnTo>
                    <a:pt x="12483" y="66992"/>
                  </a:lnTo>
                  <a:lnTo>
                    <a:pt x="8957" y="65422"/>
                  </a:lnTo>
                  <a:lnTo>
                    <a:pt x="7474" y="64762"/>
                  </a:lnTo>
                  <a:lnTo>
                    <a:pt x="6371" y="64224"/>
                  </a:lnTo>
                  <a:lnTo>
                    <a:pt x="526" y="61370"/>
                  </a:lnTo>
                  <a:lnTo>
                    <a:pt x="0" y="61168"/>
                  </a:lnTo>
                  <a:lnTo>
                    <a:pt x="186" y="60172"/>
                  </a:lnTo>
                  <a:lnTo>
                    <a:pt x="246" y="59856"/>
                  </a:lnTo>
                  <a:lnTo>
                    <a:pt x="652" y="57693"/>
                  </a:lnTo>
                  <a:lnTo>
                    <a:pt x="2718" y="47831"/>
                  </a:lnTo>
                  <a:lnTo>
                    <a:pt x="3302" y="46073"/>
                  </a:lnTo>
                  <a:lnTo>
                    <a:pt x="7351" y="33896"/>
                  </a:lnTo>
                  <a:lnTo>
                    <a:pt x="17085" y="27203"/>
                  </a:lnTo>
                  <a:lnTo>
                    <a:pt x="21223" y="25612"/>
                  </a:lnTo>
                  <a:lnTo>
                    <a:pt x="27696" y="23123"/>
                  </a:lnTo>
                  <a:lnTo>
                    <a:pt x="31318" y="20353"/>
                  </a:lnTo>
                  <a:lnTo>
                    <a:pt x="32287" y="19728"/>
                  </a:lnTo>
                  <a:lnTo>
                    <a:pt x="36371" y="17089"/>
                  </a:lnTo>
                  <a:lnTo>
                    <a:pt x="39576" y="11376"/>
                  </a:lnTo>
                  <a:lnTo>
                    <a:pt x="42500" y="6965"/>
                  </a:lnTo>
                  <a:lnTo>
                    <a:pt x="46815" y="6395"/>
                  </a:lnTo>
                  <a:lnTo>
                    <a:pt x="51270" y="5968"/>
                  </a:lnTo>
                  <a:lnTo>
                    <a:pt x="56004" y="5257"/>
                  </a:lnTo>
                  <a:lnTo>
                    <a:pt x="60876" y="5257"/>
                  </a:lnTo>
                  <a:lnTo>
                    <a:pt x="69733" y="6647"/>
                  </a:lnTo>
                  <a:lnTo>
                    <a:pt x="70073" y="5266"/>
                  </a:lnTo>
                  <a:lnTo>
                    <a:pt x="71369" y="0"/>
                  </a:lnTo>
                  <a:lnTo>
                    <a:pt x="71759" y="128"/>
                  </a:lnTo>
                  <a:lnTo>
                    <a:pt x="74581" y="611"/>
                  </a:lnTo>
                  <a:lnTo>
                    <a:pt x="77873" y="1174"/>
                  </a:lnTo>
                  <a:lnTo>
                    <a:pt x="78247" y="1238"/>
                  </a:lnTo>
                  <a:lnTo>
                    <a:pt x="79159" y="1394"/>
                  </a:lnTo>
                  <a:lnTo>
                    <a:pt x="79371" y="1430"/>
                  </a:lnTo>
                  <a:lnTo>
                    <a:pt x="80758" y="1668"/>
                  </a:lnTo>
                  <a:lnTo>
                    <a:pt x="91715" y="3542"/>
                  </a:lnTo>
                  <a:lnTo>
                    <a:pt x="96943" y="4437"/>
                  </a:lnTo>
                  <a:lnTo>
                    <a:pt x="99601" y="4892"/>
                  </a:lnTo>
                  <a:lnTo>
                    <a:pt x="100463" y="50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740388" y="3199367"/>
              <a:ext cx="224811" cy="181825"/>
            </a:xfrm>
            <a:custGeom>
              <a:avLst/>
              <a:pathLst>
                <a:path w="224811" h="181825">
                  <a:moveTo>
                    <a:pt x="35940" y="10001"/>
                  </a:moveTo>
                  <a:lnTo>
                    <a:pt x="36656" y="10557"/>
                  </a:lnTo>
                  <a:lnTo>
                    <a:pt x="37925" y="8918"/>
                  </a:lnTo>
                  <a:lnTo>
                    <a:pt x="50143" y="17356"/>
                  </a:lnTo>
                  <a:lnTo>
                    <a:pt x="44972" y="25399"/>
                  </a:lnTo>
                  <a:lnTo>
                    <a:pt x="53726" y="30795"/>
                  </a:lnTo>
                  <a:lnTo>
                    <a:pt x="57001" y="27550"/>
                  </a:lnTo>
                  <a:lnTo>
                    <a:pt x="63729" y="28263"/>
                  </a:lnTo>
                  <a:lnTo>
                    <a:pt x="64150" y="28483"/>
                  </a:lnTo>
                  <a:lnTo>
                    <a:pt x="71559" y="32355"/>
                  </a:lnTo>
                  <a:lnTo>
                    <a:pt x="73607" y="34014"/>
                  </a:lnTo>
                  <a:lnTo>
                    <a:pt x="74085" y="34402"/>
                  </a:lnTo>
                  <a:lnTo>
                    <a:pt x="74502" y="34740"/>
                  </a:lnTo>
                  <a:lnTo>
                    <a:pt x="75720" y="35804"/>
                  </a:lnTo>
                  <a:lnTo>
                    <a:pt x="76208" y="36101"/>
                  </a:lnTo>
                  <a:lnTo>
                    <a:pt x="76789" y="36454"/>
                  </a:lnTo>
                  <a:lnTo>
                    <a:pt x="84915" y="41397"/>
                  </a:lnTo>
                  <a:lnTo>
                    <a:pt x="85416" y="41724"/>
                  </a:lnTo>
                  <a:lnTo>
                    <a:pt x="85835" y="41998"/>
                  </a:lnTo>
                  <a:lnTo>
                    <a:pt x="86259" y="42275"/>
                  </a:lnTo>
                  <a:lnTo>
                    <a:pt x="88963" y="44043"/>
                  </a:lnTo>
                  <a:lnTo>
                    <a:pt x="96969" y="48993"/>
                  </a:lnTo>
                  <a:lnTo>
                    <a:pt x="97508" y="49327"/>
                  </a:lnTo>
                  <a:lnTo>
                    <a:pt x="98126" y="49753"/>
                  </a:lnTo>
                  <a:lnTo>
                    <a:pt x="99751" y="50875"/>
                  </a:lnTo>
                  <a:lnTo>
                    <a:pt x="99973" y="51016"/>
                  </a:lnTo>
                  <a:lnTo>
                    <a:pt x="104367" y="53810"/>
                  </a:lnTo>
                  <a:lnTo>
                    <a:pt x="104564" y="53935"/>
                  </a:lnTo>
                  <a:lnTo>
                    <a:pt x="105974" y="54832"/>
                  </a:lnTo>
                  <a:lnTo>
                    <a:pt x="106322" y="55053"/>
                  </a:lnTo>
                  <a:lnTo>
                    <a:pt x="107623" y="55915"/>
                  </a:lnTo>
                  <a:lnTo>
                    <a:pt x="108275" y="56347"/>
                  </a:lnTo>
                  <a:lnTo>
                    <a:pt x="109516" y="57169"/>
                  </a:lnTo>
                  <a:lnTo>
                    <a:pt x="114852" y="60704"/>
                  </a:lnTo>
                  <a:lnTo>
                    <a:pt x="115123" y="60881"/>
                  </a:lnTo>
                  <a:lnTo>
                    <a:pt x="115612" y="61201"/>
                  </a:lnTo>
                  <a:lnTo>
                    <a:pt x="121528" y="65077"/>
                  </a:lnTo>
                  <a:lnTo>
                    <a:pt x="121968" y="65365"/>
                  </a:lnTo>
                  <a:lnTo>
                    <a:pt x="124234" y="66849"/>
                  </a:lnTo>
                  <a:lnTo>
                    <a:pt x="129089" y="70029"/>
                  </a:lnTo>
                  <a:lnTo>
                    <a:pt x="131680" y="66038"/>
                  </a:lnTo>
                  <a:lnTo>
                    <a:pt x="132324" y="65046"/>
                  </a:lnTo>
                  <a:lnTo>
                    <a:pt x="133834" y="62721"/>
                  </a:lnTo>
                  <a:lnTo>
                    <a:pt x="134628" y="61760"/>
                  </a:lnTo>
                  <a:lnTo>
                    <a:pt x="135119" y="62147"/>
                  </a:lnTo>
                  <a:lnTo>
                    <a:pt x="139095" y="64410"/>
                  </a:lnTo>
                  <a:lnTo>
                    <a:pt x="140617" y="65276"/>
                  </a:lnTo>
                  <a:lnTo>
                    <a:pt x="141078" y="65539"/>
                  </a:lnTo>
                  <a:lnTo>
                    <a:pt x="144419" y="67440"/>
                  </a:lnTo>
                  <a:lnTo>
                    <a:pt x="147231" y="68778"/>
                  </a:lnTo>
                  <a:lnTo>
                    <a:pt x="147461" y="68852"/>
                  </a:lnTo>
                  <a:lnTo>
                    <a:pt x="148748" y="69266"/>
                  </a:lnTo>
                  <a:lnTo>
                    <a:pt x="149793" y="69603"/>
                  </a:lnTo>
                  <a:lnTo>
                    <a:pt x="151915" y="69948"/>
                  </a:lnTo>
                  <a:lnTo>
                    <a:pt x="152361" y="69913"/>
                  </a:lnTo>
                  <a:lnTo>
                    <a:pt x="152801" y="69583"/>
                  </a:lnTo>
                  <a:lnTo>
                    <a:pt x="153078" y="69375"/>
                  </a:lnTo>
                  <a:lnTo>
                    <a:pt x="153997" y="68152"/>
                  </a:lnTo>
                  <a:lnTo>
                    <a:pt x="154999" y="65562"/>
                  </a:lnTo>
                  <a:lnTo>
                    <a:pt x="155049" y="63496"/>
                  </a:lnTo>
                  <a:lnTo>
                    <a:pt x="155050" y="63127"/>
                  </a:lnTo>
                  <a:lnTo>
                    <a:pt x="154661" y="55448"/>
                  </a:lnTo>
                  <a:lnTo>
                    <a:pt x="154644" y="55104"/>
                  </a:lnTo>
                  <a:lnTo>
                    <a:pt x="154456" y="51395"/>
                  </a:lnTo>
                  <a:lnTo>
                    <a:pt x="154412" y="50535"/>
                  </a:lnTo>
                  <a:lnTo>
                    <a:pt x="154266" y="47655"/>
                  </a:lnTo>
                  <a:lnTo>
                    <a:pt x="154248" y="47298"/>
                  </a:lnTo>
                  <a:lnTo>
                    <a:pt x="154226" y="46864"/>
                  </a:lnTo>
                  <a:lnTo>
                    <a:pt x="160961" y="42061"/>
                  </a:lnTo>
                  <a:lnTo>
                    <a:pt x="162954" y="40641"/>
                  </a:lnTo>
                  <a:lnTo>
                    <a:pt x="168796" y="36475"/>
                  </a:lnTo>
                  <a:lnTo>
                    <a:pt x="170444" y="39297"/>
                  </a:lnTo>
                  <a:lnTo>
                    <a:pt x="171429" y="40984"/>
                  </a:lnTo>
                  <a:lnTo>
                    <a:pt x="171988" y="41942"/>
                  </a:lnTo>
                  <a:lnTo>
                    <a:pt x="172315" y="42502"/>
                  </a:lnTo>
                  <a:lnTo>
                    <a:pt x="175378" y="47746"/>
                  </a:lnTo>
                  <a:lnTo>
                    <a:pt x="175658" y="48360"/>
                  </a:lnTo>
                  <a:lnTo>
                    <a:pt x="177015" y="51332"/>
                  </a:lnTo>
                  <a:lnTo>
                    <a:pt x="178016" y="54239"/>
                  </a:lnTo>
                  <a:lnTo>
                    <a:pt x="178134" y="54581"/>
                  </a:lnTo>
                  <a:lnTo>
                    <a:pt x="178945" y="56946"/>
                  </a:lnTo>
                  <a:lnTo>
                    <a:pt x="179390" y="58385"/>
                  </a:lnTo>
                  <a:lnTo>
                    <a:pt x="180939" y="63387"/>
                  </a:lnTo>
                  <a:lnTo>
                    <a:pt x="181431" y="64978"/>
                  </a:lnTo>
                  <a:lnTo>
                    <a:pt x="181478" y="65130"/>
                  </a:lnTo>
                  <a:lnTo>
                    <a:pt x="181623" y="65599"/>
                  </a:lnTo>
                  <a:lnTo>
                    <a:pt x="182244" y="67348"/>
                  </a:lnTo>
                  <a:lnTo>
                    <a:pt x="183272" y="70243"/>
                  </a:lnTo>
                  <a:lnTo>
                    <a:pt x="183921" y="72568"/>
                  </a:lnTo>
                  <a:lnTo>
                    <a:pt x="184078" y="73127"/>
                  </a:lnTo>
                  <a:lnTo>
                    <a:pt x="184975" y="76337"/>
                  </a:lnTo>
                  <a:lnTo>
                    <a:pt x="185517" y="78277"/>
                  </a:lnTo>
                  <a:lnTo>
                    <a:pt x="185834" y="79412"/>
                  </a:lnTo>
                  <a:lnTo>
                    <a:pt x="187383" y="84952"/>
                  </a:lnTo>
                  <a:lnTo>
                    <a:pt x="188053" y="87348"/>
                  </a:lnTo>
                  <a:lnTo>
                    <a:pt x="188350" y="88412"/>
                  </a:lnTo>
                  <a:lnTo>
                    <a:pt x="190106" y="94553"/>
                  </a:lnTo>
                  <a:lnTo>
                    <a:pt x="191383" y="99018"/>
                  </a:lnTo>
                  <a:lnTo>
                    <a:pt x="191491" y="99398"/>
                  </a:lnTo>
                  <a:lnTo>
                    <a:pt x="191958" y="101228"/>
                  </a:lnTo>
                  <a:lnTo>
                    <a:pt x="192004" y="101406"/>
                  </a:lnTo>
                  <a:lnTo>
                    <a:pt x="194114" y="109674"/>
                  </a:lnTo>
                  <a:lnTo>
                    <a:pt x="194372" y="110685"/>
                  </a:lnTo>
                  <a:lnTo>
                    <a:pt x="194448" y="110981"/>
                  </a:lnTo>
                  <a:lnTo>
                    <a:pt x="195265" y="114180"/>
                  </a:lnTo>
                  <a:lnTo>
                    <a:pt x="195853" y="116487"/>
                  </a:lnTo>
                  <a:lnTo>
                    <a:pt x="197276" y="122059"/>
                  </a:lnTo>
                  <a:lnTo>
                    <a:pt x="197319" y="122227"/>
                  </a:lnTo>
                  <a:lnTo>
                    <a:pt x="197548" y="123125"/>
                  </a:lnTo>
                  <a:lnTo>
                    <a:pt x="197672" y="123612"/>
                  </a:lnTo>
                  <a:lnTo>
                    <a:pt x="197907" y="124508"/>
                  </a:lnTo>
                  <a:lnTo>
                    <a:pt x="198035" y="124999"/>
                  </a:lnTo>
                  <a:lnTo>
                    <a:pt x="199000" y="128687"/>
                  </a:lnTo>
                  <a:lnTo>
                    <a:pt x="199921" y="132206"/>
                  </a:lnTo>
                  <a:lnTo>
                    <a:pt x="200111" y="132936"/>
                  </a:lnTo>
                  <a:lnTo>
                    <a:pt x="201381" y="134097"/>
                  </a:lnTo>
                  <a:lnTo>
                    <a:pt x="201717" y="134329"/>
                  </a:lnTo>
                  <a:lnTo>
                    <a:pt x="202513" y="134880"/>
                  </a:lnTo>
                  <a:lnTo>
                    <a:pt x="204589" y="136317"/>
                  </a:lnTo>
                  <a:lnTo>
                    <a:pt x="209403" y="138183"/>
                  </a:lnTo>
                  <a:lnTo>
                    <a:pt x="210182" y="138909"/>
                  </a:lnTo>
                  <a:lnTo>
                    <a:pt x="210313" y="139030"/>
                  </a:lnTo>
                  <a:lnTo>
                    <a:pt x="217247" y="145490"/>
                  </a:lnTo>
                  <a:lnTo>
                    <a:pt x="217640" y="145855"/>
                  </a:lnTo>
                  <a:lnTo>
                    <a:pt x="217920" y="146116"/>
                  </a:lnTo>
                  <a:lnTo>
                    <a:pt x="218057" y="146244"/>
                  </a:lnTo>
                  <a:lnTo>
                    <a:pt x="218190" y="146368"/>
                  </a:lnTo>
                  <a:lnTo>
                    <a:pt x="218603" y="146753"/>
                  </a:lnTo>
                  <a:lnTo>
                    <a:pt x="222371" y="150263"/>
                  </a:lnTo>
                  <a:lnTo>
                    <a:pt x="224811" y="152536"/>
                  </a:lnTo>
                  <a:lnTo>
                    <a:pt x="217104" y="154832"/>
                  </a:lnTo>
                  <a:lnTo>
                    <a:pt x="214693" y="155551"/>
                  </a:lnTo>
                  <a:lnTo>
                    <a:pt x="203272" y="158953"/>
                  </a:lnTo>
                  <a:lnTo>
                    <a:pt x="194892" y="161450"/>
                  </a:lnTo>
                  <a:lnTo>
                    <a:pt x="190608" y="162727"/>
                  </a:lnTo>
                  <a:lnTo>
                    <a:pt x="187910" y="163530"/>
                  </a:lnTo>
                  <a:lnTo>
                    <a:pt x="183514" y="164841"/>
                  </a:lnTo>
                  <a:lnTo>
                    <a:pt x="176676" y="166878"/>
                  </a:lnTo>
                  <a:lnTo>
                    <a:pt x="167260" y="169684"/>
                  </a:lnTo>
                  <a:lnTo>
                    <a:pt x="167357" y="170019"/>
                  </a:lnTo>
                  <a:lnTo>
                    <a:pt x="168465" y="173838"/>
                  </a:lnTo>
                  <a:lnTo>
                    <a:pt x="168779" y="174969"/>
                  </a:lnTo>
                  <a:lnTo>
                    <a:pt x="167066" y="175449"/>
                  </a:lnTo>
                  <a:lnTo>
                    <a:pt x="166661" y="175567"/>
                  </a:lnTo>
                  <a:lnTo>
                    <a:pt x="165583" y="175879"/>
                  </a:lnTo>
                  <a:lnTo>
                    <a:pt x="164326" y="176243"/>
                  </a:lnTo>
                  <a:lnTo>
                    <a:pt x="162434" y="176792"/>
                  </a:lnTo>
                  <a:lnTo>
                    <a:pt x="147868" y="181013"/>
                  </a:lnTo>
                  <a:lnTo>
                    <a:pt x="144833" y="181825"/>
                  </a:lnTo>
                  <a:lnTo>
                    <a:pt x="144485" y="180610"/>
                  </a:lnTo>
                  <a:lnTo>
                    <a:pt x="144365" y="180192"/>
                  </a:lnTo>
                  <a:lnTo>
                    <a:pt x="144050" y="179093"/>
                  </a:lnTo>
                  <a:lnTo>
                    <a:pt x="143639" y="177658"/>
                  </a:lnTo>
                  <a:lnTo>
                    <a:pt x="143392" y="176795"/>
                  </a:lnTo>
                  <a:lnTo>
                    <a:pt x="140856" y="167941"/>
                  </a:lnTo>
                  <a:lnTo>
                    <a:pt x="140546" y="166857"/>
                  </a:lnTo>
                  <a:lnTo>
                    <a:pt x="138402" y="159371"/>
                  </a:lnTo>
                  <a:lnTo>
                    <a:pt x="136748" y="153593"/>
                  </a:lnTo>
                  <a:lnTo>
                    <a:pt x="136258" y="151884"/>
                  </a:lnTo>
                  <a:lnTo>
                    <a:pt x="136075" y="151243"/>
                  </a:lnTo>
                  <a:lnTo>
                    <a:pt x="134872" y="147042"/>
                  </a:lnTo>
                  <a:lnTo>
                    <a:pt x="134690" y="146406"/>
                  </a:lnTo>
                  <a:lnTo>
                    <a:pt x="134274" y="144953"/>
                  </a:lnTo>
                  <a:lnTo>
                    <a:pt x="133739" y="143087"/>
                  </a:lnTo>
                  <a:lnTo>
                    <a:pt x="132382" y="138277"/>
                  </a:lnTo>
                  <a:lnTo>
                    <a:pt x="132209" y="138175"/>
                  </a:lnTo>
                  <a:lnTo>
                    <a:pt x="132039" y="138074"/>
                  </a:lnTo>
                  <a:lnTo>
                    <a:pt x="128921" y="136220"/>
                  </a:lnTo>
                  <a:lnTo>
                    <a:pt x="127620" y="135447"/>
                  </a:lnTo>
                  <a:lnTo>
                    <a:pt x="126973" y="135044"/>
                  </a:lnTo>
                  <a:lnTo>
                    <a:pt x="126189" y="134555"/>
                  </a:lnTo>
                  <a:lnTo>
                    <a:pt x="125111" y="133817"/>
                  </a:lnTo>
                  <a:lnTo>
                    <a:pt x="123987" y="133046"/>
                  </a:lnTo>
                  <a:lnTo>
                    <a:pt x="119700" y="130108"/>
                  </a:lnTo>
                  <a:lnTo>
                    <a:pt x="112885" y="125438"/>
                  </a:lnTo>
                  <a:lnTo>
                    <a:pt x="112611" y="125250"/>
                  </a:lnTo>
                  <a:lnTo>
                    <a:pt x="109646" y="123218"/>
                  </a:lnTo>
                  <a:lnTo>
                    <a:pt x="107838" y="121978"/>
                  </a:lnTo>
                  <a:lnTo>
                    <a:pt x="106838" y="121293"/>
                  </a:lnTo>
                  <a:lnTo>
                    <a:pt x="105666" y="120490"/>
                  </a:lnTo>
                  <a:lnTo>
                    <a:pt x="100030" y="116627"/>
                  </a:lnTo>
                  <a:lnTo>
                    <a:pt x="99315" y="117695"/>
                  </a:lnTo>
                  <a:lnTo>
                    <a:pt x="96916" y="116098"/>
                  </a:lnTo>
                  <a:lnTo>
                    <a:pt x="93121" y="113571"/>
                  </a:lnTo>
                  <a:lnTo>
                    <a:pt x="92926" y="113441"/>
                  </a:lnTo>
                  <a:lnTo>
                    <a:pt x="92088" y="112885"/>
                  </a:lnTo>
                  <a:lnTo>
                    <a:pt x="91140" y="112256"/>
                  </a:lnTo>
                  <a:lnTo>
                    <a:pt x="90006" y="111504"/>
                  </a:lnTo>
                  <a:lnTo>
                    <a:pt x="87970" y="110153"/>
                  </a:lnTo>
                  <a:lnTo>
                    <a:pt x="85849" y="108746"/>
                  </a:lnTo>
                  <a:lnTo>
                    <a:pt x="83489" y="107180"/>
                  </a:lnTo>
                  <a:lnTo>
                    <a:pt x="83863" y="106485"/>
                  </a:lnTo>
                  <a:lnTo>
                    <a:pt x="84825" y="104701"/>
                  </a:lnTo>
                  <a:lnTo>
                    <a:pt x="84595" y="104662"/>
                  </a:lnTo>
                  <a:lnTo>
                    <a:pt x="83733" y="104514"/>
                  </a:lnTo>
                  <a:lnTo>
                    <a:pt x="81075" y="104059"/>
                  </a:lnTo>
                  <a:lnTo>
                    <a:pt x="75847" y="103165"/>
                  </a:lnTo>
                  <a:lnTo>
                    <a:pt x="64890" y="101290"/>
                  </a:lnTo>
                  <a:lnTo>
                    <a:pt x="63503" y="101053"/>
                  </a:lnTo>
                  <a:lnTo>
                    <a:pt x="63291" y="101016"/>
                  </a:lnTo>
                  <a:lnTo>
                    <a:pt x="62379" y="100860"/>
                  </a:lnTo>
                  <a:lnTo>
                    <a:pt x="62005" y="100796"/>
                  </a:lnTo>
                  <a:lnTo>
                    <a:pt x="58713" y="100233"/>
                  </a:lnTo>
                  <a:lnTo>
                    <a:pt x="55891" y="99750"/>
                  </a:lnTo>
                  <a:lnTo>
                    <a:pt x="55501" y="99622"/>
                  </a:lnTo>
                  <a:lnTo>
                    <a:pt x="54205" y="104888"/>
                  </a:lnTo>
                  <a:lnTo>
                    <a:pt x="53865" y="106270"/>
                  </a:lnTo>
                  <a:lnTo>
                    <a:pt x="45008" y="104879"/>
                  </a:lnTo>
                  <a:lnTo>
                    <a:pt x="40135" y="104879"/>
                  </a:lnTo>
                  <a:lnTo>
                    <a:pt x="35402" y="105591"/>
                  </a:lnTo>
                  <a:lnTo>
                    <a:pt x="30947" y="106018"/>
                  </a:lnTo>
                  <a:lnTo>
                    <a:pt x="26631" y="106587"/>
                  </a:lnTo>
                  <a:lnTo>
                    <a:pt x="27467" y="104026"/>
                  </a:lnTo>
                  <a:lnTo>
                    <a:pt x="25378" y="98618"/>
                  </a:lnTo>
                  <a:lnTo>
                    <a:pt x="22455" y="94491"/>
                  </a:lnTo>
                  <a:lnTo>
                    <a:pt x="21388" y="90563"/>
                  </a:lnTo>
                  <a:lnTo>
                    <a:pt x="21323" y="89946"/>
                  </a:lnTo>
                  <a:lnTo>
                    <a:pt x="21068" y="88052"/>
                  </a:lnTo>
                  <a:lnTo>
                    <a:pt x="20318" y="82457"/>
                  </a:lnTo>
                  <a:lnTo>
                    <a:pt x="20034" y="80711"/>
                  </a:lnTo>
                  <a:lnTo>
                    <a:pt x="19628" y="78218"/>
                  </a:lnTo>
                  <a:lnTo>
                    <a:pt x="19580" y="77812"/>
                  </a:lnTo>
                  <a:lnTo>
                    <a:pt x="19114" y="73858"/>
                  </a:lnTo>
                  <a:lnTo>
                    <a:pt x="17861" y="68450"/>
                  </a:lnTo>
                  <a:lnTo>
                    <a:pt x="17304" y="64324"/>
                  </a:lnTo>
                  <a:lnTo>
                    <a:pt x="15355" y="57066"/>
                  </a:lnTo>
                  <a:lnTo>
                    <a:pt x="13963" y="47532"/>
                  </a:lnTo>
                  <a:lnTo>
                    <a:pt x="14416" y="43678"/>
                  </a:lnTo>
                  <a:lnTo>
                    <a:pt x="8283" y="25206"/>
                  </a:lnTo>
                  <a:lnTo>
                    <a:pt x="7905" y="24067"/>
                  </a:lnTo>
                  <a:lnTo>
                    <a:pt x="9492" y="21948"/>
                  </a:lnTo>
                  <a:lnTo>
                    <a:pt x="918" y="13721"/>
                  </a:lnTo>
                  <a:lnTo>
                    <a:pt x="620" y="11840"/>
                  </a:lnTo>
                  <a:lnTo>
                    <a:pt x="0" y="7596"/>
                  </a:lnTo>
                  <a:lnTo>
                    <a:pt x="1040" y="6608"/>
                  </a:lnTo>
                  <a:lnTo>
                    <a:pt x="2443" y="5190"/>
                  </a:lnTo>
                  <a:lnTo>
                    <a:pt x="4263" y="6397"/>
                  </a:lnTo>
                  <a:lnTo>
                    <a:pt x="7363" y="8452"/>
                  </a:lnTo>
                  <a:lnTo>
                    <a:pt x="8942" y="9499"/>
                  </a:lnTo>
                  <a:lnTo>
                    <a:pt x="10519" y="10761"/>
                  </a:lnTo>
                  <a:lnTo>
                    <a:pt x="16060" y="6848"/>
                  </a:lnTo>
                  <a:lnTo>
                    <a:pt x="20218" y="1233"/>
                  </a:lnTo>
                  <a:lnTo>
                    <a:pt x="208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907655" y="3183870"/>
              <a:ext cx="145757" cy="238916"/>
            </a:xfrm>
            <a:custGeom>
              <a:avLst/>
              <a:pathLst>
                <a:path w="145757" h="238916">
                  <a:moveTo>
                    <a:pt x="60212" y="33489"/>
                  </a:moveTo>
                  <a:lnTo>
                    <a:pt x="60881" y="39227"/>
                  </a:lnTo>
                  <a:lnTo>
                    <a:pt x="61421" y="43267"/>
                  </a:lnTo>
                  <a:lnTo>
                    <a:pt x="61585" y="44495"/>
                  </a:lnTo>
                  <a:lnTo>
                    <a:pt x="61749" y="46427"/>
                  </a:lnTo>
                  <a:lnTo>
                    <a:pt x="62052" y="49978"/>
                  </a:lnTo>
                  <a:lnTo>
                    <a:pt x="62155" y="54275"/>
                  </a:lnTo>
                  <a:lnTo>
                    <a:pt x="62978" y="59666"/>
                  </a:lnTo>
                  <a:lnTo>
                    <a:pt x="63467" y="61869"/>
                  </a:lnTo>
                  <a:lnTo>
                    <a:pt x="63823" y="63471"/>
                  </a:lnTo>
                  <a:lnTo>
                    <a:pt x="64403" y="65298"/>
                  </a:lnTo>
                  <a:lnTo>
                    <a:pt x="64647" y="68024"/>
                  </a:lnTo>
                  <a:lnTo>
                    <a:pt x="64420" y="72111"/>
                  </a:lnTo>
                  <a:lnTo>
                    <a:pt x="65585" y="75887"/>
                  </a:lnTo>
                  <a:lnTo>
                    <a:pt x="67667" y="83599"/>
                  </a:lnTo>
                  <a:lnTo>
                    <a:pt x="67241" y="85013"/>
                  </a:lnTo>
                  <a:lnTo>
                    <a:pt x="67007" y="85447"/>
                  </a:lnTo>
                  <a:lnTo>
                    <a:pt x="67495" y="87952"/>
                  </a:lnTo>
                  <a:lnTo>
                    <a:pt x="67314" y="88977"/>
                  </a:lnTo>
                  <a:lnTo>
                    <a:pt x="66926" y="90310"/>
                  </a:lnTo>
                  <a:lnTo>
                    <a:pt x="67365" y="93755"/>
                  </a:lnTo>
                  <a:lnTo>
                    <a:pt x="67695" y="95326"/>
                  </a:lnTo>
                  <a:lnTo>
                    <a:pt x="68650" y="99877"/>
                  </a:lnTo>
                  <a:lnTo>
                    <a:pt x="68405" y="99958"/>
                  </a:lnTo>
                  <a:lnTo>
                    <a:pt x="63670" y="101539"/>
                  </a:lnTo>
                  <a:lnTo>
                    <a:pt x="62295" y="101999"/>
                  </a:lnTo>
                  <a:lnTo>
                    <a:pt x="62762" y="104182"/>
                  </a:lnTo>
                  <a:lnTo>
                    <a:pt x="63065" y="105498"/>
                  </a:lnTo>
                  <a:lnTo>
                    <a:pt x="68250" y="108831"/>
                  </a:lnTo>
                  <a:lnTo>
                    <a:pt x="66324" y="112510"/>
                  </a:lnTo>
                  <a:lnTo>
                    <a:pt x="64465" y="116060"/>
                  </a:lnTo>
                  <a:lnTo>
                    <a:pt x="65765" y="115241"/>
                  </a:lnTo>
                  <a:lnTo>
                    <a:pt x="68260" y="113670"/>
                  </a:lnTo>
                  <a:lnTo>
                    <a:pt x="69329" y="113169"/>
                  </a:lnTo>
                  <a:lnTo>
                    <a:pt x="70332" y="113146"/>
                  </a:lnTo>
                  <a:lnTo>
                    <a:pt x="71920" y="113744"/>
                  </a:lnTo>
                  <a:lnTo>
                    <a:pt x="72900" y="112346"/>
                  </a:lnTo>
                  <a:lnTo>
                    <a:pt x="73608" y="111666"/>
                  </a:lnTo>
                  <a:lnTo>
                    <a:pt x="76204" y="114206"/>
                  </a:lnTo>
                  <a:lnTo>
                    <a:pt x="76659" y="114651"/>
                  </a:lnTo>
                  <a:lnTo>
                    <a:pt x="76488" y="114902"/>
                  </a:lnTo>
                  <a:lnTo>
                    <a:pt x="75314" y="116614"/>
                  </a:lnTo>
                  <a:lnTo>
                    <a:pt x="75974" y="117173"/>
                  </a:lnTo>
                  <a:lnTo>
                    <a:pt x="78106" y="119191"/>
                  </a:lnTo>
                  <a:lnTo>
                    <a:pt x="78662" y="119719"/>
                  </a:lnTo>
                  <a:lnTo>
                    <a:pt x="79434" y="118672"/>
                  </a:lnTo>
                  <a:lnTo>
                    <a:pt x="82169" y="117278"/>
                  </a:lnTo>
                  <a:lnTo>
                    <a:pt x="84552" y="116518"/>
                  </a:lnTo>
                  <a:lnTo>
                    <a:pt x="85093" y="116346"/>
                  </a:lnTo>
                  <a:lnTo>
                    <a:pt x="87568" y="115556"/>
                  </a:lnTo>
                  <a:lnTo>
                    <a:pt x="88623" y="115556"/>
                  </a:lnTo>
                  <a:lnTo>
                    <a:pt x="91380" y="115553"/>
                  </a:lnTo>
                  <a:lnTo>
                    <a:pt x="95174" y="118185"/>
                  </a:lnTo>
                  <a:lnTo>
                    <a:pt x="102738" y="123396"/>
                  </a:lnTo>
                  <a:lnTo>
                    <a:pt x="103052" y="122924"/>
                  </a:lnTo>
                  <a:lnTo>
                    <a:pt x="121414" y="95381"/>
                  </a:lnTo>
                  <a:lnTo>
                    <a:pt x="121829" y="95666"/>
                  </a:lnTo>
                  <a:lnTo>
                    <a:pt x="123528" y="96828"/>
                  </a:lnTo>
                  <a:lnTo>
                    <a:pt x="126223" y="98672"/>
                  </a:lnTo>
                  <a:lnTo>
                    <a:pt x="130015" y="101266"/>
                  </a:lnTo>
                  <a:lnTo>
                    <a:pt x="130949" y="101905"/>
                  </a:lnTo>
                  <a:lnTo>
                    <a:pt x="139538" y="107782"/>
                  </a:lnTo>
                  <a:lnTo>
                    <a:pt x="143771" y="110679"/>
                  </a:lnTo>
                  <a:lnTo>
                    <a:pt x="145757" y="112038"/>
                  </a:lnTo>
                  <a:lnTo>
                    <a:pt x="145253" y="112768"/>
                  </a:lnTo>
                  <a:lnTo>
                    <a:pt x="135858" y="126387"/>
                  </a:lnTo>
                  <a:lnTo>
                    <a:pt x="135444" y="126995"/>
                  </a:lnTo>
                  <a:lnTo>
                    <a:pt x="127431" y="138758"/>
                  </a:lnTo>
                  <a:lnTo>
                    <a:pt x="127203" y="139093"/>
                  </a:lnTo>
                  <a:lnTo>
                    <a:pt x="126789" y="139701"/>
                  </a:lnTo>
                  <a:lnTo>
                    <a:pt x="126596" y="139983"/>
                  </a:lnTo>
                  <a:lnTo>
                    <a:pt x="126328" y="140378"/>
                  </a:lnTo>
                  <a:lnTo>
                    <a:pt x="125297" y="141891"/>
                  </a:lnTo>
                  <a:lnTo>
                    <a:pt x="108407" y="166685"/>
                  </a:lnTo>
                  <a:lnTo>
                    <a:pt x="108245" y="166923"/>
                  </a:lnTo>
                  <a:lnTo>
                    <a:pt x="107708" y="167750"/>
                  </a:lnTo>
                  <a:lnTo>
                    <a:pt x="106485" y="169634"/>
                  </a:lnTo>
                  <a:lnTo>
                    <a:pt x="104715" y="172361"/>
                  </a:lnTo>
                  <a:lnTo>
                    <a:pt x="99978" y="179659"/>
                  </a:lnTo>
                  <a:lnTo>
                    <a:pt x="98712" y="181609"/>
                  </a:lnTo>
                  <a:lnTo>
                    <a:pt x="96691" y="185258"/>
                  </a:lnTo>
                  <a:lnTo>
                    <a:pt x="96619" y="185389"/>
                  </a:lnTo>
                  <a:lnTo>
                    <a:pt x="96167" y="185841"/>
                  </a:lnTo>
                  <a:lnTo>
                    <a:pt x="94320" y="187639"/>
                  </a:lnTo>
                  <a:lnTo>
                    <a:pt x="94155" y="187730"/>
                  </a:lnTo>
                  <a:lnTo>
                    <a:pt x="93663" y="188003"/>
                  </a:lnTo>
                  <a:lnTo>
                    <a:pt x="92224" y="188800"/>
                  </a:lnTo>
                  <a:lnTo>
                    <a:pt x="91203" y="189192"/>
                  </a:lnTo>
                  <a:lnTo>
                    <a:pt x="89168" y="189841"/>
                  </a:lnTo>
                  <a:lnTo>
                    <a:pt x="89354" y="190354"/>
                  </a:lnTo>
                  <a:lnTo>
                    <a:pt x="89626" y="191106"/>
                  </a:lnTo>
                  <a:lnTo>
                    <a:pt x="89753" y="191455"/>
                  </a:lnTo>
                  <a:lnTo>
                    <a:pt x="90168" y="192599"/>
                  </a:lnTo>
                  <a:lnTo>
                    <a:pt x="90331" y="193048"/>
                  </a:lnTo>
                  <a:lnTo>
                    <a:pt x="90694" y="194048"/>
                  </a:lnTo>
                  <a:lnTo>
                    <a:pt x="91686" y="196782"/>
                  </a:lnTo>
                  <a:lnTo>
                    <a:pt x="91865" y="197275"/>
                  </a:lnTo>
                  <a:lnTo>
                    <a:pt x="93358" y="199534"/>
                  </a:lnTo>
                  <a:lnTo>
                    <a:pt x="97295" y="203005"/>
                  </a:lnTo>
                  <a:lnTo>
                    <a:pt x="97504" y="203189"/>
                  </a:lnTo>
                  <a:lnTo>
                    <a:pt x="98393" y="203972"/>
                  </a:lnTo>
                  <a:lnTo>
                    <a:pt x="101977" y="207132"/>
                  </a:lnTo>
                  <a:lnTo>
                    <a:pt x="105380" y="210131"/>
                  </a:lnTo>
                  <a:lnTo>
                    <a:pt x="105560" y="210290"/>
                  </a:lnTo>
                  <a:lnTo>
                    <a:pt x="105767" y="210472"/>
                  </a:lnTo>
                  <a:lnTo>
                    <a:pt x="106402" y="211032"/>
                  </a:lnTo>
                  <a:lnTo>
                    <a:pt x="106914" y="211483"/>
                  </a:lnTo>
                  <a:lnTo>
                    <a:pt x="108334" y="212698"/>
                  </a:lnTo>
                  <a:lnTo>
                    <a:pt x="110685" y="214708"/>
                  </a:lnTo>
                  <a:lnTo>
                    <a:pt x="112518" y="216276"/>
                  </a:lnTo>
                  <a:lnTo>
                    <a:pt x="113089" y="216765"/>
                  </a:lnTo>
                  <a:lnTo>
                    <a:pt x="113234" y="216882"/>
                  </a:lnTo>
                  <a:lnTo>
                    <a:pt x="113492" y="217091"/>
                  </a:lnTo>
                  <a:lnTo>
                    <a:pt x="114076" y="217563"/>
                  </a:lnTo>
                  <a:lnTo>
                    <a:pt x="114209" y="217670"/>
                  </a:lnTo>
                  <a:lnTo>
                    <a:pt x="114595" y="217982"/>
                  </a:lnTo>
                  <a:lnTo>
                    <a:pt x="114030" y="218219"/>
                  </a:lnTo>
                  <a:lnTo>
                    <a:pt x="112546" y="218839"/>
                  </a:lnTo>
                  <a:lnTo>
                    <a:pt x="109569" y="220084"/>
                  </a:lnTo>
                  <a:lnTo>
                    <a:pt x="109384" y="220161"/>
                  </a:lnTo>
                  <a:lnTo>
                    <a:pt x="106134" y="221359"/>
                  </a:lnTo>
                  <a:lnTo>
                    <a:pt x="99193" y="223918"/>
                  </a:lnTo>
                  <a:lnTo>
                    <a:pt x="92949" y="225768"/>
                  </a:lnTo>
                  <a:lnTo>
                    <a:pt x="90719" y="226428"/>
                  </a:lnTo>
                  <a:lnTo>
                    <a:pt x="84401" y="228296"/>
                  </a:lnTo>
                  <a:lnTo>
                    <a:pt x="76724" y="230321"/>
                  </a:lnTo>
                  <a:lnTo>
                    <a:pt x="72716" y="231971"/>
                  </a:lnTo>
                  <a:lnTo>
                    <a:pt x="70292" y="232968"/>
                  </a:lnTo>
                  <a:lnTo>
                    <a:pt x="67264" y="234676"/>
                  </a:lnTo>
                  <a:lnTo>
                    <a:pt x="63025" y="237067"/>
                  </a:lnTo>
                  <a:lnTo>
                    <a:pt x="60695" y="238916"/>
                  </a:lnTo>
                  <a:lnTo>
                    <a:pt x="59946" y="238335"/>
                  </a:lnTo>
                  <a:lnTo>
                    <a:pt x="54759" y="234311"/>
                  </a:lnTo>
                  <a:lnTo>
                    <a:pt x="53997" y="233719"/>
                  </a:lnTo>
                  <a:lnTo>
                    <a:pt x="53640" y="233443"/>
                  </a:lnTo>
                  <a:lnTo>
                    <a:pt x="51467" y="226462"/>
                  </a:lnTo>
                  <a:lnTo>
                    <a:pt x="51363" y="226129"/>
                  </a:lnTo>
                  <a:lnTo>
                    <a:pt x="45614" y="227727"/>
                  </a:lnTo>
                  <a:lnTo>
                    <a:pt x="44509" y="223447"/>
                  </a:lnTo>
                  <a:lnTo>
                    <a:pt x="43624" y="220016"/>
                  </a:lnTo>
                  <a:lnTo>
                    <a:pt x="43534" y="219682"/>
                  </a:lnTo>
                  <a:lnTo>
                    <a:pt x="43343" y="218967"/>
                  </a:lnTo>
                  <a:lnTo>
                    <a:pt x="41392" y="211681"/>
                  </a:lnTo>
                  <a:lnTo>
                    <a:pt x="41262" y="211196"/>
                  </a:lnTo>
                  <a:lnTo>
                    <a:pt x="41110" y="210628"/>
                  </a:lnTo>
                  <a:lnTo>
                    <a:pt x="39097" y="203115"/>
                  </a:lnTo>
                  <a:lnTo>
                    <a:pt x="38918" y="202444"/>
                  </a:lnTo>
                  <a:lnTo>
                    <a:pt x="37310" y="196442"/>
                  </a:lnTo>
                  <a:lnTo>
                    <a:pt x="36950" y="195098"/>
                  </a:lnTo>
                  <a:lnTo>
                    <a:pt x="36910" y="194948"/>
                  </a:lnTo>
                  <a:lnTo>
                    <a:pt x="36686" y="194112"/>
                  </a:lnTo>
                  <a:lnTo>
                    <a:pt x="33323" y="181553"/>
                  </a:lnTo>
                  <a:lnTo>
                    <a:pt x="33044" y="181631"/>
                  </a:lnTo>
                  <a:lnTo>
                    <a:pt x="28268" y="182969"/>
                  </a:lnTo>
                  <a:lnTo>
                    <a:pt x="1518" y="190445"/>
                  </a:lnTo>
                  <a:lnTo>
                    <a:pt x="1198" y="189335"/>
                  </a:lnTo>
                  <a:lnTo>
                    <a:pt x="90" y="185516"/>
                  </a:lnTo>
                  <a:lnTo>
                    <a:pt x="0" y="185179"/>
                  </a:lnTo>
                  <a:lnTo>
                    <a:pt x="9409" y="182375"/>
                  </a:lnTo>
                  <a:lnTo>
                    <a:pt x="16247" y="180338"/>
                  </a:lnTo>
                  <a:lnTo>
                    <a:pt x="20643" y="179028"/>
                  </a:lnTo>
                  <a:lnTo>
                    <a:pt x="23341" y="178224"/>
                  </a:lnTo>
                  <a:lnTo>
                    <a:pt x="27625" y="176948"/>
                  </a:lnTo>
                  <a:lnTo>
                    <a:pt x="36005" y="174451"/>
                  </a:lnTo>
                  <a:lnTo>
                    <a:pt x="47426" y="171048"/>
                  </a:lnTo>
                  <a:lnTo>
                    <a:pt x="49837" y="170329"/>
                  </a:lnTo>
                  <a:lnTo>
                    <a:pt x="57544" y="168033"/>
                  </a:lnTo>
                  <a:lnTo>
                    <a:pt x="55104" y="165761"/>
                  </a:lnTo>
                  <a:lnTo>
                    <a:pt x="51336" y="162251"/>
                  </a:lnTo>
                  <a:lnTo>
                    <a:pt x="50923" y="161866"/>
                  </a:lnTo>
                  <a:lnTo>
                    <a:pt x="50790" y="161742"/>
                  </a:lnTo>
                  <a:lnTo>
                    <a:pt x="50652" y="161614"/>
                  </a:lnTo>
                  <a:lnTo>
                    <a:pt x="50373" y="161353"/>
                  </a:lnTo>
                  <a:lnTo>
                    <a:pt x="49980" y="160987"/>
                  </a:lnTo>
                  <a:lnTo>
                    <a:pt x="43046" y="154528"/>
                  </a:lnTo>
                  <a:lnTo>
                    <a:pt x="42915" y="154406"/>
                  </a:lnTo>
                  <a:lnTo>
                    <a:pt x="42136" y="153680"/>
                  </a:lnTo>
                  <a:lnTo>
                    <a:pt x="37322" y="151814"/>
                  </a:lnTo>
                  <a:lnTo>
                    <a:pt x="35246" y="150377"/>
                  </a:lnTo>
                  <a:lnTo>
                    <a:pt x="34450" y="149827"/>
                  </a:lnTo>
                  <a:lnTo>
                    <a:pt x="34114" y="149594"/>
                  </a:lnTo>
                  <a:lnTo>
                    <a:pt x="32844" y="148433"/>
                  </a:lnTo>
                  <a:lnTo>
                    <a:pt x="32654" y="147704"/>
                  </a:lnTo>
                  <a:lnTo>
                    <a:pt x="31733" y="144185"/>
                  </a:lnTo>
                  <a:lnTo>
                    <a:pt x="30768" y="140496"/>
                  </a:lnTo>
                  <a:lnTo>
                    <a:pt x="30640" y="140005"/>
                  </a:lnTo>
                  <a:lnTo>
                    <a:pt x="30405" y="139109"/>
                  </a:lnTo>
                  <a:lnTo>
                    <a:pt x="30281" y="138622"/>
                  </a:lnTo>
                  <a:lnTo>
                    <a:pt x="30052" y="137724"/>
                  </a:lnTo>
                  <a:lnTo>
                    <a:pt x="30009" y="137557"/>
                  </a:lnTo>
                  <a:lnTo>
                    <a:pt x="28586" y="131984"/>
                  </a:lnTo>
                  <a:lnTo>
                    <a:pt x="27998" y="129678"/>
                  </a:lnTo>
                  <a:lnTo>
                    <a:pt x="27181" y="126479"/>
                  </a:lnTo>
                  <a:lnTo>
                    <a:pt x="27105" y="126183"/>
                  </a:lnTo>
                  <a:lnTo>
                    <a:pt x="26847" y="125171"/>
                  </a:lnTo>
                  <a:lnTo>
                    <a:pt x="24737" y="116904"/>
                  </a:lnTo>
                  <a:lnTo>
                    <a:pt x="24691" y="116725"/>
                  </a:lnTo>
                  <a:lnTo>
                    <a:pt x="24224" y="114896"/>
                  </a:lnTo>
                  <a:lnTo>
                    <a:pt x="24115" y="114516"/>
                  </a:lnTo>
                  <a:lnTo>
                    <a:pt x="22808" y="109942"/>
                  </a:lnTo>
                  <a:lnTo>
                    <a:pt x="21083" y="103910"/>
                  </a:lnTo>
                  <a:lnTo>
                    <a:pt x="20762" y="102762"/>
                  </a:lnTo>
                  <a:lnTo>
                    <a:pt x="20116" y="100449"/>
                  </a:lnTo>
                  <a:lnTo>
                    <a:pt x="18567" y="94909"/>
                  </a:lnTo>
                  <a:lnTo>
                    <a:pt x="18250" y="93774"/>
                  </a:lnTo>
                  <a:lnTo>
                    <a:pt x="17708" y="91835"/>
                  </a:lnTo>
                  <a:lnTo>
                    <a:pt x="16811" y="88624"/>
                  </a:lnTo>
                  <a:lnTo>
                    <a:pt x="16654" y="88066"/>
                  </a:lnTo>
                  <a:lnTo>
                    <a:pt x="16005" y="85741"/>
                  </a:lnTo>
                  <a:lnTo>
                    <a:pt x="14977" y="82846"/>
                  </a:lnTo>
                  <a:lnTo>
                    <a:pt x="14356" y="81096"/>
                  </a:lnTo>
                  <a:lnTo>
                    <a:pt x="14211" y="80627"/>
                  </a:lnTo>
                  <a:lnTo>
                    <a:pt x="14164" y="80476"/>
                  </a:lnTo>
                  <a:lnTo>
                    <a:pt x="13672" y="78884"/>
                  </a:lnTo>
                  <a:lnTo>
                    <a:pt x="12123" y="73882"/>
                  </a:lnTo>
                  <a:lnTo>
                    <a:pt x="11653" y="72362"/>
                  </a:lnTo>
                  <a:lnTo>
                    <a:pt x="10867" y="70078"/>
                  </a:lnTo>
                  <a:lnTo>
                    <a:pt x="10749" y="69736"/>
                  </a:lnTo>
                  <a:lnTo>
                    <a:pt x="9748" y="66829"/>
                  </a:lnTo>
                  <a:lnTo>
                    <a:pt x="8383" y="63838"/>
                  </a:lnTo>
                  <a:lnTo>
                    <a:pt x="8111" y="63243"/>
                  </a:lnTo>
                  <a:lnTo>
                    <a:pt x="5048" y="57999"/>
                  </a:lnTo>
                  <a:lnTo>
                    <a:pt x="4721" y="57439"/>
                  </a:lnTo>
                  <a:lnTo>
                    <a:pt x="4162" y="56481"/>
                  </a:lnTo>
                  <a:lnTo>
                    <a:pt x="3177" y="54794"/>
                  </a:lnTo>
                  <a:lnTo>
                    <a:pt x="1529" y="51973"/>
                  </a:lnTo>
                  <a:lnTo>
                    <a:pt x="1098" y="51342"/>
                  </a:lnTo>
                  <a:lnTo>
                    <a:pt x="3526" y="49759"/>
                  </a:lnTo>
                  <a:lnTo>
                    <a:pt x="4050" y="49417"/>
                  </a:lnTo>
                  <a:lnTo>
                    <a:pt x="7389" y="47241"/>
                  </a:lnTo>
                  <a:lnTo>
                    <a:pt x="7740" y="47051"/>
                  </a:lnTo>
                  <a:lnTo>
                    <a:pt x="10650" y="45483"/>
                  </a:lnTo>
                  <a:lnTo>
                    <a:pt x="13476" y="43960"/>
                  </a:lnTo>
                  <a:lnTo>
                    <a:pt x="18866" y="41130"/>
                  </a:lnTo>
                  <a:lnTo>
                    <a:pt x="23394" y="38752"/>
                  </a:lnTo>
                  <a:lnTo>
                    <a:pt x="26240" y="37258"/>
                  </a:lnTo>
                  <a:lnTo>
                    <a:pt x="25772" y="36615"/>
                  </a:lnTo>
                  <a:lnTo>
                    <a:pt x="24937" y="35932"/>
                  </a:lnTo>
                  <a:lnTo>
                    <a:pt x="23667" y="35471"/>
                  </a:lnTo>
                  <a:lnTo>
                    <a:pt x="23283" y="35362"/>
                  </a:lnTo>
                  <a:lnTo>
                    <a:pt x="22882" y="35249"/>
                  </a:lnTo>
                  <a:lnTo>
                    <a:pt x="16557" y="36104"/>
                  </a:lnTo>
                  <a:lnTo>
                    <a:pt x="17068" y="33061"/>
                  </a:lnTo>
                  <a:lnTo>
                    <a:pt x="17106" y="32837"/>
                  </a:lnTo>
                  <a:lnTo>
                    <a:pt x="17249" y="31984"/>
                  </a:lnTo>
                  <a:lnTo>
                    <a:pt x="17205" y="31265"/>
                  </a:lnTo>
                  <a:lnTo>
                    <a:pt x="17180" y="30842"/>
                  </a:lnTo>
                  <a:lnTo>
                    <a:pt x="17112" y="29720"/>
                  </a:lnTo>
                  <a:lnTo>
                    <a:pt x="17089" y="29342"/>
                  </a:lnTo>
                  <a:lnTo>
                    <a:pt x="17071" y="29033"/>
                  </a:lnTo>
                  <a:lnTo>
                    <a:pt x="16997" y="27939"/>
                  </a:lnTo>
                  <a:lnTo>
                    <a:pt x="35602" y="26416"/>
                  </a:lnTo>
                  <a:lnTo>
                    <a:pt x="32793" y="12870"/>
                  </a:lnTo>
                  <a:lnTo>
                    <a:pt x="32104" y="9548"/>
                  </a:lnTo>
                  <a:lnTo>
                    <a:pt x="30871" y="1559"/>
                  </a:lnTo>
                  <a:lnTo>
                    <a:pt x="43344" y="0"/>
                  </a:lnTo>
                  <a:lnTo>
                    <a:pt x="47401" y="13488"/>
                  </a:lnTo>
                  <a:lnTo>
                    <a:pt x="55687" y="27513"/>
                  </a:lnTo>
                  <a:lnTo>
                    <a:pt x="58581" y="313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715852" y="3484314"/>
              <a:ext cx="164752" cy="166499"/>
            </a:xfrm>
            <a:custGeom>
              <a:avLst/>
              <a:pathLst>
                <a:path w="164752" h="166499">
                  <a:moveTo>
                    <a:pt x="150315" y="88121"/>
                  </a:moveTo>
                  <a:lnTo>
                    <a:pt x="149775" y="88926"/>
                  </a:lnTo>
                  <a:lnTo>
                    <a:pt x="149605" y="88821"/>
                  </a:lnTo>
                  <a:lnTo>
                    <a:pt x="144814" y="95959"/>
                  </a:lnTo>
                  <a:lnTo>
                    <a:pt x="142593" y="99214"/>
                  </a:lnTo>
                  <a:lnTo>
                    <a:pt x="140138" y="102812"/>
                  </a:lnTo>
                  <a:lnTo>
                    <a:pt x="135797" y="109325"/>
                  </a:lnTo>
                  <a:lnTo>
                    <a:pt x="132927" y="113543"/>
                  </a:lnTo>
                  <a:lnTo>
                    <a:pt x="131069" y="116273"/>
                  </a:lnTo>
                  <a:lnTo>
                    <a:pt x="128628" y="119860"/>
                  </a:lnTo>
                  <a:lnTo>
                    <a:pt x="126144" y="123511"/>
                  </a:lnTo>
                  <a:lnTo>
                    <a:pt x="121538" y="130498"/>
                  </a:lnTo>
                  <a:lnTo>
                    <a:pt x="117143" y="137030"/>
                  </a:lnTo>
                  <a:lnTo>
                    <a:pt x="112339" y="143954"/>
                  </a:lnTo>
                  <a:lnTo>
                    <a:pt x="107705" y="151012"/>
                  </a:lnTo>
                  <a:lnTo>
                    <a:pt x="103273" y="157615"/>
                  </a:lnTo>
                  <a:lnTo>
                    <a:pt x="99349" y="163591"/>
                  </a:lnTo>
                  <a:lnTo>
                    <a:pt x="97777" y="165985"/>
                  </a:lnTo>
                  <a:lnTo>
                    <a:pt x="97440" y="166499"/>
                  </a:lnTo>
                  <a:lnTo>
                    <a:pt x="96926" y="166148"/>
                  </a:lnTo>
                  <a:lnTo>
                    <a:pt x="95661" y="165284"/>
                  </a:lnTo>
                  <a:lnTo>
                    <a:pt x="78314" y="153446"/>
                  </a:lnTo>
                  <a:lnTo>
                    <a:pt x="76831" y="152660"/>
                  </a:lnTo>
                  <a:lnTo>
                    <a:pt x="76443" y="152355"/>
                  </a:lnTo>
                  <a:lnTo>
                    <a:pt x="73884" y="150343"/>
                  </a:lnTo>
                  <a:lnTo>
                    <a:pt x="73534" y="150068"/>
                  </a:lnTo>
                  <a:lnTo>
                    <a:pt x="73209" y="149812"/>
                  </a:lnTo>
                  <a:lnTo>
                    <a:pt x="55026" y="137546"/>
                  </a:lnTo>
                  <a:lnTo>
                    <a:pt x="36469" y="124632"/>
                  </a:lnTo>
                  <a:lnTo>
                    <a:pt x="33368" y="122572"/>
                  </a:lnTo>
                  <a:lnTo>
                    <a:pt x="15762" y="110426"/>
                  </a:lnTo>
                  <a:lnTo>
                    <a:pt x="14612" y="109632"/>
                  </a:lnTo>
                  <a:lnTo>
                    <a:pt x="5281" y="103194"/>
                  </a:lnTo>
                  <a:lnTo>
                    <a:pt x="240" y="99717"/>
                  </a:lnTo>
                  <a:lnTo>
                    <a:pt x="0" y="99472"/>
                  </a:lnTo>
                  <a:lnTo>
                    <a:pt x="373" y="98924"/>
                  </a:lnTo>
                  <a:lnTo>
                    <a:pt x="937" y="98099"/>
                  </a:lnTo>
                  <a:lnTo>
                    <a:pt x="16628" y="75128"/>
                  </a:lnTo>
                  <a:lnTo>
                    <a:pt x="16965" y="74633"/>
                  </a:lnTo>
                  <a:lnTo>
                    <a:pt x="18113" y="72946"/>
                  </a:lnTo>
                  <a:lnTo>
                    <a:pt x="18234" y="72768"/>
                  </a:lnTo>
                  <a:lnTo>
                    <a:pt x="33272" y="50671"/>
                  </a:lnTo>
                  <a:lnTo>
                    <a:pt x="33710" y="50027"/>
                  </a:lnTo>
                  <a:lnTo>
                    <a:pt x="37110" y="45030"/>
                  </a:lnTo>
                  <a:lnTo>
                    <a:pt x="42166" y="37601"/>
                  </a:lnTo>
                  <a:lnTo>
                    <a:pt x="47617" y="29591"/>
                  </a:lnTo>
                  <a:lnTo>
                    <a:pt x="47811" y="29305"/>
                  </a:lnTo>
                  <a:lnTo>
                    <a:pt x="48113" y="28861"/>
                  </a:lnTo>
                  <a:lnTo>
                    <a:pt x="49991" y="26101"/>
                  </a:lnTo>
                  <a:lnTo>
                    <a:pt x="50613" y="25187"/>
                  </a:lnTo>
                  <a:lnTo>
                    <a:pt x="65413" y="3439"/>
                  </a:lnTo>
                  <a:lnTo>
                    <a:pt x="66338" y="2081"/>
                  </a:lnTo>
                  <a:lnTo>
                    <a:pt x="67590" y="241"/>
                  </a:lnTo>
                  <a:lnTo>
                    <a:pt x="67754" y="0"/>
                  </a:lnTo>
                  <a:lnTo>
                    <a:pt x="72799" y="3431"/>
                  </a:lnTo>
                  <a:lnTo>
                    <a:pt x="75023" y="4944"/>
                  </a:lnTo>
                  <a:lnTo>
                    <a:pt x="82321" y="9908"/>
                  </a:lnTo>
                  <a:lnTo>
                    <a:pt x="82647" y="10129"/>
                  </a:lnTo>
                  <a:lnTo>
                    <a:pt x="95786" y="19066"/>
                  </a:lnTo>
                  <a:lnTo>
                    <a:pt x="100486" y="22262"/>
                  </a:lnTo>
                  <a:lnTo>
                    <a:pt x="100646" y="22371"/>
                  </a:lnTo>
                  <a:lnTo>
                    <a:pt x="101031" y="22633"/>
                  </a:lnTo>
                  <a:lnTo>
                    <a:pt x="103412" y="24253"/>
                  </a:lnTo>
                  <a:lnTo>
                    <a:pt x="103587" y="24372"/>
                  </a:lnTo>
                  <a:lnTo>
                    <a:pt x="104109" y="24727"/>
                  </a:lnTo>
                  <a:lnTo>
                    <a:pt x="121832" y="36781"/>
                  </a:lnTo>
                  <a:lnTo>
                    <a:pt x="122775" y="37423"/>
                  </a:lnTo>
                  <a:lnTo>
                    <a:pt x="133798" y="44920"/>
                  </a:lnTo>
                  <a:lnTo>
                    <a:pt x="140225" y="49292"/>
                  </a:lnTo>
                  <a:lnTo>
                    <a:pt x="140594" y="49543"/>
                  </a:lnTo>
                  <a:lnTo>
                    <a:pt x="140898" y="49749"/>
                  </a:lnTo>
                  <a:lnTo>
                    <a:pt x="141303" y="50024"/>
                  </a:lnTo>
                  <a:lnTo>
                    <a:pt x="141594" y="50223"/>
                  </a:lnTo>
                  <a:lnTo>
                    <a:pt x="144278" y="52048"/>
                  </a:lnTo>
                  <a:lnTo>
                    <a:pt x="144788" y="52397"/>
                  </a:lnTo>
                  <a:lnTo>
                    <a:pt x="144972" y="52528"/>
                  </a:lnTo>
                  <a:lnTo>
                    <a:pt x="145231" y="52711"/>
                  </a:lnTo>
                  <a:lnTo>
                    <a:pt x="157227" y="61198"/>
                  </a:lnTo>
                  <a:lnTo>
                    <a:pt x="161563" y="64266"/>
                  </a:lnTo>
                  <a:lnTo>
                    <a:pt x="164146" y="66093"/>
                  </a:lnTo>
                  <a:lnTo>
                    <a:pt x="164617" y="66426"/>
                  </a:lnTo>
                  <a:lnTo>
                    <a:pt x="164752" y="66617"/>
                  </a:lnTo>
                  <a:lnTo>
                    <a:pt x="163846" y="67967"/>
                  </a:lnTo>
                  <a:lnTo>
                    <a:pt x="163255" y="68847"/>
                  </a:lnTo>
                  <a:lnTo>
                    <a:pt x="158927" y="75294"/>
                  </a:lnTo>
                  <a:lnTo>
                    <a:pt x="154340" y="82126"/>
                  </a:lnTo>
                  <a:lnTo>
                    <a:pt x="154184" y="82360"/>
                  </a:lnTo>
                  <a:lnTo>
                    <a:pt x="150511" y="878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813293" y="3573135"/>
              <a:ext cx="175330" cy="128225"/>
            </a:xfrm>
            <a:custGeom>
              <a:avLst/>
              <a:pathLst>
                <a:path w="175330" h="128225">
                  <a:moveTo>
                    <a:pt x="84990" y="22771"/>
                  </a:moveTo>
                  <a:lnTo>
                    <a:pt x="86291" y="23652"/>
                  </a:lnTo>
                  <a:lnTo>
                    <a:pt x="86490" y="23331"/>
                  </a:lnTo>
                  <a:lnTo>
                    <a:pt x="86494" y="23789"/>
                  </a:lnTo>
                  <a:lnTo>
                    <a:pt x="113073" y="41793"/>
                  </a:lnTo>
                  <a:lnTo>
                    <a:pt x="114613" y="42836"/>
                  </a:lnTo>
                  <a:lnTo>
                    <a:pt x="115304" y="43304"/>
                  </a:lnTo>
                  <a:lnTo>
                    <a:pt x="118237" y="45291"/>
                  </a:lnTo>
                  <a:lnTo>
                    <a:pt x="118412" y="45410"/>
                  </a:lnTo>
                  <a:lnTo>
                    <a:pt x="118728" y="45624"/>
                  </a:lnTo>
                  <a:lnTo>
                    <a:pt x="116384" y="49030"/>
                  </a:lnTo>
                  <a:lnTo>
                    <a:pt x="114125" y="52314"/>
                  </a:lnTo>
                  <a:lnTo>
                    <a:pt x="120239" y="56613"/>
                  </a:lnTo>
                  <a:lnTo>
                    <a:pt x="121237" y="57315"/>
                  </a:lnTo>
                  <a:lnTo>
                    <a:pt x="125398" y="60171"/>
                  </a:lnTo>
                  <a:lnTo>
                    <a:pt x="127312" y="61477"/>
                  </a:lnTo>
                  <a:lnTo>
                    <a:pt x="131275" y="64192"/>
                  </a:lnTo>
                  <a:lnTo>
                    <a:pt x="135194" y="66897"/>
                  </a:lnTo>
                  <a:lnTo>
                    <a:pt x="139369" y="69725"/>
                  </a:lnTo>
                  <a:lnTo>
                    <a:pt x="140360" y="70371"/>
                  </a:lnTo>
                  <a:lnTo>
                    <a:pt x="141084" y="70844"/>
                  </a:lnTo>
                  <a:lnTo>
                    <a:pt x="146563" y="74770"/>
                  </a:lnTo>
                  <a:lnTo>
                    <a:pt x="147147" y="75112"/>
                  </a:lnTo>
                  <a:lnTo>
                    <a:pt x="148172" y="75570"/>
                  </a:lnTo>
                  <a:lnTo>
                    <a:pt x="149508" y="75946"/>
                  </a:lnTo>
                  <a:lnTo>
                    <a:pt x="150745" y="76219"/>
                  </a:lnTo>
                  <a:lnTo>
                    <a:pt x="151680" y="76663"/>
                  </a:lnTo>
                  <a:lnTo>
                    <a:pt x="151813" y="77947"/>
                  </a:lnTo>
                  <a:lnTo>
                    <a:pt x="152221" y="81890"/>
                  </a:lnTo>
                  <a:lnTo>
                    <a:pt x="157380" y="82200"/>
                  </a:lnTo>
                  <a:lnTo>
                    <a:pt x="158904" y="82524"/>
                  </a:lnTo>
                  <a:lnTo>
                    <a:pt x="163255" y="84074"/>
                  </a:lnTo>
                  <a:lnTo>
                    <a:pt x="164974" y="84687"/>
                  </a:lnTo>
                  <a:lnTo>
                    <a:pt x="166080" y="85492"/>
                  </a:lnTo>
                  <a:lnTo>
                    <a:pt x="169927" y="88292"/>
                  </a:lnTo>
                  <a:lnTo>
                    <a:pt x="174848" y="91732"/>
                  </a:lnTo>
                  <a:lnTo>
                    <a:pt x="175330" y="92097"/>
                  </a:lnTo>
                  <a:lnTo>
                    <a:pt x="175173" y="92393"/>
                  </a:lnTo>
                  <a:lnTo>
                    <a:pt x="169264" y="103517"/>
                  </a:lnTo>
                  <a:lnTo>
                    <a:pt x="168316" y="105858"/>
                  </a:lnTo>
                  <a:lnTo>
                    <a:pt x="168354" y="106235"/>
                  </a:lnTo>
                  <a:lnTo>
                    <a:pt x="169226" y="114768"/>
                  </a:lnTo>
                  <a:lnTo>
                    <a:pt x="169145" y="115218"/>
                  </a:lnTo>
                  <a:lnTo>
                    <a:pt x="167935" y="122011"/>
                  </a:lnTo>
                  <a:lnTo>
                    <a:pt x="167902" y="122199"/>
                  </a:lnTo>
                  <a:lnTo>
                    <a:pt x="160983" y="118197"/>
                  </a:lnTo>
                  <a:lnTo>
                    <a:pt x="152960" y="114258"/>
                  </a:lnTo>
                  <a:lnTo>
                    <a:pt x="152388" y="115244"/>
                  </a:lnTo>
                  <a:lnTo>
                    <a:pt x="148550" y="121863"/>
                  </a:lnTo>
                  <a:lnTo>
                    <a:pt x="145347" y="128225"/>
                  </a:lnTo>
                  <a:lnTo>
                    <a:pt x="139242" y="126328"/>
                  </a:lnTo>
                  <a:lnTo>
                    <a:pt x="132726" y="124304"/>
                  </a:lnTo>
                  <a:lnTo>
                    <a:pt x="131450" y="124490"/>
                  </a:lnTo>
                  <a:lnTo>
                    <a:pt x="127312" y="123721"/>
                  </a:lnTo>
                  <a:lnTo>
                    <a:pt x="123510" y="123343"/>
                  </a:lnTo>
                  <a:lnTo>
                    <a:pt x="120439" y="122010"/>
                  </a:lnTo>
                  <a:lnTo>
                    <a:pt x="116387" y="120914"/>
                  </a:lnTo>
                  <a:lnTo>
                    <a:pt x="114546" y="120363"/>
                  </a:lnTo>
                  <a:lnTo>
                    <a:pt x="114472" y="119207"/>
                  </a:lnTo>
                  <a:lnTo>
                    <a:pt x="110618" y="117977"/>
                  </a:lnTo>
                  <a:lnTo>
                    <a:pt x="106744" y="116479"/>
                  </a:lnTo>
                  <a:lnTo>
                    <a:pt x="102230" y="116099"/>
                  </a:lnTo>
                  <a:lnTo>
                    <a:pt x="98813" y="116087"/>
                  </a:lnTo>
                  <a:lnTo>
                    <a:pt x="97187" y="115950"/>
                  </a:lnTo>
                  <a:lnTo>
                    <a:pt x="94852" y="115642"/>
                  </a:lnTo>
                  <a:lnTo>
                    <a:pt x="92356" y="115313"/>
                  </a:lnTo>
                  <a:lnTo>
                    <a:pt x="91073" y="114936"/>
                  </a:lnTo>
                  <a:lnTo>
                    <a:pt x="89038" y="114722"/>
                  </a:lnTo>
                  <a:lnTo>
                    <a:pt x="79955" y="114235"/>
                  </a:lnTo>
                  <a:lnTo>
                    <a:pt x="67342" y="113160"/>
                  </a:lnTo>
                  <a:lnTo>
                    <a:pt x="66861" y="111585"/>
                  </a:lnTo>
                  <a:lnTo>
                    <a:pt x="66915" y="107177"/>
                  </a:lnTo>
                  <a:lnTo>
                    <a:pt x="69027" y="103969"/>
                  </a:lnTo>
                  <a:lnTo>
                    <a:pt x="73301" y="96572"/>
                  </a:lnTo>
                  <a:lnTo>
                    <a:pt x="73933" y="95480"/>
                  </a:lnTo>
                  <a:lnTo>
                    <a:pt x="68430" y="91913"/>
                  </a:lnTo>
                  <a:lnTo>
                    <a:pt x="67308" y="91130"/>
                  </a:lnTo>
                  <a:lnTo>
                    <a:pt x="63506" y="88812"/>
                  </a:lnTo>
                  <a:lnTo>
                    <a:pt x="56583" y="83788"/>
                  </a:lnTo>
                  <a:lnTo>
                    <a:pt x="53726" y="87956"/>
                  </a:lnTo>
                  <a:lnTo>
                    <a:pt x="52005" y="90467"/>
                  </a:lnTo>
                  <a:lnTo>
                    <a:pt x="47358" y="97247"/>
                  </a:lnTo>
                  <a:lnTo>
                    <a:pt x="43242" y="103253"/>
                  </a:lnTo>
                  <a:lnTo>
                    <a:pt x="41405" y="105930"/>
                  </a:lnTo>
                  <a:lnTo>
                    <a:pt x="40834" y="105541"/>
                  </a:lnTo>
                  <a:lnTo>
                    <a:pt x="22586" y="93104"/>
                  </a:lnTo>
                  <a:lnTo>
                    <a:pt x="22234" y="92870"/>
                  </a:lnTo>
                  <a:lnTo>
                    <a:pt x="20513" y="91722"/>
                  </a:lnTo>
                  <a:lnTo>
                    <a:pt x="19717" y="91191"/>
                  </a:lnTo>
                  <a:lnTo>
                    <a:pt x="18938" y="90657"/>
                  </a:lnTo>
                  <a:lnTo>
                    <a:pt x="1741" y="78870"/>
                  </a:lnTo>
                  <a:lnTo>
                    <a:pt x="501" y="78021"/>
                  </a:lnTo>
                  <a:lnTo>
                    <a:pt x="0" y="77677"/>
                  </a:lnTo>
                  <a:lnTo>
                    <a:pt x="337" y="77164"/>
                  </a:lnTo>
                  <a:lnTo>
                    <a:pt x="1908" y="74770"/>
                  </a:lnTo>
                  <a:lnTo>
                    <a:pt x="5832" y="68793"/>
                  </a:lnTo>
                  <a:lnTo>
                    <a:pt x="10265" y="62191"/>
                  </a:lnTo>
                  <a:lnTo>
                    <a:pt x="14898" y="55133"/>
                  </a:lnTo>
                  <a:lnTo>
                    <a:pt x="19702" y="48209"/>
                  </a:lnTo>
                  <a:lnTo>
                    <a:pt x="24098" y="41677"/>
                  </a:lnTo>
                  <a:lnTo>
                    <a:pt x="28703" y="34690"/>
                  </a:lnTo>
                  <a:lnTo>
                    <a:pt x="31188" y="31038"/>
                  </a:lnTo>
                  <a:lnTo>
                    <a:pt x="33629" y="27451"/>
                  </a:lnTo>
                  <a:lnTo>
                    <a:pt x="35486" y="24721"/>
                  </a:lnTo>
                  <a:lnTo>
                    <a:pt x="38357" y="20503"/>
                  </a:lnTo>
                  <a:lnTo>
                    <a:pt x="42697" y="13990"/>
                  </a:lnTo>
                  <a:lnTo>
                    <a:pt x="45153" y="10392"/>
                  </a:lnTo>
                  <a:lnTo>
                    <a:pt x="47374" y="7137"/>
                  </a:lnTo>
                  <a:lnTo>
                    <a:pt x="52165" y="0"/>
                  </a:lnTo>
                  <a:lnTo>
                    <a:pt x="52335" y="105"/>
                  </a:lnTo>
                  <a:lnTo>
                    <a:pt x="52861" y="470"/>
                  </a:lnTo>
                  <a:lnTo>
                    <a:pt x="57281" y="3538"/>
                  </a:lnTo>
                  <a:lnTo>
                    <a:pt x="67134" y="10377"/>
                  </a:lnTo>
                  <a:lnTo>
                    <a:pt x="69302" y="11882"/>
                  </a:lnTo>
                  <a:lnTo>
                    <a:pt x="73644" y="14896"/>
                  </a:lnTo>
                  <a:lnTo>
                    <a:pt x="74125" y="152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760989" y="3650813"/>
              <a:ext cx="250175" cy="142074"/>
            </a:xfrm>
            <a:custGeom>
              <a:avLst/>
              <a:pathLst>
                <a:path w="250175" h="142074">
                  <a:moveTo>
                    <a:pt x="93710" y="28254"/>
                  </a:moveTo>
                  <a:lnTo>
                    <a:pt x="95546" y="25575"/>
                  </a:lnTo>
                  <a:lnTo>
                    <a:pt x="99662" y="19570"/>
                  </a:lnTo>
                  <a:lnTo>
                    <a:pt x="104309" y="12789"/>
                  </a:lnTo>
                  <a:lnTo>
                    <a:pt x="106029" y="10279"/>
                  </a:lnTo>
                  <a:lnTo>
                    <a:pt x="108887" y="6108"/>
                  </a:lnTo>
                  <a:lnTo>
                    <a:pt x="115809" y="11135"/>
                  </a:lnTo>
                  <a:lnTo>
                    <a:pt x="119611" y="13452"/>
                  </a:lnTo>
                  <a:lnTo>
                    <a:pt x="120734" y="14235"/>
                  </a:lnTo>
                  <a:lnTo>
                    <a:pt x="126236" y="17802"/>
                  </a:lnTo>
                  <a:lnTo>
                    <a:pt x="125605" y="18895"/>
                  </a:lnTo>
                  <a:lnTo>
                    <a:pt x="121330" y="26291"/>
                  </a:lnTo>
                  <a:lnTo>
                    <a:pt x="119218" y="29499"/>
                  </a:lnTo>
                  <a:lnTo>
                    <a:pt x="119165" y="33907"/>
                  </a:lnTo>
                  <a:lnTo>
                    <a:pt x="119645" y="35482"/>
                  </a:lnTo>
                  <a:lnTo>
                    <a:pt x="132262" y="36557"/>
                  </a:lnTo>
                  <a:lnTo>
                    <a:pt x="141345" y="37045"/>
                  </a:lnTo>
                  <a:lnTo>
                    <a:pt x="143376" y="37258"/>
                  </a:lnTo>
                  <a:lnTo>
                    <a:pt x="144660" y="37636"/>
                  </a:lnTo>
                  <a:lnTo>
                    <a:pt x="147156" y="37965"/>
                  </a:lnTo>
                  <a:lnTo>
                    <a:pt x="149493" y="38273"/>
                  </a:lnTo>
                  <a:lnTo>
                    <a:pt x="151120" y="38410"/>
                  </a:lnTo>
                  <a:lnTo>
                    <a:pt x="154537" y="38421"/>
                  </a:lnTo>
                  <a:lnTo>
                    <a:pt x="159047" y="38801"/>
                  </a:lnTo>
                  <a:lnTo>
                    <a:pt x="162925" y="40300"/>
                  </a:lnTo>
                  <a:lnTo>
                    <a:pt x="166775" y="41529"/>
                  </a:lnTo>
                  <a:lnTo>
                    <a:pt x="166850" y="42686"/>
                  </a:lnTo>
                  <a:lnTo>
                    <a:pt x="168694" y="43237"/>
                  </a:lnTo>
                  <a:lnTo>
                    <a:pt x="172743" y="44333"/>
                  </a:lnTo>
                  <a:lnTo>
                    <a:pt x="175813" y="45666"/>
                  </a:lnTo>
                  <a:lnTo>
                    <a:pt x="179616" y="46044"/>
                  </a:lnTo>
                  <a:lnTo>
                    <a:pt x="183754" y="46813"/>
                  </a:lnTo>
                  <a:lnTo>
                    <a:pt x="185031" y="46627"/>
                  </a:lnTo>
                  <a:lnTo>
                    <a:pt x="191545" y="48651"/>
                  </a:lnTo>
                  <a:lnTo>
                    <a:pt x="197650" y="50546"/>
                  </a:lnTo>
                  <a:lnTo>
                    <a:pt x="200853" y="44186"/>
                  </a:lnTo>
                  <a:lnTo>
                    <a:pt x="204692" y="37566"/>
                  </a:lnTo>
                  <a:lnTo>
                    <a:pt x="205267" y="36580"/>
                  </a:lnTo>
                  <a:lnTo>
                    <a:pt x="213286" y="40519"/>
                  </a:lnTo>
                  <a:lnTo>
                    <a:pt x="220205" y="44521"/>
                  </a:lnTo>
                  <a:lnTo>
                    <a:pt x="233756" y="52360"/>
                  </a:lnTo>
                  <a:lnTo>
                    <a:pt x="239929" y="56838"/>
                  </a:lnTo>
                  <a:lnTo>
                    <a:pt x="250175" y="66173"/>
                  </a:lnTo>
                  <a:lnTo>
                    <a:pt x="250175" y="73003"/>
                  </a:lnTo>
                  <a:lnTo>
                    <a:pt x="247596" y="81310"/>
                  </a:lnTo>
                  <a:lnTo>
                    <a:pt x="248288" y="90439"/>
                  </a:lnTo>
                  <a:lnTo>
                    <a:pt x="248709" y="95995"/>
                  </a:lnTo>
                  <a:lnTo>
                    <a:pt x="226426" y="99518"/>
                  </a:lnTo>
                  <a:lnTo>
                    <a:pt x="223731" y="106319"/>
                  </a:lnTo>
                  <a:lnTo>
                    <a:pt x="207693" y="108235"/>
                  </a:lnTo>
                  <a:lnTo>
                    <a:pt x="183101" y="99828"/>
                  </a:lnTo>
                  <a:lnTo>
                    <a:pt x="160915" y="95730"/>
                  </a:lnTo>
                  <a:lnTo>
                    <a:pt x="159244" y="94351"/>
                  </a:lnTo>
                  <a:lnTo>
                    <a:pt x="158596" y="93818"/>
                  </a:lnTo>
                  <a:lnTo>
                    <a:pt x="137299" y="76258"/>
                  </a:lnTo>
                  <a:lnTo>
                    <a:pt x="136550" y="76834"/>
                  </a:lnTo>
                  <a:lnTo>
                    <a:pt x="133669" y="79047"/>
                  </a:lnTo>
                  <a:lnTo>
                    <a:pt x="130994" y="82905"/>
                  </a:lnTo>
                  <a:lnTo>
                    <a:pt x="129536" y="85384"/>
                  </a:lnTo>
                  <a:lnTo>
                    <a:pt x="126985" y="89722"/>
                  </a:lnTo>
                  <a:lnTo>
                    <a:pt x="122867" y="96162"/>
                  </a:lnTo>
                  <a:lnTo>
                    <a:pt x="118871" y="102009"/>
                  </a:lnTo>
                  <a:lnTo>
                    <a:pt x="116474" y="102476"/>
                  </a:lnTo>
                  <a:lnTo>
                    <a:pt x="112080" y="101204"/>
                  </a:lnTo>
                  <a:lnTo>
                    <a:pt x="103830" y="98961"/>
                  </a:lnTo>
                  <a:lnTo>
                    <a:pt x="91831" y="94744"/>
                  </a:lnTo>
                  <a:lnTo>
                    <a:pt x="85733" y="93068"/>
                  </a:lnTo>
                  <a:lnTo>
                    <a:pt x="79888" y="89433"/>
                  </a:lnTo>
                  <a:lnTo>
                    <a:pt x="73712" y="85591"/>
                  </a:lnTo>
                  <a:lnTo>
                    <a:pt x="67908" y="81981"/>
                  </a:lnTo>
                  <a:lnTo>
                    <a:pt x="66892" y="83606"/>
                  </a:lnTo>
                  <a:lnTo>
                    <a:pt x="64678" y="87151"/>
                  </a:lnTo>
                  <a:lnTo>
                    <a:pt x="70825" y="91431"/>
                  </a:lnTo>
                  <a:lnTo>
                    <a:pt x="77797" y="94619"/>
                  </a:lnTo>
                  <a:lnTo>
                    <a:pt x="84257" y="96759"/>
                  </a:lnTo>
                  <a:lnTo>
                    <a:pt x="86418" y="97146"/>
                  </a:lnTo>
                  <a:lnTo>
                    <a:pt x="98936" y="102223"/>
                  </a:lnTo>
                  <a:lnTo>
                    <a:pt x="98379" y="109099"/>
                  </a:lnTo>
                  <a:lnTo>
                    <a:pt x="97912" y="110488"/>
                  </a:lnTo>
                  <a:lnTo>
                    <a:pt x="96415" y="113507"/>
                  </a:lnTo>
                  <a:lnTo>
                    <a:pt x="95057" y="117051"/>
                  </a:lnTo>
                  <a:lnTo>
                    <a:pt x="89398" y="117663"/>
                  </a:lnTo>
                  <a:lnTo>
                    <a:pt x="71786" y="120030"/>
                  </a:lnTo>
                  <a:lnTo>
                    <a:pt x="69692" y="123891"/>
                  </a:lnTo>
                  <a:lnTo>
                    <a:pt x="57468" y="142074"/>
                  </a:lnTo>
                  <a:lnTo>
                    <a:pt x="51067" y="137576"/>
                  </a:lnTo>
                  <a:lnTo>
                    <a:pt x="44187" y="132740"/>
                  </a:lnTo>
                  <a:lnTo>
                    <a:pt x="37209" y="127885"/>
                  </a:lnTo>
                  <a:lnTo>
                    <a:pt x="29663" y="122777"/>
                  </a:lnTo>
                  <a:lnTo>
                    <a:pt x="36452" y="112705"/>
                  </a:lnTo>
                  <a:lnTo>
                    <a:pt x="38782" y="109588"/>
                  </a:lnTo>
                  <a:lnTo>
                    <a:pt x="41530" y="105911"/>
                  </a:lnTo>
                  <a:lnTo>
                    <a:pt x="38261" y="103882"/>
                  </a:lnTo>
                  <a:lnTo>
                    <a:pt x="24094" y="93874"/>
                  </a:lnTo>
                  <a:lnTo>
                    <a:pt x="18926" y="90450"/>
                  </a:lnTo>
                  <a:lnTo>
                    <a:pt x="15514" y="88191"/>
                  </a:lnTo>
                  <a:lnTo>
                    <a:pt x="4291" y="80596"/>
                  </a:lnTo>
                  <a:lnTo>
                    <a:pt x="500" y="77622"/>
                  </a:lnTo>
                  <a:lnTo>
                    <a:pt x="0" y="77228"/>
                  </a:lnTo>
                  <a:lnTo>
                    <a:pt x="4455" y="70488"/>
                  </a:lnTo>
                  <a:lnTo>
                    <a:pt x="9221" y="63567"/>
                  </a:lnTo>
                  <a:lnTo>
                    <a:pt x="14046" y="56187"/>
                  </a:lnTo>
                  <a:lnTo>
                    <a:pt x="14628" y="55330"/>
                  </a:lnTo>
                  <a:lnTo>
                    <a:pt x="18688" y="49380"/>
                  </a:lnTo>
                  <a:lnTo>
                    <a:pt x="20624" y="46491"/>
                  </a:lnTo>
                  <a:lnTo>
                    <a:pt x="20908" y="46072"/>
                  </a:lnTo>
                  <a:lnTo>
                    <a:pt x="23301" y="42546"/>
                  </a:lnTo>
                  <a:lnTo>
                    <a:pt x="27667" y="36110"/>
                  </a:lnTo>
                  <a:lnTo>
                    <a:pt x="32576" y="28947"/>
                  </a:lnTo>
                  <a:lnTo>
                    <a:pt x="37023" y="22540"/>
                  </a:lnTo>
                  <a:lnTo>
                    <a:pt x="41629" y="15813"/>
                  </a:lnTo>
                  <a:lnTo>
                    <a:pt x="46378" y="8879"/>
                  </a:lnTo>
                  <a:lnTo>
                    <a:pt x="51092" y="1814"/>
                  </a:lnTo>
                  <a:lnTo>
                    <a:pt x="51949" y="529"/>
                  </a:lnTo>
                  <a:lnTo>
                    <a:pt x="52303" y="0"/>
                  </a:lnTo>
                  <a:lnTo>
                    <a:pt x="52805" y="343"/>
                  </a:lnTo>
                  <a:lnTo>
                    <a:pt x="54044" y="1193"/>
                  </a:lnTo>
                  <a:lnTo>
                    <a:pt x="71241" y="12980"/>
                  </a:lnTo>
                  <a:lnTo>
                    <a:pt x="72020" y="13514"/>
                  </a:lnTo>
                  <a:lnTo>
                    <a:pt x="72816" y="14044"/>
                  </a:lnTo>
                  <a:lnTo>
                    <a:pt x="74538" y="15192"/>
                  </a:lnTo>
                  <a:lnTo>
                    <a:pt x="74889" y="15426"/>
                  </a:lnTo>
                  <a:lnTo>
                    <a:pt x="93138" y="278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778890" y="3774704"/>
              <a:ext cx="212130" cy="141228"/>
            </a:xfrm>
            <a:custGeom>
              <a:avLst/>
              <a:pathLst>
                <a:path w="212130" h="141228">
                  <a:moveTo>
                    <a:pt x="51791" y="0"/>
                  </a:moveTo>
                  <a:lnTo>
                    <a:pt x="58904" y="4097"/>
                  </a:lnTo>
                  <a:lnTo>
                    <a:pt x="59937" y="4024"/>
                  </a:lnTo>
                  <a:lnTo>
                    <a:pt x="66033" y="8326"/>
                  </a:lnTo>
                  <a:lnTo>
                    <a:pt x="66134" y="8687"/>
                  </a:lnTo>
                  <a:lnTo>
                    <a:pt x="72619" y="13214"/>
                  </a:lnTo>
                  <a:lnTo>
                    <a:pt x="79611" y="17822"/>
                  </a:lnTo>
                  <a:lnTo>
                    <a:pt x="86886" y="22125"/>
                  </a:lnTo>
                  <a:lnTo>
                    <a:pt x="93425" y="26679"/>
                  </a:lnTo>
                  <a:lnTo>
                    <a:pt x="100258" y="31329"/>
                  </a:lnTo>
                  <a:lnTo>
                    <a:pt x="107557" y="36296"/>
                  </a:lnTo>
                  <a:lnTo>
                    <a:pt x="107931" y="37644"/>
                  </a:lnTo>
                  <a:lnTo>
                    <a:pt x="111717" y="39307"/>
                  </a:lnTo>
                  <a:lnTo>
                    <a:pt x="109383" y="42993"/>
                  </a:lnTo>
                  <a:lnTo>
                    <a:pt x="116268" y="47413"/>
                  </a:lnTo>
                  <a:lnTo>
                    <a:pt x="131232" y="57140"/>
                  </a:lnTo>
                  <a:lnTo>
                    <a:pt x="135850" y="60054"/>
                  </a:lnTo>
                  <a:lnTo>
                    <a:pt x="140159" y="62404"/>
                  </a:lnTo>
                  <a:lnTo>
                    <a:pt x="141756" y="63037"/>
                  </a:lnTo>
                  <a:lnTo>
                    <a:pt x="143652" y="63789"/>
                  </a:lnTo>
                  <a:lnTo>
                    <a:pt x="146681" y="64827"/>
                  </a:lnTo>
                  <a:lnTo>
                    <a:pt x="155574" y="65228"/>
                  </a:lnTo>
                  <a:lnTo>
                    <a:pt x="163633" y="64280"/>
                  </a:lnTo>
                  <a:lnTo>
                    <a:pt x="164964" y="68255"/>
                  </a:lnTo>
                  <a:lnTo>
                    <a:pt x="175588" y="63649"/>
                  </a:lnTo>
                  <a:lnTo>
                    <a:pt x="188432" y="66642"/>
                  </a:lnTo>
                  <a:lnTo>
                    <a:pt x="201534" y="79853"/>
                  </a:lnTo>
                  <a:lnTo>
                    <a:pt x="211058" y="89456"/>
                  </a:lnTo>
                  <a:lnTo>
                    <a:pt x="212130" y="90537"/>
                  </a:lnTo>
                  <a:lnTo>
                    <a:pt x="211199" y="91302"/>
                  </a:lnTo>
                  <a:lnTo>
                    <a:pt x="207569" y="94285"/>
                  </a:lnTo>
                  <a:lnTo>
                    <a:pt x="206191" y="95520"/>
                  </a:lnTo>
                  <a:lnTo>
                    <a:pt x="203776" y="97685"/>
                  </a:lnTo>
                  <a:lnTo>
                    <a:pt x="202847" y="98599"/>
                  </a:lnTo>
                  <a:lnTo>
                    <a:pt x="194977" y="106345"/>
                  </a:lnTo>
                  <a:lnTo>
                    <a:pt x="196057" y="107438"/>
                  </a:lnTo>
                  <a:lnTo>
                    <a:pt x="199441" y="110863"/>
                  </a:lnTo>
                  <a:lnTo>
                    <a:pt x="200634" y="120083"/>
                  </a:lnTo>
                  <a:lnTo>
                    <a:pt x="200096" y="121395"/>
                  </a:lnTo>
                  <a:lnTo>
                    <a:pt x="193884" y="119547"/>
                  </a:lnTo>
                  <a:lnTo>
                    <a:pt x="192956" y="119271"/>
                  </a:lnTo>
                  <a:lnTo>
                    <a:pt x="191793" y="119047"/>
                  </a:lnTo>
                  <a:lnTo>
                    <a:pt x="191612" y="119012"/>
                  </a:lnTo>
                  <a:lnTo>
                    <a:pt x="191106" y="118914"/>
                  </a:lnTo>
                  <a:lnTo>
                    <a:pt x="190035" y="118708"/>
                  </a:lnTo>
                  <a:lnTo>
                    <a:pt x="188669" y="118445"/>
                  </a:lnTo>
                  <a:lnTo>
                    <a:pt x="183824" y="117734"/>
                  </a:lnTo>
                  <a:lnTo>
                    <a:pt x="183239" y="117751"/>
                  </a:lnTo>
                  <a:lnTo>
                    <a:pt x="182999" y="117757"/>
                  </a:lnTo>
                  <a:lnTo>
                    <a:pt x="180845" y="117819"/>
                  </a:lnTo>
                  <a:lnTo>
                    <a:pt x="180173" y="117734"/>
                  </a:lnTo>
                  <a:lnTo>
                    <a:pt x="179751" y="117680"/>
                  </a:lnTo>
                  <a:lnTo>
                    <a:pt x="178088" y="117470"/>
                  </a:lnTo>
                  <a:lnTo>
                    <a:pt x="177666" y="117416"/>
                  </a:lnTo>
                  <a:lnTo>
                    <a:pt x="177032" y="117378"/>
                  </a:lnTo>
                  <a:lnTo>
                    <a:pt x="174124" y="117202"/>
                  </a:lnTo>
                  <a:lnTo>
                    <a:pt x="173126" y="118961"/>
                  </a:lnTo>
                  <a:lnTo>
                    <a:pt x="172352" y="120324"/>
                  </a:lnTo>
                  <a:lnTo>
                    <a:pt x="171795" y="121121"/>
                  </a:lnTo>
                  <a:lnTo>
                    <a:pt x="170970" y="121371"/>
                  </a:lnTo>
                  <a:lnTo>
                    <a:pt x="170013" y="121661"/>
                  </a:lnTo>
                  <a:lnTo>
                    <a:pt x="168705" y="121377"/>
                  </a:lnTo>
                  <a:lnTo>
                    <a:pt x="167480" y="121035"/>
                  </a:lnTo>
                  <a:lnTo>
                    <a:pt x="166633" y="120604"/>
                  </a:lnTo>
                  <a:lnTo>
                    <a:pt x="160101" y="117278"/>
                  </a:lnTo>
                  <a:lnTo>
                    <a:pt x="151940" y="115813"/>
                  </a:lnTo>
                  <a:lnTo>
                    <a:pt x="151443" y="115731"/>
                  </a:lnTo>
                  <a:lnTo>
                    <a:pt x="151236" y="117017"/>
                  </a:lnTo>
                  <a:lnTo>
                    <a:pt x="150008" y="124665"/>
                  </a:lnTo>
                  <a:lnTo>
                    <a:pt x="147413" y="124375"/>
                  </a:lnTo>
                  <a:lnTo>
                    <a:pt x="147222" y="124815"/>
                  </a:lnTo>
                  <a:lnTo>
                    <a:pt x="146423" y="126652"/>
                  </a:lnTo>
                  <a:lnTo>
                    <a:pt x="145812" y="128059"/>
                  </a:lnTo>
                  <a:lnTo>
                    <a:pt x="145379" y="128998"/>
                  </a:lnTo>
                  <a:lnTo>
                    <a:pt x="145073" y="129416"/>
                  </a:lnTo>
                  <a:lnTo>
                    <a:pt x="144152" y="130676"/>
                  </a:lnTo>
                  <a:lnTo>
                    <a:pt x="143851" y="130881"/>
                  </a:lnTo>
                  <a:lnTo>
                    <a:pt x="143339" y="131090"/>
                  </a:lnTo>
                  <a:lnTo>
                    <a:pt x="142947" y="131327"/>
                  </a:lnTo>
                  <a:lnTo>
                    <a:pt x="142447" y="132087"/>
                  </a:lnTo>
                  <a:lnTo>
                    <a:pt x="141058" y="134199"/>
                  </a:lnTo>
                  <a:lnTo>
                    <a:pt x="140961" y="134347"/>
                  </a:lnTo>
                  <a:lnTo>
                    <a:pt x="138754" y="137703"/>
                  </a:lnTo>
                  <a:lnTo>
                    <a:pt x="136435" y="141228"/>
                  </a:lnTo>
                  <a:lnTo>
                    <a:pt x="135507" y="140620"/>
                  </a:lnTo>
                  <a:lnTo>
                    <a:pt x="133228" y="139127"/>
                  </a:lnTo>
                  <a:lnTo>
                    <a:pt x="130626" y="137421"/>
                  </a:lnTo>
                  <a:lnTo>
                    <a:pt x="129141" y="136448"/>
                  </a:lnTo>
                  <a:lnTo>
                    <a:pt x="128779" y="136211"/>
                  </a:lnTo>
                  <a:lnTo>
                    <a:pt x="122347" y="131996"/>
                  </a:lnTo>
                  <a:lnTo>
                    <a:pt x="115443" y="127472"/>
                  </a:lnTo>
                  <a:lnTo>
                    <a:pt x="113010" y="125877"/>
                  </a:lnTo>
                  <a:lnTo>
                    <a:pt x="109712" y="123220"/>
                  </a:lnTo>
                  <a:lnTo>
                    <a:pt x="109473" y="122946"/>
                  </a:lnTo>
                  <a:lnTo>
                    <a:pt x="109327" y="122668"/>
                  </a:lnTo>
                  <a:lnTo>
                    <a:pt x="108940" y="121930"/>
                  </a:lnTo>
                  <a:lnTo>
                    <a:pt x="108777" y="121620"/>
                  </a:lnTo>
                  <a:lnTo>
                    <a:pt x="108693" y="121459"/>
                  </a:lnTo>
                  <a:lnTo>
                    <a:pt x="108248" y="120612"/>
                  </a:lnTo>
                  <a:lnTo>
                    <a:pt x="103699" y="117102"/>
                  </a:lnTo>
                  <a:lnTo>
                    <a:pt x="102561" y="116225"/>
                  </a:lnTo>
                  <a:lnTo>
                    <a:pt x="102346" y="116059"/>
                  </a:lnTo>
                  <a:lnTo>
                    <a:pt x="102066" y="115867"/>
                  </a:lnTo>
                  <a:lnTo>
                    <a:pt x="92262" y="109157"/>
                  </a:lnTo>
                  <a:lnTo>
                    <a:pt x="91121" y="108377"/>
                  </a:lnTo>
                  <a:lnTo>
                    <a:pt x="91664" y="107570"/>
                  </a:lnTo>
                  <a:lnTo>
                    <a:pt x="92150" y="106780"/>
                  </a:lnTo>
                  <a:lnTo>
                    <a:pt x="85428" y="102156"/>
                  </a:lnTo>
                  <a:lnTo>
                    <a:pt x="85274" y="102050"/>
                  </a:lnTo>
                  <a:lnTo>
                    <a:pt x="83451" y="100795"/>
                  </a:lnTo>
                  <a:lnTo>
                    <a:pt x="78020" y="97059"/>
                  </a:lnTo>
                  <a:lnTo>
                    <a:pt x="78742" y="95987"/>
                  </a:lnTo>
                  <a:lnTo>
                    <a:pt x="81389" y="92408"/>
                  </a:lnTo>
                  <a:lnTo>
                    <a:pt x="81082" y="92215"/>
                  </a:lnTo>
                  <a:lnTo>
                    <a:pt x="75947" y="88984"/>
                  </a:lnTo>
                  <a:lnTo>
                    <a:pt x="73868" y="87676"/>
                  </a:lnTo>
                  <a:lnTo>
                    <a:pt x="73172" y="87237"/>
                  </a:lnTo>
                  <a:lnTo>
                    <a:pt x="73638" y="86590"/>
                  </a:lnTo>
                  <a:lnTo>
                    <a:pt x="72999" y="86130"/>
                  </a:lnTo>
                  <a:lnTo>
                    <a:pt x="66360" y="81351"/>
                  </a:lnTo>
                  <a:lnTo>
                    <a:pt x="66758" y="80794"/>
                  </a:lnTo>
                  <a:lnTo>
                    <a:pt x="59909" y="75990"/>
                  </a:lnTo>
                  <a:lnTo>
                    <a:pt x="60271" y="75435"/>
                  </a:lnTo>
                  <a:lnTo>
                    <a:pt x="60441" y="75172"/>
                  </a:lnTo>
                  <a:lnTo>
                    <a:pt x="54417" y="71057"/>
                  </a:lnTo>
                  <a:lnTo>
                    <a:pt x="53817" y="70647"/>
                  </a:lnTo>
                  <a:lnTo>
                    <a:pt x="53535" y="70454"/>
                  </a:lnTo>
                  <a:lnTo>
                    <a:pt x="53097" y="70156"/>
                  </a:lnTo>
                  <a:lnTo>
                    <a:pt x="52745" y="69919"/>
                  </a:lnTo>
                  <a:lnTo>
                    <a:pt x="47039" y="65917"/>
                  </a:lnTo>
                  <a:lnTo>
                    <a:pt x="46854" y="65787"/>
                  </a:lnTo>
                  <a:lnTo>
                    <a:pt x="44348" y="64029"/>
                  </a:lnTo>
                  <a:lnTo>
                    <a:pt x="41308" y="61897"/>
                  </a:lnTo>
                  <a:lnTo>
                    <a:pt x="40174" y="61104"/>
                  </a:lnTo>
                  <a:lnTo>
                    <a:pt x="33705" y="56576"/>
                  </a:lnTo>
                  <a:lnTo>
                    <a:pt x="27388" y="52156"/>
                  </a:lnTo>
                  <a:lnTo>
                    <a:pt x="26747" y="51727"/>
                  </a:lnTo>
                  <a:lnTo>
                    <a:pt x="26533" y="51584"/>
                  </a:lnTo>
                  <a:lnTo>
                    <a:pt x="19974" y="47202"/>
                  </a:lnTo>
                  <a:lnTo>
                    <a:pt x="13076" y="42593"/>
                  </a:lnTo>
                  <a:lnTo>
                    <a:pt x="6584" y="38280"/>
                  </a:lnTo>
                  <a:lnTo>
                    <a:pt x="1166" y="34679"/>
                  </a:lnTo>
                  <a:lnTo>
                    <a:pt x="51" y="33877"/>
                  </a:lnTo>
                  <a:lnTo>
                    <a:pt x="0" y="33665"/>
                  </a:lnTo>
                  <a:lnTo>
                    <a:pt x="208" y="33345"/>
                  </a:lnTo>
                  <a:lnTo>
                    <a:pt x="8554" y="20547"/>
                  </a:lnTo>
                  <a:lnTo>
                    <a:pt x="14595" y="11283"/>
                  </a:lnTo>
                  <a:lnTo>
                    <a:pt x="19325" y="4005"/>
                  </a:lnTo>
                  <a:lnTo>
                    <a:pt x="26286" y="8849"/>
                  </a:lnTo>
                  <a:lnTo>
                    <a:pt x="33166" y="13684"/>
                  </a:lnTo>
                  <a:lnTo>
                    <a:pt x="39569" y="181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487530" y="3659984"/>
              <a:ext cx="217088" cy="191653"/>
            </a:xfrm>
            <a:custGeom>
              <a:avLst/>
              <a:pathLst>
                <a:path w="217088" h="191653">
                  <a:moveTo>
                    <a:pt x="108242" y="1819"/>
                  </a:moveTo>
                  <a:lnTo>
                    <a:pt x="118404" y="10655"/>
                  </a:lnTo>
                  <a:lnTo>
                    <a:pt x="122186" y="6529"/>
                  </a:lnTo>
                  <a:lnTo>
                    <a:pt x="122789" y="7030"/>
                  </a:lnTo>
                  <a:lnTo>
                    <a:pt x="128201" y="11529"/>
                  </a:lnTo>
                  <a:lnTo>
                    <a:pt x="137249" y="18920"/>
                  </a:lnTo>
                  <a:lnTo>
                    <a:pt x="138616" y="17401"/>
                  </a:lnTo>
                  <a:lnTo>
                    <a:pt x="142665" y="12901"/>
                  </a:lnTo>
                  <a:lnTo>
                    <a:pt x="143480" y="13592"/>
                  </a:lnTo>
                  <a:lnTo>
                    <a:pt x="143958" y="13997"/>
                  </a:lnTo>
                  <a:lnTo>
                    <a:pt x="149502" y="18310"/>
                  </a:lnTo>
                  <a:lnTo>
                    <a:pt x="150701" y="19406"/>
                  </a:lnTo>
                  <a:lnTo>
                    <a:pt x="150587" y="20155"/>
                  </a:lnTo>
                  <a:lnTo>
                    <a:pt x="150327" y="21854"/>
                  </a:lnTo>
                  <a:lnTo>
                    <a:pt x="150256" y="22320"/>
                  </a:lnTo>
                  <a:lnTo>
                    <a:pt x="150996" y="22235"/>
                  </a:lnTo>
                  <a:lnTo>
                    <a:pt x="153419" y="21956"/>
                  </a:lnTo>
                  <a:lnTo>
                    <a:pt x="154652" y="21620"/>
                  </a:lnTo>
                  <a:lnTo>
                    <a:pt x="157607" y="20817"/>
                  </a:lnTo>
                  <a:lnTo>
                    <a:pt x="164758" y="18280"/>
                  </a:lnTo>
                  <a:lnTo>
                    <a:pt x="166488" y="14669"/>
                  </a:lnTo>
                  <a:lnTo>
                    <a:pt x="167246" y="13086"/>
                  </a:lnTo>
                  <a:lnTo>
                    <a:pt x="167094" y="17750"/>
                  </a:lnTo>
                  <a:lnTo>
                    <a:pt x="167026" y="19804"/>
                  </a:lnTo>
                  <a:lnTo>
                    <a:pt x="166890" y="23978"/>
                  </a:lnTo>
                  <a:lnTo>
                    <a:pt x="167531" y="28787"/>
                  </a:lnTo>
                  <a:lnTo>
                    <a:pt x="169847" y="33815"/>
                  </a:lnTo>
                  <a:lnTo>
                    <a:pt x="170977" y="36269"/>
                  </a:lnTo>
                  <a:lnTo>
                    <a:pt x="176290" y="47807"/>
                  </a:lnTo>
                  <a:lnTo>
                    <a:pt x="177458" y="50344"/>
                  </a:lnTo>
                  <a:lnTo>
                    <a:pt x="177700" y="50869"/>
                  </a:lnTo>
                  <a:lnTo>
                    <a:pt x="177970" y="51456"/>
                  </a:lnTo>
                  <a:lnTo>
                    <a:pt x="187349" y="71007"/>
                  </a:lnTo>
                  <a:lnTo>
                    <a:pt x="201719" y="100965"/>
                  </a:lnTo>
                  <a:lnTo>
                    <a:pt x="214292" y="126826"/>
                  </a:lnTo>
                  <a:lnTo>
                    <a:pt x="215840" y="130011"/>
                  </a:lnTo>
                  <a:lnTo>
                    <a:pt x="216731" y="133244"/>
                  </a:lnTo>
                  <a:lnTo>
                    <a:pt x="217088" y="135111"/>
                  </a:lnTo>
                  <a:lnTo>
                    <a:pt x="217043" y="138754"/>
                  </a:lnTo>
                  <a:lnTo>
                    <a:pt x="216981" y="141801"/>
                  </a:lnTo>
                  <a:lnTo>
                    <a:pt x="214780" y="147231"/>
                  </a:lnTo>
                  <a:lnTo>
                    <a:pt x="200991" y="167450"/>
                  </a:lnTo>
                  <a:lnTo>
                    <a:pt x="200337" y="168390"/>
                  </a:lnTo>
                  <a:lnTo>
                    <a:pt x="184866" y="190647"/>
                  </a:lnTo>
                  <a:lnTo>
                    <a:pt x="184166" y="191653"/>
                  </a:lnTo>
                  <a:lnTo>
                    <a:pt x="181083" y="189831"/>
                  </a:lnTo>
                  <a:lnTo>
                    <a:pt x="176409" y="187070"/>
                  </a:lnTo>
                  <a:lnTo>
                    <a:pt x="168642" y="182482"/>
                  </a:lnTo>
                  <a:lnTo>
                    <a:pt x="161642" y="177744"/>
                  </a:lnTo>
                  <a:lnTo>
                    <a:pt x="154727" y="173064"/>
                  </a:lnTo>
                  <a:lnTo>
                    <a:pt x="148206" y="168651"/>
                  </a:lnTo>
                  <a:lnTo>
                    <a:pt x="145704" y="166958"/>
                  </a:lnTo>
                  <a:lnTo>
                    <a:pt x="141175" y="163893"/>
                  </a:lnTo>
                  <a:lnTo>
                    <a:pt x="135271" y="159898"/>
                  </a:lnTo>
                  <a:lnTo>
                    <a:pt x="129650" y="156093"/>
                  </a:lnTo>
                  <a:lnTo>
                    <a:pt x="127819" y="154854"/>
                  </a:lnTo>
                  <a:lnTo>
                    <a:pt x="120424" y="149850"/>
                  </a:lnTo>
                  <a:lnTo>
                    <a:pt x="119112" y="148962"/>
                  </a:lnTo>
                  <a:lnTo>
                    <a:pt x="118910" y="148825"/>
                  </a:lnTo>
                  <a:lnTo>
                    <a:pt x="118604" y="148776"/>
                  </a:lnTo>
                  <a:lnTo>
                    <a:pt x="117648" y="150382"/>
                  </a:lnTo>
                  <a:lnTo>
                    <a:pt x="110204" y="146229"/>
                  </a:lnTo>
                  <a:lnTo>
                    <a:pt x="103424" y="142447"/>
                  </a:lnTo>
                  <a:lnTo>
                    <a:pt x="96233" y="138436"/>
                  </a:lnTo>
                  <a:lnTo>
                    <a:pt x="89596" y="134734"/>
                  </a:lnTo>
                  <a:lnTo>
                    <a:pt x="82293" y="130660"/>
                  </a:lnTo>
                  <a:lnTo>
                    <a:pt x="74751" y="126453"/>
                  </a:lnTo>
                  <a:lnTo>
                    <a:pt x="67497" y="122407"/>
                  </a:lnTo>
                  <a:lnTo>
                    <a:pt x="66881" y="122063"/>
                  </a:lnTo>
                  <a:lnTo>
                    <a:pt x="63941" y="119550"/>
                  </a:lnTo>
                  <a:lnTo>
                    <a:pt x="63817" y="119216"/>
                  </a:lnTo>
                  <a:lnTo>
                    <a:pt x="63652" y="118772"/>
                  </a:lnTo>
                  <a:lnTo>
                    <a:pt x="63324" y="117892"/>
                  </a:lnTo>
                  <a:lnTo>
                    <a:pt x="62836" y="116579"/>
                  </a:lnTo>
                  <a:lnTo>
                    <a:pt x="63317" y="116494"/>
                  </a:lnTo>
                  <a:lnTo>
                    <a:pt x="65069" y="116186"/>
                  </a:lnTo>
                  <a:lnTo>
                    <a:pt x="66335" y="115869"/>
                  </a:lnTo>
                  <a:lnTo>
                    <a:pt x="68016" y="114909"/>
                  </a:lnTo>
                  <a:lnTo>
                    <a:pt x="70142" y="113601"/>
                  </a:lnTo>
                  <a:lnTo>
                    <a:pt x="72511" y="111961"/>
                  </a:lnTo>
                  <a:lnTo>
                    <a:pt x="74629" y="110277"/>
                  </a:lnTo>
                  <a:lnTo>
                    <a:pt x="75759" y="109286"/>
                  </a:lnTo>
                  <a:lnTo>
                    <a:pt x="75292" y="108889"/>
                  </a:lnTo>
                  <a:lnTo>
                    <a:pt x="73125" y="107042"/>
                  </a:lnTo>
                  <a:lnTo>
                    <a:pt x="67701" y="102419"/>
                  </a:lnTo>
                  <a:lnTo>
                    <a:pt x="67228" y="102016"/>
                  </a:lnTo>
                  <a:lnTo>
                    <a:pt x="64821" y="99964"/>
                  </a:lnTo>
                  <a:lnTo>
                    <a:pt x="60476" y="96261"/>
                  </a:lnTo>
                  <a:lnTo>
                    <a:pt x="59890" y="95762"/>
                  </a:lnTo>
                  <a:lnTo>
                    <a:pt x="58687" y="94737"/>
                  </a:lnTo>
                  <a:lnTo>
                    <a:pt x="56617" y="92972"/>
                  </a:lnTo>
                  <a:lnTo>
                    <a:pt x="56170" y="92592"/>
                  </a:lnTo>
                  <a:lnTo>
                    <a:pt x="52861" y="89771"/>
                  </a:lnTo>
                  <a:lnTo>
                    <a:pt x="50120" y="87435"/>
                  </a:lnTo>
                  <a:lnTo>
                    <a:pt x="45989" y="83914"/>
                  </a:lnTo>
                  <a:lnTo>
                    <a:pt x="45421" y="83430"/>
                  </a:lnTo>
                  <a:lnTo>
                    <a:pt x="42697" y="81108"/>
                  </a:lnTo>
                  <a:lnTo>
                    <a:pt x="39238" y="78161"/>
                  </a:lnTo>
                  <a:lnTo>
                    <a:pt x="37554" y="80111"/>
                  </a:lnTo>
                  <a:lnTo>
                    <a:pt x="37430" y="80254"/>
                  </a:lnTo>
                  <a:lnTo>
                    <a:pt x="35714" y="82242"/>
                  </a:lnTo>
                  <a:lnTo>
                    <a:pt x="35097" y="82889"/>
                  </a:lnTo>
                  <a:lnTo>
                    <a:pt x="30500" y="78940"/>
                  </a:lnTo>
                  <a:lnTo>
                    <a:pt x="28149" y="76921"/>
                  </a:lnTo>
                  <a:lnTo>
                    <a:pt x="24114" y="73454"/>
                  </a:lnTo>
                  <a:lnTo>
                    <a:pt x="18842" y="68925"/>
                  </a:lnTo>
                  <a:lnTo>
                    <a:pt x="18310" y="68468"/>
                  </a:lnTo>
                  <a:lnTo>
                    <a:pt x="18089" y="68278"/>
                  </a:lnTo>
                  <a:lnTo>
                    <a:pt x="12472" y="63453"/>
                  </a:lnTo>
                  <a:lnTo>
                    <a:pt x="11877" y="62942"/>
                  </a:lnTo>
                  <a:lnTo>
                    <a:pt x="3020" y="55334"/>
                  </a:lnTo>
                  <a:lnTo>
                    <a:pt x="2855" y="55192"/>
                  </a:lnTo>
                  <a:lnTo>
                    <a:pt x="0" y="52738"/>
                  </a:lnTo>
                  <a:lnTo>
                    <a:pt x="105" y="52601"/>
                  </a:lnTo>
                  <a:lnTo>
                    <a:pt x="249" y="52414"/>
                  </a:lnTo>
                  <a:lnTo>
                    <a:pt x="2547" y="49427"/>
                  </a:lnTo>
                  <a:lnTo>
                    <a:pt x="5009" y="46509"/>
                  </a:lnTo>
                  <a:lnTo>
                    <a:pt x="5532" y="45888"/>
                  </a:lnTo>
                  <a:lnTo>
                    <a:pt x="5888" y="45466"/>
                  </a:lnTo>
                  <a:lnTo>
                    <a:pt x="13419" y="36728"/>
                  </a:lnTo>
                  <a:lnTo>
                    <a:pt x="13904" y="36166"/>
                  </a:lnTo>
                  <a:lnTo>
                    <a:pt x="19579" y="40513"/>
                  </a:lnTo>
                  <a:lnTo>
                    <a:pt x="26861" y="45990"/>
                  </a:lnTo>
                  <a:lnTo>
                    <a:pt x="30512" y="48737"/>
                  </a:lnTo>
                  <a:lnTo>
                    <a:pt x="38828" y="55567"/>
                  </a:lnTo>
                  <a:lnTo>
                    <a:pt x="42620" y="58682"/>
                  </a:lnTo>
                  <a:lnTo>
                    <a:pt x="49838" y="65395"/>
                  </a:lnTo>
                  <a:lnTo>
                    <a:pt x="55178" y="58991"/>
                  </a:lnTo>
                  <a:lnTo>
                    <a:pt x="64058" y="48341"/>
                  </a:lnTo>
                  <a:lnTo>
                    <a:pt x="68923" y="42749"/>
                  </a:lnTo>
                  <a:lnTo>
                    <a:pt x="74929" y="35701"/>
                  </a:lnTo>
                  <a:lnTo>
                    <a:pt x="75360" y="35195"/>
                  </a:lnTo>
                  <a:lnTo>
                    <a:pt x="80332" y="29360"/>
                  </a:lnTo>
                  <a:lnTo>
                    <a:pt x="84178" y="24847"/>
                  </a:lnTo>
                  <a:lnTo>
                    <a:pt x="93710" y="13660"/>
                  </a:lnTo>
                  <a:lnTo>
                    <a:pt x="96105" y="11061"/>
                  </a:lnTo>
                  <a:lnTo>
                    <a:pt x="97360" y="9699"/>
                  </a:lnTo>
                  <a:lnTo>
                    <a:pt x="100315" y="6491"/>
                  </a:lnTo>
                  <a:lnTo>
                    <a:pt x="100904" y="5851"/>
                  </a:lnTo>
                  <a:lnTo>
                    <a:pt x="101034" y="5710"/>
                  </a:lnTo>
                  <a:lnTo>
                    <a:pt x="102429" y="4153"/>
                  </a:lnTo>
                  <a:lnTo>
                    <a:pt x="106149" y="0"/>
                  </a:lnTo>
                  <a:lnTo>
                    <a:pt x="106375" y="1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996823" y="3240267"/>
              <a:ext cx="182533" cy="259017"/>
            </a:xfrm>
            <a:custGeom>
              <a:avLst/>
              <a:pathLst>
                <a:path w="182533" h="259017">
                  <a:moveTo>
                    <a:pt x="150842" y="228100"/>
                  </a:moveTo>
                  <a:lnTo>
                    <a:pt x="156328" y="232305"/>
                  </a:lnTo>
                  <a:lnTo>
                    <a:pt x="157260" y="232995"/>
                  </a:lnTo>
                  <a:lnTo>
                    <a:pt x="161112" y="240146"/>
                  </a:lnTo>
                  <a:lnTo>
                    <a:pt x="162909" y="243091"/>
                  </a:lnTo>
                  <a:lnTo>
                    <a:pt x="151486" y="244505"/>
                  </a:lnTo>
                  <a:lnTo>
                    <a:pt x="145212" y="245768"/>
                  </a:lnTo>
                  <a:lnTo>
                    <a:pt x="141235" y="246935"/>
                  </a:lnTo>
                  <a:lnTo>
                    <a:pt x="140073" y="247275"/>
                  </a:lnTo>
                  <a:lnTo>
                    <a:pt x="140217" y="248985"/>
                  </a:lnTo>
                  <a:lnTo>
                    <a:pt x="140270" y="249615"/>
                  </a:lnTo>
                  <a:lnTo>
                    <a:pt x="139806" y="249763"/>
                  </a:lnTo>
                  <a:lnTo>
                    <a:pt x="139419" y="249887"/>
                  </a:lnTo>
                  <a:lnTo>
                    <a:pt x="135160" y="251252"/>
                  </a:lnTo>
                  <a:lnTo>
                    <a:pt x="133138" y="251899"/>
                  </a:lnTo>
                  <a:lnTo>
                    <a:pt x="132593" y="252030"/>
                  </a:lnTo>
                  <a:lnTo>
                    <a:pt x="130481" y="252534"/>
                  </a:lnTo>
                  <a:lnTo>
                    <a:pt x="129346" y="252805"/>
                  </a:lnTo>
                  <a:lnTo>
                    <a:pt x="127588" y="253225"/>
                  </a:lnTo>
                  <a:lnTo>
                    <a:pt x="120629" y="255552"/>
                  </a:lnTo>
                  <a:lnTo>
                    <a:pt x="116850" y="256816"/>
                  </a:lnTo>
                  <a:lnTo>
                    <a:pt x="116437" y="256954"/>
                  </a:lnTo>
                  <a:lnTo>
                    <a:pt x="111790" y="258274"/>
                  </a:lnTo>
                  <a:lnTo>
                    <a:pt x="109158" y="259017"/>
                  </a:lnTo>
                  <a:lnTo>
                    <a:pt x="109047" y="258754"/>
                  </a:lnTo>
                  <a:lnTo>
                    <a:pt x="108453" y="257347"/>
                  </a:lnTo>
                  <a:lnTo>
                    <a:pt x="108269" y="256909"/>
                  </a:lnTo>
                  <a:lnTo>
                    <a:pt x="107649" y="255441"/>
                  </a:lnTo>
                  <a:lnTo>
                    <a:pt x="107586" y="255292"/>
                  </a:lnTo>
                  <a:lnTo>
                    <a:pt x="107383" y="254810"/>
                  </a:lnTo>
                  <a:lnTo>
                    <a:pt x="107083" y="254099"/>
                  </a:lnTo>
                  <a:lnTo>
                    <a:pt x="105384" y="250073"/>
                  </a:lnTo>
                  <a:lnTo>
                    <a:pt x="104205" y="247279"/>
                  </a:lnTo>
                  <a:lnTo>
                    <a:pt x="103686" y="246049"/>
                  </a:lnTo>
                  <a:lnTo>
                    <a:pt x="103400" y="245372"/>
                  </a:lnTo>
                  <a:lnTo>
                    <a:pt x="100616" y="242981"/>
                  </a:lnTo>
                  <a:lnTo>
                    <a:pt x="100029" y="242920"/>
                  </a:lnTo>
                  <a:lnTo>
                    <a:pt x="96668" y="242573"/>
                  </a:lnTo>
                  <a:lnTo>
                    <a:pt x="96052" y="242509"/>
                  </a:lnTo>
                  <a:lnTo>
                    <a:pt x="91261" y="242013"/>
                  </a:lnTo>
                  <a:lnTo>
                    <a:pt x="89520" y="240552"/>
                  </a:lnTo>
                  <a:lnTo>
                    <a:pt x="89091" y="240205"/>
                  </a:lnTo>
                  <a:lnTo>
                    <a:pt x="85413" y="237232"/>
                  </a:lnTo>
                  <a:lnTo>
                    <a:pt x="85142" y="237129"/>
                  </a:lnTo>
                  <a:lnTo>
                    <a:pt x="84249" y="236790"/>
                  </a:lnTo>
                  <a:lnTo>
                    <a:pt x="83687" y="236576"/>
                  </a:lnTo>
                  <a:lnTo>
                    <a:pt x="83441" y="236483"/>
                  </a:lnTo>
                  <a:lnTo>
                    <a:pt x="81184" y="235625"/>
                  </a:lnTo>
                  <a:lnTo>
                    <a:pt x="79798" y="235099"/>
                  </a:lnTo>
                  <a:lnTo>
                    <a:pt x="79121" y="234842"/>
                  </a:lnTo>
                  <a:lnTo>
                    <a:pt x="77549" y="234136"/>
                  </a:lnTo>
                  <a:lnTo>
                    <a:pt x="72848" y="232027"/>
                  </a:lnTo>
                  <a:lnTo>
                    <a:pt x="70775" y="231097"/>
                  </a:lnTo>
                  <a:lnTo>
                    <a:pt x="70048" y="230771"/>
                  </a:lnTo>
                  <a:lnTo>
                    <a:pt x="66702" y="231635"/>
                  </a:lnTo>
                  <a:lnTo>
                    <a:pt x="60924" y="234553"/>
                  </a:lnTo>
                  <a:lnTo>
                    <a:pt x="59901" y="234770"/>
                  </a:lnTo>
                  <a:lnTo>
                    <a:pt x="57909" y="235192"/>
                  </a:lnTo>
                  <a:lnTo>
                    <a:pt x="57525" y="235273"/>
                  </a:lnTo>
                  <a:lnTo>
                    <a:pt x="55378" y="235728"/>
                  </a:lnTo>
                  <a:lnTo>
                    <a:pt x="55216" y="235762"/>
                  </a:lnTo>
                  <a:lnTo>
                    <a:pt x="51457" y="235691"/>
                  </a:lnTo>
                  <a:lnTo>
                    <a:pt x="51234" y="235683"/>
                  </a:lnTo>
                  <a:lnTo>
                    <a:pt x="49292" y="235613"/>
                  </a:lnTo>
                  <a:lnTo>
                    <a:pt x="46764" y="235229"/>
                  </a:lnTo>
                  <a:lnTo>
                    <a:pt x="46516" y="235578"/>
                  </a:lnTo>
                  <a:lnTo>
                    <a:pt x="44325" y="238674"/>
                  </a:lnTo>
                  <a:lnTo>
                    <a:pt x="38544" y="235947"/>
                  </a:lnTo>
                  <a:lnTo>
                    <a:pt x="35558" y="234539"/>
                  </a:lnTo>
                  <a:lnTo>
                    <a:pt x="34039" y="233822"/>
                  </a:lnTo>
                  <a:lnTo>
                    <a:pt x="33515" y="233636"/>
                  </a:lnTo>
                  <a:lnTo>
                    <a:pt x="29707" y="232633"/>
                  </a:lnTo>
                  <a:lnTo>
                    <a:pt x="34242" y="226097"/>
                  </a:lnTo>
                  <a:lnTo>
                    <a:pt x="39220" y="218685"/>
                  </a:lnTo>
                  <a:lnTo>
                    <a:pt x="45306" y="209624"/>
                  </a:lnTo>
                  <a:lnTo>
                    <a:pt x="48728" y="204619"/>
                  </a:lnTo>
                  <a:lnTo>
                    <a:pt x="51669" y="200317"/>
                  </a:lnTo>
                  <a:lnTo>
                    <a:pt x="53785" y="197223"/>
                  </a:lnTo>
                  <a:lnTo>
                    <a:pt x="54171" y="196659"/>
                  </a:lnTo>
                  <a:lnTo>
                    <a:pt x="54925" y="195555"/>
                  </a:lnTo>
                  <a:lnTo>
                    <a:pt x="55229" y="194312"/>
                  </a:lnTo>
                  <a:lnTo>
                    <a:pt x="55757" y="192154"/>
                  </a:lnTo>
                  <a:lnTo>
                    <a:pt x="55656" y="191736"/>
                  </a:lnTo>
                  <a:lnTo>
                    <a:pt x="55255" y="190073"/>
                  </a:lnTo>
                  <a:lnTo>
                    <a:pt x="55215" y="189906"/>
                  </a:lnTo>
                  <a:lnTo>
                    <a:pt x="55082" y="189354"/>
                  </a:lnTo>
                  <a:lnTo>
                    <a:pt x="55033" y="189149"/>
                  </a:lnTo>
                  <a:lnTo>
                    <a:pt x="54972" y="188724"/>
                  </a:lnTo>
                  <a:lnTo>
                    <a:pt x="54816" y="187638"/>
                  </a:lnTo>
                  <a:lnTo>
                    <a:pt x="54784" y="187411"/>
                  </a:lnTo>
                  <a:lnTo>
                    <a:pt x="54166" y="185908"/>
                  </a:lnTo>
                  <a:lnTo>
                    <a:pt x="52120" y="184172"/>
                  </a:lnTo>
                  <a:lnTo>
                    <a:pt x="51345" y="183513"/>
                  </a:lnTo>
                  <a:lnTo>
                    <a:pt x="51067" y="183277"/>
                  </a:lnTo>
                  <a:lnTo>
                    <a:pt x="48490" y="181090"/>
                  </a:lnTo>
                  <a:lnTo>
                    <a:pt x="47386" y="180153"/>
                  </a:lnTo>
                  <a:lnTo>
                    <a:pt x="46546" y="179440"/>
                  </a:lnTo>
                  <a:lnTo>
                    <a:pt x="45232" y="178324"/>
                  </a:lnTo>
                  <a:lnTo>
                    <a:pt x="44943" y="178079"/>
                  </a:lnTo>
                  <a:lnTo>
                    <a:pt x="40942" y="174439"/>
                  </a:lnTo>
                  <a:lnTo>
                    <a:pt x="39499" y="173126"/>
                  </a:lnTo>
                  <a:lnTo>
                    <a:pt x="38659" y="172361"/>
                  </a:lnTo>
                  <a:lnTo>
                    <a:pt x="37870" y="171643"/>
                  </a:lnTo>
                  <a:lnTo>
                    <a:pt x="37665" y="171477"/>
                  </a:lnTo>
                  <a:lnTo>
                    <a:pt x="37015" y="170952"/>
                  </a:lnTo>
                  <a:lnTo>
                    <a:pt x="36560" y="170584"/>
                  </a:lnTo>
                  <a:lnTo>
                    <a:pt x="35705" y="169893"/>
                  </a:lnTo>
                  <a:lnTo>
                    <a:pt x="29889" y="165192"/>
                  </a:lnTo>
                  <a:lnTo>
                    <a:pt x="28666" y="164203"/>
                  </a:lnTo>
                  <a:lnTo>
                    <a:pt x="25964" y="162019"/>
                  </a:lnTo>
                  <a:lnTo>
                    <a:pt x="25427" y="161585"/>
                  </a:lnTo>
                  <a:lnTo>
                    <a:pt x="25041" y="161273"/>
                  </a:lnTo>
                  <a:lnTo>
                    <a:pt x="24908" y="161165"/>
                  </a:lnTo>
                  <a:lnTo>
                    <a:pt x="24324" y="160693"/>
                  </a:lnTo>
                  <a:lnTo>
                    <a:pt x="24066" y="160485"/>
                  </a:lnTo>
                  <a:lnTo>
                    <a:pt x="23921" y="160368"/>
                  </a:lnTo>
                  <a:lnTo>
                    <a:pt x="23350" y="159879"/>
                  </a:lnTo>
                  <a:lnTo>
                    <a:pt x="21517" y="158311"/>
                  </a:lnTo>
                  <a:lnTo>
                    <a:pt x="19166" y="156301"/>
                  </a:lnTo>
                  <a:lnTo>
                    <a:pt x="17746" y="155086"/>
                  </a:lnTo>
                  <a:lnTo>
                    <a:pt x="17234" y="154635"/>
                  </a:lnTo>
                  <a:lnTo>
                    <a:pt x="16599" y="154075"/>
                  </a:lnTo>
                  <a:lnTo>
                    <a:pt x="16392" y="153893"/>
                  </a:lnTo>
                  <a:lnTo>
                    <a:pt x="16212" y="153734"/>
                  </a:lnTo>
                  <a:lnTo>
                    <a:pt x="12809" y="150734"/>
                  </a:lnTo>
                  <a:lnTo>
                    <a:pt x="9146" y="147506"/>
                  </a:lnTo>
                  <a:lnTo>
                    <a:pt x="8336" y="146792"/>
                  </a:lnTo>
                  <a:lnTo>
                    <a:pt x="8127" y="146607"/>
                  </a:lnTo>
                  <a:lnTo>
                    <a:pt x="4189" y="143137"/>
                  </a:lnTo>
                  <a:lnTo>
                    <a:pt x="2697" y="140878"/>
                  </a:lnTo>
                  <a:lnTo>
                    <a:pt x="2518" y="140384"/>
                  </a:lnTo>
                  <a:lnTo>
                    <a:pt x="1526" y="137650"/>
                  </a:lnTo>
                  <a:lnTo>
                    <a:pt x="1163" y="136651"/>
                  </a:lnTo>
                  <a:lnTo>
                    <a:pt x="1000" y="136202"/>
                  </a:lnTo>
                  <a:lnTo>
                    <a:pt x="585" y="135057"/>
                  </a:lnTo>
                  <a:lnTo>
                    <a:pt x="458" y="134709"/>
                  </a:lnTo>
                  <a:lnTo>
                    <a:pt x="185" y="133956"/>
                  </a:lnTo>
                  <a:lnTo>
                    <a:pt x="0" y="133444"/>
                  </a:lnTo>
                  <a:lnTo>
                    <a:pt x="2105" y="132767"/>
                  </a:lnTo>
                  <a:lnTo>
                    <a:pt x="3106" y="132375"/>
                  </a:lnTo>
                  <a:lnTo>
                    <a:pt x="4494" y="131606"/>
                  </a:lnTo>
                  <a:lnTo>
                    <a:pt x="4987" y="131333"/>
                  </a:lnTo>
                  <a:lnTo>
                    <a:pt x="5152" y="131241"/>
                  </a:lnTo>
                  <a:lnTo>
                    <a:pt x="6999" y="129444"/>
                  </a:lnTo>
                  <a:lnTo>
                    <a:pt x="7450" y="128992"/>
                  </a:lnTo>
                  <a:lnTo>
                    <a:pt x="7523" y="128860"/>
                  </a:lnTo>
                  <a:lnTo>
                    <a:pt x="9544" y="125212"/>
                  </a:lnTo>
                  <a:lnTo>
                    <a:pt x="10810" y="123262"/>
                  </a:lnTo>
                  <a:lnTo>
                    <a:pt x="15547" y="115963"/>
                  </a:lnTo>
                  <a:lnTo>
                    <a:pt x="17317" y="113236"/>
                  </a:lnTo>
                  <a:lnTo>
                    <a:pt x="18635" y="111207"/>
                  </a:lnTo>
                  <a:lnTo>
                    <a:pt x="19076" y="110526"/>
                  </a:lnTo>
                  <a:lnTo>
                    <a:pt x="19239" y="110288"/>
                  </a:lnTo>
                  <a:lnTo>
                    <a:pt x="36129" y="85494"/>
                  </a:lnTo>
                  <a:lnTo>
                    <a:pt x="37160" y="83980"/>
                  </a:lnTo>
                  <a:lnTo>
                    <a:pt x="37428" y="83586"/>
                  </a:lnTo>
                  <a:lnTo>
                    <a:pt x="37621" y="83303"/>
                  </a:lnTo>
                  <a:lnTo>
                    <a:pt x="38035" y="82696"/>
                  </a:lnTo>
                  <a:lnTo>
                    <a:pt x="38263" y="82361"/>
                  </a:lnTo>
                  <a:lnTo>
                    <a:pt x="46276" y="70597"/>
                  </a:lnTo>
                  <a:lnTo>
                    <a:pt x="46690" y="69990"/>
                  </a:lnTo>
                  <a:lnTo>
                    <a:pt x="56085" y="56370"/>
                  </a:lnTo>
                  <a:lnTo>
                    <a:pt x="56591" y="55637"/>
                  </a:lnTo>
                  <a:lnTo>
                    <a:pt x="57432" y="54417"/>
                  </a:lnTo>
                  <a:lnTo>
                    <a:pt x="58049" y="53523"/>
                  </a:lnTo>
                  <a:lnTo>
                    <a:pt x="59674" y="51167"/>
                  </a:lnTo>
                  <a:lnTo>
                    <a:pt x="73010" y="31835"/>
                  </a:lnTo>
                  <a:lnTo>
                    <a:pt x="74705" y="29379"/>
                  </a:lnTo>
                  <a:lnTo>
                    <a:pt x="75802" y="27788"/>
                  </a:lnTo>
                  <a:lnTo>
                    <a:pt x="76065" y="27407"/>
                  </a:lnTo>
                  <a:lnTo>
                    <a:pt x="76693" y="26502"/>
                  </a:lnTo>
                  <a:lnTo>
                    <a:pt x="93398" y="2448"/>
                  </a:lnTo>
                  <a:lnTo>
                    <a:pt x="93753" y="1936"/>
                  </a:lnTo>
                  <a:lnTo>
                    <a:pt x="94263" y="1202"/>
                  </a:lnTo>
                  <a:lnTo>
                    <a:pt x="94499" y="857"/>
                  </a:lnTo>
                  <a:lnTo>
                    <a:pt x="94747" y="492"/>
                  </a:lnTo>
                  <a:lnTo>
                    <a:pt x="95249" y="0"/>
                  </a:lnTo>
                  <a:lnTo>
                    <a:pt x="108467" y="9184"/>
                  </a:lnTo>
                  <a:lnTo>
                    <a:pt x="108966" y="9533"/>
                  </a:lnTo>
                  <a:lnTo>
                    <a:pt x="116332" y="14691"/>
                  </a:lnTo>
                  <a:lnTo>
                    <a:pt x="117730" y="15670"/>
                  </a:lnTo>
                  <a:lnTo>
                    <a:pt x="118090" y="15923"/>
                  </a:lnTo>
                  <a:lnTo>
                    <a:pt x="126705" y="21955"/>
                  </a:lnTo>
                  <a:lnTo>
                    <a:pt x="127067" y="22209"/>
                  </a:lnTo>
                  <a:lnTo>
                    <a:pt x="136280" y="28660"/>
                  </a:lnTo>
                  <a:lnTo>
                    <a:pt x="136748" y="28987"/>
                  </a:lnTo>
                  <a:lnTo>
                    <a:pt x="154602" y="41449"/>
                  </a:lnTo>
                  <a:lnTo>
                    <a:pt x="163812" y="47877"/>
                  </a:lnTo>
                  <a:lnTo>
                    <a:pt x="172843" y="54181"/>
                  </a:lnTo>
                  <a:lnTo>
                    <a:pt x="173189" y="54430"/>
                  </a:lnTo>
                  <a:lnTo>
                    <a:pt x="173849" y="54906"/>
                  </a:lnTo>
                  <a:lnTo>
                    <a:pt x="174594" y="55443"/>
                  </a:lnTo>
                  <a:lnTo>
                    <a:pt x="176185" y="56591"/>
                  </a:lnTo>
                  <a:lnTo>
                    <a:pt x="176657" y="56914"/>
                  </a:lnTo>
                  <a:lnTo>
                    <a:pt x="181620" y="60318"/>
                  </a:lnTo>
                  <a:lnTo>
                    <a:pt x="182533" y="60944"/>
                  </a:lnTo>
                  <a:lnTo>
                    <a:pt x="182367" y="61189"/>
                  </a:lnTo>
                  <a:lnTo>
                    <a:pt x="172140" y="76337"/>
                  </a:lnTo>
                  <a:lnTo>
                    <a:pt x="169978" y="79539"/>
                  </a:lnTo>
                  <a:lnTo>
                    <a:pt x="169343" y="80480"/>
                  </a:lnTo>
                  <a:lnTo>
                    <a:pt x="163602" y="88983"/>
                  </a:lnTo>
                  <a:lnTo>
                    <a:pt x="160178" y="94054"/>
                  </a:lnTo>
                  <a:lnTo>
                    <a:pt x="159268" y="95402"/>
                  </a:lnTo>
                  <a:lnTo>
                    <a:pt x="158360" y="96766"/>
                  </a:lnTo>
                  <a:lnTo>
                    <a:pt x="157772" y="97648"/>
                  </a:lnTo>
                  <a:lnTo>
                    <a:pt x="156053" y="100229"/>
                  </a:lnTo>
                  <a:lnTo>
                    <a:pt x="154347" y="102788"/>
                  </a:lnTo>
                  <a:lnTo>
                    <a:pt x="150381" y="108742"/>
                  </a:lnTo>
                  <a:lnTo>
                    <a:pt x="148179" y="112047"/>
                  </a:lnTo>
                  <a:lnTo>
                    <a:pt x="146936" y="113913"/>
                  </a:lnTo>
                  <a:lnTo>
                    <a:pt x="145769" y="115665"/>
                  </a:lnTo>
                  <a:lnTo>
                    <a:pt x="145400" y="116202"/>
                  </a:lnTo>
                  <a:lnTo>
                    <a:pt x="144987" y="116803"/>
                  </a:lnTo>
                  <a:lnTo>
                    <a:pt x="141958" y="121210"/>
                  </a:lnTo>
                  <a:lnTo>
                    <a:pt x="139837" y="124297"/>
                  </a:lnTo>
                  <a:lnTo>
                    <a:pt x="131697" y="136140"/>
                  </a:lnTo>
                  <a:lnTo>
                    <a:pt x="130182" y="138346"/>
                  </a:lnTo>
                  <a:lnTo>
                    <a:pt x="129727" y="139198"/>
                  </a:lnTo>
                  <a:lnTo>
                    <a:pt x="126964" y="144373"/>
                  </a:lnTo>
                  <a:lnTo>
                    <a:pt x="126444" y="145138"/>
                  </a:lnTo>
                  <a:lnTo>
                    <a:pt x="125835" y="146033"/>
                  </a:lnTo>
                  <a:lnTo>
                    <a:pt x="121872" y="151864"/>
                  </a:lnTo>
                  <a:lnTo>
                    <a:pt x="121354" y="152700"/>
                  </a:lnTo>
                  <a:lnTo>
                    <a:pt x="121290" y="152948"/>
                  </a:lnTo>
                  <a:lnTo>
                    <a:pt x="121209" y="153257"/>
                  </a:lnTo>
                  <a:lnTo>
                    <a:pt x="121134" y="153545"/>
                  </a:lnTo>
                  <a:lnTo>
                    <a:pt x="121003" y="154050"/>
                  </a:lnTo>
                  <a:lnTo>
                    <a:pt x="120331" y="154604"/>
                  </a:lnTo>
                  <a:lnTo>
                    <a:pt x="119622" y="155188"/>
                  </a:lnTo>
                  <a:lnTo>
                    <a:pt x="118018" y="156771"/>
                  </a:lnTo>
                  <a:lnTo>
                    <a:pt x="116290" y="159335"/>
                  </a:lnTo>
                  <a:lnTo>
                    <a:pt x="116752" y="159806"/>
                  </a:lnTo>
                  <a:lnTo>
                    <a:pt x="117332" y="160399"/>
                  </a:lnTo>
                  <a:lnTo>
                    <a:pt x="117857" y="160936"/>
                  </a:lnTo>
                  <a:lnTo>
                    <a:pt x="119505" y="162620"/>
                  </a:lnTo>
                  <a:lnTo>
                    <a:pt x="120450" y="163587"/>
                  </a:lnTo>
                  <a:lnTo>
                    <a:pt x="120634" y="163806"/>
                  </a:lnTo>
                  <a:lnTo>
                    <a:pt x="121158" y="164432"/>
                  </a:lnTo>
                  <a:lnTo>
                    <a:pt x="122004" y="165440"/>
                  </a:lnTo>
                  <a:lnTo>
                    <a:pt x="122134" y="165595"/>
                  </a:lnTo>
                  <a:lnTo>
                    <a:pt x="122300" y="165793"/>
                  </a:lnTo>
                  <a:lnTo>
                    <a:pt x="117234" y="170300"/>
                  </a:lnTo>
                  <a:lnTo>
                    <a:pt x="113800" y="173167"/>
                  </a:lnTo>
                  <a:lnTo>
                    <a:pt x="113000" y="173835"/>
                  </a:lnTo>
                  <a:lnTo>
                    <a:pt x="113371" y="174232"/>
                  </a:lnTo>
                  <a:lnTo>
                    <a:pt x="114679" y="175428"/>
                  </a:lnTo>
                  <a:lnTo>
                    <a:pt x="115755" y="175719"/>
                  </a:lnTo>
                  <a:lnTo>
                    <a:pt x="116044" y="175798"/>
                  </a:lnTo>
                  <a:lnTo>
                    <a:pt x="116211" y="175843"/>
                  </a:lnTo>
                  <a:lnTo>
                    <a:pt x="117845" y="177103"/>
                  </a:lnTo>
                  <a:lnTo>
                    <a:pt x="118159" y="179539"/>
                  </a:lnTo>
                  <a:lnTo>
                    <a:pt x="119228" y="181366"/>
                  </a:lnTo>
                  <a:lnTo>
                    <a:pt x="119889" y="182577"/>
                  </a:lnTo>
                  <a:lnTo>
                    <a:pt x="121564" y="184459"/>
                  </a:lnTo>
                  <a:lnTo>
                    <a:pt x="122588" y="185544"/>
                  </a:lnTo>
                  <a:lnTo>
                    <a:pt x="124087" y="187827"/>
                  </a:lnTo>
                  <a:lnTo>
                    <a:pt x="124313" y="188061"/>
                  </a:lnTo>
                  <a:lnTo>
                    <a:pt x="124601" y="188281"/>
                  </a:lnTo>
                  <a:lnTo>
                    <a:pt x="125973" y="189529"/>
                  </a:lnTo>
                  <a:lnTo>
                    <a:pt x="126211" y="189746"/>
                  </a:lnTo>
                  <a:lnTo>
                    <a:pt x="127405" y="190831"/>
                  </a:lnTo>
                  <a:lnTo>
                    <a:pt x="128879" y="192172"/>
                  </a:lnTo>
                  <a:lnTo>
                    <a:pt x="130226" y="193186"/>
                  </a:lnTo>
                  <a:lnTo>
                    <a:pt x="131099" y="193843"/>
                  </a:lnTo>
                  <a:lnTo>
                    <a:pt x="131418" y="194084"/>
                  </a:lnTo>
                  <a:lnTo>
                    <a:pt x="132864" y="195069"/>
                  </a:lnTo>
                  <a:lnTo>
                    <a:pt x="133549" y="195760"/>
                  </a:lnTo>
                  <a:lnTo>
                    <a:pt x="134304" y="196960"/>
                  </a:lnTo>
                  <a:lnTo>
                    <a:pt x="136700" y="202726"/>
                  </a:lnTo>
                  <a:lnTo>
                    <a:pt x="137946" y="204542"/>
                  </a:lnTo>
                  <a:lnTo>
                    <a:pt x="138594" y="205487"/>
                  </a:lnTo>
                  <a:lnTo>
                    <a:pt x="141363" y="208110"/>
                  </a:lnTo>
                  <a:lnTo>
                    <a:pt x="141667" y="208398"/>
                  </a:lnTo>
                  <a:lnTo>
                    <a:pt x="141843" y="208565"/>
                  </a:lnTo>
                  <a:lnTo>
                    <a:pt x="144783" y="211388"/>
                  </a:lnTo>
                  <a:lnTo>
                    <a:pt x="146983" y="213824"/>
                  </a:lnTo>
                  <a:lnTo>
                    <a:pt x="147792" y="216571"/>
                  </a:lnTo>
                  <a:lnTo>
                    <a:pt x="148035" y="217399"/>
                  </a:lnTo>
                  <a:lnTo>
                    <a:pt x="147916" y="218823"/>
                  </a:lnTo>
                  <a:lnTo>
                    <a:pt x="147545" y="223227"/>
                  </a:lnTo>
                  <a:lnTo>
                    <a:pt x="147696" y="223914"/>
                  </a:lnTo>
                  <a:lnTo>
                    <a:pt x="148035" y="225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948335" y="3401852"/>
              <a:ext cx="157648" cy="155776"/>
            </a:xfrm>
            <a:custGeom>
              <a:avLst/>
              <a:pathLst>
                <a:path w="157648" h="155776">
                  <a:moveTo>
                    <a:pt x="87032" y="74362"/>
                  </a:moveTo>
                  <a:lnTo>
                    <a:pt x="92813" y="77089"/>
                  </a:lnTo>
                  <a:lnTo>
                    <a:pt x="95004" y="73993"/>
                  </a:lnTo>
                  <a:lnTo>
                    <a:pt x="95252" y="73643"/>
                  </a:lnTo>
                  <a:lnTo>
                    <a:pt x="97780" y="74028"/>
                  </a:lnTo>
                  <a:lnTo>
                    <a:pt x="99722" y="74098"/>
                  </a:lnTo>
                  <a:lnTo>
                    <a:pt x="99945" y="74106"/>
                  </a:lnTo>
                  <a:lnTo>
                    <a:pt x="103704" y="74177"/>
                  </a:lnTo>
                  <a:lnTo>
                    <a:pt x="103866" y="74142"/>
                  </a:lnTo>
                  <a:lnTo>
                    <a:pt x="106013" y="73688"/>
                  </a:lnTo>
                  <a:lnTo>
                    <a:pt x="106397" y="73606"/>
                  </a:lnTo>
                  <a:lnTo>
                    <a:pt x="108389" y="73184"/>
                  </a:lnTo>
                  <a:lnTo>
                    <a:pt x="109412" y="72967"/>
                  </a:lnTo>
                  <a:lnTo>
                    <a:pt x="115190" y="70050"/>
                  </a:lnTo>
                  <a:lnTo>
                    <a:pt x="118536" y="69185"/>
                  </a:lnTo>
                  <a:lnTo>
                    <a:pt x="119263" y="69512"/>
                  </a:lnTo>
                  <a:lnTo>
                    <a:pt x="121336" y="70442"/>
                  </a:lnTo>
                  <a:lnTo>
                    <a:pt x="126037" y="72551"/>
                  </a:lnTo>
                  <a:lnTo>
                    <a:pt x="127609" y="73256"/>
                  </a:lnTo>
                  <a:lnTo>
                    <a:pt x="128286" y="73513"/>
                  </a:lnTo>
                  <a:lnTo>
                    <a:pt x="129718" y="74057"/>
                  </a:lnTo>
                  <a:lnTo>
                    <a:pt x="131929" y="74897"/>
                  </a:lnTo>
                  <a:lnTo>
                    <a:pt x="132175" y="74991"/>
                  </a:lnTo>
                  <a:lnTo>
                    <a:pt x="132737" y="75204"/>
                  </a:lnTo>
                  <a:lnTo>
                    <a:pt x="133630" y="75544"/>
                  </a:lnTo>
                  <a:lnTo>
                    <a:pt x="133901" y="75647"/>
                  </a:lnTo>
                  <a:lnTo>
                    <a:pt x="137579" y="78619"/>
                  </a:lnTo>
                  <a:lnTo>
                    <a:pt x="138008" y="78966"/>
                  </a:lnTo>
                  <a:lnTo>
                    <a:pt x="139749" y="80428"/>
                  </a:lnTo>
                  <a:lnTo>
                    <a:pt x="144540" y="80924"/>
                  </a:lnTo>
                  <a:lnTo>
                    <a:pt x="145156" y="80987"/>
                  </a:lnTo>
                  <a:lnTo>
                    <a:pt x="148517" y="81335"/>
                  </a:lnTo>
                  <a:lnTo>
                    <a:pt x="149104" y="81396"/>
                  </a:lnTo>
                  <a:lnTo>
                    <a:pt x="151888" y="83786"/>
                  </a:lnTo>
                  <a:lnTo>
                    <a:pt x="152174" y="84464"/>
                  </a:lnTo>
                  <a:lnTo>
                    <a:pt x="152693" y="85693"/>
                  </a:lnTo>
                  <a:lnTo>
                    <a:pt x="153872" y="88488"/>
                  </a:lnTo>
                  <a:lnTo>
                    <a:pt x="155587" y="92551"/>
                  </a:lnTo>
                  <a:lnTo>
                    <a:pt x="155871" y="93225"/>
                  </a:lnTo>
                  <a:lnTo>
                    <a:pt x="156074" y="93707"/>
                  </a:lnTo>
                  <a:lnTo>
                    <a:pt x="156137" y="93856"/>
                  </a:lnTo>
                  <a:lnTo>
                    <a:pt x="156757" y="95324"/>
                  </a:lnTo>
                  <a:lnTo>
                    <a:pt x="156942" y="95762"/>
                  </a:lnTo>
                  <a:lnTo>
                    <a:pt x="157588" y="97294"/>
                  </a:lnTo>
                  <a:lnTo>
                    <a:pt x="157648" y="97436"/>
                  </a:lnTo>
                  <a:lnTo>
                    <a:pt x="148839" y="99939"/>
                  </a:lnTo>
                  <a:lnTo>
                    <a:pt x="147615" y="100286"/>
                  </a:lnTo>
                  <a:lnTo>
                    <a:pt x="147819" y="100930"/>
                  </a:lnTo>
                  <a:lnTo>
                    <a:pt x="149599" y="106538"/>
                  </a:lnTo>
                  <a:lnTo>
                    <a:pt x="149695" y="106839"/>
                  </a:lnTo>
                  <a:lnTo>
                    <a:pt x="150590" y="109668"/>
                  </a:lnTo>
                  <a:lnTo>
                    <a:pt x="151842" y="113626"/>
                  </a:lnTo>
                  <a:lnTo>
                    <a:pt x="152505" y="114410"/>
                  </a:lnTo>
                  <a:lnTo>
                    <a:pt x="153163" y="114796"/>
                  </a:lnTo>
                  <a:lnTo>
                    <a:pt x="154309" y="115469"/>
                  </a:lnTo>
                  <a:lnTo>
                    <a:pt x="154819" y="115687"/>
                  </a:lnTo>
                  <a:lnTo>
                    <a:pt x="156289" y="116316"/>
                  </a:lnTo>
                  <a:lnTo>
                    <a:pt x="156800" y="116535"/>
                  </a:lnTo>
                  <a:lnTo>
                    <a:pt x="155176" y="120091"/>
                  </a:lnTo>
                  <a:lnTo>
                    <a:pt x="155090" y="120278"/>
                  </a:lnTo>
                  <a:lnTo>
                    <a:pt x="154903" y="120213"/>
                  </a:lnTo>
                  <a:lnTo>
                    <a:pt x="154653" y="120127"/>
                  </a:lnTo>
                  <a:lnTo>
                    <a:pt x="152782" y="119660"/>
                  </a:lnTo>
                  <a:lnTo>
                    <a:pt x="152442" y="119575"/>
                  </a:lnTo>
                  <a:lnTo>
                    <a:pt x="150543" y="119101"/>
                  </a:lnTo>
                  <a:lnTo>
                    <a:pt x="149866" y="118840"/>
                  </a:lnTo>
                  <a:lnTo>
                    <a:pt x="148018" y="118131"/>
                  </a:lnTo>
                  <a:lnTo>
                    <a:pt x="147661" y="117836"/>
                  </a:lnTo>
                  <a:lnTo>
                    <a:pt x="147394" y="117616"/>
                  </a:lnTo>
                  <a:lnTo>
                    <a:pt x="144615" y="115320"/>
                  </a:lnTo>
                  <a:lnTo>
                    <a:pt x="144447" y="115181"/>
                  </a:lnTo>
                  <a:lnTo>
                    <a:pt x="144223" y="114996"/>
                  </a:lnTo>
                  <a:lnTo>
                    <a:pt x="143481" y="114384"/>
                  </a:lnTo>
                  <a:lnTo>
                    <a:pt x="142553" y="113617"/>
                  </a:lnTo>
                  <a:lnTo>
                    <a:pt x="142394" y="113486"/>
                  </a:lnTo>
                  <a:lnTo>
                    <a:pt x="141790" y="114232"/>
                  </a:lnTo>
                  <a:lnTo>
                    <a:pt x="137758" y="119210"/>
                  </a:lnTo>
                  <a:lnTo>
                    <a:pt x="137567" y="119446"/>
                  </a:lnTo>
                  <a:lnTo>
                    <a:pt x="137111" y="120009"/>
                  </a:lnTo>
                  <a:lnTo>
                    <a:pt x="136622" y="120788"/>
                  </a:lnTo>
                  <a:lnTo>
                    <a:pt x="135059" y="123276"/>
                  </a:lnTo>
                  <a:lnTo>
                    <a:pt x="134389" y="123888"/>
                  </a:lnTo>
                  <a:lnTo>
                    <a:pt x="133155" y="125017"/>
                  </a:lnTo>
                  <a:lnTo>
                    <a:pt x="132515" y="126506"/>
                  </a:lnTo>
                  <a:lnTo>
                    <a:pt x="132125" y="127336"/>
                  </a:lnTo>
                  <a:lnTo>
                    <a:pt x="131468" y="128733"/>
                  </a:lnTo>
                  <a:lnTo>
                    <a:pt x="130474" y="130415"/>
                  </a:lnTo>
                  <a:lnTo>
                    <a:pt x="129775" y="131597"/>
                  </a:lnTo>
                  <a:lnTo>
                    <a:pt x="128973" y="132956"/>
                  </a:lnTo>
                  <a:lnTo>
                    <a:pt x="128700" y="133416"/>
                  </a:lnTo>
                  <a:lnTo>
                    <a:pt x="127590" y="134443"/>
                  </a:lnTo>
                  <a:lnTo>
                    <a:pt x="125641" y="138257"/>
                  </a:lnTo>
                  <a:lnTo>
                    <a:pt x="125434" y="139674"/>
                  </a:lnTo>
                  <a:lnTo>
                    <a:pt x="125076" y="142177"/>
                  </a:lnTo>
                  <a:lnTo>
                    <a:pt x="125568" y="145204"/>
                  </a:lnTo>
                  <a:lnTo>
                    <a:pt x="125788" y="146557"/>
                  </a:lnTo>
                  <a:lnTo>
                    <a:pt x="126101" y="148483"/>
                  </a:lnTo>
                  <a:lnTo>
                    <a:pt x="126241" y="149297"/>
                  </a:lnTo>
                  <a:lnTo>
                    <a:pt x="126301" y="149644"/>
                  </a:lnTo>
                  <a:lnTo>
                    <a:pt x="126331" y="150372"/>
                  </a:lnTo>
                  <a:lnTo>
                    <a:pt x="126412" y="150900"/>
                  </a:lnTo>
                  <a:lnTo>
                    <a:pt x="126101" y="151829"/>
                  </a:lnTo>
                  <a:lnTo>
                    <a:pt x="125933" y="152151"/>
                  </a:lnTo>
                  <a:lnTo>
                    <a:pt x="125566" y="152854"/>
                  </a:lnTo>
                  <a:lnTo>
                    <a:pt x="124898" y="153776"/>
                  </a:lnTo>
                  <a:lnTo>
                    <a:pt x="123796" y="155776"/>
                  </a:lnTo>
                  <a:lnTo>
                    <a:pt x="121546" y="154344"/>
                  </a:lnTo>
                  <a:lnTo>
                    <a:pt x="121190" y="154117"/>
                  </a:lnTo>
                  <a:lnTo>
                    <a:pt x="120853" y="153905"/>
                  </a:lnTo>
                  <a:lnTo>
                    <a:pt x="118688" y="152540"/>
                  </a:lnTo>
                  <a:lnTo>
                    <a:pt x="118211" y="152239"/>
                  </a:lnTo>
                  <a:lnTo>
                    <a:pt x="113672" y="154715"/>
                  </a:lnTo>
                  <a:lnTo>
                    <a:pt x="112747" y="153431"/>
                  </a:lnTo>
                  <a:lnTo>
                    <a:pt x="110085" y="149733"/>
                  </a:lnTo>
                  <a:lnTo>
                    <a:pt x="107088" y="148873"/>
                  </a:lnTo>
                  <a:lnTo>
                    <a:pt x="102822" y="144187"/>
                  </a:lnTo>
                  <a:lnTo>
                    <a:pt x="101128" y="141809"/>
                  </a:lnTo>
                  <a:lnTo>
                    <a:pt x="99982" y="140202"/>
                  </a:lnTo>
                  <a:lnTo>
                    <a:pt x="98566" y="137635"/>
                  </a:lnTo>
                  <a:lnTo>
                    <a:pt x="97969" y="136562"/>
                  </a:lnTo>
                  <a:lnTo>
                    <a:pt x="97696" y="136263"/>
                  </a:lnTo>
                  <a:lnTo>
                    <a:pt x="97386" y="135923"/>
                  </a:lnTo>
                  <a:lnTo>
                    <a:pt x="94339" y="132588"/>
                  </a:lnTo>
                  <a:lnTo>
                    <a:pt x="90159" y="128011"/>
                  </a:lnTo>
                  <a:lnTo>
                    <a:pt x="89757" y="127548"/>
                  </a:lnTo>
                  <a:lnTo>
                    <a:pt x="89522" y="127222"/>
                  </a:lnTo>
                  <a:lnTo>
                    <a:pt x="88783" y="126192"/>
                  </a:lnTo>
                  <a:lnTo>
                    <a:pt x="87740" y="124738"/>
                  </a:lnTo>
                  <a:lnTo>
                    <a:pt x="87428" y="124303"/>
                  </a:lnTo>
                  <a:lnTo>
                    <a:pt x="86853" y="123503"/>
                  </a:lnTo>
                  <a:lnTo>
                    <a:pt x="86269" y="122689"/>
                  </a:lnTo>
                  <a:lnTo>
                    <a:pt x="85714" y="122050"/>
                  </a:lnTo>
                  <a:lnTo>
                    <a:pt x="84863" y="121071"/>
                  </a:lnTo>
                  <a:lnTo>
                    <a:pt x="83777" y="119534"/>
                  </a:lnTo>
                  <a:lnTo>
                    <a:pt x="82794" y="117430"/>
                  </a:lnTo>
                  <a:lnTo>
                    <a:pt x="82619" y="116417"/>
                  </a:lnTo>
                  <a:lnTo>
                    <a:pt x="82337" y="114793"/>
                  </a:lnTo>
                  <a:lnTo>
                    <a:pt x="81859" y="112034"/>
                  </a:lnTo>
                  <a:lnTo>
                    <a:pt x="82655" y="110540"/>
                  </a:lnTo>
                  <a:lnTo>
                    <a:pt x="83137" y="109635"/>
                  </a:lnTo>
                  <a:lnTo>
                    <a:pt x="81641" y="110727"/>
                  </a:lnTo>
                  <a:lnTo>
                    <a:pt x="80626" y="111467"/>
                  </a:lnTo>
                  <a:lnTo>
                    <a:pt x="78993" y="113777"/>
                  </a:lnTo>
                  <a:lnTo>
                    <a:pt x="77824" y="116509"/>
                  </a:lnTo>
                  <a:lnTo>
                    <a:pt x="77484" y="118617"/>
                  </a:lnTo>
                  <a:lnTo>
                    <a:pt x="76756" y="119169"/>
                  </a:lnTo>
                  <a:lnTo>
                    <a:pt x="75587" y="120055"/>
                  </a:lnTo>
                  <a:lnTo>
                    <a:pt x="74888" y="120585"/>
                  </a:lnTo>
                  <a:lnTo>
                    <a:pt x="72221" y="122727"/>
                  </a:lnTo>
                  <a:lnTo>
                    <a:pt x="71356" y="123421"/>
                  </a:lnTo>
                  <a:lnTo>
                    <a:pt x="68958" y="121191"/>
                  </a:lnTo>
                  <a:lnTo>
                    <a:pt x="68340" y="120617"/>
                  </a:lnTo>
                  <a:lnTo>
                    <a:pt x="64640" y="117284"/>
                  </a:lnTo>
                  <a:lnTo>
                    <a:pt x="63927" y="116641"/>
                  </a:lnTo>
                  <a:lnTo>
                    <a:pt x="64112" y="116412"/>
                  </a:lnTo>
                  <a:lnTo>
                    <a:pt x="64445" y="116038"/>
                  </a:lnTo>
                  <a:lnTo>
                    <a:pt x="64654" y="115804"/>
                  </a:lnTo>
                  <a:lnTo>
                    <a:pt x="69246" y="110648"/>
                  </a:lnTo>
                  <a:lnTo>
                    <a:pt x="69032" y="110491"/>
                  </a:lnTo>
                  <a:lnTo>
                    <a:pt x="64601" y="107233"/>
                  </a:lnTo>
                  <a:lnTo>
                    <a:pt x="63075" y="106111"/>
                  </a:lnTo>
                  <a:lnTo>
                    <a:pt x="58735" y="102919"/>
                  </a:lnTo>
                  <a:lnTo>
                    <a:pt x="56407" y="101207"/>
                  </a:lnTo>
                  <a:lnTo>
                    <a:pt x="55906" y="100839"/>
                  </a:lnTo>
                  <a:lnTo>
                    <a:pt x="55577" y="100594"/>
                  </a:lnTo>
                  <a:lnTo>
                    <a:pt x="54690" y="99900"/>
                  </a:lnTo>
                  <a:lnTo>
                    <a:pt x="53871" y="99259"/>
                  </a:lnTo>
                  <a:lnTo>
                    <a:pt x="52938" y="98529"/>
                  </a:lnTo>
                  <a:lnTo>
                    <a:pt x="52149" y="97912"/>
                  </a:lnTo>
                  <a:lnTo>
                    <a:pt x="50882" y="96920"/>
                  </a:lnTo>
                  <a:lnTo>
                    <a:pt x="50559" y="96668"/>
                  </a:lnTo>
                  <a:lnTo>
                    <a:pt x="52823" y="93833"/>
                  </a:lnTo>
                  <a:lnTo>
                    <a:pt x="57012" y="88585"/>
                  </a:lnTo>
                  <a:lnTo>
                    <a:pt x="56788" y="88426"/>
                  </a:lnTo>
                  <a:lnTo>
                    <a:pt x="50727" y="84120"/>
                  </a:lnTo>
                  <a:lnTo>
                    <a:pt x="49241" y="83064"/>
                  </a:lnTo>
                  <a:lnTo>
                    <a:pt x="49090" y="82958"/>
                  </a:lnTo>
                  <a:lnTo>
                    <a:pt x="47835" y="82066"/>
                  </a:lnTo>
                  <a:lnTo>
                    <a:pt x="47194" y="81610"/>
                  </a:lnTo>
                  <a:lnTo>
                    <a:pt x="42078" y="77976"/>
                  </a:lnTo>
                  <a:lnTo>
                    <a:pt x="40944" y="77171"/>
                  </a:lnTo>
                  <a:lnTo>
                    <a:pt x="37539" y="74752"/>
                  </a:lnTo>
                  <a:lnTo>
                    <a:pt x="35161" y="73063"/>
                  </a:lnTo>
                  <a:lnTo>
                    <a:pt x="27971" y="67955"/>
                  </a:lnTo>
                  <a:lnTo>
                    <a:pt x="27611" y="67699"/>
                  </a:lnTo>
                  <a:lnTo>
                    <a:pt x="24796" y="65700"/>
                  </a:lnTo>
                  <a:lnTo>
                    <a:pt x="20628" y="62739"/>
                  </a:lnTo>
                  <a:lnTo>
                    <a:pt x="9307" y="54697"/>
                  </a:lnTo>
                  <a:lnTo>
                    <a:pt x="8523" y="54140"/>
                  </a:lnTo>
                  <a:lnTo>
                    <a:pt x="6272" y="52632"/>
                  </a:lnTo>
                  <a:lnTo>
                    <a:pt x="256" y="48602"/>
                  </a:lnTo>
                  <a:lnTo>
                    <a:pt x="0" y="48430"/>
                  </a:lnTo>
                  <a:lnTo>
                    <a:pt x="492" y="47697"/>
                  </a:lnTo>
                  <a:lnTo>
                    <a:pt x="643" y="47472"/>
                  </a:lnTo>
                  <a:lnTo>
                    <a:pt x="1369" y="46392"/>
                  </a:lnTo>
                  <a:lnTo>
                    <a:pt x="3453" y="43291"/>
                  </a:lnTo>
                  <a:lnTo>
                    <a:pt x="4969" y="41034"/>
                  </a:lnTo>
                  <a:lnTo>
                    <a:pt x="9271" y="34631"/>
                  </a:lnTo>
                  <a:lnTo>
                    <a:pt x="13194" y="28793"/>
                  </a:lnTo>
                  <a:lnTo>
                    <a:pt x="13604" y="28181"/>
                  </a:lnTo>
                  <a:lnTo>
                    <a:pt x="14383" y="27181"/>
                  </a:lnTo>
                  <a:lnTo>
                    <a:pt x="16351" y="24650"/>
                  </a:lnTo>
                  <a:lnTo>
                    <a:pt x="17990" y="22541"/>
                  </a:lnTo>
                  <a:lnTo>
                    <a:pt x="19727" y="21162"/>
                  </a:lnTo>
                  <a:lnTo>
                    <a:pt x="20015" y="20933"/>
                  </a:lnTo>
                  <a:lnTo>
                    <a:pt x="22345" y="19084"/>
                  </a:lnTo>
                  <a:lnTo>
                    <a:pt x="26584" y="16693"/>
                  </a:lnTo>
                  <a:lnTo>
                    <a:pt x="29612" y="14986"/>
                  </a:lnTo>
                  <a:lnTo>
                    <a:pt x="32036" y="13988"/>
                  </a:lnTo>
                  <a:lnTo>
                    <a:pt x="36044" y="12339"/>
                  </a:lnTo>
                  <a:lnTo>
                    <a:pt x="43812" y="10290"/>
                  </a:lnTo>
                  <a:lnTo>
                    <a:pt x="50039" y="8445"/>
                  </a:lnTo>
                  <a:lnTo>
                    <a:pt x="52284" y="7780"/>
                  </a:lnTo>
                  <a:lnTo>
                    <a:pt x="58597" y="5904"/>
                  </a:lnTo>
                  <a:lnTo>
                    <a:pt x="65454" y="3377"/>
                  </a:lnTo>
                  <a:lnTo>
                    <a:pt x="68704" y="2179"/>
                  </a:lnTo>
                  <a:lnTo>
                    <a:pt x="68889" y="2101"/>
                  </a:lnTo>
                  <a:lnTo>
                    <a:pt x="71866" y="856"/>
                  </a:lnTo>
                  <a:lnTo>
                    <a:pt x="73350" y="236"/>
                  </a:lnTo>
                  <a:lnTo>
                    <a:pt x="73915" y="0"/>
                  </a:lnTo>
                  <a:lnTo>
                    <a:pt x="74452" y="434"/>
                  </a:lnTo>
                  <a:lnTo>
                    <a:pt x="77154" y="2617"/>
                  </a:lnTo>
                  <a:lnTo>
                    <a:pt x="78377" y="3607"/>
                  </a:lnTo>
                  <a:lnTo>
                    <a:pt x="84193" y="8308"/>
                  </a:lnTo>
                  <a:lnTo>
                    <a:pt x="85048" y="8999"/>
                  </a:lnTo>
                  <a:lnTo>
                    <a:pt x="85503" y="9366"/>
                  </a:lnTo>
                  <a:lnTo>
                    <a:pt x="86153" y="9892"/>
                  </a:lnTo>
                  <a:lnTo>
                    <a:pt x="86358" y="10058"/>
                  </a:lnTo>
                  <a:lnTo>
                    <a:pt x="87147" y="10776"/>
                  </a:lnTo>
                  <a:lnTo>
                    <a:pt x="87987" y="11540"/>
                  </a:lnTo>
                  <a:lnTo>
                    <a:pt x="89430" y="12853"/>
                  </a:lnTo>
                  <a:lnTo>
                    <a:pt x="93431" y="16494"/>
                  </a:lnTo>
                  <a:lnTo>
                    <a:pt x="93720" y="16739"/>
                  </a:lnTo>
                  <a:lnTo>
                    <a:pt x="95034" y="17854"/>
                  </a:lnTo>
                  <a:lnTo>
                    <a:pt x="95874" y="18568"/>
                  </a:lnTo>
                  <a:lnTo>
                    <a:pt x="96978" y="19505"/>
                  </a:lnTo>
                  <a:lnTo>
                    <a:pt x="99555" y="21692"/>
                  </a:lnTo>
                  <a:lnTo>
                    <a:pt x="99833" y="21928"/>
                  </a:lnTo>
                  <a:lnTo>
                    <a:pt x="100608" y="22586"/>
                  </a:lnTo>
                  <a:lnTo>
                    <a:pt x="102654" y="24322"/>
                  </a:lnTo>
                  <a:lnTo>
                    <a:pt x="103272" y="25825"/>
                  </a:lnTo>
                  <a:lnTo>
                    <a:pt x="103304" y="26053"/>
                  </a:lnTo>
                  <a:lnTo>
                    <a:pt x="103460" y="27138"/>
                  </a:lnTo>
                  <a:lnTo>
                    <a:pt x="103521" y="27563"/>
                  </a:lnTo>
                  <a:lnTo>
                    <a:pt x="103570" y="27769"/>
                  </a:lnTo>
                  <a:lnTo>
                    <a:pt x="103703" y="28320"/>
                  </a:lnTo>
                  <a:lnTo>
                    <a:pt x="103773" y="28611"/>
                  </a:lnTo>
                  <a:lnTo>
                    <a:pt x="104144" y="30150"/>
                  </a:lnTo>
                  <a:lnTo>
                    <a:pt x="104245" y="30569"/>
                  </a:lnTo>
                  <a:lnTo>
                    <a:pt x="103717" y="32726"/>
                  </a:lnTo>
                  <a:lnTo>
                    <a:pt x="103413" y="33970"/>
                  </a:lnTo>
                  <a:lnTo>
                    <a:pt x="102659" y="35073"/>
                  </a:lnTo>
                  <a:lnTo>
                    <a:pt x="102273" y="35637"/>
                  </a:lnTo>
                  <a:lnTo>
                    <a:pt x="100157" y="38732"/>
                  </a:lnTo>
                  <a:lnTo>
                    <a:pt x="97216" y="43033"/>
                  </a:lnTo>
                  <a:lnTo>
                    <a:pt x="93794" y="48039"/>
                  </a:lnTo>
                  <a:lnTo>
                    <a:pt x="87708" y="57100"/>
                  </a:lnTo>
                  <a:lnTo>
                    <a:pt x="82729" y="64513"/>
                  </a:lnTo>
                  <a:lnTo>
                    <a:pt x="78195" y="71047"/>
                  </a:lnTo>
                  <a:lnTo>
                    <a:pt x="82003" y="72051"/>
                  </a:lnTo>
                  <a:lnTo>
                    <a:pt x="82527" y="72237"/>
                  </a:lnTo>
                  <a:lnTo>
                    <a:pt x="84046" y="729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821617" y="3365423"/>
              <a:ext cx="233806" cy="193197"/>
            </a:xfrm>
            <a:custGeom>
              <a:avLst/>
              <a:pathLst>
                <a:path w="233806" h="193197">
                  <a:moveTo>
                    <a:pt x="130546" y="41894"/>
                  </a:moveTo>
                  <a:lnTo>
                    <a:pt x="131711" y="46157"/>
                  </a:lnTo>
                  <a:lnTo>
                    <a:pt x="137400" y="44576"/>
                  </a:lnTo>
                  <a:lnTo>
                    <a:pt x="137504" y="44908"/>
                  </a:lnTo>
                  <a:lnTo>
                    <a:pt x="139677" y="51889"/>
                  </a:lnTo>
                  <a:lnTo>
                    <a:pt x="140034" y="52166"/>
                  </a:lnTo>
                  <a:lnTo>
                    <a:pt x="140796" y="52757"/>
                  </a:lnTo>
                  <a:lnTo>
                    <a:pt x="145983" y="56781"/>
                  </a:lnTo>
                  <a:lnTo>
                    <a:pt x="146733" y="57362"/>
                  </a:lnTo>
                  <a:lnTo>
                    <a:pt x="146444" y="57591"/>
                  </a:lnTo>
                  <a:lnTo>
                    <a:pt x="144708" y="58970"/>
                  </a:lnTo>
                  <a:lnTo>
                    <a:pt x="143068" y="61079"/>
                  </a:lnTo>
                  <a:lnTo>
                    <a:pt x="141100" y="63610"/>
                  </a:lnTo>
                  <a:lnTo>
                    <a:pt x="140322" y="64611"/>
                  </a:lnTo>
                  <a:lnTo>
                    <a:pt x="139911" y="65222"/>
                  </a:lnTo>
                  <a:lnTo>
                    <a:pt x="135988" y="71060"/>
                  </a:lnTo>
                  <a:lnTo>
                    <a:pt x="131686" y="77463"/>
                  </a:lnTo>
                  <a:lnTo>
                    <a:pt x="130170" y="79720"/>
                  </a:lnTo>
                  <a:lnTo>
                    <a:pt x="128086" y="82821"/>
                  </a:lnTo>
                  <a:lnTo>
                    <a:pt x="127319" y="83963"/>
                  </a:lnTo>
                  <a:lnTo>
                    <a:pt x="127209" y="84127"/>
                  </a:lnTo>
                  <a:lnTo>
                    <a:pt x="126717" y="84860"/>
                  </a:lnTo>
                  <a:lnTo>
                    <a:pt x="126973" y="85031"/>
                  </a:lnTo>
                  <a:lnTo>
                    <a:pt x="132989" y="89061"/>
                  </a:lnTo>
                  <a:lnTo>
                    <a:pt x="135240" y="90569"/>
                  </a:lnTo>
                  <a:lnTo>
                    <a:pt x="136036" y="91135"/>
                  </a:lnTo>
                  <a:lnTo>
                    <a:pt x="147346" y="99169"/>
                  </a:lnTo>
                  <a:lnTo>
                    <a:pt x="151513" y="102129"/>
                  </a:lnTo>
                  <a:lnTo>
                    <a:pt x="154328" y="104129"/>
                  </a:lnTo>
                  <a:lnTo>
                    <a:pt x="154688" y="104384"/>
                  </a:lnTo>
                  <a:lnTo>
                    <a:pt x="161878" y="109492"/>
                  </a:lnTo>
                  <a:lnTo>
                    <a:pt x="164256" y="111181"/>
                  </a:lnTo>
                  <a:lnTo>
                    <a:pt x="167661" y="113600"/>
                  </a:lnTo>
                  <a:lnTo>
                    <a:pt x="168795" y="114405"/>
                  </a:lnTo>
                  <a:lnTo>
                    <a:pt x="173911" y="118040"/>
                  </a:lnTo>
                  <a:lnTo>
                    <a:pt x="174552" y="118495"/>
                  </a:lnTo>
                  <a:lnTo>
                    <a:pt x="175808" y="119387"/>
                  </a:lnTo>
                  <a:lnTo>
                    <a:pt x="175958" y="119494"/>
                  </a:lnTo>
                  <a:lnTo>
                    <a:pt x="177444" y="120549"/>
                  </a:lnTo>
                  <a:lnTo>
                    <a:pt x="183505" y="124855"/>
                  </a:lnTo>
                  <a:lnTo>
                    <a:pt x="183651" y="125112"/>
                  </a:lnTo>
                  <a:lnTo>
                    <a:pt x="179540" y="130262"/>
                  </a:lnTo>
                  <a:lnTo>
                    <a:pt x="177410" y="133201"/>
                  </a:lnTo>
                  <a:lnTo>
                    <a:pt x="177663" y="133399"/>
                  </a:lnTo>
                  <a:lnTo>
                    <a:pt x="178866" y="134341"/>
                  </a:lnTo>
                  <a:lnTo>
                    <a:pt x="179655" y="134958"/>
                  </a:lnTo>
                  <a:lnTo>
                    <a:pt x="180589" y="135688"/>
                  </a:lnTo>
                  <a:lnTo>
                    <a:pt x="181437" y="136352"/>
                  </a:lnTo>
                  <a:lnTo>
                    <a:pt x="182370" y="137082"/>
                  </a:lnTo>
                  <a:lnTo>
                    <a:pt x="182623" y="137268"/>
                  </a:lnTo>
                  <a:lnTo>
                    <a:pt x="183124" y="137636"/>
                  </a:lnTo>
                  <a:lnTo>
                    <a:pt x="185452" y="139349"/>
                  </a:lnTo>
                  <a:lnTo>
                    <a:pt x="189792" y="142540"/>
                  </a:lnTo>
                  <a:lnTo>
                    <a:pt x="191318" y="143662"/>
                  </a:lnTo>
                  <a:lnTo>
                    <a:pt x="195763" y="146930"/>
                  </a:lnTo>
                  <a:lnTo>
                    <a:pt x="195909" y="147138"/>
                  </a:lnTo>
                  <a:lnTo>
                    <a:pt x="191371" y="152233"/>
                  </a:lnTo>
                  <a:lnTo>
                    <a:pt x="191162" y="152468"/>
                  </a:lnTo>
                  <a:lnTo>
                    <a:pt x="190830" y="152841"/>
                  </a:lnTo>
                  <a:lnTo>
                    <a:pt x="190644" y="153070"/>
                  </a:lnTo>
                  <a:lnTo>
                    <a:pt x="191357" y="153713"/>
                  </a:lnTo>
                  <a:lnTo>
                    <a:pt x="195058" y="157046"/>
                  </a:lnTo>
                  <a:lnTo>
                    <a:pt x="195675" y="157620"/>
                  </a:lnTo>
                  <a:lnTo>
                    <a:pt x="198073" y="159851"/>
                  </a:lnTo>
                  <a:lnTo>
                    <a:pt x="198938" y="159156"/>
                  </a:lnTo>
                  <a:lnTo>
                    <a:pt x="201605" y="157014"/>
                  </a:lnTo>
                  <a:lnTo>
                    <a:pt x="202304" y="156484"/>
                  </a:lnTo>
                  <a:lnTo>
                    <a:pt x="203474" y="155598"/>
                  </a:lnTo>
                  <a:lnTo>
                    <a:pt x="204219" y="155017"/>
                  </a:lnTo>
                  <a:lnTo>
                    <a:pt x="204595" y="152812"/>
                  </a:lnTo>
                  <a:lnTo>
                    <a:pt x="205710" y="150206"/>
                  </a:lnTo>
                  <a:lnTo>
                    <a:pt x="207344" y="147896"/>
                  </a:lnTo>
                  <a:lnTo>
                    <a:pt x="208358" y="147156"/>
                  </a:lnTo>
                  <a:lnTo>
                    <a:pt x="209854" y="146064"/>
                  </a:lnTo>
                  <a:lnTo>
                    <a:pt x="209372" y="146969"/>
                  </a:lnTo>
                  <a:lnTo>
                    <a:pt x="208576" y="148463"/>
                  </a:lnTo>
                  <a:lnTo>
                    <a:pt x="209055" y="151222"/>
                  </a:lnTo>
                  <a:lnTo>
                    <a:pt x="209336" y="152847"/>
                  </a:lnTo>
                  <a:lnTo>
                    <a:pt x="209512" y="153859"/>
                  </a:lnTo>
                  <a:lnTo>
                    <a:pt x="210495" y="155963"/>
                  </a:lnTo>
                  <a:lnTo>
                    <a:pt x="211581" y="157500"/>
                  </a:lnTo>
                  <a:lnTo>
                    <a:pt x="212431" y="158479"/>
                  </a:lnTo>
                  <a:lnTo>
                    <a:pt x="212987" y="159118"/>
                  </a:lnTo>
                  <a:lnTo>
                    <a:pt x="213571" y="159932"/>
                  </a:lnTo>
                  <a:lnTo>
                    <a:pt x="214145" y="160732"/>
                  </a:lnTo>
                  <a:lnTo>
                    <a:pt x="214457" y="161167"/>
                  </a:lnTo>
                  <a:lnTo>
                    <a:pt x="215501" y="162622"/>
                  </a:lnTo>
                  <a:lnTo>
                    <a:pt x="216239" y="163651"/>
                  </a:lnTo>
                  <a:lnTo>
                    <a:pt x="216548" y="164081"/>
                  </a:lnTo>
                  <a:lnTo>
                    <a:pt x="216876" y="164440"/>
                  </a:lnTo>
                  <a:lnTo>
                    <a:pt x="221057" y="169017"/>
                  </a:lnTo>
                  <a:lnTo>
                    <a:pt x="224103" y="172352"/>
                  </a:lnTo>
                  <a:lnTo>
                    <a:pt x="224414" y="172692"/>
                  </a:lnTo>
                  <a:lnTo>
                    <a:pt x="224696" y="173001"/>
                  </a:lnTo>
                  <a:lnTo>
                    <a:pt x="225283" y="174064"/>
                  </a:lnTo>
                  <a:lnTo>
                    <a:pt x="226700" y="176631"/>
                  </a:lnTo>
                  <a:lnTo>
                    <a:pt x="227845" y="178238"/>
                  </a:lnTo>
                  <a:lnTo>
                    <a:pt x="229640" y="180726"/>
                  </a:lnTo>
                  <a:lnTo>
                    <a:pt x="233806" y="185303"/>
                  </a:lnTo>
                  <a:lnTo>
                    <a:pt x="230494" y="188579"/>
                  </a:lnTo>
                  <a:lnTo>
                    <a:pt x="229358" y="189702"/>
                  </a:lnTo>
                  <a:lnTo>
                    <a:pt x="227778" y="191233"/>
                  </a:lnTo>
                  <a:lnTo>
                    <a:pt x="224983" y="193197"/>
                  </a:lnTo>
                  <a:lnTo>
                    <a:pt x="222323" y="191646"/>
                  </a:lnTo>
                  <a:lnTo>
                    <a:pt x="221122" y="191112"/>
                  </a:lnTo>
                  <a:lnTo>
                    <a:pt x="219518" y="191044"/>
                  </a:lnTo>
                  <a:lnTo>
                    <a:pt x="217848" y="192034"/>
                  </a:lnTo>
                  <a:lnTo>
                    <a:pt x="216745" y="193161"/>
                  </a:lnTo>
                  <a:lnTo>
                    <a:pt x="214830" y="193127"/>
                  </a:lnTo>
                  <a:lnTo>
                    <a:pt x="211841" y="190367"/>
                  </a:lnTo>
                  <a:lnTo>
                    <a:pt x="210516" y="188847"/>
                  </a:lnTo>
                  <a:lnTo>
                    <a:pt x="210254" y="188545"/>
                  </a:lnTo>
                  <a:lnTo>
                    <a:pt x="208945" y="186866"/>
                  </a:lnTo>
                  <a:lnTo>
                    <a:pt x="208556" y="186110"/>
                  </a:lnTo>
                  <a:lnTo>
                    <a:pt x="208708" y="184665"/>
                  </a:lnTo>
                  <a:lnTo>
                    <a:pt x="208216" y="184659"/>
                  </a:lnTo>
                  <a:lnTo>
                    <a:pt x="206797" y="184642"/>
                  </a:lnTo>
                  <a:lnTo>
                    <a:pt x="205789" y="184520"/>
                  </a:lnTo>
                  <a:lnTo>
                    <a:pt x="203876" y="184289"/>
                  </a:lnTo>
                  <a:lnTo>
                    <a:pt x="201025" y="183945"/>
                  </a:lnTo>
                  <a:lnTo>
                    <a:pt x="200147" y="183839"/>
                  </a:lnTo>
                  <a:lnTo>
                    <a:pt x="198159" y="183720"/>
                  </a:lnTo>
                  <a:lnTo>
                    <a:pt x="197527" y="183532"/>
                  </a:lnTo>
                  <a:lnTo>
                    <a:pt x="194460" y="182625"/>
                  </a:lnTo>
                  <a:lnTo>
                    <a:pt x="191928" y="182168"/>
                  </a:lnTo>
                  <a:lnTo>
                    <a:pt x="188275" y="181357"/>
                  </a:lnTo>
                  <a:lnTo>
                    <a:pt x="187113" y="181099"/>
                  </a:lnTo>
                  <a:lnTo>
                    <a:pt x="183633" y="180700"/>
                  </a:lnTo>
                  <a:lnTo>
                    <a:pt x="182362" y="180760"/>
                  </a:lnTo>
                  <a:lnTo>
                    <a:pt x="179953" y="180872"/>
                  </a:lnTo>
                  <a:lnTo>
                    <a:pt x="174164" y="181141"/>
                  </a:lnTo>
                  <a:lnTo>
                    <a:pt x="172226" y="180595"/>
                  </a:lnTo>
                  <a:lnTo>
                    <a:pt x="172183" y="179198"/>
                  </a:lnTo>
                  <a:lnTo>
                    <a:pt x="171715" y="176875"/>
                  </a:lnTo>
                  <a:lnTo>
                    <a:pt x="168284" y="170430"/>
                  </a:lnTo>
                  <a:lnTo>
                    <a:pt x="167135" y="170345"/>
                  </a:lnTo>
                  <a:lnTo>
                    <a:pt x="164845" y="170174"/>
                  </a:lnTo>
                  <a:lnTo>
                    <a:pt x="163404" y="170067"/>
                  </a:lnTo>
                  <a:lnTo>
                    <a:pt x="161004" y="169470"/>
                  </a:lnTo>
                  <a:lnTo>
                    <a:pt x="156787" y="167842"/>
                  </a:lnTo>
                  <a:lnTo>
                    <a:pt x="156632" y="166845"/>
                  </a:lnTo>
                  <a:lnTo>
                    <a:pt x="156085" y="164227"/>
                  </a:lnTo>
                  <a:lnTo>
                    <a:pt x="155643" y="162818"/>
                  </a:lnTo>
                  <a:lnTo>
                    <a:pt x="155484" y="162310"/>
                  </a:lnTo>
                  <a:lnTo>
                    <a:pt x="157135" y="159845"/>
                  </a:lnTo>
                  <a:lnTo>
                    <a:pt x="154887" y="155392"/>
                  </a:lnTo>
                  <a:lnTo>
                    <a:pt x="154771" y="155162"/>
                  </a:lnTo>
                  <a:lnTo>
                    <a:pt x="153761" y="153159"/>
                  </a:lnTo>
                  <a:lnTo>
                    <a:pt x="150222" y="153893"/>
                  </a:lnTo>
                  <a:lnTo>
                    <a:pt x="149818" y="153977"/>
                  </a:lnTo>
                  <a:lnTo>
                    <a:pt x="149987" y="155315"/>
                  </a:lnTo>
                  <a:lnTo>
                    <a:pt x="150051" y="155821"/>
                  </a:lnTo>
                  <a:lnTo>
                    <a:pt x="147360" y="156301"/>
                  </a:lnTo>
                  <a:lnTo>
                    <a:pt x="147303" y="156033"/>
                  </a:lnTo>
                  <a:lnTo>
                    <a:pt x="147064" y="154920"/>
                  </a:lnTo>
                  <a:lnTo>
                    <a:pt x="146369" y="151674"/>
                  </a:lnTo>
                  <a:lnTo>
                    <a:pt x="145018" y="145371"/>
                  </a:lnTo>
                  <a:lnTo>
                    <a:pt x="144060" y="145472"/>
                  </a:lnTo>
                  <a:lnTo>
                    <a:pt x="143476" y="145534"/>
                  </a:lnTo>
                  <a:lnTo>
                    <a:pt x="137489" y="146336"/>
                  </a:lnTo>
                  <a:lnTo>
                    <a:pt x="134106" y="146789"/>
                  </a:lnTo>
                  <a:lnTo>
                    <a:pt x="133889" y="146818"/>
                  </a:lnTo>
                  <a:lnTo>
                    <a:pt x="131667" y="147115"/>
                  </a:lnTo>
                  <a:lnTo>
                    <a:pt x="131111" y="147934"/>
                  </a:lnTo>
                  <a:lnTo>
                    <a:pt x="130675" y="148576"/>
                  </a:lnTo>
                  <a:lnTo>
                    <a:pt x="130191" y="149289"/>
                  </a:lnTo>
                  <a:lnTo>
                    <a:pt x="129535" y="150256"/>
                  </a:lnTo>
                  <a:lnTo>
                    <a:pt x="117186" y="141807"/>
                  </a:lnTo>
                  <a:lnTo>
                    <a:pt x="114108" y="139701"/>
                  </a:lnTo>
                  <a:lnTo>
                    <a:pt x="106029" y="134173"/>
                  </a:lnTo>
                  <a:lnTo>
                    <a:pt x="97668" y="128452"/>
                  </a:lnTo>
                  <a:lnTo>
                    <a:pt x="88334" y="122065"/>
                  </a:lnTo>
                  <a:lnTo>
                    <a:pt x="81296" y="117249"/>
                  </a:lnTo>
                  <a:lnTo>
                    <a:pt x="77059" y="114350"/>
                  </a:lnTo>
                  <a:lnTo>
                    <a:pt x="73563" y="111958"/>
                  </a:lnTo>
                  <a:lnTo>
                    <a:pt x="59940" y="102637"/>
                  </a:lnTo>
                  <a:lnTo>
                    <a:pt x="55342" y="99490"/>
                  </a:lnTo>
                  <a:lnTo>
                    <a:pt x="54694" y="99046"/>
                  </a:lnTo>
                  <a:lnTo>
                    <a:pt x="36248" y="86425"/>
                  </a:lnTo>
                  <a:lnTo>
                    <a:pt x="34877" y="85486"/>
                  </a:lnTo>
                  <a:lnTo>
                    <a:pt x="33815" y="84760"/>
                  </a:lnTo>
                  <a:lnTo>
                    <a:pt x="12556" y="70214"/>
                  </a:lnTo>
                  <a:lnTo>
                    <a:pt x="367" y="61873"/>
                  </a:lnTo>
                  <a:lnTo>
                    <a:pt x="0" y="61622"/>
                  </a:lnTo>
                  <a:lnTo>
                    <a:pt x="402" y="60988"/>
                  </a:lnTo>
                  <a:lnTo>
                    <a:pt x="567" y="60728"/>
                  </a:lnTo>
                  <a:lnTo>
                    <a:pt x="1013" y="60067"/>
                  </a:lnTo>
                  <a:lnTo>
                    <a:pt x="1338" y="59584"/>
                  </a:lnTo>
                  <a:lnTo>
                    <a:pt x="3652" y="56153"/>
                  </a:lnTo>
                  <a:lnTo>
                    <a:pt x="3747" y="56012"/>
                  </a:lnTo>
                  <a:lnTo>
                    <a:pt x="5190" y="53873"/>
                  </a:lnTo>
                  <a:lnTo>
                    <a:pt x="5528" y="53371"/>
                  </a:lnTo>
                  <a:lnTo>
                    <a:pt x="5662" y="53173"/>
                  </a:lnTo>
                  <a:lnTo>
                    <a:pt x="5948" y="52750"/>
                  </a:lnTo>
                  <a:lnTo>
                    <a:pt x="6255" y="52294"/>
                  </a:lnTo>
                  <a:lnTo>
                    <a:pt x="6366" y="52129"/>
                  </a:lnTo>
                  <a:lnTo>
                    <a:pt x="7447" y="50526"/>
                  </a:lnTo>
                  <a:lnTo>
                    <a:pt x="8848" y="48449"/>
                  </a:lnTo>
                  <a:lnTo>
                    <a:pt x="15355" y="40747"/>
                  </a:lnTo>
                  <a:lnTo>
                    <a:pt x="15946" y="40056"/>
                  </a:lnTo>
                  <a:lnTo>
                    <a:pt x="17870" y="37969"/>
                  </a:lnTo>
                  <a:lnTo>
                    <a:pt x="19493" y="36210"/>
                  </a:lnTo>
                  <a:lnTo>
                    <a:pt x="22268" y="33200"/>
                  </a:lnTo>
                  <a:lnTo>
                    <a:pt x="26323" y="29454"/>
                  </a:lnTo>
                  <a:lnTo>
                    <a:pt x="28113" y="28531"/>
                  </a:lnTo>
                  <a:lnTo>
                    <a:pt x="32111" y="26469"/>
                  </a:lnTo>
                  <a:lnTo>
                    <a:pt x="36566" y="24508"/>
                  </a:lnTo>
                  <a:lnTo>
                    <a:pt x="41160" y="22485"/>
                  </a:lnTo>
                  <a:lnTo>
                    <a:pt x="45384" y="20888"/>
                  </a:lnTo>
                  <a:lnTo>
                    <a:pt x="46242" y="20564"/>
                  </a:lnTo>
                  <a:lnTo>
                    <a:pt x="47649" y="20135"/>
                  </a:lnTo>
                  <a:lnTo>
                    <a:pt x="50209" y="19354"/>
                  </a:lnTo>
                  <a:lnTo>
                    <a:pt x="61934" y="16216"/>
                  </a:lnTo>
                  <a:lnTo>
                    <a:pt x="62917" y="15953"/>
                  </a:lnTo>
                  <a:lnTo>
                    <a:pt x="63603" y="15769"/>
                  </a:lnTo>
                  <a:lnTo>
                    <a:pt x="66638" y="14957"/>
                  </a:lnTo>
                  <a:lnTo>
                    <a:pt x="81204" y="10736"/>
                  </a:lnTo>
                  <a:lnTo>
                    <a:pt x="83096" y="10187"/>
                  </a:lnTo>
                  <a:lnTo>
                    <a:pt x="84353" y="9823"/>
                  </a:lnTo>
                  <a:lnTo>
                    <a:pt x="85431" y="9511"/>
                  </a:lnTo>
                  <a:lnTo>
                    <a:pt x="85836" y="9393"/>
                  </a:lnTo>
                  <a:lnTo>
                    <a:pt x="87560" y="8910"/>
                  </a:lnTo>
                  <a:lnTo>
                    <a:pt x="114305" y="1416"/>
                  </a:lnTo>
                  <a:lnTo>
                    <a:pt x="119081" y="77"/>
                  </a:lnTo>
                  <a:lnTo>
                    <a:pt x="119360" y="0"/>
                  </a:lnTo>
                  <a:lnTo>
                    <a:pt x="122726" y="12569"/>
                  </a:lnTo>
                  <a:lnTo>
                    <a:pt x="122948" y="13395"/>
                  </a:lnTo>
                  <a:lnTo>
                    <a:pt x="122988" y="13545"/>
                  </a:lnTo>
                  <a:lnTo>
                    <a:pt x="123347" y="14888"/>
                  </a:lnTo>
                  <a:lnTo>
                    <a:pt x="124955" y="20891"/>
                  </a:lnTo>
                  <a:lnTo>
                    <a:pt x="125135" y="21561"/>
                  </a:lnTo>
                  <a:lnTo>
                    <a:pt x="127147" y="29074"/>
                  </a:lnTo>
                  <a:lnTo>
                    <a:pt x="127299" y="29642"/>
                  </a:lnTo>
                  <a:lnTo>
                    <a:pt x="127429" y="30128"/>
                  </a:lnTo>
                  <a:lnTo>
                    <a:pt x="129380" y="37414"/>
                  </a:lnTo>
                  <a:lnTo>
                    <a:pt x="129572" y="38129"/>
                  </a:lnTo>
                  <a:lnTo>
                    <a:pt x="129661" y="38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865628" y="3546830"/>
              <a:ext cx="238742" cy="181720"/>
            </a:xfrm>
            <a:custGeom>
              <a:avLst/>
              <a:pathLst>
                <a:path w="238742" h="181720">
                  <a:moveTo>
                    <a:pt x="234370" y="93701"/>
                  </a:moveTo>
                  <a:lnTo>
                    <a:pt x="234302" y="98607"/>
                  </a:lnTo>
                  <a:lnTo>
                    <a:pt x="235304" y="103388"/>
                  </a:lnTo>
                  <a:lnTo>
                    <a:pt x="236640" y="106974"/>
                  </a:lnTo>
                  <a:lnTo>
                    <a:pt x="237476" y="110389"/>
                  </a:lnTo>
                  <a:lnTo>
                    <a:pt x="237405" y="119516"/>
                  </a:lnTo>
                  <a:lnTo>
                    <a:pt x="236403" y="122817"/>
                  </a:lnTo>
                  <a:lnTo>
                    <a:pt x="235033" y="127404"/>
                  </a:lnTo>
                  <a:lnTo>
                    <a:pt x="235748" y="127825"/>
                  </a:lnTo>
                  <a:lnTo>
                    <a:pt x="238742" y="129591"/>
                  </a:lnTo>
                  <a:lnTo>
                    <a:pt x="238361" y="130564"/>
                  </a:lnTo>
                  <a:lnTo>
                    <a:pt x="234953" y="139239"/>
                  </a:lnTo>
                  <a:lnTo>
                    <a:pt x="230513" y="137949"/>
                  </a:lnTo>
                  <a:lnTo>
                    <a:pt x="230041" y="139051"/>
                  </a:lnTo>
                  <a:lnTo>
                    <a:pt x="228974" y="141336"/>
                  </a:lnTo>
                  <a:lnTo>
                    <a:pt x="228535" y="142277"/>
                  </a:lnTo>
                  <a:lnTo>
                    <a:pt x="232882" y="144498"/>
                  </a:lnTo>
                  <a:lnTo>
                    <a:pt x="232280" y="145728"/>
                  </a:lnTo>
                  <a:lnTo>
                    <a:pt x="227765" y="143924"/>
                  </a:lnTo>
                  <a:lnTo>
                    <a:pt x="226533" y="146564"/>
                  </a:lnTo>
                  <a:lnTo>
                    <a:pt x="226074" y="147933"/>
                  </a:lnTo>
                  <a:lnTo>
                    <a:pt x="227098" y="153796"/>
                  </a:lnTo>
                  <a:lnTo>
                    <a:pt x="231211" y="155837"/>
                  </a:lnTo>
                  <a:lnTo>
                    <a:pt x="230610" y="157954"/>
                  </a:lnTo>
                  <a:lnTo>
                    <a:pt x="223255" y="156347"/>
                  </a:lnTo>
                  <a:lnTo>
                    <a:pt x="222356" y="159030"/>
                  </a:lnTo>
                  <a:lnTo>
                    <a:pt x="218956" y="162685"/>
                  </a:lnTo>
                  <a:lnTo>
                    <a:pt x="221741" y="171223"/>
                  </a:lnTo>
                  <a:lnTo>
                    <a:pt x="214208" y="171504"/>
                  </a:lnTo>
                  <a:lnTo>
                    <a:pt x="216056" y="181720"/>
                  </a:lnTo>
                  <a:lnTo>
                    <a:pt x="204133" y="181632"/>
                  </a:lnTo>
                  <a:lnTo>
                    <a:pt x="201403" y="172967"/>
                  </a:lnTo>
                  <a:lnTo>
                    <a:pt x="199765" y="169257"/>
                  </a:lnTo>
                  <a:lnTo>
                    <a:pt x="186299" y="167651"/>
                  </a:lnTo>
                  <a:lnTo>
                    <a:pt x="171375" y="168562"/>
                  </a:lnTo>
                  <a:lnTo>
                    <a:pt x="157119" y="170839"/>
                  </a:lnTo>
                  <a:lnTo>
                    <a:pt x="151105" y="174026"/>
                  </a:lnTo>
                  <a:lnTo>
                    <a:pt x="145537" y="176986"/>
                  </a:lnTo>
                  <a:lnTo>
                    <a:pt x="145537" y="170156"/>
                  </a:lnTo>
                  <a:lnTo>
                    <a:pt x="135290" y="160821"/>
                  </a:lnTo>
                  <a:lnTo>
                    <a:pt x="129118" y="156343"/>
                  </a:lnTo>
                  <a:lnTo>
                    <a:pt x="115566" y="148504"/>
                  </a:lnTo>
                  <a:lnTo>
                    <a:pt x="115600" y="148316"/>
                  </a:lnTo>
                  <a:lnTo>
                    <a:pt x="116810" y="141523"/>
                  </a:lnTo>
                  <a:lnTo>
                    <a:pt x="116890" y="141073"/>
                  </a:lnTo>
                  <a:lnTo>
                    <a:pt x="116019" y="132540"/>
                  </a:lnTo>
                  <a:lnTo>
                    <a:pt x="115981" y="132163"/>
                  </a:lnTo>
                  <a:lnTo>
                    <a:pt x="116929" y="129823"/>
                  </a:lnTo>
                  <a:lnTo>
                    <a:pt x="122838" y="118698"/>
                  </a:lnTo>
                  <a:lnTo>
                    <a:pt x="122995" y="118402"/>
                  </a:lnTo>
                  <a:lnTo>
                    <a:pt x="122513" y="118037"/>
                  </a:lnTo>
                  <a:lnTo>
                    <a:pt x="117592" y="114598"/>
                  </a:lnTo>
                  <a:lnTo>
                    <a:pt x="113745" y="111797"/>
                  </a:lnTo>
                  <a:lnTo>
                    <a:pt x="112639" y="110992"/>
                  </a:lnTo>
                  <a:lnTo>
                    <a:pt x="110919" y="110379"/>
                  </a:lnTo>
                  <a:lnTo>
                    <a:pt x="106569" y="108829"/>
                  </a:lnTo>
                  <a:lnTo>
                    <a:pt x="105044" y="108505"/>
                  </a:lnTo>
                  <a:lnTo>
                    <a:pt x="99886" y="108195"/>
                  </a:lnTo>
                  <a:lnTo>
                    <a:pt x="99471" y="104191"/>
                  </a:lnTo>
                  <a:lnTo>
                    <a:pt x="99345" y="102968"/>
                  </a:lnTo>
                  <a:lnTo>
                    <a:pt x="98409" y="102524"/>
                  </a:lnTo>
                  <a:lnTo>
                    <a:pt x="97173" y="102251"/>
                  </a:lnTo>
                  <a:lnTo>
                    <a:pt x="95837" y="101875"/>
                  </a:lnTo>
                  <a:lnTo>
                    <a:pt x="94812" y="101417"/>
                  </a:lnTo>
                  <a:lnTo>
                    <a:pt x="94228" y="101076"/>
                  </a:lnTo>
                  <a:lnTo>
                    <a:pt x="88748" y="97149"/>
                  </a:lnTo>
                  <a:lnTo>
                    <a:pt x="87930" y="96615"/>
                  </a:lnTo>
                  <a:lnTo>
                    <a:pt x="87034" y="96030"/>
                  </a:lnTo>
                  <a:lnTo>
                    <a:pt x="82859" y="93203"/>
                  </a:lnTo>
                  <a:lnTo>
                    <a:pt x="78939" y="90497"/>
                  </a:lnTo>
                  <a:lnTo>
                    <a:pt x="74977" y="87783"/>
                  </a:lnTo>
                  <a:lnTo>
                    <a:pt x="73063" y="86477"/>
                  </a:lnTo>
                  <a:lnTo>
                    <a:pt x="68902" y="83620"/>
                  </a:lnTo>
                  <a:lnTo>
                    <a:pt x="67904" y="82919"/>
                  </a:lnTo>
                  <a:lnTo>
                    <a:pt x="61790" y="78619"/>
                  </a:lnTo>
                  <a:lnTo>
                    <a:pt x="64049" y="75335"/>
                  </a:lnTo>
                  <a:lnTo>
                    <a:pt x="66393" y="71929"/>
                  </a:lnTo>
                  <a:lnTo>
                    <a:pt x="66078" y="71714"/>
                  </a:lnTo>
                  <a:lnTo>
                    <a:pt x="65902" y="71597"/>
                  </a:lnTo>
                  <a:lnTo>
                    <a:pt x="62968" y="69609"/>
                  </a:lnTo>
                  <a:lnTo>
                    <a:pt x="62277" y="69141"/>
                  </a:lnTo>
                  <a:lnTo>
                    <a:pt x="60735" y="68096"/>
                  </a:lnTo>
                  <a:lnTo>
                    <a:pt x="34158" y="50016"/>
                  </a:lnTo>
                  <a:lnTo>
                    <a:pt x="34151" y="49643"/>
                  </a:lnTo>
                  <a:lnTo>
                    <a:pt x="33956" y="49958"/>
                  </a:lnTo>
                  <a:lnTo>
                    <a:pt x="32654" y="49076"/>
                  </a:lnTo>
                  <a:lnTo>
                    <a:pt x="21789" y="41535"/>
                  </a:lnTo>
                  <a:lnTo>
                    <a:pt x="21309" y="41201"/>
                  </a:lnTo>
                  <a:lnTo>
                    <a:pt x="16967" y="38187"/>
                  </a:lnTo>
                  <a:lnTo>
                    <a:pt x="14799" y="36682"/>
                  </a:lnTo>
                  <a:lnTo>
                    <a:pt x="4946" y="29844"/>
                  </a:lnTo>
                  <a:lnTo>
                    <a:pt x="526" y="26776"/>
                  </a:lnTo>
                  <a:lnTo>
                    <a:pt x="0" y="26410"/>
                  </a:lnTo>
                  <a:lnTo>
                    <a:pt x="540" y="25605"/>
                  </a:lnTo>
                  <a:lnTo>
                    <a:pt x="735" y="25314"/>
                  </a:lnTo>
                  <a:lnTo>
                    <a:pt x="4408" y="19844"/>
                  </a:lnTo>
                  <a:lnTo>
                    <a:pt x="4565" y="19610"/>
                  </a:lnTo>
                  <a:lnTo>
                    <a:pt x="9196" y="12711"/>
                  </a:lnTo>
                  <a:lnTo>
                    <a:pt x="13480" y="6331"/>
                  </a:lnTo>
                  <a:lnTo>
                    <a:pt x="14070" y="5451"/>
                  </a:lnTo>
                  <a:lnTo>
                    <a:pt x="15093" y="4087"/>
                  </a:lnTo>
                  <a:lnTo>
                    <a:pt x="17786" y="5944"/>
                  </a:lnTo>
                  <a:lnTo>
                    <a:pt x="31692" y="15534"/>
                  </a:lnTo>
                  <a:lnTo>
                    <a:pt x="34222" y="17279"/>
                  </a:lnTo>
                  <a:lnTo>
                    <a:pt x="44350" y="24264"/>
                  </a:lnTo>
                  <a:lnTo>
                    <a:pt x="47078" y="26145"/>
                  </a:lnTo>
                  <a:lnTo>
                    <a:pt x="48031" y="26803"/>
                  </a:lnTo>
                  <a:lnTo>
                    <a:pt x="50923" y="22554"/>
                  </a:lnTo>
                  <a:lnTo>
                    <a:pt x="53786" y="18348"/>
                  </a:lnTo>
                  <a:lnTo>
                    <a:pt x="58464" y="11475"/>
                  </a:lnTo>
                  <a:lnTo>
                    <a:pt x="63100" y="4665"/>
                  </a:lnTo>
                  <a:lnTo>
                    <a:pt x="66405" y="0"/>
                  </a:lnTo>
                  <a:lnTo>
                    <a:pt x="67467" y="771"/>
                  </a:lnTo>
                  <a:lnTo>
                    <a:pt x="72248" y="4245"/>
                  </a:lnTo>
                  <a:lnTo>
                    <a:pt x="72973" y="4771"/>
                  </a:lnTo>
                  <a:lnTo>
                    <a:pt x="73609" y="10673"/>
                  </a:lnTo>
                  <a:lnTo>
                    <a:pt x="74624" y="17706"/>
                  </a:lnTo>
                  <a:lnTo>
                    <a:pt x="75200" y="21692"/>
                  </a:lnTo>
                  <a:lnTo>
                    <a:pt x="75345" y="22695"/>
                  </a:lnTo>
                  <a:lnTo>
                    <a:pt x="75363" y="22822"/>
                  </a:lnTo>
                  <a:lnTo>
                    <a:pt x="79498" y="25678"/>
                  </a:lnTo>
                  <a:lnTo>
                    <a:pt x="86065" y="30213"/>
                  </a:lnTo>
                  <a:lnTo>
                    <a:pt x="92371" y="34567"/>
                  </a:lnTo>
                  <a:lnTo>
                    <a:pt x="97844" y="38347"/>
                  </a:lnTo>
                  <a:lnTo>
                    <a:pt x="98313" y="38654"/>
                  </a:lnTo>
                  <a:lnTo>
                    <a:pt x="98711" y="38915"/>
                  </a:lnTo>
                  <a:lnTo>
                    <a:pt x="99057" y="39141"/>
                  </a:lnTo>
                  <a:lnTo>
                    <a:pt x="104573" y="42752"/>
                  </a:lnTo>
                  <a:lnTo>
                    <a:pt x="105398" y="43269"/>
                  </a:lnTo>
                  <a:lnTo>
                    <a:pt x="106499" y="43959"/>
                  </a:lnTo>
                  <a:lnTo>
                    <a:pt x="110510" y="46474"/>
                  </a:lnTo>
                  <a:lnTo>
                    <a:pt x="111211" y="46940"/>
                  </a:lnTo>
                  <a:lnTo>
                    <a:pt x="111797" y="47365"/>
                  </a:lnTo>
                  <a:lnTo>
                    <a:pt x="112034" y="47537"/>
                  </a:lnTo>
                  <a:lnTo>
                    <a:pt x="113281" y="48442"/>
                  </a:lnTo>
                  <a:lnTo>
                    <a:pt x="113738" y="48774"/>
                  </a:lnTo>
                  <a:lnTo>
                    <a:pt x="116040" y="52452"/>
                  </a:lnTo>
                  <a:lnTo>
                    <a:pt x="116834" y="54011"/>
                  </a:lnTo>
                  <a:lnTo>
                    <a:pt x="117226" y="53656"/>
                  </a:lnTo>
                  <a:lnTo>
                    <a:pt x="118147" y="52820"/>
                  </a:lnTo>
                  <a:lnTo>
                    <a:pt x="122648" y="48671"/>
                  </a:lnTo>
                  <a:lnTo>
                    <a:pt x="123242" y="48753"/>
                  </a:lnTo>
                  <a:lnTo>
                    <a:pt x="126615" y="49215"/>
                  </a:lnTo>
                  <a:lnTo>
                    <a:pt x="128658" y="49495"/>
                  </a:lnTo>
                  <a:lnTo>
                    <a:pt x="132175" y="49976"/>
                  </a:lnTo>
                  <a:lnTo>
                    <a:pt x="132496" y="53946"/>
                  </a:lnTo>
                  <a:lnTo>
                    <a:pt x="132875" y="58616"/>
                  </a:lnTo>
                  <a:lnTo>
                    <a:pt x="132343" y="59550"/>
                  </a:lnTo>
                  <a:lnTo>
                    <a:pt x="132484" y="59904"/>
                  </a:lnTo>
                  <a:lnTo>
                    <a:pt x="133005" y="61198"/>
                  </a:lnTo>
                  <a:lnTo>
                    <a:pt x="133767" y="63095"/>
                  </a:lnTo>
                  <a:lnTo>
                    <a:pt x="133817" y="63239"/>
                  </a:lnTo>
                  <a:lnTo>
                    <a:pt x="135506" y="68052"/>
                  </a:lnTo>
                  <a:lnTo>
                    <a:pt x="135773" y="67883"/>
                  </a:lnTo>
                  <a:lnTo>
                    <a:pt x="136380" y="67460"/>
                  </a:lnTo>
                  <a:lnTo>
                    <a:pt x="136736" y="67213"/>
                  </a:lnTo>
                  <a:lnTo>
                    <a:pt x="137413" y="66742"/>
                  </a:lnTo>
                  <a:lnTo>
                    <a:pt x="139525" y="66493"/>
                  </a:lnTo>
                  <a:lnTo>
                    <a:pt x="144821" y="65869"/>
                  </a:lnTo>
                  <a:lnTo>
                    <a:pt x="146826" y="65149"/>
                  </a:lnTo>
                  <a:lnTo>
                    <a:pt x="149004" y="64366"/>
                  </a:lnTo>
                  <a:lnTo>
                    <a:pt x="151567" y="63401"/>
                  </a:lnTo>
                  <a:lnTo>
                    <a:pt x="156143" y="64702"/>
                  </a:lnTo>
                  <a:lnTo>
                    <a:pt x="155940" y="66500"/>
                  </a:lnTo>
                  <a:lnTo>
                    <a:pt x="155756" y="68303"/>
                  </a:lnTo>
                  <a:lnTo>
                    <a:pt x="155699" y="71349"/>
                  </a:lnTo>
                  <a:lnTo>
                    <a:pt x="159982" y="71681"/>
                  </a:lnTo>
                  <a:lnTo>
                    <a:pt x="164075" y="71998"/>
                  </a:lnTo>
                  <a:lnTo>
                    <a:pt x="164074" y="72226"/>
                  </a:lnTo>
                  <a:lnTo>
                    <a:pt x="164069" y="73150"/>
                  </a:lnTo>
                  <a:lnTo>
                    <a:pt x="166063" y="73107"/>
                  </a:lnTo>
                  <a:lnTo>
                    <a:pt x="167018" y="73086"/>
                  </a:lnTo>
                  <a:lnTo>
                    <a:pt x="173815" y="72938"/>
                  </a:lnTo>
                  <a:lnTo>
                    <a:pt x="173984" y="72935"/>
                  </a:lnTo>
                  <a:lnTo>
                    <a:pt x="175452" y="72889"/>
                  </a:lnTo>
                  <a:lnTo>
                    <a:pt x="177172" y="72835"/>
                  </a:lnTo>
                  <a:lnTo>
                    <a:pt x="178234" y="72817"/>
                  </a:lnTo>
                  <a:lnTo>
                    <a:pt x="181618" y="72711"/>
                  </a:lnTo>
                  <a:lnTo>
                    <a:pt x="186021" y="72573"/>
                  </a:lnTo>
                  <a:lnTo>
                    <a:pt x="187837" y="72516"/>
                  </a:lnTo>
                  <a:lnTo>
                    <a:pt x="189988" y="72449"/>
                  </a:lnTo>
                  <a:lnTo>
                    <a:pt x="189124" y="71294"/>
                  </a:lnTo>
                  <a:lnTo>
                    <a:pt x="188373" y="69926"/>
                  </a:lnTo>
                  <a:lnTo>
                    <a:pt x="187947" y="68792"/>
                  </a:lnTo>
                  <a:lnTo>
                    <a:pt x="187520" y="67639"/>
                  </a:lnTo>
                  <a:lnTo>
                    <a:pt x="187085" y="64789"/>
                  </a:lnTo>
                  <a:lnTo>
                    <a:pt x="188790" y="63678"/>
                  </a:lnTo>
                  <a:lnTo>
                    <a:pt x="189362" y="62736"/>
                  </a:lnTo>
                  <a:lnTo>
                    <a:pt x="190160" y="61424"/>
                  </a:lnTo>
                  <a:lnTo>
                    <a:pt x="190468" y="58902"/>
                  </a:lnTo>
                  <a:lnTo>
                    <a:pt x="190728" y="57966"/>
                  </a:lnTo>
                  <a:lnTo>
                    <a:pt x="190953" y="57161"/>
                  </a:lnTo>
                  <a:lnTo>
                    <a:pt x="193738" y="54633"/>
                  </a:lnTo>
                  <a:lnTo>
                    <a:pt x="196599" y="52673"/>
                  </a:lnTo>
                  <a:lnTo>
                    <a:pt x="197659" y="51947"/>
                  </a:lnTo>
                  <a:lnTo>
                    <a:pt x="203814" y="48779"/>
                  </a:lnTo>
                  <a:lnTo>
                    <a:pt x="204058" y="49145"/>
                  </a:lnTo>
                  <a:lnTo>
                    <a:pt x="207944" y="57770"/>
                  </a:lnTo>
                  <a:lnTo>
                    <a:pt x="206759" y="58537"/>
                  </a:lnTo>
                  <a:lnTo>
                    <a:pt x="205756" y="59618"/>
                  </a:lnTo>
                  <a:lnTo>
                    <a:pt x="205756" y="61041"/>
                  </a:lnTo>
                  <a:lnTo>
                    <a:pt x="206313" y="63261"/>
                  </a:lnTo>
                  <a:lnTo>
                    <a:pt x="207464" y="66043"/>
                  </a:lnTo>
                  <a:lnTo>
                    <a:pt x="208262" y="68783"/>
                  </a:lnTo>
                  <a:lnTo>
                    <a:pt x="208652" y="70490"/>
                  </a:lnTo>
                  <a:lnTo>
                    <a:pt x="209877" y="71799"/>
                  </a:lnTo>
                  <a:lnTo>
                    <a:pt x="211381" y="72710"/>
                  </a:lnTo>
                  <a:lnTo>
                    <a:pt x="213588" y="74343"/>
                  </a:lnTo>
                  <a:lnTo>
                    <a:pt x="214165" y="75898"/>
                  </a:lnTo>
                  <a:lnTo>
                    <a:pt x="214221" y="78971"/>
                  </a:lnTo>
                  <a:lnTo>
                    <a:pt x="214332" y="80508"/>
                  </a:lnTo>
                  <a:lnTo>
                    <a:pt x="214666" y="81817"/>
                  </a:lnTo>
                  <a:lnTo>
                    <a:pt x="216058" y="82273"/>
                  </a:lnTo>
                  <a:lnTo>
                    <a:pt x="217905" y="82273"/>
                  </a:lnTo>
                  <a:lnTo>
                    <a:pt x="219233" y="82273"/>
                  </a:lnTo>
                  <a:lnTo>
                    <a:pt x="222184" y="82500"/>
                  </a:lnTo>
                  <a:lnTo>
                    <a:pt x="228811" y="85517"/>
                  </a:lnTo>
                  <a:lnTo>
                    <a:pt x="230259" y="86997"/>
                  </a:lnTo>
                  <a:lnTo>
                    <a:pt x="233544" y="920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783643" y="3427125"/>
              <a:ext cx="167509" cy="146508"/>
            </a:xfrm>
            <a:custGeom>
              <a:avLst/>
              <a:pathLst>
                <a:path w="167509" h="146508">
                  <a:moveTo>
                    <a:pt x="132908" y="142259"/>
                  </a:moveTo>
                  <a:lnTo>
                    <a:pt x="130016" y="146508"/>
                  </a:lnTo>
                  <a:lnTo>
                    <a:pt x="129063" y="145850"/>
                  </a:lnTo>
                  <a:lnTo>
                    <a:pt x="126335" y="143969"/>
                  </a:lnTo>
                  <a:lnTo>
                    <a:pt x="116207" y="136984"/>
                  </a:lnTo>
                  <a:lnTo>
                    <a:pt x="113677" y="135239"/>
                  </a:lnTo>
                  <a:lnTo>
                    <a:pt x="99770" y="125649"/>
                  </a:lnTo>
                  <a:lnTo>
                    <a:pt x="97005" y="123742"/>
                  </a:lnTo>
                  <a:lnTo>
                    <a:pt x="96826" y="123615"/>
                  </a:lnTo>
                  <a:lnTo>
                    <a:pt x="96356" y="123282"/>
                  </a:lnTo>
                  <a:lnTo>
                    <a:pt x="93773" y="121455"/>
                  </a:lnTo>
                  <a:lnTo>
                    <a:pt x="89437" y="118387"/>
                  </a:lnTo>
                  <a:lnTo>
                    <a:pt x="77421" y="109886"/>
                  </a:lnTo>
                  <a:lnTo>
                    <a:pt x="77182" y="109717"/>
                  </a:lnTo>
                  <a:lnTo>
                    <a:pt x="76909" y="109524"/>
                  </a:lnTo>
                  <a:lnTo>
                    <a:pt x="76488" y="109237"/>
                  </a:lnTo>
                  <a:lnTo>
                    <a:pt x="73803" y="107412"/>
                  </a:lnTo>
                  <a:lnTo>
                    <a:pt x="73512" y="107213"/>
                  </a:lnTo>
                  <a:lnTo>
                    <a:pt x="73107" y="106938"/>
                  </a:lnTo>
                  <a:lnTo>
                    <a:pt x="72803" y="106732"/>
                  </a:lnTo>
                  <a:lnTo>
                    <a:pt x="72434" y="106481"/>
                  </a:lnTo>
                  <a:lnTo>
                    <a:pt x="66008" y="102109"/>
                  </a:lnTo>
                  <a:lnTo>
                    <a:pt x="54882" y="94543"/>
                  </a:lnTo>
                  <a:lnTo>
                    <a:pt x="53990" y="93936"/>
                  </a:lnTo>
                  <a:lnTo>
                    <a:pt x="36318" y="81916"/>
                  </a:lnTo>
                  <a:lnTo>
                    <a:pt x="35796" y="81561"/>
                  </a:lnTo>
                  <a:lnTo>
                    <a:pt x="35589" y="81420"/>
                  </a:lnTo>
                  <a:lnTo>
                    <a:pt x="33240" y="79822"/>
                  </a:lnTo>
                  <a:lnTo>
                    <a:pt x="32855" y="79560"/>
                  </a:lnTo>
                  <a:lnTo>
                    <a:pt x="32625" y="79404"/>
                  </a:lnTo>
                  <a:lnTo>
                    <a:pt x="27995" y="76255"/>
                  </a:lnTo>
                  <a:lnTo>
                    <a:pt x="14856" y="67318"/>
                  </a:lnTo>
                  <a:lnTo>
                    <a:pt x="14414" y="67017"/>
                  </a:lnTo>
                  <a:lnTo>
                    <a:pt x="7232" y="62133"/>
                  </a:lnTo>
                  <a:lnTo>
                    <a:pt x="5008" y="60620"/>
                  </a:lnTo>
                  <a:lnTo>
                    <a:pt x="0" y="57134"/>
                  </a:lnTo>
                  <a:lnTo>
                    <a:pt x="1314" y="55154"/>
                  </a:lnTo>
                  <a:lnTo>
                    <a:pt x="4400" y="50504"/>
                  </a:lnTo>
                  <a:lnTo>
                    <a:pt x="14832" y="34786"/>
                  </a:lnTo>
                  <a:lnTo>
                    <a:pt x="20169" y="26746"/>
                  </a:lnTo>
                  <a:lnTo>
                    <a:pt x="22423" y="23350"/>
                  </a:lnTo>
                  <a:lnTo>
                    <a:pt x="24073" y="20864"/>
                  </a:lnTo>
                  <a:lnTo>
                    <a:pt x="28808" y="13730"/>
                  </a:lnTo>
                  <a:lnTo>
                    <a:pt x="37380" y="815"/>
                  </a:lnTo>
                  <a:lnTo>
                    <a:pt x="38090" y="0"/>
                  </a:lnTo>
                  <a:lnTo>
                    <a:pt x="38342" y="172"/>
                  </a:lnTo>
                  <a:lnTo>
                    <a:pt x="50531" y="8512"/>
                  </a:lnTo>
                  <a:lnTo>
                    <a:pt x="71789" y="23058"/>
                  </a:lnTo>
                  <a:lnTo>
                    <a:pt x="72851" y="23785"/>
                  </a:lnTo>
                  <a:lnTo>
                    <a:pt x="74223" y="24723"/>
                  </a:lnTo>
                  <a:lnTo>
                    <a:pt x="92668" y="37345"/>
                  </a:lnTo>
                  <a:lnTo>
                    <a:pt x="93316" y="37788"/>
                  </a:lnTo>
                  <a:lnTo>
                    <a:pt x="97915" y="40935"/>
                  </a:lnTo>
                  <a:lnTo>
                    <a:pt x="111538" y="50256"/>
                  </a:lnTo>
                  <a:lnTo>
                    <a:pt x="115034" y="52649"/>
                  </a:lnTo>
                  <a:lnTo>
                    <a:pt x="119270" y="55547"/>
                  </a:lnTo>
                  <a:lnTo>
                    <a:pt x="126308" y="60363"/>
                  </a:lnTo>
                  <a:lnTo>
                    <a:pt x="135643" y="66750"/>
                  </a:lnTo>
                  <a:lnTo>
                    <a:pt x="144004" y="72471"/>
                  </a:lnTo>
                  <a:lnTo>
                    <a:pt x="152083" y="77999"/>
                  </a:lnTo>
                  <a:lnTo>
                    <a:pt x="155161" y="80106"/>
                  </a:lnTo>
                  <a:lnTo>
                    <a:pt x="167509" y="88555"/>
                  </a:lnTo>
                  <a:lnTo>
                    <a:pt x="166625" y="89597"/>
                  </a:lnTo>
                  <a:lnTo>
                    <a:pt x="166255" y="90033"/>
                  </a:lnTo>
                  <a:lnTo>
                    <a:pt x="162437" y="94530"/>
                  </a:lnTo>
                  <a:lnTo>
                    <a:pt x="162049" y="95147"/>
                  </a:lnTo>
                  <a:lnTo>
                    <a:pt x="161887" y="95403"/>
                  </a:lnTo>
                  <a:lnTo>
                    <a:pt x="160494" y="97610"/>
                  </a:lnTo>
                  <a:lnTo>
                    <a:pt x="159464" y="99243"/>
                  </a:lnTo>
                  <a:lnTo>
                    <a:pt x="157500" y="102940"/>
                  </a:lnTo>
                  <a:lnTo>
                    <a:pt x="156724" y="104400"/>
                  </a:lnTo>
                  <a:lnTo>
                    <a:pt x="155358" y="107120"/>
                  </a:lnTo>
                  <a:lnTo>
                    <a:pt x="154869" y="108094"/>
                  </a:lnTo>
                  <a:lnTo>
                    <a:pt x="154234" y="109494"/>
                  </a:lnTo>
                  <a:lnTo>
                    <a:pt x="154028" y="110034"/>
                  </a:lnTo>
                  <a:lnTo>
                    <a:pt x="153495" y="111430"/>
                  </a:lnTo>
                  <a:lnTo>
                    <a:pt x="152697" y="113524"/>
                  </a:lnTo>
                  <a:lnTo>
                    <a:pt x="149764" y="117703"/>
                  </a:lnTo>
                  <a:lnTo>
                    <a:pt x="148370" y="119690"/>
                  </a:lnTo>
                  <a:lnTo>
                    <a:pt x="145067" y="124396"/>
                  </a:lnTo>
                  <a:lnTo>
                    <a:pt x="140449" y="131180"/>
                  </a:lnTo>
                  <a:lnTo>
                    <a:pt x="135771" y="13805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631672" y="3419822"/>
              <a:ext cx="151934" cy="163416"/>
            </a:xfrm>
            <a:custGeom>
              <a:avLst/>
              <a:pathLst>
                <a:path w="151934" h="163416">
                  <a:moveTo>
                    <a:pt x="85118" y="162591"/>
                  </a:moveTo>
                  <a:lnTo>
                    <a:pt x="84554" y="163416"/>
                  </a:lnTo>
                  <a:lnTo>
                    <a:pt x="76637" y="158022"/>
                  </a:lnTo>
                  <a:lnTo>
                    <a:pt x="75204" y="157045"/>
                  </a:lnTo>
                  <a:lnTo>
                    <a:pt x="69984" y="153461"/>
                  </a:lnTo>
                  <a:lnTo>
                    <a:pt x="68534" y="152465"/>
                  </a:lnTo>
                  <a:lnTo>
                    <a:pt x="44674" y="136194"/>
                  </a:lnTo>
                  <a:lnTo>
                    <a:pt x="44890" y="135866"/>
                  </a:lnTo>
                  <a:lnTo>
                    <a:pt x="45197" y="135400"/>
                  </a:lnTo>
                  <a:lnTo>
                    <a:pt x="50106" y="127943"/>
                  </a:lnTo>
                  <a:lnTo>
                    <a:pt x="49314" y="127405"/>
                  </a:lnTo>
                  <a:lnTo>
                    <a:pt x="48102" y="126582"/>
                  </a:lnTo>
                  <a:lnTo>
                    <a:pt x="47759" y="126350"/>
                  </a:lnTo>
                  <a:lnTo>
                    <a:pt x="47534" y="126196"/>
                  </a:lnTo>
                  <a:lnTo>
                    <a:pt x="46050" y="125179"/>
                  </a:lnTo>
                  <a:lnTo>
                    <a:pt x="36297" y="118493"/>
                  </a:lnTo>
                  <a:lnTo>
                    <a:pt x="23159" y="109487"/>
                  </a:lnTo>
                  <a:lnTo>
                    <a:pt x="22765" y="109217"/>
                  </a:lnTo>
                  <a:lnTo>
                    <a:pt x="0" y="93610"/>
                  </a:lnTo>
                  <a:lnTo>
                    <a:pt x="9664" y="78540"/>
                  </a:lnTo>
                  <a:lnTo>
                    <a:pt x="11376" y="75871"/>
                  </a:lnTo>
                  <a:lnTo>
                    <a:pt x="13107" y="73172"/>
                  </a:lnTo>
                  <a:lnTo>
                    <a:pt x="13257" y="72963"/>
                  </a:lnTo>
                  <a:lnTo>
                    <a:pt x="13639" y="72430"/>
                  </a:lnTo>
                  <a:lnTo>
                    <a:pt x="14018" y="71902"/>
                  </a:lnTo>
                  <a:lnTo>
                    <a:pt x="17890" y="66505"/>
                  </a:lnTo>
                  <a:lnTo>
                    <a:pt x="18475" y="65753"/>
                  </a:lnTo>
                  <a:lnTo>
                    <a:pt x="18595" y="65519"/>
                  </a:lnTo>
                  <a:lnTo>
                    <a:pt x="18676" y="65360"/>
                  </a:lnTo>
                  <a:lnTo>
                    <a:pt x="19678" y="64046"/>
                  </a:lnTo>
                  <a:lnTo>
                    <a:pt x="20687" y="63084"/>
                  </a:lnTo>
                  <a:lnTo>
                    <a:pt x="21117" y="62487"/>
                  </a:lnTo>
                  <a:lnTo>
                    <a:pt x="21528" y="61915"/>
                  </a:lnTo>
                  <a:lnTo>
                    <a:pt x="21876" y="61702"/>
                  </a:lnTo>
                  <a:lnTo>
                    <a:pt x="24849" y="60368"/>
                  </a:lnTo>
                  <a:lnTo>
                    <a:pt x="25754" y="59507"/>
                  </a:lnTo>
                  <a:lnTo>
                    <a:pt x="26487" y="58818"/>
                  </a:lnTo>
                  <a:lnTo>
                    <a:pt x="26886" y="58496"/>
                  </a:lnTo>
                  <a:lnTo>
                    <a:pt x="27430" y="57819"/>
                  </a:lnTo>
                  <a:lnTo>
                    <a:pt x="27777" y="57386"/>
                  </a:lnTo>
                  <a:lnTo>
                    <a:pt x="28701" y="56057"/>
                  </a:lnTo>
                  <a:lnTo>
                    <a:pt x="29859" y="54392"/>
                  </a:lnTo>
                  <a:lnTo>
                    <a:pt x="30033" y="54142"/>
                  </a:lnTo>
                  <a:lnTo>
                    <a:pt x="31937" y="50849"/>
                  </a:lnTo>
                  <a:lnTo>
                    <a:pt x="34053" y="47684"/>
                  </a:lnTo>
                  <a:lnTo>
                    <a:pt x="34292" y="47299"/>
                  </a:lnTo>
                  <a:lnTo>
                    <a:pt x="35169" y="45881"/>
                  </a:lnTo>
                  <a:lnTo>
                    <a:pt x="36125" y="44337"/>
                  </a:lnTo>
                  <a:lnTo>
                    <a:pt x="36526" y="43764"/>
                  </a:lnTo>
                  <a:lnTo>
                    <a:pt x="38796" y="40520"/>
                  </a:lnTo>
                  <a:lnTo>
                    <a:pt x="31625" y="35374"/>
                  </a:lnTo>
                  <a:lnTo>
                    <a:pt x="36696" y="28494"/>
                  </a:lnTo>
                  <a:lnTo>
                    <a:pt x="37395" y="28373"/>
                  </a:lnTo>
                  <a:lnTo>
                    <a:pt x="37726" y="28316"/>
                  </a:lnTo>
                  <a:lnTo>
                    <a:pt x="41848" y="22303"/>
                  </a:lnTo>
                  <a:lnTo>
                    <a:pt x="42020" y="22052"/>
                  </a:lnTo>
                  <a:lnTo>
                    <a:pt x="42353" y="21566"/>
                  </a:lnTo>
                  <a:lnTo>
                    <a:pt x="46650" y="15295"/>
                  </a:lnTo>
                  <a:lnTo>
                    <a:pt x="51335" y="8459"/>
                  </a:lnTo>
                  <a:lnTo>
                    <a:pt x="55245" y="2755"/>
                  </a:lnTo>
                  <a:lnTo>
                    <a:pt x="57133" y="0"/>
                  </a:lnTo>
                  <a:lnTo>
                    <a:pt x="58670" y="1047"/>
                  </a:lnTo>
                  <a:lnTo>
                    <a:pt x="58810" y="1142"/>
                  </a:lnTo>
                  <a:lnTo>
                    <a:pt x="64007" y="4685"/>
                  </a:lnTo>
                  <a:lnTo>
                    <a:pt x="66331" y="6269"/>
                  </a:lnTo>
                  <a:lnTo>
                    <a:pt x="70522" y="9126"/>
                  </a:lnTo>
                  <a:lnTo>
                    <a:pt x="77201" y="13679"/>
                  </a:lnTo>
                  <a:lnTo>
                    <a:pt x="83921" y="18260"/>
                  </a:lnTo>
                  <a:lnTo>
                    <a:pt x="84246" y="18481"/>
                  </a:lnTo>
                  <a:lnTo>
                    <a:pt x="108903" y="35289"/>
                  </a:lnTo>
                  <a:lnTo>
                    <a:pt x="109104" y="35426"/>
                  </a:lnTo>
                  <a:lnTo>
                    <a:pt x="110608" y="36451"/>
                  </a:lnTo>
                  <a:lnTo>
                    <a:pt x="111569" y="37106"/>
                  </a:lnTo>
                  <a:lnTo>
                    <a:pt x="112588" y="37800"/>
                  </a:lnTo>
                  <a:lnTo>
                    <a:pt x="136786" y="54295"/>
                  </a:lnTo>
                  <a:lnTo>
                    <a:pt x="137367" y="54691"/>
                  </a:lnTo>
                  <a:lnTo>
                    <a:pt x="145942" y="60460"/>
                  </a:lnTo>
                  <a:lnTo>
                    <a:pt x="151934" y="64491"/>
                  </a:lnTo>
                  <a:lnTo>
                    <a:pt x="151770" y="64732"/>
                  </a:lnTo>
                  <a:lnTo>
                    <a:pt x="150518" y="66573"/>
                  </a:lnTo>
                  <a:lnTo>
                    <a:pt x="149594" y="67931"/>
                  </a:lnTo>
                  <a:lnTo>
                    <a:pt x="134794" y="89679"/>
                  </a:lnTo>
                  <a:lnTo>
                    <a:pt x="134172" y="90593"/>
                  </a:lnTo>
                  <a:lnTo>
                    <a:pt x="132294" y="93353"/>
                  </a:lnTo>
                  <a:lnTo>
                    <a:pt x="131992" y="93797"/>
                  </a:lnTo>
                  <a:lnTo>
                    <a:pt x="131797" y="94083"/>
                  </a:lnTo>
                  <a:lnTo>
                    <a:pt x="126346" y="102093"/>
                  </a:lnTo>
                  <a:lnTo>
                    <a:pt x="121291" y="109522"/>
                  </a:lnTo>
                  <a:lnTo>
                    <a:pt x="117882" y="114531"/>
                  </a:lnTo>
                  <a:lnTo>
                    <a:pt x="117452" y="115163"/>
                  </a:lnTo>
                  <a:lnTo>
                    <a:pt x="102415" y="137260"/>
                  </a:lnTo>
                  <a:lnTo>
                    <a:pt x="102293" y="137438"/>
                  </a:lnTo>
                  <a:lnTo>
                    <a:pt x="101146" y="139124"/>
                  </a:lnTo>
                  <a:lnTo>
                    <a:pt x="100809" y="139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542002" y="3365305"/>
              <a:ext cx="146772" cy="154630"/>
            </a:xfrm>
            <a:custGeom>
              <a:avLst/>
              <a:pathLst>
                <a:path w="146772" h="154630">
                  <a:moveTo>
                    <a:pt x="99334" y="133056"/>
                  </a:moveTo>
                  <a:lnTo>
                    <a:pt x="89670" y="148127"/>
                  </a:lnTo>
                  <a:lnTo>
                    <a:pt x="89361" y="147966"/>
                  </a:lnTo>
                  <a:lnTo>
                    <a:pt x="88305" y="147417"/>
                  </a:lnTo>
                  <a:lnTo>
                    <a:pt x="87974" y="147202"/>
                  </a:lnTo>
                  <a:lnTo>
                    <a:pt x="86880" y="146491"/>
                  </a:lnTo>
                  <a:lnTo>
                    <a:pt x="85910" y="145744"/>
                  </a:lnTo>
                  <a:lnTo>
                    <a:pt x="85186" y="146912"/>
                  </a:lnTo>
                  <a:lnTo>
                    <a:pt x="82058" y="151968"/>
                  </a:lnTo>
                  <a:lnTo>
                    <a:pt x="80410" y="154630"/>
                  </a:lnTo>
                  <a:lnTo>
                    <a:pt x="79480" y="154082"/>
                  </a:lnTo>
                  <a:lnTo>
                    <a:pt x="79028" y="153814"/>
                  </a:lnTo>
                  <a:lnTo>
                    <a:pt x="78875" y="153711"/>
                  </a:lnTo>
                  <a:lnTo>
                    <a:pt x="77142" y="152528"/>
                  </a:lnTo>
                  <a:lnTo>
                    <a:pt x="68091" y="146356"/>
                  </a:lnTo>
                  <a:lnTo>
                    <a:pt x="63431" y="143177"/>
                  </a:lnTo>
                  <a:lnTo>
                    <a:pt x="61837" y="142090"/>
                  </a:lnTo>
                  <a:lnTo>
                    <a:pt x="61669" y="141975"/>
                  </a:lnTo>
                  <a:lnTo>
                    <a:pt x="54868" y="137337"/>
                  </a:lnTo>
                  <a:lnTo>
                    <a:pt x="54672" y="137203"/>
                  </a:lnTo>
                  <a:lnTo>
                    <a:pt x="53915" y="136687"/>
                  </a:lnTo>
                  <a:lnTo>
                    <a:pt x="53078" y="136110"/>
                  </a:lnTo>
                  <a:lnTo>
                    <a:pt x="49001" y="133301"/>
                  </a:lnTo>
                  <a:lnTo>
                    <a:pt x="48647" y="133057"/>
                  </a:lnTo>
                  <a:lnTo>
                    <a:pt x="38406" y="126000"/>
                  </a:lnTo>
                  <a:lnTo>
                    <a:pt x="37478" y="125360"/>
                  </a:lnTo>
                  <a:lnTo>
                    <a:pt x="37205" y="125173"/>
                  </a:lnTo>
                  <a:lnTo>
                    <a:pt x="30417" y="120495"/>
                  </a:lnTo>
                  <a:lnTo>
                    <a:pt x="29744" y="120031"/>
                  </a:lnTo>
                  <a:lnTo>
                    <a:pt x="29143" y="119673"/>
                  </a:lnTo>
                  <a:lnTo>
                    <a:pt x="28618" y="119360"/>
                  </a:lnTo>
                  <a:lnTo>
                    <a:pt x="28261" y="119147"/>
                  </a:lnTo>
                  <a:lnTo>
                    <a:pt x="27464" y="118672"/>
                  </a:lnTo>
                  <a:lnTo>
                    <a:pt x="24727" y="116814"/>
                  </a:lnTo>
                  <a:lnTo>
                    <a:pt x="23923" y="116268"/>
                  </a:lnTo>
                  <a:lnTo>
                    <a:pt x="22913" y="115583"/>
                  </a:lnTo>
                  <a:lnTo>
                    <a:pt x="20338" y="113834"/>
                  </a:lnTo>
                  <a:lnTo>
                    <a:pt x="13241" y="109016"/>
                  </a:lnTo>
                  <a:lnTo>
                    <a:pt x="12988" y="108845"/>
                  </a:lnTo>
                  <a:lnTo>
                    <a:pt x="7016" y="104790"/>
                  </a:lnTo>
                  <a:lnTo>
                    <a:pt x="1936" y="101342"/>
                  </a:lnTo>
                  <a:lnTo>
                    <a:pt x="1681" y="101169"/>
                  </a:lnTo>
                  <a:lnTo>
                    <a:pt x="0" y="99785"/>
                  </a:lnTo>
                  <a:lnTo>
                    <a:pt x="765" y="98662"/>
                  </a:lnTo>
                  <a:lnTo>
                    <a:pt x="2387" y="96281"/>
                  </a:lnTo>
                  <a:lnTo>
                    <a:pt x="2619" y="95940"/>
                  </a:lnTo>
                  <a:lnTo>
                    <a:pt x="4289" y="93488"/>
                  </a:lnTo>
                  <a:lnTo>
                    <a:pt x="5939" y="91066"/>
                  </a:lnTo>
                  <a:lnTo>
                    <a:pt x="6595" y="90134"/>
                  </a:lnTo>
                  <a:lnTo>
                    <a:pt x="8637" y="87231"/>
                  </a:lnTo>
                  <a:lnTo>
                    <a:pt x="9291" y="86302"/>
                  </a:lnTo>
                  <a:lnTo>
                    <a:pt x="10809" y="84143"/>
                  </a:lnTo>
                  <a:lnTo>
                    <a:pt x="12458" y="81799"/>
                  </a:lnTo>
                  <a:lnTo>
                    <a:pt x="15618" y="77306"/>
                  </a:lnTo>
                  <a:lnTo>
                    <a:pt x="16146" y="76496"/>
                  </a:lnTo>
                  <a:lnTo>
                    <a:pt x="18181" y="73371"/>
                  </a:lnTo>
                  <a:lnTo>
                    <a:pt x="19774" y="70924"/>
                  </a:lnTo>
                  <a:lnTo>
                    <a:pt x="19998" y="70581"/>
                  </a:lnTo>
                  <a:lnTo>
                    <a:pt x="20625" y="69642"/>
                  </a:lnTo>
                  <a:lnTo>
                    <a:pt x="20713" y="69511"/>
                  </a:lnTo>
                  <a:lnTo>
                    <a:pt x="21082" y="68958"/>
                  </a:lnTo>
                  <a:lnTo>
                    <a:pt x="21211" y="68766"/>
                  </a:lnTo>
                  <a:lnTo>
                    <a:pt x="24836" y="63343"/>
                  </a:lnTo>
                  <a:lnTo>
                    <a:pt x="29261" y="56724"/>
                  </a:lnTo>
                  <a:lnTo>
                    <a:pt x="32479" y="52082"/>
                  </a:lnTo>
                  <a:lnTo>
                    <a:pt x="32816" y="51596"/>
                  </a:lnTo>
                  <a:lnTo>
                    <a:pt x="33307" y="50887"/>
                  </a:lnTo>
                  <a:lnTo>
                    <a:pt x="33712" y="50304"/>
                  </a:lnTo>
                  <a:lnTo>
                    <a:pt x="33973" y="49928"/>
                  </a:lnTo>
                  <a:lnTo>
                    <a:pt x="34119" y="49704"/>
                  </a:lnTo>
                  <a:lnTo>
                    <a:pt x="35168" y="48104"/>
                  </a:lnTo>
                  <a:lnTo>
                    <a:pt x="35767" y="47190"/>
                  </a:lnTo>
                  <a:lnTo>
                    <a:pt x="36776" y="45650"/>
                  </a:lnTo>
                  <a:lnTo>
                    <a:pt x="38037" y="43726"/>
                  </a:lnTo>
                  <a:lnTo>
                    <a:pt x="38517" y="42995"/>
                  </a:lnTo>
                  <a:lnTo>
                    <a:pt x="39076" y="42174"/>
                  </a:lnTo>
                  <a:lnTo>
                    <a:pt x="40286" y="40398"/>
                  </a:lnTo>
                  <a:lnTo>
                    <a:pt x="41566" y="38519"/>
                  </a:lnTo>
                  <a:lnTo>
                    <a:pt x="42739" y="36799"/>
                  </a:lnTo>
                  <a:lnTo>
                    <a:pt x="43335" y="35924"/>
                  </a:lnTo>
                  <a:lnTo>
                    <a:pt x="50939" y="24032"/>
                  </a:lnTo>
                  <a:lnTo>
                    <a:pt x="51504" y="23149"/>
                  </a:lnTo>
                  <a:lnTo>
                    <a:pt x="52383" y="21774"/>
                  </a:lnTo>
                  <a:lnTo>
                    <a:pt x="53404" y="20176"/>
                  </a:lnTo>
                  <a:lnTo>
                    <a:pt x="53817" y="19530"/>
                  </a:lnTo>
                  <a:lnTo>
                    <a:pt x="54078" y="19122"/>
                  </a:lnTo>
                  <a:lnTo>
                    <a:pt x="54313" y="18786"/>
                  </a:lnTo>
                  <a:lnTo>
                    <a:pt x="54523" y="18485"/>
                  </a:lnTo>
                  <a:lnTo>
                    <a:pt x="56751" y="15296"/>
                  </a:lnTo>
                  <a:lnTo>
                    <a:pt x="58454" y="12859"/>
                  </a:lnTo>
                  <a:lnTo>
                    <a:pt x="60120" y="10474"/>
                  </a:lnTo>
                  <a:lnTo>
                    <a:pt x="61113" y="9053"/>
                  </a:lnTo>
                  <a:lnTo>
                    <a:pt x="62624" y="6889"/>
                  </a:lnTo>
                  <a:lnTo>
                    <a:pt x="65052" y="3413"/>
                  </a:lnTo>
                  <a:lnTo>
                    <a:pt x="65632" y="2583"/>
                  </a:lnTo>
                  <a:lnTo>
                    <a:pt x="67208" y="326"/>
                  </a:lnTo>
                  <a:lnTo>
                    <a:pt x="67437" y="0"/>
                  </a:lnTo>
                  <a:lnTo>
                    <a:pt x="70287" y="1906"/>
                  </a:lnTo>
                  <a:lnTo>
                    <a:pt x="70628" y="2135"/>
                  </a:lnTo>
                  <a:lnTo>
                    <a:pt x="74683" y="4847"/>
                  </a:lnTo>
                  <a:lnTo>
                    <a:pt x="77623" y="6814"/>
                  </a:lnTo>
                  <a:lnTo>
                    <a:pt x="80498" y="8738"/>
                  </a:lnTo>
                  <a:lnTo>
                    <a:pt x="91439" y="16057"/>
                  </a:lnTo>
                  <a:lnTo>
                    <a:pt x="91644" y="16194"/>
                  </a:lnTo>
                  <a:lnTo>
                    <a:pt x="92480" y="16754"/>
                  </a:lnTo>
                  <a:lnTo>
                    <a:pt x="92655" y="16871"/>
                  </a:lnTo>
                  <a:lnTo>
                    <a:pt x="92873" y="17021"/>
                  </a:lnTo>
                  <a:lnTo>
                    <a:pt x="93547" y="17485"/>
                  </a:lnTo>
                  <a:lnTo>
                    <a:pt x="94467" y="18119"/>
                  </a:lnTo>
                  <a:lnTo>
                    <a:pt x="95781" y="19024"/>
                  </a:lnTo>
                  <a:lnTo>
                    <a:pt x="96499" y="19518"/>
                  </a:lnTo>
                  <a:lnTo>
                    <a:pt x="97706" y="20349"/>
                  </a:lnTo>
                  <a:lnTo>
                    <a:pt x="112046" y="30225"/>
                  </a:lnTo>
                  <a:lnTo>
                    <a:pt x="114890" y="32183"/>
                  </a:lnTo>
                  <a:lnTo>
                    <a:pt x="121281" y="36585"/>
                  </a:lnTo>
                  <a:lnTo>
                    <a:pt x="122018" y="37092"/>
                  </a:lnTo>
                  <a:lnTo>
                    <a:pt x="122353" y="37329"/>
                  </a:lnTo>
                  <a:lnTo>
                    <a:pt x="122822" y="37660"/>
                  </a:lnTo>
                  <a:lnTo>
                    <a:pt x="124353" y="38740"/>
                  </a:lnTo>
                  <a:lnTo>
                    <a:pt x="129105" y="42093"/>
                  </a:lnTo>
                  <a:lnTo>
                    <a:pt x="130831" y="43312"/>
                  </a:lnTo>
                  <a:lnTo>
                    <a:pt x="136742" y="47483"/>
                  </a:lnTo>
                  <a:lnTo>
                    <a:pt x="138471" y="48703"/>
                  </a:lnTo>
                  <a:lnTo>
                    <a:pt x="140743" y="50307"/>
                  </a:lnTo>
                  <a:lnTo>
                    <a:pt x="142914" y="51838"/>
                  </a:lnTo>
                  <a:lnTo>
                    <a:pt x="145986" y="54006"/>
                  </a:lnTo>
                  <a:lnTo>
                    <a:pt x="146487" y="54359"/>
                  </a:lnTo>
                  <a:lnTo>
                    <a:pt x="146772" y="54561"/>
                  </a:lnTo>
                  <a:lnTo>
                    <a:pt x="144915" y="57271"/>
                  </a:lnTo>
                  <a:lnTo>
                    <a:pt x="141005" y="62976"/>
                  </a:lnTo>
                  <a:lnTo>
                    <a:pt x="136321" y="69812"/>
                  </a:lnTo>
                  <a:lnTo>
                    <a:pt x="132023" y="76083"/>
                  </a:lnTo>
                  <a:lnTo>
                    <a:pt x="131690" y="76569"/>
                  </a:lnTo>
                  <a:lnTo>
                    <a:pt x="131518" y="76820"/>
                  </a:lnTo>
                  <a:lnTo>
                    <a:pt x="127396" y="82833"/>
                  </a:lnTo>
                  <a:lnTo>
                    <a:pt x="127066" y="82890"/>
                  </a:lnTo>
                  <a:lnTo>
                    <a:pt x="126268" y="83143"/>
                  </a:lnTo>
                  <a:lnTo>
                    <a:pt x="121229" y="89980"/>
                  </a:lnTo>
                  <a:lnTo>
                    <a:pt x="128466" y="95037"/>
                  </a:lnTo>
                  <a:lnTo>
                    <a:pt x="126196" y="98281"/>
                  </a:lnTo>
                  <a:lnTo>
                    <a:pt x="125795" y="98854"/>
                  </a:lnTo>
                  <a:lnTo>
                    <a:pt x="124839" y="100398"/>
                  </a:lnTo>
                  <a:lnTo>
                    <a:pt x="123962" y="101816"/>
                  </a:lnTo>
                  <a:lnTo>
                    <a:pt x="123723" y="102201"/>
                  </a:lnTo>
                  <a:lnTo>
                    <a:pt x="121560" y="105448"/>
                  </a:lnTo>
                  <a:lnTo>
                    <a:pt x="119703" y="108659"/>
                  </a:lnTo>
                  <a:lnTo>
                    <a:pt x="119529" y="108908"/>
                  </a:lnTo>
                  <a:lnTo>
                    <a:pt x="118371" y="110574"/>
                  </a:lnTo>
                  <a:lnTo>
                    <a:pt x="117447" y="111903"/>
                  </a:lnTo>
                  <a:lnTo>
                    <a:pt x="117100" y="112335"/>
                  </a:lnTo>
                  <a:lnTo>
                    <a:pt x="116556" y="113013"/>
                  </a:lnTo>
                  <a:lnTo>
                    <a:pt x="116106" y="113376"/>
                  </a:lnTo>
                  <a:lnTo>
                    <a:pt x="115317" y="114126"/>
                  </a:lnTo>
                  <a:lnTo>
                    <a:pt x="114519" y="114884"/>
                  </a:lnTo>
                  <a:lnTo>
                    <a:pt x="111539" y="116222"/>
                  </a:lnTo>
                  <a:lnTo>
                    <a:pt x="111198" y="116432"/>
                  </a:lnTo>
                  <a:lnTo>
                    <a:pt x="110787" y="117003"/>
                  </a:lnTo>
                  <a:lnTo>
                    <a:pt x="110357" y="117600"/>
                  </a:lnTo>
                  <a:lnTo>
                    <a:pt x="109348" y="118562"/>
                  </a:lnTo>
                  <a:lnTo>
                    <a:pt x="108346" y="119877"/>
                  </a:lnTo>
                  <a:lnTo>
                    <a:pt x="108265" y="120036"/>
                  </a:lnTo>
                  <a:lnTo>
                    <a:pt x="108145" y="120270"/>
                  </a:lnTo>
                  <a:lnTo>
                    <a:pt x="107560" y="121021"/>
                  </a:lnTo>
                  <a:lnTo>
                    <a:pt x="103688" y="126419"/>
                  </a:lnTo>
                  <a:lnTo>
                    <a:pt x="103309" y="126947"/>
                  </a:lnTo>
                  <a:lnTo>
                    <a:pt x="102927" y="127479"/>
                  </a:lnTo>
                  <a:lnTo>
                    <a:pt x="102777" y="127688"/>
                  </a:lnTo>
                  <a:lnTo>
                    <a:pt x="101046" y="1303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422796" y="3233625"/>
              <a:ext cx="197665" cy="174674"/>
            </a:xfrm>
            <a:custGeom>
              <a:avLst/>
              <a:pathLst>
                <a:path w="197665" h="174674">
                  <a:moveTo>
                    <a:pt x="85579" y="23706"/>
                  </a:moveTo>
                  <a:lnTo>
                    <a:pt x="93654" y="24218"/>
                  </a:lnTo>
                  <a:lnTo>
                    <a:pt x="95803" y="22459"/>
                  </a:lnTo>
                  <a:lnTo>
                    <a:pt x="101681" y="22699"/>
                  </a:lnTo>
                  <a:lnTo>
                    <a:pt x="117858" y="24426"/>
                  </a:lnTo>
                  <a:lnTo>
                    <a:pt x="116481" y="30449"/>
                  </a:lnTo>
                  <a:lnTo>
                    <a:pt x="120542" y="31359"/>
                  </a:lnTo>
                  <a:lnTo>
                    <a:pt x="121298" y="31570"/>
                  </a:lnTo>
                  <a:lnTo>
                    <a:pt x="128636" y="33610"/>
                  </a:lnTo>
                  <a:lnTo>
                    <a:pt x="129132" y="33748"/>
                  </a:lnTo>
                  <a:lnTo>
                    <a:pt x="134888" y="36287"/>
                  </a:lnTo>
                  <a:lnTo>
                    <a:pt x="134920" y="39215"/>
                  </a:lnTo>
                  <a:lnTo>
                    <a:pt x="142692" y="39923"/>
                  </a:lnTo>
                  <a:lnTo>
                    <a:pt x="143023" y="40526"/>
                  </a:lnTo>
                  <a:lnTo>
                    <a:pt x="143190" y="41949"/>
                  </a:lnTo>
                  <a:lnTo>
                    <a:pt x="144861" y="44909"/>
                  </a:lnTo>
                  <a:lnTo>
                    <a:pt x="147435" y="47871"/>
                  </a:lnTo>
                  <a:lnTo>
                    <a:pt x="147714" y="48624"/>
                  </a:lnTo>
                  <a:lnTo>
                    <a:pt x="147824" y="48923"/>
                  </a:lnTo>
                  <a:lnTo>
                    <a:pt x="149802" y="54278"/>
                  </a:lnTo>
                  <a:lnTo>
                    <a:pt x="152533" y="56408"/>
                  </a:lnTo>
                  <a:lnTo>
                    <a:pt x="154712" y="58583"/>
                  </a:lnTo>
                  <a:lnTo>
                    <a:pt x="156484" y="59743"/>
                  </a:lnTo>
                  <a:lnTo>
                    <a:pt x="157168" y="61098"/>
                  </a:lnTo>
                  <a:lnTo>
                    <a:pt x="158832" y="64397"/>
                  </a:lnTo>
                  <a:lnTo>
                    <a:pt x="158892" y="66730"/>
                  </a:lnTo>
                  <a:lnTo>
                    <a:pt x="158910" y="67412"/>
                  </a:lnTo>
                  <a:lnTo>
                    <a:pt x="158414" y="69306"/>
                  </a:lnTo>
                  <a:lnTo>
                    <a:pt x="157955" y="71061"/>
                  </a:lnTo>
                  <a:lnTo>
                    <a:pt x="157843" y="71490"/>
                  </a:lnTo>
                  <a:lnTo>
                    <a:pt x="159662" y="73183"/>
                  </a:lnTo>
                  <a:lnTo>
                    <a:pt x="160287" y="73764"/>
                  </a:lnTo>
                  <a:lnTo>
                    <a:pt x="160741" y="74187"/>
                  </a:lnTo>
                  <a:lnTo>
                    <a:pt x="161251" y="74661"/>
                  </a:lnTo>
                  <a:lnTo>
                    <a:pt x="161803" y="75175"/>
                  </a:lnTo>
                  <a:lnTo>
                    <a:pt x="162168" y="75514"/>
                  </a:lnTo>
                  <a:lnTo>
                    <a:pt x="162352" y="75685"/>
                  </a:lnTo>
                  <a:lnTo>
                    <a:pt x="162904" y="76996"/>
                  </a:lnTo>
                  <a:lnTo>
                    <a:pt x="163164" y="77614"/>
                  </a:lnTo>
                  <a:lnTo>
                    <a:pt x="163229" y="77769"/>
                  </a:lnTo>
                  <a:lnTo>
                    <a:pt x="163946" y="79470"/>
                  </a:lnTo>
                  <a:lnTo>
                    <a:pt x="164390" y="80525"/>
                  </a:lnTo>
                  <a:lnTo>
                    <a:pt x="164815" y="81557"/>
                  </a:lnTo>
                  <a:lnTo>
                    <a:pt x="165267" y="82892"/>
                  </a:lnTo>
                  <a:lnTo>
                    <a:pt x="165373" y="83208"/>
                  </a:lnTo>
                  <a:lnTo>
                    <a:pt x="165803" y="84477"/>
                  </a:lnTo>
                  <a:lnTo>
                    <a:pt x="165959" y="84938"/>
                  </a:lnTo>
                  <a:lnTo>
                    <a:pt x="166146" y="85489"/>
                  </a:lnTo>
                  <a:lnTo>
                    <a:pt x="166334" y="86045"/>
                  </a:lnTo>
                  <a:lnTo>
                    <a:pt x="166643" y="86959"/>
                  </a:lnTo>
                  <a:lnTo>
                    <a:pt x="176898" y="86453"/>
                  </a:lnTo>
                  <a:lnTo>
                    <a:pt x="176958" y="87420"/>
                  </a:lnTo>
                  <a:lnTo>
                    <a:pt x="181062" y="87579"/>
                  </a:lnTo>
                  <a:lnTo>
                    <a:pt x="180241" y="80254"/>
                  </a:lnTo>
                  <a:lnTo>
                    <a:pt x="180192" y="79818"/>
                  </a:lnTo>
                  <a:lnTo>
                    <a:pt x="180102" y="79143"/>
                  </a:lnTo>
                  <a:lnTo>
                    <a:pt x="180025" y="78572"/>
                  </a:lnTo>
                  <a:lnTo>
                    <a:pt x="179772" y="76680"/>
                  </a:lnTo>
                  <a:lnTo>
                    <a:pt x="188640" y="77140"/>
                  </a:lnTo>
                  <a:lnTo>
                    <a:pt x="188627" y="77334"/>
                  </a:lnTo>
                  <a:lnTo>
                    <a:pt x="188565" y="78232"/>
                  </a:lnTo>
                  <a:lnTo>
                    <a:pt x="188541" y="78572"/>
                  </a:lnTo>
                  <a:lnTo>
                    <a:pt x="188339" y="81512"/>
                  </a:lnTo>
                  <a:lnTo>
                    <a:pt x="188298" y="82097"/>
                  </a:lnTo>
                  <a:lnTo>
                    <a:pt x="188265" y="82577"/>
                  </a:lnTo>
                  <a:lnTo>
                    <a:pt x="188196" y="83575"/>
                  </a:lnTo>
                  <a:lnTo>
                    <a:pt x="188167" y="84002"/>
                  </a:lnTo>
                  <a:lnTo>
                    <a:pt x="188155" y="84180"/>
                  </a:lnTo>
                  <a:lnTo>
                    <a:pt x="188101" y="84958"/>
                  </a:lnTo>
                  <a:lnTo>
                    <a:pt x="187970" y="86859"/>
                  </a:lnTo>
                  <a:lnTo>
                    <a:pt x="187891" y="88014"/>
                  </a:lnTo>
                  <a:lnTo>
                    <a:pt x="187873" y="88271"/>
                  </a:lnTo>
                  <a:lnTo>
                    <a:pt x="187833" y="88844"/>
                  </a:lnTo>
                  <a:lnTo>
                    <a:pt x="197665" y="89502"/>
                  </a:lnTo>
                  <a:lnTo>
                    <a:pt x="197495" y="92674"/>
                  </a:lnTo>
                  <a:lnTo>
                    <a:pt x="197364" y="95124"/>
                  </a:lnTo>
                  <a:lnTo>
                    <a:pt x="197318" y="95991"/>
                  </a:lnTo>
                  <a:lnTo>
                    <a:pt x="197293" y="96452"/>
                  </a:lnTo>
                  <a:lnTo>
                    <a:pt x="197281" y="96694"/>
                  </a:lnTo>
                  <a:lnTo>
                    <a:pt x="197160" y="98949"/>
                  </a:lnTo>
                  <a:lnTo>
                    <a:pt x="197149" y="99152"/>
                  </a:lnTo>
                  <a:lnTo>
                    <a:pt x="196998" y="101981"/>
                  </a:lnTo>
                  <a:lnTo>
                    <a:pt x="196961" y="102564"/>
                  </a:lnTo>
                  <a:lnTo>
                    <a:pt x="196947" y="102772"/>
                  </a:lnTo>
                  <a:lnTo>
                    <a:pt x="196912" y="103318"/>
                  </a:lnTo>
                  <a:lnTo>
                    <a:pt x="196899" y="103523"/>
                  </a:lnTo>
                  <a:lnTo>
                    <a:pt x="196837" y="104495"/>
                  </a:lnTo>
                  <a:lnTo>
                    <a:pt x="196784" y="105312"/>
                  </a:lnTo>
                  <a:lnTo>
                    <a:pt x="196758" y="105727"/>
                  </a:lnTo>
                  <a:lnTo>
                    <a:pt x="196148" y="115121"/>
                  </a:lnTo>
                  <a:lnTo>
                    <a:pt x="196076" y="115520"/>
                  </a:lnTo>
                  <a:lnTo>
                    <a:pt x="195994" y="115981"/>
                  </a:lnTo>
                  <a:lnTo>
                    <a:pt x="195921" y="116388"/>
                  </a:lnTo>
                  <a:lnTo>
                    <a:pt x="195737" y="117419"/>
                  </a:lnTo>
                  <a:lnTo>
                    <a:pt x="195648" y="117632"/>
                  </a:lnTo>
                  <a:lnTo>
                    <a:pt x="195155" y="118807"/>
                  </a:lnTo>
                  <a:lnTo>
                    <a:pt x="195016" y="119139"/>
                  </a:lnTo>
                  <a:lnTo>
                    <a:pt x="194823" y="119599"/>
                  </a:lnTo>
                  <a:lnTo>
                    <a:pt x="194728" y="119825"/>
                  </a:lnTo>
                  <a:lnTo>
                    <a:pt x="194512" y="120342"/>
                  </a:lnTo>
                  <a:lnTo>
                    <a:pt x="194359" y="120562"/>
                  </a:lnTo>
                  <a:lnTo>
                    <a:pt x="194148" y="120864"/>
                  </a:lnTo>
                  <a:lnTo>
                    <a:pt x="193456" y="121858"/>
                  </a:lnTo>
                  <a:lnTo>
                    <a:pt x="193221" y="122197"/>
                  </a:lnTo>
                  <a:lnTo>
                    <a:pt x="187362" y="130641"/>
                  </a:lnTo>
                  <a:lnTo>
                    <a:pt x="186642" y="131679"/>
                  </a:lnTo>
                  <a:lnTo>
                    <a:pt x="186414" y="132006"/>
                  </a:lnTo>
                  <a:lnTo>
                    <a:pt x="184837" y="134263"/>
                  </a:lnTo>
                  <a:lnTo>
                    <a:pt x="184257" y="135093"/>
                  </a:lnTo>
                  <a:lnTo>
                    <a:pt x="181829" y="138569"/>
                  </a:lnTo>
                  <a:lnTo>
                    <a:pt x="180318" y="140732"/>
                  </a:lnTo>
                  <a:lnTo>
                    <a:pt x="179325" y="142154"/>
                  </a:lnTo>
                  <a:lnTo>
                    <a:pt x="177659" y="144538"/>
                  </a:lnTo>
                  <a:lnTo>
                    <a:pt x="175956" y="146976"/>
                  </a:lnTo>
                  <a:lnTo>
                    <a:pt x="173728" y="150165"/>
                  </a:lnTo>
                  <a:lnTo>
                    <a:pt x="173518" y="150466"/>
                  </a:lnTo>
                  <a:lnTo>
                    <a:pt x="173283" y="150802"/>
                  </a:lnTo>
                  <a:lnTo>
                    <a:pt x="173022" y="151210"/>
                  </a:lnTo>
                  <a:lnTo>
                    <a:pt x="172609" y="151856"/>
                  </a:lnTo>
                  <a:lnTo>
                    <a:pt x="171588" y="153454"/>
                  </a:lnTo>
                  <a:lnTo>
                    <a:pt x="170680" y="154874"/>
                  </a:lnTo>
                  <a:lnTo>
                    <a:pt x="170144" y="155712"/>
                  </a:lnTo>
                  <a:lnTo>
                    <a:pt x="162541" y="167604"/>
                  </a:lnTo>
                  <a:lnTo>
                    <a:pt x="161944" y="168479"/>
                  </a:lnTo>
                  <a:lnTo>
                    <a:pt x="160772" y="170199"/>
                  </a:lnTo>
                  <a:lnTo>
                    <a:pt x="159491" y="172078"/>
                  </a:lnTo>
                  <a:lnTo>
                    <a:pt x="158281" y="173854"/>
                  </a:lnTo>
                  <a:lnTo>
                    <a:pt x="157722" y="174674"/>
                  </a:lnTo>
                  <a:lnTo>
                    <a:pt x="157080" y="174214"/>
                  </a:lnTo>
                  <a:lnTo>
                    <a:pt x="156713" y="173951"/>
                  </a:lnTo>
                  <a:lnTo>
                    <a:pt x="151704" y="170362"/>
                  </a:lnTo>
                  <a:lnTo>
                    <a:pt x="149272" y="168620"/>
                  </a:lnTo>
                  <a:lnTo>
                    <a:pt x="148735" y="168235"/>
                  </a:lnTo>
                  <a:lnTo>
                    <a:pt x="145679" y="166272"/>
                  </a:lnTo>
                  <a:lnTo>
                    <a:pt x="143566" y="164915"/>
                  </a:lnTo>
                  <a:lnTo>
                    <a:pt x="142661" y="164333"/>
                  </a:lnTo>
                  <a:lnTo>
                    <a:pt x="141445" y="166272"/>
                  </a:lnTo>
                  <a:lnTo>
                    <a:pt x="140854" y="167213"/>
                  </a:lnTo>
                  <a:lnTo>
                    <a:pt x="139161" y="169912"/>
                  </a:lnTo>
                  <a:lnTo>
                    <a:pt x="138804" y="170482"/>
                  </a:lnTo>
                  <a:lnTo>
                    <a:pt x="138107" y="171593"/>
                  </a:lnTo>
                  <a:lnTo>
                    <a:pt x="132889" y="168085"/>
                  </a:lnTo>
                  <a:lnTo>
                    <a:pt x="128802" y="165336"/>
                  </a:lnTo>
                  <a:lnTo>
                    <a:pt x="126373" y="163703"/>
                  </a:lnTo>
                  <a:lnTo>
                    <a:pt x="124352" y="162344"/>
                  </a:lnTo>
                  <a:lnTo>
                    <a:pt x="119352" y="158382"/>
                  </a:lnTo>
                  <a:lnTo>
                    <a:pt x="117592" y="157161"/>
                  </a:lnTo>
                  <a:lnTo>
                    <a:pt x="117144" y="156850"/>
                  </a:lnTo>
                  <a:lnTo>
                    <a:pt x="113761" y="154500"/>
                  </a:lnTo>
                  <a:lnTo>
                    <a:pt x="111021" y="152223"/>
                  </a:lnTo>
                  <a:lnTo>
                    <a:pt x="109859" y="152098"/>
                  </a:lnTo>
                  <a:lnTo>
                    <a:pt x="109165" y="151897"/>
                  </a:lnTo>
                  <a:lnTo>
                    <a:pt x="108071" y="151581"/>
                  </a:lnTo>
                  <a:lnTo>
                    <a:pt x="105071" y="155295"/>
                  </a:lnTo>
                  <a:lnTo>
                    <a:pt x="103429" y="157328"/>
                  </a:lnTo>
                  <a:lnTo>
                    <a:pt x="102800" y="158108"/>
                  </a:lnTo>
                  <a:lnTo>
                    <a:pt x="102625" y="158327"/>
                  </a:lnTo>
                  <a:lnTo>
                    <a:pt x="102245" y="158733"/>
                  </a:lnTo>
                  <a:lnTo>
                    <a:pt x="101511" y="159515"/>
                  </a:lnTo>
                  <a:lnTo>
                    <a:pt x="100575" y="159515"/>
                  </a:lnTo>
                  <a:lnTo>
                    <a:pt x="100417" y="159469"/>
                  </a:lnTo>
                  <a:lnTo>
                    <a:pt x="99896" y="159318"/>
                  </a:lnTo>
                  <a:lnTo>
                    <a:pt x="99615" y="159236"/>
                  </a:lnTo>
                  <a:lnTo>
                    <a:pt x="98928" y="159037"/>
                  </a:lnTo>
                  <a:lnTo>
                    <a:pt x="93832" y="155565"/>
                  </a:lnTo>
                  <a:lnTo>
                    <a:pt x="87366" y="151113"/>
                  </a:lnTo>
                  <a:lnTo>
                    <a:pt x="87827" y="150034"/>
                  </a:lnTo>
                  <a:lnTo>
                    <a:pt x="88361" y="148783"/>
                  </a:lnTo>
                  <a:lnTo>
                    <a:pt x="88361" y="147989"/>
                  </a:lnTo>
                  <a:lnTo>
                    <a:pt x="88343" y="146240"/>
                  </a:lnTo>
                  <a:lnTo>
                    <a:pt x="87782" y="143654"/>
                  </a:lnTo>
                  <a:lnTo>
                    <a:pt x="85994" y="141958"/>
                  </a:lnTo>
                  <a:lnTo>
                    <a:pt x="85689" y="141686"/>
                  </a:lnTo>
                  <a:lnTo>
                    <a:pt x="85477" y="141497"/>
                  </a:lnTo>
                  <a:lnTo>
                    <a:pt x="83505" y="139738"/>
                  </a:lnTo>
                  <a:lnTo>
                    <a:pt x="83361" y="139038"/>
                  </a:lnTo>
                  <a:lnTo>
                    <a:pt x="83163" y="138902"/>
                  </a:lnTo>
                  <a:lnTo>
                    <a:pt x="82147" y="138207"/>
                  </a:lnTo>
                  <a:lnTo>
                    <a:pt x="81708" y="137907"/>
                  </a:lnTo>
                  <a:lnTo>
                    <a:pt x="78430" y="135663"/>
                  </a:lnTo>
                  <a:lnTo>
                    <a:pt x="76785" y="134537"/>
                  </a:lnTo>
                  <a:lnTo>
                    <a:pt x="74929" y="133267"/>
                  </a:lnTo>
                  <a:lnTo>
                    <a:pt x="73213" y="135663"/>
                  </a:lnTo>
                  <a:lnTo>
                    <a:pt x="71944" y="137433"/>
                  </a:lnTo>
                  <a:lnTo>
                    <a:pt x="71204" y="136862"/>
                  </a:lnTo>
                  <a:lnTo>
                    <a:pt x="69649" y="135663"/>
                  </a:lnTo>
                  <a:lnTo>
                    <a:pt x="68799" y="135007"/>
                  </a:lnTo>
                  <a:lnTo>
                    <a:pt x="71032" y="131176"/>
                  </a:lnTo>
                  <a:lnTo>
                    <a:pt x="64698" y="127802"/>
                  </a:lnTo>
                  <a:lnTo>
                    <a:pt x="66145" y="125027"/>
                  </a:lnTo>
                  <a:lnTo>
                    <a:pt x="65004" y="124173"/>
                  </a:lnTo>
                  <a:lnTo>
                    <a:pt x="65415" y="123324"/>
                  </a:lnTo>
                  <a:lnTo>
                    <a:pt x="66026" y="122064"/>
                  </a:lnTo>
                  <a:lnTo>
                    <a:pt x="66348" y="121400"/>
                  </a:lnTo>
                  <a:lnTo>
                    <a:pt x="66466" y="121156"/>
                  </a:lnTo>
                  <a:lnTo>
                    <a:pt x="66151" y="120930"/>
                  </a:lnTo>
                  <a:lnTo>
                    <a:pt x="65101" y="120174"/>
                  </a:lnTo>
                  <a:lnTo>
                    <a:pt x="65909" y="118851"/>
                  </a:lnTo>
                  <a:lnTo>
                    <a:pt x="65101" y="118282"/>
                  </a:lnTo>
                  <a:lnTo>
                    <a:pt x="66424" y="116531"/>
                  </a:lnTo>
                  <a:lnTo>
                    <a:pt x="65895" y="116176"/>
                  </a:lnTo>
                  <a:lnTo>
                    <a:pt x="65240" y="116873"/>
                  </a:lnTo>
                  <a:lnTo>
                    <a:pt x="62693" y="114795"/>
                  </a:lnTo>
                  <a:lnTo>
                    <a:pt x="61941" y="115863"/>
                  </a:lnTo>
                  <a:lnTo>
                    <a:pt x="59847" y="115508"/>
                  </a:lnTo>
                  <a:lnTo>
                    <a:pt x="59672" y="115478"/>
                  </a:lnTo>
                  <a:lnTo>
                    <a:pt x="59405" y="113632"/>
                  </a:lnTo>
                  <a:lnTo>
                    <a:pt x="59336" y="113151"/>
                  </a:lnTo>
                  <a:lnTo>
                    <a:pt x="59048" y="113243"/>
                  </a:lnTo>
                  <a:lnTo>
                    <a:pt x="58503" y="113416"/>
                  </a:lnTo>
                  <a:lnTo>
                    <a:pt x="57948" y="112045"/>
                  </a:lnTo>
                  <a:lnTo>
                    <a:pt x="57768" y="111601"/>
                  </a:lnTo>
                  <a:lnTo>
                    <a:pt x="57739" y="111380"/>
                  </a:lnTo>
                  <a:lnTo>
                    <a:pt x="58984" y="108273"/>
                  </a:lnTo>
                  <a:lnTo>
                    <a:pt x="60289" y="105019"/>
                  </a:lnTo>
                  <a:lnTo>
                    <a:pt x="51402" y="106197"/>
                  </a:lnTo>
                  <a:lnTo>
                    <a:pt x="50797" y="97615"/>
                  </a:lnTo>
                  <a:lnTo>
                    <a:pt x="47761" y="97857"/>
                  </a:lnTo>
                  <a:lnTo>
                    <a:pt x="47681" y="97060"/>
                  </a:lnTo>
                  <a:lnTo>
                    <a:pt x="47634" y="96585"/>
                  </a:lnTo>
                  <a:lnTo>
                    <a:pt x="47613" y="96113"/>
                  </a:lnTo>
                  <a:lnTo>
                    <a:pt x="47564" y="95015"/>
                  </a:lnTo>
                  <a:lnTo>
                    <a:pt x="47553" y="94766"/>
                  </a:lnTo>
                  <a:lnTo>
                    <a:pt x="47433" y="92043"/>
                  </a:lnTo>
                  <a:lnTo>
                    <a:pt x="47390" y="91075"/>
                  </a:lnTo>
                  <a:lnTo>
                    <a:pt x="47314" y="90431"/>
                  </a:lnTo>
                  <a:lnTo>
                    <a:pt x="47271" y="90061"/>
                  </a:lnTo>
                  <a:lnTo>
                    <a:pt x="47250" y="89883"/>
                  </a:lnTo>
                  <a:lnTo>
                    <a:pt x="47061" y="88286"/>
                  </a:lnTo>
                  <a:lnTo>
                    <a:pt x="47037" y="88084"/>
                  </a:lnTo>
                  <a:lnTo>
                    <a:pt x="46964" y="87576"/>
                  </a:lnTo>
                  <a:lnTo>
                    <a:pt x="46898" y="87114"/>
                  </a:lnTo>
                  <a:lnTo>
                    <a:pt x="46709" y="85794"/>
                  </a:lnTo>
                  <a:lnTo>
                    <a:pt x="46319" y="83064"/>
                  </a:lnTo>
                  <a:lnTo>
                    <a:pt x="46023" y="80991"/>
                  </a:lnTo>
                  <a:lnTo>
                    <a:pt x="44280" y="80490"/>
                  </a:lnTo>
                  <a:lnTo>
                    <a:pt x="42123" y="79871"/>
                  </a:lnTo>
                  <a:lnTo>
                    <a:pt x="41686" y="79746"/>
                  </a:lnTo>
                  <a:lnTo>
                    <a:pt x="41986" y="78570"/>
                  </a:lnTo>
                  <a:lnTo>
                    <a:pt x="42200" y="77731"/>
                  </a:lnTo>
                  <a:lnTo>
                    <a:pt x="43012" y="74946"/>
                  </a:lnTo>
                  <a:lnTo>
                    <a:pt x="44316" y="75157"/>
                  </a:lnTo>
                  <a:lnTo>
                    <a:pt x="48326" y="75808"/>
                  </a:lnTo>
                  <a:lnTo>
                    <a:pt x="48825" y="75925"/>
                  </a:lnTo>
                  <a:lnTo>
                    <a:pt x="51734" y="76605"/>
                  </a:lnTo>
                  <a:lnTo>
                    <a:pt x="55757" y="77294"/>
                  </a:lnTo>
                  <a:lnTo>
                    <a:pt x="56366" y="77398"/>
                  </a:lnTo>
                  <a:lnTo>
                    <a:pt x="57277" y="77487"/>
                  </a:lnTo>
                  <a:lnTo>
                    <a:pt x="58430" y="77599"/>
                  </a:lnTo>
                  <a:lnTo>
                    <a:pt x="58870" y="77642"/>
                  </a:lnTo>
                  <a:lnTo>
                    <a:pt x="59355" y="77689"/>
                  </a:lnTo>
                  <a:lnTo>
                    <a:pt x="61820" y="78503"/>
                  </a:lnTo>
                  <a:lnTo>
                    <a:pt x="62057" y="78581"/>
                  </a:lnTo>
                  <a:lnTo>
                    <a:pt x="63322" y="78998"/>
                  </a:lnTo>
                  <a:lnTo>
                    <a:pt x="63564" y="79078"/>
                  </a:lnTo>
                  <a:lnTo>
                    <a:pt x="64218" y="79293"/>
                  </a:lnTo>
                  <a:lnTo>
                    <a:pt x="67883" y="80621"/>
                  </a:lnTo>
                  <a:lnTo>
                    <a:pt x="69052" y="81044"/>
                  </a:lnTo>
                  <a:lnTo>
                    <a:pt x="69387" y="81165"/>
                  </a:lnTo>
                  <a:lnTo>
                    <a:pt x="69739" y="81292"/>
                  </a:lnTo>
                  <a:lnTo>
                    <a:pt x="70076" y="81458"/>
                  </a:lnTo>
                  <a:lnTo>
                    <a:pt x="70435" y="81635"/>
                  </a:lnTo>
                  <a:lnTo>
                    <a:pt x="71851" y="82331"/>
                  </a:lnTo>
                  <a:lnTo>
                    <a:pt x="72124" y="82465"/>
                  </a:lnTo>
                  <a:lnTo>
                    <a:pt x="75075" y="83347"/>
                  </a:lnTo>
                  <a:lnTo>
                    <a:pt x="76166" y="83674"/>
                  </a:lnTo>
                  <a:lnTo>
                    <a:pt x="76311" y="83717"/>
                  </a:lnTo>
                  <a:lnTo>
                    <a:pt x="77139" y="83965"/>
                  </a:lnTo>
                  <a:lnTo>
                    <a:pt x="78406" y="84343"/>
                  </a:lnTo>
                  <a:lnTo>
                    <a:pt x="78575" y="84366"/>
                  </a:lnTo>
                  <a:lnTo>
                    <a:pt x="80560" y="84624"/>
                  </a:lnTo>
                  <a:lnTo>
                    <a:pt x="80733" y="84647"/>
                  </a:lnTo>
                  <a:lnTo>
                    <a:pt x="80939" y="84673"/>
                  </a:lnTo>
                  <a:lnTo>
                    <a:pt x="81814" y="84787"/>
                  </a:lnTo>
                  <a:lnTo>
                    <a:pt x="83543" y="84951"/>
                  </a:lnTo>
                  <a:lnTo>
                    <a:pt x="83988" y="84993"/>
                  </a:lnTo>
                  <a:lnTo>
                    <a:pt x="89364" y="85501"/>
                  </a:lnTo>
                  <a:lnTo>
                    <a:pt x="90617" y="83830"/>
                  </a:lnTo>
                  <a:lnTo>
                    <a:pt x="90925" y="83104"/>
                  </a:lnTo>
                  <a:lnTo>
                    <a:pt x="91120" y="82644"/>
                  </a:lnTo>
                  <a:lnTo>
                    <a:pt x="93370" y="78586"/>
                  </a:lnTo>
                  <a:lnTo>
                    <a:pt x="94071" y="77322"/>
                  </a:lnTo>
                  <a:lnTo>
                    <a:pt x="96884" y="75977"/>
                  </a:lnTo>
                  <a:lnTo>
                    <a:pt x="99468" y="78027"/>
                  </a:lnTo>
                  <a:lnTo>
                    <a:pt x="99940" y="77320"/>
                  </a:lnTo>
                  <a:lnTo>
                    <a:pt x="101923" y="74383"/>
                  </a:lnTo>
                  <a:lnTo>
                    <a:pt x="104169" y="72247"/>
                  </a:lnTo>
                  <a:lnTo>
                    <a:pt x="105174" y="71292"/>
                  </a:lnTo>
                  <a:lnTo>
                    <a:pt x="108113" y="68499"/>
                  </a:lnTo>
                  <a:lnTo>
                    <a:pt x="107886" y="68301"/>
                  </a:lnTo>
                  <a:lnTo>
                    <a:pt x="106884" y="67335"/>
                  </a:lnTo>
                  <a:lnTo>
                    <a:pt x="106304" y="66776"/>
                  </a:lnTo>
                  <a:lnTo>
                    <a:pt x="105038" y="66297"/>
                  </a:lnTo>
                  <a:lnTo>
                    <a:pt x="104169" y="65968"/>
                  </a:lnTo>
                  <a:lnTo>
                    <a:pt x="103422" y="65686"/>
                  </a:lnTo>
                  <a:lnTo>
                    <a:pt x="103113" y="65569"/>
                  </a:lnTo>
                  <a:lnTo>
                    <a:pt x="100614" y="64760"/>
                  </a:lnTo>
                  <a:lnTo>
                    <a:pt x="97813" y="63854"/>
                  </a:lnTo>
                  <a:lnTo>
                    <a:pt x="96536" y="63441"/>
                  </a:lnTo>
                  <a:lnTo>
                    <a:pt x="92247" y="62167"/>
                  </a:lnTo>
                  <a:lnTo>
                    <a:pt x="91717" y="61958"/>
                  </a:lnTo>
                  <a:lnTo>
                    <a:pt x="89394" y="61043"/>
                  </a:lnTo>
                  <a:lnTo>
                    <a:pt x="88238" y="60587"/>
                  </a:lnTo>
                  <a:lnTo>
                    <a:pt x="87672" y="61680"/>
                  </a:lnTo>
                  <a:lnTo>
                    <a:pt x="85625" y="60929"/>
                  </a:lnTo>
                  <a:lnTo>
                    <a:pt x="81431" y="59391"/>
                  </a:lnTo>
                  <a:lnTo>
                    <a:pt x="80088" y="58899"/>
                  </a:lnTo>
                  <a:lnTo>
                    <a:pt x="76001" y="57400"/>
                  </a:lnTo>
                  <a:lnTo>
                    <a:pt x="74625" y="56895"/>
                  </a:lnTo>
                  <a:lnTo>
                    <a:pt x="71548" y="55767"/>
                  </a:lnTo>
                  <a:lnTo>
                    <a:pt x="70602" y="56982"/>
                  </a:lnTo>
                  <a:lnTo>
                    <a:pt x="69375" y="56508"/>
                  </a:lnTo>
                  <a:lnTo>
                    <a:pt x="68778" y="56278"/>
                  </a:lnTo>
                  <a:lnTo>
                    <a:pt x="67486" y="55794"/>
                  </a:lnTo>
                  <a:lnTo>
                    <a:pt x="66186" y="55307"/>
                  </a:lnTo>
                  <a:lnTo>
                    <a:pt x="65855" y="55183"/>
                  </a:lnTo>
                  <a:lnTo>
                    <a:pt x="65279" y="55168"/>
                  </a:lnTo>
                  <a:lnTo>
                    <a:pt x="63706" y="55150"/>
                  </a:lnTo>
                  <a:lnTo>
                    <a:pt x="62446" y="55689"/>
                  </a:lnTo>
                  <a:lnTo>
                    <a:pt x="61808" y="55962"/>
                  </a:lnTo>
                  <a:lnTo>
                    <a:pt x="60543" y="56557"/>
                  </a:lnTo>
                  <a:lnTo>
                    <a:pt x="60130" y="56752"/>
                  </a:lnTo>
                  <a:lnTo>
                    <a:pt x="58313" y="57607"/>
                  </a:lnTo>
                  <a:lnTo>
                    <a:pt x="56731" y="58713"/>
                  </a:lnTo>
                  <a:lnTo>
                    <a:pt x="56246" y="59052"/>
                  </a:lnTo>
                  <a:lnTo>
                    <a:pt x="55937" y="59269"/>
                  </a:lnTo>
                  <a:lnTo>
                    <a:pt x="55467" y="58771"/>
                  </a:lnTo>
                  <a:lnTo>
                    <a:pt x="55130" y="58414"/>
                  </a:lnTo>
                  <a:lnTo>
                    <a:pt x="55479" y="55993"/>
                  </a:lnTo>
                  <a:lnTo>
                    <a:pt x="55823" y="53606"/>
                  </a:lnTo>
                  <a:lnTo>
                    <a:pt x="53798" y="53223"/>
                  </a:lnTo>
                  <a:lnTo>
                    <a:pt x="52765" y="53027"/>
                  </a:lnTo>
                  <a:lnTo>
                    <a:pt x="51153" y="52722"/>
                  </a:lnTo>
                  <a:lnTo>
                    <a:pt x="50933" y="52680"/>
                  </a:lnTo>
                  <a:lnTo>
                    <a:pt x="46629" y="51865"/>
                  </a:lnTo>
                  <a:lnTo>
                    <a:pt x="46113" y="51767"/>
                  </a:lnTo>
                  <a:lnTo>
                    <a:pt x="45134" y="51582"/>
                  </a:lnTo>
                  <a:lnTo>
                    <a:pt x="38798" y="50381"/>
                  </a:lnTo>
                  <a:lnTo>
                    <a:pt x="38458" y="50317"/>
                  </a:lnTo>
                  <a:lnTo>
                    <a:pt x="37831" y="50198"/>
                  </a:lnTo>
                  <a:lnTo>
                    <a:pt x="37398" y="50116"/>
                  </a:lnTo>
                  <a:lnTo>
                    <a:pt x="30802" y="48867"/>
                  </a:lnTo>
                  <a:lnTo>
                    <a:pt x="26737" y="48097"/>
                  </a:lnTo>
                  <a:lnTo>
                    <a:pt x="26567" y="48065"/>
                  </a:lnTo>
                  <a:lnTo>
                    <a:pt x="26309" y="48016"/>
                  </a:lnTo>
                  <a:lnTo>
                    <a:pt x="23896" y="47559"/>
                  </a:lnTo>
                  <a:lnTo>
                    <a:pt x="23758" y="47533"/>
                  </a:lnTo>
                  <a:lnTo>
                    <a:pt x="20818" y="46976"/>
                  </a:lnTo>
                  <a:lnTo>
                    <a:pt x="18427" y="46523"/>
                  </a:lnTo>
                  <a:lnTo>
                    <a:pt x="17569" y="46360"/>
                  </a:lnTo>
                  <a:lnTo>
                    <a:pt x="17084" y="45502"/>
                  </a:lnTo>
                  <a:lnTo>
                    <a:pt x="16907" y="45486"/>
                  </a:lnTo>
                  <a:lnTo>
                    <a:pt x="16455" y="45446"/>
                  </a:lnTo>
                  <a:lnTo>
                    <a:pt x="8959" y="44774"/>
                  </a:lnTo>
                  <a:lnTo>
                    <a:pt x="8568" y="44715"/>
                  </a:lnTo>
                  <a:lnTo>
                    <a:pt x="6910" y="44465"/>
                  </a:lnTo>
                  <a:lnTo>
                    <a:pt x="5212" y="44209"/>
                  </a:lnTo>
                  <a:lnTo>
                    <a:pt x="4418" y="43278"/>
                  </a:lnTo>
                  <a:lnTo>
                    <a:pt x="3713" y="42452"/>
                  </a:lnTo>
                  <a:lnTo>
                    <a:pt x="2940" y="41545"/>
                  </a:lnTo>
                  <a:lnTo>
                    <a:pt x="2639" y="40641"/>
                  </a:lnTo>
                  <a:lnTo>
                    <a:pt x="2553" y="40381"/>
                  </a:lnTo>
                  <a:lnTo>
                    <a:pt x="2360" y="39802"/>
                  </a:lnTo>
                  <a:lnTo>
                    <a:pt x="1169" y="36217"/>
                  </a:lnTo>
                  <a:lnTo>
                    <a:pt x="599" y="33885"/>
                  </a:lnTo>
                  <a:lnTo>
                    <a:pt x="88" y="31798"/>
                  </a:lnTo>
                  <a:lnTo>
                    <a:pt x="0" y="31436"/>
                  </a:lnTo>
                  <a:lnTo>
                    <a:pt x="691" y="30085"/>
                  </a:lnTo>
                  <a:lnTo>
                    <a:pt x="11824" y="30549"/>
                  </a:lnTo>
                  <a:lnTo>
                    <a:pt x="10956" y="25017"/>
                  </a:lnTo>
                  <a:lnTo>
                    <a:pt x="7481" y="16547"/>
                  </a:lnTo>
                  <a:lnTo>
                    <a:pt x="4377" y="12450"/>
                  </a:lnTo>
                  <a:lnTo>
                    <a:pt x="8007" y="7825"/>
                  </a:lnTo>
                  <a:lnTo>
                    <a:pt x="22885" y="0"/>
                  </a:lnTo>
                  <a:lnTo>
                    <a:pt x="56900" y="3670"/>
                  </a:lnTo>
                  <a:lnTo>
                    <a:pt x="56951" y="4349"/>
                  </a:lnTo>
                  <a:lnTo>
                    <a:pt x="57457" y="11126"/>
                  </a:lnTo>
                  <a:lnTo>
                    <a:pt x="76836" y="197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97588" y="3981582"/>
              <a:ext cx="167448" cy="189929"/>
            </a:xfrm>
            <a:custGeom>
              <a:avLst/>
              <a:pathLst>
                <a:path w="167448" h="189929">
                  <a:moveTo>
                    <a:pt x="115971" y="170591"/>
                  </a:moveTo>
                  <a:lnTo>
                    <a:pt x="114535" y="173026"/>
                  </a:lnTo>
                  <a:lnTo>
                    <a:pt x="113710" y="174321"/>
                  </a:lnTo>
                  <a:lnTo>
                    <a:pt x="112653" y="175979"/>
                  </a:lnTo>
                  <a:lnTo>
                    <a:pt x="112399" y="176378"/>
                  </a:lnTo>
                  <a:lnTo>
                    <a:pt x="112267" y="176584"/>
                  </a:lnTo>
                  <a:lnTo>
                    <a:pt x="112084" y="176872"/>
                  </a:lnTo>
                  <a:lnTo>
                    <a:pt x="111674" y="177551"/>
                  </a:lnTo>
                  <a:lnTo>
                    <a:pt x="111178" y="178373"/>
                  </a:lnTo>
                  <a:lnTo>
                    <a:pt x="110515" y="179471"/>
                  </a:lnTo>
                  <a:lnTo>
                    <a:pt x="110001" y="180323"/>
                  </a:lnTo>
                  <a:lnTo>
                    <a:pt x="109418" y="181289"/>
                  </a:lnTo>
                  <a:lnTo>
                    <a:pt x="109218" y="181619"/>
                  </a:lnTo>
                  <a:lnTo>
                    <a:pt x="107116" y="185102"/>
                  </a:lnTo>
                  <a:lnTo>
                    <a:pt x="106959" y="185361"/>
                  </a:lnTo>
                  <a:lnTo>
                    <a:pt x="104963" y="188668"/>
                  </a:lnTo>
                  <a:lnTo>
                    <a:pt x="104737" y="189042"/>
                  </a:lnTo>
                  <a:lnTo>
                    <a:pt x="104202" y="189929"/>
                  </a:lnTo>
                  <a:lnTo>
                    <a:pt x="103058" y="189145"/>
                  </a:lnTo>
                  <a:lnTo>
                    <a:pt x="94916" y="183562"/>
                  </a:lnTo>
                  <a:lnTo>
                    <a:pt x="80764" y="174396"/>
                  </a:lnTo>
                  <a:lnTo>
                    <a:pt x="80481" y="174210"/>
                  </a:lnTo>
                  <a:lnTo>
                    <a:pt x="74955" y="170610"/>
                  </a:lnTo>
                  <a:lnTo>
                    <a:pt x="73053" y="169363"/>
                  </a:lnTo>
                  <a:lnTo>
                    <a:pt x="72226" y="168822"/>
                  </a:lnTo>
                  <a:lnTo>
                    <a:pt x="72044" y="168702"/>
                  </a:lnTo>
                  <a:lnTo>
                    <a:pt x="71311" y="168207"/>
                  </a:lnTo>
                  <a:lnTo>
                    <a:pt x="69360" y="166889"/>
                  </a:lnTo>
                  <a:lnTo>
                    <a:pt x="68296" y="166170"/>
                  </a:lnTo>
                  <a:lnTo>
                    <a:pt x="65662" y="164391"/>
                  </a:lnTo>
                  <a:lnTo>
                    <a:pt x="61935" y="161214"/>
                  </a:lnTo>
                  <a:lnTo>
                    <a:pt x="59954" y="159524"/>
                  </a:lnTo>
                  <a:lnTo>
                    <a:pt x="58636" y="158401"/>
                  </a:lnTo>
                  <a:lnTo>
                    <a:pt x="57849" y="157730"/>
                  </a:lnTo>
                  <a:lnTo>
                    <a:pt x="57414" y="157359"/>
                  </a:lnTo>
                  <a:lnTo>
                    <a:pt x="55775" y="155962"/>
                  </a:lnTo>
                  <a:lnTo>
                    <a:pt x="53405" y="153942"/>
                  </a:lnTo>
                  <a:lnTo>
                    <a:pt x="51434" y="152262"/>
                  </a:lnTo>
                  <a:lnTo>
                    <a:pt x="50915" y="151819"/>
                  </a:lnTo>
                  <a:lnTo>
                    <a:pt x="48867" y="150073"/>
                  </a:lnTo>
                  <a:lnTo>
                    <a:pt x="48297" y="149587"/>
                  </a:lnTo>
                  <a:lnTo>
                    <a:pt x="43285" y="145314"/>
                  </a:lnTo>
                  <a:lnTo>
                    <a:pt x="40534" y="142969"/>
                  </a:lnTo>
                  <a:lnTo>
                    <a:pt x="38351" y="141080"/>
                  </a:lnTo>
                  <a:lnTo>
                    <a:pt x="38915" y="140243"/>
                  </a:lnTo>
                  <a:lnTo>
                    <a:pt x="42075" y="135555"/>
                  </a:lnTo>
                  <a:lnTo>
                    <a:pt x="43128" y="133991"/>
                  </a:lnTo>
                  <a:lnTo>
                    <a:pt x="42495" y="133534"/>
                  </a:lnTo>
                  <a:lnTo>
                    <a:pt x="41701" y="132961"/>
                  </a:lnTo>
                  <a:lnTo>
                    <a:pt x="40912" y="132391"/>
                  </a:lnTo>
                  <a:lnTo>
                    <a:pt x="39962" y="131705"/>
                  </a:lnTo>
                  <a:lnTo>
                    <a:pt x="38671" y="130774"/>
                  </a:lnTo>
                  <a:lnTo>
                    <a:pt x="37755" y="130113"/>
                  </a:lnTo>
                  <a:lnTo>
                    <a:pt x="34437" y="127718"/>
                  </a:lnTo>
                  <a:lnTo>
                    <a:pt x="33875" y="127313"/>
                  </a:lnTo>
                  <a:lnTo>
                    <a:pt x="32542" y="126570"/>
                  </a:lnTo>
                  <a:lnTo>
                    <a:pt x="30316" y="125330"/>
                  </a:lnTo>
                  <a:lnTo>
                    <a:pt x="29631" y="124948"/>
                  </a:lnTo>
                  <a:lnTo>
                    <a:pt x="28834" y="124504"/>
                  </a:lnTo>
                  <a:lnTo>
                    <a:pt x="27283" y="123641"/>
                  </a:lnTo>
                  <a:lnTo>
                    <a:pt x="25871" y="122737"/>
                  </a:lnTo>
                  <a:lnTo>
                    <a:pt x="25390" y="122430"/>
                  </a:lnTo>
                  <a:lnTo>
                    <a:pt x="24417" y="121808"/>
                  </a:lnTo>
                  <a:lnTo>
                    <a:pt x="21689" y="120063"/>
                  </a:lnTo>
                  <a:lnTo>
                    <a:pt x="20883" y="119548"/>
                  </a:lnTo>
                  <a:lnTo>
                    <a:pt x="20093" y="119043"/>
                  </a:lnTo>
                  <a:lnTo>
                    <a:pt x="18844" y="118244"/>
                  </a:lnTo>
                  <a:lnTo>
                    <a:pt x="16743" y="116900"/>
                  </a:lnTo>
                  <a:lnTo>
                    <a:pt x="16559" y="116782"/>
                  </a:lnTo>
                  <a:lnTo>
                    <a:pt x="12774" y="114362"/>
                  </a:lnTo>
                  <a:lnTo>
                    <a:pt x="6264" y="110199"/>
                  </a:lnTo>
                  <a:lnTo>
                    <a:pt x="3930" y="108707"/>
                  </a:lnTo>
                  <a:lnTo>
                    <a:pt x="2692" y="107915"/>
                  </a:lnTo>
                  <a:lnTo>
                    <a:pt x="1439" y="107114"/>
                  </a:lnTo>
                  <a:lnTo>
                    <a:pt x="0" y="106193"/>
                  </a:lnTo>
                  <a:lnTo>
                    <a:pt x="418" y="105479"/>
                  </a:lnTo>
                  <a:lnTo>
                    <a:pt x="2004" y="102774"/>
                  </a:lnTo>
                  <a:lnTo>
                    <a:pt x="2203" y="102433"/>
                  </a:lnTo>
                  <a:lnTo>
                    <a:pt x="3413" y="100369"/>
                  </a:lnTo>
                  <a:lnTo>
                    <a:pt x="6871" y="94892"/>
                  </a:lnTo>
                  <a:lnTo>
                    <a:pt x="7180" y="94403"/>
                  </a:lnTo>
                  <a:lnTo>
                    <a:pt x="11716" y="87217"/>
                  </a:lnTo>
                  <a:lnTo>
                    <a:pt x="15406" y="81373"/>
                  </a:lnTo>
                  <a:lnTo>
                    <a:pt x="15949" y="80513"/>
                  </a:lnTo>
                  <a:lnTo>
                    <a:pt x="23256" y="68938"/>
                  </a:lnTo>
                  <a:lnTo>
                    <a:pt x="23418" y="68671"/>
                  </a:lnTo>
                  <a:lnTo>
                    <a:pt x="25326" y="65533"/>
                  </a:lnTo>
                  <a:lnTo>
                    <a:pt x="25731" y="64866"/>
                  </a:lnTo>
                  <a:lnTo>
                    <a:pt x="27315" y="62734"/>
                  </a:lnTo>
                  <a:lnTo>
                    <a:pt x="27782" y="62106"/>
                  </a:lnTo>
                  <a:lnTo>
                    <a:pt x="28137" y="61629"/>
                  </a:lnTo>
                  <a:lnTo>
                    <a:pt x="28563" y="60979"/>
                  </a:lnTo>
                  <a:lnTo>
                    <a:pt x="29275" y="59894"/>
                  </a:lnTo>
                  <a:lnTo>
                    <a:pt x="29679" y="59279"/>
                  </a:lnTo>
                  <a:lnTo>
                    <a:pt x="30376" y="58216"/>
                  </a:lnTo>
                  <a:lnTo>
                    <a:pt x="32889" y="54385"/>
                  </a:lnTo>
                  <a:lnTo>
                    <a:pt x="34189" y="52163"/>
                  </a:lnTo>
                  <a:lnTo>
                    <a:pt x="34526" y="51588"/>
                  </a:lnTo>
                  <a:lnTo>
                    <a:pt x="38742" y="44595"/>
                  </a:lnTo>
                  <a:lnTo>
                    <a:pt x="40665" y="41404"/>
                  </a:lnTo>
                  <a:lnTo>
                    <a:pt x="40842" y="41116"/>
                  </a:lnTo>
                  <a:lnTo>
                    <a:pt x="41058" y="40765"/>
                  </a:lnTo>
                  <a:lnTo>
                    <a:pt x="46510" y="31885"/>
                  </a:lnTo>
                  <a:lnTo>
                    <a:pt x="47830" y="29736"/>
                  </a:lnTo>
                  <a:lnTo>
                    <a:pt x="50275" y="25753"/>
                  </a:lnTo>
                  <a:lnTo>
                    <a:pt x="51222" y="24211"/>
                  </a:lnTo>
                  <a:lnTo>
                    <a:pt x="51990" y="22961"/>
                  </a:lnTo>
                  <a:lnTo>
                    <a:pt x="52554" y="22042"/>
                  </a:lnTo>
                  <a:lnTo>
                    <a:pt x="53495" y="20510"/>
                  </a:lnTo>
                  <a:lnTo>
                    <a:pt x="56726" y="15246"/>
                  </a:lnTo>
                  <a:lnTo>
                    <a:pt x="57820" y="13464"/>
                  </a:lnTo>
                  <a:lnTo>
                    <a:pt x="58035" y="13093"/>
                  </a:lnTo>
                  <a:lnTo>
                    <a:pt x="58652" y="12024"/>
                  </a:lnTo>
                  <a:lnTo>
                    <a:pt x="59033" y="11365"/>
                  </a:lnTo>
                  <a:lnTo>
                    <a:pt x="61557" y="7164"/>
                  </a:lnTo>
                  <a:lnTo>
                    <a:pt x="62170" y="6142"/>
                  </a:lnTo>
                  <a:lnTo>
                    <a:pt x="63188" y="4448"/>
                  </a:lnTo>
                  <a:lnTo>
                    <a:pt x="63570" y="3812"/>
                  </a:lnTo>
                  <a:lnTo>
                    <a:pt x="65861" y="0"/>
                  </a:lnTo>
                  <a:lnTo>
                    <a:pt x="66117" y="164"/>
                  </a:lnTo>
                  <a:lnTo>
                    <a:pt x="66648" y="505"/>
                  </a:lnTo>
                  <a:lnTo>
                    <a:pt x="68704" y="1823"/>
                  </a:lnTo>
                  <a:lnTo>
                    <a:pt x="69485" y="2309"/>
                  </a:lnTo>
                  <a:lnTo>
                    <a:pt x="70637" y="3025"/>
                  </a:lnTo>
                  <a:lnTo>
                    <a:pt x="73574" y="4852"/>
                  </a:lnTo>
                  <a:lnTo>
                    <a:pt x="75389" y="5981"/>
                  </a:lnTo>
                  <a:lnTo>
                    <a:pt x="75880" y="6339"/>
                  </a:lnTo>
                  <a:lnTo>
                    <a:pt x="76441" y="6749"/>
                  </a:lnTo>
                  <a:lnTo>
                    <a:pt x="76829" y="7033"/>
                  </a:lnTo>
                  <a:lnTo>
                    <a:pt x="77465" y="7497"/>
                  </a:lnTo>
                  <a:lnTo>
                    <a:pt x="79499" y="8711"/>
                  </a:lnTo>
                  <a:lnTo>
                    <a:pt x="82268" y="10488"/>
                  </a:lnTo>
                  <a:lnTo>
                    <a:pt x="82051" y="10886"/>
                  </a:lnTo>
                  <a:lnTo>
                    <a:pt x="81615" y="11684"/>
                  </a:lnTo>
                  <a:lnTo>
                    <a:pt x="83389" y="12708"/>
                  </a:lnTo>
                  <a:lnTo>
                    <a:pt x="84583" y="13398"/>
                  </a:lnTo>
                  <a:lnTo>
                    <a:pt x="87277" y="14953"/>
                  </a:lnTo>
                  <a:lnTo>
                    <a:pt x="87593" y="15135"/>
                  </a:lnTo>
                  <a:lnTo>
                    <a:pt x="89070" y="15988"/>
                  </a:lnTo>
                  <a:lnTo>
                    <a:pt x="90274" y="16683"/>
                  </a:lnTo>
                  <a:lnTo>
                    <a:pt x="90928" y="17061"/>
                  </a:lnTo>
                  <a:lnTo>
                    <a:pt x="92821" y="18274"/>
                  </a:lnTo>
                  <a:lnTo>
                    <a:pt x="94294" y="19219"/>
                  </a:lnTo>
                  <a:lnTo>
                    <a:pt x="94591" y="19409"/>
                  </a:lnTo>
                  <a:lnTo>
                    <a:pt x="98298" y="21786"/>
                  </a:lnTo>
                  <a:lnTo>
                    <a:pt x="98914" y="22180"/>
                  </a:lnTo>
                  <a:lnTo>
                    <a:pt x="99058" y="22272"/>
                  </a:lnTo>
                  <a:lnTo>
                    <a:pt x="101740" y="23992"/>
                  </a:lnTo>
                  <a:lnTo>
                    <a:pt x="102629" y="24638"/>
                  </a:lnTo>
                  <a:lnTo>
                    <a:pt x="100667" y="27846"/>
                  </a:lnTo>
                  <a:lnTo>
                    <a:pt x="99757" y="29334"/>
                  </a:lnTo>
                  <a:lnTo>
                    <a:pt x="100504" y="29803"/>
                  </a:lnTo>
                  <a:lnTo>
                    <a:pt x="101648" y="30521"/>
                  </a:lnTo>
                  <a:lnTo>
                    <a:pt x="108410" y="34766"/>
                  </a:lnTo>
                  <a:lnTo>
                    <a:pt x="108700" y="34948"/>
                  </a:lnTo>
                  <a:lnTo>
                    <a:pt x="108556" y="35160"/>
                  </a:lnTo>
                  <a:lnTo>
                    <a:pt x="105294" y="39919"/>
                  </a:lnTo>
                  <a:lnTo>
                    <a:pt x="103693" y="42565"/>
                  </a:lnTo>
                  <a:lnTo>
                    <a:pt x="103607" y="42708"/>
                  </a:lnTo>
                  <a:lnTo>
                    <a:pt x="103248" y="43300"/>
                  </a:lnTo>
                  <a:lnTo>
                    <a:pt x="99173" y="50038"/>
                  </a:lnTo>
                  <a:lnTo>
                    <a:pt x="98567" y="51040"/>
                  </a:lnTo>
                  <a:lnTo>
                    <a:pt x="98439" y="51198"/>
                  </a:lnTo>
                  <a:lnTo>
                    <a:pt x="97822" y="51960"/>
                  </a:lnTo>
                  <a:lnTo>
                    <a:pt x="98539" y="52368"/>
                  </a:lnTo>
                  <a:lnTo>
                    <a:pt x="99318" y="52811"/>
                  </a:lnTo>
                  <a:lnTo>
                    <a:pt x="100144" y="53280"/>
                  </a:lnTo>
                  <a:lnTo>
                    <a:pt x="117656" y="64487"/>
                  </a:lnTo>
                  <a:lnTo>
                    <a:pt x="120183" y="66103"/>
                  </a:lnTo>
                  <a:lnTo>
                    <a:pt x="124358" y="68775"/>
                  </a:lnTo>
                  <a:lnTo>
                    <a:pt x="127879" y="71028"/>
                  </a:lnTo>
                  <a:lnTo>
                    <a:pt x="138491" y="77819"/>
                  </a:lnTo>
                  <a:lnTo>
                    <a:pt x="138776" y="78002"/>
                  </a:lnTo>
                  <a:lnTo>
                    <a:pt x="149153" y="84642"/>
                  </a:lnTo>
                  <a:lnTo>
                    <a:pt x="152949" y="87071"/>
                  </a:lnTo>
                  <a:lnTo>
                    <a:pt x="153180" y="87219"/>
                  </a:lnTo>
                  <a:lnTo>
                    <a:pt x="154626" y="88122"/>
                  </a:lnTo>
                  <a:lnTo>
                    <a:pt x="155033" y="88377"/>
                  </a:lnTo>
                  <a:lnTo>
                    <a:pt x="159527" y="91185"/>
                  </a:lnTo>
                  <a:lnTo>
                    <a:pt x="160033" y="91501"/>
                  </a:lnTo>
                  <a:lnTo>
                    <a:pt x="162794" y="93226"/>
                  </a:lnTo>
                  <a:lnTo>
                    <a:pt x="163212" y="93487"/>
                  </a:lnTo>
                  <a:lnTo>
                    <a:pt x="165269" y="93869"/>
                  </a:lnTo>
                  <a:lnTo>
                    <a:pt x="166104" y="94024"/>
                  </a:lnTo>
                  <a:lnTo>
                    <a:pt x="167448" y="94291"/>
                  </a:lnTo>
                  <a:lnTo>
                    <a:pt x="165222" y="96799"/>
                  </a:lnTo>
                  <a:lnTo>
                    <a:pt x="165061" y="96980"/>
                  </a:lnTo>
                  <a:lnTo>
                    <a:pt x="163965" y="98214"/>
                  </a:lnTo>
                  <a:lnTo>
                    <a:pt x="162564" y="99793"/>
                  </a:lnTo>
                  <a:lnTo>
                    <a:pt x="161874" y="100742"/>
                  </a:lnTo>
                  <a:lnTo>
                    <a:pt x="160528" y="102592"/>
                  </a:lnTo>
                  <a:lnTo>
                    <a:pt x="159683" y="103754"/>
                  </a:lnTo>
                  <a:lnTo>
                    <a:pt x="155804" y="109088"/>
                  </a:lnTo>
                  <a:lnTo>
                    <a:pt x="155226" y="109909"/>
                  </a:lnTo>
                  <a:lnTo>
                    <a:pt x="151650" y="114996"/>
                  </a:lnTo>
                  <a:lnTo>
                    <a:pt x="150352" y="116842"/>
                  </a:lnTo>
                  <a:lnTo>
                    <a:pt x="149253" y="118406"/>
                  </a:lnTo>
                  <a:lnTo>
                    <a:pt x="146260" y="122663"/>
                  </a:lnTo>
                  <a:lnTo>
                    <a:pt x="145877" y="123209"/>
                  </a:lnTo>
                  <a:lnTo>
                    <a:pt x="142764" y="127636"/>
                  </a:lnTo>
                  <a:lnTo>
                    <a:pt x="142311" y="128340"/>
                  </a:lnTo>
                  <a:lnTo>
                    <a:pt x="140096" y="131776"/>
                  </a:lnTo>
                  <a:lnTo>
                    <a:pt x="137890" y="135199"/>
                  </a:lnTo>
                  <a:lnTo>
                    <a:pt x="136173" y="137863"/>
                  </a:lnTo>
                  <a:lnTo>
                    <a:pt x="135529" y="138862"/>
                  </a:lnTo>
                  <a:lnTo>
                    <a:pt x="133215" y="142452"/>
                  </a:lnTo>
                  <a:lnTo>
                    <a:pt x="131953" y="144410"/>
                  </a:lnTo>
                  <a:lnTo>
                    <a:pt x="131794" y="144657"/>
                  </a:lnTo>
                  <a:lnTo>
                    <a:pt x="129920" y="147565"/>
                  </a:lnTo>
                  <a:lnTo>
                    <a:pt x="128832" y="149252"/>
                  </a:lnTo>
                  <a:lnTo>
                    <a:pt x="127529" y="151275"/>
                  </a:lnTo>
                  <a:lnTo>
                    <a:pt x="127180" y="151817"/>
                  </a:lnTo>
                  <a:lnTo>
                    <a:pt x="126960" y="152157"/>
                  </a:lnTo>
                  <a:lnTo>
                    <a:pt x="126445" y="152956"/>
                  </a:lnTo>
                  <a:lnTo>
                    <a:pt x="125571" y="154313"/>
                  </a:lnTo>
                  <a:lnTo>
                    <a:pt x="123834" y="157258"/>
                  </a:lnTo>
                  <a:lnTo>
                    <a:pt x="120115" y="163564"/>
                  </a:lnTo>
                  <a:lnTo>
                    <a:pt x="116606" y="1695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2444532" y="4019402"/>
              <a:ext cx="208748" cy="311711"/>
            </a:xfrm>
            <a:custGeom>
              <a:avLst/>
              <a:pathLst>
                <a:path w="208748" h="311711">
                  <a:moveTo>
                    <a:pt x="172690" y="121768"/>
                  </a:moveTo>
                  <a:lnTo>
                    <a:pt x="172313" y="122317"/>
                  </a:lnTo>
                  <a:lnTo>
                    <a:pt x="170353" y="125176"/>
                  </a:lnTo>
                  <a:lnTo>
                    <a:pt x="169762" y="126026"/>
                  </a:lnTo>
                  <a:lnTo>
                    <a:pt x="169160" y="126893"/>
                  </a:lnTo>
                  <a:lnTo>
                    <a:pt x="168946" y="127196"/>
                  </a:lnTo>
                  <a:lnTo>
                    <a:pt x="166008" y="131344"/>
                  </a:lnTo>
                  <a:lnTo>
                    <a:pt x="164820" y="133092"/>
                  </a:lnTo>
                  <a:lnTo>
                    <a:pt x="164324" y="133823"/>
                  </a:lnTo>
                  <a:lnTo>
                    <a:pt x="162718" y="136188"/>
                  </a:lnTo>
                  <a:lnTo>
                    <a:pt x="159727" y="140214"/>
                  </a:lnTo>
                  <a:lnTo>
                    <a:pt x="159405" y="140645"/>
                  </a:lnTo>
                  <a:lnTo>
                    <a:pt x="154003" y="147381"/>
                  </a:lnTo>
                  <a:lnTo>
                    <a:pt x="154369" y="147683"/>
                  </a:lnTo>
                  <a:lnTo>
                    <a:pt x="154518" y="147806"/>
                  </a:lnTo>
                  <a:lnTo>
                    <a:pt x="154769" y="148014"/>
                  </a:lnTo>
                  <a:lnTo>
                    <a:pt x="161767" y="152680"/>
                  </a:lnTo>
                  <a:lnTo>
                    <a:pt x="163993" y="154164"/>
                  </a:lnTo>
                  <a:lnTo>
                    <a:pt x="164334" y="154365"/>
                  </a:lnTo>
                  <a:lnTo>
                    <a:pt x="164668" y="154562"/>
                  </a:lnTo>
                  <a:lnTo>
                    <a:pt x="166989" y="155933"/>
                  </a:lnTo>
                  <a:lnTo>
                    <a:pt x="168346" y="156734"/>
                  </a:lnTo>
                  <a:lnTo>
                    <a:pt x="169541" y="157440"/>
                  </a:lnTo>
                  <a:lnTo>
                    <a:pt x="170029" y="157693"/>
                  </a:lnTo>
                  <a:lnTo>
                    <a:pt x="171217" y="158310"/>
                  </a:lnTo>
                  <a:lnTo>
                    <a:pt x="173002" y="158948"/>
                  </a:lnTo>
                  <a:lnTo>
                    <a:pt x="173301" y="159055"/>
                  </a:lnTo>
                  <a:lnTo>
                    <a:pt x="174769" y="159580"/>
                  </a:lnTo>
                  <a:lnTo>
                    <a:pt x="175076" y="159689"/>
                  </a:lnTo>
                  <a:lnTo>
                    <a:pt x="177820" y="159992"/>
                  </a:lnTo>
                  <a:lnTo>
                    <a:pt x="178112" y="160007"/>
                  </a:lnTo>
                  <a:lnTo>
                    <a:pt x="179867" y="160098"/>
                  </a:lnTo>
                  <a:lnTo>
                    <a:pt x="180097" y="160110"/>
                  </a:lnTo>
                  <a:lnTo>
                    <a:pt x="180240" y="160117"/>
                  </a:lnTo>
                  <a:lnTo>
                    <a:pt x="180389" y="160125"/>
                  </a:lnTo>
                  <a:lnTo>
                    <a:pt x="181187" y="160168"/>
                  </a:lnTo>
                  <a:lnTo>
                    <a:pt x="180970" y="163040"/>
                  </a:lnTo>
                  <a:lnTo>
                    <a:pt x="180448" y="169943"/>
                  </a:lnTo>
                  <a:lnTo>
                    <a:pt x="180155" y="173815"/>
                  </a:lnTo>
                  <a:lnTo>
                    <a:pt x="179704" y="183395"/>
                  </a:lnTo>
                  <a:lnTo>
                    <a:pt x="178765" y="192130"/>
                  </a:lnTo>
                  <a:lnTo>
                    <a:pt x="178534" y="194274"/>
                  </a:lnTo>
                  <a:lnTo>
                    <a:pt x="178508" y="195024"/>
                  </a:lnTo>
                  <a:lnTo>
                    <a:pt x="178483" y="195738"/>
                  </a:lnTo>
                  <a:lnTo>
                    <a:pt x="178456" y="196509"/>
                  </a:lnTo>
                  <a:lnTo>
                    <a:pt x="178397" y="198173"/>
                  </a:lnTo>
                  <a:lnTo>
                    <a:pt x="178361" y="199205"/>
                  </a:lnTo>
                  <a:lnTo>
                    <a:pt x="178336" y="199906"/>
                  </a:lnTo>
                  <a:lnTo>
                    <a:pt x="178274" y="201660"/>
                  </a:lnTo>
                  <a:lnTo>
                    <a:pt x="178236" y="202720"/>
                  </a:lnTo>
                  <a:lnTo>
                    <a:pt x="178193" y="203343"/>
                  </a:lnTo>
                  <a:lnTo>
                    <a:pt x="178017" y="205905"/>
                  </a:lnTo>
                  <a:lnTo>
                    <a:pt x="177856" y="207025"/>
                  </a:lnTo>
                  <a:lnTo>
                    <a:pt x="177668" y="207003"/>
                  </a:lnTo>
                  <a:lnTo>
                    <a:pt x="176462" y="206855"/>
                  </a:lnTo>
                  <a:lnTo>
                    <a:pt x="175205" y="206701"/>
                  </a:lnTo>
                  <a:lnTo>
                    <a:pt x="173989" y="206556"/>
                  </a:lnTo>
                  <a:lnTo>
                    <a:pt x="167986" y="205841"/>
                  </a:lnTo>
                  <a:lnTo>
                    <a:pt x="167263" y="205755"/>
                  </a:lnTo>
                  <a:lnTo>
                    <a:pt x="166337" y="205764"/>
                  </a:lnTo>
                  <a:lnTo>
                    <a:pt x="164853" y="205779"/>
                  </a:lnTo>
                  <a:lnTo>
                    <a:pt x="158686" y="204824"/>
                  </a:lnTo>
                  <a:lnTo>
                    <a:pt x="155888" y="203680"/>
                  </a:lnTo>
                  <a:lnTo>
                    <a:pt x="153501" y="202705"/>
                  </a:lnTo>
                  <a:lnTo>
                    <a:pt x="150855" y="200930"/>
                  </a:lnTo>
                  <a:lnTo>
                    <a:pt x="149637" y="200113"/>
                  </a:lnTo>
                  <a:lnTo>
                    <a:pt x="145063" y="197045"/>
                  </a:lnTo>
                  <a:lnTo>
                    <a:pt x="143947" y="196321"/>
                  </a:lnTo>
                  <a:lnTo>
                    <a:pt x="143693" y="196157"/>
                  </a:lnTo>
                  <a:lnTo>
                    <a:pt x="142999" y="195707"/>
                  </a:lnTo>
                  <a:lnTo>
                    <a:pt x="142652" y="195481"/>
                  </a:lnTo>
                  <a:lnTo>
                    <a:pt x="141785" y="194919"/>
                  </a:lnTo>
                  <a:lnTo>
                    <a:pt x="140758" y="194254"/>
                  </a:lnTo>
                  <a:lnTo>
                    <a:pt x="140573" y="194133"/>
                  </a:lnTo>
                  <a:lnTo>
                    <a:pt x="140262" y="194780"/>
                  </a:lnTo>
                  <a:lnTo>
                    <a:pt x="137755" y="199990"/>
                  </a:lnTo>
                  <a:lnTo>
                    <a:pt x="131484" y="212071"/>
                  </a:lnTo>
                  <a:lnTo>
                    <a:pt x="128780" y="217279"/>
                  </a:lnTo>
                  <a:lnTo>
                    <a:pt x="127827" y="219116"/>
                  </a:lnTo>
                  <a:lnTo>
                    <a:pt x="127617" y="219521"/>
                  </a:lnTo>
                  <a:lnTo>
                    <a:pt x="127188" y="220347"/>
                  </a:lnTo>
                  <a:lnTo>
                    <a:pt x="126491" y="221746"/>
                  </a:lnTo>
                  <a:lnTo>
                    <a:pt x="126421" y="221886"/>
                  </a:lnTo>
                  <a:lnTo>
                    <a:pt x="126205" y="222319"/>
                  </a:lnTo>
                  <a:lnTo>
                    <a:pt x="126039" y="222653"/>
                  </a:lnTo>
                  <a:lnTo>
                    <a:pt x="125871" y="222990"/>
                  </a:lnTo>
                  <a:lnTo>
                    <a:pt x="125782" y="223150"/>
                  </a:lnTo>
                  <a:lnTo>
                    <a:pt x="125402" y="223888"/>
                  </a:lnTo>
                  <a:lnTo>
                    <a:pt x="118546" y="223318"/>
                  </a:lnTo>
                  <a:lnTo>
                    <a:pt x="118372" y="223304"/>
                  </a:lnTo>
                  <a:lnTo>
                    <a:pt x="118073" y="223342"/>
                  </a:lnTo>
                  <a:lnTo>
                    <a:pt x="117260" y="232790"/>
                  </a:lnTo>
                  <a:lnTo>
                    <a:pt x="117097" y="234674"/>
                  </a:lnTo>
                  <a:lnTo>
                    <a:pt x="116990" y="235926"/>
                  </a:lnTo>
                  <a:lnTo>
                    <a:pt x="116824" y="237850"/>
                  </a:lnTo>
                  <a:lnTo>
                    <a:pt x="116680" y="239524"/>
                  </a:lnTo>
                  <a:lnTo>
                    <a:pt x="116238" y="244662"/>
                  </a:lnTo>
                  <a:lnTo>
                    <a:pt x="116182" y="245308"/>
                  </a:lnTo>
                  <a:lnTo>
                    <a:pt x="115289" y="255688"/>
                  </a:lnTo>
                  <a:lnTo>
                    <a:pt x="114690" y="262650"/>
                  </a:lnTo>
                  <a:lnTo>
                    <a:pt x="114652" y="263089"/>
                  </a:lnTo>
                  <a:lnTo>
                    <a:pt x="114202" y="268319"/>
                  </a:lnTo>
                  <a:lnTo>
                    <a:pt x="114091" y="269599"/>
                  </a:lnTo>
                  <a:lnTo>
                    <a:pt x="113566" y="275705"/>
                  </a:lnTo>
                  <a:lnTo>
                    <a:pt x="113542" y="275980"/>
                  </a:lnTo>
                  <a:lnTo>
                    <a:pt x="113494" y="276539"/>
                  </a:lnTo>
                  <a:lnTo>
                    <a:pt x="113437" y="277200"/>
                  </a:lnTo>
                  <a:lnTo>
                    <a:pt x="113357" y="278126"/>
                  </a:lnTo>
                  <a:lnTo>
                    <a:pt x="113255" y="279313"/>
                  </a:lnTo>
                  <a:lnTo>
                    <a:pt x="113127" y="280810"/>
                  </a:lnTo>
                  <a:lnTo>
                    <a:pt x="113052" y="281675"/>
                  </a:lnTo>
                  <a:lnTo>
                    <a:pt x="112492" y="288182"/>
                  </a:lnTo>
                  <a:lnTo>
                    <a:pt x="112449" y="288683"/>
                  </a:lnTo>
                  <a:lnTo>
                    <a:pt x="112371" y="289588"/>
                  </a:lnTo>
                  <a:lnTo>
                    <a:pt x="111359" y="301349"/>
                  </a:lnTo>
                  <a:lnTo>
                    <a:pt x="111260" y="302496"/>
                  </a:lnTo>
                  <a:lnTo>
                    <a:pt x="110813" y="307682"/>
                  </a:lnTo>
                  <a:lnTo>
                    <a:pt x="110658" y="309486"/>
                  </a:lnTo>
                  <a:lnTo>
                    <a:pt x="110581" y="310380"/>
                  </a:lnTo>
                  <a:lnTo>
                    <a:pt x="110555" y="310687"/>
                  </a:lnTo>
                  <a:lnTo>
                    <a:pt x="110549" y="311413"/>
                  </a:lnTo>
                  <a:lnTo>
                    <a:pt x="110515" y="311711"/>
                  </a:lnTo>
                  <a:lnTo>
                    <a:pt x="110132" y="311689"/>
                  </a:lnTo>
                  <a:lnTo>
                    <a:pt x="109141" y="311634"/>
                  </a:lnTo>
                  <a:lnTo>
                    <a:pt x="108698" y="311590"/>
                  </a:lnTo>
                  <a:lnTo>
                    <a:pt x="108256" y="311546"/>
                  </a:lnTo>
                  <a:lnTo>
                    <a:pt x="107712" y="311492"/>
                  </a:lnTo>
                  <a:lnTo>
                    <a:pt x="106412" y="311363"/>
                  </a:lnTo>
                  <a:lnTo>
                    <a:pt x="104856" y="311208"/>
                  </a:lnTo>
                  <a:lnTo>
                    <a:pt x="101837" y="310398"/>
                  </a:lnTo>
                  <a:lnTo>
                    <a:pt x="100354" y="310001"/>
                  </a:lnTo>
                  <a:lnTo>
                    <a:pt x="98251" y="309437"/>
                  </a:lnTo>
                  <a:lnTo>
                    <a:pt x="92030" y="306863"/>
                  </a:lnTo>
                  <a:lnTo>
                    <a:pt x="89749" y="305404"/>
                  </a:lnTo>
                  <a:lnTo>
                    <a:pt x="88233" y="304434"/>
                  </a:lnTo>
                  <a:lnTo>
                    <a:pt x="85071" y="301981"/>
                  </a:lnTo>
                  <a:lnTo>
                    <a:pt x="83061" y="300423"/>
                  </a:lnTo>
                  <a:lnTo>
                    <a:pt x="82060" y="299646"/>
                  </a:lnTo>
                  <a:lnTo>
                    <a:pt x="81256" y="298745"/>
                  </a:lnTo>
                  <a:lnTo>
                    <a:pt x="81041" y="298503"/>
                  </a:lnTo>
                  <a:lnTo>
                    <a:pt x="78621" y="295788"/>
                  </a:lnTo>
                  <a:lnTo>
                    <a:pt x="77247" y="294247"/>
                  </a:lnTo>
                  <a:lnTo>
                    <a:pt x="77079" y="293980"/>
                  </a:lnTo>
                  <a:lnTo>
                    <a:pt x="76796" y="293530"/>
                  </a:lnTo>
                  <a:lnTo>
                    <a:pt x="75603" y="291637"/>
                  </a:lnTo>
                  <a:lnTo>
                    <a:pt x="74688" y="290184"/>
                  </a:lnTo>
                  <a:lnTo>
                    <a:pt x="72082" y="284875"/>
                  </a:lnTo>
                  <a:lnTo>
                    <a:pt x="71502" y="283691"/>
                  </a:lnTo>
                  <a:lnTo>
                    <a:pt x="70775" y="282025"/>
                  </a:lnTo>
                  <a:lnTo>
                    <a:pt x="69243" y="278512"/>
                  </a:lnTo>
                  <a:lnTo>
                    <a:pt x="64419" y="266905"/>
                  </a:lnTo>
                  <a:lnTo>
                    <a:pt x="64102" y="266144"/>
                  </a:lnTo>
                  <a:lnTo>
                    <a:pt x="57631" y="250573"/>
                  </a:lnTo>
                  <a:lnTo>
                    <a:pt x="57380" y="249969"/>
                  </a:lnTo>
                  <a:lnTo>
                    <a:pt x="56682" y="248824"/>
                  </a:lnTo>
                  <a:lnTo>
                    <a:pt x="56207" y="247582"/>
                  </a:lnTo>
                  <a:lnTo>
                    <a:pt x="56082" y="247255"/>
                  </a:lnTo>
                  <a:lnTo>
                    <a:pt x="55186" y="244908"/>
                  </a:lnTo>
                  <a:lnTo>
                    <a:pt x="54627" y="243444"/>
                  </a:lnTo>
                  <a:lnTo>
                    <a:pt x="53576" y="240702"/>
                  </a:lnTo>
                  <a:lnTo>
                    <a:pt x="53146" y="239713"/>
                  </a:lnTo>
                  <a:lnTo>
                    <a:pt x="53060" y="239515"/>
                  </a:lnTo>
                  <a:lnTo>
                    <a:pt x="52844" y="239019"/>
                  </a:lnTo>
                  <a:lnTo>
                    <a:pt x="50644" y="233955"/>
                  </a:lnTo>
                  <a:lnTo>
                    <a:pt x="47922" y="227693"/>
                  </a:lnTo>
                  <a:lnTo>
                    <a:pt x="47217" y="226010"/>
                  </a:lnTo>
                  <a:lnTo>
                    <a:pt x="46342" y="223920"/>
                  </a:lnTo>
                  <a:lnTo>
                    <a:pt x="40857" y="210818"/>
                  </a:lnTo>
                  <a:lnTo>
                    <a:pt x="38993" y="206437"/>
                  </a:lnTo>
                  <a:lnTo>
                    <a:pt x="38296" y="204800"/>
                  </a:lnTo>
                  <a:lnTo>
                    <a:pt x="36617" y="200854"/>
                  </a:lnTo>
                  <a:lnTo>
                    <a:pt x="36366" y="200387"/>
                  </a:lnTo>
                  <a:lnTo>
                    <a:pt x="35756" y="199245"/>
                  </a:lnTo>
                  <a:lnTo>
                    <a:pt x="34720" y="197310"/>
                  </a:lnTo>
                  <a:lnTo>
                    <a:pt x="34175" y="196291"/>
                  </a:lnTo>
                  <a:lnTo>
                    <a:pt x="33999" y="195970"/>
                  </a:lnTo>
                  <a:lnTo>
                    <a:pt x="33751" y="195516"/>
                  </a:lnTo>
                  <a:lnTo>
                    <a:pt x="33551" y="195150"/>
                  </a:lnTo>
                  <a:lnTo>
                    <a:pt x="30865" y="190236"/>
                  </a:lnTo>
                  <a:lnTo>
                    <a:pt x="30342" y="189279"/>
                  </a:lnTo>
                  <a:lnTo>
                    <a:pt x="27708" y="184999"/>
                  </a:lnTo>
                  <a:lnTo>
                    <a:pt x="27431" y="184549"/>
                  </a:lnTo>
                  <a:lnTo>
                    <a:pt x="26534" y="183091"/>
                  </a:lnTo>
                  <a:lnTo>
                    <a:pt x="20583" y="175356"/>
                  </a:lnTo>
                  <a:lnTo>
                    <a:pt x="17026" y="170732"/>
                  </a:lnTo>
                  <a:lnTo>
                    <a:pt x="16218" y="169682"/>
                  </a:lnTo>
                  <a:lnTo>
                    <a:pt x="12884" y="165347"/>
                  </a:lnTo>
                  <a:lnTo>
                    <a:pt x="10683" y="162486"/>
                  </a:lnTo>
                  <a:lnTo>
                    <a:pt x="10151" y="161864"/>
                  </a:lnTo>
                  <a:lnTo>
                    <a:pt x="8316" y="159722"/>
                  </a:lnTo>
                  <a:lnTo>
                    <a:pt x="7274" y="158505"/>
                  </a:lnTo>
                  <a:lnTo>
                    <a:pt x="5605" y="156556"/>
                  </a:lnTo>
                  <a:lnTo>
                    <a:pt x="3638" y="154415"/>
                  </a:lnTo>
                  <a:lnTo>
                    <a:pt x="2099" y="152740"/>
                  </a:lnTo>
                  <a:lnTo>
                    <a:pt x="1274" y="151842"/>
                  </a:lnTo>
                  <a:lnTo>
                    <a:pt x="921" y="151498"/>
                  </a:lnTo>
                  <a:lnTo>
                    <a:pt x="394" y="150985"/>
                  </a:lnTo>
                  <a:lnTo>
                    <a:pt x="0" y="150600"/>
                  </a:lnTo>
                  <a:lnTo>
                    <a:pt x="640" y="149930"/>
                  </a:lnTo>
                  <a:lnTo>
                    <a:pt x="3961" y="146455"/>
                  </a:lnTo>
                  <a:lnTo>
                    <a:pt x="4516" y="145716"/>
                  </a:lnTo>
                  <a:lnTo>
                    <a:pt x="9954" y="139427"/>
                  </a:lnTo>
                  <a:lnTo>
                    <a:pt x="13657" y="135145"/>
                  </a:lnTo>
                  <a:lnTo>
                    <a:pt x="15712" y="132527"/>
                  </a:lnTo>
                  <a:lnTo>
                    <a:pt x="16311" y="133079"/>
                  </a:lnTo>
                  <a:lnTo>
                    <a:pt x="16516" y="133268"/>
                  </a:lnTo>
                  <a:lnTo>
                    <a:pt x="17216" y="133914"/>
                  </a:lnTo>
                  <a:lnTo>
                    <a:pt x="18252" y="134870"/>
                  </a:lnTo>
                  <a:lnTo>
                    <a:pt x="25153" y="141235"/>
                  </a:lnTo>
                  <a:lnTo>
                    <a:pt x="32601" y="149346"/>
                  </a:lnTo>
                  <a:lnTo>
                    <a:pt x="37404" y="154896"/>
                  </a:lnTo>
                  <a:lnTo>
                    <a:pt x="41720" y="161229"/>
                  </a:lnTo>
                  <a:lnTo>
                    <a:pt x="44943" y="166537"/>
                  </a:lnTo>
                  <a:lnTo>
                    <a:pt x="49916" y="163173"/>
                  </a:lnTo>
                  <a:lnTo>
                    <a:pt x="61283" y="155485"/>
                  </a:lnTo>
                  <a:lnTo>
                    <a:pt x="64892" y="153147"/>
                  </a:lnTo>
                  <a:lnTo>
                    <a:pt x="67081" y="151829"/>
                  </a:lnTo>
                  <a:lnTo>
                    <a:pt x="68974" y="150690"/>
                  </a:lnTo>
                  <a:lnTo>
                    <a:pt x="75761" y="147151"/>
                  </a:lnTo>
                  <a:lnTo>
                    <a:pt x="77319" y="146380"/>
                  </a:lnTo>
                  <a:lnTo>
                    <a:pt x="78400" y="145845"/>
                  </a:lnTo>
                  <a:lnTo>
                    <a:pt x="79734" y="145321"/>
                  </a:lnTo>
                  <a:lnTo>
                    <a:pt x="102389" y="136414"/>
                  </a:lnTo>
                  <a:lnTo>
                    <a:pt x="102949" y="136194"/>
                  </a:lnTo>
                  <a:lnTo>
                    <a:pt x="102840" y="135866"/>
                  </a:lnTo>
                  <a:lnTo>
                    <a:pt x="101959" y="133233"/>
                  </a:lnTo>
                  <a:lnTo>
                    <a:pt x="99720" y="128473"/>
                  </a:lnTo>
                  <a:lnTo>
                    <a:pt x="98039" y="124899"/>
                  </a:lnTo>
                  <a:lnTo>
                    <a:pt x="98576" y="124666"/>
                  </a:lnTo>
                  <a:lnTo>
                    <a:pt x="105682" y="121714"/>
                  </a:lnTo>
                  <a:lnTo>
                    <a:pt x="117344" y="116868"/>
                  </a:lnTo>
                  <a:lnTo>
                    <a:pt x="119574" y="115617"/>
                  </a:lnTo>
                  <a:lnTo>
                    <a:pt x="120448" y="115127"/>
                  </a:lnTo>
                  <a:lnTo>
                    <a:pt x="121038" y="114796"/>
                  </a:lnTo>
                  <a:lnTo>
                    <a:pt x="122514" y="113938"/>
                  </a:lnTo>
                  <a:lnTo>
                    <a:pt x="123793" y="112580"/>
                  </a:lnTo>
                  <a:lnTo>
                    <a:pt x="124320" y="112020"/>
                  </a:lnTo>
                  <a:lnTo>
                    <a:pt x="128554" y="106185"/>
                  </a:lnTo>
                  <a:lnTo>
                    <a:pt x="128894" y="105717"/>
                  </a:lnTo>
                  <a:lnTo>
                    <a:pt x="129497" y="104886"/>
                  </a:lnTo>
                  <a:lnTo>
                    <a:pt x="133055" y="99983"/>
                  </a:lnTo>
                  <a:lnTo>
                    <a:pt x="138786" y="92085"/>
                  </a:lnTo>
                  <a:lnTo>
                    <a:pt x="142959" y="86335"/>
                  </a:lnTo>
                  <a:lnTo>
                    <a:pt x="143438" y="85675"/>
                  </a:lnTo>
                  <a:lnTo>
                    <a:pt x="149227" y="77696"/>
                  </a:lnTo>
                  <a:lnTo>
                    <a:pt x="150993" y="75262"/>
                  </a:lnTo>
                  <a:lnTo>
                    <a:pt x="140684" y="67701"/>
                  </a:lnTo>
                  <a:lnTo>
                    <a:pt x="135714" y="64056"/>
                  </a:lnTo>
                  <a:lnTo>
                    <a:pt x="131057" y="60640"/>
                  </a:lnTo>
                  <a:lnTo>
                    <a:pt x="129943" y="59824"/>
                  </a:lnTo>
                  <a:lnTo>
                    <a:pt x="123663" y="55218"/>
                  </a:lnTo>
                  <a:lnTo>
                    <a:pt x="123289" y="54944"/>
                  </a:lnTo>
                  <a:lnTo>
                    <a:pt x="121259" y="53455"/>
                  </a:lnTo>
                  <a:lnTo>
                    <a:pt x="110312" y="45426"/>
                  </a:lnTo>
                  <a:lnTo>
                    <a:pt x="110033" y="45222"/>
                  </a:lnTo>
                  <a:lnTo>
                    <a:pt x="103082" y="40124"/>
                  </a:lnTo>
                  <a:lnTo>
                    <a:pt x="94498" y="33828"/>
                  </a:lnTo>
                  <a:lnTo>
                    <a:pt x="92371" y="32354"/>
                  </a:lnTo>
                  <a:lnTo>
                    <a:pt x="89162" y="30130"/>
                  </a:lnTo>
                  <a:lnTo>
                    <a:pt x="91453" y="26970"/>
                  </a:lnTo>
                  <a:lnTo>
                    <a:pt x="93998" y="23461"/>
                  </a:lnTo>
                  <a:lnTo>
                    <a:pt x="111009" y="0"/>
                  </a:lnTo>
                  <a:lnTo>
                    <a:pt x="113828" y="2048"/>
                  </a:lnTo>
                  <a:lnTo>
                    <a:pt x="114552" y="2575"/>
                  </a:lnTo>
                  <a:lnTo>
                    <a:pt x="114983" y="2887"/>
                  </a:lnTo>
                  <a:lnTo>
                    <a:pt x="124526" y="9822"/>
                  </a:lnTo>
                  <a:lnTo>
                    <a:pt x="124829" y="10043"/>
                  </a:lnTo>
                  <a:lnTo>
                    <a:pt x="125090" y="10233"/>
                  </a:lnTo>
                  <a:lnTo>
                    <a:pt x="132202" y="15401"/>
                  </a:lnTo>
                  <a:lnTo>
                    <a:pt x="132562" y="15663"/>
                  </a:lnTo>
                  <a:lnTo>
                    <a:pt x="142698" y="23029"/>
                  </a:lnTo>
                  <a:lnTo>
                    <a:pt x="142889" y="23167"/>
                  </a:lnTo>
                  <a:lnTo>
                    <a:pt x="152695" y="30293"/>
                  </a:lnTo>
                  <a:lnTo>
                    <a:pt x="162379" y="37330"/>
                  </a:lnTo>
                  <a:lnTo>
                    <a:pt x="173132" y="44904"/>
                  </a:lnTo>
                  <a:lnTo>
                    <a:pt x="173464" y="45138"/>
                  </a:lnTo>
                  <a:lnTo>
                    <a:pt x="172860" y="45948"/>
                  </a:lnTo>
                  <a:lnTo>
                    <a:pt x="176052" y="48424"/>
                  </a:lnTo>
                  <a:lnTo>
                    <a:pt x="184169" y="55220"/>
                  </a:lnTo>
                  <a:lnTo>
                    <a:pt x="184427" y="55436"/>
                  </a:lnTo>
                  <a:lnTo>
                    <a:pt x="195573" y="64609"/>
                  </a:lnTo>
                  <a:lnTo>
                    <a:pt x="198149" y="66729"/>
                  </a:lnTo>
                  <a:lnTo>
                    <a:pt x="201181" y="69328"/>
                  </a:lnTo>
                  <a:lnTo>
                    <a:pt x="208278" y="75409"/>
                  </a:lnTo>
                  <a:lnTo>
                    <a:pt x="208748" y="75811"/>
                  </a:lnTo>
                  <a:lnTo>
                    <a:pt x="208184" y="76461"/>
                  </a:lnTo>
                  <a:lnTo>
                    <a:pt x="207460" y="77295"/>
                  </a:lnTo>
                  <a:lnTo>
                    <a:pt x="204615" y="80574"/>
                  </a:lnTo>
                  <a:lnTo>
                    <a:pt x="203720" y="81605"/>
                  </a:lnTo>
                  <a:lnTo>
                    <a:pt x="202332" y="83205"/>
                  </a:lnTo>
                  <a:lnTo>
                    <a:pt x="200954" y="84868"/>
                  </a:lnTo>
                  <a:lnTo>
                    <a:pt x="199672" y="86414"/>
                  </a:lnTo>
                  <a:lnTo>
                    <a:pt x="199394" y="86749"/>
                  </a:lnTo>
                  <a:lnTo>
                    <a:pt x="196635" y="89941"/>
                  </a:lnTo>
                  <a:lnTo>
                    <a:pt x="194881" y="91970"/>
                  </a:lnTo>
                  <a:lnTo>
                    <a:pt x="191385" y="96170"/>
                  </a:lnTo>
                  <a:lnTo>
                    <a:pt x="186378" y="102185"/>
                  </a:lnTo>
                  <a:lnTo>
                    <a:pt x="185821" y="102868"/>
                  </a:lnTo>
                  <a:lnTo>
                    <a:pt x="183851" y="105284"/>
                  </a:lnTo>
                  <a:lnTo>
                    <a:pt x="183728" y="105435"/>
                  </a:lnTo>
                  <a:lnTo>
                    <a:pt x="183150" y="106144"/>
                  </a:lnTo>
                  <a:lnTo>
                    <a:pt x="179195" y="111350"/>
                  </a:lnTo>
                  <a:lnTo>
                    <a:pt x="178660" y="112169"/>
                  </a:lnTo>
                  <a:lnTo>
                    <a:pt x="177800" y="113486"/>
                  </a:lnTo>
                  <a:lnTo>
                    <a:pt x="177522" y="113912"/>
                  </a:lnTo>
                  <a:lnTo>
                    <a:pt x="177089" y="114667"/>
                  </a:lnTo>
                  <a:lnTo>
                    <a:pt x="176830" y="115119"/>
                  </a:lnTo>
                  <a:lnTo>
                    <a:pt x="176648" y="115437"/>
                  </a:lnTo>
                  <a:lnTo>
                    <a:pt x="176267" y="116102"/>
                  </a:lnTo>
                  <a:lnTo>
                    <a:pt x="175572" y="117316"/>
                  </a:lnTo>
                  <a:lnTo>
                    <a:pt x="175424" y="117575"/>
                  </a:lnTo>
                  <a:lnTo>
                    <a:pt x="173102" y="1211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1966349" y="3981778"/>
              <a:ext cx="183730" cy="163835"/>
            </a:xfrm>
            <a:custGeom>
              <a:avLst/>
              <a:pathLst>
                <a:path w="183730" h="163835">
                  <a:moveTo>
                    <a:pt x="154495" y="68743"/>
                  </a:moveTo>
                  <a:lnTo>
                    <a:pt x="147188" y="80317"/>
                  </a:lnTo>
                  <a:lnTo>
                    <a:pt x="146645" y="81177"/>
                  </a:lnTo>
                  <a:lnTo>
                    <a:pt x="142956" y="87022"/>
                  </a:lnTo>
                  <a:lnTo>
                    <a:pt x="138420" y="94207"/>
                  </a:lnTo>
                  <a:lnTo>
                    <a:pt x="138111" y="94696"/>
                  </a:lnTo>
                  <a:lnTo>
                    <a:pt x="134653" y="100174"/>
                  </a:lnTo>
                  <a:lnTo>
                    <a:pt x="133443" y="102238"/>
                  </a:lnTo>
                  <a:lnTo>
                    <a:pt x="133235" y="102593"/>
                  </a:lnTo>
                  <a:lnTo>
                    <a:pt x="131658" y="105283"/>
                  </a:lnTo>
                  <a:lnTo>
                    <a:pt x="131239" y="105998"/>
                  </a:lnTo>
                  <a:lnTo>
                    <a:pt x="129921" y="108177"/>
                  </a:lnTo>
                  <a:lnTo>
                    <a:pt x="125704" y="115147"/>
                  </a:lnTo>
                  <a:lnTo>
                    <a:pt x="120069" y="111836"/>
                  </a:lnTo>
                  <a:lnTo>
                    <a:pt x="116877" y="109965"/>
                  </a:lnTo>
                  <a:lnTo>
                    <a:pt x="116538" y="109766"/>
                  </a:lnTo>
                  <a:lnTo>
                    <a:pt x="112164" y="108991"/>
                  </a:lnTo>
                  <a:lnTo>
                    <a:pt x="107141" y="108710"/>
                  </a:lnTo>
                  <a:lnTo>
                    <a:pt x="104694" y="108572"/>
                  </a:lnTo>
                  <a:lnTo>
                    <a:pt x="105236" y="112246"/>
                  </a:lnTo>
                  <a:lnTo>
                    <a:pt x="104928" y="112798"/>
                  </a:lnTo>
                  <a:lnTo>
                    <a:pt x="103735" y="114594"/>
                  </a:lnTo>
                  <a:lnTo>
                    <a:pt x="102638" y="116245"/>
                  </a:lnTo>
                  <a:lnTo>
                    <a:pt x="101944" y="117289"/>
                  </a:lnTo>
                  <a:lnTo>
                    <a:pt x="98982" y="121926"/>
                  </a:lnTo>
                  <a:lnTo>
                    <a:pt x="98504" y="122301"/>
                  </a:lnTo>
                  <a:lnTo>
                    <a:pt x="96749" y="123678"/>
                  </a:lnTo>
                  <a:lnTo>
                    <a:pt x="96569" y="123820"/>
                  </a:lnTo>
                  <a:lnTo>
                    <a:pt x="94116" y="125744"/>
                  </a:lnTo>
                  <a:lnTo>
                    <a:pt x="93713" y="126057"/>
                  </a:lnTo>
                  <a:lnTo>
                    <a:pt x="92034" y="127332"/>
                  </a:lnTo>
                  <a:lnTo>
                    <a:pt x="91532" y="127714"/>
                  </a:lnTo>
                  <a:lnTo>
                    <a:pt x="91187" y="127976"/>
                  </a:lnTo>
                  <a:lnTo>
                    <a:pt x="89322" y="125911"/>
                  </a:lnTo>
                  <a:lnTo>
                    <a:pt x="89066" y="125627"/>
                  </a:lnTo>
                  <a:lnTo>
                    <a:pt x="87499" y="128547"/>
                  </a:lnTo>
                  <a:lnTo>
                    <a:pt x="85319" y="132936"/>
                  </a:lnTo>
                  <a:lnTo>
                    <a:pt x="86827" y="133683"/>
                  </a:lnTo>
                  <a:lnTo>
                    <a:pt x="88260" y="134393"/>
                  </a:lnTo>
                  <a:lnTo>
                    <a:pt x="87147" y="134608"/>
                  </a:lnTo>
                  <a:lnTo>
                    <a:pt x="87965" y="136972"/>
                  </a:lnTo>
                  <a:lnTo>
                    <a:pt x="87982" y="143703"/>
                  </a:lnTo>
                  <a:lnTo>
                    <a:pt x="87902" y="144664"/>
                  </a:lnTo>
                  <a:lnTo>
                    <a:pt x="93161" y="144916"/>
                  </a:lnTo>
                  <a:lnTo>
                    <a:pt x="93292" y="144922"/>
                  </a:lnTo>
                  <a:lnTo>
                    <a:pt x="93402" y="148074"/>
                  </a:lnTo>
                  <a:lnTo>
                    <a:pt x="92383" y="149072"/>
                  </a:lnTo>
                  <a:lnTo>
                    <a:pt x="91679" y="148157"/>
                  </a:lnTo>
                  <a:lnTo>
                    <a:pt x="90020" y="151138"/>
                  </a:lnTo>
                  <a:lnTo>
                    <a:pt x="89918" y="151395"/>
                  </a:lnTo>
                  <a:lnTo>
                    <a:pt x="89426" y="152645"/>
                  </a:lnTo>
                  <a:lnTo>
                    <a:pt x="88618" y="154692"/>
                  </a:lnTo>
                  <a:lnTo>
                    <a:pt x="87986" y="156297"/>
                  </a:lnTo>
                  <a:lnTo>
                    <a:pt x="82684" y="163835"/>
                  </a:lnTo>
                  <a:lnTo>
                    <a:pt x="82528" y="163725"/>
                  </a:lnTo>
                  <a:lnTo>
                    <a:pt x="80544" y="162213"/>
                  </a:lnTo>
                  <a:lnTo>
                    <a:pt x="78707" y="160812"/>
                  </a:lnTo>
                  <a:lnTo>
                    <a:pt x="76659" y="159251"/>
                  </a:lnTo>
                  <a:lnTo>
                    <a:pt x="76103" y="158865"/>
                  </a:lnTo>
                  <a:lnTo>
                    <a:pt x="75361" y="158517"/>
                  </a:lnTo>
                  <a:lnTo>
                    <a:pt x="72755" y="157293"/>
                  </a:lnTo>
                  <a:lnTo>
                    <a:pt x="72381" y="157289"/>
                  </a:lnTo>
                  <a:lnTo>
                    <a:pt x="69692" y="157264"/>
                  </a:lnTo>
                  <a:lnTo>
                    <a:pt x="66267" y="157065"/>
                  </a:lnTo>
                  <a:lnTo>
                    <a:pt x="64986" y="156666"/>
                  </a:lnTo>
                  <a:lnTo>
                    <a:pt x="64858" y="156627"/>
                  </a:lnTo>
                  <a:lnTo>
                    <a:pt x="64582" y="155998"/>
                  </a:lnTo>
                  <a:lnTo>
                    <a:pt x="64301" y="155703"/>
                  </a:lnTo>
                  <a:lnTo>
                    <a:pt x="62702" y="154024"/>
                  </a:lnTo>
                  <a:lnTo>
                    <a:pt x="61396" y="152652"/>
                  </a:lnTo>
                  <a:lnTo>
                    <a:pt x="57685" y="148755"/>
                  </a:lnTo>
                  <a:lnTo>
                    <a:pt x="55630" y="146596"/>
                  </a:lnTo>
                  <a:lnTo>
                    <a:pt x="54268" y="145165"/>
                  </a:lnTo>
                  <a:lnTo>
                    <a:pt x="53488" y="144568"/>
                  </a:lnTo>
                  <a:lnTo>
                    <a:pt x="52570" y="144198"/>
                  </a:lnTo>
                  <a:lnTo>
                    <a:pt x="50648" y="143543"/>
                  </a:lnTo>
                  <a:lnTo>
                    <a:pt x="44650" y="141706"/>
                  </a:lnTo>
                  <a:lnTo>
                    <a:pt x="44130" y="144336"/>
                  </a:lnTo>
                  <a:lnTo>
                    <a:pt x="36757" y="142956"/>
                  </a:lnTo>
                  <a:lnTo>
                    <a:pt x="29951" y="140221"/>
                  </a:lnTo>
                  <a:lnTo>
                    <a:pt x="25679" y="137953"/>
                  </a:lnTo>
                  <a:lnTo>
                    <a:pt x="20306" y="134794"/>
                  </a:lnTo>
                  <a:lnTo>
                    <a:pt x="17577" y="132375"/>
                  </a:lnTo>
                  <a:lnTo>
                    <a:pt x="16240" y="131749"/>
                  </a:lnTo>
                  <a:lnTo>
                    <a:pt x="13261" y="130866"/>
                  </a:lnTo>
                  <a:lnTo>
                    <a:pt x="11117" y="130496"/>
                  </a:lnTo>
                  <a:lnTo>
                    <a:pt x="7520" y="130743"/>
                  </a:lnTo>
                  <a:lnTo>
                    <a:pt x="5566" y="132460"/>
                  </a:lnTo>
                  <a:lnTo>
                    <a:pt x="3410" y="132675"/>
                  </a:lnTo>
                  <a:lnTo>
                    <a:pt x="2844" y="132731"/>
                  </a:lnTo>
                  <a:lnTo>
                    <a:pt x="975" y="132786"/>
                  </a:lnTo>
                  <a:lnTo>
                    <a:pt x="0" y="132815"/>
                  </a:lnTo>
                  <a:lnTo>
                    <a:pt x="0" y="130948"/>
                  </a:lnTo>
                  <a:lnTo>
                    <a:pt x="801" y="128990"/>
                  </a:lnTo>
                  <a:lnTo>
                    <a:pt x="9317" y="128672"/>
                  </a:lnTo>
                  <a:lnTo>
                    <a:pt x="10030" y="125940"/>
                  </a:lnTo>
                  <a:lnTo>
                    <a:pt x="16445" y="126304"/>
                  </a:lnTo>
                  <a:lnTo>
                    <a:pt x="26959" y="131131"/>
                  </a:lnTo>
                  <a:lnTo>
                    <a:pt x="37829" y="133135"/>
                  </a:lnTo>
                  <a:lnTo>
                    <a:pt x="38542" y="127488"/>
                  </a:lnTo>
                  <a:lnTo>
                    <a:pt x="33463" y="124119"/>
                  </a:lnTo>
                  <a:lnTo>
                    <a:pt x="32394" y="125029"/>
                  </a:lnTo>
                  <a:lnTo>
                    <a:pt x="22504" y="123936"/>
                  </a:lnTo>
                  <a:lnTo>
                    <a:pt x="14485" y="120840"/>
                  </a:lnTo>
                  <a:lnTo>
                    <a:pt x="21435" y="107817"/>
                  </a:lnTo>
                  <a:lnTo>
                    <a:pt x="17960" y="102079"/>
                  </a:lnTo>
                  <a:lnTo>
                    <a:pt x="18940" y="98254"/>
                  </a:lnTo>
                  <a:lnTo>
                    <a:pt x="14985" y="95896"/>
                  </a:lnTo>
                  <a:lnTo>
                    <a:pt x="15258" y="95210"/>
                  </a:lnTo>
                  <a:lnTo>
                    <a:pt x="20132" y="87720"/>
                  </a:lnTo>
                  <a:lnTo>
                    <a:pt x="28478" y="92067"/>
                  </a:lnTo>
                  <a:lnTo>
                    <a:pt x="31624" y="93705"/>
                  </a:lnTo>
                  <a:lnTo>
                    <a:pt x="33108" y="93958"/>
                  </a:lnTo>
                  <a:lnTo>
                    <a:pt x="38552" y="93072"/>
                  </a:lnTo>
                  <a:lnTo>
                    <a:pt x="38413" y="92336"/>
                  </a:lnTo>
                  <a:lnTo>
                    <a:pt x="38557" y="92304"/>
                  </a:lnTo>
                  <a:lnTo>
                    <a:pt x="40771" y="91809"/>
                  </a:lnTo>
                  <a:lnTo>
                    <a:pt x="41676" y="91607"/>
                  </a:lnTo>
                  <a:lnTo>
                    <a:pt x="42869" y="91301"/>
                  </a:lnTo>
                  <a:lnTo>
                    <a:pt x="43155" y="91228"/>
                  </a:lnTo>
                  <a:lnTo>
                    <a:pt x="44391" y="90912"/>
                  </a:lnTo>
                  <a:lnTo>
                    <a:pt x="44669" y="90840"/>
                  </a:lnTo>
                  <a:lnTo>
                    <a:pt x="49102" y="89706"/>
                  </a:lnTo>
                  <a:lnTo>
                    <a:pt x="49124" y="89899"/>
                  </a:lnTo>
                  <a:lnTo>
                    <a:pt x="50593" y="91301"/>
                  </a:lnTo>
                  <a:lnTo>
                    <a:pt x="51359" y="92033"/>
                  </a:lnTo>
                  <a:lnTo>
                    <a:pt x="51658" y="92318"/>
                  </a:lnTo>
                  <a:lnTo>
                    <a:pt x="52754" y="92885"/>
                  </a:lnTo>
                  <a:lnTo>
                    <a:pt x="56603" y="94865"/>
                  </a:lnTo>
                  <a:lnTo>
                    <a:pt x="59351" y="91705"/>
                  </a:lnTo>
                  <a:lnTo>
                    <a:pt x="64939" y="91336"/>
                  </a:lnTo>
                  <a:lnTo>
                    <a:pt x="70064" y="91129"/>
                  </a:lnTo>
                  <a:lnTo>
                    <a:pt x="70198" y="93016"/>
                  </a:lnTo>
                  <a:lnTo>
                    <a:pt x="84231" y="85296"/>
                  </a:lnTo>
                  <a:lnTo>
                    <a:pt x="84490" y="85154"/>
                  </a:lnTo>
                  <a:lnTo>
                    <a:pt x="90517" y="81838"/>
                  </a:lnTo>
                  <a:lnTo>
                    <a:pt x="91736" y="81168"/>
                  </a:lnTo>
                  <a:lnTo>
                    <a:pt x="92785" y="80012"/>
                  </a:lnTo>
                  <a:lnTo>
                    <a:pt x="92599" y="79902"/>
                  </a:lnTo>
                  <a:lnTo>
                    <a:pt x="91833" y="79448"/>
                  </a:lnTo>
                  <a:lnTo>
                    <a:pt x="92219" y="78845"/>
                  </a:lnTo>
                  <a:lnTo>
                    <a:pt x="96451" y="72425"/>
                  </a:lnTo>
                  <a:lnTo>
                    <a:pt x="98169" y="73489"/>
                  </a:lnTo>
                  <a:lnTo>
                    <a:pt x="101218" y="75379"/>
                  </a:lnTo>
                  <a:lnTo>
                    <a:pt x="101530" y="74887"/>
                  </a:lnTo>
                  <a:lnTo>
                    <a:pt x="103531" y="71739"/>
                  </a:lnTo>
                  <a:lnTo>
                    <a:pt x="106732" y="66703"/>
                  </a:lnTo>
                  <a:lnTo>
                    <a:pt x="110415" y="60907"/>
                  </a:lnTo>
                  <a:lnTo>
                    <a:pt x="110854" y="60216"/>
                  </a:lnTo>
                  <a:lnTo>
                    <a:pt x="112151" y="58175"/>
                  </a:lnTo>
                  <a:lnTo>
                    <a:pt x="112545" y="57555"/>
                  </a:lnTo>
                  <a:lnTo>
                    <a:pt x="112911" y="56978"/>
                  </a:lnTo>
                  <a:lnTo>
                    <a:pt x="115122" y="53499"/>
                  </a:lnTo>
                  <a:lnTo>
                    <a:pt x="115716" y="52564"/>
                  </a:lnTo>
                  <a:lnTo>
                    <a:pt x="116160" y="51866"/>
                  </a:lnTo>
                  <a:lnTo>
                    <a:pt x="119147" y="47165"/>
                  </a:lnTo>
                  <a:lnTo>
                    <a:pt x="119557" y="46520"/>
                  </a:lnTo>
                  <a:lnTo>
                    <a:pt x="119760" y="46200"/>
                  </a:lnTo>
                  <a:lnTo>
                    <a:pt x="119918" y="45952"/>
                  </a:lnTo>
                  <a:lnTo>
                    <a:pt x="120103" y="45662"/>
                  </a:lnTo>
                  <a:lnTo>
                    <a:pt x="124078" y="39406"/>
                  </a:lnTo>
                  <a:lnTo>
                    <a:pt x="124411" y="38883"/>
                  </a:lnTo>
                  <a:lnTo>
                    <a:pt x="124718" y="38399"/>
                  </a:lnTo>
                  <a:lnTo>
                    <a:pt x="127223" y="34428"/>
                  </a:lnTo>
                  <a:lnTo>
                    <a:pt x="127318" y="34277"/>
                  </a:lnTo>
                  <a:lnTo>
                    <a:pt x="130562" y="29134"/>
                  </a:lnTo>
                  <a:lnTo>
                    <a:pt x="131720" y="27298"/>
                  </a:lnTo>
                  <a:lnTo>
                    <a:pt x="131829" y="27124"/>
                  </a:lnTo>
                  <a:lnTo>
                    <a:pt x="132145" y="26624"/>
                  </a:lnTo>
                  <a:lnTo>
                    <a:pt x="133683" y="24185"/>
                  </a:lnTo>
                  <a:lnTo>
                    <a:pt x="134022" y="23647"/>
                  </a:lnTo>
                  <a:lnTo>
                    <a:pt x="134710" y="22557"/>
                  </a:lnTo>
                  <a:lnTo>
                    <a:pt x="135961" y="20574"/>
                  </a:lnTo>
                  <a:lnTo>
                    <a:pt x="136309" y="20022"/>
                  </a:lnTo>
                  <a:lnTo>
                    <a:pt x="137097" y="18773"/>
                  </a:lnTo>
                  <a:lnTo>
                    <a:pt x="146582" y="3735"/>
                  </a:lnTo>
                  <a:lnTo>
                    <a:pt x="148938" y="0"/>
                  </a:lnTo>
                  <a:lnTo>
                    <a:pt x="150490" y="1065"/>
                  </a:lnTo>
                  <a:lnTo>
                    <a:pt x="152918" y="2580"/>
                  </a:lnTo>
                  <a:lnTo>
                    <a:pt x="158792" y="6246"/>
                  </a:lnTo>
                  <a:lnTo>
                    <a:pt x="160642" y="7400"/>
                  </a:lnTo>
                  <a:lnTo>
                    <a:pt x="165806" y="10622"/>
                  </a:lnTo>
                  <a:lnTo>
                    <a:pt x="167397" y="11615"/>
                  </a:lnTo>
                  <a:lnTo>
                    <a:pt x="173986" y="15726"/>
                  </a:lnTo>
                  <a:lnTo>
                    <a:pt x="175287" y="16538"/>
                  </a:lnTo>
                  <a:lnTo>
                    <a:pt x="183147" y="21443"/>
                  </a:lnTo>
                  <a:lnTo>
                    <a:pt x="183730" y="21949"/>
                  </a:lnTo>
                  <a:lnTo>
                    <a:pt x="183229" y="22765"/>
                  </a:lnTo>
                  <a:lnTo>
                    <a:pt x="182462" y="24015"/>
                  </a:lnTo>
                  <a:lnTo>
                    <a:pt x="181515" y="25557"/>
                  </a:lnTo>
                  <a:lnTo>
                    <a:pt x="179070" y="29540"/>
                  </a:lnTo>
                  <a:lnTo>
                    <a:pt x="177750" y="31689"/>
                  </a:lnTo>
                  <a:lnTo>
                    <a:pt x="172281" y="40596"/>
                  </a:lnTo>
                  <a:lnTo>
                    <a:pt x="172082" y="40921"/>
                  </a:lnTo>
                  <a:lnTo>
                    <a:pt x="171905" y="41209"/>
                  </a:lnTo>
                  <a:lnTo>
                    <a:pt x="169982" y="44399"/>
                  </a:lnTo>
                  <a:lnTo>
                    <a:pt x="165765" y="51392"/>
                  </a:lnTo>
                  <a:lnTo>
                    <a:pt x="165429" y="51967"/>
                  </a:lnTo>
                  <a:lnTo>
                    <a:pt x="164129" y="54189"/>
                  </a:lnTo>
                  <a:lnTo>
                    <a:pt x="161615" y="58020"/>
                  </a:lnTo>
                  <a:lnTo>
                    <a:pt x="160918" y="59083"/>
                  </a:lnTo>
                  <a:lnTo>
                    <a:pt x="160515" y="59698"/>
                  </a:lnTo>
                  <a:lnTo>
                    <a:pt x="159802" y="60784"/>
                  </a:lnTo>
                  <a:lnTo>
                    <a:pt x="159376" y="61433"/>
                  </a:lnTo>
                  <a:lnTo>
                    <a:pt x="159021" y="61911"/>
                  </a:lnTo>
                  <a:lnTo>
                    <a:pt x="158555" y="62538"/>
                  </a:lnTo>
                  <a:lnTo>
                    <a:pt x="156970" y="64671"/>
                  </a:lnTo>
                  <a:lnTo>
                    <a:pt x="156565" y="65337"/>
                  </a:lnTo>
                  <a:lnTo>
                    <a:pt x="154658" y="684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1747629" y="3875723"/>
              <a:ext cx="343053" cy="200927"/>
            </a:xfrm>
            <a:custGeom>
              <a:avLst/>
              <a:pathLst>
                <a:path w="343053" h="200927">
                  <a:moveTo>
                    <a:pt x="44939" y="0"/>
                  </a:moveTo>
                  <a:lnTo>
                    <a:pt x="48392" y="3016"/>
                  </a:lnTo>
                  <a:lnTo>
                    <a:pt x="47166" y="9961"/>
                  </a:lnTo>
                  <a:lnTo>
                    <a:pt x="57112" y="29274"/>
                  </a:lnTo>
                  <a:lnTo>
                    <a:pt x="60704" y="31920"/>
                  </a:lnTo>
                  <a:lnTo>
                    <a:pt x="62792" y="39349"/>
                  </a:lnTo>
                  <a:lnTo>
                    <a:pt x="61372" y="42081"/>
                  </a:lnTo>
                  <a:lnTo>
                    <a:pt x="64046" y="47356"/>
                  </a:lnTo>
                  <a:lnTo>
                    <a:pt x="98148" y="59688"/>
                  </a:lnTo>
                  <a:lnTo>
                    <a:pt x="112404" y="60416"/>
                  </a:lnTo>
                  <a:lnTo>
                    <a:pt x="127551" y="64423"/>
                  </a:lnTo>
                  <a:lnTo>
                    <a:pt x="129868" y="60780"/>
                  </a:lnTo>
                  <a:lnTo>
                    <a:pt x="124344" y="50216"/>
                  </a:lnTo>
                  <a:lnTo>
                    <a:pt x="127690" y="30426"/>
                  </a:lnTo>
                  <a:lnTo>
                    <a:pt x="130668" y="28438"/>
                  </a:lnTo>
                  <a:lnTo>
                    <a:pt x="133988" y="29684"/>
                  </a:lnTo>
                  <a:lnTo>
                    <a:pt x="136817" y="36555"/>
                  </a:lnTo>
                  <a:lnTo>
                    <a:pt x="136105" y="48030"/>
                  </a:lnTo>
                  <a:lnTo>
                    <a:pt x="144836" y="57502"/>
                  </a:lnTo>
                  <a:lnTo>
                    <a:pt x="156241" y="57320"/>
                  </a:lnTo>
                  <a:lnTo>
                    <a:pt x="166042" y="63330"/>
                  </a:lnTo>
                  <a:lnTo>
                    <a:pt x="193128" y="54587"/>
                  </a:lnTo>
                  <a:lnTo>
                    <a:pt x="199222" y="41414"/>
                  </a:lnTo>
                  <a:lnTo>
                    <a:pt x="210297" y="45441"/>
                  </a:lnTo>
                  <a:lnTo>
                    <a:pt x="204711" y="56045"/>
                  </a:lnTo>
                  <a:lnTo>
                    <a:pt x="211661" y="57138"/>
                  </a:lnTo>
                  <a:lnTo>
                    <a:pt x="212908" y="50945"/>
                  </a:lnTo>
                  <a:lnTo>
                    <a:pt x="225738" y="44934"/>
                  </a:lnTo>
                  <a:lnTo>
                    <a:pt x="228768" y="46755"/>
                  </a:lnTo>
                  <a:lnTo>
                    <a:pt x="232768" y="41198"/>
                  </a:lnTo>
                  <a:lnTo>
                    <a:pt x="235561" y="41524"/>
                  </a:lnTo>
                  <a:lnTo>
                    <a:pt x="238727" y="42070"/>
                  </a:lnTo>
                  <a:lnTo>
                    <a:pt x="237856" y="45298"/>
                  </a:lnTo>
                  <a:lnTo>
                    <a:pt x="241420" y="48212"/>
                  </a:lnTo>
                  <a:lnTo>
                    <a:pt x="245875" y="47302"/>
                  </a:lnTo>
                  <a:lnTo>
                    <a:pt x="247011" y="47025"/>
                  </a:lnTo>
                  <a:lnTo>
                    <a:pt x="249706" y="51123"/>
                  </a:lnTo>
                  <a:lnTo>
                    <a:pt x="249261" y="52584"/>
                  </a:lnTo>
                  <a:lnTo>
                    <a:pt x="247122" y="56045"/>
                  </a:lnTo>
                  <a:lnTo>
                    <a:pt x="250330" y="72256"/>
                  </a:lnTo>
                  <a:lnTo>
                    <a:pt x="253537" y="74988"/>
                  </a:lnTo>
                  <a:lnTo>
                    <a:pt x="262269" y="64241"/>
                  </a:lnTo>
                  <a:lnTo>
                    <a:pt x="265477" y="55862"/>
                  </a:lnTo>
                  <a:lnTo>
                    <a:pt x="277283" y="59255"/>
                  </a:lnTo>
                  <a:lnTo>
                    <a:pt x="271722" y="68470"/>
                  </a:lnTo>
                  <a:lnTo>
                    <a:pt x="260617" y="81331"/>
                  </a:lnTo>
                  <a:lnTo>
                    <a:pt x="257383" y="88180"/>
                  </a:lnTo>
                  <a:lnTo>
                    <a:pt x="256116" y="89560"/>
                  </a:lnTo>
                  <a:lnTo>
                    <a:pt x="255392" y="91794"/>
                  </a:lnTo>
                  <a:lnTo>
                    <a:pt x="254371" y="93578"/>
                  </a:lnTo>
                  <a:lnTo>
                    <a:pt x="254063" y="94118"/>
                  </a:lnTo>
                  <a:lnTo>
                    <a:pt x="257380" y="94048"/>
                  </a:lnTo>
                  <a:lnTo>
                    <a:pt x="259047" y="93582"/>
                  </a:lnTo>
                  <a:lnTo>
                    <a:pt x="259315" y="93506"/>
                  </a:lnTo>
                  <a:lnTo>
                    <a:pt x="259917" y="93338"/>
                  </a:lnTo>
                  <a:lnTo>
                    <a:pt x="262437" y="93701"/>
                  </a:lnTo>
                  <a:lnTo>
                    <a:pt x="265725" y="92665"/>
                  </a:lnTo>
                  <a:lnTo>
                    <a:pt x="265949" y="92651"/>
                  </a:lnTo>
                  <a:lnTo>
                    <a:pt x="266512" y="92616"/>
                  </a:lnTo>
                  <a:lnTo>
                    <a:pt x="268982" y="92460"/>
                  </a:lnTo>
                  <a:lnTo>
                    <a:pt x="271304" y="92358"/>
                  </a:lnTo>
                  <a:lnTo>
                    <a:pt x="271840" y="92106"/>
                  </a:lnTo>
                  <a:lnTo>
                    <a:pt x="273488" y="91331"/>
                  </a:lnTo>
                  <a:lnTo>
                    <a:pt x="274085" y="91050"/>
                  </a:lnTo>
                  <a:lnTo>
                    <a:pt x="277084" y="90270"/>
                  </a:lnTo>
                  <a:lnTo>
                    <a:pt x="277308" y="90212"/>
                  </a:lnTo>
                  <a:lnTo>
                    <a:pt x="279815" y="90207"/>
                  </a:lnTo>
                  <a:lnTo>
                    <a:pt x="280408" y="90206"/>
                  </a:lnTo>
                  <a:lnTo>
                    <a:pt x="281402" y="90402"/>
                  </a:lnTo>
                  <a:lnTo>
                    <a:pt x="283248" y="90949"/>
                  </a:lnTo>
                  <a:lnTo>
                    <a:pt x="283618" y="91297"/>
                  </a:lnTo>
                  <a:lnTo>
                    <a:pt x="284974" y="84773"/>
                  </a:lnTo>
                  <a:lnTo>
                    <a:pt x="286645" y="84184"/>
                  </a:lnTo>
                  <a:lnTo>
                    <a:pt x="287871" y="83112"/>
                  </a:lnTo>
                  <a:lnTo>
                    <a:pt x="289312" y="83843"/>
                  </a:lnTo>
                  <a:lnTo>
                    <a:pt x="290177" y="84294"/>
                  </a:lnTo>
                  <a:lnTo>
                    <a:pt x="291009" y="84782"/>
                  </a:lnTo>
                  <a:lnTo>
                    <a:pt x="291340" y="85000"/>
                  </a:lnTo>
                  <a:lnTo>
                    <a:pt x="291297" y="85160"/>
                  </a:lnTo>
                  <a:lnTo>
                    <a:pt x="290558" y="86098"/>
                  </a:lnTo>
                  <a:lnTo>
                    <a:pt x="289517" y="87417"/>
                  </a:lnTo>
                  <a:lnTo>
                    <a:pt x="289940" y="90686"/>
                  </a:lnTo>
                  <a:lnTo>
                    <a:pt x="290046" y="91506"/>
                  </a:lnTo>
                  <a:lnTo>
                    <a:pt x="290114" y="91692"/>
                  </a:lnTo>
                  <a:lnTo>
                    <a:pt x="292060" y="91188"/>
                  </a:lnTo>
                  <a:lnTo>
                    <a:pt x="292343" y="91208"/>
                  </a:lnTo>
                  <a:lnTo>
                    <a:pt x="292581" y="91225"/>
                  </a:lnTo>
                  <a:lnTo>
                    <a:pt x="294989" y="91906"/>
                  </a:lnTo>
                  <a:lnTo>
                    <a:pt x="295660" y="92280"/>
                  </a:lnTo>
                  <a:lnTo>
                    <a:pt x="296493" y="92743"/>
                  </a:lnTo>
                  <a:lnTo>
                    <a:pt x="297244" y="94092"/>
                  </a:lnTo>
                  <a:lnTo>
                    <a:pt x="294877" y="98836"/>
                  </a:lnTo>
                  <a:lnTo>
                    <a:pt x="294137" y="100461"/>
                  </a:lnTo>
                  <a:lnTo>
                    <a:pt x="294077" y="100607"/>
                  </a:lnTo>
                  <a:lnTo>
                    <a:pt x="293852" y="101161"/>
                  </a:lnTo>
                  <a:lnTo>
                    <a:pt x="292297" y="104976"/>
                  </a:lnTo>
                  <a:lnTo>
                    <a:pt x="292060" y="105557"/>
                  </a:lnTo>
                  <a:lnTo>
                    <a:pt x="289223" y="105030"/>
                  </a:lnTo>
                  <a:lnTo>
                    <a:pt x="287274" y="104907"/>
                  </a:lnTo>
                  <a:lnTo>
                    <a:pt x="286517" y="104859"/>
                  </a:lnTo>
                  <a:lnTo>
                    <a:pt x="286282" y="104876"/>
                  </a:lnTo>
                  <a:lnTo>
                    <a:pt x="285965" y="109997"/>
                  </a:lnTo>
                  <a:lnTo>
                    <a:pt x="285949" y="110255"/>
                  </a:lnTo>
                  <a:lnTo>
                    <a:pt x="289459" y="110796"/>
                  </a:lnTo>
                  <a:lnTo>
                    <a:pt x="289736" y="110839"/>
                  </a:lnTo>
                  <a:lnTo>
                    <a:pt x="289956" y="110969"/>
                  </a:lnTo>
                  <a:lnTo>
                    <a:pt x="290811" y="111312"/>
                  </a:lnTo>
                  <a:lnTo>
                    <a:pt x="291202" y="111554"/>
                  </a:lnTo>
                  <a:lnTo>
                    <a:pt x="291571" y="111783"/>
                  </a:lnTo>
                  <a:lnTo>
                    <a:pt x="293819" y="113177"/>
                  </a:lnTo>
                  <a:lnTo>
                    <a:pt x="298261" y="115933"/>
                  </a:lnTo>
                  <a:lnTo>
                    <a:pt x="298788" y="116260"/>
                  </a:lnTo>
                  <a:lnTo>
                    <a:pt x="305585" y="120476"/>
                  </a:lnTo>
                  <a:lnTo>
                    <a:pt x="305940" y="120698"/>
                  </a:lnTo>
                  <a:lnTo>
                    <a:pt x="309241" y="122766"/>
                  </a:lnTo>
                  <a:lnTo>
                    <a:pt x="313242" y="125273"/>
                  </a:lnTo>
                  <a:lnTo>
                    <a:pt x="313744" y="125587"/>
                  </a:lnTo>
                  <a:lnTo>
                    <a:pt x="316118" y="127075"/>
                  </a:lnTo>
                  <a:lnTo>
                    <a:pt x="317669" y="128046"/>
                  </a:lnTo>
                  <a:lnTo>
                    <a:pt x="320081" y="129651"/>
                  </a:lnTo>
                  <a:lnTo>
                    <a:pt x="323469" y="131905"/>
                  </a:lnTo>
                  <a:lnTo>
                    <a:pt x="323911" y="132199"/>
                  </a:lnTo>
                  <a:lnTo>
                    <a:pt x="325883" y="133510"/>
                  </a:lnTo>
                  <a:lnTo>
                    <a:pt x="327007" y="134338"/>
                  </a:lnTo>
                  <a:lnTo>
                    <a:pt x="328162" y="135189"/>
                  </a:lnTo>
                  <a:lnTo>
                    <a:pt x="331186" y="137416"/>
                  </a:lnTo>
                  <a:lnTo>
                    <a:pt x="331399" y="137573"/>
                  </a:lnTo>
                  <a:lnTo>
                    <a:pt x="335228" y="140394"/>
                  </a:lnTo>
                  <a:lnTo>
                    <a:pt x="335377" y="140482"/>
                  </a:lnTo>
                  <a:lnTo>
                    <a:pt x="342589" y="144781"/>
                  </a:lnTo>
                  <a:lnTo>
                    <a:pt x="343053" y="145057"/>
                  </a:lnTo>
                  <a:lnTo>
                    <a:pt x="342797" y="145461"/>
                  </a:lnTo>
                  <a:lnTo>
                    <a:pt x="338812" y="151732"/>
                  </a:lnTo>
                  <a:lnTo>
                    <a:pt x="338638" y="152007"/>
                  </a:lnTo>
                  <a:lnTo>
                    <a:pt x="338480" y="152255"/>
                  </a:lnTo>
                  <a:lnTo>
                    <a:pt x="338277" y="152575"/>
                  </a:lnTo>
                  <a:lnTo>
                    <a:pt x="337867" y="153219"/>
                  </a:lnTo>
                  <a:lnTo>
                    <a:pt x="334879" y="157921"/>
                  </a:lnTo>
                  <a:lnTo>
                    <a:pt x="334436" y="158619"/>
                  </a:lnTo>
                  <a:lnTo>
                    <a:pt x="333842" y="159554"/>
                  </a:lnTo>
                  <a:lnTo>
                    <a:pt x="331630" y="163033"/>
                  </a:lnTo>
                  <a:lnTo>
                    <a:pt x="331264" y="163610"/>
                  </a:lnTo>
                  <a:lnTo>
                    <a:pt x="330870" y="164230"/>
                  </a:lnTo>
                  <a:lnTo>
                    <a:pt x="329573" y="166271"/>
                  </a:lnTo>
                  <a:lnTo>
                    <a:pt x="329134" y="166961"/>
                  </a:lnTo>
                  <a:lnTo>
                    <a:pt x="325451" y="172757"/>
                  </a:lnTo>
                  <a:lnTo>
                    <a:pt x="322250" y="177794"/>
                  </a:lnTo>
                  <a:lnTo>
                    <a:pt x="320250" y="180942"/>
                  </a:lnTo>
                  <a:lnTo>
                    <a:pt x="319938" y="181433"/>
                  </a:lnTo>
                  <a:lnTo>
                    <a:pt x="316772" y="179472"/>
                  </a:lnTo>
                  <a:lnTo>
                    <a:pt x="315080" y="178423"/>
                  </a:lnTo>
                  <a:lnTo>
                    <a:pt x="310938" y="184900"/>
                  </a:lnTo>
                  <a:lnTo>
                    <a:pt x="310553" y="185503"/>
                  </a:lnTo>
                  <a:lnTo>
                    <a:pt x="311318" y="185956"/>
                  </a:lnTo>
                  <a:lnTo>
                    <a:pt x="311504" y="186066"/>
                  </a:lnTo>
                  <a:lnTo>
                    <a:pt x="310455" y="187223"/>
                  </a:lnTo>
                  <a:lnTo>
                    <a:pt x="309236" y="187893"/>
                  </a:lnTo>
                  <a:lnTo>
                    <a:pt x="303209" y="191209"/>
                  </a:lnTo>
                  <a:lnTo>
                    <a:pt x="302951" y="191351"/>
                  </a:lnTo>
                  <a:lnTo>
                    <a:pt x="288917" y="199071"/>
                  </a:lnTo>
                  <a:lnTo>
                    <a:pt x="288783" y="197184"/>
                  </a:lnTo>
                  <a:lnTo>
                    <a:pt x="283658" y="197391"/>
                  </a:lnTo>
                  <a:lnTo>
                    <a:pt x="278071" y="197759"/>
                  </a:lnTo>
                  <a:lnTo>
                    <a:pt x="275316" y="200927"/>
                  </a:lnTo>
                  <a:lnTo>
                    <a:pt x="271473" y="198940"/>
                  </a:lnTo>
                  <a:lnTo>
                    <a:pt x="270377" y="198373"/>
                  </a:lnTo>
                  <a:lnTo>
                    <a:pt x="270079" y="198088"/>
                  </a:lnTo>
                  <a:lnTo>
                    <a:pt x="269312" y="197356"/>
                  </a:lnTo>
                  <a:lnTo>
                    <a:pt x="267843" y="195954"/>
                  </a:lnTo>
                  <a:lnTo>
                    <a:pt x="267822" y="195760"/>
                  </a:lnTo>
                  <a:lnTo>
                    <a:pt x="263389" y="196895"/>
                  </a:lnTo>
                  <a:lnTo>
                    <a:pt x="263110" y="196966"/>
                  </a:lnTo>
                  <a:lnTo>
                    <a:pt x="261874" y="197283"/>
                  </a:lnTo>
                  <a:lnTo>
                    <a:pt x="261588" y="197356"/>
                  </a:lnTo>
                  <a:lnTo>
                    <a:pt x="260395" y="197661"/>
                  </a:lnTo>
                  <a:lnTo>
                    <a:pt x="259490" y="197864"/>
                  </a:lnTo>
                  <a:lnTo>
                    <a:pt x="257277" y="198359"/>
                  </a:lnTo>
                  <a:lnTo>
                    <a:pt x="257132" y="198391"/>
                  </a:lnTo>
                  <a:lnTo>
                    <a:pt x="257271" y="199127"/>
                  </a:lnTo>
                  <a:lnTo>
                    <a:pt x="251827" y="200013"/>
                  </a:lnTo>
                  <a:lnTo>
                    <a:pt x="250343" y="199760"/>
                  </a:lnTo>
                  <a:lnTo>
                    <a:pt x="247198" y="198122"/>
                  </a:lnTo>
                  <a:lnTo>
                    <a:pt x="238212" y="174439"/>
                  </a:lnTo>
                  <a:lnTo>
                    <a:pt x="242311" y="167518"/>
                  </a:lnTo>
                  <a:lnTo>
                    <a:pt x="238034" y="160596"/>
                  </a:lnTo>
                  <a:lnTo>
                    <a:pt x="229837" y="168246"/>
                  </a:lnTo>
                  <a:lnTo>
                    <a:pt x="226986" y="175896"/>
                  </a:lnTo>
                  <a:lnTo>
                    <a:pt x="220214" y="176443"/>
                  </a:lnTo>
                  <a:lnTo>
                    <a:pt x="216708" y="177742"/>
                  </a:lnTo>
                  <a:lnTo>
                    <a:pt x="211430" y="173921"/>
                  </a:lnTo>
                  <a:lnTo>
                    <a:pt x="209701" y="163146"/>
                  </a:lnTo>
                  <a:lnTo>
                    <a:pt x="218789" y="151853"/>
                  </a:lnTo>
                  <a:lnTo>
                    <a:pt x="213265" y="147299"/>
                  </a:lnTo>
                  <a:lnTo>
                    <a:pt x="215225" y="144385"/>
                  </a:lnTo>
                  <a:lnTo>
                    <a:pt x="197583" y="139649"/>
                  </a:lnTo>
                  <a:lnTo>
                    <a:pt x="189386" y="129449"/>
                  </a:lnTo>
                  <a:lnTo>
                    <a:pt x="199009" y="123256"/>
                  </a:lnTo>
                  <a:lnTo>
                    <a:pt x="192415" y="116881"/>
                  </a:lnTo>
                  <a:lnTo>
                    <a:pt x="186891" y="121070"/>
                  </a:lnTo>
                  <a:lnTo>
                    <a:pt x="177625" y="116517"/>
                  </a:lnTo>
                  <a:lnTo>
                    <a:pt x="172279" y="127992"/>
                  </a:lnTo>
                  <a:lnTo>
                    <a:pt x="165329" y="128721"/>
                  </a:lnTo>
                  <a:lnTo>
                    <a:pt x="165329" y="118338"/>
                  </a:lnTo>
                  <a:lnTo>
                    <a:pt x="160518" y="119978"/>
                  </a:lnTo>
                  <a:lnTo>
                    <a:pt x="152499" y="122163"/>
                  </a:lnTo>
                  <a:lnTo>
                    <a:pt x="149109" y="129093"/>
                  </a:lnTo>
                  <a:lnTo>
                    <a:pt x="139260" y="122009"/>
                  </a:lnTo>
                  <a:lnTo>
                    <a:pt x="137975" y="120346"/>
                  </a:lnTo>
                  <a:lnTo>
                    <a:pt x="141272" y="113967"/>
                  </a:lnTo>
                  <a:lnTo>
                    <a:pt x="138778" y="109413"/>
                  </a:lnTo>
                  <a:lnTo>
                    <a:pt x="146084" y="103767"/>
                  </a:lnTo>
                  <a:lnTo>
                    <a:pt x="133432" y="96663"/>
                  </a:lnTo>
                  <a:lnTo>
                    <a:pt x="140738" y="85916"/>
                  </a:lnTo>
                  <a:lnTo>
                    <a:pt x="139312" y="82091"/>
                  </a:lnTo>
                  <a:lnTo>
                    <a:pt x="131828" y="82091"/>
                  </a:lnTo>
                  <a:lnTo>
                    <a:pt x="123096" y="81727"/>
                  </a:lnTo>
                  <a:lnTo>
                    <a:pt x="114899" y="77902"/>
                  </a:lnTo>
                  <a:lnTo>
                    <a:pt x="108416" y="82082"/>
                  </a:lnTo>
                  <a:lnTo>
                    <a:pt x="107073" y="80344"/>
                  </a:lnTo>
                  <a:lnTo>
                    <a:pt x="62390" y="70331"/>
                  </a:lnTo>
                  <a:lnTo>
                    <a:pt x="59496" y="67177"/>
                  </a:lnTo>
                  <a:lnTo>
                    <a:pt x="57892" y="64957"/>
                  </a:lnTo>
                  <a:lnTo>
                    <a:pt x="56722" y="60825"/>
                  </a:lnTo>
                  <a:lnTo>
                    <a:pt x="55185" y="60278"/>
                  </a:lnTo>
                  <a:lnTo>
                    <a:pt x="54985" y="59185"/>
                  </a:lnTo>
                  <a:lnTo>
                    <a:pt x="55286" y="55326"/>
                  </a:lnTo>
                  <a:lnTo>
                    <a:pt x="47935" y="53550"/>
                  </a:lnTo>
                  <a:lnTo>
                    <a:pt x="40751" y="52560"/>
                  </a:lnTo>
                  <a:lnTo>
                    <a:pt x="34035" y="53448"/>
                  </a:lnTo>
                  <a:lnTo>
                    <a:pt x="28121" y="55190"/>
                  </a:lnTo>
                  <a:lnTo>
                    <a:pt x="27386" y="56214"/>
                  </a:lnTo>
                  <a:lnTo>
                    <a:pt x="27821" y="58571"/>
                  </a:lnTo>
                  <a:lnTo>
                    <a:pt x="27587" y="59322"/>
                  </a:lnTo>
                  <a:lnTo>
                    <a:pt x="27119" y="59629"/>
                  </a:lnTo>
                  <a:lnTo>
                    <a:pt x="25315" y="60586"/>
                  </a:lnTo>
                  <a:lnTo>
                    <a:pt x="24513" y="61610"/>
                  </a:lnTo>
                  <a:lnTo>
                    <a:pt x="24112" y="63045"/>
                  </a:lnTo>
                  <a:lnTo>
                    <a:pt x="23277" y="63978"/>
                  </a:lnTo>
                  <a:lnTo>
                    <a:pt x="21161" y="64661"/>
                  </a:lnTo>
                  <a:lnTo>
                    <a:pt x="20270" y="68019"/>
                  </a:lnTo>
                  <a:lnTo>
                    <a:pt x="16316" y="68304"/>
                  </a:lnTo>
                  <a:lnTo>
                    <a:pt x="13364" y="67393"/>
                  </a:lnTo>
                  <a:lnTo>
                    <a:pt x="11137" y="65743"/>
                  </a:lnTo>
                  <a:lnTo>
                    <a:pt x="8631" y="66255"/>
                  </a:lnTo>
                  <a:lnTo>
                    <a:pt x="6960" y="67735"/>
                  </a:lnTo>
                  <a:lnTo>
                    <a:pt x="4789" y="71719"/>
                  </a:lnTo>
                  <a:lnTo>
                    <a:pt x="1002" y="71492"/>
                  </a:lnTo>
                  <a:lnTo>
                    <a:pt x="1670" y="65856"/>
                  </a:lnTo>
                  <a:lnTo>
                    <a:pt x="0" y="63010"/>
                  </a:lnTo>
                  <a:lnTo>
                    <a:pt x="445" y="58969"/>
                  </a:lnTo>
                  <a:lnTo>
                    <a:pt x="2728" y="54415"/>
                  </a:lnTo>
                  <a:lnTo>
                    <a:pt x="6738" y="51683"/>
                  </a:lnTo>
                  <a:lnTo>
                    <a:pt x="12752" y="50260"/>
                  </a:lnTo>
                  <a:lnTo>
                    <a:pt x="18933" y="48723"/>
                  </a:lnTo>
                  <a:lnTo>
                    <a:pt x="23889" y="43714"/>
                  </a:lnTo>
                  <a:lnTo>
                    <a:pt x="31351" y="41551"/>
                  </a:lnTo>
                  <a:lnTo>
                    <a:pt x="36809" y="45137"/>
                  </a:lnTo>
                  <a:lnTo>
                    <a:pt x="40150" y="45650"/>
                  </a:lnTo>
                  <a:lnTo>
                    <a:pt x="46053" y="47585"/>
                  </a:lnTo>
                  <a:lnTo>
                    <a:pt x="56243" y="49862"/>
                  </a:lnTo>
                  <a:lnTo>
                    <a:pt x="57875" y="49305"/>
                  </a:lnTo>
                  <a:lnTo>
                    <a:pt x="53459" y="42462"/>
                  </a:lnTo>
                  <a:lnTo>
                    <a:pt x="50285" y="43316"/>
                  </a:lnTo>
                  <a:lnTo>
                    <a:pt x="48280" y="42747"/>
                  </a:lnTo>
                  <a:lnTo>
                    <a:pt x="44939" y="36485"/>
                  </a:lnTo>
                  <a:lnTo>
                    <a:pt x="40484" y="25614"/>
                  </a:lnTo>
                  <a:lnTo>
                    <a:pt x="33634" y="14799"/>
                  </a:lnTo>
                  <a:lnTo>
                    <a:pt x="27398" y="4041"/>
                  </a:lnTo>
                  <a:lnTo>
                    <a:pt x="30015" y="1878"/>
                  </a:lnTo>
                  <a:lnTo>
                    <a:pt x="34637" y="1536"/>
                  </a:lnTo>
                  <a:lnTo>
                    <a:pt x="36474" y="739"/>
                  </a:lnTo>
                  <a:lnTo>
                    <a:pt x="38479" y="683"/>
                  </a:lnTo>
                  <a:lnTo>
                    <a:pt x="41097" y="15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13104" y="4474834"/>
              <a:ext cx="288537" cy="157370"/>
            </a:xfrm>
            <a:custGeom>
              <a:avLst/>
              <a:pathLst>
                <a:path w="288537" h="157370">
                  <a:moveTo>
                    <a:pt x="209724" y="35757"/>
                  </a:moveTo>
                  <a:lnTo>
                    <a:pt x="210234" y="34495"/>
                  </a:lnTo>
                  <a:lnTo>
                    <a:pt x="210651" y="34627"/>
                  </a:lnTo>
                  <a:lnTo>
                    <a:pt x="212543" y="35225"/>
                  </a:lnTo>
                  <a:lnTo>
                    <a:pt x="212847" y="35321"/>
                  </a:lnTo>
                  <a:lnTo>
                    <a:pt x="214380" y="35806"/>
                  </a:lnTo>
                  <a:lnTo>
                    <a:pt x="216374" y="36437"/>
                  </a:lnTo>
                  <a:lnTo>
                    <a:pt x="217963" y="36939"/>
                  </a:lnTo>
                  <a:lnTo>
                    <a:pt x="220608" y="37167"/>
                  </a:lnTo>
                  <a:lnTo>
                    <a:pt x="222669" y="36768"/>
                  </a:lnTo>
                  <a:lnTo>
                    <a:pt x="224339" y="36028"/>
                  </a:lnTo>
                  <a:lnTo>
                    <a:pt x="225533" y="35316"/>
                  </a:lnTo>
                  <a:lnTo>
                    <a:pt x="225672" y="35234"/>
                  </a:lnTo>
                  <a:lnTo>
                    <a:pt x="227482" y="34154"/>
                  </a:lnTo>
                  <a:lnTo>
                    <a:pt x="228334" y="33646"/>
                  </a:lnTo>
                  <a:lnTo>
                    <a:pt x="231022" y="32044"/>
                  </a:lnTo>
                  <a:lnTo>
                    <a:pt x="231213" y="31989"/>
                  </a:lnTo>
                  <a:lnTo>
                    <a:pt x="231722" y="31842"/>
                  </a:lnTo>
                  <a:lnTo>
                    <a:pt x="232421" y="31640"/>
                  </a:lnTo>
                  <a:lnTo>
                    <a:pt x="232969" y="31482"/>
                  </a:lnTo>
                  <a:lnTo>
                    <a:pt x="233193" y="31418"/>
                  </a:lnTo>
                  <a:lnTo>
                    <a:pt x="233899" y="31418"/>
                  </a:lnTo>
                  <a:lnTo>
                    <a:pt x="234255" y="31418"/>
                  </a:lnTo>
                  <a:lnTo>
                    <a:pt x="235180" y="31469"/>
                  </a:lnTo>
                  <a:lnTo>
                    <a:pt x="235337" y="31536"/>
                  </a:lnTo>
                  <a:lnTo>
                    <a:pt x="236122" y="31871"/>
                  </a:lnTo>
                  <a:lnTo>
                    <a:pt x="237064" y="32272"/>
                  </a:lnTo>
                  <a:lnTo>
                    <a:pt x="239843" y="33618"/>
                  </a:lnTo>
                  <a:lnTo>
                    <a:pt x="241549" y="34513"/>
                  </a:lnTo>
                  <a:lnTo>
                    <a:pt x="241808" y="34649"/>
                  </a:lnTo>
                  <a:lnTo>
                    <a:pt x="251121" y="39518"/>
                  </a:lnTo>
                  <a:lnTo>
                    <a:pt x="253905" y="39484"/>
                  </a:lnTo>
                  <a:lnTo>
                    <a:pt x="258512" y="39426"/>
                  </a:lnTo>
                  <a:lnTo>
                    <a:pt x="260768" y="39398"/>
                  </a:lnTo>
                  <a:lnTo>
                    <a:pt x="263740" y="37897"/>
                  </a:lnTo>
                  <a:lnTo>
                    <a:pt x="268801" y="35341"/>
                  </a:lnTo>
                  <a:lnTo>
                    <a:pt x="268978" y="35399"/>
                  </a:lnTo>
                  <a:lnTo>
                    <a:pt x="267929" y="38972"/>
                  </a:lnTo>
                  <a:lnTo>
                    <a:pt x="267768" y="41452"/>
                  </a:lnTo>
                  <a:lnTo>
                    <a:pt x="268397" y="44983"/>
                  </a:lnTo>
                  <a:lnTo>
                    <a:pt x="269153" y="49224"/>
                  </a:lnTo>
                  <a:lnTo>
                    <a:pt x="269383" y="50513"/>
                  </a:lnTo>
                  <a:lnTo>
                    <a:pt x="269748" y="52564"/>
                  </a:lnTo>
                  <a:lnTo>
                    <a:pt x="270030" y="54150"/>
                  </a:lnTo>
                  <a:lnTo>
                    <a:pt x="277358" y="66935"/>
                  </a:lnTo>
                  <a:lnTo>
                    <a:pt x="277521" y="67220"/>
                  </a:lnTo>
                  <a:lnTo>
                    <a:pt x="277679" y="67495"/>
                  </a:lnTo>
                  <a:lnTo>
                    <a:pt x="278375" y="68710"/>
                  </a:lnTo>
                  <a:lnTo>
                    <a:pt x="288537" y="86695"/>
                  </a:lnTo>
                  <a:lnTo>
                    <a:pt x="287949" y="87006"/>
                  </a:lnTo>
                  <a:lnTo>
                    <a:pt x="286964" y="87528"/>
                  </a:lnTo>
                  <a:lnTo>
                    <a:pt x="277900" y="92328"/>
                  </a:lnTo>
                  <a:lnTo>
                    <a:pt x="276585" y="93024"/>
                  </a:lnTo>
                  <a:lnTo>
                    <a:pt x="267566" y="98799"/>
                  </a:lnTo>
                  <a:lnTo>
                    <a:pt x="259949" y="105154"/>
                  </a:lnTo>
                  <a:lnTo>
                    <a:pt x="256636" y="103804"/>
                  </a:lnTo>
                  <a:lnTo>
                    <a:pt x="236859" y="95748"/>
                  </a:lnTo>
                  <a:lnTo>
                    <a:pt x="236490" y="95598"/>
                  </a:lnTo>
                  <a:lnTo>
                    <a:pt x="233924" y="102386"/>
                  </a:lnTo>
                  <a:lnTo>
                    <a:pt x="232895" y="105108"/>
                  </a:lnTo>
                  <a:lnTo>
                    <a:pt x="232693" y="105641"/>
                  </a:lnTo>
                  <a:lnTo>
                    <a:pt x="232599" y="105891"/>
                  </a:lnTo>
                  <a:lnTo>
                    <a:pt x="232495" y="106165"/>
                  </a:lnTo>
                  <a:lnTo>
                    <a:pt x="231474" y="108865"/>
                  </a:lnTo>
                  <a:lnTo>
                    <a:pt x="228958" y="115523"/>
                  </a:lnTo>
                  <a:lnTo>
                    <a:pt x="228902" y="115669"/>
                  </a:lnTo>
                  <a:lnTo>
                    <a:pt x="228793" y="115958"/>
                  </a:lnTo>
                  <a:lnTo>
                    <a:pt x="228623" y="116407"/>
                  </a:lnTo>
                  <a:lnTo>
                    <a:pt x="228563" y="116566"/>
                  </a:lnTo>
                  <a:lnTo>
                    <a:pt x="225045" y="125872"/>
                  </a:lnTo>
                  <a:lnTo>
                    <a:pt x="224744" y="126670"/>
                  </a:lnTo>
                  <a:lnTo>
                    <a:pt x="224454" y="127437"/>
                  </a:lnTo>
                  <a:lnTo>
                    <a:pt x="222263" y="133230"/>
                  </a:lnTo>
                  <a:lnTo>
                    <a:pt x="220648" y="137504"/>
                  </a:lnTo>
                  <a:lnTo>
                    <a:pt x="210485" y="133227"/>
                  </a:lnTo>
                  <a:lnTo>
                    <a:pt x="210183" y="134050"/>
                  </a:lnTo>
                  <a:lnTo>
                    <a:pt x="207252" y="142019"/>
                  </a:lnTo>
                  <a:lnTo>
                    <a:pt x="206824" y="143183"/>
                  </a:lnTo>
                  <a:lnTo>
                    <a:pt x="206587" y="143828"/>
                  </a:lnTo>
                  <a:lnTo>
                    <a:pt x="205615" y="146471"/>
                  </a:lnTo>
                  <a:lnTo>
                    <a:pt x="202186" y="155796"/>
                  </a:lnTo>
                  <a:lnTo>
                    <a:pt x="201471" y="157370"/>
                  </a:lnTo>
                  <a:lnTo>
                    <a:pt x="195628" y="154991"/>
                  </a:lnTo>
                  <a:lnTo>
                    <a:pt x="191265" y="153214"/>
                  </a:lnTo>
                  <a:lnTo>
                    <a:pt x="189960" y="152682"/>
                  </a:lnTo>
                  <a:lnTo>
                    <a:pt x="184841" y="150598"/>
                  </a:lnTo>
                  <a:lnTo>
                    <a:pt x="184083" y="150289"/>
                  </a:lnTo>
                  <a:lnTo>
                    <a:pt x="176931" y="147377"/>
                  </a:lnTo>
                  <a:lnTo>
                    <a:pt x="175839" y="146932"/>
                  </a:lnTo>
                  <a:lnTo>
                    <a:pt x="173149" y="145837"/>
                  </a:lnTo>
                  <a:lnTo>
                    <a:pt x="169352" y="144291"/>
                  </a:lnTo>
                  <a:lnTo>
                    <a:pt x="168730" y="144037"/>
                  </a:lnTo>
                  <a:lnTo>
                    <a:pt x="167895" y="143697"/>
                  </a:lnTo>
                  <a:lnTo>
                    <a:pt x="167648" y="143596"/>
                  </a:lnTo>
                  <a:lnTo>
                    <a:pt x="146524" y="134931"/>
                  </a:lnTo>
                  <a:lnTo>
                    <a:pt x="136629" y="130873"/>
                  </a:lnTo>
                  <a:lnTo>
                    <a:pt x="134221" y="129885"/>
                  </a:lnTo>
                  <a:lnTo>
                    <a:pt x="133278" y="129498"/>
                  </a:lnTo>
                  <a:lnTo>
                    <a:pt x="132697" y="129260"/>
                  </a:lnTo>
                  <a:lnTo>
                    <a:pt x="130033" y="128167"/>
                  </a:lnTo>
                  <a:lnTo>
                    <a:pt x="122786" y="125195"/>
                  </a:lnTo>
                  <a:lnTo>
                    <a:pt x="120123" y="124103"/>
                  </a:lnTo>
                  <a:lnTo>
                    <a:pt x="116913" y="122917"/>
                  </a:lnTo>
                  <a:lnTo>
                    <a:pt x="113647" y="121711"/>
                  </a:lnTo>
                  <a:lnTo>
                    <a:pt x="110351" y="120873"/>
                  </a:lnTo>
                  <a:lnTo>
                    <a:pt x="107071" y="120039"/>
                  </a:lnTo>
                  <a:lnTo>
                    <a:pt x="104957" y="119852"/>
                  </a:lnTo>
                  <a:lnTo>
                    <a:pt x="100688" y="119475"/>
                  </a:lnTo>
                  <a:lnTo>
                    <a:pt x="92915" y="119546"/>
                  </a:lnTo>
                  <a:lnTo>
                    <a:pt x="87243" y="119598"/>
                  </a:lnTo>
                  <a:lnTo>
                    <a:pt x="77442" y="119688"/>
                  </a:lnTo>
                  <a:lnTo>
                    <a:pt x="76030" y="119701"/>
                  </a:lnTo>
                  <a:lnTo>
                    <a:pt x="75281" y="119778"/>
                  </a:lnTo>
                  <a:lnTo>
                    <a:pt x="70983" y="120219"/>
                  </a:lnTo>
                  <a:lnTo>
                    <a:pt x="70535" y="120265"/>
                  </a:lnTo>
                  <a:lnTo>
                    <a:pt x="65835" y="120747"/>
                  </a:lnTo>
                  <a:lnTo>
                    <a:pt x="64296" y="120905"/>
                  </a:lnTo>
                  <a:lnTo>
                    <a:pt x="63251" y="121138"/>
                  </a:lnTo>
                  <a:lnTo>
                    <a:pt x="60853" y="121672"/>
                  </a:lnTo>
                  <a:lnTo>
                    <a:pt x="58419" y="122214"/>
                  </a:lnTo>
                  <a:lnTo>
                    <a:pt x="55557" y="122852"/>
                  </a:lnTo>
                  <a:lnTo>
                    <a:pt x="54254" y="123142"/>
                  </a:lnTo>
                  <a:lnTo>
                    <a:pt x="53817" y="123239"/>
                  </a:lnTo>
                  <a:lnTo>
                    <a:pt x="53321" y="123350"/>
                  </a:lnTo>
                  <a:lnTo>
                    <a:pt x="52949" y="123433"/>
                  </a:lnTo>
                  <a:lnTo>
                    <a:pt x="51796" y="123680"/>
                  </a:lnTo>
                  <a:lnTo>
                    <a:pt x="51325" y="123782"/>
                  </a:lnTo>
                  <a:lnTo>
                    <a:pt x="50680" y="123920"/>
                  </a:lnTo>
                  <a:lnTo>
                    <a:pt x="46273" y="124867"/>
                  </a:lnTo>
                  <a:lnTo>
                    <a:pt x="45695" y="124991"/>
                  </a:lnTo>
                  <a:lnTo>
                    <a:pt x="43583" y="125431"/>
                  </a:lnTo>
                  <a:lnTo>
                    <a:pt x="42980" y="125481"/>
                  </a:lnTo>
                  <a:lnTo>
                    <a:pt x="42303" y="125538"/>
                  </a:lnTo>
                  <a:lnTo>
                    <a:pt x="36054" y="126060"/>
                  </a:lnTo>
                  <a:lnTo>
                    <a:pt x="34508" y="126189"/>
                  </a:lnTo>
                  <a:lnTo>
                    <a:pt x="25606" y="125702"/>
                  </a:lnTo>
                  <a:lnTo>
                    <a:pt x="25153" y="125677"/>
                  </a:lnTo>
                  <a:lnTo>
                    <a:pt x="16322" y="124406"/>
                  </a:lnTo>
                  <a:lnTo>
                    <a:pt x="15936" y="124322"/>
                  </a:lnTo>
                  <a:lnTo>
                    <a:pt x="15272" y="124178"/>
                  </a:lnTo>
                  <a:lnTo>
                    <a:pt x="14760" y="124012"/>
                  </a:lnTo>
                  <a:lnTo>
                    <a:pt x="6140" y="121223"/>
                  </a:lnTo>
                  <a:lnTo>
                    <a:pt x="4312" y="120631"/>
                  </a:lnTo>
                  <a:lnTo>
                    <a:pt x="3801" y="120466"/>
                  </a:lnTo>
                  <a:lnTo>
                    <a:pt x="0" y="119236"/>
                  </a:lnTo>
                  <a:lnTo>
                    <a:pt x="862" y="117138"/>
                  </a:lnTo>
                  <a:lnTo>
                    <a:pt x="1791" y="114880"/>
                  </a:lnTo>
                  <a:lnTo>
                    <a:pt x="3629" y="111294"/>
                  </a:lnTo>
                  <a:lnTo>
                    <a:pt x="4342" y="110211"/>
                  </a:lnTo>
                  <a:lnTo>
                    <a:pt x="5971" y="107737"/>
                  </a:lnTo>
                  <a:lnTo>
                    <a:pt x="7276" y="105355"/>
                  </a:lnTo>
                  <a:lnTo>
                    <a:pt x="7453" y="105031"/>
                  </a:lnTo>
                  <a:lnTo>
                    <a:pt x="7801" y="104395"/>
                  </a:lnTo>
                  <a:lnTo>
                    <a:pt x="8760" y="102644"/>
                  </a:lnTo>
                  <a:lnTo>
                    <a:pt x="14557" y="93844"/>
                  </a:lnTo>
                  <a:lnTo>
                    <a:pt x="21413" y="87304"/>
                  </a:lnTo>
                  <a:lnTo>
                    <a:pt x="21853" y="86884"/>
                  </a:lnTo>
                  <a:lnTo>
                    <a:pt x="25655" y="83257"/>
                  </a:lnTo>
                  <a:lnTo>
                    <a:pt x="26346" y="82598"/>
                  </a:lnTo>
                  <a:lnTo>
                    <a:pt x="26856" y="82113"/>
                  </a:lnTo>
                  <a:lnTo>
                    <a:pt x="34268" y="75542"/>
                  </a:lnTo>
                  <a:lnTo>
                    <a:pt x="34848" y="75028"/>
                  </a:lnTo>
                  <a:lnTo>
                    <a:pt x="35818" y="74167"/>
                  </a:lnTo>
                  <a:lnTo>
                    <a:pt x="44701" y="66292"/>
                  </a:lnTo>
                  <a:lnTo>
                    <a:pt x="45223" y="65829"/>
                  </a:lnTo>
                  <a:lnTo>
                    <a:pt x="46124" y="65030"/>
                  </a:lnTo>
                  <a:lnTo>
                    <a:pt x="50479" y="61169"/>
                  </a:lnTo>
                  <a:lnTo>
                    <a:pt x="52432" y="59437"/>
                  </a:lnTo>
                  <a:lnTo>
                    <a:pt x="61398" y="51488"/>
                  </a:lnTo>
                  <a:lnTo>
                    <a:pt x="62375" y="50622"/>
                  </a:lnTo>
                  <a:lnTo>
                    <a:pt x="67232" y="46315"/>
                  </a:lnTo>
                  <a:lnTo>
                    <a:pt x="72740" y="40490"/>
                  </a:lnTo>
                  <a:lnTo>
                    <a:pt x="74874" y="37947"/>
                  </a:lnTo>
                  <a:lnTo>
                    <a:pt x="75765" y="36883"/>
                  </a:lnTo>
                  <a:lnTo>
                    <a:pt x="76352" y="36184"/>
                  </a:lnTo>
                  <a:lnTo>
                    <a:pt x="78170" y="34016"/>
                  </a:lnTo>
                  <a:lnTo>
                    <a:pt x="82301" y="27927"/>
                  </a:lnTo>
                  <a:lnTo>
                    <a:pt x="84156" y="25193"/>
                  </a:lnTo>
                  <a:lnTo>
                    <a:pt x="87465" y="18913"/>
                  </a:lnTo>
                  <a:lnTo>
                    <a:pt x="88860" y="15462"/>
                  </a:lnTo>
                  <a:lnTo>
                    <a:pt x="89174" y="14685"/>
                  </a:lnTo>
                  <a:lnTo>
                    <a:pt x="91786" y="5883"/>
                  </a:lnTo>
                  <a:lnTo>
                    <a:pt x="93421" y="101"/>
                  </a:lnTo>
                  <a:lnTo>
                    <a:pt x="93661" y="0"/>
                  </a:lnTo>
                  <a:lnTo>
                    <a:pt x="96266" y="661"/>
                  </a:lnTo>
                  <a:lnTo>
                    <a:pt x="96401" y="695"/>
                  </a:lnTo>
                  <a:lnTo>
                    <a:pt x="97611" y="1002"/>
                  </a:lnTo>
                  <a:lnTo>
                    <a:pt x="105185" y="2925"/>
                  </a:lnTo>
                  <a:lnTo>
                    <a:pt x="108767" y="3835"/>
                  </a:lnTo>
                  <a:lnTo>
                    <a:pt x="110059" y="4163"/>
                  </a:lnTo>
                  <a:lnTo>
                    <a:pt x="113164" y="4952"/>
                  </a:lnTo>
                  <a:lnTo>
                    <a:pt x="115869" y="5697"/>
                  </a:lnTo>
                  <a:lnTo>
                    <a:pt x="116333" y="5825"/>
                  </a:lnTo>
                  <a:lnTo>
                    <a:pt x="118178" y="6333"/>
                  </a:lnTo>
                  <a:lnTo>
                    <a:pt x="118632" y="6459"/>
                  </a:lnTo>
                  <a:lnTo>
                    <a:pt x="119230" y="6623"/>
                  </a:lnTo>
                  <a:lnTo>
                    <a:pt x="120370" y="6905"/>
                  </a:lnTo>
                  <a:lnTo>
                    <a:pt x="124712" y="7980"/>
                  </a:lnTo>
                  <a:lnTo>
                    <a:pt x="138798" y="11466"/>
                  </a:lnTo>
                  <a:lnTo>
                    <a:pt x="151100" y="14511"/>
                  </a:lnTo>
                  <a:lnTo>
                    <a:pt x="163463" y="17578"/>
                  </a:lnTo>
                  <a:lnTo>
                    <a:pt x="164341" y="17888"/>
                  </a:lnTo>
                  <a:lnTo>
                    <a:pt x="164999" y="18121"/>
                  </a:lnTo>
                  <a:lnTo>
                    <a:pt x="165499" y="18298"/>
                  </a:lnTo>
                  <a:lnTo>
                    <a:pt x="168366" y="19311"/>
                  </a:lnTo>
                  <a:lnTo>
                    <a:pt x="169143" y="19586"/>
                  </a:lnTo>
                  <a:lnTo>
                    <a:pt x="170001" y="19889"/>
                  </a:lnTo>
                  <a:lnTo>
                    <a:pt x="172807" y="20881"/>
                  </a:lnTo>
                  <a:lnTo>
                    <a:pt x="173686" y="21192"/>
                  </a:lnTo>
                  <a:lnTo>
                    <a:pt x="176018" y="22016"/>
                  </a:lnTo>
                  <a:lnTo>
                    <a:pt x="176755" y="22276"/>
                  </a:lnTo>
                  <a:lnTo>
                    <a:pt x="177662" y="22648"/>
                  </a:lnTo>
                  <a:lnTo>
                    <a:pt x="177908" y="22748"/>
                  </a:lnTo>
                  <a:lnTo>
                    <a:pt x="179638" y="23455"/>
                  </a:lnTo>
                  <a:lnTo>
                    <a:pt x="183429" y="25005"/>
                  </a:lnTo>
                  <a:lnTo>
                    <a:pt x="188262" y="26981"/>
                  </a:lnTo>
                  <a:lnTo>
                    <a:pt x="200378" y="31935"/>
                  </a:lnTo>
                  <a:lnTo>
                    <a:pt x="202952" y="32988"/>
                  </a:lnTo>
                  <a:lnTo>
                    <a:pt x="204322" y="33548"/>
                  </a:lnTo>
                  <a:lnTo>
                    <a:pt x="204746" y="33721"/>
                  </a:lnTo>
                  <a:lnTo>
                    <a:pt x="206960" y="34627"/>
                  </a:lnTo>
                  <a:lnTo>
                    <a:pt x="207868" y="34998"/>
                  </a:lnTo>
                  <a:lnTo>
                    <a:pt x="208406" y="35218"/>
                  </a:lnTo>
                  <a:lnTo>
                    <a:pt x="208658" y="353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001693" y="3903486"/>
              <a:ext cx="159036" cy="117295"/>
            </a:xfrm>
            <a:custGeom>
              <a:avLst/>
              <a:pathLst>
                <a:path w="159036" h="117295">
                  <a:moveTo>
                    <a:pt x="108693" y="52223"/>
                  </a:moveTo>
                  <a:lnTo>
                    <a:pt x="110177" y="51578"/>
                  </a:lnTo>
                  <a:lnTo>
                    <a:pt x="113944" y="49943"/>
                  </a:lnTo>
                  <a:lnTo>
                    <a:pt x="116916" y="48797"/>
                  </a:lnTo>
                  <a:lnTo>
                    <a:pt x="117897" y="51225"/>
                  </a:lnTo>
                  <a:lnTo>
                    <a:pt x="120730" y="58235"/>
                  </a:lnTo>
                  <a:lnTo>
                    <a:pt x="120853" y="58540"/>
                  </a:lnTo>
                  <a:lnTo>
                    <a:pt x="120948" y="58774"/>
                  </a:lnTo>
                  <a:lnTo>
                    <a:pt x="122418" y="59639"/>
                  </a:lnTo>
                  <a:lnTo>
                    <a:pt x="123028" y="60203"/>
                  </a:lnTo>
                  <a:lnTo>
                    <a:pt x="124333" y="61409"/>
                  </a:lnTo>
                  <a:lnTo>
                    <a:pt x="124537" y="61597"/>
                  </a:lnTo>
                  <a:lnTo>
                    <a:pt x="128556" y="63686"/>
                  </a:lnTo>
                  <a:lnTo>
                    <a:pt x="128918" y="63911"/>
                  </a:lnTo>
                  <a:lnTo>
                    <a:pt x="130164" y="64685"/>
                  </a:lnTo>
                  <a:lnTo>
                    <a:pt x="132054" y="65859"/>
                  </a:lnTo>
                  <a:lnTo>
                    <a:pt x="133164" y="66549"/>
                  </a:lnTo>
                  <a:lnTo>
                    <a:pt x="133828" y="66961"/>
                  </a:lnTo>
                  <a:lnTo>
                    <a:pt x="134550" y="67410"/>
                  </a:lnTo>
                  <a:lnTo>
                    <a:pt x="137843" y="69456"/>
                  </a:lnTo>
                  <a:lnTo>
                    <a:pt x="138192" y="69673"/>
                  </a:lnTo>
                  <a:lnTo>
                    <a:pt x="138813" y="70059"/>
                  </a:lnTo>
                  <a:lnTo>
                    <a:pt x="145807" y="74405"/>
                  </a:lnTo>
                  <a:lnTo>
                    <a:pt x="148742" y="76229"/>
                  </a:lnTo>
                  <a:lnTo>
                    <a:pt x="149225" y="76529"/>
                  </a:lnTo>
                  <a:lnTo>
                    <a:pt x="149736" y="76846"/>
                  </a:lnTo>
                  <a:lnTo>
                    <a:pt x="151329" y="77836"/>
                  </a:lnTo>
                  <a:lnTo>
                    <a:pt x="153750" y="79340"/>
                  </a:lnTo>
                  <a:lnTo>
                    <a:pt x="154390" y="79738"/>
                  </a:lnTo>
                  <a:lnTo>
                    <a:pt x="155159" y="80216"/>
                  </a:lnTo>
                  <a:lnTo>
                    <a:pt x="155898" y="80675"/>
                  </a:lnTo>
                  <a:lnTo>
                    <a:pt x="157229" y="81502"/>
                  </a:lnTo>
                  <a:lnTo>
                    <a:pt x="157388" y="81601"/>
                  </a:lnTo>
                  <a:lnTo>
                    <a:pt x="157815" y="81866"/>
                  </a:lnTo>
                  <a:lnTo>
                    <a:pt x="158128" y="82061"/>
                  </a:lnTo>
                  <a:lnTo>
                    <a:pt x="158811" y="82485"/>
                  </a:lnTo>
                  <a:lnTo>
                    <a:pt x="159036" y="82624"/>
                  </a:lnTo>
                  <a:lnTo>
                    <a:pt x="158066" y="84239"/>
                  </a:lnTo>
                  <a:lnTo>
                    <a:pt x="157452" y="85261"/>
                  </a:lnTo>
                  <a:lnTo>
                    <a:pt x="154928" y="89461"/>
                  </a:lnTo>
                  <a:lnTo>
                    <a:pt x="154547" y="90121"/>
                  </a:lnTo>
                  <a:lnTo>
                    <a:pt x="153930" y="91190"/>
                  </a:lnTo>
                  <a:lnTo>
                    <a:pt x="153716" y="91561"/>
                  </a:lnTo>
                  <a:lnTo>
                    <a:pt x="152622" y="93342"/>
                  </a:lnTo>
                  <a:lnTo>
                    <a:pt x="149390" y="98606"/>
                  </a:lnTo>
                  <a:lnTo>
                    <a:pt x="148449" y="100138"/>
                  </a:lnTo>
                  <a:lnTo>
                    <a:pt x="147803" y="99735"/>
                  </a:lnTo>
                  <a:lnTo>
                    <a:pt x="139943" y="94830"/>
                  </a:lnTo>
                  <a:lnTo>
                    <a:pt x="138642" y="94018"/>
                  </a:lnTo>
                  <a:lnTo>
                    <a:pt x="132053" y="89907"/>
                  </a:lnTo>
                  <a:lnTo>
                    <a:pt x="130462" y="88914"/>
                  </a:lnTo>
                  <a:lnTo>
                    <a:pt x="125298" y="85692"/>
                  </a:lnTo>
                  <a:lnTo>
                    <a:pt x="123448" y="84538"/>
                  </a:lnTo>
                  <a:lnTo>
                    <a:pt x="117574" y="80872"/>
                  </a:lnTo>
                  <a:lnTo>
                    <a:pt x="115146" y="79357"/>
                  </a:lnTo>
                  <a:lnTo>
                    <a:pt x="113594" y="78292"/>
                  </a:lnTo>
                  <a:lnTo>
                    <a:pt x="111238" y="82027"/>
                  </a:lnTo>
                  <a:lnTo>
                    <a:pt x="101753" y="97065"/>
                  </a:lnTo>
                  <a:lnTo>
                    <a:pt x="100965" y="98314"/>
                  </a:lnTo>
                  <a:lnTo>
                    <a:pt x="100617" y="98866"/>
                  </a:lnTo>
                  <a:lnTo>
                    <a:pt x="99366" y="100849"/>
                  </a:lnTo>
                  <a:lnTo>
                    <a:pt x="98678" y="101939"/>
                  </a:lnTo>
                  <a:lnTo>
                    <a:pt x="98339" y="102478"/>
                  </a:lnTo>
                  <a:lnTo>
                    <a:pt x="96801" y="104916"/>
                  </a:lnTo>
                  <a:lnTo>
                    <a:pt x="96485" y="105416"/>
                  </a:lnTo>
                  <a:lnTo>
                    <a:pt x="96376" y="105590"/>
                  </a:lnTo>
                  <a:lnTo>
                    <a:pt x="95218" y="107426"/>
                  </a:lnTo>
                  <a:lnTo>
                    <a:pt x="91974" y="112569"/>
                  </a:lnTo>
                  <a:lnTo>
                    <a:pt x="91879" y="112720"/>
                  </a:lnTo>
                  <a:lnTo>
                    <a:pt x="89374" y="116691"/>
                  </a:lnTo>
                  <a:lnTo>
                    <a:pt x="88990" y="117295"/>
                  </a:lnTo>
                  <a:lnTo>
                    <a:pt x="88526" y="117018"/>
                  </a:lnTo>
                  <a:lnTo>
                    <a:pt x="81314" y="112720"/>
                  </a:lnTo>
                  <a:lnTo>
                    <a:pt x="81165" y="112631"/>
                  </a:lnTo>
                  <a:lnTo>
                    <a:pt x="77336" y="109811"/>
                  </a:lnTo>
                  <a:lnTo>
                    <a:pt x="77123" y="109654"/>
                  </a:lnTo>
                  <a:lnTo>
                    <a:pt x="74098" y="107426"/>
                  </a:lnTo>
                  <a:lnTo>
                    <a:pt x="72943" y="106575"/>
                  </a:lnTo>
                  <a:lnTo>
                    <a:pt x="71820" y="105748"/>
                  </a:lnTo>
                  <a:lnTo>
                    <a:pt x="69848" y="104436"/>
                  </a:lnTo>
                  <a:lnTo>
                    <a:pt x="69406" y="104142"/>
                  </a:lnTo>
                  <a:lnTo>
                    <a:pt x="66018" y="101888"/>
                  </a:lnTo>
                  <a:lnTo>
                    <a:pt x="63606" y="100284"/>
                  </a:lnTo>
                  <a:lnTo>
                    <a:pt x="62055" y="99312"/>
                  </a:lnTo>
                  <a:lnTo>
                    <a:pt x="59680" y="97824"/>
                  </a:lnTo>
                  <a:lnTo>
                    <a:pt x="59179" y="97510"/>
                  </a:lnTo>
                  <a:lnTo>
                    <a:pt x="55178" y="95003"/>
                  </a:lnTo>
                  <a:lnTo>
                    <a:pt x="51877" y="92935"/>
                  </a:lnTo>
                  <a:lnTo>
                    <a:pt x="51522" y="92713"/>
                  </a:lnTo>
                  <a:lnTo>
                    <a:pt x="44724" y="88497"/>
                  </a:lnTo>
                  <a:lnTo>
                    <a:pt x="44197" y="88170"/>
                  </a:lnTo>
                  <a:lnTo>
                    <a:pt x="39755" y="85415"/>
                  </a:lnTo>
                  <a:lnTo>
                    <a:pt x="37507" y="84021"/>
                  </a:lnTo>
                  <a:lnTo>
                    <a:pt x="37138" y="83792"/>
                  </a:lnTo>
                  <a:lnTo>
                    <a:pt x="36747" y="83549"/>
                  </a:lnTo>
                  <a:lnTo>
                    <a:pt x="35893" y="83207"/>
                  </a:lnTo>
                  <a:lnTo>
                    <a:pt x="35673" y="83076"/>
                  </a:lnTo>
                  <a:lnTo>
                    <a:pt x="35396" y="83034"/>
                  </a:lnTo>
                  <a:lnTo>
                    <a:pt x="31886" y="82492"/>
                  </a:lnTo>
                  <a:lnTo>
                    <a:pt x="31902" y="82234"/>
                  </a:lnTo>
                  <a:lnTo>
                    <a:pt x="32220" y="77096"/>
                  </a:lnTo>
                  <a:lnTo>
                    <a:pt x="32454" y="77096"/>
                  </a:lnTo>
                  <a:lnTo>
                    <a:pt x="33210" y="77144"/>
                  </a:lnTo>
                  <a:lnTo>
                    <a:pt x="35160" y="77267"/>
                  </a:lnTo>
                  <a:lnTo>
                    <a:pt x="37996" y="77795"/>
                  </a:lnTo>
                  <a:lnTo>
                    <a:pt x="38233" y="77213"/>
                  </a:lnTo>
                  <a:lnTo>
                    <a:pt x="39788" y="73399"/>
                  </a:lnTo>
                  <a:lnTo>
                    <a:pt x="40014" y="72845"/>
                  </a:lnTo>
                  <a:lnTo>
                    <a:pt x="40074" y="72699"/>
                  </a:lnTo>
                  <a:lnTo>
                    <a:pt x="40814" y="71074"/>
                  </a:lnTo>
                  <a:lnTo>
                    <a:pt x="43188" y="66315"/>
                  </a:lnTo>
                  <a:lnTo>
                    <a:pt x="42429" y="64980"/>
                  </a:lnTo>
                  <a:lnTo>
                    <a:pt x="41597" y="64517"/>
                  </a:lnTo>
                  <a:lnTo>
                    <a:pt x="40926" y="64144"/>
                  </a:lnTo>
                  <a:lnTo>
                    <a:pt x="38518" y="63462"/>
                  </a:lnTo>
                  <a:lnTo>
                    <a:pt x="38279" y="63445"/>
                  </a:lnTo>
                  <a:lnTo>
                    <a:pt x="37997" y="63425"/>
                  </a:lnTo>
                  <a:lnTo>
                    <a:pt x="36005" y="63915"/>
                  </a:lnTo>
                  <a:lnTo>
                    <a:pt x="35983" y="63744"/>
                  </a:lnTo>
                  <a:lnTo>
                    <a:pt x="35876" y="62923"/>
                  </a:lnTo>
                  <a:lnTo>
                    <a:pt x="35453" y="59654"/>
                  </a:lnTo>
                  <a:lnTo>
                    <a:pt x="36494" y="58335"/>
                  </a:lnTo>
                  <a:lnTo>
                    <a:pt x="37234" y="57398"/>
                  </a:lnTo>
                  <a:lnTo>
                    <a:pt x="37276" y="57238"/>
                  </a:lnTo>
                  <a:lnTo>
                    <a:pt x="36946" y="57019"/>
                  </a:lnTo>
                  <a:lnTo>
                    <a:pt x="36114" y="56531"/>
                  </a:lnTo>
                  <a:lnTo>
                    <a:pt x="35248" y="56080"/>
                  </a:lnTo>
                  <a:lnTo>
                    <a:pt x="33808" y="55349"/>
                  </a:lnTo>
                  <a:lnTo>
                    <a:pt x="32582" y="56421"/>
                  </a:lnTo>
                  <a:lnTo>
                    <a:pt x="30911" y="57010"/>
                  </a:lnTo>
                  <a:lnTo>
                    <a:pt x="29555" y="63534"/>
                  </a:lnTo>
                  <a:lnTo>
                    <a:pt x="29184" y="63186"/>
                  </a:lnTo>
                  <a:lnTo>
                    <a:pt x="27338" y="62640"/>
                  </a:lnTo>
                  <a:lnTo>
                    <a:pt x="26344" y="62443"/>
                  </a:lnTo>
                  <a:lnTo>
                    <a:pt x="25630" y="62445"/>
                  </a:lnTo>
                  <a:lnTo>
                    <a:pt x="23232" y="62452"/>
                  </a:lnTo>
                  <a:lnTo>
                    <a:pt x="23021" y="62507"/>
                  </a:lnTo>
                  <a:lnTo>
                    <a:pt x="20021" y="63287"/>
                  </a:lnTo>
                  <a:lnTo>
                    <a:pt x="19424" y="63568"/>
                  </a:lnTo>
                  <a:lnTo>
                    <a:pt x="17777" y="64343"/>
                  </a:lnTo>
                  <a:lnTo>
                    <a:pt x="17241" y="64595"/>
                  </a:lnTo>
                  <a:lnTo>
                    <a:pt x="14919" y="64698"/>
                  </a:lnTo>
                  <a:lnTo>
                    <a:pt x="12449" y="64853"/>
                  </a:lnTo>
                  <a:lnTo>
                    <a:pt x="11885" y="64889"/>
                  </a:lnTo>
                  <a:lnTo>
                    <a:pt x="11661" y="64903"/>
                  </a:lnTo>
                  <a:lnTo>
                    <a:pt x="8373" y="65938"/>
                  </a:lnTo>
                  <a:lnTo>
                    <a:pt x="5854" y="65575"/>
                  </a:lnTo>
                  <a:lnTo>
                    <a:pt x="5252" y="65744"/>
                  </a:lnTo>
                  <a:lnTo>
                    <a:pt x="4983" y="65819"/>
                  </a:lnTo>
                  <a:lnTo>
                    <a:pt x="3317" y="66285"/>
                  </a:lnTo>
                  <a:lnTo>
                    <a:pt x="0" y="66355"/>
                  </a:lnTo>
                  <a:lnTo>
                    <a:pt x="308" y="65816"/>
                  </a:lnTo>
                  <a:lnTo>
                    <a:pt x="1329" y="64032"/>
                  </a:lnTo>
                  <a:lnTo>
                    <a:pt x="2053" y="61797"/>
                  </a:lnTo>
                  <a:lnTo>
                    <a:pt x="3319" y="60417"/>
                  </a:lnTo>
                  <a:lnTo>
                    <a:pt x="6553" y="53568"/>
                  </a:lnTo>
                  <a:lnTo>
                    <a:pt x="17658" y="40707"/>
                  </a:lnTo>
                  <a:lnTo>
                    <a:pt x="23220" y="31492"/>
                  </a:lnTo>
                  <a:lnTo>
                    <a:pt x="25357" y="21334"/>
                  </a:lnTo>
                  <a:lnTo>
                    <a:pt x="42230" y="12284"/>
                  </a:lnTo>
                  <a:lnTo>
                    <a:pt x="61610" y="672"/>
                  </a:lnTo>
                  <a:lnTo>
                    <a:pt x="69736" y="0"/>
                  </a:lnTo>
                  <a:lnTo>
                    <a:pt x="78107" y="4750"/>
                  </a:lnTo>
                  <a:lnTo>
                    <a:pt x="78381" y="5555"/>
                  </a:lnTo>
                  <a:lnTo>
                    <a:pt x="78493" y="5883"/>
                  </a:lnTo>
                  <a:lnTo>
                    <a:pt x="78671" y="6440"/>
                  </a:lnTo>
                  <a:lnTo>
                    <a:pt x="79102" y="7784"/>
                  </a:lnTo>
                  <a:lnTo>
                    <a:pt x="79494" y="9008"/>
                  </a:lnTo>
                  <a:lnTo>
                    <a:pt x="79688" y="9739"/>
                  </a:lnTo>
                  <a:lnTo>
                    <a:pt x="80468" y="12684"/>
                  </a:lnTo>
                  <a:lnTo>
                    <a:pt x="81274" y="14157"/>
                  </a:lnTo>
                  <a:lnTo>
                    <a:pt x="81405" y="14397"/>
                  </a:lnTo>
                  <a:lnTo>
                    <a:pt x="81858" y="15224"/>
                  </a:lnTo>
                  <a:lnTo>
                    <a:pt x="84019" y="17740"/>
                  </a:lnTo>
                  <a:lnTo>
                    <a:pt x="85685" y="19917"/>
                  </a:lnTo>
                  <a:lnTo>
                    <a:pt x="86612" y="21059"/>
                  </a:lnTo>
                  <a:lnTo>
                    <a:pt x="87079" y="21634"/>
                  </a:lnTo>
                  <a:lnTo>
                    <a:pt x="87479" y="22127"/>
                  </a:lnTo>
                  <a:lnTo>
                    <a:pt x="89140" y="24173"/>
                  </a:lnTo>
                  <a:lnTo>
                    <a:pt x="91372" y="27197"/>
                  </a:lnTo>
                  <a:lnTo>
                    <a:pt x="92254" y="28330"/>
                  </a:lnTo>
                  <a:lnTo>
                    <a:pt x="92567" y="28734"/>
                  </a:lnTo>
                  <a:lnTo>
                    <a:pt x="92758" y="28981"/>
                  </a:lnTo>
                  <a:lnTo>
                    <a:pt x="93671" y="30431"/>
                  </a:lnTo>
                  <a:lnTo>
                    <a:pt x="94101" y="31114"/>
                  </a:lnTo>
                  <a:lnTo>
                    <a:pt x="94765" y="32168"/>
                  </a:lnTo>
                  <a:lnTo>
                    <a:pt x="95371" y="33129"/>
                  </a:lnTo>
                  <a:lnTo>
                    <a:pt x="95682" y="33624"/>
                  </a:lnTo>
                  <a:lnTo>
                    <a:pt x="96516" y="34715"/>
                  </a:lnTo>
                  <a:lnTo>
                    <a:pt x="96980" y="37324"/>
                  </a:lnTo>
                  <a:lnTo>
                    <a:pt x="100107" y="41459"/>
                  </a:lnTo>
                  <a:lnTo>
                    <a:pt x="100332" y="41663"/>
                  </a:lnTo>
                  <a:lnTo>
                    <a:pt x="100566" y="41876"/>
                  </a:lnTo>
                  <a:lnTo>
                    <a:pt x="100877" y="42270"/>
                  </a:lnTo>
                  <a:lnTo>
                    <a:pt x="102062" y="43795"/>
                  </a:lnTo>
                  <a:lnTo>
                    <a:pt x="103425" y="45549"/>
                  </a:lnTo>
                  <a:lnTo>
                    <a:pt x="103896" y="46145"/>
                  </a:lnTo>
                  <a:lnTo>
                    <a:pt x="105600" y="48304"/>
                  </a:lnTo>
                  <a:lnTo>
                    <a:pt x="106187" y="49048"/>
                  </a:lnTo>
                  <a:lnTo>
                    <a:pt x="107992" y="51334"/>
                  </a:lnTo>
                  <a:lnTo>
                    <a:pt x="108371" y="51814"/>
                  </a:lnTo>
                  <a:lnTo>
                    <a:pt x="108496" y="51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1735791" y="4498918"/>
              <a:ext cx="271977" cy="126898"/>
            </a:xfrm>
            <a:custGeom>
              <a:avLst/>
              <a:pathLst>
                <a:path w="271977" h="126898">
                  <a:moveTo>
                    <a:pt x="75602" y="0"/>
                  </a:moveTo>
                  <a:lnTo>
                    <a:pt x="78411" y="3561"/>
                  </a:lnTo>
                  <a:lnTo>
                    <a:pt x="80754" y="2093"/>
                  </a:lnTo>
                  <a:lnTo>
                    <a:pt x="83984" y="7330"/>
                  </a:lnTo>
                  <a:lnTo>
                    <a:pt x="87516" y="5768"/>
                  </a:lnTo>
                  <a:lnTo>
                    <a:pt x="92230" y="12640"/>
                  </a:lnTo>
                  <a:lnTo>
                    <a:pt x="93983" y="17791"/>
                  </a:lnTo>
                  <a:lnTo>
                    <a:pt x="93833" y="20792"/>
                  </a:lnTo>
                  <a:lnTo>
                    <a:pt x="93813" y="21176"/>
                  </a:lnTo>
                  <a:lnTo>
                    <a:pt x="93721" y="26157"/>
                  </a:lnTo>
                  <a:lnTo>
                    <a:pt x="89320" y="26835"/>
                  </a:lnTo>
                  <a:lnTo>
                    <a:pt x="87448" y="27723"/>
                  </a:lnTo>
                  <a:lnTo>
                    <a:pt x="85758" y="29405"/>
                  </a:lnTo>
                  <a:lnTo>
                    <a:pt x="84931" y="30228"/>
                  </a:lnTo>
                  <a:lnTo>
                    <a:pt x="84708" y="30517"/>
                  </a:lnTo>
                  <a:lnTo>
                    <a:pt x="83751" y="31753"/>
                  </a:lnTo>
                  <a:lnTo>
                    <a:pt x="82453" y="33774"/>
                  </a:lnTo>
                  <a:lnTo>
                    <a:pt x="80410" y="36955"/>
                  </a:lnTo>
                  <a:lnTo>
                    <a:pt x="80774" y="40218"/>
                  </a:lnTo>
                  <a:lnTo>
                    <a:pt x="81116" y="40454"/>
                  </a:lnTo>
                  <a:lnTo>
                    <a:pt x="81303" y="40583"/>
                  </a:lnTo>
                  <a:lnTo>
                    <a:pt x="82645" y="40520"/>
                  </a:lnTo>
                  <a:lnTo>
                    <a:pt x="87842" y="40276"/>
                  </a:lnTo>
                  <a:lnTo>
                    <a:pt x="86985" y="33208"/>
                  </a:lnTo>
                  <a:lnTo>
                    <a:pt x="87246" y="33195"/>
                  </a:lnTo>
                  <a:lnTo>
                    <a:pt x="92722" y="32936"/>
                  </a:lnTo>
                  <a:lnTo>
                    <a:pt x="94577" y="32848"/>
                  </a:lnTo>
                  <a:lnTo>
                    <a:pt x="96903" y="32738"/>
                  </a:lnTo>
                  <a:lnTo>
                    <a:pt x="102854" y="32457"/>
                  </a:lnTo>
                  <a:lnTo>
                    <a:pt x="105676" y="32323"/>
                  </a:lnTo>
                  <a:lnTo>
                    <a:pt x="110146" y="32111"/>
                  </a:lnTo>
                  <a:lnTo>
                    <a:pt x="110626" y="32089"/>
                  </a:lnTo>
                  <a:lnTo>
                    <a:pt x="112542" y="31998"/>
                  </a:lnTo>
                  <a:lnTo>
                    <a:pt x="114376" y="31556"/>
                  </a:lnTo>
                  <a:lnTo>
                    <a:pt x="123732" y="29302"/>
                  </a:lnTo>
                  <a:lnTo>
                    <a:pt x="127507" y="27940"/>
                  </a:lnTo>
                  <a:lnTo>
                    <a:pt x="129041" y="27386"/>
                  </a:lnTo>
                  <a:lnTo>
                    <a:pt x="132252" y="26228"/>
                  </a:lnTo>
                  <a:lnTo>
                    <a:pt x="136349" y="25336"/>
                  </a:lnTo>
                  <a:lnTo>
                    <a:pt x="137110" y="25300"/>
                  </a:lnTo>
                  <a:lnTo>
                    <a:pt x="139068" y="25208"/>
                  </a:lnTo>
                  <a:lnTo>
                    <a:pt x="142368" y="25053"/>
                  </a:lnTo>
                  <a:lnTo>
                    <a:pt x="146295" y="24868"/>
                  </a:lnTo>
                  <a:lnTo>
                    <a:pt x="147180" y="24826"/>
                  </a:lnTo>
                  <a:lnTo>
                    <a:pt x="156485" y="24388"/>
                  </a:lnTo>
                  <a:lnTo>
                    <a:pt x="160484" y="24200"/>
                  </a:lnTo>
                  <a:lnTo>
                    <a:pt x="169370" y="23781"/>
                  </a:lnTo>
                  <a:lnTo>
                    <a:pt x="170350" y="26979"/>
                  </a:lnTo>
                  <a:lnTo>
                    <a:pt x="170849" y="27022"/>
                  </a:lnTo>
                  <a:lnTo>
                    <a:pt x="171327" y="27064"/>
                  </a:lnTo>
                  <a:lnTo>
                    <a:pt x="173698" y="27272"/>
                  </a:lnTo>
                  <a:lnTo>
                    <a:pt x="174628" y="27354"/>
                  </a:lnTo>
                  <a:lnTo>
                    <a:pt x="178314" y="27609"/>
                  </a:lnTo>
                  <a:lnTo>
                    <a:pt x="196020" y="28833"/>
                  </a:lnTo>
                  <a:lnTo>
                    <a:pt x="196606" y="28874"/>
                  </a:lnTo>
                  <a:lnTo>
                    <a:pt x="197754" y="28953"/>
                  </a:lnTo>
                  <a:lnTo>
                    <a:pt x="198111" y="28981"/>
                  </a:lnTo>
                  <a:lnTo>
                    <a:pt x="209426" y="29853"/>
                  </a:lnTo>
                  <a:lnTo>
                    <a:pt x="223752" y="30957"/>
                  </a:lnTo>
                  <a:lnTo>
                    <a:pt x="224093" y="30983"/>
                  </a:lnTo>
                  <a:lnTo>
                    <a:pt x="224698" y="24428"/>
                  </a:lnTo>
                  <a:lnTo>
                    <a:pt x="226508" y="19448"/>
                  </a:lnTo>
                  <a:lnTo>
                    <a:pt x="226939" y="18855"/>
                  </a:lnTo>
                  <a:lnTo>
                    <a:pt x="228527" y="16673"/>
                  </a:lnTo>
                  <a:lnTo>
                    <a:pt x="230546" y="14963"/>
                  </a:lnTo>
                  <a:lnTo>
                    <a:pt x="233399" y="12546"/>
                  </a:lnTo>
                  <a:lnTo>
                    <a:pt x="233547" y="12439"/>
                  </a:lnTo>
                  <a:lnTo>
                    <a:pt x="234618" y="23793"/>
                  </a:lnTo>
                  <a:lnTo>
                    <a:pt x="234817" y="25908"/>
                  </a:lnTo>
                  <a:lnTo>
                    <a:pt x="235665" y="34878"/>
                  </a:lnTo>
                  <a:lnTo>
                    <a:pt x="246861" y="33752"/>
                  </a:lnTo>
                  <a:lnTo>
                    <a:pt x="247444" y="33693"/>
                  </a:lnTo>
                  <a:lnTo>
                    <a:pt x="258741" y="32556"/>
                  </a:lnTo>
                  <a:lnTo>
                    <a:pt x="261441" y="32285"/>
                  </a:lnTo>
                  <a:lnTo>
                    <a:pt x="262685" y="32160"/>
                  </a:lnTo>
                  <a:lnTo>
                    <a:pt x="265585" y="57021"/>
                  </a:lnTo>
                  <a:lnTo>
                    <a:pt x="266495" y="64816"/>
                  </a:lnTo>
                  <a:lnTo>
                    <a:pt x="267897" y="76833"/>
                  </a:lnTo>
                  <a:lnTo>
                    <a:pt x="268185" y="79304"/>
                  </a:lnTo>
                  <a:lnTo>
                    <a:pt x="268749" y="83775"/>
                  </a:lnTo>
                  <a:lnTo>
                    <a:pt x="269564" y="90243"/>
                  </a:lnTo>
                  <a:lnTo>
                    <a:pt x="270241" y="95612"/>
                  </a:lnTo>
                  <a:lnTo>
                    <a:pt x="270956" y="101288"/>
                  </a:lnTo>
                  <a:lnTo>
                    <a:pt x="271246" y="103239"/>
                  </a:lnTo>
                  <a:lnTo>
                    <a:pt x="271921" y="107787"/>
                  </a:lnTo>
                  <a:lnTo>
                    <a:pt x="271977" y="108460"/>
                  </a:lnTo>
                  <a:lnTo>
                    <a:pt x="270676" y="108685"/>
                  </a:lnTo>
                  <a:lnTo>
                    <a:pt x="269979" y="108805"/>
                  </a:lnTo>
                  <a:lnTo>
                    <a:pt x="268699" y="109026"/>
                  </a:lnTo>
                  <a:lnTo>
                    <a:pt x="268283" y="109098"/>
                  </a:lnTo>
                  <a:lnTo>
                    <a:pt x="267504" y="109233"/>
                  </a:lnTo>
                  <a:lnTo>
                    <a:pt x="256598" y="111117"/>
                  </a:lnTo>
                  <a:lnTo>
                    <a:pt x="255643" y="111282"/>
                  </a:lnTo>
                  <a:lnTo>
                    <a:pt x="245356" y="113332"/>
                  </a:lnTo>
                  <a:lnTo>
                    <a:pt x="244507" y="113501"/>
                  </a:lnTo>
                  <a:lnTo>
                    <a:pt x="243061" y="113789"/>
                  </a:lnTo>
                  <a:lnTo>
                    <a:pt x="242501" y="113900"/>
                  </a:lnTo>
                  <a:lnTo>
                    <a:pt x="235251" y="118547"/>
                  </a:lnTo>
                  <a:lnTo>
                    <a:pt x="234919" y="118850"/>
                  </a:lnTo>
                  <a:lnTo>
                    <a:pt x="234047" y="119651"/>
                  </a:lnTo>
                  <a:lnTo>
                    <a:pt x="229070" y="124218"/>
                  </a:lnTo>
                  <a:lnTo>
                    <a:pt x="228164" y="125049"/>
                  </a:lnTo>
                  <a:lnTo>
                    <a:pt x="226580" y="126502"/>
                  </a:lnTo>
                  <a:lnTo>
                    <a:pt x="226149" y="126898"/>
                  </a:lnTo>
                  <a:lnTo>
                    <a:pt x="225610" y="126705"/>
                  </a:lnTo>
                  <a:lnTo>
                    <a:pt x="224925" y="126461"/>
                  </a:lnTo>
                  <a:lnTo>
                    <a:pt x="224522" y="126317"/>
                  </a:lnTo>
                  <a:lnTo>
                    <a:pt x="223867" y="126084"/>
                  </a:lnTo>
                  <a:lnTo>
                    <a:pt x="223002" y="125940"/>
                  </a:lnTo>
                  <a:lnTo>
                    <a:pt x="215471" y="124689"/>
                  </a:lnTo>
                  <a:lnTo>
                    <a:pt x="215332" y="124666"/>
                  </a:lnTo>
                  <a:lnTo>
                    <a:pt x="213901" y="124429"/>
                  </a:lnTo>
                  <a:lnTo>
                    <a:pt x="214030" y="123209"/>
                  </a:lnTo>
                  <a:lnTo>
                    <a:pt x="208528" y="122554"/>
                  </a:lnTo>
                  <a:lnTo>
                    <a:pt x="205812" y="122231"/>
                  </a:lnTo>
                  <a:lnTo>
                    <a:pt x="205341" y="122427"/>
                  </a:lnTo>
                  <a:lnTo>
                    <a:pt x="205138" y="122510"/>
                  </a:lnTo>
                  <a:lnTo>
                    <a:pt x="204928" y="122597"/>
                  </a:lnTo>
                  <a:lnTo>
                    <a:pt x="204590" y="122737"/>
                  </a:lnTo>
                  <a:lnTo>
                    <a:pt x="204336" y="122713"/>
                  </a:lnTo>
                  <a:lnTo>
                    <a:pt x="197534" y="122063"/>
                  </a:lnTo>
                  <a:lnTo>
                    <a:pt x="196047" y="122355"/>
                  </a:lnTo>
                  <a:lnTo>
                    <a:pt x="195755" y="122413"/>
                  </a:lnTo>
                  <a:lnTo>
                    <a:pt x="194559" y="122647"/>
                  </a:lnTo>
                  <a:lnTo>
                    <a:pt x="192855" y="122982"/>
                  </a:lnTo>
                  <a:lnTo>
                    <a:pt x="192364" y="123079"/>
                  </a:lnTo>
                  <a:lnTo>
                    <a:pt x="192056" y="122579"/>
                  </a:lnTo>
                  <a:lnTo>
                    <a:pt x="191622" y="121873"/>
                  </a:lnTo>
                  <a:lnTo>
                    <a:pt x="191197" y="121183"/>
                  </a:lnTo>
                  <a:lnTo>
                    <a:pt x="190851" y="120621"/>
                  </a:lnTo>
                  <a:lnTo>
                    <a:pt x="190746" y="120451"/>
                  </a:lnTo>
                  <a:lnTo>
                    <a:pt x="190115" y="120514"/>
                  </a:lnTo>
                  <a:lnTo>
                    <a:pt x="189564" y="120568"/>
                  </a:lnTo>
                  <a:lnTo>
                    <a:pt x="188540" y="120670"/>
                  </a:lnTo>
                  <a:lnTo>
                    <a:pt x="187991" y="120724"/>
                  </a:lnTo>
                  <a:lnTo>
                    <a:pt x="187670" y="120756"/>
                  </a:lnTo>
                  <a:lnTo>
                    <a:pt x="186932" y="120954"/>
                  </a:lnTo>
                  <a:lnTo>
                    <a:pt x="184858" y="121510"/>
                  </a:lnTo>
                  <a:lnTo>
                    <a:pt x="183727" y="121561"/>
                  </a:lnTo>
                  <a:lnTo>
                    <a:pt x="182209" y="121789"/>
                  </a:lnTo>
                  <a:lnTo>
                    <a:pt x="180539" y="122038"/>
                  </a:lnTo>
                  <a:lnTo>
                    <a:pt x="179574" y="122143"/>
                  </a:lnTo>
                  <a:lnTo>
                    <a:pt x="176553" y="122470"/>
                  </a:lnTo>
                  <a:lnTo>
                    <a:pt x="176639" y="120188"/>
                  </a:lnTo>
                  <a:lnTo>
                    <a:pt x="175096" y="120267"/>
                  </a:lnTo>
                  <a:lnTo>
                    <a:pt x="172899" y="120379"/>
                  </a:lnTo>
                  <a:lnTo>
                    <a:pt x="170766" y="120488"/>
                  </a:lnTo>
                  <a:lnTo>
                    <a:pt x="165705" y="120745"/>
                  </a:lnTo>
                  <a:lnTo>
                    <a:pt x="165282" y="120767"/>
                  </a:lnTo>
                  <a:lnTo>
                    <a:pt x="160122" y="121030"/>
                  </a:lnTo>
                  <a:lnTo>
                    <a:pt x="154793" y="120968"/>
                  </a:lnTo>
                  <a:lnTo>
                    <a:pt x="151834" y="121763"/>
                  </a:lnTo>
                  <a:lnTo>
                    <a:pt x="151486" y="121856"/>
                  </a:lnTo>
                  <a:lnTo>
                    <a:pt x="149247" y="121281"/>
                  </a:lnTo>
                  <a:lnTo>
                    <a:pt x="148223" y="120764"/>
                  </a:lnTo>
                  <a:lnTo>
                    <a:pt x="147474" y="120386"/>
                  </a:lnTo>
                  <a:lnTo>
                    <a:pt x="146987" y="120182"/>
                  </a:lnTo>
                  <a:lnTo>
                    <a:pt x="145630" y="119613"/>
                  </a:lnTo>
                  <a:lnTo>
                    <a:pt x="142945" y="118488"/>
                  </a:lnTo>
                  <a:lnTo>
                    <a:pt x="142441" y="118489"/>
                  </a:lnTo>
                  <a:lnTo>
                    <a:pt x="137941" y="118496"/>
                  </a:lnTo>
                  <a:lnTo>
                    <a:pt x="136762" y="118470"/>
                  </a:lnTo>
                  <a:lnTo>
                    <a:pt x="136184" y="118457"/>
                  </a:lnTo>
                  <a:lnTo>
                    <a:pt x="131726" y="118119"/>
                  </a:lnTo>
                  <a:lnTo>
                    <a:pt x="131444" y="118115"/>
                  </a:lnTo>
                  <a:lnTo>
                    <a:pt x="125197" y="118037"/>
                  </a:lnTo>
                  <a:lnTo>
                    <a:pt x="122711" y="118152"/>
                  </a:lnTo>
                  <a:lnTo>
                    <a:pt x="120819" y="117743"/>
                  </a:lnTo>
                  <a:lnTo>
                    <a:pt x="120818" y="112645"/>
                  </a:lnTo>
                  <a:lnTo>
                    <a:pt x="114937" y="108752"/>
                  </a:lnTo>
                  <a:lnTo>
                    <a:pt x="114670" y="100009"/>
                  </a:lnTo>
                  <a:lnTo>
                    <a:pt x="112133" y="99894"/>
                  </a:lnTo>
                  <a:lnTo>
                    <a:pt x="90547" y="98916"/>
                  </a:lnTo>
                  <a:lnTo>
                    <a:pt x="89878" y="85665"/>
                  </a:lnTo>
                  <a:lnTo>
                    <a:pt x="95759" y="84640"/>
                  </a:lnTo>
                  <a:lnTo>
                    <a:pt x="95358" y="81977"/>
                  </a:lnTo>
                  <a:lnTo>
                    <a:pt x="87025" y="82734"/>
                  </a:lnTo>
                  <a:lnTo>
                    <a:pt x="86337" y="82796"/>
                  </a:lnTo>
                  <a:lnTo>
                    <a:pt x="67624" y="79200"/>
                  </a:lnTo>
                  <a:lnTo>
                    <a:pt x="58164" y="74007"/>
                  </a:lnTo>
                  <a:lnTo>
                    <a:pt x="63228" y="63704"/>
                  </a:lnTo>
                  <a:lnTo>
                    <a:pt x="59941" y="62510"/>
                  </a:lnTo>
                  <a:lnTo>
                    <a:pt x="52123" y="60119"/>
                  </a:lnTo>
                  <a:lnTo>
                    <a:pt x="45841" y="60939"/>
                  </a:lnTo>
                  <a:lnTo>
                    <a:pt x="38290" y="57933"/>
                  </a:lnTo>
                  <a:lnTo>
                    <a:pt x="35149" y="51854"/>
                  </a:lnTo>
                  <a:lnTo>
                    <a:pt x="35283" y="46253"/>
                  </a:lnTo>
                  <a:lnTo>
                    <a:pt x="43302" y="43726"/>
                  </a:lnTo>
                  <a:lnTo>
                    <a:pt x="44571" y="39081"/>
                  </a:lnTo>
                  <a:lnTo>
                    <a:pt x="44304" y="38057"/>
                  </a:lnTo>
                  <a:lnTo>
                    <a:pt x="25059" y="45024"/>
                  </a:lnTo>
                  <a:lnTo>
                    <a:pt x="22853" y="44068"/>
                  </a:lnTo>
                  <a:lnTo>
                    <a:pt x="15369" y="53903"/>
                  </a:lnTo>
                  <a:lnTo>
                    <a:pt x="6816" y="48439"/>
                  </a:lnTo>
                  <a:lnTo>
                    <a:pt x="9088" y="37647"/>
                  </a:lnTo>
                  <a:lnTo>
                    <a:pt x="16706" y="30338"/>
                  </a:lnTo>
                  <a:lnTo>
                    <a:pt x="27139" y="27885"/>
                  </a:lnTo>
                  <a:lnTo>
                    <a:pt x="26738" y="26884"/>
                  </a:lnTo>
                  <a:lnTo>
                    <a:pt x="19164" y="23969"/>
                  </a:lnTo>
                  <a:lnTo>
                    <a:pt x="18328" y="23498"/>
                  </a:lnTo>
                  <a:lnTo>
                    <a:pt x="1234" y="13824"/>
                  </a:lnTo>
                  <a:lnTo>
                    <a:pt x="0" y="13126"/>
                  </a:lnTo>
                  <a:lnTo>
                    <a:pt x="5613" y="4588"/>
                  </a:lnTo>
                  <a:lnTo>
                    <a:pt x="13215" y="8759"/>
                  </a:lnTo>
                  <a:lnTo>
                    <a:pt x="25109" y="15286"/>
                  </a:lnTo>
                  <a:lnTo>
                    <a:pt x="30007" y="17974"/>
                  </a:lnTo>
                  <a:lnTo>
                    <a:pt x="27967" y="8613"/>
                  </a:lnTo>
                  <a:lnTo>
                    <a:pt x="33201" y="7589"/>
                  </a:lnTo>
                  <a:lnTo>
                    <a:pt x="36095" y="19294"/>
                  </a:lnTo>
                  <a:lnTo>
                    <a:pt x="40094" y="20161"/>
                  </a:lnTo>
                  <a:lnTo>
                    <a:pt x="41934" y="19856"/>
                  </a:lnTo>
                  <a:lnTo>
                    <a:pt x="41623" y="13222"/>
                  </a:lnTo>
                  <a:lnTo>
                    <a:pt x="41564" y="11964"/>
                  </a:lnTo>
                  <a:lnTo>
                    <a:pt x="51120" y="11896"/>
                  </a:lnTo>
                  <a:lnTo>
                    <a:pt x="58939" y="12306"/>
                  </a:lnTo>
                  <a:lnTo>
                    <a:pt x="59273" y="12784"/>
                  </a:lnTo>
                  <a:lnTo>
                    <a:pt x="63015" y="12921"/>
                  </a:lnTo>
                  <a:lnTo>
                    <a:pt x="63349" y="15380"/>
                  </a:lnTo>
                  <a:lnTo>
                    <a:pt x="67004" y="15406"/>
                  </a:lnTo>
                  <a:lnTo>
                    <a:pt x="67071" y="7790"/>
                  </a:lnTo>
                  <a:lnTo>
                    <a:pt x="72270" y="3876"/>
                  </a:lnTo>
                  <a:lnTo>
                    <a:pt x="71503" y="2633"/>
                  </a:lnTo>
                  <a:lnTo>
                    <a:pt x="71768" y="24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297946" y="4475270"/>
              <a:ext cx="297020" cy="262188"/>
            </a:xfrm>
            <a:custGeom>
              <a:avLst/>
              <a:pathLst>
                <a:path w="297020" h="262188">
                  <a:moveTo>
                    <a:pt x="210797" y="69772"/>
                  </a:moveTo>
                  <a:lnTo>
                    <a:pt x="211412" y="69758"/>
                  </a:lnTo>
                  <a:lnTo>
                    <a:pt x="212088" y="69742"/>
                  </a:lnTo>
                  <a:lnTo>
                    <a:pt x="212945" y="69723"/>
                  </a:lnTo>
                  <a:lnTo>
                    <a:pt x="213745" y="69704"/>
                  </a:lnTo>
                  <a:lnTo>
                    <a:pt x="214849" y="69679"/>
                  </a:lnTo>
                  <a:lnTo>
                    <a:pt x="215389" y="69667"/>
                  </a:lnTo>
                  <a:lnTo>
                    <a:pt x="216712" y="69637"/>
                  </a:lnTo>
                  <a:lnTo>
                    <a:pt x="218177" y="69603"/>
                  </a:lnTo>
                  <a:lnTo>
                    <a:pt x="218616" y="69593"/>
                  </a:lnTo>
                  <a:lnTo>
                    <a:pt x="219740" y="69567"/>
                  </a:lnTo>
                  <a:lnTo>
                    <a:pt x="221404" y="69529"/>
                  </a:lnTo>
                  <a:lnTo>
                    <a:pt x="221662" y="69523"/>
                  </a:lnTo>
                  <a:lnTo>
                    <a:pt x="221952" y="69517"/>
                  </a:lnTo>
                  <a:lnTo>
                    <a:pt x="223245" y="69487"/>
                  </a:lnTo>
                  <a:lnTo>
                    <a:pt x="224074" y="69468"/>
                  </a:lnTo>
                  <a:lnTo>
                    <a:pt x="224535" y="69458"/>
                  </a:lnTo>
                  <a:lnTo>
                    <a:pt x="226229" y="69419"/>
                  </a:lnTo>
                  <a:lnTo>
                    <a:pt x="226510" y="69413"/>
                  </a:lnTo>
                  <a:lnTo>
                    <a:pt x="227646" y="69387"/>
                  </a:lnTo>
                  <a:lnTo>
                    <a:pt x="228852" y="69359"/>
                  </a:lnTo>
                  <a:lnTo>
                    <a:pt x="229895" y="69335"/>
                  </a:lnTo>
                  <a:lnTo>
                    <a:pt x="231266" y="69304"/>
                  </a:lnTo>
                  <a:lnTo>
                    <a:pt x="231980" y="68626"/>
                  </a:lnTo>
                  <a:lnTo>
                    <a:pt x="232064" y="63925"/>
                  </a:lnTo>
                  <a:lnTo>
                    <a:pt x="238338" y="63815"/>
                  </a:lnTo>
                  <a:lnTo>
                    <a:pt x="244282" y="67754"/>
                  </a:lnTo>
                  <a:lnTo>
                    <a:pt x="244282" y="72399"/>
                  </a:lnTo>
                  <a:lnTo>
                    <a:pt x="238758" y="75404"/>
                  </a:lnTo>
                  <a:lnTo>
                    <a:pt x="239538" y="84898"/>
                  </a:lnTo>
                  <a:lnTo>
                    <a:pt x="239649" y="86242"/>
                  </a:lnTo>
                  <a:lnTo>
                    <a:pt x="234748" y="87061"/>
                  </a:lnTo>
                  <a:lnTo>
                    <a:pt x="227407" y="87879"/>
                  </a:lnTo>
                  <a:lnTo>
                    <a:pt x="211048" y="89702"/>
                  </a:lnTo>
                  <a:lnTo>
                    <a:pt x="198129" y="90795"/>
                  </a:lnTo>
                  <a:lnTo>
                    <a:pt x="196703" y="95258"/>
                  </a:lnTo>
                  <a:lnTo>
                    <a:pt x="215057" y="112835"/>
                  </a:lnTo>
                  <a:lnTo>
                    <a:pt x="219685" y="114010"/>
                  </a:lnTo>
                  <a:lnTo>
                    <a:pt x="225704" y="115540"/>
                  </a:lnTo>
                  <a:lnTo>
                    <a:pt x="239029" y="118925"/>
                  </a:lnTo>
                  <a:lnTo>
                    <a:pt x="243480" y="116842"/>
                  </a:lnTo>
                  <a:lnTo>
                    <a:pt x="245591" y="117198"/>
                  </a:lnTo>
                  <a:lnTo>
                    <a:pt x="247736" y="117560"/>
                  </a:lnTo>
                  <a:lnTo>
                    <a:pt x="255156" y="126482"/>
                  </a:lnTo>
                  <a:lnTo>
                    <a:pt x="297020" y="136515"/>
                  </a:lnTo>
                  <a:lnTo>
                    <a:pt x="295680" y="145068"/>
                  </a:lnTo>
                  <a:lnTo>
                    <a:pt x="294794" y="151404"/>
                  </a:lnTo>
                  <a:lnTo>
                    <a:pt x="246012" y="143891"/>
                  </a:lnTo>
                  <a:lnTo>
                    <a:pt x="240425" y="144358"/>
                  </a:lnTo>
                  <a:lnTo>
                    <a:pt x="242225" y="151632"/>
                  </a:lnTo>
                  <a:lnTo>
                    <a:pt x="262718" y="153909"/>
                  </a:lnTo>
                  <a:lnTo>
                    <a:pt x="274969" y="169619"/>
                  </a:lnTo>
                  <a:lnTo>
                    <a:pt x="288249" y="169011"/>
                  </a:lnTo>
                  <a:lnTo>
                    <a:pt x="289751" y="189311"/>
                  </a:lnTo>
                  <a:lnTo>
                    <a:pt x="278354" y="190596"/>
                  </a:lnTo>
                  <a:lnTo>
                    <a:pt x="271682" y="195345"/>
                  </a:lnTo>
                  <a:lnTo>
                    <a:pt x="263736" y="198647"/>
                  </a:lnTo>
                  <a:lnTo>
                    <a:pt x="255411" y="203232"/>
                  </a:lnTo>
                  <a:lnTo>
                    <a:pt x="253046" y="203211"/>
                  </a:lnTo>
                  <a:lnTo>
                    <a:pt x="249575" y="203179"/>
                  </a:lnTo>
                  <a:lnTo>
                    <a:pt x="248039" y="207014"/>
                  </a:lnTo>
                  <a:lnTo>
                    <a:pt x="246090" y="211283"/>
                  </a:lnTo>
                  <a:lnTo>
                    <a:pt x="234370" y="220808"/>
                  </a:lnTo>
                  <a:lnTo>
                    <a:pt x="232191" y="227003"/>
                  </a:lnTo>
                  <a:lnTo>
                    <a:pt x="243998" y="230661"/>
                  </a:lnTo>
                  <a:lnTo>
                    <a:pt x="254328" y="233863"/>
                  </a:lnTo>
                  <a:lnTo>
                    <a:pt x="262124" y="237847"/>
                  </a:lnTo>
                  <a:lnTo>
                    <a:pt x="262296" y="262188"/>
                  </a:lnTo>
                  <a:lnTo>
                    <a:pt x="252850" y="257648"/>
                  </a:lnTo>
                  <a:lnTo>
                    <a:pt x="246501" y="252867"/>
                  </a:lnTo>
                  <a:lnTo>
                    <a:pt x="239930" y="244557"/>
                  </a:lnTo>
                  <a:lnTo>
                    <a:pt x="235475" y="241483"/>
                  </a:lnTo>
                  <a:lnTo>
                    <a:pt x="228347" y="237498"/>
                  </a:lnTo>
                  <a:lnTo>
                    <a:pt x="220774" y="230554"/>
                  </a:lnTo>
                  <a:lnTo>
                    <a:pt x="214982" y="225204"/>
                  </a:lnTo>
                  <a:lnTo>
                    <a:pt x="208746" y="221219"/>
                  </a:lnTo>
                  <a:lnTo>
                    <a:pt x="206219" y="222618"/>
                  </a:lnTo>
                  <a:lnTo>
                    <a:pt x="203631" y="224050"/>
                  </a:lnTo>
                  <a:lnTo>
                    <a:pt x="203158" y="224000"/>
                  </a:lnTo>
                  <a:lnTo>
                    <a:pt x="203025" y="223986"/>
                  </a:lnTo>
                  <a:lnTo>
                    <a:pt x="198969" y="223561"/>
                  </a:lnTo>
                  <a:lnTo>
                    <a:pt x="197751" y="223417"/>
                  </a:lnTo>
                  <a:lnTo>
                    <a:pt x="197237" y="221876"/>
                  </a:lnTo>
                  <a:lnTo>
                    <a:pt x="197059" y="221341"/>
                  </a:lnTo>
                  <a:lnTo>
                    <a:pt x="196913" y="220819"/>
                  </a:lnTo>
                  <a:lnTo>
                    <a:pt x="194848" y="213405"/>
                  </a:lnTo>
                  <a:lnTo>
                    <a:pt x="192259" y="206204"/>
                  </a:lnTo>
                  <a:lnTo>
                    <a:pt x="191939" y="205327"/>
                  </a:lnTo>
                  <a:lnTo>
                    <a:pt x="189391" y="198340"/>
                  </a:lnTo>
                  <a:lnTo>
                    <a:pt x="188949" y="197002"/>
                  </a:lnTo>
                  <a:lnTo>
                    <a:pt x="187957" y="193998"/>
                  </a:lnTo>
                  <a:lnTo>
                    <a:pt x="185853" y="195529"/>
                  </a:lnTo>
                  <a:lnTo>
                    <a:pt x="180323" y="199552"/>
                  </a:lnTo>
                  <a:lnTo>
                    <a:pt x="179678" y="201703"/>
                  </a:lnTo>
                  <a:lnTo>
                    <a:pt x="179008" y="203940"/>
                  </a:lnTo>
                  <a:lnTo>
                    <a:pt x="178808" y="204606"/>
                  </a:lnTo>
                  <a:lnTo>
                    <a:pt x="174754" y="208978"/>
                  </a:lnTo>
                  <a:lnTo>
                    <a:pt x="174438" y="209017"/>
                  </a:lnTo>
                  <a:lnTo>
                    <a:pt x="164572" y="210246"/>
                  </a:lnTo>
                  <a:lnTo>
                    <a:pt x="164434" y="210263"/>
                  </a:lnTo>
                  <a:lnTo>
                    <a:pt x="164035" y="210313"/>
                  </a:lnTo>
                  <a:lnTo>
                    <a:pt x="162640" y="210486"/>
                  </a:lnTo>
                  <a:lnTo>
                    <a:pt x="158961" y="214273"/>
                  </a:lnTo>
                  <a:lnTo>
                    <a:pt x="155158" y="216519"/>
                  </a:lnTo>
                  <a:lnTo>
                    <a:pt x="151375" y="218752"/>
                  </a:lnTo>
                  <a:lnTo>
                    <a:pt x="149804" y="219521"/>
                  </a:lnTo>
                  <a:lnTo>
                    <a:pt x="148851" y="219988"/>
                  </a:lnTo>
                  <a:lnTo>
                    <a:pt x="146172" y="221300"/>
                  </a:lnTo>
                  <a:lnTo>
                    <a:pt x="145313" y="221721"/>
                  </a:lnTo>
                  <a:lnTo>
                    <a:pt x="144678" y="222022"/>
                  </a:lnTo>
                  <a:lnTo>
                    <a:pt x="137516" y="220891"/>
                  </a:lnTo>
                  <a:lnTo>
                    <a:pt x="135183" y="220522"/>
                  </a:lnTo>
                  <a:lnTo>
                    <a:pt x="131955" y="220014"/>
                  </a:lnTo>
                  <a:lnTo>
                    <a:pt x="128521" y="219669"/>
                  </a:lnTo>
                  <a:lnTo>
                    <a:pt x="127955" y="219613"/>
                  </a:lnTo>
                  <a:lnTo>
                    <a:pt x="125459" y="219362"/>
                  </a:lnTo>
                  <a:lnTo>
                    <a:pt x="124603" y="219276"/>
                  </a:lnTo>
                  <a:lnTo>
                    <a:pt x="118290" y="218642"/>
                  </a:lnTo>
                  <a:lnTo>
                    <a:pt x="118306" y="215244"/>
                  </a:lnTo>
                  <a:lnTo>
                    <a:pt x="113954" y="210835"/>
                  </a:lnTo>
                  <a:lnTo>
                    <a:pt x="112515" y="203454"/>
                  </a:lnTo>
                  <a:lnTo>
                    <a:pt x="111457" y="198028"/>
                  </a:lnTo>
                  <a:lnTo>
                    <a:pt x="109471" y="187839"/>
                  </a:lnTo>
                  <a:lnTo>
                    <a:pt x="104623" y="188278"/>
                  </a:lnTo>
                  <a:lnTo>
                    <a:pt x="104578" y="186885"/>
                  </a:lnTo>
                  <a:lnTo>
                    <a:pt x="104530" y="185438"/>
                  </a:lnTo>
                  <a:lnTo>
                    <a:pt x="104504" y="184648"/>
                  </a:lnTo>
                  <a:lnTo>
                    <a:pt x="104484" y="184051"/>
                  </a:lnTo>
                  <a:lnTo>
                    <a:pt x="101975" y="183187"/>
                  </a:lnTo>
                  <a:lnTo>
                    <a:pt x="100884" y="182811"/>
                  </a:lnTo>
                  <a:lnTo>
                    <a:pt x="99361" y="182286"/>
                  </a:lnTo>
                  <a:lnTo>
                    <a:pt x="99383" y="181831"/>
                  </a:lnTo>
                  <a:lnTo>
                    <a:pt x="99486" y="179732"/>
                  </a:lnTo>
                  <a:lnTo>
                    <a:pt x="99545" y="178516"/>
                  </a:lnTo>
                  <a:lnTo>
                    <a:pt x="93314" y="176606"/>
                  </a:lnTo>
                  <a:lnTo>
                    <a:pt x="93144" y="178155"/>
                  </a:lnTo>
                  <a:lnTo>
                    <a:pt x="93087" y="178684"/>
                  </a:lnTo>
                  <a:lnTo>
                    <a:pt x="93032" y="179187"/>
                  </a:lnTo>
                  <a:lnTo>
                    <a:pt x="92903" y="180364"/>
                  </a:lnTo>
                  <a:lnTo>
                    <a:pt x="92764" y="181633"/>
                  </a:lnTo>
                  <a:lnTo>
                    <a:pt x="91987" y="185413"/>
                  </a:lnTo>
                  <a:lnTo>
                    <a:pt x="91752" y="186557"/>
                  </a:lnTo>
                  <a:lnTo>
                    <a:pt x="91456" y="188450"/>
                  </a:lnTo>
                  <a:lnTo>
                    <a:pt x="91342" y="189181"/>
                  </a:lnTo>
                  <a:lnTo>
                    <a:pt x="91244" y="189811"/>
                  </a:lnTo>
                  <a:lnTo>
                    <a:pt x="91120" y="190606"/>
                  </a:lnTo>
                  <a:lnTo>
                    <a:pt x="91027" y="191197"/>
                  </a:lnTo>
                  <a:lnTo>
                    <a:pt x="90198" y="196507"/>
                  </a:lnTo>
                  <a:lnTo>
                    <a:pt x="90004" y="197748"/>
                  </a:lnTo>
                  <a:lnTo>
                    <a:pt x="89728" y="199518"/>
                  </a:lnTo>
                  <a:lnTo>
                    <a:pt x="89466" y="201197"/>
                  </a:lnTo>
                  <a:lnTo>
                    <a:pt x="89380" y="201749"/>
                  </a:lnTo>
                  <a:lnTo>
                    <a:pt x="89343" y="201985"/>
                  </a:lnTo>
                  <a:lnTo>
                    <a:pt x="88727" y="201851"/>
                  </a:lnTo>
                  <a:lnTo>
                    <a:pt x="87539" y="201634"/>
                  </a:lnTo>
                  <a:lnTo>
                    <a:pt x="85432" y="201250"/>
                  </a:lnTo>
                  <a:lnTo>
                    <a:pt x="84561" y="201091"/>
                  </a:lnTo>
                  <a:lnTo>
                    <a:pt x="83872" y="200966"/>
                  </a:lnTo>
                  <a:lnTo>
                    <a:pt x="81137" y="200467"/>
                  </a:lnTo>
                  <a:lnTo>
                    <a:pt x="77457" y="200057"/>
                  </a:lnTo>
                  <a:lnTo>
                    <a:pt x="76473" y="200089"/>
                  </a:lnTo>
                  <a:lnTo>
                    <a:pt x="75444" y="200122"/>
                  </a:lnTo>
                  <a:lnTo>
                    <a:pt x="75032" y="200135"/>
                  </a:lnTo>
                  <a:lnTo>
                    <a:pt x="74878" y="200140"/>
                  </a:lnTo>
                  <a:lnTo>
                    <a:pt x="74127" y="199144"/>
                  </a:lnTo>
                  <a:lnTo>
                    <a:pt x="73480" y="197401"/>
                  </a:lnTo>
                  <a:lnTo>
                    <a:pt x="73346" y="197042"/>
                  </a:lnTo>
                  <a:lnTo>
                    <a:pt x="73004" y="196122"/>
                  </a:lnTo>
                  <a:lnTo>
                    <a:pt x="68200" y="195681"/>
                  </a:lnTo>
                  <a:lnTo>
                    <a:pt x="68150" y="196245"/>
                  </a:lnTo>
                  <a:lnTo>
                    <a:pt x="68058" y="197289"/>
                  </a:lnTo>
                  <a:lnTo>
                    <a:pt x="68025" y="197660"/>
                  </a:lnTo>
                  <a:lnTo>
                    <a:pt x="67898" y="199094"/>
                  </a:lnTo>
                  <a:lnTo>
                    <a:pt x="67850" y="199632"/>
                  </a:lnTo>
                  <a:lnTo>
                    <a:pt x="67789" y="200315"/>
                  </a:lnTo>
                  <a:lnTo>
                    <a:pt x="50680" y="196958"/>
                  </a:lnTo>
                  <a:lnTo>
                    <a:pt x="49399" y="196707"/>
                  </a:lnTo>
                  <a:lnTo>
                    <a:pt x="49358" y="198104"/>
                  </a:lnTo>
                  <a:lnTo>
                    <a:pt x="49373" y="198530"/>
                  </a:lnTo>
                  <a:lnTo>
                    <a:pt x="49394" y="199128"/>
                  </a:lnTo>
                  <a:lnTo>
                    <a:pt x="48622" y="199146"/>
                  </a:lnTo>
                  <a:lnTo>
                    <a:pt x="36792" y="199417"/>
                  </a:lnTo>
                  <a:lnTo>
                    <a:pt x="36319" y="199428"/>
                  </a:lnTo>
                  <a:lnTo>
                    <a:pt x="36018" y="199434"/>
                  </a:lnTo>
                  <a:lnTo>
                    <a:pt x="28180" y="199614"/>
                  </a:lnTo>
                  <a:lnTo>
                    <a:pt x="23331" y="199725"/>
                  </a:lnTo>
                  <a:lnTo>
                    <a:pt x="13325" y="199954"/>
                  </a:lnTo>
                  <a:lnTo>
                    <a:pt x="12865" y="199965"/>
                  </a:lnTo>
                  <a:lnTo>
                    <a:pt x="12278" y="199978"/>
                  </a:lnTo>
                  <a:lnTo>
                    <a:pt x="12023" y="199984"/>
                  </a:lnTo>
                  <a:lnTo>
                    <a:pt x="2200" y="200209"/>
                  </a:lnTo>
                  <a:lnTo>
                    <a:pt x="1637" y="200222"/>
                  </a:lnTo>
                  <a:lnTo>
                    <a:pt x="761" y="173446"/>
                  </a:lnTo>
                  <a:lnTo>
                    <a:pt x="54" y="151829"/>
                  </a:lnTo>
                  <a:lnTo>
                    <a:pt x="0" y="150162"/>
                  </a:lnTo>
                  <a:lnTo>
                    <a:pt x="5118" y="152246"/>
                  </a:lnTo>
                  <a:lnTo>
                    <a:pt x="6423" y="152778"/>
                  </a:lnTo>
                  <a:lnTo>
                    <a:pt x="10787" y="154555"/>
                  </a:lnTo>
                  <a:lnTo>
                    <a:pt x="16762" y="156943"/>
                  </a:lnTo>
                  <a:lnTo>
                    <a:pt x="17345" y="155360"/>
                  </a:lnTo>
                  <a:lnTo>
                    <a:pt x="20774" y="146035"/>
                  </a:lnTo>
                  <a:lnTo>
                    <a:pt x="21746" y="143392"/>
                  </a:lnTo>
                  <a:lnTo>
                    <a:pt x="21983" y="142747"/>
                  </a:lnTo>
                  <a:lnTo>
                    <a:pt x="22411" y="141583"/>
                  </a:lnTo>
                  <a:lnTo>
                    <a:pt x="25341" y="133614"/>
                  </a:lnTo>
                  <a:lnTo>
                    <a:pt x="25644" y="132792"/>
                  </a:lnTo>
                  <a:lnTo>
                    <a:pt x="35819" y="137035"/>
                  </a:lnTo>
                  <a:lnTo>
                    <a:pt x="37422" y="132794"/>
                  </a:lnTo>
                  <a:lnTo>
                    <a:pt x="39613" y="127001"/>
                  </a:lnTo>
                  <a:lnTo>
                    <a:pt x="39903" y="126234"/>
                  </a:lnTo>
                  <a:lnTo>
                    <a:pt x="40204" y="125436"/>
                  </a:lnTo>
                  <a:lnTo>
                    <a:pt x="43722" y="116131"/>
                  </a:lnTo>
                  <a:lnTo>
                    <a:pt x="43782" y="115971"/>
                  </a:lnTo>
                  <a:lnTo>
                    <a:pt x="43952" y="115522"/>
                  </a:lnTo>
                  <a:lnTo>
                    <a:pt x="44061" y="115233"/>
                  </a:lnTo>
                  <a:lnTo>
                    <a:pt x="44116" y="115087"/>
                  </a:lnTo>
                  <a:lnTo>
                    <a:pt x="46633" y="108429"/>
                  </a:lnTo>
                  <a:lnTo>
                    <a:pt x="47654" y="105729"/>
                  </a:lnTo>
                  <a:lnTo>
                    <a:pt x="47757" y="105455"/>
                  </a:lnTo>
                  <a:lnTo>
                    <a:pt x="47852" y="105205"/>
                  </a:lnTo>
                  <a:lnTo>
                    <a:pt x="48053" y="104672"/>
                  </a:lnTo>
                  <a:lnTo>
                    <a:pt x="49082" y="101950"/>
                  </a:lnTo>
                  <a:lnTo>
                    <a:pt x="51723" y="95192"/>
                  </a:lnTo>
                  <a:lnTo>
                    <a:pt x="52017" y="95312"/>
                  </a:lnTo>
                  <a:lnTo>
                    <a:pt x="71795" y="103368"/>
                  </a:lnTo>
                  <a:lnTo>
                    <a:pt x="75227" y="104642"/>
                  </a:lnTo>
                  <a:lnTo>
                    <a:pt x="82725" y="98364"/>
                  </a:lnTo>
                  <a:lnTo>
                    <a:pt x="91744" y="92588"/>
                  </a:lnTo>
                  <a:lnTo>
                    <a:pt x="93094" y="91873"/>
                  </a:lnTo>
                  <a:lnTo>
                    <a:pt x="102123" y="87092"/>
                  </a:lnTo>
                  <a:lnTo>
                    <a:pt x="103108" y="86570"/>
                  </a:lnTo>
                  <a:lnTo>
                    <a:pt x="103745" y="86233"/>
                  </a:lnTo>
                  <a:lnTo>
                    <a:pt x="93534" y="68274"/>
                  </a:lnTo>
                  <a:lnTo>
                    <a:pt x="92838" y="67059"/>
                  </a:lnTo>
                  <a:lnTo>
                    <a:pt x="92680" y="66784"/>
                  </a:lnTo>
                  <a:lnTo>
                    <a:pt x="92517" y="66499"/>
                  </a:lnTo>
                  <a:lnTo>
                    <a:pt x="85189" y="53714"/>
                  </a:lnTo>
                  <a:lnTo>
                    <a:pt x="84906" y="52128"/>
                  </a:lnTo>
                  <a:lnTo>
                    <a:pt x="84541" y="50078"/>
                  </a:lnTo>
                  <a:lnTo>
                    <a:pt x="84311" y="48788"/>
                  </a:lnTo>
                  <a:lnTo>
                    <a:pt x="83556" y="44548"/>
                  </a:lnTo>
                  <a:lnTo>
                    <a:pt x="82921" y="40984"/>
                  </a:lnTo>
                  <a:lnTo>
                    <a:pt x="83088" y="38537"/>
                  </a:lnTo>
                  <a:lnTo>
                    <a:pt x="84187" y="34790"/>
                  </a:lnTo>
                  <a:lnTo>
                    <a:pt x="93219" y="28589"/>
                  </a:lnTo>
                  <a:lnTo>
                    <a:pt x="94479" y="27724"/>
                  </a:lnTo>
                  <a:lnTo>
                    <a:pt x="95022" y="27351"/>
                  </a:lnTo>
                  <a:lnTo>
                    <a:pt x="103601" y="21460"/>
                  </a:lnTo>
                  <a:lnTo>
                    <a:pt x="104476" y="20860"/>
                  </a:lnTo>
                  <a:lnTo>
                    <a:pt x="108594" y="18032"/>
                  </a:lnTo>
                  <a:lnTo>
                    <a:pt x="118961" y="10914"/>
                  </a:lnTo>
                  <a:lnTo>
                    <a:pt x="134981" y="0"/>
                  </a:lnTo>
                  <a:lnTo>
                    <a:pt x="141907" y="7630"/>
                  </a:lnTo>
                  <a:lnTo>
                    <a:pt x="153654" y="20499"/>
                  </a:lnTo>
                  <a:lnTo>
                    <a:pt x="153850" y="20598"/>
                  </a:lnTo>
                  <a:lnTo>
                    <a:pt x="153986" y="20667"/>
                  </a:lnTo>
                  <a:lnTo>
                    <a:pt x="169434" y="28470"/>
                  </a:lnTo>
                  <a:lnTo>
                    <a:pt x="171468" y="29497"/>
                  </a:lnTo>
                  <a:lnTo>
                    <a:pt x="171677" y="29603"/>
                  </a:lnTo>
                  <a:lnTo>
                    <a:pt x="172613" y="30076"/>
                  </a:lnTo>
                  <a:lnTo>
                    <a:pt x="172832" y="30352"/>
                  </a:lnTo>
                  <a:lnTo>
                    <a:pt x="170961" y="33208"/>
                  </a:lnTo>
                  <a:lnTo>
                    <a:pt x="170867" y="33352"/>
                  </a:lnTo>
                  <a:lnTo>
                    <a:pt x="170337" y="34161"/>
                  </a:lnTo>
                  <a:lnTo>
                    <a:pt x="170153" y="34443"/>
                  </a:lnTo>
                  <a:lnTo>
                    <a:pt x="169890" y="34844"/>
                  </a:lnTo>
                  <a:lnTo>
                    <a:pt x="169643" y="35387"/>
                  </a:lnTo>
                  <a:lnTo>
                    <a:pt x="169493" y="35717"/>
                  </a:lnTo>
                  <a:lnTo>
                    <a:pt x="169344" y="36044"/>
                  </a:lnTo>
                  <a:lnTo>
                    <a:pt x="169060" y="36941"/>
                  </a:lnTo>
                  <a:lnTo>
                    <a:pt x="169800" y="37456"/>
                  </a:lnTo>
                  <a:lnTo>
                    <a:pt x="175896" y="41695"/>
                  </a:lnTo>
                  <a:lnTo>
                    <a:pt x="179936" y="44503"/>
                  </a:lnTo>
                  <a:lnTo>
                    <a:pt x="180326" y="44774"/>
                  </a:lnTo>
                  <a:lnTo>
                    <a:pt x="181998" y="45911"/>
                  </a:lnTo>
                  <a:lnTo>
                    <a:pt x="182326" y="46134"/>
                  </a:lnTo>
                  <a:lnTo>
                    <a:pt x="182599" y="46320"/>
                  </a:lnTo>
                  <a:lnTo>
                    <a:pt x="182877" y="46509"/>
                  </a:lnTo>
                  <a:lnTo>
                    <a:pt x="183060" y="46633"/>
                  </a:lnTo>
                  <a:lnTo>
                    <a:pt x="183567" y="46978"/>
                  </a:lnTo>
                  <a:lnTo>
                    <a:pt x="184049" y="47306"/>
                  </a:lnTo>
                  <a:lnTo>
                    <a:pt x="184308" y="47482"/>
                  </a:lnTo>
                  <a:lnTo>
                    <a:pt x="184659" y="47720"/>
                  </a:lnTo>
                  <a:lnTo>
                    <a:pt x="184988" y="47945"/>
                  </a:lnTo>
                  <a:lnTo>
                    <a:pt x="185169" y="48067"/>
                  </a:lnTo>
                  <a:lnTo>
                    <a:pt x="185613" y="48369"/>
                  </a:lnTo>
                  <a:lnTo>
                    <a:pt x="185761" y="48470"/>
                  </a:lnTo>
                  <a:lnTo>
                    <a:pt x="186085" y="48690"/>
                  </a:lnTo>
                  <a:lnTo>
                    <a:pt x="186349" y="48870"/>
                  </a:lnTo>
                  <a:lnTo>
                    <a:pt x="186808" y="49181"/>
                  </a:lnTo>
                  <a:lnTo>
                    <a:pt x="187027" y="49331"/>
                  </a:lnTo>
                  <a:lnTo>
                    <a:pt x="187644" y="49750"/>
                  </a:lnTo>
                  <a:lnTo>
                    <a:pt x="188014" y="50002"/>
                  </a:lnTo>
                  <a:lnTo>
                    <a:pt x="188684" y="50458"/>
                  </a:lnTo>
                  <a:lnTo>
                    <a:pt x="188820" y="50550"/>
                  </a:lnTo>
                  <a:lnTo>
                    <a:pt x="189534" y="51036"/>
                  </a:lnTo>
                  <a:lnTo>
                    <a:pt x="189863" y="51266"/>
                  </a:lnTo>
                  <a:lnTo>
                    <a:pt x="190251" y="51535"/>
                  </a:lnTo>
                  <a:lnTo>
                    <a:pt x="190406" y="51643"/>
                  </a:lnTo>
                  <a:lnTo>
                    <a:pt x="192171" y="52870"/>
                  </a:lnTo>
                  <a:lnTo>
                    <a:pt x="192563" y="53143"/>
                  </a:lnTo>
                  <a:lnTo>
                    <a:pt x="195876" y="55446"/>
                  </a:lnTo>
                  <a:lnTo>
                    <a:pt x="199788" y="58166"/>
                  </a:lnTo>
                  <a:lnTo>
                    <a:pt x="201262" y="59743"/>
                  </a:lnTo>
                  <a:lnTo>
                    <a:pt x="207688" y="66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2347299" y="4651877"/>
              <a:ext cx="163227" cy="106495"/>
            </a:xfrm>
            <a:custGeom>
              <a:avLst/>
              <a:pathLst>
                <a:path w="163227" h="106495">
                  <a:moveTo>
                    <a:pt x="55224" y="10279"/>
                  </a:moveTo>
                  <a:lnTo>
                    <a:pt x="55269" y="11672"/>
                  </a:lnTo>
                  <a:lnTo>
                    <a:pt x="60117" y="11232"/>
                  </a:lnTo>
                  <a:lnTo>
                    <a:pt x="62103" y="21421"/>
                  </a:lnTo>
                  <a:lnTo>
                    <a:pt x="63161" y="26848"/>
                  </a:lnTo>
                  <a:lnTo>
                    <a:pt x="64600" y="34228"/>
                  </a:lnTo>
                  <a:lnTo>
                    <a:pt x="68952" y="38637"/>
                  </a:lnTo>
                  <a:lnTo>
                    <a:pt x="68936" y="42035"/>
                  </a:lnTo>
                  <a:lnTo>
                    <a:pt x="75249" y="42669"/>
                  </a:lnTo>
                  <a:lnTo>
                    <a:pt x="76105" y="42755"/>
                  </a:lnTo>
                  <a:lnTo>
                    <a:pt x="78601" y="43006"/>
                  </a:lnTo>
                  <a:lnTo>
                    <a:pt x="79167" y="43062"/>
                  </a:lnTo>
                  <a:lnTo>
                    <a:pt x="82637" y="43411"/>
                  </a:lnTo>
                  <a:lnTo>
                    <a:pt x="85829" y="43915"/>
                  </a:lnTo>
                  <a:lnTo>
                    <a:pt x="88162" y="44284"/>
                  </a:lnTo>
                  <a:lnTo>
                    <a:pt x="95340" y="45417"/>
                  </a:lnTo>
                  <a:lnTo>
                    <a:pt x="95959" y="45114"/>
                  </a:lnTo>
                  <a:lnTo>
                    <a:pt x="96869" y="44668"/>
                  </a:lnTo>
                  <a:lnTo>
                    <a:pt x="99497" y="43381"/>
                  </a:lnTo>
                  <a:lnTo>
                    <a:pt x="100450" y="42914"/>
                  </a:lnTo>
                  <a:lnTo>
                    <a:pt x="102021" y="42145"/>
                  </a:lnTo>
                  <a:lnTo>
                    <a:pt x="105804" y="39912"/>
                  </a:lnTo>
                  <a:lnTo>
                    <a:pt x="109607" y="37666"/>
                  </a:lnTo>
                  <a:lnTo>
                    <a:pt x="113286" y="33879"/>
                  </a:lnTo>
                  <a:lnTo>
                    <a:pt x="114681" y="33706"/>
                  </a:lnTo>
                  <a:lnTo>
                    <a:pt x="115080" y="33656"/>
                  </a:lnTo>
                  <a:lnTo>
                    <a:pt x="115321" y="33626"/>
                  </a:lnTo>
                  <a:lnTo>
                    <a:pt x="125084" y="32410"/>
                  </a:lnTo>
                  <a:lnTo>
                    <a:pt x="125400" y="32371"/>
                  </a:lnTo>
                  <a:lnTo>
                    <a:pt x="129454" y="28000"/>
                  </a:lnTo>
                  <a:lnTo>
                    <a:pt x="129654" y="27333"/>
                  </a:lnTo>
                  <a:lnTo>
                    <a:pt x="130324" y="25096"/>
                  </a:lnTo>
                  <a:lnTo>
                    <a:pt x="130969" y="22945"/>
                  </a:lnTo>
                  <a:lnTo>
                    <a:pt x="136499" y="18922"/>
                  </a:lnTo>
                  <a:lnTo>
                    <a:pt x="138603" y="17391"/>
                  </a:lnTo>
                  <a:lnTo>
                    <a:pt x="139595" y="20395"/>
                  </a:lnTo>
                  <a:lnTo>
                    <a:pt x="140037" y="21733"/>
                  </a:lnTo>
                  <a:lnTo>
                    <a:pt x="142585" y="28722"/>
                  </a:lnTo>
                  <a:lnTo>
                    <a:pt x="142905" y="29597"/>
                  </a:lnTo>
                  <a:lnTo>
                    <a:pt x="145494" y="36798"/>
                  </a:lnTo>
                  <a:lnTo>
                    <a:pt x="147560" y="44212"/>
                  </a:lnTo>
                  <a:lnTo>
                    <a:pt x="147705" y="44734"/>
                  </a:lnTo>
                  <a:lnTo>
                    <a:pt x="147883" y="45269"/>
                  </a:lnTo>
                  <a:lnTo>
                    <a:pt x="148402" y="46827"/>
                  </a:lnTo>
                  <a:lnTo>
                    <a:pt x="149616" y="46954"/>
                  </a:lnTo>
                  <a:lnTo>
                    <a:pt x="153671" y="47379"/>
                  </a:lnTo>
                  <a:lnTo>
                    <a:pt x="153804" y="47393"/>
                  </a:lnTo>
                  <a:lnTo>
                    <a:pt x="154277" y="47443"/>
                  </a:lnTo>
                  <a:lnTo>
                    <a:pt x="154496" y="48001"/>
                  </a:lnTo>
                  <a:lnTo>
                    <a:pt x="154747" y="48643"/>
                  </a:lnTo>
                  <a:lnTo>
                    <a:pt x="154995" y="49276"/>
                  </a:lnTo>
                  <a:lnTo>
                    <a:pt x="155733" y="51160"/>
                  </a:lnTo>
                  <a:lnTo>
                    <a:pt x="155809" y="51353"/>
                  </a:lnTo>
                  <a:lnTo>
                    <a:pt x="156308" y="52627"/>
                  </a:lnTo>
                  <a:lnTo>
                    <a:pt x="146106" y="56398"/>
                  </a:lnTo>
                  <a:lnTo>
                    <a:pt x="135665" y="59813"/>
                  </a:lnTo>
                  <a:lnTo>
                    <a:pt x="130319" y="61947"/>
                  </a:lnTo>
                  <a:lnTo>
                    <a:pt x="124102" y="68997"/>
                  </a:lnTo>
                  <a:lnTo>
                    <a:pt x="134900" y="77090"/>
                  </a:lnTo>
                  <a:lnTo>
                    <a:pt x="134660" y="85429"/>
                  </a:lnTo>
                  <a:lnTo>
                    <a:pt x="150801" y="88400"/>
                  </a:lnTo>
                  <a:lnTo>
                    <a:pt x="152829" y="83732"/>
                  </a:lnTo>
                  <a:lnTo>
                    <a:pt x="153480" y="82232"/>
                  </a:lnTo>
                  <a:lnTo>
                    <a:pt x="159795" y="83628"/>
                  </a:lnTo>
                  <a:lnTo>
                    <a:pt x="160859" y="85973"/>
                  </a:lnTo>
                  <a:lnTo>
                    <a:pt x="163227" y="91190"/>
                  </a:lnTo>
                  <a:lnTo>
                    <a:pt x="162975" y="91169"/>
                  </a:lnTo>
                  <a:lnTo>
                    <a:pt x="162637" y="91140"/>
                  </a:lnTo>
                  <a:lnTo>
                    <a:pt x="161650" y="91025"/>
                  </a:lnTo>
                  <a:lnTo>
                    <a:pt x="157753" y="90569"/>
                  </a:lnTo>
                  <a:lnTo>
                    <a:pt x="157417" y="90529"/>
                  </a:lnTo>
                  <a:lnTo>
                    <a:pt x="157305" y="90813"/>
                  </a:lnTo>
                  <a:lnTo>
                    <a:pt x="156427" y="93031"/>
                  </a:lnTo>
                  <a:lnTo>
                    <a:pt x="156044" y="94000"/>
                  </a:lnTo>
                  <a:lnTo>
                    <a:pt x="155485" y="95412"/>
                  </a:lnTo>
                  <a:lnTo>
                    <a:pt x="155153" y="96249"/>
                  </a:lnTo>
                  <a:lnTo>
                    <a:pt x="155656" y="96291"/>
                  </a:lnTo>
                  <a:lnTo>
                    <a:pt x="156074" y="96326"/>
                  </a:lnTo>
                  <a:lnTo>
                    <a:pt x="158856" y="96293"/>
                  </a:lnTo>
                  <a:lnTo>
                    <a:pt x="159104" y="97724"/>
                  </a:lnTo>
                  <a:lnTo>
                    <a:pt x="159153" y="98009"/>
                  </a:lnTo>
                  <a:lnTo>
                    <a:pt x="159325" y="99001"/>
                  </a:lnTo>
                  <a:lnTo>
                    <a:pt x="159359" y="99200"/>
                  </a:lnTo>
                  <a:lnTo>
                    <a:pt x="158343" y="99281"/>
                  </a:lnTo>
                  <a:lnTo>
                    <a:pt x="157727" y="99442"/>
                  </a:lnTo>
                  <a:lnTo>
                    <a:pt x="156752" y="99697"/>
                  </a:lnTo>
                  <a:lnTo>
                    <a:pt x="156235" y="99832"/>
                  </a:lnTo>
                  <a:lnTo>
                    <a:pt x="155257" y="100088"/>
                  </a:lnTo>
                  <a:lnTo>
                    <a:pt x="149632" y="101942"/>
                  </a:lnTo>
                  <a:lnTo>
                    <a:pt x="149137" y="100889"/>
                  </a:lnTo>
                  <a:lnTo>
                    <a:pt x="148585" y="99712"/>
                  </a:lnTo>
                  <a:lnTo>
                    <a:pt x="146603" y="98893"/>
                  </a:lnTo>
                  <a:lnTo>
                    <a:pt x="137983" y="98005"/>
                  </a:lnTo>
                  <a:lnTo>
                    <a:pt x="132704" y="98346"/>
                  </a:lnTo>
                  <a:lnTo>
                    <a:pt x="127753" y="100151"/>
                  </a:lnTo>
                  <a:lnTo>
                    <a:pt x="126293" y="96194"/>
                  </a:lnTo>
                  <a:lnTo>
                    <a:pt x="125862" y="95028"/>
                  </a:lnTo>
                  <a:lnTo>
                    <a:pt x="125660" y="94480"/>
                  </a:lnTo>
                  <a:lnTo>
                    <a:pt x="125254" y="93380"/>
                  </a:lnTo>
                  <a:lnTo>
                    <a:pt x="124477" y="93768"/>
                  </a:lnTo>
                  <a:lnTo>
                    <a:pt x="123431" y="94290"/>
                  </a:lnTo>
                  <a:lnTo>
                    <a:pt x="116240" y="97880"/>
                  </a:lnTo>
                  <a:lnTo>
                    <a:pt x="115808" y="98096"/>
                  </a:lnTo>
                  <a:lnTo>
                    <a:pt x="113253" y="99372"/>
                  </a:lnTo>
                  <a:lnTo>
                    <a:pt x="112446" y="99774"/>
                  </a:lnTo>
                  <a:lnTo>
                    <a:pt x="112032" y="99981"/>
                  </a:lnTo>
                  <a:lnTo>
                    <a:pt x="111199" y="100347"/>
                  </a:lnTo>
                  <a:lnTo>
                    <a:pt x="107100" y="102147"/>
                  </a:lnTo>
                  <a:lnTo>
                    <a:pt x="104860" y="103130"/>
                  </a:lnTo>
                  <a:lnTo>
                    <a:pt x="104008" y="103504"/>
                  </a:lnTo>
                  <a:lnTo>
                    <a:pt x="99409" y="105523"/>
                  </a:lnTo>
                  <a:lnTo>
                    <a:pt x="97248" y="106472"/>
                  </a:lnTo>
                  <a:lnTo>
                    <a:pt x="97054" y="106041"/>
                  </a:lnTo>
                  <a:lnTo>
                    <a:pt x="96250" y="104141"/>
                  </a:lnTo>
                  <a:lnTo>
                    <a:pt x="95437" y="102218"/>
                  </a:lnTo>
                  <a:lnTo>
                    <a:pt x="93303" y="97173"/>
                  </a:lnTo>
                  <a:lnTo>
                    <a:pt x="91454" y="92801"/>
                  </a:lnTo>
                  <a:lnTo>
                    <a:pt x="91289" y="92411"/>
                  </a:lnTo>
                  <a:lnTo>
                    <a:pt x="91024" y="91785"/>
                  </a:lnTo>
                  <a:lnTo>
                    <a:pt x="90281" y="90027"/>
                  </a:lnTo>
                  <a:lnTo>
                    <a:pt x="89197" y="87465"/>
                  </a:lnTo>
                  <a:lnTo>
                    <a:pt x="89049" y="87115"/>
                  </a:lnTo>
                  <a:lnTo>
                    <a:pt x="87225" y="82990"/>
                  </a:lnTo>
                  <a:lnTo>
                    <a:pt x="86574" y="81515"/>
                  </a:lnTo>
                  <a:lnTo>
                    <a:pt x="83997" y="75686"/>
                  </a:lnTo>
                  <a:lnTo>
                    <a:pt x="71735" y="78821"/>
                  </a:lnTo>
                  <a:lnTo>
                    <a:pt x="67250" y="79967"/>
                  </a:lnTo>
                  <a:lnTo>
                    <a:pt x="66334" y="80202"/>
                  </a:lnTo>
                  <a:lnTo>
                    <a:pt x="65969" y="80295"/>
                  </a:lnTo>
                  <a:lnTo>
                    <a:pt x="66526" y="81220"/>
                  </a:lnTo>
                  <a:lnTo>
                    <a:pt x="67298" y="82500"/>
                  </a:lnTo>
                  <a:lnTo>
                    <a:pt x="69791" y="86635"/>
                  </a:lnTo>
                  <a:lnTo>
                    <a:pt x="69994" y="87224"/>
                  </a:lnTo>
                  <a:lnTo>
                    <a:pt x="68912" y="87860"/>
                  </a:lnTo>
                  <a:lnTo>
                    <a:pt x="60582" y="92751"/>
                  </a:lnTo>
                  <a:lnTo>
                    <a:pt x="50991" y="98383"/>
                  </a:lnTo>
                  <a:lnTo>
                    <a:pt x="50371" y="98747"/>
                  </a:lnTo>
                  <a:lnTo>
                    <a:pt x="48013" y="100131"/>
                  </a:lnTo>
                  <a:lnTo>
                    <a:pt x="44439" y="102230"/>
                  </a:lnTo>
                  <a:lnTo>
                    <a:pt x="42514" y="103406"/>
                  </a:lnTo>
                  <a:lnTo>
                    <a:pt x="41372" y="104104"/>
                  </a:lnTo>
                  <a:lnTo>
                    <a:pt x="40482" y="104645"/>
                  </a:lnTo>
                  <a:lnTo>
                    <a:pt x="39751" y="105036"/>
                  </a:lnTo>
                  <a:lnTo>
                    <a:pt x="38652" y="105386"/>
                  </a:lnTo>
                  <a:lnTo>
                    <a:pt x="37966" y="105506"/>
                  </a:lnTo>
                  <a:lnTo>
                    <a:pt x="37793" y="105536"/>
                  </a:lnTo>
                  <a:lnTo>
                    <a:pt x="36061" y="105606"/>
                  </a:lnTo>
                  <a:lnTo>
                    <a:pt x="33204" y="105722"/>
                  </a:lnTo>
                  <a:lnTo>
                    <a:pt x="29735" y="105805"/>
                  </a:lnTo>
                  <a:lnTo>
                    <a:pt x="25129" y="105914"/>
                  </a:lnTo>
                  <a:lnTo>
                    <a:pt x="18698" y="106067"/>
                  </a:lnTo>
                  <a:lnTo>
                    <a:pt x="17183" y="106103"/>
                  </a:lnTo>
                  <a:lnTo>
                    <a:pt x="8857" y="106300"/>
                  </a:lnTo>
                  <a:lnTo>
                    <a:pt x="7830" y="106325"/>
                  </a:lnTo>
                  <a:lnTo>
                    <a:pt x="7172" y="106357"/>
                  </a:lnTo>
                  <a:lnTo>
                    <a:pt x="6090" y="106410"/>
                  </a:lnTo>
                  <a:lnTo>
                    <a:pt x="5578" y="106435"/>
                  </a:lnTo>
                  <a:lnTo>
                    <a:pt x="3075" y="106495"/>
                  </a:lnTo>
                  <a:lnTo>
                    <a:pt x="3045" y="105867"/>
                  </a:lnTo>
                  <a:lnTo>
                    <a:pt x="3018" y="105281"/>
                  </a:lnTo>
                  <a:lnTo>
                    <a:pt x="2981" y="104246"/>
                  </a:lnTo>
                  <a:lnTo>
                    <a:pt x="2665" y="95460"/>
                  </a:lnTo>
                  <a:lnTo>
                    <a:pt x="2540" y="91990"/>
                  </a:lnTo>
                  <a:lnTo>
                    <a:pt x="2523" y="91527"/>
                  </a:lnTo>
                  <a:lnTo>
                    <a:pt x="2508" y="91111"/>
                  </a:lnTo>
                  <a:lnTo>
                    <a:pt x="2401" y="88145"/>
                  </a:lnTo>
                  <a:lnTo>
                    <a:pt x="2368" y="87207"/>
                  </a:lnTo>
                  <a:lnTo>
                    <a:pt x="2354" y="86824"/>
                  </a:lnTo>
                  <a:lnTo>
                    <a:pt x="2314" y="85725"/>
                  </a:lnTo>
                  <a:lnTo>
                    <a:pt x="2163" y="81516"/>
                  </a:lnTo>
                  <a:lnTo>
                    <a:pt x="2156" y="81319"/>
                  </a:lnTo>
                  <a:lnTo>
                    <a:pt x="2090" y="79492"/>
                  </a:lnTo>
                  <a:lnTo>
                    <a:pt x="2041" y="78139"/>
                  </a:lnTo>
                  <a:lnTo>
                    <a:pt x="2031" y="77838"/>
                  </a:lnTo>
                  <a:lnTo>
                    <a:pt x="1959" y="75853"/>
                  </a:lnTo>
                  <a:lnTo>
                    <a:pt x="1934" y="75164"/>
                  </a:lnTo>
                  <a:lnTo>
                    <a:pt x="1904" y="74311"/>
                  </a:lnTo>
                  <a:lnTo>
                    <a:pt x="1831" y="72294"/>
                  </a:lnTo>
                  <a:lnTo>
                    <a:pt x="1826" y="72149"/>
                  </a:lnTo>
                  <a:lnTo>
                    <a:pt x="1815" y="71856"/>
                  </a:lnTo>
                  <a:lnTo>
                    <a:pt x="1719" y="69188"/>
                  </a:lnTo>
                  <a:lnTo>
                    <a:pt x="1707" y="68832"/>
                  </a:lnTo>
                  <a:lnTo>
                    <a:pt x="1644" y="67087"/>
                  </a:lnTo>
                  <a:lnTo>
                    <a:pt x="1629" y="66669"/>
                  </a:lnTo>
                  <a:lnTo>
                    <a:pt x="1622" y="66482"/>
                  </a:lnTo>
                  <a:lnTo>
                    <a:pt x="1604" y="65989"/>
                  </a:lnTo>
                  <a:lnTo>
                    <a:pt x="1584" y="65431"/>
                  </a:lnTo>
                  <a:lnTo>
                    <a:pt x="1528" y="63867"/>
                  </a:lnTo>
                  <a:lnTo>
                    <a:pt x="1476" y="62410"/>
                  </a:lnTo>
                  <a:lnTo>
                    <a:pt x="1164" y="53746"/>
                  </a:lnTo>
                  <a:lnTo>
                    <a:pt x="1142" y="53145"/>
                  </a:lnTo>
                  <a:lnTo>
                    <a:pt x="1092" y="51743"/>
                  </a:lnTo>
                  <a:lnTo>
                    <a:pt x="1020" y="49751"/>
                  </a:lnTo>
                  <a:lnTo>
                    <a:pt x="997" y="49099"/>
                  </a:lnTo>
                  <a:lnTo>
                    <a:pt x="945" y="47668"/>
                  </a:lnTo>
                  <a:lnTo>
                    <a:pt x="826" y="44364"/>
                  </a:lnTo>
                  <a:lnTo>
                    <a:pt x="794" y="43463"/>
                  </a:lnTo>
                  <a:lnTo>
                    <a:pt x="775" y="42944"/>
                  </a:lnTo>
                  <a:lnTo>
                    <a:pt x="702" y="40898"/>
                  </a:lnTo>
                  <a:lnTo>
                    <a:pt x="621" y="38663"/>
                  </a:lnTo>
                  <a:lnTo>
                    <a:pt x="504" y="35409"/>
                  </a:lnTo>
                  <a:lnTo>
                    <a:pt x="493" y="35089"/>
                  </a:lnTo>
                  <a:lnTo>
                    <a:pt x="439" y="33591"/>
                  </a:lnTo>
                  <a:lnTo>
                    <a:pt x="406" y="32673"/>
                  </a:lnTo>
                  <a:lnTo>
                    <a:pt x="329" y="30536"/>
                  </a:lnTo>
                  <a:lnTo>
                    <a:pt x="250" y="28338"/>
                  </a:lnTo>
                  <a:lnTo>
                    <a:pt x="212" y="27277"/>
                  </a:lnTo>
                  <a:lnTo>
                    <a:pt x="97" y="24106"/>
                  </a:lnTo>
                  <a:lnTo>
                    <a:pt x="92" y="23944"/>
                  </a:lnTo>
                  <a:lnTo>
                    <a:pt x="40" y="22521"/>
                  </a:lnTo>
                  <a:lnTo>
                    <a:pt x="19" y="21923"/>
                  </a:lnTo>
                  <a:lnTo>
                    <a:pt x="0" y="21382"/>
                  </a:lnTo>
                  <a:lnTo>
                    <a:pt x="45" y="20100"/>
                  </a:lnTo>
                  <a:lnTo>
                    <a:pt x="1326" y="20351"/>
                  </a:lnTo>
                  <a:lnTo>
                    <a:pt x="18436" y="23708"/>
                  </a:lnTo>
                  <a:lnTo>
                    <a:pt x="18502" y="22955"/>
                  </a:lnTo>
                  <a:lnTo>
                    <a:pt x="18544" y="22487"/>
                  </a:lnTo>
                  <a:lnTo>
                    <a:pt x="18671" y="21053"/>
                  </a:lnTo>
                  <a:lnTo>
                    <a:pt x="18704" y="20682"/>
                  </a:lnTo>
                  <a:lnTo>
                    <a:pt x="18796" y="19638"/>
                  </a:lnTo>
                  <a:lnTo>
                    <a:pt x="18846" y="19074"/>
                  </a:lnTo>
                  <a:lnTo>
                    <a:pt x="23651" y="19515"/>
                  </a:lnTo>
                  <a:lnTo>
                    <a:pt x="23992" y="20435"/>
                  </a:lnTo>
                  <a:lnTo>
                    <a:pt x="24126" y="20795"/>
                  </a:lnTo>
                  <a:lnTo>
                    <a:pt x="24773" y="22537"/>
                  </a:lnTo>
                  <a:lnTo>
                    <a:pt x="25525" y="23533"/>
                  </a:lnTo>
                  <a:lnTo>
                    <a:pt x="25678" y="23528"/>
                  </a:lnTo>
                  <a:lnTo>
                    <a:pt x="26090" y="23515"/>
                  </a:lnTo>
                  <a:lnTo>
                    <a:pt x="27119" y="23482"/>
                  </a:lnTo>
                  <a:lnTo>
                    <a:pt x="28103" y="23450"/>
                  </a:lnTo>
                  <a:lnTo>
                    <a:pt x="31897" y="23881"/>
                  </a:lnTo>
                  <a:lnTo>
                    <a:pt x="34518" y="24359"/>
                  </a:lnTo>
                  <a:lnTo>
                    <a:pt x="35207" y="24484"/>
                  </a:lnTo>
                  <a:lnTo>
                    <a:pt x="36078" y="24643"/>
                  </a:lnTo>
                  <a:lnTo>
                    <a:pt x="38185" y="25028"/>
                  </a:lnTo>
                  <a:lnTo>
                    <a:pt x="39373" y="25244"/>
                  </a:lnTo>
                  <a:lnTo>
                    <a:pt x="39989" y="25378"/>
                  </a:lnTo>
                  <a:lnTo>
                    <a:pt x="40026" y="25142"/>
                  </a:lnTo>
                  <a:lnTo>
                    <a:pt x="40112" y="24590"/>
                  </a:lnTo>
                  <a:lnTo>
                    <a:pt x="40387" y="22827"/>
                  </a:lnTo>
                  <a:lnTo>
                    <a:pt x="40650" y="21141"/>
                  </a:lnTo>
                  <a:lnTo>
                    <a:pt x="40844" y="19900"/>
                  </a:lnTo>
                  <a:lnTo>
                    <a:pt x="41673" y="14590"/>
                  </a:lnTo>
                  <a:lnTo>
                    <a:pt x="41766" y="13999"/>
                  </a:lnTo>
                  <a:lnTo>
                    <a:pt x="41890" y="13204"/>
                  </a:lnTo>
                  <a:lnTo>
                    <a:pt x="41988" y="12574"/>
                  </a:lnTo>
                  <a:lnTo>
                    <a:pt x="42102" y="11843"/>
                  </a:lnTo>
                  <a:lnTo>
                    <a:pt x="42398" y="9950"/>
                  </a:lnTo>
                  <a:lnTo>
                    <a:pt x="42633" y="8806"/>
                  </a:lnTo>
                  <a:lnTo>
                    <a:pt x="43410" y="5026"/>
                  </a:lnTo>
                  <a:lnTo>
                    <a:pt x="43549" y="3758"/>
                  </a:lnTo>
                  <a:lnTo>
                    <a:pt x="43678" y="2580"/>
                  </a:lnTo>
                  <a:lnTo>
                    <a:pt x="43733" y="2077"/>
                  </a:lnTo>
                  <a:lnTo>
                    <a:pt x="43790" y="1548"/>
                  </a:lnTo>
                  <a:lnTo>
                    <a:pt x="43960" y="0"/>
                  </a:lnTo>
                  <a:lnTo>
                    <a:pt x="50191" y="1909"/>
                  </a:lnTo>
                  <a:lnTo>
                    <a:pt x="50132" y="3125"/>
                  </a:lnTo>
                  <a:lnTo>
                    <a:pt x="50029" y="5224"/>
                  </a:lnTo>
                  <a:lnTo>
                    <a:pt x="50007" y="5679"/>
                  </a:lnTo>
                  <a:lnTo>
                    <a:pt x="51530" y="6204"/>
                  </a:lnTo>
                  <a:lnTo>
                    <a:pt x="52621" y="6580"/>
                  </a:lnTo>
                  <a:lnTo>
                    <a:pt x="55130" y="7444"/>
                  </a:lnTo>
                  <a:lnTo>
                    <a:pt x="55150" y="8042"/>
                  </a:lnTo>
                  <a:lnTo>
                    <a:pt x="55176" y="88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2122769" y="4594310"/>
              <a:ext cx="227072" cy="176287"/>
            </a:xfrm>
            <a:custGeom>
              <a:avLst/>
              <a:pathLst>
                <a:path w="227072" h="176287">
                  <a:moveTo>
                    <a:pt x="175938" y="54406"/>
                  </a:moveTo>
                  <a:lnTo>
                    <a:pt x="176814" y="81181"/>
                  </a:lnTo>
                  <a:lnTo>
                    <a:pt x="177377" y="81168"/>
                  </a:lnTo>
                  <a:lnTo>
                    <a:pt x="187200" y="80943"/>
                  </a:lnTo>
                  <a:lnTo>
                    <a:pt x="187455" y="80937"/>
                  </a:lnTo>
                  <a:lnTo>
                    <a:pt x="188042" y="80924"/>
                  </a:lnTo>
                  <a:lnTo>
                    <a:pt x="188502" y="80913"/>
                  </a:lnTo>
                  <a:lnTo>
                    <a:pt x="198508" y="80684"/>
                  </a:lnTo>
                  <a:lnTo>
                    <a:pt x="203357" y="80573"/>
                  </a:lnTo>
                  <a:lnTo>
                    <a:pt x="211195" y="80394"/>
                  </a:lnTo>
                  <a:lnTo>
                    <a:pt x="211496" y="80387"/>
                  </a:lnTo>
                  <a:lnTo>
                    <a:pt x="211969" y="80376"/>
                  </a:lnTo>
                  <a:lnTo>
                    <a:pt x="223799" y="80105"/>
                  </a:lnTo>
                  <a:lnTo>
                    <a:pt x="224571" y="80087"/>
                  </a:lnTo>
                  <a:lnTo>
                    <a:pt x="224622" y="81510"/>
                  </a:lnTo>
                  <a:lnTo>
                    <a:pt x="224628" y="81672"/>
                  </a:lnTo>
                  <a:lnTo>
                    <a:pt x="224742" y="84843"/>
                  </a:lnTo>
                  <a:lnTo>
                    <a:pt x="224781" y="85904"/>
                  </a:lnTo>
                  <a:lnTo>
                    <a:pt x="224860" y="88103"/>
                  </a:lnTo>
                  <a:lnTo>
                    <a:pt x="224937" y="90239"/>
                  </a:lnTo>
                  <a:lnTo>
                    <a:pt x="224970" y="91157"/>
                  </a:lnTo>
                  <a:lnTo>
                    <a:pt x="225023" y="92655"/>
                  </a:lnTo>
                  <a:lnTo>
                    <a:pt x="225035" y="92975"/>
                  </a:lnTo>
                  <a:lnTo>
                    <a:pt x="225152" y="96229"/>
                  </a:lnTo>
                  <a:lnTo>
                    <a:pt x="225232" y="98464"/>
                  </a:lnTo>
                  <a:lnTo>
                    <a:pt x="225306" y="100510"/>
                  </a:lnTo>
                  <a:lnTo>
                    <a:pt x="225325" y="101029"/>
                  </a:lnTo>
                  <a:lnTo>
                    <a:pt x="225357" y="101930"/>
                  </a:lnTo>
                  <a:lnTo>
                    <a:pt x="225476" y="105234"/>
                  </a:lnTo>
                  <a:lnTo>
                    <a:pt x="225528" y="106665"/>
                  </a:lnTo>
                  <a:lnTo>
                    <a:pt x="225551" y="107317"/>
                  </a:lnTo>
                  <a:lnTo>
                    <a:pt x="225623" y="109310"/>
                  </a:lnTo>
                  <a:lnTo>
                    <a:pt x="225673" y="110711"/>
                  </a:lnTo>
                  <a:lnTo>
                    <a:pt x="225695" y="111312"/>
                  </a:lnTo>
                  <a:lnTo>
                    <a:pt x="226006" y="119977"/>
                  </a:lnTo>
                  <a:lnTo>
                    <a:pt x="226059" y="121433"/>
                  </a:lnTo>
                  <a:lnTo>
                    <a:pt x="226115" y="122998"/>
                  </a:lnTo>
                  <a:lnTo>
                    <a:pt x="226138" y="123628"/>
                  </a:lnTo>
                  <a:lnTo>
                    <a:pt x="226153" y="124048"/>
                  </a:lnTo>
                  <a:lnTo>
                    <a:pt x="226160" y="124236"/>
                  </a:lnTo>
                  <a:lnTo>
                    <a:pt x="226175" y="124653"/>
                  </a:lnTo>
                  <a:lnTo>
                    <a:pt x="226237" y="126399"/>
                  </a:lnTo>
                  <a:lnTo>
                    <a:pt x="226250" y="126755"/>
                  </a:lnTo>
                  <a:lnTo>
                    <a:pt x="226346" y="129422"/>
                  </a:lnTo>
                  <a:lnTo>
                    <a:pt x="226357" y="129716"/>
                  </a:lnTo>
                  <a:lnTo>
                    <a:pt x="226362" y="129860"/>
                  </a:lnTo>
                  <a:lnTo>
                    <a:pt x="226435" y="131877"/>
                  </a:lnTo>
                  <a:lnTo>
                    <a:pt x="226465" y="132731"/>
                  </a:lnTo>
                  <a:lnTo>
                    <a:pt x="226490" y="133420"/>
                  </a:lnTo>
                  <a:lnTo>
                    <a:pt x="226561" y="135404"/>
                  </a:lnTo>
                  <a:lnTo>
                    <a:pt x="226572" y="135705"/>
                  </a:lnTo>
                  <a:lnTo>
                    <a:pt x="226621" y="137058"/>
                  </a:lnTo>
                  <a:lnTo>
                    <a:pt x="226687" y="138885"/>
                  </a:lnTo>
                  <a:lnTo>
                    <a:pt x="226694" y="139082"/>
                  </a:lnTo>
                  <a:lnTo>
                    <a:pt x="226845" y="143291"/>
                  </a:lnTo>
                  <a:lnTo>
                    <a:pt x="226885" y="144390"/>
                  </a:lnTo>
                  <a:lnTo>
                    <a:pt x="226899" y="144773"/>
                  </a:lnTo>
                  <a:lnTo>
                    <a:pt x="226932" y="145712"/>
                  </a:lnTo>
                  <a:lnTo>
                    <a:pt x="227039" y="148677"/>
                  </a:lnTo>
                  <a:lnTo>
                    <a:pt x="227054" y="149093"/>
                  </a:lnTo>
                  <a:lnTo>
                    <a:pt x="227072" y="149597"/>
                  </a:lnTo>
                  <a:lnTo>
                    <a:pt x="225474" y="149658"/>
                  </a:lnTo>
                  <a:lnTo>
                    <a:pt x="224628" y="149690"/>
                  </a:lnTo>
                  <a:lnTo>
                    <a:pt x="223289" y="149740"/>
                  </a:lnTo>
                  <a:lnTo>
                    <a:pt x="222540" y="149769"/>
                  </a:lnTo>
                  <a:lnTo>
                    <a:pt x="213312" y="150118"/>
                  </a:lnTo>
                  <a:lnTo>
                    <a:pt x="193424" y="150870"/>
                  </a:lnTo>
                  <a:lnTo>
                    <a:pt x="193172" y="150880"/>
                  </a:lnTo>
                  <a:lnTo>
                    <a:pt x="191864" y="150929"/>
                  </a:lnTo>
                  <a:lnTo>
                    <a:pt x="185356" y="151175"/>
                  </a:lnTo>
                  <a:lnTo>
                    <a:pt x="184878" y="151193"/>
                  </a:lnTo>
                  <a:lnTo>
                    <a:pt x="180663" y="151353"/>
                  </a:lnTo>
                  <a:lnTo>
                    <a:pt x="180410" y="151362"/>
                  </a:lnTo>
                  <a:lnTo>
                    <a:pt x="179547" y="151395"/>
                  </a:lnTo>
                  <a:lnTo>
                    <a:pt x="179320" y="151404"/>
                  </a:lnTo>
                  <a:lnTo>
                    <a:pt x="176891" y="151495"/>
                  </a:lnTo>
                  <a:lnTo>
                    <a:pt x="156371" y="152272"/>
                  </a:lnTo>
                  <a:lnTo>
                    <a:pt x="154634" y="152338"/>
                  </a:lnTo>
                  <a:lnTo>
                    <a:pt x="144508" y="152721"/>
                  </a:lnTo>
                  <a:lnTo>
                    <a:pt x="133833" y="153125"/>
                  </a:lnTo>
                  <a:lnTo>
                    <a:pt x="133162" y="153150"/>
                  </a:lnTo>
                  <a:lnTo>
                    <a:pt x="132977" y="153157"/>
                  </a:lnTo>
                  <a:lnTo>
                    <a:pt x="125342" y="153446"/>
                  </a:lnTo>
                  <a:lnTo>
                    <a:pt x="123067" y="153532"/>
                  </a:lnTo>
                  <a:lnTo>
                    <a:pt x="120467" y="153630"/>
                  </a:lnTo>
                  <a:lnTo>
                    <a:pt x="120243" y="153639"/>
                  </a:lnTo>
                  <a:lnTo>
                    <a:pt x="119990" y="153678"/>
                  </a:lnTo>
                  <a:lnTo>
                    <a:pt x="118497" y="153910"/>
                  </a:lnTo>
                  <a:lnTo>
                    <a:pt x="117842" y="154011"/>
                  </a:lnTo>
                  <a:lnTo>
                    <a:pt x="106553" y="155764"/>
                  </a:lnTo>
                  <a:lnTo>
                    <a:pt x="98277" y="157048"/>
                  </a:lnTo>
                  <a:lnTo>
                    <a:pt x="97736" y="157132"/>
                  </a:lnTo>
                  <a:lnTo>
                    <a:pt x="96776" y="157321"/>
                  </a:lnTo>
                  <a:lnTo>
                    <a:pt x="96275" y="157419"/>
                  </a:lnTo>
                  <a:lnTo>
                    <a:pt x="89775" y="158694"/>
                  </a:lnTo>
                  <a:lnTo>
                    <a:pt x="89106" y="158825"/>
                  </a:lnTo>
                  <a:lnTo>
                    <a:pt x="87999" y="159043"/>
                  </a:lnTo>
                  <a:lnTo>
                    <a:pt x="85853" y="159464"/>
                  </a:lnTo>
                  <a:lnTo>
                    <a:pt x="78254" y="160954"/>
                  </a:lnTo>
                  <a:lnTo>
                    <a:pt x="77877" y="161028"/>
                  </a:lnTo>
                  <a:lnTo>
                    <a:pt x="77540" y="161094"/>
                  </a:lnTo>
                  <a:lnTo>
                    <a:pt x="66955" y="163171"/>
                  </a:lnTo>
                  <a:lnTo>
                    <a:pt x="66605" y="163240"/>
                  </a:lnTo>
                  <a:lnTo>
                    <a:pt x="64495" y="163757"/>
                  </a:lnTo>
                  <a:lnTo>
                    <a:pt x="57073" y="165577"/>
                  </a:lnTo>
                  <a:lnTo>
                    <a:pt x="56026" y="165834"/>
                  </a:lnTo>
                  <a:lnTo>
                    <a:pt x="52369" y="166730"/>
                  </a:lnTo>
                  <a:lnTo>
                    <a:pt x="46462" y="168179"/>
                  </a:lnTo>
                  <a:lnTo>
                    <a:pt x="45316" y="168460"/>
                  </a:lnTo>
                  <a:lnTo>
                    <a:pt x="35466" y="170875"/>
                  </a:lnTo>
                  <a:lnTo>
                    <a:pt x="34689" y="171065"/>
                  </a:lnTo>
                  <a:lnTo>
                    <a:pt x="34524" y="171106"/>
                  </a:lnTo>
                  <a:lnTo>
                    <a:pt x="34159" y="171210"/>
                  </a:lnTo>
                  <a:lnTo>
                    <a:pt x="32572" y="171664"/>
                  </a:lnTo>
                  <a:lnTo>
                    <a:pt x="30021" y="172394"/>
                  </a:lnTo>
                  <a:lnTo>
                    <a:pt x="27902" y="173000"/>
                  </a:lnTo>
                  <a:lnTo>
                    <a:pt x="22288" y="174606"/>
                  </a:lnTo>
                  <a:lnTo>
                    <a:pt x="16188" y="176287"/>
                  </a:lnTo>
                  <a:lnTo>
                    <a:pt x="16044" y="175745"/>
                  </a:lnTo>
                  <a:lnTo>
                    <a:pt x="15954" y="175410"/>
                  </a:lnTo>
                  <a:lnTo>
                    <a:pt x="15700" y="174536"/>
                  </a:lnTo>
                  <a:lnTo>
                    <a:pt x="15332" y="173269"/>
                  </a:lnTo>
                  <a:lnTo>
                    <a:pt x="12315" y="162894"/>
                  </a:lnTo>
                  <a:lnTo>
                    <a:pt x="12217" y="162559"/>
                  </a:lnTo>
                  <a:lnTo>
                    <a:pt x="12112" y="162196"/>
                  </a:lnTo>
                  <a:lnTo>
                    <a:pt x="12030" y="161914"/>
                  </a:lnTo>
                  <a:lnTo>
                    <a:pt x="10146" y="155433"/>
                  </a:lnTo>
                  <a:lnTo>
                    <a:pt x="8899" y="151146"/>
                  </a:lnTo>
                  <a:lnTo>
                    <a:pt x="7297" y="145638"/>
                  </a:lnTo>
                  <a:lnTo>
                    <a:pt x="5950" y="141003"/>
                  </a:lnTo>
                  <a:lnTo>
                    <a:pt x="5826" y="140579"/>
                  </a:lnTo>
                  <a:lnTo>
                    <a:pt x="5778" y="140413"/>
                  </a:lnTo>
                  <a:lnTo>
                    <a:pt x="3977" y="134220"/>
                  </a:lnTo>
                  <a:lnTo>
                    <a:pt x="3559" y="132783"/>
                  </a:lnTo>
                  <a:lnTo>
                    <a:pt x="3450" y="132405"/>
                  </a:lnTo>
                  <a:lnTo>
                    <a:pt x="3376" y="132151"/>
                  </a:lnTo>
                  <a:lnTo>
                    <a:pt x="3268" y="131782"/>
                  </a:lnTo>
                  <a:lnTo>
                    <a:pt x="2904" y="130530"/>
                  </a:lnTo>
                  <a:lnTo>
                    <a:pt x="895" y="123619"/>
                  </a:lnTo>
                  <a:lnTo>
                    <a:pt x="0" y="120540"/>
                  </a:lnTo>
                  <a:lnTo>
                    <a:pt x="3006" y="119677"/>
                  </a:lnTo>
                  <a:lnTo>
                    <a:pt x="4216" y="119330"/>
                  </a:lnTo>
                  <a:lnTo>
                    <a:pt x="4598" y="119220"/>
                  </a:lnTo>
                  <a:lnTo>
                    <a:pt x="18576" y="115209"/>
                  </a:lnTo>
                  <a:lnTo>
                    <a:pt x="19007" y="115044"/>
                  </a:lnTo>
                  <a:lnTo>
                    <a:pt x="23131" y="113464"/>
                  </a:lnTo>
                  <a:lnTo>
                    <a:pt x="38281" y="105265"/>
                  </a:lnTo>
                  <a:lnTo>
                    <a:pt x="38535" y="105128"/>
                  </a:lnTo>
                  <a:lnTo>
                    <a:pt x="49457" y="99217"/>
                  </a:lnTo>
                  <a:lnTo>
                    <a:pt x="49769" y="99048"/>
                  </a:lnTo>
                  <a:lnTo>
                    <a:pt x="50454" y="98677"/>
                  </a:lnTo>
                  <a:lnTo>
                    <a:pt x="55125" y="96150"/>
                  </a:lnTo>
                  <a:lnTo>
                    <a:pt x="55574" y="95906"/>
                  </a:lnTo>
                  <a:lnTo>
                    <a:pt x="75380" y="85187"/>
                  </a:lnTo>
                  <a:lnTo>
                    <a:pt x="76709" y="84468"/>
                  </a:lnTo>
                  <a:lnTo>
                    <a:pt x="77000" y="84310"/>
                  </a:lnTo>
                  <a:lnTo>
                    <a:pt x="77950" y="83796"/>
                  </a:lnTo>
                  <a:lnTo>
                    <a:pt x="79403" y="83010"/>
                  </a:lnTo>
                  <a:lnTo>
                    <a:pt x="79986" y="82687"/>
                  </a:lnTo>
                  <a:lnTo>
                    <a:pt x="79013" y="81151"/>
                  </a:lnTo>
                  <a:lnTo>
                    <a:pt x="75228" y="74345"/>
                  </a:lnTo>
                  <a:lnTo>
                    <a:pt x="73824" y="71820"/>
                  </a:lnTo>
                  <a:lnTo>
                    <a:pt x="72204" y="68907"/>
                  </a:lnTo>
                  <a:lnTo>
                    <a:pt x="69911" y="64784"/>
                  </a:lnTo>
                  <a:lnTo>
                    <a:pt x="66329" y="58234"/>
                  </a:lnTo>
                  <a:lnTo>
                    <a:pt x="66001" y="57634"/>
                  </a:lnTo>
                  <a:lnTo>
                    <a:pt x="65512" y="56740"/>
                  </a:lnTo>
                  <a:lnTo>
                    <a:pt x="63187" y="52490"/>
                  </a:lnTo>
                  <a:lnTo>
                    <a:pt x="61931" y="50194"/>
                  </a:lnTo>
                  <a:lnTo>
                    <a:pt x="60717" y="47975"/>
                  </a:lnTo>
                  <a:lnTo>
                    <a:pt x="59637" y="46000"/>
                  </a:lnTo>
                  <a:lnTo>
                    <a:pt x="59085" y="44939"/>
                  </a:lnTo>
                  <a:lnTo>
                    <a:pt x="58129" y="43102"/>
                  </a:lnTo>
                  <a:lnTo>
                    <a:pt x="55694" y="38422"/>
                  </a:lnTo>
                  <a:lnTo>
                    <a:pt x="54942" y="36977"/>
                  </a:lnTo>
                  <a:lnTo>
                    <a:pt x="54631" y="36378"/>
                  </a:lnTo>
                  <a:lnTo>
                    <a:pt x="51917" y="31162"/>
                  </a:lnTo>
                  <a:lnTo>
                    <a:pt x="51730" y="30802"/>
                  </a:lnTo>
                  <a:lnTo>
                    <a:pt x="51240" y="29905"/>
                  </a:lnTo>
                  <a:lnTo>
                    <a:pt x="50554" y="28648"/>
                  </a:lnTo>
                  <a:lnTo>
                    <a:pt x="50271" y="28130"/>
                  </a:lnTo>
                  <a:lnTo>
                    <a:pt x="49371" y="26482"/>
                  </a:lnTo>
                  <a:lnTo>
                    <a:pt x="47585" y="23208"/>
                  </a:lnTo>
                  <a:lnTo>
                    <a:pt x="46471" y="20366"/>
                  </a:lnTo>
                  <a:lnTo>
                    <a:pt x="45931" y="18988"/>
                  </a:lnTo>
                  <a:lnTo>
                    <a:pt x="45885" y="18725"/>
                  </a:lnTo>
                  <a:lnTo>
                    <a:pt x="45781" y="18127"/>
                  </a:lnTo>
                  <a:lnTo>
                    <a:pt x="45512" y="16588"/>
                  </a:lnTo>
                  <a:lnTo>
                    <a:pt x="45171" y="14638"/>
                  </a:lnTo>
                  <a:lnTo>
                    <a:pt x="44733" y="12129"/>
                  </a:lnTo>
                  <a:lnTo>
                    <a:pt x="43657" y="3873"/>
                  </a:lnTo>
                  <a:lnTo>
                    <a:pt x="44152" y="3763"/>
                  </a:lnTo>
                  <a:lnTo>
                    <a:pt x="44590" y="3665"/>
                  </a:lnTo>
                  <a:lnTo>
                    <a:pt x="45893" y="3375"/>
                  </a:lnTo>
                  <a:lnTo>
                    <a:pt x="48803" y="2727"/>
                  </a:lnTo>
                  <a:lnTo>
                    <a:pt x="51189" y="2195"/>
                  </a:lnTo>
                  <a:lnTo>
                    <a:pt x="53586" y="1661"/>
                  </a:lnTo>
                  <a:lnTo>
                    <a:pt x="54631" y="1428"/>
                  </a:lnTo>
                  <a:lnTo>
                    <a:pt x="56171" y="1270"/>
                  </a:lnTo>
                  <a:lnTo>
                    <a:pt x="60871" y="788"/>
                  </a:lnTo>
                  <a:lnTo>
                    <a:pt x="61318" y="742"/>
                  </a:lnTo>
                  <a:lnTo>
                    <a:pt x="65617" y="301"/>
                  </a:lnTo>
                  <a:lnTo>
                    <a:pt x="66366" y="224"/>
                  </a:lnTo>
                  <a:lnTo>
                    <a:pt x="67778" y="211"/>
                  </a:lnTo>
                  <a:lnTo>
                    <a:pt x="77578" y="122"/>
                  </a:lnTo>
                  <a:lnTo>
                    <a:pt x="83251" y="70"/>
                  </a:lnTo>
                  <a:lnTo>
                    <a:pt x="91031" y="0"/>
                  </a:lnTo>
                  <a:lnTo>
                    <a:pt x="95292" y="376"/>
                  </a:lnTo>
                  <a:lnTo>
                    <a:pt x="97407" y="563"/>
                  </a:lnTo>
                  <a:lnTo>
                    <a:pt x="100687" y="1397"/>
                  </a:lnTo>
                  <a:lnTo>
                    <a:pt x="103983" y="2235"/>
                  </a:lnTo>
                  <a:lnTo>
                    <a:pt x="107249" y="3441"/>
                  </a:lnTo>
                  <a:lnTo>
                    <a:pt x="110459" y="4626"/>
                  </a:lnTo>
                  <a:lnTo>
                    <a:pt x="113121" y="5718"/>
                  </a:lnTo>
                  <a:lnTo>
                    <a:pt x="120369" y="8691"/>
                  </a:lnTo>
                  <a:lnTo>
                    <a:pt x="123033" y="9783"/>
                  </a:lnTo>
                  <a:lnTo>
                    <a:pt x="123614" y="10022"/>
                  </a:lnTo>
                  <a:lnTo>
                    <a:pt x="124557" y="10409"/>
                  </a:lnTo>
                  <a:lnTo>
                    <a:pt x="126965" y="11396"/>
                  </a:lnTo>
                  <a:lnTo>
                    <a:pt x="136859" y="15455"/>
                  </a:lnTo>
                  <a:lnTo>
                    <a:pt x="157984" y="24119"/>
                  </a:lnTo>
                  <a:lnTo>
                    <a:pt x="158231" y="24221"/>
                  </a:lnTo>
                  <a:lnTo>
                    <a:pt x="159065" y="24560"/>
                  </a:lnTo>
                  <a:lnTo>
                    <a:pt x="159688" y="24814"/>
                  </a:lnTo>
                  <a:lnTo>
                    <a:pt x="163485" y="26360"/>
                  </a:lnTo>
                  <a:lnTo>
                    <a:pt x="166175" y="27456"/>
                  </a:lnTo>
                  <a:lnTo>
                    <a:pt x="167266" y="27900"/>
                  </a:lnTo>
                  <a:lnTo>
                    <a:pt x="174418" y="30813"/>
                  </a:lnTo>
                  <a:lnTo>
                    <a:pt x="175176" y="31121"/>
                  </a:lnTo>
                  <a:lnTo>
                    <a:pt x="175231" y="327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2006747" y="4506851"/>
              <a:ext cx="196008" cy="228094"/>
            </a:xfrm>
            <a:custGeom>
              <a:avLst/>
              <a:pathLst>
                <a:path w="196008" h="228094">
                  <a:moveTo>
                    <a:pt x="156836" y="29152"/>
                  </a:moveTo>
                  <a:lnTo>
                    <a:pt x="152482" y="33013"/>
                  </a:lnTo>
                  <a:lnTo>
                    <a:pt x="151580" y="33812"/>
                  </a:lnTo>
                  <a:lnTo>
                    <a:pt x="151058" y="34275"/>
                  </a:lnTo>
                  <a:lnTo>
                    <a:pt x="142175" y="42150"/>
                  </a:lnTo>
                  <a:lnTo>
                    <a:pt x="141205" y="43011"/>
                  </a:lnTo>
                  <a:lnTo>
                    <a:pt x="140625" y="43525"/>
                  </a:lnTo>
                  <a:lnTo>
                    <a:pt x="133188" y="50119"/>
                  </a:lnTo>
                  <a:lnTo>
                    <a:pt x="132703" y="50581"/>
                  </a:lnTo>
                  <a:lnTo>
                    <a:pt x="132012" y="51240"/>
                  </a:lnTo>
                  <a:lnTo>
                    <a:pt x="128211" y="54867"/>
                  </a:lnTo>
                  <a:lnTo>
                    <a:pt x="127770" y="55287"/>
                  </a:lnTo>
                  <a:lnTo>
                    <a:pt x="120914" y="61827"/>
                  </a:lnTo>
                  <a:lnTo>
                    <a:pt x="115117" y="70627"/>
                  </a:lnTo>
                  <a:lnTo>
                    <a:pt x="114158" y="72378"/>
                  </a:lnTo>
                  <a:lnTo>
                    <a:pt x="113810" y="73014"/>
                  </a:lnTo>
                  <a:lnTo>
                    <a:pt x="113633" y="73338"/>
                  </a:lnTo>
                  <a:lnTo>
                    <a:pt x="112329" y="75720"/>
                  </a:lnTo>
                  <a:lnTo>
                    <a:pt x="110699" y="78194"/>
                  </a:lnTo>
                  <a:lnTo>
                    <a:pt x="109986" y="79277"/>
                  </a:lnTo>
                  <a:lnTo>
                    <a:pt x="108148" y="82863"/>
                  </a:lnTo>
                  <a:lnTo>
                    <a:pt x="107220" y="85121"/>
                  </a:lnTo>
                  <a:lnTo>
                    <a:pt x="106447" y="87248"/>
                  </a:lnTo>
                  <a:lnTo>
                    <a:pt x="110158" y="88449"/>
                  </a:lnTo>
                  <a:lnTo>
                    <a:pt x="110669" y="88615"/>
                  </a:lnTo>
                  <a:lnTo>
                    <a:pt x="112497" y="89206"/>
                  </a:lnTo>
                  <a:lnTo>
                    <a:pt x="121117" y="91995"/>
                  </a:lnTo>
                  <a:lnTo>
                    <a:pt x="121630" y="92161"/>
                  </a:lnTo>
                  <a:lnTo>
                    <a:pt x="122293" y="92306"/>
                  </a:lnTo>
                  <a:lnTo>
                    <a:pt x="122679" y="92390"/>
                  </a:lnTo>
                  <a:lnTo>
                    <a:pt x="131510" y="93660"/>
                  </a:lnTo>
                  <a:lnTo>
                    <a:pt x="131964" y="93685"/>
                  </a:lnTo>
                  <a:lnTo>
                    <a:pt x="140899" y="94170"/>
                  </a:lnTo>
                  <a:lnTo>
                    <a:pt x="142411" y="94043"/>
                  </a:lnTo>
                  <a:lnTo>
                    <a:pt x="148661" y="93521"/>
                  </a:lnTo>
                  <a:lnTo>
                    <a:pt x="149337" y="93464"/>
                  </a:lnTo>
                  <a:lnTo>
                    <a:pt x="150054" y="93404"/>
                  </a:lnTo>
                  <a:lnTo>
                    <a:pt x="152053" y="92975"/>
                  </a:lnTo>
                  <a:lnTo>
                    <a:pt x="152630" y="92851"/>
                  </a:lnTo>
                  <a:lnTo>
                    <a:pt x="157037" y="91903"/>
                  </a:lnTo>
                  <a:lnTo>
                    <a:pt x="157683" y="91765"/>
                  </a:lnTo>
                  <a:lnTo>
                    <a:pt x="158153" y="91664"/>
                  </a:lnTo>
                  <a:lnTo>
                    <a:pt x="159374" y="91401"/>
                  </a:lnTo>
                  <a:lnTo>
                    <a:pt x="159678" y="91333"/>
                  </a:lnTo>
                  <a:lnTo>
                    <a:pt x="160755" y="99589"/>
                  </a:lnTo>
                  <a:lnTo>
                    <a:pt x="161193" y="102097"/>
                  </a:lnTo>
                  <a:lnTo>
                    <a:pt x="161533" y="104047"/>
                  </a:lnTo>
                  <a:lnTo>
                    <a:pt x="161802" y="105587"/>
                  </a:lnTo>
                  <a:lnTo>
                    <a:pt x="161907" y="106185"/>
                  </a:lnTo>
                  <a:lnTo>
                    <a:pt x="161952" y="106447"/>
                  </a:lnTo>
                  <a:lnTo>
                    <a:pt x="162493" y="107826"/>
                  </a:lnTo>
                  <a:lnTo>
                    <a:pt x="163606" y="110668"/>
                  </a:lnTo>
                  <a:lnTo>
                    <a:pt x="165393" y="113941"/>
                  </a:lnTo>
                  <a:lnTo>
                    <a:pt x="166293" y="115590"/>
                  </a:lnTo>
                  <a:lnTo>
                    <a:pt x="166575" y="116108"/>
                  </a:lnTo>
                  <a:lnTo>
                    <a:pt x="167261" y="117365"/>
                  </a:lnTo>
                  <a:lnTo>
                    <a:pt x="167751" y="118262"/>
                  </a:lnTo>
                  <a:lnTo>
                    <a:pt x="167939" y="118622"/>
                  </a:lnTo>
                  <a:lnTo>
                    <a:pt x="170652" y="123838"/>
                  </a:lnTo>
                  <a:lnTo>
                    <a:pt x="170964" y="124437"/>
                  </a:lnTo>
                  <a:lnTo>
                    <a:pt x="171716" y="125882"/>
                  </a:lnTo>
                  <a:lnTo>
                    <a:pt x="174151" y="130562"/>
                  </a:lnTo>
                  <a:lnTo>
                    <a:pt x="175107" y="132398"/>
                  </a:lnTo>
                  <a:lnTo>
                    <a:pt x="175659" y="133460"/>
                  </a:lnTo>
                  <a:lnTo>
                    <a:pt x="176739" y="135435"/>
                  </a:lnTo>
                  <a:lnTo>
                    <a:pt x="177953" y="137654"/>
                  </a:lnTo>
                  <a:lnTo>
                    <a:pt x="179209" y="139950"/>
                  </a:lnTo>
                  <a:lnTo>
                    <a:pt x="181533" y="144200"/>
                  </a:lnTo>
                  <a:lnTo>
                    <a:pt x="182022" y="145094"/>
                  </a:lnTo>
                  <a:lnTo>
                    <a:pt x="182351" y="145694"/>
                  </a:lnTo>
                  <a:lnTo>
                    <a:pt x="185933" y="152244"/>
                  </a:lnTo>
                  <a:lnTo>
                    <a:pt x="188226" y="156367"/>
                  </a:lnTo>
                  <a:lnTo>
                    <a:pt x="189846" y="159279"/>
                  </a:lnTo>
                  <a:lnTo>
                    <a:pt x="191250" y="161805"/>
                  </a:lnTo>
                  <a:lnTo>
                    <a:pt x="195035" y="168610"/>
                  </a:lnTo>
                  <a:lnTo>
                    <a:pt x="196008" y="170146"/>
                  </a:lnTo>
                  <a:lnTo>
                    <a:pt x="195389" y="170489"/>
                  </a:lnTo>
                  <a:lnTo>
                    <a:pt x="193972" y="171256"/>
                  </a:lnTo>
                  <a:lnTo>
                    <a:pt x="193022" y="171770"/>
                  </a:lnTo>
                  <a:lnTo>
                    <a:pt x="192730" y="171928"/>
                  </a:lnTo>
                  <a:lnTo>
                    <a:pt x="191402" y="172647"/>
                  </a:lnTo>
                  <a:lnTo>
                    <a:pt x="171596" y="183366"/>
                  </a:lnTo>
                  <a:lnTo>
                    <a:pt x="171146" y="183609"/>
                  </a:lnTo>
                  <a:lnTo>
                    <a:pt x="166475" y="186137"/>
                  </a:lnTo>
                  <a:lnTo>
                    <a:pt x="165790" y="186508"/>
                  </a:lnTo>
                  <a:lnTo>
                    <a:pt x="165478" y="186677"/>
                  </a:lnTo>
                  <a:lnTo>
                    <a:pt x="154557" y="192588"/>
                  </a:lnTo>
                  <a:lnTo>
                    <a:pt x="154303" y="192725"/>
                  </a:lnTo>
                  <a:lnTo>
                    <a:pt x="139152" y="200924"/>
                  </a:lnTo>
                  <a:lnTo>
                    <a:pt x="134924" y="202544"/>
                  </a:lnTo>
                  <a:lnTo>
                    <a:pt x="134598" y="202669"/>
                  </a:lnTo>
                  <a:lnTo>
                    <a:pt x="120619" y="206680"/>
                  </a:lnTo>
                  <a:lnTo>
                    <a:pt x="120237" y="206790"/>
                  </a:lnTo>
                  <a:lnTo>
                    <a:pt x="119027" y="207137"/>
                  </a:lnTo>
                  <a:lnTo>
                    <a:pt x="116021" y="207999"/>
                  </a:lnTo>
                  <a:lnTo>
                    <a:pt x="115739" y="207030"/>
                  </a:lnTo>
                  <a:lnTo>
                    <a:pt x="112409" y="195636"/>
                  </a:lnTo>
                  <a:lnTo>
                    <a:pt x="111405" y="192202"/>
                  </a:lnTo>
                  <a:lnTo>
                    <a:pt x="106368" y="175038"/>
                  </a:lnTo>
                  <a:lnTo>
                    <a:pt x="103432" y="176658"/>
                  </a:lnTo>
                  <a:lnTo>
                    <a:pt x="102665" y="177082"/>
                  </a:lnTo>
                  <a:lnTo>
                    <a:pt x="101952" y="177476"/>
                  </a:lnTo>
                  <a:lnTo>
                    <a:pt x="101656" y="177639"/>
                  </a:lnTo>
                  <a:lnTo>
                    <a:pt x="100704" y="178100"/>
                  </a:lnTo>
                  <a:lnTo>
                    <a:pt x="98961" y="178945"/>
                  </a:lnTo>
                  <a:lnTo>
                    <a:pt x="97488" y="179659"/>
                  </a:lnTo>
                  <a:lnTo>
                    <a:pt x="91314" y="182651"/>
                  </a:lnTo>
                  <a:lnTo>
                    <a:pt x="88798" y="183871"/>
                  </a:lnTo>
                  <a:lnTo>
                    <a:pt x="87659" y="184423"/>
                  </a:lnTo>
                  <a:lnTo>
                    <a:pt x="87525" y="184488"/>
                  </a:lnTo>
                  <a:lnTo>
                    <a:pt x="82089" y="187124"/>
                  </a:lnTo>
                  <a:lnTo>
                    <a:pt x="81323" y="187525"/>
                  </a:lnTo>
                  <a:lnTo>
                    <a:pt x="79377" y="188544"/>
                  </a:lnTo>
                  <a:lnTo>
                    <a:pt x="78521" y="188992"/>
                  </a:lnTo>
                  <a:lnTo>
                    <a:pt x="74077" y="191318"/>
                  </a:lnTo>
                  <a:lnTo>
                    <a:pt x="72482" y="192153"/>
                  </a:lnTo>
                  <a:lnTo>
                    <a:pt x="67713" y="194648"/>
                  </a:lnTo>
                  <a:lnTo>
                    <a:pt x="66430" y="195320"/>
                  </a:lnTo>
                  <a:lnTo>
                    <a:pt x="65307" y="195908"/>
                  </a:lnTo>
                  <a:lnTo>
                    <a:pt x="64187" y="196602"/>
                  </a:lnTo>
                  <a:lnTo>
                    <a:pt x="61958" y="197984"/>
                  </a:lnTo>
                  <a:lnTo>
                    <a:pt x="58424" y="200174"/>
                  </a:lnTo>
                  <a:lnTo>
                    <a:pt x="58151" y="200343"/>
                  </a:lnTo>
                  <a:lnTo>
                    <a:pt x="54328" y="202712"/>
                  </a:lnTo>
                  <a:lnTo>
                    <a:pt x="49283" y="205839"/>
                  </a:lnTo>
                  <a:lnTo>
                    <a:pt x="48833" y="206118"/>
                  </a:lnTo>
                  <a:lnTo>
                    <a:pt x="48555" y="206291"/>
                  </a:lnTo>
                  <a:lnTo>
                    <a:pt x="44897" y="208558"/>
                  </a:lnTo>
                  <a:lnTo>
                    <a:pt x="39676" y="211794"/>
                  </a:lnTo>
                  <a:lnTo>
                    <a:pt x="39467" y="211923"/>
                  </a:lnTo>
                  <a:lnTo>
                    <a:pt x="37814" y="212948"/>
                  </a:lnTo>
                  <a:lnTo>
                    <a:pt x="31902" y="216612"/>
                  </a:lnTo>
                  <a:lnTo>
                    <a:pt x="30682" y="217368"/>
                  </a:lnTo>
                  <a:lnTo>
                    <a:pt x="30022" y="217777"/>
                  </a:lnTo>
                  <a:lnTo>
                    <a:pt x="29812" y="217907"/>
                  </a:lnTo>
                  <a:lnTo>
                    <a:pt x="29673" y="217993"/>
                  </a:lnTo>
                  <a:lnTo>
                    <a:pt x="23926" y="221555"/>
                  </a:lnTo>
                  <a:lnTo>
                    <a:pt x="23579" y="221770"/>
                  </a:lnTo>
                  <a:lnTo>
                    <a:pt x="22793" y="222257"/>
                  </a:lnTo>
                  <a:lnTo>
                    <a:pt x="16131" y="226386"/>
                  </a:lnTo>
                  <a:lnTo>
                    <a:pt x="12024" y="228094"/>
                  </a:lnTo>
                  <a:lnTo>
                    <a:pt x="10270" y="228076"/>
                  </a:lnTo>
                  <a:lnTo>
                    <a:pt x="8373" y="228057"/>
                  </a:lnTo>
                  <a:lnTo>
                    <a:pt x="7545" y="227788"/>
                  </a:lnTo>
                  <a:lnTo>
                    <a:pt x="7129" y="227653"/>
                  </a:lnTo>
                  <a:lnTo>
                    <a:pt x="5744" y="227203"/>
                  </a:lnTo>
                  <a:lnTo>
                    <a:pt x="5205" y="227183"/>
                  </a:lnTo>
                  <a:lnTo>
                    <a:pt x="4734" y="227166"/>
                  </a:lnTo>
                  <a:lnTo>
                    <a:pt x="3168" y="196535"/>
                  </a:lnTo>
                  <a:lnTo>
                    <a:pt x="2567" y="184779"/>
                  </a:lnTo>
                  <a:lnTo>
                    <a:pt x="2514" y="183747"/>
                  </a:lnTo>
                  <a:lnTo>
                    <a:pt x="1508" y="161760"/>
                  </a:lnTo>
                  <a:lnTo>
                    <a:pt x="1842" y="155954"/>
                  </a:lnTo>
                  <a:lnTo>
                    <a:pt x="2016" y="155300"/>
                  </a:lnTo>
                  <a:lnTo>
                    <a:pt x="2220" y="154533"/>
                  </a:lnTo>
                  <a:lnTo>
                    <a:pt x="2379" y="153939"/>
                  </a:lnTo>
                  <a:lnTo>
                    <a:pt x="4973" y="144198"/>
                  </a:lnTo>
                  <a:lnTo>
                    <a:pt x="5137" y="143583"/>
                  </a:lnTo>
                  <a:lnTo>
                    <a:pt x="5198" y="143207"/>
                  </a:lnTo>
                  <a:lnTo>
                    <a:pt x="5245" y="142920"/>
                  </a:lnTo>
                  <a:lnTo>
                    <a:pt x="5835" y="139302"/>
                  </a:lnTo>
                  <a:lnTo>
                    <a:pt x="5940" y="138660"/>
                  </a:lnTo>
                  <a:lnTo>
                    <a:pt x="6007" y="138244"/>
                  </a:lnTo>
                  <a:lnTo>
                    <a:pt x="6181" y="137180"/>
                  </a:lnTo>
                  <a:lnTo>
                    <a:pt x="6111" y="133835"/>
                  </a:lnTo>
                  <a:lnTo>
                    <a:pt x="2145" y="107651"/>
                  </a:lnTo>
                  <a:lnTo>
                    <a:pt x="2025" y="106854"/>
                  </a:lnTo>
                  <a:lnTo>
                    <a:pt x="1460" y="103123"/>
                  </a:lnTo>
                  <a:lnTo>
                    <a:pt x="1065" y="100520"/>
                  </a:lnTo>
                  <a:lnTo>
                    <a:pt x="960" y="99826"/>
                  </a:lnTo>
                  <a:lnTo>
                    <a:pt x="289" y="95306"/>
                  </a:lnTo>
                  <a:lnTo>
                    <a:pt x="0" y="93355"/>
                  </a:lnTo>
                  <a:lnTo>
                    <a:pt x="3208" y="92765"/>
                  </a:lnTo>
                  <a:lnTo>
                    <a:pt x="13819" y="90811"/>
                  </a:lnTo>
                  <a:lnTo>
                    <a:pt x="30861" y="87673"/>
                  </a:lnTo>
                  <a:lnTo>
                    <a:pt x="43378" y="85368"/>
                  </a:lnTo>
                  <a:lnTo>
                    <a:pt x="54315" y="83354"/>
                  </a:lnTo>
                  <a:lnTo>
                    <a:pt x="64664" y="81449"/>
                  </a:lnTo>
                  <a:lnTo>
                    <a:pt x="73694" y="79786"/>
                  </a:lnTo>
                  <a:lnTo>
                    <a:pt x="74871" y="79569"/>
                  </a:lnTo>
                  <a:lnTo>
                    <a:pt x="76380" y="79292"/>
                  </a:lnTo>
                  <a:lnTo>
                    <a:pt x="76355" y="77988"/>
                  </a:lnTo>
                  <a:lnTo>
                    <a:pt x="76266" y="73458"/>
                  </a:lnTo>
                  <a:lnTo>
                    <a:pt x="76034" y="61662"/>
                  </a:lnTo>
                  <a:lnTo>
                    <a:pt x="75853" y="52453"/>
                  </a:lnTo>
                  <a:lnTo>
                    <a:pt x="76061" y="48985"/>
                  </a:lnTo>
                  <a:lnTo>
                    <a:pt x="76109" y="48185"/>
                  </a:lnTo>
                  <a:lnTo>
                    <a:pt x="76164" y="47263"/>
                  </a:lnTo>
                  <a:lnTo>
                    <a:pt x="76172" y="47127"/>
                  </a:lnTo>
                  <a:lnTo>
                    <a:pt x="76460" y="44842"/>
                  </a:lnTo>
                  <a:lnTo>
                    <a:pt x="77452" y="36941"/>
                  </a:lnTo>
                  <a:lnTo>
                    <a:pt x="78579" y="31322"/>
                  </a:lnTo>
                  <a:lnTo>
                    <a:pt x="79452" y="31523"/>
                  </a:lnTo>
                  <a:lnTo>
                    <a:pt x="79625" y="31563"/>
                  </a:lnTo>
                  <a:lnTo>
                    <a:pt x="86331" y="33109"/>
                  </a:lnTo>
                  <a:lnTo>
                    <a:pt x="86621" y="33176"/>
                  </a:lnTo>
                  <a:lnTo>
                    <a:pt x="87589" y="33399"/>
                  </a:lnTo>
                  <a:lnTo>
                    <a:pt x="89610" y="33864"/>
                  </a:lnTo>
                  <a:lnTo>
                    <a:pt x="92954" y="34635"/>
                  </a:lnTo>
                  <a:lnTo>
                    <a:pt x="93428" y="32291"/>
                  </a:lnTo>
                  <a:lnTo>
                    <a:pt x="95638" y="21379"/>
                  </a:lnTo>
                  <a:lnTo>
                    <a:pt x="95810" y="20530"/>
                  </a:lnTo>
                  <a:lnTo>
                    <a:pt x="97049" y="20556"/>
                  </a:lnTo>
                  <a:lnTo>
                    <a:pt x="98356" y="20584"/>
                  </a:lnTo>
                  <a:lnTo>
                    <a:pt x="100709" y="20634"/>
                  </a:lnTo>
                  <a:lnTo>
                    <a:pt x="102158" y="20665"/>
                  </a:lnTo>
                  <a:lnTo>
                    <a:pt x="102580" y="20674"/>
                  </a:lnTo>
                  <a:lnTo>
                    <a:pt x="105784" y="20742"/>
                  </a:lnTo>
                  <a:lnTo>
                    <a:pt x="109061" y="20637"/>
                  </a:lnTo>
                  <a:lnTo>
                    <a:pt x="110889" y="20578"/>
                  </a:lnTo>
                  <a:lnTo>
                    <a:pt x="113149" y="20505"/>
                  </a:lnTo>
                  <a:lnTo>
                    <a:pt x="114370" y="20466"/>
                  </a:lnTo>
                  <a:lnTo>
                    <a:pt x="114738" y="20454"/>
                  </a:lnTo>
                  <a:lnTo>
                    <a:pt x="118524" y="20333"/>
                  </a:lnTo>
                  <a:lnTo>
                    <a:pt x="120526" y="20268"/>
                  </a:lnTo>
                  <a:lnTo>
                    <a:pt x="122781" y="20196"/>
                  </a:lnTo>
                  <a:lnTo>
                    <a:pt x="126814" y="20066"/>
                  </a:lnTo>
                  <a:lnTo>
                    <a:pt x="126918" y="31467"/>
                  </a:lnTo>
                  <a:lnTo>
                    <a:pt x="138037" y="21166"/>
                  </a:lnTo>
                  <a:lnTo>
                    <a:pt x="160884" y="0"/>
                  </a:lnTo>
                  <a:lnTo>
                    <a:pt x="167360" y="7288"/>
                  </a:lnTo>
                  <a:lnTo>
                    <a:pt x="168255" y="8295"/>
                  </a:lnTo>
                  <a:lnTo>
                    <a:pt x="170751" y="11104"/>
                  </a:lnTo>
                  <a:lnTo>
                    <a:pt x="170919" y="11293"/>
                  </a:lnTo>
                  <a:lnTo>
                    <a:pt x="171620" y="12082"/>
                  </a:lnTo>
                  <a:lnTo>
                    <a:pt x="173589" y="14299"/>
                  </a:lnTo>
                  <a:lnTo>
                    <a:pt x="168732" y="18605"/>
                  </a:lnTo>
                  <a:lnTo>
                    <a:pt x="167756" y="19471"/>
                  </a:lnTo>
                  <a:lnTo>
                    <a:pt x="158789" y="274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1827971" y="4607371"/>
              <a:ext cx="184956" cy="126646"/>
            </a:xfrm>
            <a:custGeom>
              <a:avLst/>
              <a:pathLst>
                <a:path w="184956" h="126646">
                  <a:moveTo>
                    <a:pt x="180921" y="7131"/>
                  </a:moveTo>
                  <a:lnTo>
                    <a:pt x="184887" y="33320"/>
                  </a:lnTo>
                  <a:lnTo>
                    <a:pt x="184956" y="36660"/>
                  </a:lnTo>
                  <a:lnTo>
                    <a:pt x="184783" y="37724"/>
                  </a:lnTo>
                  <a:lnTo>
                    <a:pt x="184715" y="38139"/>
                  </a:lnTo>
                  <a:lnTo>
                    <a:pt x="184610" y="38782"/>
                  </a:lnTo>
                  <a:lnTo>
                    <a:pt x="184021" y="42399"/>
                  </a:lnTo>
                  <a:lnTo>
                    <a:pt x="183974" y="42687"/>
                  </a:lnTo>
                  <a:lnTo>
                    <a:pt x="183912" y="43063"/>
                  </a:lnTo>
                  <a:lnTo>
                    <a:pt x="183749" y="43677"/>
                  </a:lnTo>
                  <a:lnTo>
                    <a:pt x="181154" y="53419"/>
                  </a:lnTo>
                  <a:lnTo>
                    <a:pt x="180996" y="54013"/>
                  </a:lnTo>
                  <a:lnTo>
                    <a:pt x="180792" y="54780"/>
                  </a:lnTo>
                  <a:lnTo>
                    <a:pt x="180617" y="55438"/>
                  </a:lnTo>
                  <a:lnTo>
                    <a:pt x="180284" y="61244"/>
                  </a:lnTo>
                  <a:lnTo>
                    <a:pt x="181290" y="83232"/>
                  </a:lnTo>
                  <a:lnTo>
                    <a:pt x="181342" y="84259"/>
                  </a:lnTo>
                  <a:lnTo>
                    <a:pt x="181944" y="96019"/>
                  </a:lnTo>
                  <a:lnTo>
                    <a:pt x="183510" y="126646"/>
                  </a:lnTo>
                  <a:lnTo>
                    <a:pt x="182920" y="126625"/>
                  </a:lnTo>
                  <a:lnTo>
                    <a:pt x="181902" y="126588"/>
                  </a:lnTo>
                  <a:lnTo>
                    <a:pt x="181494" y="126573"/>
                  </a:lnTo>
                  <a:lnTo>
                    <a:pt x="181327" y="126567"/>
                  </a:lnTo>
                  <a:lnTo>
                    <a:pt x="179173" y="126488"/>
                  </a:lnTo>
                  <a:lnTo>
                    <a:pt x="178892" y="126478"/>
                  </a:lnTo>
                  <a:lnTo>
                    <a:pt x="177577" y="126430"/>
                  </a:lnTo>
                  <a:lnTo>
                    <a:pt x="177486" y="125313"/>
                  </a:lnTo>
                  <a:lnTo>
                    <a:pt x="176870" y="117722"/>
                  </a:lnTo>
                  <a:lnTo>
                    <a:pt x="176716" y="115820"/>
                  </a:lnTo>
                  <a:lnTo>
                    <a:pt x="176695" y="115565"/>
                  </a:lnTo>
                  <a:lnTo>
                    <a:pt x="176325" y="110979"/>
                  </a:lnTo>
                  <a:lnTo>
                    <a:pt x="175513" y="96422"/>
                  </a:lnTo>
                  <a:lnTo>
                    <a:pt x="175343" y="93374"/>
                  </a:lnTo>
                  <a:lnTo>
                    <a:pt x="175313" y="92761"/>
                  </a:lnTo>
                  <a:lnTo>
                    <a:pt x="174843" y="84725"/>
                  </a:lnTo>
                  <a:lnTo>
                    <a:pt x="159854" y="85644"/>
                  </a:lnTo>
                  <a:lnTo>
                    <a:pt x="147894" y="86376"/>
                  </a:lnTo>
                  <a:lnTo>
                    <a:pt x="128035" y="87260"/>
                  </a:lnTo>
                  <a:lnTo>
                    <a:pt x="125405" y="85783"/>
                  </a:lnTo>
                  <a:lnTo>
                    <a:pt x="124978" y="85544"/>
                  </a:lnTo>
                  <a:lnTo>
                    <a:pt x="123644" y="84795"/>
                  </a:lnTo>
                  <a:lnTo>
                    <a:pt x="122670" y="84247"/>
                  </a:lnTo>
                  <a:lnTo>
                    <a:pt x="117788" y="81506"/>
                  </a:lnTo>
                  <a:lnTo>
                    <a:pt x="117613" y="81408"/>
                  </a:lnTo>
                  <a:lnTo>
                    <a:pt x="117282" y="81222"/>
                  </a:lnTo>
                  <a:lnTo>
                    <a:pt x="117135" y="81140"/>
                  </a:lnTo>
                  <a:lnTo>
                    <a:pt x="110054" y="77164"/>
                  </a:lnTo>
                  <a:lnTo>
                    <a:pt x="109883" y="77068"/>
                  </a:lnTo>
                  <a:lnTo>
                    <a:pt x="102666" y="73016"/>
                  </a:lnTo>
                  <a:lnTo>
                    <a:pt x="102405" y="72869"/>
                  </a:lnTo>
                  <a:lnTo>
                    <a:pt x="98107" y="70456"/>
                  </a:lnTo>
                  <a:lnTo>
                    <a:pt x="96325" y="70000"/>
                  </a:lnTo>
                  <a:lnTo>
                    <a:pt x="87890" y="70381"/>
                  </a:lnTo>
                  <a:lnTo>
                    <a:pt x="88366" y="75170"/>
                  </a:lnTo>
                  <a:lnTo>
                    <a:pt x="88208" y="75181"/>
                  </a:lnTo>
                  <a:lnTo>
                    <a:pt x="78897" y="75816"/>
                  </a:lnTo>
                  <a:lnTo>
                    <a:pt x="70734" y="76372"/>
                  </a:lnTo>
                  <a:lnTo>
                    <a:pt x="70166" y="76487"/>
                  </a:lnTo>
                  <a:lnTo>
                    <a:pt x="68862" y="77890"/>
                  </a:lnTo>
                  <a:lnTo>
                    <a:pt x="67802" y="79029"/>
                  </a:lnTo>
                  <a:lnTo>
                    <a:pt x="66178" y="80775"/>
                  </a:lnTo>
                  <a:lnTo>
                    <a:pt x="65957" y="81013"/>
                  </a:lnTo>
                  <a:lnTo>
                    <a:pt x="64711" y="82352"/>
                  </a:lnTo>
                  <a:lnTo>
                    <a:pt x="64386" y="82702"/>
                  </a:lnTo>
                  <a:lnTo>
                    <a:pt x="64058" y="83054"/>
                  </a:lnTo>
                  <a:lnTo>
                    <a:pt x="63734" y="83403"/>
                  </a:lnTo>
                  <a:lnTo>
                    <a:pt x="63321" y="83529"/>
                  </a:lnTo>
                  <a:lnTo>
                    <a:pt x="62748" y="83705"/>
                  </a:lnTo>
                  <a:lnTo>
                    <a:pt x="59674" y="84648"/>
                  </a:lnTo>
                  <a:lnTo>
                    <a:pt x="56930" y="85490"/>
                  </a:lnTo>
                  <a:lnTo>
                    <a:pt x="55316" y="85751"/>
                  </a:lnTo>
                  <a:lnTo>
                    <a:pt x="54697" y="85851"/>
                  </a:lnTo>
                  <a:lnTo>
                    <a:pt x="50586" y="86516"/>
                  </a:lnTo>
                  <a:lnTo>
                    <a:pt x="49144" y="86749"/>
                  </a:lnTo>
                  <a:lnTo>
                    <a:pt x="48518" y="86850"/>
                  </a:lnTo>
                  <a:lnTo>
                    <a:pt x="45574" y="87326"/>
                  </a:lnTo>
                  <a:lnTo>
                    <a:pt x="44968" y="87424"/>
                  </a:lnTo>
                  <a:lnTo>
                    <a:pt x="42036" y="87898"/>
                  </a:lnTo>
                  <a:lnTo>
                    <a:pt x="40594" y="88131"/>
                  </a:lnTo>
                  <a:lnTo>
                    <a:pt x="40175" y="88131"/>
                  </a:lnTo>
                  <a:lnTo>
                    <a:pt x="39759" y="87517"/>
                  </a:lnTo>
                  <a:lnTo>
                    <a:pt x="39083" y="86519"/>
                  </a:lnTo>
                  <a:lnTo>
                    <a:pt x="38026" y="84960"/>
                  </a:lnTo>
                  <a:lnTo>
                    <a:pt x="37738" y="84536"/>
                  </a:lnTo>
                  <a:lnTo>
                    <a:pt x="37444" y="84780"/>
                  </a:lnTo>
                  <a:lnTo>
                    <a:pt x="37275" y="84920"/>
                  </a:lnTo>
                  <a:lnTo>
                    <a:pt x="36071" y="85919"/>
                  </a:lnTo>
                  <a:lnTo>
                    <a:pt x="35513" y="86259"/>
                  </a:lnTo>
                  <a:lnTo>
                    <a:pt x="34627" y="85328"/>
                  </a:lnTo>
                  <a:lnTo>
                    <a:pt x="34229" y="84910"/>
                  </a:lnTo>
                  <a:lnTo>
                    <a:pt x="33915" y="84580"/>
                  </a:lnTo>
                  <a:lnTo>
                    <a:pt x="32707" y="83311"/>
                  </a:lnTo>
                  <a:lnTo>
                    <a:pt x="30958" y="81814"/>
                  </a:lnTo>
                  <a:lnTo>
                    <a:pt x="30295" y="81246"/>
                  </a:lnTo>
                  <a:lnTo>
                    <a:pt x="29205" y="80571"/>
                  </a:lnTo>
                  <a:lnTo>
                    <a:pt x="28832" y="80452"/>
                  </a:lnTo>
                  <a:lnTo>
                    <a:pt x="28086" y="80214"/>
                  </a:lnTo>
                  <a:lnTo>
                    <a:pt x="26292" y="79642"/>
                  </a:lnTo>
                  <a:lnTo>
                    <a:pt x="25715" y="79458"/>
                  </a:lnTo>
                  <a:lnTo>
                    <a:pt x="25442" y="79371"/>
                  </a:lnTo>
                  <a:lnTo>
                    <a:pt x="24996" y="79471"/>
                  </a:lnTo>
                  <a:lnTo>
                    <a:pt x="24670" y="79545"/>
                  </a:lnTo>
                  <a:lnTo>
                    <a:pt x="24506" y="79581"/>
                  </a:lnTo>
                  <a:lnTo>
                    <a:pt x="24464" y="75048"/>
                  </a:lnTo>
                  <a:lnTo>
                    <a:pt x="27026" y="70039"/>
                  </a:lnTo>
                  <a:lnTo>
                    <a:pt x="22293" y="65941"/>
                  </a:lnTo>
                  <a:lnTo>
                    <a:pt x="25857" y="59964"/>
                  </a:lnTo>
                  <a:lnTo>
                    <a:pt x="22682" y="57004"/>
                  </a:lnTo>
                  <a:lnTo>
                    <a:pt x="19731" y="51938"/>
                  </a:lnTo>
                  <a:lnTo>
                    <a:pt x="13271" y="53361"/>
                  </a:lnTo>
                  <a:lnTo>
                    <a:pt x="4751" y="45279"/>
                  </a:lnTo>
                  <a:lnTo>
                    <a:pt x="6812" y="42547"/>
                  </a:lnTo>
                  <a:lnTo>
                    <a:pt x="0" y="36062"/>
                  </a:lnTo>
                  <a:lnTo>
                    <a:pt x="1005" y="31617"/>
                  </a:lnTo>
                  <a:lnTo>
                    <a:pt x="6284" y="25279"/>
                  </a:lnTo>
                  <a:lnTo>
                    <a:pt x="3477" y="11559"/>
                  </a:lnTo>
                  <a:lnTo>
                    <a:pt x="6066" y="11023"/>
                  </a:lnTo>
                  <a:lnTo>
                    <a:pt x="7601" y="10747"/>
                  </a:lnTo>
                  <a:lnTo>
                    <a:pt x="9898" y="10309"/>
                  </a:lnTo>
                  <a:lnTo>
                    <a:pt x="10108" y="10269"/>
                  </a:lnTo>
                  <a:lnTo>
                    <a:pt x="15552" y="9229"/>
                  </a:lnTo>
                  <a:lnTo>
                    <a:pt x="21924" y="8013"/>
                  </a:lnTo>
                  <a:lnTo>
                    <a:pt x="23931" y="8298"/>
                  </a:lnTo>
                  <a:lnTo>
                    <a:pt x="28638" y="9290"/>
                  </a:lnTo>
                  <a:lnTo>
                    <a:pt x="30530" y="9699"/>
                  </a:lnTo>
                  <a:lnTo>
                    <a:pt x="33016" y="9584"/>
                  </a:lnTo>
                  <a:lnTo>
                    <a:pt x="39263" y="9662"/>
                  </a:lnTo>
                  <a:lnTo>
                    <a:pt x="39545" y="9666"/>
                  </a:lnTo>
                  <a:lnTo>
                    <a:pt x="44003" y="10004"/>
                  </a:lnTo>
                  <a:lnTo>
                    <a:pt x="44581" y="10017"/>
                  </a:lnTo>
                  <a:lnTo>
                    <a:pt x="45760" y="10043"/>
                  </a:lnTo>
                  <a:lnTo>
                    <a:pt x="50260" y="10036"/>
                  </a:lnTo>
                  <a:lnTo>
                    <a:pt x="50764" y="10035"/>
                  </a:lnTo>
                  <a:lnTo>
                    <a:pt x="53449" y="11160"/>
                  </a:lnTo>
                  <a:lnTo>
                    <a:pt x="54806" y="11729"/>
                  </a:lnTo>
                  <a:lnTo>
                    <a:pt x="55293" y="11933"/>
                  </a:lnTo>
                  <a:lnTo>
                    <a:pt x="56042" y="12311"/>
                  </a:lnTo>
                  <a:lnTo>
                    <a:pt x="57066" y="12828"/>
                  </a:lnTo>
                  <a:lnTo>
                    <a:pt x="59305" y="13403"/>
                  </a:lnTo>
                  <a:lnTo>
                    <a:pt x="59654" y="13310"/>
                  </a:lnTo>
                  <a:lnTo>
                    <a:pt x="62612" y="12515"/>
                  </a:lnTo>
                  <a:lnTo>
                    <a:pt x="67941" y="12577"/>
                  </a:lnTo>
                  <a:lnTo>
                    <a:pt x="73101" y="12314"/>
                  </a:lnTo>
                  <a:lnTo>
                    <a:pt x="73524" y="12292"/>
                  </a:lnTo>
                  <a:lnTo>
                    <a:pt x="78585" y="12035"/>
                  </a:lnTo>
                  <a:lnTo>
                    <a:pt x="80718" y="11926"/>
                  </a:lnTo>
                  <a:lnTo>
                    <a:pt x="82915" y="11814"/>
                  </a:lnTo>
                  <a:lnTo>
                    <a:pt x="84458" y="11735"/>
                  </a:lnTo>
                  <a:lnTo>
                    <a:pt x="84372" y="14017"/>
                  </a:lnTo>
                  <a:lnTo>
                    <a:pt x="87393" y="13690"/>
                  </a:lnTo>
                  <a:lnTo>
                    <a:pt x="88358" y="13586"/>
                  </a:lnTo>
                  <a:lnTo>
                    <a:pt x="90028" y="13336"/>
                  </a:lnTo>
                  <a:lnTo>
                    <a:pt x="91546" y="13108"/>
                  </a:lnTo>
                  <a:lnTo>
                    <a:pt x="92677" y="13057"/>
                  </a:lnTo>
                  <a:lnTo>
                    <a:pt x="94751" y="12501"/>
                  </a:lnTo>
                  <a:lnTo>
                    <a:pt x="95489" y="12303"/>
                  </a:lnTo>
                  <a:lnTo>
                    <a:pt x="95810" y="12271"/>
                  </a:lnTo>
                  <a:lnTo>
                    <a:pt x="96360" y="12217"/>
                  </a:lnTo>
                  <a:lnTo>
                    <a:pt x="97383" y="12115"/>
                  </a:lnTo>
                  <a:lnTo>
                    <a:pt x="97934" y="12061"/>
                  </a:lnTo>
                  <a:lnTo>
                    <a:pt x="98566" y="11998"/>
                  </a:lnTo>
                  <a:lnTo>
                    <a:pt x="98670" y="12168"/>
                  </a:lnTo>
                  <a:lnTo>
                    <a:pt x="99069" y="12816"/>
                  </a:lnTo>
                  <a:lnTo>
                    <a:pt x="99441" y="13420"/>
                  </a:lnTo>
                  <a:lnTo>
                    <a:pt x="99875" y="14126"/>
                  </a:lnTo>
                  <a:lnTo>
                    <a:pt x="100183" y="14626"/>
                  </a:lnTo>
                  <a:lnTo>
                    <a:pt x="100674" y="14529"/>
                  </a:lnTo>
                  <a:lnTo>
                    <a:pt x="102378" y="14194"/>
                  </a:lnTo>
                  <a:lnTo>
                    <a:pt x="103574" y="13960"/>
                  </a:lnTo>
                  <a:lnTo>
                    <a:pt x="103866" y="13902"/>
                  </a:lnTo>
                  <a:lnTo>
                    <a:pt x="105353" y="13610"/>
                  </a:lnTo>
                  <a:lnTo>
                    <a:pt x="112155" y="14260"/>
                  </a:lnTo>
                  <a:lnTo>
                    <a:pt x="112554" y="14225"/>
                  </a:lnTo>
                  <a:lnTo>
                    <a:pt x="112747" y="14144"/>
                  </a:lnTo>
                  <a:lnTo>
                    <a:pt x="112957" y="14057"/>
                  </a:lnTo>
                  <a:lnTo>
                    <a:pt x="113160" y="13974"/>
                  </a:lnTo>
                  <a:lnTo>
                    <a:pt x="113631" y="13778"/>
                  </a:lnTo>
                  <a:lnTo>
                    <a:pt x="116347" y="14101"/>
                  </a:lnTo>
                  <a:lnTo>
                    <a:pt x="121849" y="14760"/>
                  </a:lnTo>
                  <a:lnTo>
                    <a:pt x="121721" y="15976"/>
                  </a:lnTo>
                  <a:lnTo>
                    <a:pt x="123151" y="16213"/>
                  </a:lnTo>
                  <a:lnTo>
                    <a:pt x="123290" y="16236"/>
                  </a:lnTo>
                  <a:lnTo>
                    <a:pt x="130821" y="17487"/>
                  </a:lnTo>
                  <a:lnTo>
                    <a:pt x="131687" y="17631"/>
                  </a:lnTo>
                  <a:lnTo>
                    <a:pt x="132342" y="17865"/>
                  </a:lnTo>
                  <a:lnTo>
                    <a:pt x="132744" y="18008"/>
                  </a:lnTo>
                  <a:lnTo>
                    <a:pt x="133429" y="18252"/>
                  </a:lnTo>
                  <a:lnTo>
                    <a:pt x="134020" y="18397"/>
                  </a:lnTo>
                  <a:lnTo>
                    <a:pt x="134399" y="18049"/>
                  </a:lnTo>
                  <a:lnTo>
                    <a:pt x="135983" y="16596"/>
                  </a:lnTo>
                  <a:lnTo>
                    <a:pt x="136889" y="15765"/>
                  </a:lnTo>
                  <a:lnTo>
                    <a:pt x="141866" y="11198"/>
                  </a:lnTo>
                  <a:lnTo>
                    <a:pt x="142739" y="10398"/>
                  </a:lnTo>
                  <a:lnTo>
                    <a:pt x="143070" y="10094"/>
                  </a:lnTo>
                  <a:lnTo>
                    <a:pt x="150320" y="5447"/>
                  </a:lnTo>
                  <a:lnTo>
                    <a:pt x="150880" y="5336"/>
                  </a:lnTo>
                  <a:lnTo>
                    <a:pt x="152326" y="5048"/>
                  </a:lnTo>
                  <a:lnTo>
                    <a:pt x="153175" y="4879"/>
                  </a:lnTo>
                  <a:lnTo>
                    <a:pt x="163462" y="2829"/>
                  </a:lnTo>
                  <a:lnTo>
                    <a:pt x="164417" y="2664"/>
                  </a:lnTo>
                  <a:lnTo>
                    <a:pt x="175323" y="780"/>
                  </a:lnTo>
                  <a:lnTo>
                    <a:pt x="176102" y="645"/>
                  </a:lnTo>
                  <a:lnTo>
                    <a:pt x="176518" y="574"/>
                  </a:lnTo>
                  <a:lnTo>
                    <a:pt x="177799" y="352"/>
                  </a:lnTo>
                  <a:lnTo>
                    <a:pt x="178495" y="232"/>
                  </a:lnTo>
                  <a:lnTo>
                    <a:pt x="179841" y="0"/>
                  </a:lnTo>
                  <a:lnTo>
                    <a:pt x="180235" y="2603"/>
                  </a:lnTo>
                  <a:lnTo>
                    <a:pt x="180800" y="6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1855917" y="4722148"/>
              <a:ext cx="180761" cy="137405"/>
            </a:xfrm>
            <a:custGeom>
              <a:avLst/>
              <a:pathLst>
                <a:path w="180761" h="137405">
                  <a:moveTo>
                    <a:pt x="63232" y="6156"/>
                  </a:moveTo>
                  <a:lnTo>
                    <a:pt x="66299" y="7390"/>
                  </a:lnTo>
                  <a:lnTo>
                    <a:pt x="67643" y="7931"/>
                  </a:lnTo>
                  <a:lnTo>
                    <a:pt x="69146" y="11473"/>
                  </a:lnTo>
                  <a:lnTo>
                    <a:pt x="69249" y="11840"/>
                  </a:lnTo>
                  <a:lnTo>
                    <a:pt x="69208" y="12323"/>
                  </a:lnTo>
                  <a:lnTo>
                    <a:pt x="69025" y="14455"/>
                  </a:lnTo>
                  <a:lnTo>
                    <a:pt x="69136" y="15357"/>
                  </a:lnTo>
                  <a:lnTo>
                    <a:pt x="69347" y="17072"/>
                  </a:lnTo>
                  <a:lnTo>
                    <a:pt x="69391" y="17431"/>
                  </a:lnTo>
                  <a:lnTo>
                    <a:pt x="69417" y="17646"/>
                  </a:lnTo>
                  <a:lnTo>
                    <a:pt x="69383" y="17882"/>
                  </a:lnTo>
                  <a:lnTo>
                    <a:pt x="68680" y="18136"/>
                  </a:lnTo>
                  <a:lnTo>
                    <a:pt x="67701" y="18489"/>
                  </a:lnTo>
                  <a:lnTo>
                    <a:pt x="67703" y="19273"/>
                  </a:lnTo>
                  <a:lnTo>
                    <a:pt x="67703" y="19619"/>
                  </a:lnTo>
                  <a:lnTo>
                    <a:pt x="67707" y="21211"/>
                  </a:lnTo>
                  <a:lnTo>
                    <a:pt x="67710" y="22528"/>
                  </a:lnTo>
                  <a:lnTo>
                    <a:pt x="67712" y="23532"/>
                  </a:lnTo>
                  <a:lnTo>
                    <a:pt x="67714" y="24579"/>
                  </a:lnTo>
                  <a:lnTo>
                    <a:pt x="67715" y="24804"/>
                  </a:lnTo>
                  <a:lnTo>
                    <a:pt x="67716" y="25463"/>
                  </a:lnTo>
                  <a:lnTo>
                    <a:pt x="63247" y="25518"/>
                  </a:lnTo>
                  <a:lnTo>
                    <a:pt x="62820" y="25524"/>
                  </a:lnTo>
                  <a:lnTo>
                    <a:pt x="62815" y="25855"/>
                  </a:lnTo>
                  <a:lnTo>
                    <a:pt x="62805" y="26477"/>
                  </a:lnTo>
                  <a:lnTo>
                    <a:pt x="62801" y="26804"/>
                  </a:lnTo>
                  <a:lnTo>
                    <a:pt x="62937" y="29059"/>
                  </a:lnTo>
                  <a:lnTo>
                    <a:pt x="63101" y="31777"/>
                  </a:lnTo>
                  <a:lnTo>
                    <a:pt x="63317" y="35357"/>
                  </a:lnTo>
                  <a:lnTo>
                    <a:pt x="70330" y="34932"/>
                  </a:lnTo>
                  <a:lnTo>
                    <a:pt x="73471" y="34741"/>
                  </a:lnTo>
                  <a:lnTo>
                    <a:pt x="91802" y="33046"/>
                  </a:lnTo>
                  <a:lnTo>
                    <a:pt x="91845" y="33564"/>
                  </a:lnTo>
                  <a:lnTo>
                    <a:pt x="91974" y="35122"/>
                  </a:lnTo>
                  <a:lnTo>
                    <a:pt x="92074" y="36329"/>
                  </a:lnTo>
                  <a:lnTo>
                    <a:pt x="92173" y="37522"/>
                  </a:lnTo>
                  <a:lnTo>
                    <a:pt x="92745" y="38421"/>
                  </a:lnTo>
                  <a:lnTo>
                    <a:pt x="93000" y="39227"/>
                  </a:lnTo>
                  <a:lnTo>
                    <a:pt x="92829" y="39646"/>
                  </a:lnTo>
                  <a:lnTo>
                    <a:pt x="93014" y="39937"/>
                  </a:lnTo>
                  <a:lnTo>
                    <a:pt x="93354" y="40174"/>
                  </a:lnTo>
                  <a:lnTo>
                    <a:pt x="95163" y="41432"/>
                  </a:lnTo>
                  <a:lnTo>
                    <a:pt x="97941" y="42598"/>
                  </a:lnTo>
                  <a:lnTo>
                    <a:pt x="104112" y="45188"/>
                  </a:lnTo>
                  <a:lnTo>
                    <a:pt x="105833" y="45911"/>
                  </a:lnTo>
                  <a:lnTo>
                    <a:pt x="106313" y="46112"/>
                  </a:lnTo>
                  <a:lnTo>
                    <a:pt x="107042" y="46418"/>
                  </a:lnTo>
                  <a:lnTo>
                    <a:pt x="114342" y="49482"/>
                  </a:lnTo>
                  <a:lnTo>
                    <a:pt x="114769" y="49661"/>
                  </a:lnTo>
                  <a:lnTo>
                    <a:pt x="117556" y="50831"/>
                  </a:lnTo>
                  <a:lnTo>
                    <a:pt x="122149" y="52758"/>
                  </a:lnTo>
                  <a:lnTo>
                    <a:pt x="130521" y="56272"/>
                  </a:lnTo>
                  <a:lnTo>
                    <a:pt x="130884" y="56425"/>
                  </a:lnTo>
                  <a:lnTo>
                    <a:pt x="132059" y="56918"/>
                  </a:lnTo>
                  <a:lnTo>
                    <a:pt x="132653" y="57167"/>
                  </a:lnTo>
                  <a:lnTo>
                    <a:pt x="132906" y="56564"/>
                  </a:lnTo>
                  <a:lnTo>
                    <a:pt x="133096" y="56113"/>
                  </a:lnTo>
                  <a:lnTo>
                    <a:pt x="133320" y="55578"/>
                  </a:lnTo>
                  <a:lnTo>
                    <a:pt x="133792" y="54453"/>
                  </a:lnTo>
                  <a:lnTo>
                    <a:pt x="134438" y="52914"/>
                  </a:lnTo>
                  <a:lnTo>
                    <a:pt x="135914" y="49396"/>
                  </a:lnTo>
                  <a:lnTo>
                    <a:pt x="136207" y="48698"/>
                  </a:lnTo>
                  <a:lnTo>
                    <a:pt x="136963" y="46897"/>
                  </a:lnTo>
                  <a:lnTo>
                    <a:pt x="137918" y="44622"/>
                  </a:lnTo>
                  <a:lnTo>
                    <a:pt x="138004" y="44415"/>
                  </a:lnTo>
                  <a:lnTo>
                    <a:pt x="139016" y="42005"/>
                  </a:lnTo>
                  <a:lnTo>
                    <a:pt x="140566" y="38310"/>
                  </a:lnTo>
                  <a:lnTo>
                    <a:pt x="141669" y="35682"/>
                  </a:lnTo>
                  <a:lnTo>
                    <a:pt x="141995" y="34906"/>
                  </a:lnTo>
                  <a:lnTo>
                    <a:pt x="142096" y="34664"/>
                  </a:lnTo>
                  <a:lnTo>
                    <a:pt x="142157" y="34518"/>
                  </a:lnTo>
                  <a:lnTo>
                    <a:pt x="143538" y="35577"/>
                  </a:lnTo>
                  <a:lnTo>
                    <a:pt x="146464" y="37820"/>
                  </a:lnTo>
                  <a:lnTo>
                    <a:pt x="148561" y="39428"/>
                  </a:lnTo>
                  <a:lnTo>
                    <a:pt x="152209" y="46073"/>
                  </a:lnTo>
                  <a:lnTo>
                    <a:pt x="153684" y="48760"/>
                  </a:lnTo>
                  <a:lnTo>
                    <a:pt x="153988" y="49312"/>
                  </a:lnTo>
                  <a:lnTo>
                    <a:pt x="159578" y="59493"/>
                  </a:lnTo>
                  <a:lnTo>
                    <a:pt x="159863" y="60013"/>
                  </a:lnTo>
                  <a:lnTo>
                    <a:pt x="162425" y="64678"/>
                  </a:lnTo>
                  <a:lnTo>
                    <a:pt x="165229" y="69786"/>
                  </a:lnTo>
                  <a:lnTo>
                    <a:pt x="170900" y="81101"/>
                  </a:lnTo>
                  <a:lnTo>
                    <a:pt x="171947" y="83189"/>
                  </a:lnTo>
                  <a:lnTo>
                    <a:pt x="172193" y="83680"/>
                  </a:lnTo>
                  <a:lnTo>
                    <a:pt x="172498" y="84429"/>
                  </a:lnTo>
                  <a:lnTo>
                    <a:pt x="172599" y="84675"/>
                  </a:lnTo>
                  <a:lnTo>
                    <a:pt x="173007" y="85678"/>
                  </a:lnTo>
                  <a:lnTo>
                    <a:pt x="173382" y="86597"/>
                  </a:lnTo>
                  <a:lnTo>
                    <a:pt x="176331" y="93838"/>
                  </a:lnTo>
                  <a:lnTo>
                    <a:pt x="176653" y="94627"/>
                  </a:lnTo>
                  <a:lnTo>
                    <a:pt x="176922" y="95287"/>
                  </a:lnTo>
                  <a:lnTo>
                    <a:pt x="179179" y="100828"/>
                  </a:lnTo>
                  <a:lnTo>
                    <a:pt x="179933" y="102677"/>
                  </a:lnTo>
                  <a:lnTo>
                    <a:pt x="180761" y="104710"/>
                  </a:lnTo>
                  <a:lnTo>
                    <a:pt x="179591" y="105215"/>
                  </a:lnTo>
                  <a:lnTo>
                    <a:pt x="178004" y="105901"/>
                  </a:lnTo>
                  <a:lnTo>
                    <a:pt x="173949" y="107655"/>
                  </a:lnTo>
                  <a:lnTo>
                    <a:pt x="171096" y="108888"/>
                  </a:lnTo>
                  <a:lnTo>
                    <a:pt x="170856" y="108992"/>
                  </a:lnTo>
                  <a:lnTo>
                    <a:pt x="169636" y="109519"/>
                  </a:lnTo>
                  <a:lnTo>
                    <a:pt x="166834" y="110731"/>
                  </a:lnTo>
                  <a:lnTo>
                    <a:pt x="165847" y="111158"/>
                  </a:lnTo>
                  <a:lnTo>
                    <a:pt x="164218" y="111862"/>
                  </a:lnTo>
                  <a:lnTo>
                    <a:pt x="157736" y="114664"/>
                  </a:lnTo>
                  <a:lnTo>
                    <a:pt x="154306" y="116155"/>
                  </a:lnTo>
                  <a:lnTo>
                    <a:pt x="153983" y="116337"/>
                  </a:lnTo>
                  <a:lnTo>
                    <a:pt x="151132" y="117947"/>
                  </a:lnTo>
                  <a:lnTo>
                    <a:pt x="150781" y="118145"/>
                  </a:lnTo>
                  <a:lnTo>
                    <a:pt x="147490" y="120641"/>
                  </a:lnTo>
                  <a:lnTo>
                    <a:pt x="146563" y="121344"/>
                  </a:lnTo>
                  <a:lnTo>
                    <a:pt x="145970" y="122036"/>
                  </a:lnTo>
                  <a:lnTo>
                    <a:pt x="145617" y="122156"/>
                  </a:lnTo>
                  <a:lnTo>
                    <a:pt x="144514" y="122528"/>
                  </a:lnTo>
                  <a:lnTo>
                    <a:pt x="144335" y="122486"/>
                  </a:lnTo>
                  <a:lnTo>
                    <a:pt x="139795" y="121417"/>
                  </a:lnTo>
                  <a:lnTo>
                    <a:pt x="139292" y="121298"/>
                  </a:lnTo>
                  <a:lnTo>
                    <a:pt x="133157" y="119853"/>
                  </a:lnTo>
                  <a:lnTo>
                    <a:pt x="132975" y="119811"/>
                  </a:lnTo>
                  <a:lnTo>
                    <a:pt x="132750" y="120604"/>
                  </a:lnTo>
                  <a:lnTo>
                    <a:pt x="132231" y="122431"/>
                  </a:lnTo>
                  <a:lnTo>
                    <a:pt x="131340" y="125562"/>
                  </a:lnTo>
                  <a:lnTo>
                    <a:pt x="129913" y="130582"/>
                  </a:lnTo>
                  <a:lnTo>
                    <a:pt x="129848" y="130811"/>
                  </a:lnTo>
                  <a:lnTo>
                    <a:pt x="129201" y="133087"/>
                  </a:lnTo>
                  <a:lnTo>
                    <a:pt x="128480" y="135624"/>
                  </a:lnTo>
                  <a:lnTo>
                    <a:pt x="118295" y="135737"/>
                  </a:lnTo>
                  <a:lnTo>
                    <a:pt x="110317" y="135825"/>
                  </a:lnTo>
                  <a:lnTo>
                    <a:pt x="108063" y="135849"/>
                  </a:lnTo>
                  <a:lnTo>
                    <a:pt x="107027" y="135861"/>
                  </a:lnTo>
                  <a:lnTo>
                    <a:pt x="106015" y="135872"/>
                  </a:lnTo>
                  <a:lnTo>
                    <a:pt x="102851" y="135907"/>
                  </a:lnTo>
                  <a:lnTo>
                    <a:pt x="102320" y="135913"/>
                  </a:lnTo>
                  <a:lnTo>
                    <a:pt x="95679" y="135986"/>
                  </a:lnTo>
                  <a:lnTo>
                    <a:pt x="94789" y="135996"/>
                  </a:lnTo>
                  <a:lnTo>
                    <a:pt x="94148" y="136012"/>
                  </a:lnTo>
                  <a:lnTo>
                    <a:pt x="86145" y="136215"/>
                  </a:lnTo>
                  <a:lnTo>
                    <a:pt x="85235" y="136239"/>
                  </a:lnTo>
                  <a:lnTo>
                    <a:pt x="80905" y="136349"/>
                  </a:lnTo>
                  <a:lnTo>
                    <a:pt x="80416" y="136373"/>
                  </a:lnTo>
                  <a:lnTo>
                    <a:pt x="79983" y="136394"/>
                  </a:lnTo>
                  <a:lnTo>
                    <a:pt x="79273" y="136430"/>
                  </a:lnTo>
                  <a:lnTo>
                    <a:pt x="78317" y="136477"/>
                  </a:lnTo>
                  <a:lnTo>
                    <a:pt x="68010" y="137390"/>
                  </a:lnTo>
                  <a:lnTo>
                    <a:pt x="67744" y="137405"/>
                  </a:lnTo>
                  <a:lnTo>
                    <a:pt x="67687" y="136547"/>
                  </a:lnTo>
                  <a:lnTo>
                    <a:pt x="67459" y="133119"/>
                  </a:lnTo>
                  <a:lnTo>
                    <a:pt x="67216" y="129452"/>
                  </a:lnTo>
                  <a:lnTo>
                    <a:pt x="67148" y="128430"/>
                  </a:lnTo>
                  <a:lnTo>
                    <a:pt x="67160" y="127457"/>
                  </a:lnTo>
                  <a:lnTo>
                    <a:pt x="67201" y="124206"/>
                  </a:lnTo>
                  <a:lnTo>
                    <a:pt x="67204" y="123948"/>
                  </a:lnTo>
                  <a:lnTo>
                    <a:pt x="66629" y="121927"/>
                  </a:lnTo>
                  <a:lnTo>
                    <a:pt x="65598" y="120478"/>
                  </a:lnTo>
                  <a:lnTo>
                    <a:pt x="60549" y="114375"/>
                  </a:lnTo>
                  <a:lnTo>
                    <a:pt x="59851" y="113531"/>
                  </a:lnTo>
                  <a:lnTo>
                    <a:pt x="59403" y="112989"/>
                  </a:lnTo>
                  <a:lnTo>
                    <a:pt x="58876" y="112490"/>
                  </a:lnTo>
                  <a:lnTo>
                    <a:pt x="58422" y="112860"/>
                  </a:lnTo>
                  <a:lnTo>
                    <a:pt x="57550" y="113569"/>
                  </a:lnTo>
                  <a:lnTo>
                    <a:pt x="56525" y="114403"/>
                  </a:lnTo>
                  <a:lnTo>
                    <a:pt x="56373" y="114261"/>
                  </a:lnTo>
                  <a:lnTo>
                    <a:pt x="53887" y="112090"/>
                  </a:lnTo>
                  <a:lnTo>
                    <a:pt x="53213" y="111576"/>
                  </a:lnTo>
                  <a:lnTo>
                    <a:pt x="52203" y="110933"/>
                  </a:lnTo>
                  <a:lnTo>
                    <a:pt x="51518" y="110613"/>
                  </a:lnTo>
                  <a:lnTo>
                    <a:pt x="51218" y="110585"/>
                  </a:lnTo>
                  <a:lnTo>
                    <a:pt x="50749" y="110541"/>
                  </a:lnTo>
                  <a:lnTo>
                    <a:pt x="49812" y="110509"/>
                  </a:lnTo>
                  <a:lnTo>
                    <a:pt x="49172" y="110614"/>
                  </a:lnTo>
                  <a:lnTo>
                    <a:pt x="48055" y="110809"/>
                  </a:lnTo>
                  <a:lnTo>
                    <a:pt x="46167" y="111331"/>
                  </a:lnTo>
                  <a:lnTo>
                    <a:pt x="44989" y="112207"/>
                  </a:lnTo>
                  <a:lnTo>
                    <a:pt x="44757" y="112380"/>
                  </a:lnTo>
                  <a:lnTo>
                    <a:pt x="44406" y="112978"/>
                  </a:lnTo>
                  <a:lnTo>
                    <a:pt x="45933" y="114759"/>
                  </a:lnTo>
                  <a:lnTo>
                    <a:pt x="46832" y="115808"/>
                  </a:lnTo>
                  <a:lnTo>
                    <a:pt x="47401" y="116493"/>
                  </a:lnTo>
                  <a:lnTo>
                    <a:pt x="48165" y="117827"/>
                  </a:lnTo>
                  <a:lnTo>
                    <a:pt x="47759" y="118556"/>
                  </a:lnTo>
                  <a:lnTo>
                    <a:pt x="45441" y="120087"/>
                  </a:lnTo>
                  <a:lnTo>
                    <a:pt x="46302" y="121772"/>
                  </a:lnTo>
                  <a:lnTo>
                    <a:pt x="46086" y="121973"/>
                  </a:lnTo>
                  <a:lnTo>
                    <a:pt x="46521" y="122980"/>
                  </a:lnTo>
                  <a:lnTo>
                    <a:pt x="46370" y="124261"/>
                  </a:lnTo>
                  <a:lnTo>
                    <a:pt x="45652" y="124526"/>
                  </a:lnTo>
                  <a:lnTo>
                    <a:pt x="43929" y="125161"/>
                  </a:lnTo>
                  <a:lnTo>
                    <a:pt x="25234" y="116153"/>
                  </a:lnTo>
                  <a:lnTo>
                    <a:pt x="28758" y="109541"/>
                  </a:lnTo>
                  <a:lnTo>
                    <a:pt x="28963" y="109157"/>
                  </a:lnTo>
                  <a:lnTo>
                    <a:pt x="21771" y="103992"/>
                  </a:lnTo>
                  <a:lnTo>
                    <a:pt x="21871" y="103799"/>
                  </a:lnTo>
                  <a:lnTo>
                    <a:pt x="21978" y="103592"/>
                  </a:lnTo>
                  <a:lnTo>
                    <a:pt x="26789" y="97900"/>
                  </a:lnTo>
                  <a:lnTo>
                    <a:pt x="24294" y="88200"/>
                  </a:lnTo>
                  <a:lnTo>
                    <a:pt x="11464" y="79139"/>
                  </a:lnTo>
                  <a:lnTo>
                    <a:pt x="8212" y="70851"/>
                  </a:lnTo>
                  <a:lnTo>
                    <a:pt x="2306" y="74016"/>
                  </a:lnTo>
                  <a:lnTo>
                    <a:pt x="371" y="69940"/>
                  </a:lnTo>
                  <a:lnTo>
                    <a:pt x="1718" y="68844"/>
                  </a:lnTo>
                  <a:lnTo>
                    <a:pt x="2554" y="68164"/>
                  </a:lnTo>
                  <a:lnTo>
                    <a:pt x="0" y="62373"/>
                  </a:lnTo>
                  <a:lnTo>
                    <a:pt x="3623" y="59968"/>
                  </a:lnTo>
                  <a:lnTo>
                    <a:pt x="2331" y="57554"/>
                  </a:lnTo>
                  <a:lnTo>
                    <a:pt x="18235" y="46808"/>
                  </a:lnTo>
                  <a:lnTo>
                    <a:pt x="20196" y="50086"/>
                  </a:lnTo>
                  <a:lnTo>
                    <a:pt x="22111" y="46990"/>
                  </a:lnTo>
                  <a:lnTo>
                    <a:pt x="33204" y="40615"/>
                  </a:lnTo>
                  <a:lnTo>
                    <a:pt x="33293" y="37427"/>
                  </a:lnTo>
                  <a:lnTo>
                    <a:pt x="23492" y="37701"/>
                  </a:lnTo>
                  <a:lnTo>
                    <a:pt x="24606" y="32418"/>
                  </a:lnTo>
                  <a:lnTo>
                    <a:pt x="35342" y="32191"/>
                  </a:lnTo>
                  <a:lnTo>
                    <a:pt x="35521" y="27637"/>
                  </a:lnTo>
                  <a:lnTo>
                    <a:pt x="29105" y="25679"/>
                  </a:lnTo>
                  <a:lnTo>
                    <a:pt x="29818" y="20670"/>
                  </a:lnTo>
                  <a:lnTo>
                    <a:pt x="38372" y="21353"/>
                  </a:lnTo>
                  <a:lnTo>
                    <a:pt x="38372" y="17983"/>
                  </a:lnTo>
                  <a:lnTo>
                    <a:pt x="21354" y="20852"/>
                  </a:lnTo>
                  <a:lnTo>
                    <a:pt x="21512" y="14938"/>
                  </a:lnTo>
                  <a:lnTo>
                    <a:pt x="22930" y="13990"/>
                  </a:lnTo>
                  <a:lnTo>
                    <a:pt x="24356" y="13037"/>
                  </a:lnTo>
                  <a:lnTo>
                    <a:pt x="25926" y="11987"/>
                  </a:lnTo>
                  <a:lnTo>
                    <a:pt x="26964" y="11293"/>
                  </a:lnTo>
                  <a:lnTo>
                    <a:pt x="30911" y="10037"/>
                  </a:lnTo>
                  <a:lnTo>
                    <a:pt x="32218" y="9621"/>
                  </a:lnTo>
                  <a:lnTo>
                    <a:pt x="32579" y="9506"/>
                  </a:lnTo>
                  <a:lnTo>
                    <a:pt x="32813" y="9406"/>
                  </a:lnTo>
                  <a:lnTo>
                    <a:pt x="33319" y="9190"/>
                  </a:lnTo>
                  <a:lnTo>
                    <a:pt x="33449" y="9135"/>
                  </a:lnTo>
                  <a:lnTo>
                    <a:pt x="36809" y="7700"/>
                  </a:lnTo>
                  <a:lnTo>
                    <a:pt x="38223" y="7096"/>
                  </a:lnTo>
                  <a:lnTo>
                    <a:pt x="38524" y="4035"/>
                  </a:lnTo>
                  <a:lnTo>
                    <a:pt x="38895" y="4177"/>
                  </a:lnTo>
                  <a:lnTo>
                    <a:pt x="39119" y="4190"/>
                  </a:lnTo>
                  <a:lnTo>
                    <a:pt x="42956" y="4414"/>
                  </a:lnTo>
                  <a:lnTo>
                    <a:pt x="44872" y="4459"/>
                  </a:lnTo>
                  <a:lnTo>
                    <a:pt x="46905" y="4947"/>
                  </a:lnTo>
                  <a:lnTo>
                    <a:pt x="48691" y="5376"/>
                  </a:lnTo>
                  <a:lnTo>
                    <a:pt x="49284" y="5533"/>
                  </a:lnTo>
                  <a:lnTo>
                    <a:pt x="50274" y="5796"/>
                  </a:lnTo>
                  <a:lnTo>
                    <a:pt x="50773" y="5928"/>
                  </a:lnTo>
                  <a:lnTo>
                    <a:pt x="51283" y="6063"/>
                  </a:lnTo>
                  <a:lnTo>
                    <a:pt x="51509" y="6123"/>
                  </a:lnTo>
                  <a:lnTo>
                    <a:pt x="51944" y="6238"/>
                  </a:lnTo>
                  <a:lnTo>
                    <a:pt x="52895" y="6490"/>
                  </a:lnTo>
                  <a:lnTo>
                    <a:pt x="53484" y="3164"/>
                  </a:lnTo>
                  <a:lnTo>
                    <a:pt x="53639" y="2293"/>
                  </a:lnTo>
                  <a:lnTo>
                    <a:pt x="53983" y="352"/>
                  </a:lnTo>
                  <a:lnTo>
                    <a:pt x="54006" y="221"/>
                  </a:lnTo>
                  <a:lnTo>
                    <a:pt x="54041" y="23"/>
                  </a:lnTo>
                  <a:lnTo>
                    <a:pt x="54446" y="0"/>
                  </a:lnTo>
                  <a:lnTo>
                    <a:pt x="55319" y="187"/>
                  </a:lnTo>
                  <a:lnTo>
                    <a:pt x="55511" y="228"/>
                  </a:lnTo>
                  <a:lnTo>
                    <a:pt x="55870" y="305"/>
                  </a:lnTo>
                  <a:lnTo>
                    <a:pt x="56036" y="341"/>
                  </a:lnTo>
                  <a:lnTo>
                    <a:pt x="57116" y="573"/>
                  </a:lnTo>
                  <a:lnTo>
                    <a:pt x="60937" y="1393"/>
                  </a:lnTo>
                  <a:lnTo>
                    <a:pt x="61485" y="1511"/>
                  </a:lnTo>
                  <a:lnTo>
                    <a:pt x="61797" y="1656"/>
                  </a:lnTo>
                  <a:lnTo>
                    <a:pt x="64712" y="3013"/>
                  </a:lnTo>
                  <a:lnTo>
                    <a:pt x="64635" y="3162"/>
                  </a:lnTo>
                  <a:lnTo>
                    <a:pt x="64067" y="4260"/>
                  </a:lnTo>
                  <a:lnTo>
                    <a:pt x="63593" y="51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1750309" y="4677372"/>
              <a:ext cx="256834" cy="101909"/>
            </a:xfrm>
            <a:custGeom>
              <a:avLst/>
              <a:pathLst>
                <a:path w="256834" h="101909">
                  <a:moveTo>
                    <a:pt x="203068" y="15783"/>
                  </a:moveTo>
                  <a:lnTo>
                    <a:pt x="205698" y="17259"/>
                  </a:lnTo>
                  <a:lnTo>
                    <a:pt x="225610" y="16373"/>
                  </a:lnTo>
                  <a:lnTo>
                    <a:pt x="237516" y="15643"/>
                  </a:lnTo>
                  <a:lnTo>
                    <a:pt x="252583" y="14724"/>
                  </a:lnTo>
                  <a:lnTo>
                    <a:pt x="252976" y="22765"/>
                  </a:lnTo>
                  <a:lnTo>
                    <a:pt x="253008" y="23421"/>
                  </a:lnTo>
                  <a:lnTo>
                    <a:pt x="253176" y="26425"/>
                  </a:lnTo>
                  <a:lnTo>
                    <a:pt x="253991" y="41050"/>
                  </a:lnTo>
                  <a:lnTo>
                    <a:pt x="254358" y="45564"/>
                  </a:lnTo>
                  <a:lnTo>
                    <a:pt x="254378" y="45819"/>
                  </a:lnTo>
                  <a:lnTo>
                    <a:pt x="254533" y="47721"/>
                  </a:lnTo>
                  <a:lnTo>
                    <a:pt x="255157" y="55404"/>
                  </a:lnTo>
                  <a:lnTo>
                    <a:pt x="255240" y="56430"/>
                  </a:lnTo>
                  <a:lnTo>
                    <a:pt x="256555" y="56477"/>
                  </a:lnTo>
                  <a:lnTo>
                    <a:pt x="256834" y="56492"/>
                  </a:lnTo>
                  <a:lnTo>
                    <a:pt x="256612" y="57051"/>
                  </a:lnTo>
                  <a:lnTo>
                    <a:pt x="256097" y="58344"/>
                  </a:lnTo>
                  <a:lnTo>
                    <a:pt x="255212" y="60571"/>
                  </a:lnTo>
                  <a:lnTo>
                    <a:pt x="253446" y="65011"/>
                  </a:lnTo>
                  <a:lnTo>
                    <a:pt x="253068" y="65962"/>
                  </a:lnTo>
                  <a:lnTo>
                    <a:pt x="252264" y="67982"/>
                  </a:lnTo>
                  <a:lnTo>
                    <a:pt x="251466" y="69990"/>
                  </a:lnTo>
                  <a:lnTo>
                    <a:pt x="251265" y="70496"/>
                  </a:lnTo>
                  <a:lnTo>
                    <a:pt x="251191" y="70681"/>
                  </a:lnTo>
                  <a:lnTo>
                    <a:pt x="250898" y="71418"/>
                  </a:lnTo>
                  <a:lnTo>
                    <a:pt x="250809" y="71643"/>
                  </a:lnTo>
                  <a:lnTo>
                    <a:pt x="247766" y="79294"/>
                  </a:lnTo>
                  <a:lnTo>
                    <a:pt x="247697" y="79458"/>
                  </a:lnTo>
                  <a:lnTo>
                    <a:pt x="247603" y="79682"/>
                  </a:lnTo>
                  <a:lnTo>
                    <a:pt x="247277" y="80458"/>
                  </a:lnTo>
                  <a:lnTo>
                    <a:pt x="246175" y="83086"/>
                  </a:lnTo>
                  <a:lnTo>
                    <a:pt x="244624" y="86780"/>
                  </a:lnTo>
                  <a:lnTo>
                    <a:pt x="243613" y="89191"/>
                  </a:lnTo>
                  <a:lnTo>
                    <a:pt x="243526" y="89397"/>
                  </a:lnTo>
                  <a:lnTo>
                    <a:pt x="242571" y="91673"/>
                  </a:lnTo>
                  <a:lnTo>
                    <a:pt x="241815" y="93474"/>
                  </a:lnTo>
                  <a:lnTo>
                    <a:pt x="241522" y="94172"/>
                  </a:lnTo>
                  <a:lnTo>
                    <a:pt x="240046" y="97690"/>
                  </a:lnTo>
                  <a:lnTo>
                    <a:pt x="239400" y="99229"/>
                  </a:lnTo>
                  <a:lnTo>
                    <a:pt x="238928" y="100354"/>
                  </a:lnTo>
                  <a:lnTo>
                    <a:pt x="238704" y="100889"/>
                  </a:lnTo>
                  <a:lnTo>
                    <a:pt x="238515" y="101340"/>
                  </a:lnTo>
                  <a:lnTo>
                    <a:pt x="238181" y="101909"/>
                  </a:lnTo>
                  <a:lnTo>
                    <a:pt x="237667" y="101693"/>
                  </a:lnTo>
                  <a:lnTo>
                    <a:pt x="236493" y="101200"/>
                  </a:lnTo>
                  <a:lnTo>
                    <a:pt x="236036" y="101009"/>
                  </a:lnTo>
                  <a:lnTo>
                    <a:pt x="227757" y="97534"/>
                  </a:lnTo>
                  <a:lnTo>
                    <a:pt x="223165" y="95607"/>
                  </a:lnTo>
                  <a:lnTo>
                    <a:pt x="220378" y="94437"/>
                  </a:lnTo>
                  <a:lnTo>
                    <a:pt x="219893" y="94234"/>
                  </a:lnTo>
                  <a:lnTo>
                    <a:pt x="212651" y="91194"/>
                  </a:lnTo>
                  <a:lnTo>
                    <a:pt x="211921" y="90888"/>
                  </a:lnTo>
                  <a:lnTo>
                    <a:pt x="211442" y="90687"/>
                  </a:lnTo>
                  <a:lnTo>
                    <a:pt x="209720" y="89964"/>
                  </a:lnTo>
                  <a:lnTo>
                    <a:pt x="203549" y="87374"/>
                  </a:lnTo>
                  <a:lnTo>
                    <a:pt x="200771" y="86208"/>
                  </a:lnTo>
                  <a:lnTo>
                    <a:pt x="198963" y="84950"/>
                  </a:lnTo>
                  <a:lnTo>
                    <a:pt x="198622" y="84713"/>
                  </a:lnTo>
                  <a:lnTo>
                    <a:pt x="198437" y="84422"/>
                  </a:lnTo>
                  <a:lnTo>
                    <a:pt x="198651" y="83900"/>
                  </a:lnTo>
                  <a:lnTo>
                    <a:pt x="198354" y="83197"/>
                  </a:lnTo>
                  <a:lnTo>
                    <a:pt x="197781" y="82298"/>
                  </a:lnTo>
                  <a:lnTo>
                    <a:pt x="197682" y="81105"/>
                  </a:lnTo>
                  <a:lnTo>
                    <a:pt x="197582" y="79898"/>
                  </a:lnTo>
                  <a:lnTo>
                    <a:pt x="197453" y="78340"/>
                  </a:lnTo>
                  <a:lnTo>
                    <a:pt x="197410" y="77821"/>
                  </a:lnTo>
                  <a:lnTo>
                    <a:pt x="179080" y="79517"/>
                  </a:lnTo>
                  <a:lnTo>
                    <a:pt x="175938" y="79707"/>
                  </a:lnTo>
                  <a:lnTo>
                    <a:pt x="168925" y="80133"/>
                  </a:lnTo>
                  <a:lnTo>
                    <a:pt x="168709" y="76553"/>
                  </a:lnTo>
                  <a:lnTo>
                    <a:pt x="168545" y="73835"/>
                  </a:lnTo>
                  <a:lnTo>
                    <a:pt x="168409" y="71580"/>
                  </a:lnTo>
                  <a:lnTo>
                    <a:pt x="168414" y="71253"/>
                  </a:lnTo>
                  <a:lnTo>
                    <a:pt x="168423" y="70631"/>
                  </a:lnTo>
                  <a:lnTo>
                    <a:pt x="168437" y="70300"/>
                  </a:lnTo>
                  <a:lnTo>
                    <a:pt x="168856" y="70294"/>
                  </a:lnTo>
                  <a:lnTo>
                    <a:pt x="173325" y="70239"/>
                  </a:lnTo>
                  <a:lnTo>
                    <a:pt x="173323" y="69580"/>
                  </a:lnTo>
                  <a:lnTo>
                    <a:pt x="173323" y="69355"/>
                  </a:lnTo>
                  <a:lnTo>
                    <a:pt x="173321" y="68308"/>
                  </a:lnTo>
                  <a:lnTo>
                    <a:pt x="173318" y="67304"/>
                  </a:lnTo>
                  <a:lnTo>
                    <a:pt x="173315" y="65987"/>
                  </a:lnTo>
                  <a:lnTo>
                    <a:pt x="173312" y="64395"/>
                  </a:lnTo>
                  <a:lnTo>
                    <a:pt x="173311" y="63995"/>
                  </a:lnTo>
                  <a:lnTo>
                    <a:pt x="173309" y="63265"/>
                  </a:lnTo>
                  <a:lnTo>
                    <a:pt x="174289" y="62911"/>
                  </a:lnTo>
                  <a:lnTo>
                    <a:pt x="175052" y="62636"/>
                  </a:lnTo>
                  <a:lnTo>
                    <a:pt x="175026" y="62422"/>
                  </a:lnTo>
                  <a:lnTo>
                    <a:pt x="174999" y="62207"/>
                  </a:lnTo>
                  <a:lnTo>
                    <a:pt x="174955" y="61848"/>
                  </a:lnTo>
                  <a:lnTo>
                    <a:pt x="174744" y="60133"/>
                  </a:lnTo>
                  <a:lnTo>
                    <a:pt x="174637" y="59192"/>
                  </a:lnTo>
                  <a:lnTo>
                    <a:pt x="174816" y="57099"/>
                  </a:lnTo>
                  <a:lnTo>
                    <a:pt x="174866" y="56513"/>
                  </a:lnTo>
                  <a:lnTo>
                    <a:pt x="174754" y="56248"/>
                  </a:lnTo>
                  <a:lnTo>
                    <a:pt x="173251" y="52707"/>
                  </a:lnTo>
                  <a:lnTo>
                    <a:pt x="171907" y="52166"/>
                  </a:lnTo>
                  <a:lnTo>
                    <a:pt x="168720" y="50883"/>
                  </a:lnTo>
                  <a:lnTo>
                    <a:pt x="169202" y="49953"/>
                  </a:lnTo>
                  <a:lnTo>
                    <a:pt x="169676" y="49036"/>
                  </a:lnTo>
                  <a:lnTo>
                    <a:pt x="170243" y="47938"/>
                  </a:lnTo>
                  <a:lnTo>
                    <a:pt x="170287" y="47773"/>
                  </a:lnTo>
                  <a:lnTo>
                    <a:pt x="167406" y="46432"/>
                  </a:lnTo>
                  <a:lnTo>
                    <a:pt x="167093" y="46287"/>
                  </a:lnTo>
                  <a:lnTo>
                    <a:pt x="166545" y="46169"/>
                  </a:lnTo>
                  <a:lnTo>
                    <a:pt x="162724" y="45349"/>
                  </a:lnTo>
                  <a:lnTo>
                    <a:pt x="161644" y="45117"/>
                  </a:lnTo>
                  <a:lnTo>
                    <a:pt x="161479" y="45081"/>
                  </a:lnTo>
                  <a:lnTo>
                    <a:pt x="161119" y="45004"/>
                  </a:lnTo>
                  <a:lnTo>
                    <a:pt x="160927" y="44963"/>
                  </a:lnTo>
                  <a:lnTo>
                    <a:pt x="160054" y="44775"/>
                  </a:lnTo>
                  <a:lnTo>
                    <a:pt x="159649" y="44799"/>
                  </a:lnTo>
                  <a:lnTo>
                    <a:pt x="159614" y="44997"/>
                  </a:lnTo>
                  <a:lnTo>
                    <a:pt x="159591" y="45128"/>
                  </a:lnTo>
                  <a:lnTo>
                    <a:pt x="159247" y="47068"/>
                  </a:lnTo>
                  <a:lnTo>
                    <a:pt x="159093" y="47940"/>
                  </a:lnTo>
                  <a:lnTo>
                    <a:pt x="158503" y="51266"/>
                  </a:lnTo>
                  <a:lnTo>
                    <a:pt x="157552" y="51014"/>
                  </a:lnTo>
                  <a:lnTo>
                    <a:pt x="157118" y="50899"/>
                  </a:lnTo>
                  <a:lnTo>
                    <a:pt x="156891" y="50839"/>
                  </a:lnTo>
                  <a:lnTo>
                    <a:pt x="156382" y="50704"/>
                  </a:lnTo>
                  <a:lnTo>
                    <a:pt x="155882" y="50572"/>
                  </a:lnTo>
                  <a:lnTo>
                    <a:pt x="154892" y="50309"/>
                  </a:lnTo>
                  <a:lnTo>
                    <a:pt x="154299" y="50152"/>
                  </a:lnTo>
                  <a:lnTo>
                    <a:pt x="152513" y="49723"/>
                  </a:lnTo>
                  <a:lnTo>
                    <a:pt x="150480" y="49235"/>
                  </a:lnTo>
                  <a:lnTo>
                    <a:pt x="148565" y="49189"/>
                  </a:lnTo>
                  <a:lnTo>
                    <a:pt x="144727" y="48966"/>
                  </a:lnTo>
                  <a:lnTo>
                    <a:pt x="144466" y="48950"/>
                  </a:lnTo>
                  <a:lnTo>
                    <a:pt x="144133" y="48811"/>
                  </a:lnTo>
                  <a:lnTo>
                    <a:pt x="143831" y="51872"/>
                  </a:lnTo>
                  <a:lnTo>
                    <a:pt x="142173" y="52580"/>
                  </a:lnTo>
                  <a:lnTo>
                    <a:pt x="139057" y="53911"/>
                  </a:lnTo>
                  <a:lnTo>
                    <a:pt x="138836" y="54005"/>
                  </a:lnTo>
                  <a:lnTo>
                    <a:pt x="138424" y="54207"/>
                  </a:lnTo>
                  <a:lnTo>
                    <a:pt x="138187" y="54282"/>
                  </a:lnTo>
                  <a:lnTo>
                    <a:pt x="137827" y="54397"/>
                  </a:lnTo>
                  <a:lnTo>
                    <a:pt x="136519" y="54813"/>
                  </a:lnTo>
                  <a:lnTo>
                    <a:pt x="132573" y="56069"/>
                  </a:lnTo>
                  <a:lnTo>
                    <a:pt x="131534" y="56763"/>
                  </a:lnTo>
                  <a:lnTo>
                    <a:pt x="129964" y="57813"/>
                  </a:lnTo>
                  <a:lnTo>
                    <a:pt x="128527" y="58774"/>
                  </a:lnTo>
                  <a:lnTo>
                    <a:pt x="127120" y="59714"/>
                  </a:lnTo>
                  <a:lnTo>
                    <a:pt x="124855" y="61228"/>
                  </a:lnTo>
                  <a:lnTo>
                    <a:pt x="124622" y="61384"/>
                  </a:lnTo>
                  <a:lnTo>
                    <a:pt x="124296" y="61602"/>
                  </a:lnTo>
                  <a:lnTo>
                    <a:pt x="123149" y="62368"/>
                  </a:lnTo>
                  <a:lnTo>
                    <a:pt x="122791" y="62608"/>
                  </a:lnTo>
                  <a:lnTo>
                    <a:pt x="122496" y="62610"/>
                  </a:lnTo>
                  <a:lnTo>
                    <a:pt x="121285" y="62618"/>
                  </a:lnTo>
                  <a:lnTo>
                    <a:pt x="119058" y="60528"/>
                  </a:lnTo>
                  <a:lnTo>
                    <a:pt x="111819" y="56088"/>
                  </a:lnTo>
                  <a:lnTo>
                    <a:pt x="108701" y="60869"/>
                  </a:lnTo>
                  <a:lnTo>
                    <a:pt x="96227" y="55747"/>
                  </a:lnTo>
                  <a:lnTo>
                    <a:pt x="56355" y="61325"/>
                  </a:lnTo>
                  <a:lnTo>
                    <a:pt x="52457" y="49941"/>
                  </a:lnTo>
                  <a:lnTo>
                    <a:pt x="60253" y="48802"/>
                  </a:lnTo>
                  <a:lnTo>
                    <a:pt x="59919" y="43907"/>
                  </a:lnTo>
                  <a:lnTo>
                    <a:pt x="50897" y="44476"/>
                  </a:lnTo>
                  <a:lnTo>
                    <a:pt x="24836" y="36735"/>
                  </a:lnTo>
                  <a:lnTo>
                    <a:pt x="26061" y="29905"/>
                  </a:lnTo>
                  <a:lnTo>
                    <a:pt x="0" y="21822"/>
                  </a:lnTo>
                  <a:lnTo>
                    <a:pt x="4919" y="9299"/>
                  </a:lnTo>
                  <a:lnTo>
                    <a:pt x="24502" y="13170"/>
                  </a:lnTo>
                  <a:lnTo>
                    <a:pt x="27509" y="18635"/>
                  </a:lnTo>
                  <a:lnTo>
                    <a:pt x="45886" y="19431"/>
                  </a:lnTo>
                  <a:lnTo>
                    <a:pt x="48670" y="25351"/>
                  </a:lnTo>
                  <a:lnTo>
                    <a:pt x="56689" y="27856"/>
                  </a:lnTo>
                  <a:lnTo>
                    <a:pt x="58248" y="26831"/>
                  </a:lnTo>
                  <a:lnTo>
                    <a:pt x="57023" y="23985"/>
                  </a:lnTo>
                  <a:lnTo>
                    <a:pt x="93331" y="13056"/>
                  </a:lnTo>
                  <a:lnTo>
                    <a:pt x="94667" y="14992"/>
                  </a:lnTo>
                  <a:lnTo>
                    <a:pt x="101795" y="12259"/>
                  </a:lnTo>
                  <a:lnTo>
                    <a:pt x="102169" y="9581"/>
                  </a:lnTo>
                  <a:lnTo>
                    <a:pt x="102333" y="9544"/>
                  </a:lnTo>
                  <a:lnTo>
                    <a:pt x="102662" y="9470"/>
                  </a:lnTo>
                  <a:lnTo>
                    <a:pt x="103105" y="9371"/>
                  </a:lnTo>
                  <a:lnTo>
                    <a:pt x="103377" y="9457"/>
                  </a:lnTo>
                  <a:lnTo>
                    <a:pt x="103955" y="9642"/>
                  </a:lnTo>
                  <a:lnTo>
                    <a:pt x="105748" y="10213"/>
                  </a:lnTo>
                  <a:lnTo>
                    <a:pt x="106494" y="10451"/>
                  </a:lnTo>
                  <a:lnTo>
                    <a:pt x="106868" y="10570"/>
                  </a:lnTo>
                  <a:lnTo>
                    <a:pt x="107957" y="11245"/>
                  </a:lnTo>
                  <a:lnTo>
                    <a:pt x="108621" y="11813"/>
                  </a:lnTo>
                  <a:lnTo>
                    <a:pt x="110487" y="13433"/>
                  </a:lnTo>
                  <a:lnTo>
                    <a:pt x="111578" y="14579"/>
                  </a:lnTo>
                  <a:lnTo>
                    <a:pt x="111902" y="14919"/>
                  </a:lnTo>
                  <a:lnTo>
                    <a:pt x="112290" y="15327"/>
                  </a:lnTo>
                  <a:lnTo>
                    <a:pt x="113241" y="16327"/>
                  </a:lnTo>
                  <a:lnTo>
                    <a:pt x="113807" y="15857"/>
                  </a:lnTo>
                  <a:lnTo>
                    <a:pt x="114938" y="14919"/>
                  </a:lnTo>
                  <a:lnTo>
                    <a:pt x="115216" y="14688"/>
                  </a:lnTo>
                  <a:lnTo>
                    <a:pt x="115401" y="14535"/>
                  </a:lnTo>
                  <a:lnTo>
                    <a:pt x="115689" y="14959"/>
                  </a:lnTo>
                  <a:lnTo>
                    <a:pt x="116821" y="16630"/>
                  </a:lnTo>
                  <a:lnTo>
                    <a:pt x="117422" y="17516"/>
                  </a:lnTo>
                  <a:lnTo>
                    <a:pt x="117879" y="18191"/>
                  </a:lnTo>
                  <a:lnTo>
                    <a:pt x="118257" y="18130"/>
                  </a:lnTo>
                  <a:lnTo>
                    <a:pt x="119699" y="17897"/>
                  </a:lnTo>
                  <a:lnTo>
                    <a:pt x="122631" y="17423"/>
                  </a:lnTo>
                  <a:lnTo>
                    <a:pt x="123236" y="17325"/>
                  </a:lnTo>
                  <a:lnTo>
                    <a:pt x="126181" y="16849"/>
                  </a:lnTo>
                  <a:lnTo>
                    <a:pt x="126807" y="16748"/>
                  </a:lnTo>
                  <a:lnTo>
                    <a:pt x="128248" y="16515"/>
                  </a:lnTo>
                  <a:lnTo>
                    <a:pt x="132360" y="15850"/>
                  </a:lnTo>
                  <a:lnTo>
                    <a:pt x="132979" y="15750"/>
                  </a:lnTo>
                  <a:lnTo>
                    <a:pt x="134592" y="15489"/>
                  </a:lnTo>
                  <a:lnTo>
                    <a:pt x="137336" y="14647"/>
                  </a:lnTo>
                  <a:lnTo>
                    <a:pt x="140411" y="13704"/>
                  </a:lnTo>
                  <a:lnTo>
                    <a:pt x="140983" y="13529"/>
                  </a:lnTo>
                  <a:lnTo>
                    <a:pt x="141397" y="13402"/>
                  </a:lnTo>
                  <a:lnTo>
                    <a:pt x="141721" y="13053"/>
                  </a:lnTo>
                  <a:lnTo>
                    <a:pt x="142049" y="12701"/>
                  </a:lnTo>
                  <a:lnTo>
                    <a:pt x="142374" y="12351"/>
                  </a:lnTo>
                  <a:lnTo>
                    <a:pt x="143619" y="11013"/>
                  </a:lnTo>
                  <a:lnTo>
                    <a:pt x="143841" y="10774"/>
                  </a:lnTo>
                  <a:lnTo>
                    <a:pt x="145465" y="9028"/>
                  </a:lnTo>
                  <a:lnTo>
                    <a:pt x="146525" y="7889"/>
                  </a:lnTo>
                  <a:lnTo>
                    <a:pt x="147829" y="6487"/>
                  </a:lnTo>
                  <a:lnTo>
                    <a:pt x="148429" y="6369"/>
                  </a:lnTo>
                  <a:lnTo>
                    <a:pt x="156560" y="5815"/>
                  </a:lnTo>
                  <a:lnTo>
                    <a:pt x="165870" y="5180"/>
                  </a:lnTo>
                  <a:lnTo>
                    <a:pt x="166053" y="5168"/>
                  </a:lnTo>
                  <a:lnTo>
                    <a:pt x="165603" y="373"/>
                  </a:lnTo>
                  <a:lnTo>
                    <a:pt x="173988" y="0"/>
                  </a:lnTo>
                  <a:lnTo>
                    <a:pt x="175770" y="455"/>
                  </a:lnTo>
                  <a:lnTo>
                    <a:pt x="180068" y="2868"/>
                  </a:lnTo>
                  <a:lnTo>
                    <a:pt x="180329" y="3015"/>
                  </a:lnTo>
                  <a:lnTo>
                    <a:pt x="187573" y="7082"/>
                  </a:lnTo>
                  <a:lnTo>
                    <a:pt x="187716" y="7163"/>
                  </a:lnTo>
                  <a:lnTo>
                    <a:pt x="194809" y="11145"/>
                  </a:lnTo>
                  <a:lnTo>
                    <a:pt x="194945" y="11221"/>
                  </a:lnTo>
                  <a:lnTo>
                    <a:pt x="195276" y="11407"/>
                  </a:lnTo>
                  <a:lnTo>
                    <a:pt x="195451" y="11505"/>
                  </a:lnTo>
                  <a:lnTo>
                    <a:pt x="200332" y="14246"/>
                  </a:lnTo>
                  <a:lnTo>
                    <a:pt x="201307" y="14794"/>
                  </a:lnTo>
                  <a:lnTo>
                    <a:pt x="202762" y="156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1840634" y="4826140"/>
              <a:ext cx="239154" cy="148754"/>
            </a:xfrm>
            <a:custGeom>
              <a:avLst/>
              <a:pathLst>
                <a:path w="239154" h="148754">
                  <a:moveTo>
                    <a:pt x="40517" y="12161"/>
                  </a:moveTo>
                  <a:lnTo>
                    <a:pt x="59212" y="21168"/>
                  </a:lnTo>
                  <a:lnTo>
                    <a:pt x="60935" y="20534"/>
                  </a:lnTo>
                  <a:lnTo>
                    <a:pt x="61653" y="20269"/>
                  </a:lnTo>
                  <a:lnTo>
                    <a:pt x="61804" y="18988"/>
                  </a:lnTo>
                  <a:lnTo>
                    <a:pt x="61369" y="17981"/>
                  </a:lnTo>
                  <a:lnTo>
                    <a:pt x="61585" y="17780"/>
                  </a:lnTo>
                  <a:lnTo>
                    <a:pt x="60724" y="16095"/>
                  </a:lnTo>
                  <a:lnTo>
                    <a:pt x="63042" y="14564"/>
                  </a:lnTo>
                  <a:lnTo>
                    <a:pt x="63448" y="13835"/>
                  </a:lnTo>
                  <a:lnTo>
                    <a:pt x="62646" y="12435"/>
                  </a:lnTo>
                  <a:lnTo>
                    <a:pt x="62115" y="11816"/>
                  </a:lnTo>
                  <a:lnTo>
                    <a:pt x="61216" y="10767"/>
                  </a:lnTo>
                  <a:lnTo>
                    <a:pt x="59723" y="8928"/>
                  </a:lnTo>
                  <a:lnTo>
                    <a:pt x="60040" y="8388"/>
                  </a:lnTo>
                  <a:lnTo>
                    <a:pt x="60279" y="8210"/>
                  </a:lnTo>
                  <a:lnTo>
                    <a:pt x="61450" y="7338"/>
                  </a:lnTo>
                  <a:lnTo>
                    <a:pt x="63429" y="6792"/>
                  </a:lnTo>
                  <a:lnTo>
                    <a:pt x="64455" y="6622"/>
                  </a:lnTo>
                  <a:lnTo>
                    <a:pt x="65095" y="6516"/>
                  </a:lnTo>
                  <a:lnTo>
                    <a:pt x="66032" y="6549"/>
                  </a:lnTo>
                  <a:lnTo>
                    <a:pt x="66516" y="6594"/>
                  </a:lnTo>
                  <a:lnTo>
                    <a:pt x="66802" y="6620"/>
                  </a:lnTo>
                  <a:lnTo>
                    <a:pt x="67486" y="6941"/>
                  </a:lnTo>
                  <a:lnTo>
                    <a:pt x="68496" y="7584"/>
                  </a:lnTo>
                  <a:lnTo>
                    <a:pt x="69170" y="8097"/>
                  </a:lnTo>
                  <a:lnTo>
                    <a:pt x="71656" y="10268"/>
                  </a:lnTo>
                  <a:lnTo>
                    <a:pt x="71813" y="10407"/>
                  </a:lnTo>
                  <a:lnTo>
                    <a:pt x="72833" y="9576"/>
                  </a:lnTo>
                  <a:lnTo>
                    <a:pt x="73705" y="8867"/>
                  </a:lnTo>
                  <a:lnTo>
                    <a:pt x="74224" y="8445"/>
                  </a:lnTo>
                  <a:lnTo>
                    <a:pt x="74686" y="8997"/>
                  </a:lnTo>
                  <a:lnTo>
                    <a:pt x="75134" y="9539"/>
                  </a:lnTo>
                  <a:lnTo>
                    <a:pt x="75832" y="10383"/>
                  </a:lnTo>
                  <a:lnTo>
                    <a:pt x="80881" y="16486"/>
                  </a:lnTo>
                  <a:lnTo>
                    <a:pt x="81913" y="17935"/>
                  </a:lnTo>
                  <a:lnTo>
                    <a:pt x="82488" y="19956"/>
                  </a:lnTo>
                  <a:lnTo>
                    <a:pt x="82484" y="20213"/>
                  </a:lnTo>
                  <a:lnTo>
                    <a:pt x="82443" y="23464"/>
                  </a:lnTo>
                  <a:lnTo>
                    <a:pt x="82431" y="24438"/>
                  </a:lnTo>
                  <a:lnTo>
                    <a:pt x="82499" y="25460"/>
                  </a:lnTo>
                  <a:lnTo>
                    <a:pt x="82742" y="29127"/>
                  </a:lnTo>
                  <a:lnTo>
                    <a:pt x="82970" y="32555"/>
                  </a:lnTo>
                  <a:lnTo>
                    <a:pt x="83027" y="33412"/>
                  </a:lnTo>
                  <a:lnTo>
                    <a:pt x="83293" y="33398"/>
                  </a:lnTo>
                  <a:lnTo>
                    <a:pt x="93600" y="32485"/>
                  </a:lnTo>
                  <a:lnTo>
                    <a:pt x="94556" y="32437"/>
                  </a:lnTo>
                  <a:lnTo>
                    <a:pt x="95326" y="32399"/>
                  </a:lnTo>
                  <a:lnTo>
                    <a:pt x="95700" y="32381"/>
                  </a:lnTo>
                  <a:lnTo>
                    <a:pt x="96188" y="32356"/>
                  </a:lnTo>
                  <a:lnTo>
                    <a:pt x="100518" y="32246"/>
                  </a:lnTo>
                  <a:lnTo>
                    <a:pt x="101428" y="32223"/>
                  </a:lnTo>
                  <a:lnTo>
                    <a:pt x="109431" y="32020"/>
                  </a:lnTo>
                  <a:lnTo>
                    <a:pt x="110072" y="32003"/>
                  </a:lnTo>
                  <a:lnTo>
                    <a:pt x="110962" y="31994"/>
                  </a:lnTo>
                  <a:lnTo>
                    <a:pt x="117604" y="31920"/>
                  </a:lnTo>
                  <a:lnTo>
                    <a:pt x="118134" y="31915"/>
                  </a:lnTo>
                  <a:lnTo>
                    <a:pt x="121298" y="31880"/>
                  </a:lnTo>
                  <a:lnTo>
                    <a:pt x="122310" y="31868"/>
                  </a:lnTo>
                  <a:lnTo>
                    <a:pt x="123346" y="31857"/>
                  </a:lnTo>
                  <a:lnTo>
                    <a:pt x="125600" y="31832"/>
                  </a:lnTo>
                  <a:lnTo>
                    <a:pt x="133578" y="31744"/>
                  </a:lnTo>
                  <a:lnTo>
                    <a:pt x="143763" y="31632"/>
                  </a:lnTo>
                  <a:lnTo>
                    <a:pt x="144484" y="29094"/>
                  </a:lnTo>
                  <a:lnTo>
                    <a:pt x="145131" y="26818"/>
                  </a:lnTo>
                  <a:lnTo>
                    <a:pt x="145197" y="26589"/>
                  </a:lnTo>
                  <a:lnTo>
                    <a:pt x="146623" y="21570"/>
                  </a:lnTo>
                  <a:lnTo>
                    <a:pt x="147514" y="18438"/>
                  </a:lnTo>
                  <a:lnTo>
                    <a:pt x="148033" y="16611"/>
                  </a:lnTo>
                  <a:lnTo>
                    <a:pt x="148259" y="15818"/>
                  </a:lnTo>
                  <a:lnTo>
                    <a:pt x="148440" y="15861"/>
                  </a:lnTo>
                  <a:lnTo>
                    <a:pt x="154576" y="17306"/>
                  </a:lnTo>
                  <a:lnTo>
                    <a:pt x="155078" y="17424"/>
                  </a:lnTo>
                  <a:lnTo>
                    <a:pt x="159618" y="18493"/>
                  </a:lnTo>
                  <a:lnTo>
                    <a:pt x="159797" y="18535"/>
                  </a:lnTo>
                  <a:lnTo>
                    <a:pt x="160900" y="18163"/>
                  </a:lnTo>
                  <a:lnTo>
                    <a:pt x="161253" y="18044"/>
                  </a:lnTo>
                  <a:lnTo>
                    <a:pt x="161846" y="17351"/>
                  </a:lnTo>
                  <a:lnTo>
                    <a:pt x="162773" y="16649"/>
                  </a:lnTo>
                  <a:lnTo>
                    <a:pt x="166065" y="14153"/>
                  </a:lnTo>
                  <a:lnTo>
                    <a:pt x="166415" y="13955"/>
                  </a:lnTo>
                  <a:lnTo>
                    <a:pt x="169267" y="12345"/>
                  </a:lnTo>
                  <a:lnTo>
                    <a:pt x="169646" y="12130"/>
                  </a:lnTo>
                  <a:lnTo>
                    <a:pt x="173019" y="10672"/>
                  </a:lnTo>
                  <a:lnTo>
                    <a:pt x="179501" y="7869"/>
                  </a:lnTo>
                  <a:lnTo>
                    <a:pt x="181130" y="7165"/>
                  </a:lnTo>
                  <a:lnTo>
                    <a:pt x="182117" y="6738"/>
                  </a:lnTo>
                  <a:lnTo>
                    <a:pt x="184919" y="5527"/>
                  </a:lnTo>
                  <a:lnTo>
                    <a:pt x="186139" y="5000"/>
                  </a:lnTo>
                  <a:lnTo>
                    <a:pt x="186379" y="4896"/>
                  </a:lnTo>
                  <a:lnTo>
                    <a:pt x="189232" y="3662"/>
                  </a:lnTo>
                  <a:lnTo>
                    <a:pt x="193398" y="1861"/>
                  </a:lnTo>
                  <a:lnTo>
                    <a:pt x="194874" y="1223"/>
                  </a:lnTo>
                  <a:lnTo>
                    <a:pt x="196044" y="717"/>
                  </a:lnTo>
                  <a:lnTo>
                    <a:pt x="196318" y="1391"/>
                  </a:lnTo>
                  <a:lnTo>
                    <a:pt x="197371" y="3975"/>
                  </a:lnTo>
                  <a:lnTo>
                    <a:pt x="197693" y="4766"/>
                  </a:lnTo>
                  <a:lnTo>
                    <a:pt x="200738" y="12240"/>
                  </a:lnTo>
                  <a:lnTo>
                    <a:pt x="200947" y="12753"/>
                  </a:lnTo>
                  <a:lnTo>
                    <a:pt x="203733" y="19593"/>
                  </a:lnTo>
                  <a:lnTo>
                    <a:pt x="204186" y="20703"/>
                  </a:lnTo>
                  <a:lnTo>
                    <a:pt x="208621" y="31591"/>
                  </a:lnTo>
                  <a:lnTo>
                    <a:pt x="209065" y="32679"/>
                  </a:lnTo>
                  <a:lnTo>
                    <a:pt x="209386" y="33468"/>
                  </a:lnTo>
                  <a:lnTo>
                    <a:pt x="212063" y="40040"/>
                  </a:lnTo>
                  <a:lnTo>
                    <a:pt x="212532" y="41189"/>
                  </a:lnTo>
                  <a:lnTo>
                    <a:pt x="213254" y="42962"/>
                  </a:lnTo>
                  <a:lnTo>
                    <a:pt x="213459" y="43466"/>
                  </a:lnTo>
                  <a:lnTo>
                    <a:pt x="213716" y="44097"/>
                  </a:lnTo>
                  <a:lnTo>
                    <a:pt x="217428" y="53209"/>
                  </a:lnTo>
                  <a:lnTo>
                    <a:pt x="217737" y="53966"/>
                  </a:lnTo>
                  <a:lnTo>
                    <a:pt x="220715" y="61276"/>
                  </a:lnTo>
                  <a:lnTo>
                    <a:pt x="220938" y="61823"/>
                  </a:lnTo>
                  <a:lnTo>
                    <a:pt x="223823" y="68905"/>
                  </a:lnTo>
                  <a:lnTo>
                    <a:pt x="224026" y="69402"/>
                  </a:lnTo>
                  <a:lnTo>
                    <a:pt x="224429" y="70393"/>
                  </a:lnTo>
                  <a:lnTo>
                    <a:pt x="225342" y="72635"/>
                  </a:lnTo>
                  <a:lnTo>
                    <a:pt x="225664" y="73366"/>
                  </a:lnTo>
                  <a:lnTo>
                    <a:pt x="226149" y="74468"/>
                  </a:lnTo>
                  <a:lnTo>
                    <a:pt x="226372" y="74974"/>
                  </a:lnTo>
                  <a:lnTo>
                    <a:pt x="227568" y="77692"/>
                  </a:lnTo>
                  <a:lnTo>
                    <a:pt x="227836" y="78301"/>
                  </a:lnTo>
                  <a:lnTo>
                    <a:pt x="228975" y="80891"/>
                  </a:lnTo>
                  <a:lnTo>
                    <a:pt x="231238" y="86034"/>
                  </a:lnTo>
                  <a:lnTo>
                    <a:pt x="231404" y="86410"/>
                  </a:lnTo>
                  <a:lnTo>
                    <a:pt x="234596" y="93666"/>
                  </a:lnTo>
                  <a:lnTo>
                    <a:pt x="234740" y="93993"/>
                  </a:lnTo>
                  <a:lnTo>
                    <a:pt x="237819" y="100991"/>
                  </a:lnTo>
                  <a:lnTo>
                    <a:pt x="238182" y="101815"/>
                  </a:lnTo>
                  <a:lnTo>
                    <a:pt x="238545" y="102640"/>
                  </a:lnTo>
                  <a:lnTo>
                    <a:pt x="238736" y="103347"/>
                  </a:lnTo>
                  <a:lnTo>
                    <a:pt x="239154" y="104897"/>
                  </a:lnTo>
                  <a:lnTo>
                    <a:pt x="234564" y="106441"/>
                  </a:lnTo>
                  <a:lnTo>
                    <a:pt x="225619" y="109449"/>
                  </a:lnTo>
                  <a:lnTo>
                    <a:pt x="204710" y="116481"/>
                  </a:lnTo>
                  <a:lnTo>
                    <a:pt x="194146" y="120035"/>
                  </a:lnTo>
                  <a:lnTo>
                    <a:pt x="193909" y="120310"/>
                  </a:lnTo>
                  <a:lnTo>
                    <a:pt x="192062" y="122455"/>
                  </a:lnTo>
                  <a:lnTo>
                    <a:pt x="188615" y="126397"/>
                  </a:lnTo>
                  <a:lnTo>
                    <a:pt x="187347" y="126625"/>
                  </a:lnTo>
                  <a:lnTo>
                    <a:pt x="181923" y="127600"/>
                  </a:lnTo>
                  <a:lnTo>
                    <a:pt x="180169" y="129490"/>
                  </a:lnTo>
                  <a:lnTo>
                    <a:pt x="178858" y="130357"/>
                  </a:lnTo>
                  <a:lnTo>
                    <a:pt x="176772" y="130828"/>
                  </a:lnTo>
                  <a:lnTo>
                    <a:pt x="174659" y="130357"/>
                  </a:lnTo>
                  <a:lnTo>
                    <a:pt x="173960" y="130202"/>
                  </a:lnTo>
                  <a:lnTo>
                    <a:pt x="172839" y="130170"/>
                  </a:lnTo>
                  <a:lnTo>
                    <a:pt x="172614" y="130164"/>
                  </a:lnTo>
                  <a:lnTo>
                    <a:pt x="172800" y="129031"/>
                  </a:lnTo>
                  <a:lnTo>
                    <a:pt x="172827" y="128012"/>
                  </a:lnTo>
                  <a:lnTo>
                    <a:pt x="172848" y="127233"/>
                  </a:lnTo>
                  <a:lnTo>
                    <a:pt x="172810" y="126954"/>
                  </a:lnTo>
                  <a:lnTo>
                    <a:pt x="172334" y="125815"/>
                  </a:lnTo>
                  <a:lnTo>
                    <a:pt x="172136" y="125342"/>
                  </a:lnTo>
                  <a:lnTo>
                    <a:pt x="171915" y="125060"/>
                  </a:lnTo>
                  <a:lnTo>
                    <a:pt x="171536" y="124578"/>
                  </a:lnTo>
                  <a:lnTo>
                    <a:pt x="171395" y="124399"/>
                  </a:lnTo>
                  <a:lnTo>
                    <a:pt x="170693" y="123771"/>
                  </a:lnTo>
                  <a:lnTo>
                    <a:pt x="170059" y="123204"/>
                  </a:lnTo>
                  <a:lnTo>
                    <a:pt x="165823" y="119931"/>
                  </a:lnTo>
                  <a:lnTo>
                    <a:pt x="157547" y="113538"/>
                  </a:lnTo>
                  <a:lnTo>
                    <a:pt x="149480" y="123579"/>
                  </a:lnTo>
                  <a:lnTo>
                    <a:pt x="148988" y="124191"/>
                  </a:lnTo>
                  <a:lnTo>
                    <a:pt x="145061" y="129079"/>
                  </a:lnTo>
                  <a:lnTo>
                    <a:pt x="136254" y="140038"/>
                  </a:lnTo>
                  <a:lnTo>
                    <a:pt x="136040" y="140306"/>
                  </a:lnTo>
                  <a:lnTo>
                    <a:pt x="129399" y="148577"/>
                  </a:lnTo>
                  <a:lnTo>
                    <a:pt x="129263" y="148754"/>
                  </a:lnTo>
                  <a:lnTo>
                    <a:pt x="120884" y="142067"/>
                  </a:lnTo>
                  <a:lnTo>
                    <a:pt x="108307" y="132031"/>
                  </a:lnTo>
                  <a:lnTo>
                    <a:pt x="108103" y="131860"/>
                  </a:lnTo>
                  <a:lnTo>
                    <a:pt x="107804" y="132160"/>
                  </a:lnTo>
                  <a:lnTo>
                    <a:pt x="101699" y="138291"/>
                  </a:lnTo>
                  <a:lnTo>
                    <a:pt x="100248" y="138966"/>
                  </a:lnTo>
                  <a:lnTo>
                    <a:pt x="99089" y="139506"/>
                  </a:lnTo>
                  <a:lnTo>
                    <a:pt x="98825" y="139576"/>
                  </a:lnTo>
                  <a:lnTo>
                    <a:pt x="97222" y="140000"/>
                  </a:lnTo>
                  <a:lnTo>
                    <a:pt x="96824" y="140106"/>
                  </a:lnTo>
                  <a:lnTo>
                    <a:pt x="87101" y="142681"/>
                  </a:lnTo>
                  <a:lnTo>
                    <a:pt x="87005" y="142315"/>
                  </a:lnTo>
                  <a:lnTo>
                    <a:pt x="86877" y="141823"/>
                  </a:lnTo>
                  <a:lnTo>
                    <a:pt x="86068" y="138733"/>
                  </a:lnTo>
                  <a:lnTo>
                    <a:pt x="85258" y="135636"/>
                  </a:lnTo>
                  <a:lnTo>
                    <a:pt x="84861" y="134117"/>
                  </a:lnTo>
                  <a:lnTo>
                    <a:pt x="83406" y="128556"/>
                  </a:lnTo>
                  <a:lnTo>
                    <a:pt x="82893" y="126597"/>
                  </a:lnTo>
                  <a:lnTo>
                    <a:pt x="81910" y="122841"/>
                  </a:lnTo>
                  <a:lnTo>
                    <a:pt x="81496" y="121255"/>
                  </a:lnTo>
                  <a:lnTo>
                    <a:pt x="80871" y="120733"/>
                  </a:lnTo>
                  <a:lnTo>
                    <a:pt x="70424" y="112009"/>
                  </a:lnTo>
                  <a:lnTo>
                    <a:pt x="70226" y="111843"/>
                  </a:lnTo>
                  <a:lnTo>
                    <a:pt x="62815" y="118916"/>
                  </a:lnTo>
                  <a:lnTo>
                    <a:pt x="62642" y="119073"/>
                  </a:lnTo>
                  <a:lnTo>
                    <a:pt x="70979" y="123938"/>
                  </a:lnTo>
                  <a:lnTo>
                    <a:pt x="68689" y="124603"/>
                  </a:lnTo>
                  <a:lnTo>
                    <a:pt x="61401" y="127147"/>
                  </a:lnTo>
                  <a:lnTo>
                    <a:pt x="55565" y="129610"/>
                  </a:lnTo>
                  <a:lnTo>
                    <a:pt x="52541" y="127857"/>
                  </a:lnTo>
                  <a:lnTo>
                    <a:pt x="44526" y="129167"/>
                  </a:lnTo>
                  <a:lnTo>
                    <a:pt x="37709" y="125363"/>
                  </a:lnTo>
                  <a:lnTo>
                    <a:pt x="36532" y="120482"/>
                  </a:lnTo>
                  <a:lnTo>
                    <a:pt x="30535" y="119637"/>
                  </a:lnTo>
                  <a:lnTo>
                    <a:pt x="31700" y="114344"/>
                  </a:lnTo>
                  <a:lnTo>
                    <a:pt x="24665" y="114194"/>
                  </a:lnTo>
                  <a:lnTo>
                    <a:pt x="24692" y="112173"/>
                  </a:lnTo>
                  <a:lnTo>
                    <a:pt x="23062" y="112227"/>
                  </a:lnTo>
                  <a:lnTo>
                    <a:pt x="22750" y="106574"/>
                  </a:lnTo>
                  <a:lnTo>
                    <a:pt x="32539" y="106130"/>
                  </a:lnTo>
                  <a:lnTo>
                    <a:pt x="32601" y="105201"/>
                  </a:lnTo>
                  <a:lnTo>
                    <a:pt x="32981" y="99475"/>
                  </a:lnTo>
                  <a:lnTo>
                    <a:pt x="38854" y="99334"/>
                  </a:lnTo>
                  <a:lnTo>
                    <a:pt x="39021" y="95167"/>
                  </a:lnTo>
                  <a:lnTo>
                    <a:pt x="46256" y="95285"/>
                  </a:lnTo>
                  <a:lnTo>
                    <a:pt x="44355" y="91994"/>
                  </a:lnTo>
                  <a:lnTo>
                    <a:pt x="44756" y="88397"/>
                  </a:lnTo>
                  <a:lnTo>
                    <a:pt x="46892" y="86796"/>
                  </a:lnTo>
                  <a:lnTo>
                    <a:pt x="46276" y="80349"/>
                  </a:lnTo>
                  <a:lnTo>
                    <a:pt x="43603" y="80418"/>
                  </a:lnTo>
                  <a:lnTo>
                    <a:pt x="43069" y="73929"/>
                  </a:lnTo>
                  <a:lnTo>
                    <a:pt x="41265" y="71948"/>
                  </a:lnTo>
                  <a:lnTo>
                    <a:pt x="40930" y="65322"/>
                  </a:lnTo>
                  <a:lnTo>
                    <a:pt x="41732" y="62864"/>
                  </a:lnTo>
                  <a:lnTo>
                    <a:pt x="41131" y="61634"/>
                  </a:lnTo>
                  <a:lnTo>
                    <a:pt x="39321" y="62578"/>
                  </a:lnTo>
                  <a:lnTo>
                    <a:pt x="39144" y="62170"/>
                  </a:lnTo>
                  <a:lnTo>
                    <a:pt x="35795" y="61687"/>
                  </a:lnTo>
                  <a:lnTo>
                    <a:pt x="33396" y="61940"/>
                  </a:lnTo>
                  <a:lnTo>
                    <a:pt x="24564" y="62384"/>
                  </a:lnTo>
                  <a:lnTo>
                    <a:pt x="23965" y="62870"/>
                  </a:lnTo>
                  <a:lnTo>
                    <a:pt x="17013" y="68504"/>
                  </a:lnTo>
                  <a:lnTo>
                    <a:pt x="18304" y="70190"/>
                  </a:lnTo>
                  <a:lnTo>
                    <a:pt x="12601" y="72923"/>
                  </a:lnTo>
                  <a:lnTo>
                    <a:pt x="10597" y="70464"/>
                  </a:lnTo>
                  <a:lnTo>
                    <a:pt x="8904" y="71329"/>
                  </a:lnTo>
                  <a:lnTo>
                    <a:pt x="4137" y="68824"/>
                  </a:lnTo>
                  <a:lnTo>
                    <a:pt x="1485" y="69588"/>
                  </a:lnTo>
                  <a:lnTo>
                    <a:pt x="0" y="70016"/>
                  </a:lnTo>
                  <a:lnTo>
                    <a:pt x="50" y="67649"/>
                  </a:lnTo>
                  <a:lnTo>
                    <a:pt x="71" y="66701"/>
                  </a:lnTo>
                  <a:lnTo>
                    <a:pt x="1711" y="64819"/>
                  </a:lnTo>
                  <a:lnTo>
                    <a:pt x="3278" y="63022"/>
                  </a:lnTo>
                  <a:lnTo>
                    <a:pt x="10998" y="58169"/>
                  </a:lnTo>
                  <a:lnTo>
                    <a:pt x="14784" y="57167"/>
                  </a:lnTo>
                  <a:lnTo>
                    <a:pt x="18616" y="54116"/>
                  </a:lnTo>
                  <a:lnTo>
                    <a:pt x="6320" y="45874"/>
                  </a:lnTo>
                  <a:lnTo>
                    <a:pt x="8815" y="42595"/>
                  </a:lnTo>
                  <a:lnTo>
                    <a:pt x="9382" y="42937"/>
                  </a:lnTo>
                  <a:lnTo>
                    <a:pt x="9699" y="43127"/>
                  </a:lnTo>
                  <a:lnTo>
                    <a:pt x="10438" y="43572"/>
                  </a:lnTo>
                  <a:lnTo>
                    <a:pt x="17368" y="47741"/>
                  </a:lnTo>
                  <a:lnTo>
                    <a:pt x="17596" y="47601"/>
                  </a:lnTo>
                  <a:lnTo>
                    <a:pt x="18482" y="47058"/>
                  </a:lnTo>
                  <a:lnTo>
                    <a:pt x="18215" y="45419"/>
                  </a:lnTo>
                  <a:lnTo>
                    <a:pt x="27042" y="30293"/>
                  </a:lnTo>
                  <a:lnTo>
                    <a:pt x="27549" y="29425"/>
                  </a:lnTo>
                  <a:lnTo>
                    <a:pt x="28752" y="17814"/>
                  </a:lnTo>
                  <a:lnTo>
                    <a:pt x="37189" y="9869"/>
                  </a:lnTo>
                  <a:lnTo>
                    <a:pt x="33554" y="6758"/>
                  </a:lnTo>
                  <a:lnTo>
                    <a:pt x="37055" y="0"/>
                  </a:lnTo>
                  <a:lnTo>
                    <a:pt x="44246" y="5165"/>
                  </a:lnTo>
                  <a:lnTo>
                    <a:pt x="44041" y="55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1998075" y="4681879"/>
              <a:ext cx="181010" cy="269545"/>
            </a:xfrm>
            <a:custGeom>
              <a:avLst/>
              <a:pathLst>
                <a:path w="181010" h="269545">
                  <a:moveTo>
                    <a:pt x="130520" y="53010"/>
                  </a:moveTo>
                  <a:lnTo>
                    <a:pt x="130643" y="53434"/>
                  </a:lnTo>
                  <a:lnTo>
                    <a:pt x="131991" y="58069"/>
                  </a:lnTo>
                  <a:lnTo>
                    <a:pt x="133593" y="63577"/>
                  </a:lnTo>
                  <a:lnTo>
                    <a:pt x="134839" y="67864"/>
                  </a:lnTo>
                  <a:lnTo>
                    <a:pt x="136733" y="74376"/>
                  </a:lnTo>
                  <a:lnTo>
                    <a:pt x="136806" y="74627"/>
                  </a:lnTo>
                  <a:lnTo>
                    <a:pt x="136911" y="74990"/>
                  </a:lnTo>
                  <a:lnTo>
                    <a:pt x="137009" y="75325"/>
                  </a:lnTo>
                  <a:lnTo>
                    <a:pt x="140025" y="85700"/>
                  </a:lnTo>
                  <a:lnTo>
                    <a:pt x="140394" y="86967"/>
                  </a:lnTo>
                  <a:lnTo>
                    <a:pt x="140648" y="87841"/>
                  </a:lnTo>
                  <a:lnTo>
                    <a:pt x="140737" y="88176"/>
                  </a:lnTo>
                  <a:lnTo>
                    <a:pt x="140898" y="88778"/>
                  </a:lnTo>
                  <a:lnTo>
                    <a:pt x="141019" y="89234"/>
                  </a:lnTo>
                  <a:lnTo>
                    <a:pt x="141255" y="90118"/>
                  </a:lnTo>
                  <a:lnTo>
                    <a:pt x="141437" y="90800"/>
                  </a:lnTo>
                  <a:lnTo>
                    <a:pt x="141635" y="91545"/>
                  </a:lnTo>
                  <a:lnTo>
                    <a:pt x="142068" y="93166"/>
                  </a:lnTo>
                  <a:lnTo>
                    <a:pt x="142583" y="95101"/>
                  </a:lnTo>
                  <a:lnTo>
                    <a:pt x="142989" y="96624"/>
                  </a:lnTo>
                  <a:lnTo>
                    <a:pt x="143456" y="98375"/>
                  </a:lnTo>
                  <a:lnTo>
                    <a:pt x="143547" y="98716"/>
                  </a:lnTo>
                  <a:lnTo>
                    <a:pt x="143948" y="100222"/>
                  </a:lnTo>
                  <a:lnTo>
                    <a:pt x="144371" y="101808"/>
                  </a:lnTo>
                  <a:lnTo>
                    <a:pt x="144535" y="102423"/>
                  </a:lnTo>
                  <a:lnTo>
                    <a:pt x="144738" y="103183"/>
                  </a:lnTo>
                  <a:lnTo>
                    <a:pt x="145001" y="104171"/>
                  </a:lnTo>
                  <a:lnTo>
                    <a:pt x="146473" y="109696"/>
                  </a:lnTo>
                  <a:lnTo>
                    <a:pt x="147835" y="114805"/>
                  </a:lnTo>
                  <a:lnTo>
                    <a:pt x="148720" y="118124"/>
                  </a:lnTo>
                  <a:lnTo>
                    <a:pt x="150283" y="123989"/>
                  </a:lnTo>
                  <a:lnTo>
                    <a:pt x="150427" y="124528"/>
                  </a:lnTo>
                  <a:lnTo>
                    <a:pt x="151395" y="128158"/>
                  </a:lnTo>
                  <a:lnTo>
                    <a:pt x="153028" y="134288"/>
                  </a:lnTo>
                  <a:lnTo>
                    <a:pt x="154416" y="139494"/>
                  </a:lnTo>
                  <a:lnTo>
                    <a:pt x="154763" y="140794"/>
                  </a:lnTo>
                  <a:lnTo>
                    <a:pt x="156491" y="147278"/>
                  </a:lnTo>
                  <a:lnTo>
                    <a:pt x="157086" y="149510"/>
                  </a:lnTo>
                  <a:lnTo>
                    <a:pt x="157181" y="149864"/>
                  </a:lnTo>
                  <a:lnTo>
                    <a:pt x="157275" y="150220"/>
                  </a:lnTo>
                  <a:lnTo>
                    <a:pt x="157534" y="151192"/>
                  </a:lnTo>
                  <a:lnTo>
                    <a:pt x="157699" y="151809"/>
                  </a:lnTo>
                  <a:lnTo>
                    <a:pt x="159248" y="157619"/>
                  </a:lnTo>
                  <a:lnTo>
                    <a:pt x="159549" y="158751"/>
                  </a:lnTo>
                  <a:lnTo>
                    <a:pt x="159647" y="159119"/>
                  </a:lnTo>
                  <a:lnTo>
                    <a:pt x="160298" y="161559"/>
                  </a:lnTo>
                  <a:lnTo>
                    <a:pt x="162174" y="168598"/>
                  </a:lnTo>
                  <a:lnTo>
                    <a:pt x="162508" y="169852"/>
                  </a:lnTo>
                  <a:lnTo>
                    <a:pt x="164012" y="175493"/>
                  </a:lnTo>
                  <a:lnTo>
                    <a:pt x="165441" y="180855"/>
                  </a:lnTo>
                  <a:lnTo>
                    <a:pt x="165707" y="181852"/>
                  </a:lnTo>
                  <a:lnTo>
                    <a:pt x="167289" y="187788"/>
                  </a:lnTo>
                  <a:lnTo>
                    <a:pt x="167607" y="188980"/>
                  </a:lnTo>
                  <a:lnTo>
                    <a:pt x="168128" y="190935"/>
                  </a:lnTo>
                  <a:lnTo>
                    <a:pt x="168302" y="191601"/>
                  </a:lnTo>
                  <a:lnTo>
                    <a:pt x="168378" y="191890"/>
                  </a:lnTo>
                  <a:lnTo>
                    <a:pt x="168935" y="194015"/>
                  </a:lnTo>
                  <a:lnTo>
                    <a:pt x="169049" y="194448"/>
                  </a:lnTo>
                  <a:lnTo>
                    <a:pt x="171156" y="202488"/>
                  </a:lnTo>
                  <a:lnTo>
                    <a:pt x="171364" y="203283"/>
                  </a:lnTo>
                  <a:lnTo>
                    <a:pt x="171447" y="203600"/>
                  </a:lnTo>
                  <a:lnTo>
                    <a:pt x="172150" y="206279"/>
                  </a:lnTo>
                  <a:lnTo>
                    <a:pt x="172609" y="207729"/>
                  </a:lnTo>
                  <a:lnTo>
                    <a:pt x="174030" y="212207"/>
                  </a:lnTo>
                  <a:lnTo>
                    <a:pt x="174121" y="212495"/>
                  </a:lnTo>
                  <a:lnTo>
                    <a:pt x="175357" y="215671"/>
                  </a:lnTo>
                  <a:lnTo>
                    <a:pt x="177916" y="220769"/>
                  </a:lnTo>
                  <a:lnTo>
                    <a:pt x="178422" y="221778"/>
                  </a:lnTo>
                  <a:lnTo>
                    <a:pt x="180482" y="225881"/>
                  </a:lnTo>
                  <a:lnTo>
                    <a:pt x="181010" y="226932"/>
                  </a:lnTo>
                  <a:lnTo>
                    <a:pt x="172460" y="231945"/>
                  </a:lnTo>
                  <a:lnTo>
                    <a:pt x="165779" y="235862"/>
                  </a:lnTo>
                  <a:lnTo>
                    <a:pt x="165598" y="235968"/>
                  </a:lnTo>
                  <a:lnTo>
                    <a:pt x="159479" y="239556"/>
                  </a:lnTo>
                  <a:lnTo>
                    <a:pt x="146726" y="247033"/>
                  </a:lnTo>
                  <a:lnTo>
                    <a:pt x="144661" y="248244"/>
                  </a:lnTo>
                  <a:lnTo>
                    <a:pt x="138734" y="251719"/>
                  </a:lnTo>
                  <a:lnTo>
                    <a:pt x="136720" y="252900"/>
                  </a:lnTo>
                  <a:lnTo>
                    <a:pt x="135796" y="253442"/>
                  </a:lnTo>
                  <a:lnTo>
                    <a:pt x="125930" y="256712"/>
                  </a:lnTo>
                  <a:lnTo>
                    <a:pt x="113735" y="260755"/>
                  </a:lnTo>
                  <a:lnTo>
                    <a:pt x="101645" y="264763"/>
                  </a:lnTo>
                  <a:lnTo>
                    <a:pt x="101370" y="264854"/>
                  </a:lnTo>
                  <a:lnTo>
                    <a:pt x="88511" y="269117"/>
                  </a:lnTo>
                  <a:lnTo>
                    <a:pt x="87220" y="269545"/>
                  </a:lnTo>
                  <a:lnTo>
                    <a:pt x="87029" y="268841"/>
                  </a:lnTo>
                  <a:lnTo>
                    <a:pt x="85151" y="261885"/>
                  </a:lnTo>
                  <a:lnTo>
                    <a:pt x="82372" y="251598"/>
                  </a:lnTo>
                  <a:lnTo>
                    <a:pt x="81713" y="249157"/>
                  </a:lnTo>
                  <a:lnTo>
                    <a:pt x="81295" y="247608"/>
                  </a:lnTo>
                  <a:lnTo>
                    <a:pt x="81104" y="246900"/>
                  </a:lnTo>
                  <a:lnTo>
                    <a:pt x="80741" y="246075"/>
                  </a:lnTo>
                  <a:lnTo>
                    <a:pt x="80378" y="245251"/>
                  </a:lnTo>
                  <a:lnTo>
                    <a:pt x="77299" y="238253"/>
                  </a:lnTo>
                  <a:lnTo>
                    <a:pt x="77155" y="237927"/>
                  </a:lnTo>
                  <a:lnTo>
                    <a:pt x="73963" y="230671"/>
                  </a:lnTo>
                  <a:lnTo>
                    <a:pt x="73797" y="230294"/>
                  </a:lnTo>
                  <a:lnTo>
                    <a:pt x="71534" y="225152"/>
                  </a:lnTo>
                  <a:lnTo>
                    <a:pt x="70395" y="222562"/>
                  </a:lnTo>
                  <a:lnTo>
                    <a:pt x="70127" y="221953"/>
                  </a:lnTo>
                  <a:lnTo>
                    <a:pt x="68931" y="219234"/>
                  </a:lnTo>
                  <a:lnTo>
                    <a:pt x="68708" y="218728"/>
                  </a:lnTo>
                  <a:lnTo>
                    <a:pt x="68223" y="217626"/>
                  </a:lnTo>
                  <a:lnTo>
                    <a:pt x="67901" y="216895"/>
                  </a:lnTo>
                  <a:lnTo>
                    <a:pt x="66988" y="214653"/>
                  </a:lnTo>
                  <a:lnTo>
                    <a:pt x="66585" y="213663"/>
                  </a:lnTo>
                  <a:lnTo>
                    <a:pt x="66382" y="213166"/>
                  </a:lnTo>
                  <a:lnTo>
                    <a:pt x="63497" y="206084"/>
                  </a:lnTo>
                  <a:lnTo>
                    <a:pt x="63274" y="205536"/>
                  </a:lnTo>
                  <a:lnTo>
                    <a:pt x="60296" y="198226"/>
                  </a:lnTo>
                  <a:lnTo>
                    <a:pt x="59987" y="197469"/>
                  </a:lnTo>
                  <a:lnTo>
                    <a:pt x="56275" y="188357"/>
                  </a:lnTo>
                  <a:lnTo>
                    <a:pt x="56018" y="187726"/>
                  </a:lnTo>
                  <a:lnTo>
                    <a:pt x="55813" y="187222"/>
                  </a:lnTo>
                  <a:lnTo>
                    <a:pt x="55091" y="185449"/>
                  </a:lnTo>
                  <a:lnTo>
                    <a:pt x="54622" y="184300"/>
                  </a:lnTo>
                  <a:lnTo>
                    <a:pt x="51945" y="177728"/>
                  </a:lnTo>
                  <a:lnTo>
                    <a:pt x="51624" y="176940"/>
                  </a:lnTo>
                  <a:lnTo>
                    <a:pt x="51180" y="175851"/>
                  </a:lnTo>
                  <a:lnTo>
                    <a:pt x="46745" y="164963"/>
                  </a:lnTo>
                  <a:lnTo>
                    <a:pt x="46292" y="163853"/>
                  </a:lnTo>
                  <a:lnTo>
                    <a:pt x="43506" y="157013"/>
                  </a:lnTo>
                  <a:lnTo>
                    <a:pt x="43297" y="156500"/>
                  </a:lnTo>
                  <a:lnTo>
                    <a:pt x="40252" y="149027"/>
                  </a:lnTo>
                  <a:lnTo>
                    <a:pt x="39930" y="148235"/>
                  </a:lnTo>
                  <a:lnTo>
                    <a:pt x="38877" y="145652"/>
                  </a:lnTo>
                  <a:lnTo>
                    <a:pt x="38603" y="144978"/>
                  </a:lnTo>
                  <a:lnTo>
                    <a:pt x="37775" y="142945"/>
                  </a:lnTo>
                  <a:lnTo>
                    <a:pt x="37021" y="141096"/>
                  </a:lnTo>
                  <a:lnTo>
                    <a:pt x="34764" y="135555"/>
                  </a:lnTo>
                  <a:lnTo>
                    <a:pt x="34495" y="134895"/>
                  </a:lnTo>
                  <a:lnTo>
                    <a:pt x="34174" y="134106"/>
                  </a:lnTo>
                  <a:lnTo>
                    <a:pt x="31224" y="126865"/>
                  </a:lnTo>
                  <a:lnTo>
                    <a:pt x="30849" y="125946"/>
                  </a:lnTo>
                  <a:lnTo>
                    <a:pt x="30441" y="124943"/>
                  </a:lnTo>
                  <a:lnTo>
                    <a:pt x="30340" y="124697"/>
                  </a:lnTo>
                  <a:lnTo>
                    <a:pt x="30035" y="123948"/>
                  </a:lnTo>
                  <a:lnTo>
                    <a:pt x="29789" y="123457"/>
                  </a:lnTo>
                  <a:lnTo>
                    <a:pt x="28743" y="121369"/>
                  </a:lnTo>
                  <a:lnTo>
                    <a:pt x="23071" y="110054"/>
                  </a:lnTo>
                  <a:lnTo>
                    <a:pt x="20267" y="104946"/>
                  </a:lnTo>
                  <a:lnTo>
                    <a:pt x="17705" y="100281"/>
                  </a:lnTo>
                  <a:lnTo>
                    <a:pt x="17420" y="99761"/>
                  </a:lnTo>
                  <a:lnTo>
                    <a:pt x="11830" y="89580"/>
                  </a:lnTo>
                  <a:lnTo>
                    <a:pt x="11527" y="89028"/>
                  </a:lnTo>
                  <a:lnTo>
                    <a:pt x="10051" y="86341"/>
                  </a:lnTo>
                  <a:lnTo>
                    <a:pt x="6403" y="79696"/>
                  </a:lnTo>
                  <a:lnTo>
                    <a:pt x="4306" y="78088"/>
                  </a:lnTo>
                  <a:lnTo>
                    <a:pt x="1380" y="75845"/>
                  </a:lnTo>
                  <a:lnTo>
                    <a:pt x="0" y="74786"/>
                  </a:lnTo>
                  <a:lnTo>
                    <a:pt x="3042" y="67135"/>
                  </a:lnTo>
                  <a:lnTo>
                    <a:pt x="3132" y="66911"/>
                  </a:lnTo>
                  <a:lnTo>
                    <a:pt x="3425" y="66173"/>
                  </a:lnTo>
                  <a:lnTo>
                    <a:pt x="3499" y="65988"/>
                  </a:lnTo>
                  <a:lnTo>
                    <a:pt x="3700" y="65483"/>
                  </a:lnTo>
                  <a:lnTo>
                    <a:pt x="4498" y="63474"/>
                  </a:lnTo>
                  <a:lnTo>
                    <a:pt x="5301" y="61455"/>
                  </a:lnTo>
                  <a:lnTo>
                    <a:pt x="5680" y="60504"/>
                  </a:lnTo>
                  <a:lnTo>
                    <a:pt x="7446" y="56063"/>
                  </a:lnTo>
                  <a:lnTo>
                    <a:pt x="8331" y="53837"/>
                  </a:lnTo>
                  <a:lnTo>
                    <a:pt x="8845" y="52543"/>
                  </a:lnTo>
                  <a:lnTo>
                    <a:pt x="9069" y="51980"/>
                  </a:lnTo>
                  <a:lnTo>
                    <a:pt x="11223" y="52058"/>
                  </a:lnTo>
                  <a:lnTo>
                    <a:pt x="11390" y="52064"/>
                  </a:lnTo>
                  <a:lnTo>
                    <a:pt x="11798" y="52079"/>
                  </a:lnTo>
                  <a:lnTo>
                    <a:pt x="12816" y="52116"/>
                  </a:lnTo>
                  <a:lnTo>
                    <a:pt x="13406" y="52137"/>
                  </a:lnTo>
                  <a:lnTo>
                    <a:pt x="13952" y="52157"/>
                  </a:lnTo>
                  <a:lnTo>
                    <a:pt x="14416" y="52174"/>
                  </a:lnTo>
                  <a:lnTo>
                    <a:pt x="15801" y="52624"/>
                  </a:lnTo>
                  <a:lnTo>
                    <a:pt x="16217" y="52759"/>
                  </a:lnTo>
                  <a:lnTo>
                    <a:pt x="17045" y="53028"/>
                  </a:lnTo>
                  <a:lnTo>
                    <a:pt x="19005" y="53048"/>
                  </a:lnTo>
                  <a:lnTo>
                    <a:pt x="20696" y="53065"/>
                  </a:lnTo>
                  <a:lnTo>
                    <a:pt x="24803" y="51357"/>
                  </a:lnTo>
                  <a:lnTo>
                    <a:pt x="31465" y="47229"/>
                  </a:lnTo>
                  <a:lnTo>
                    <a:pt x="32251" y="46742"/>
                  </a:lnTo>
                  <a:lnTo>
                    <a:pt x="32598" y="46526"/>
                  </a:lnTo>
                  <a:lnTo>
                    <a:pt x="38345" y="42965"/>
                  </a:lnTo>
                  <a:lnTo>
                    <a:pt x="38484" y="42878"/>
                  </a:lnTo>
                  <a:lnTo>
                    <a:pt x="38694" y="42748"/>
                  </a:lnTo>
                  <a:lnTo>
                    <a:pt x="39354" y="42339"/>
                  </a:lnTo>
                  <a:lnTo>
                    <a:pt x="40574" y="41583"/>
                  </a:lnTo>
                  <a:lnTo>
                    <a:pt x="46486" y="37919"/>
                  </a:lnTo>
                  <a:lnTo>
                    <a:pt x="48139" y="36894"/>
                  </a:lnTo>
                  <a:lnTo>
                    <a:pt x="48348" y="36765"/>
                  </a:lnTo>
                  <a:lnTo>
                    <a:pt x="53641" y="33484"/>
                  </a:lnTo>
                  <a:lnTo>
                    <a:pt x="57227" y="31262"/>
                  </a:lnTo>
                  <a:lnTo>
                    <a:pt x="57505" y="31090"/>
                  </a:lnTo>
                  <a:lnTo>
                    <a:pt x="57955" y="30811"/>
                  </a:lnTo>
                  <a:lnTo>
                    <a:pt x="63000" y="27683"/>
                  </a:lnTo>
                  <a:lnTo>
                    <a:pt x="66823" y="25314"/>
                  </a:lnTo>
                  <a:lnTo>
                    <a:pt x="67096" y="25145"/>
                  </a:lnTo>
                  <a:lnTo>
                    <a:pt x="70630" y="22955"/>
                  </a:lnTo>
                  <a:lnTo>
                    <a:pt x="72859" y="21573"/>
                  </a:lnTo>
                  <a:lnTo>
                    <a:pt x="73979" y="20879"/>
                  </a:lnTo>
                  <a:lnTo>
                    <a:pt x="75102" y="20291"/>
                  </a:lnTo>
                  <a:lnTo>
                    <a:pt x="76385" y="19620"/>
                  </a:lnTo>
                  <a:lnTo>
                    <a:pt x="81154" y="17124"/>
                  </a:lnTo>
                  <a:lnTo>
                    <a:pt x="82784" y="16271"/>
                  </a:lnTo>
                  <a:lnTo>
                    <a:pt x="87193" y="13963"/>
                  </a:lnTo>
                  <a:lnTo>
                    <a:pt x="88049" y="13515"/>
                  </a:lnTo>
                  <a:lnTo>
                    <a:pt x="89995" y="12496"/>
                  </a:lnTo>
                  <a:lnTo>
                    <a:pt x="90809" y="12071"/>
                  </a:lnTo>
                  <a:lnTo>
                    <a:pt x="96197" y="9459"/>
                  </a:lnTo>
                  <a:lnTo>
                    <a:pt x="96331" y="9394"/>
                  </a:lnTo>
                  <a:lnTo>
                    <a:pt x="97470" y="8842"/>
                  </a:lnTo>
                  <a:lnTo>
                    <a:pt x="99986" y="7622"/>
                  </a:lnTo>
                  <a:lnTo>
                    <a:pt x="106160" y="4630"/>
                  </a:lnTo>
                  <a:lnTo>
                    <a:pt x="107633" y="3916"/>
                  </a:lnTo>
                  <a:lnTo>
                    <a:pt x="109376" y="3071"/>
                  </a:lnTo>
                  <a:lnTo>
                    <a:pt x="110328" y="2610"/>
                  </a:lnTo>
                  <a:lnTo>
                    <a:pt x="110624" y="2447"/>
                  </a:lnTo>
                  <a:lnTo>
                    <a:pt x="111337" y="2053"/>
                  </a:lnTo>
                  <a:lnTo>
                    <a:pt x="112104" y="1630"/>
                  </a:lnTo>
                  <a:lnTo>
                    <a:pt x="115058" y="0"/>
                  </a:lnTo>
                  <a:lnTo>
                    <a:pt x="120077" y="17173"/>
                  </a:lnTo>
                  <a:lnTo>
                    <a:pt x="121081" y="20607"/>
                  </a:lnTo>
                  <a:lnTo>
                    <a:pt x="124411" y="32001"/>
                  </a:lnTo>
                  <a:lnTo>
                    <a:pt x="124693" y="32971"/>
                  </a:lnTo>
                  <a:lnTo>
                    <a:pt x="125589" y="36050"/>
                  </a:lnTo>
                  <a:lnTo>
                    <a:pt x="127598" y="42961"/>
                  </a:lnTo>
                  <a:lnTo>
                    <a:pt x="127962" y="44213"/>
                  </a:lnTo>
                  <a:lnTo>
                    <a:pt x="128070" y="44582"/>
                  </a:lnTo>
                  <a:lnTo>
                    <a:pt x="128143" y="44836"/>
                  </a:lnTo>
                  <a:lnTo>
                    <a:pt x="128253" y="45214"/>
                  </a:lnTo>
                  <a:lnTo>
                    <a:pt x="128671" y="46651"/>
                  </a:lnTo>
                  <a:lnTo>
                    <a:pt x="130472" y="528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2138994" y="4743908"/>
              <a:ext cx="224581" cy="141254"/>
            </a:xfrm>
            <a:custGeom>
              <a:avLst/>
              <a:pathLst>
                <a:path w="224581" h="141254">
                  <a:moveTo>
                    <a:pt x="186906" y="107955"/>
                  </a:moveTo>
                  <a:lnTo>
                    <a:pt x="181491" y="109987"/>
                  </a:lnTo>
                  <a:lnTo>
                    <a:pt x="179093" y="110887"/>
                  </a:lnTo>
                  <a:lnTo>
                    <a:pt x="172139" y="115163"/>
                  </a:lnTo>
                  <a:lnTo>
                    <a:pt x="167272" y="118156"/>
                  </a:lnTo>
                  <a:lnTo>
                    <a:pt x="166042" y="118913"/>
                  </a:lnTo>
                  <a:lnTo>
                    <a:pt x="165891" y="119005"/>
                  </a:lnTo>
                  <a:lnTo>
                    <a:pt x="158590" y="123495"/>
                  </a:lnTo>
                  <a:lnTo>
                    <a:pt x="149356" y="129173"/>
                  </a:lnTo>
                  <a:lnTo>
                    <a:pt x="148989" y="129399"/>
                  </a:lnTo>
                  <a:lnTo>
                    <a:pt x="138625" y="135924"/>
                  </a:lnTo>
                  <a:lnTo>
                    <a:pt x="137897" y="134804"/>
                  </a:lnTo>
                  <a:lnTo>
                    <a:pt x="132278" y="126157"/>
                  </a:lnTo>
                  <a:lnTo>
                    <a:pt x="132153" y="125954"/>
                  </a:lnTo>
                  <a:lnTo>
                    <a:pt x="131950" y="125625"/>
                  </a:lnTo>
                  <a:lnTo>
                    <a:pt x="130336" y="123007"/>
                  </a:lnTo>
                  <a:lnTo>
                    <a:pt x="129823" y="122175"/>
                  </a:lnTo>
                  <a:lnTo>
                    <a:pt x="128109" y="119398"/>
                  </a:lnTo>
                  <a:lnTo>
                    <a:pt x="127935" y="119115"/>
                  </a:lnTo>
                  <a:lnTo>
                    <a:pt x="127576" y="118532"/>
                  </a:lnTo>
                  <a:lnTo>
                    <a:pt x="126930" y="117485"/>
                  </a:lnTo>
                  <a:lnTo>
                    <a:pt x="126485" y="116763"/>
                  </a:lnTo>
                  <a:lnTo>
                    <a:pt x="126364" y="116567"/>
                  </a:lnTo>
                  <a:lnTo>
                    <a:pt x="126063" y="116073"/>
                  </a:lnTo>
                  <a:lnTo>
                    <a:pt x="125697" y="115473"/>
                  </a:lnTo>
                  <a:lnTo>
                    <a:pt x="125369" y="114935"/>
                  </a:lnTo>
                  <a:lnTo>
                    <a:pt x="124476" y="113471"/>
                  </a:lnTo>
                  <a:lnTo>
                    <a:pt x="124204" y="113024"/>
                  </a:lnTo>
                  <a:lnTo>
                    <a:pt x="123251" y="111462"/>
                  </a:lnTo>
                  <a:lnTo>
                    <a:pt x="121547" y="108665"/>
                  </a:lnTo>
                  <a:lnTo>
                    <a:pt x="120980" y="109007"/>
                  </a:lnTo>
                  <a:lnTo>
                    <a:pt x="120555" y="109263"/>
                  </a:lnTo>
                  <a:lnTo>
                    <a:pt x="110410" y="115371"/>
                  </a:lnTo>
                  <a:lnTo>
                    <a:pt x="109574" y="115886"/>
                  </a:lnTo>
                  <a:lnTo>
                    <a:pt x="96589" y="123885"/>
                  </a:lnTo>
                  <a:lnTo>
                    <a:pt x="95963" y="124048"/>
                  </a:lnTo>
                  <a:lnTo>
                    <a:pt x="92848" y="124860"/>
                  </a:lnTo>
                  <a:lnTo>
                    <a:pt x="80242" y="128144"/>
                  </a:lnTo>
                  <a:lnTo>
                    <a:pt x="78763" y="128529"/>
                  </a:lnTo>
                  <a:lnTo>
                    <a:pt x="75677" y="129358"/>
                  </a:lnTo>
                  <a:lnTo>
                    <a:pt x="71423" y="130501"/>
                  </a:lnTo>
                  <a:lnTo>
                    <a:pt x="69989" y="130887"/>
                  </a:lnTo>
                  <a:lnTo>
                    <a:pt x="61175" y="133255"/>
                  </a:lnTo>
                  <a:lnTo>
                    <a:pt x="52655" y="135738"/>
                  </a:lnTo>
                  <a:lnTo>
                    <a:pt x="49173" y="136753"/>
                  </a:lnTo>
                  <a:lnTo>
                    <a:pt x="48612" y="136917"/>
                  </a:lnTo>
                  <a:lnTo>
                    <a:pt x="36571" y="139791"/>
                  </a:lnTo>
                  <a:lnTo>
                    <a:pt x="35901" y="139951"/>
                  </a:lnTo>
                  <a:lnTo>
                    <a:pt x="34054" y="140393"/>
                  </a:lnTo>
                  <a:lnTo>
                    <a:pt x="31104" y="141097"/>
                  </a:lnTo>
                  <a:lnTo>
                    <a:pt x="30445" y="141254"/>
                  </a:lnTo>
                  <a:lnTo>
                    <a:pt x="30218" y="140387"/>
                  </a:lnTo>
                  <a:lnTo>
                    <a:pt x="28129" y="132419"/>
                  </a:lnTo>
                  <a:lnTo>
                    <a:pt x="28016" y="131987"/>
                  </a:lnTo>
                  <a:lnTo>
                    <a:pt x="27430" y="129751"/>
                  </a:lnTo>
                  <a:lnTo>
                    <a:pt x="27383" y="129572"/>
                  </a:lnTo>
                  <a:lnTo>
                    <a:pt x="27199" y="128869"/>
                  </a:lnTo>
                  <a:lnTo>
                    <a:pt x="26688" y="126951"/>
                  </a:lnTo>
                  <a:lnTo>
                    <a:pt x="26370" y="125759"/>
                  </a:lnTo>
                  <a:lnTo>
                    <a:pt x="24788" y="119823"/>
                  </a:lnTo>
                  <a:lnTo>
                    <a:pt x="24522" y="118826"/>
                  </a:lnTo>
                  <a:lnTo>
                    <a:pt x="23093" y="113465"/>
                  </a:lnTo>
                  <a:lnTo>
                    <a:pt x="21571" y="107756"/>
                  </a:lnTo>
                  <a:lnTo>
                    <a:pt x="21255" y="106570"/>
                  </a:lnTo>
                  <a:lnTo>
                    <a:pt x="19379" y="99530"/>
                  </a:lnTo>
                  <a:lnTo>
                    <a:pt x="18721" y="97064"/>
                  </a:lnTo>
                  <a:lnTo>
                    <a:pt x="18630" y="96722"/>
                  </a:lnTo>
                  <a:lnTo>
                    <a:pt x="18328" y="95591"/>
                  </a:lnTo>
                  <a:lnTo>
                    <a:pt x="16780" y="89781"/>
                  </a:lnTo>
                  <a:lnTo>
                    <a:pt x="16615" y="89163"/>
                  </a:lnTo>
                  <a:lnTo>
                    <a:pt x="16334" y="88109"/>
                  </a:lnTo>
                  <a:lnTo>
                    <a:pt x="16261" y="87836"/>
                  </a:lnTo>
                  <a:lnTo>
                    <a:pt x="16151" y="87420"/>
                  </a:lnTo>
                  <a:lnTo>
                    <a:pt x="15572" y="85250"/>
                  </a:lnTo>
                  <a:lnTo>
                    <a:pt x="13844" y="78766"/>
                  </a:lnTo>
                  <a:lnTo>
                    <a:pt x="13497" y="77466"/>
                  </a:lnTo>
                  <a:lnTo>
                    <a:pt x="12109" y="72259"/>
                  </a:lnTo>
                  <a:lnTo>
                    <a:pt x="10476" y="66130"/>
                  </a:lnTo>
                  <a:lnTo>
                    <a:pt x="9508" y="62500"/>
                  </a:lnTo>
                  <a:lnTo>
                    <a:pt x="9364" y="61960"/>
                  </a:lnTo>
                  <a:lnTo>
                    <a:pt x="7801" y="56096"/>
                  </a:lnTo>
                  <a:lnTo>
                    <a:pt x="6916" y="52776"/>
                  </a:lnTo>
                  <a:lnTo>
                    <a:pt x="5554" y="47667"/>
                  </a:lnTo>
                  <a:lnTo>
                    <a:pt x="4082" y="42143"/>
                  </a:lnTo>
                  <a:lnTo>
                    <a:pt x="3818" y="41155"/>
                  </a:lnTo>
                  <a:lnTo>
                    <a:pt x="3616" y="40394"/>
                  </a:lnTo>
                  <a:lnTo>
                    <a:pt x="3439" y="39730"/>
                  </a:lnTo>
                  <a:lnTo>
                    <a:pt x="3026" y="38182"/>
                  </a:lnTo>
                  <a:lnTo>
                    <a:pt x="2628" y="36688"/>
                  </a:lnTo>
                  <a:lnTo>
                    <a:pt x="2537" y="36347"/>
                  </a:lnTo>
                  <a:lnTo>
                    <a:pt x="2070" y="34596"/>
                  </a:lnTo>
                  <a:lnTo>
                    <a:pt x="1664" y="33073"/>
                  </a:lnTo>
                  <a:lnTo>
                    <a:pt x="1148" y="31138"/>
                  </a:lnTo>
                  <a:lnTo>
                    <a:pt x="716" y="29517"/>
                  </a:lnTo>
                  <a:lnTo>
                    <a:pt x="518" y="28772"/>
                  </a:lnTo>
                  <a:lnTo>
                    <a:pt x="336" y="28090"/>
                  </a:lnTo>
                  <a:lnTo>
                    <a:pt x="100" y="27206"/>
                  </a:lnTo>
                  <a:lnTo>
                    <a:pt x="0" y="26743"/>
                  </a:lnTo>
                  <a:lnTo>
                    <a:pt x="6063" y="25009"/>
                  </a:lnTo>
                  <a:lnTo>
                    <a:pt x="11677" y="23403"/>
                  </a:lnTo>
                  <a:lnTo>
                    <a:pt x="13796" y="22796"/>
                  </a:lnTo>
                  <a:lnTo>
                    <a:pt x="16346" y="22067"/>
                  </a:lnTo>
                  <a:lnTo>
                    <a:pt x="17933" y="21613"/>
                  </a:lnTo>
                  <a:lnTo>
                    <a:pt x="18299" y="21508"/>
                  </a:lnTo>
                  <a:lnTo>
                    <a:pt x="18464" y="21468"/>
                  </a:lnTo>
                  <a:lnTo>
                    <a:pt x="19241" y="21277"/>
                  </a:lnTo>
                  <a:lnTo>
                    <a:pt x="29091" y="18862"/>
                  </a:lnTo>
                  <a:lnTo>
                    <a:pt x="30237" y="18581"/>
                  </a:lnTo>
                  <a:lnTo>
                    <a:pt x="36143" y="17133"/>
                  </a:lnTo>
                  <a:lnTo>
                    <a:pt x="39800" y="16236"/>
                  </a:lnTo>
                  <a:lnTo>
                    <a:pt x="40848" y="15979"/>
                  </a:lnTo>
                  <a:lnTo>
                    <a:pt x="48270" y="14159"/>
                  </a:lnTo>
                  <a:lnTo>
                    <a:pt x="50380" y="13642"/>
                  </a:lnTo>
                  <a:lnTo>
                    <a:pt x="50730" y="13573"/>
                  </a:lnTo>
                  <a:lnTo>
                    <a:pt x="61315" y="11497"/>
                  </a:lnTo>
                  <a:lnTo>
                    <a:pt x="61652" y="11431"/>
                  </a:lnTo>
                  <a:lnTo>
                    <a:pt x="62029" y="11357"/>
                  </a:lnTo>
                  <a:lnTo>
                    <a:pt x="69628" y="9866"/>
                  </a:lnTo>
                  <a:lnTo>
                    <a:pt x="71773" y="9445"/>
                  </a:lnTo>
                  <a:lnTo>
                    <a:pt x="72880" y="9228"/>
                  </a:lnTo>
                  <a:lnTo>
                    <a:pt x="73550" y="9097"/>
                  </a:lnTo>
                  <a:lnTo>
                    <a:pt x="80049" y="7822"/>
                  </a:lnTo>
                  <a:lnTo>
                    <a:pt x="80551" y="7723"/>
                  </a:lnTo>
                  <a:lnTo>
                    <a:pt x="81510" y="7535"/>
                  </a:lnTo>
                  <a:lnTo>
                    <a:pt x="82052" y="7451"/>
                  </a:lnTo>
                  <a:lnTo>
                    <a:pt x="90328" y="6166"/>
                  </a:lnTo>
                  <a:lnTo>
                    <a:pt x="101616" y="4414"/>
                  </a:lnTo>
                  <a:lnTo>
                    <a:pt x="102271" y="4312"/>
                  </a:lnTo>
                  <a:lnTo>
                    <a:pt x="103765" y="4080"/>
                  </a:lnTo>
                  <a:lnTo>
                    <a:pt x="104017" y="4041"/>
                  </a:lnTo>
                  <a:lnTo>
                    <a:pt x="104241" y="4033"/>
                  </a:lnTo>
                  <a:lnTo>
                    <a:pt x="106841" y="3934"/>
                  </a:lnTo>
                  <a:lnTo>
                    <a:pt x="109116" y="3848"/>
                  </a:lnTo>
                  <a:lnTo>
                    <a:pt x="116751" y="3559"/>
                  </a:lnTo>
                  <a:lnTo>
                    <a:pt x="116936" y="3552"/>
                  </a:lnTo>
                  <a:lnTo>
                    <a:pt x="117607" y="3527"/>
                  </a:lnTo>
                  <a:lnTo>
                    <a:pt x="128283" y="3123"/>
                  </a:lnTo>
                  <a:lnTo>
                    <a:pt x="138409" y="2740"/>
                  </a:lnTo>
                  <a:lnTo>
                    <a:pt x="140145" y="2674"/>
                  </a:lnTo>
                  <a:lnTo>
                    <a:pt x="160666" y="1898"/>
                  </a:lnTo>
                  <a:lnTo>
                    <a:pt x="163094" y="1806"/>
                  </a:lnTo>
                  <a:lnTo>
                    <a:pt x="163322" y="1797"/>
                  </a:lnTo>
                  <a:lnTo>
                    <a:pt x="164185" y="1765"/>
                  </a:lnTo>
                  <a:lnTo>
                    <a:pt x="164438" y="1755"/>
                  </a:lnTo>
                  <a:lnTo>
                    <a:pt x="168653" y="1596"/>
                  </a:lnTo>
                  <a:lnTo>
                    <a:pt x="169131" y="1578"/>
                  </a:lnTo>
                  <a:lnTo>
                    <a:pt x="175639" y="1331"/>
                  </a:lnTo>
                  <a:lnTo>
                    <a:pt x="176946" y="1282"/>
                  </a:lnTo>
                  <a:lnTo>
                    <a:pt x="177198" y="1272"/>
                  </a:lnTo>
                  <a:lnTo>
                    <a:pt x="197086" y="520"/>
                  </a:lnTo>
                  <a:lnTo>
                    <a:pt x="206315" y="171"/>
                  </a:lnTo>
                  <a:lnTo>
                    <a:pt x="207064" y="143"/>
                  </a:lnTo>
                  <a:lnTo>
                    <a:pt x="208429" y="91"/>
                  </a:lnTo>
                  <a:lnTo>
                    <a:pt x="209249" y="60"/>
                  </a:lnTo>
                  <a:lnTo>
                    <a:pt x="210847" y="0"/>
                  </a:lnTo>
                  <a:lnTo>
                    <a:pt x="210970" y="3434"/>
                  </a:lnTo>
                  <a:lnTo>
                    <a:pt x="211286" y="12215"/>
                  </a:lnTo>
                  <a:lnTo>
                    <a:pt x="211323" y="13250"/>
                  </a:lnTo>
                  <a:lnTo>
                    <a:pt x="211351" y="13836"/>
                  </a:lnTo>
                  <a:lnTo>
                    <a:pt x="211383" y="14526"/>
                  </a:lnTo>
                  <a:lnTo>
                    <a:pt x="211472" y="16438"/>
                  </a:lnTo>
                  <a:lnTo>
                    <a:pt x="212922" y="47417"/>
                  </a:lnTo>
                  <a:lnTo>
                    <a:pt x="212964" y="48299"/>
                  </a:lnTo>
                  <a:lnTo>
                    <a:pt x="213142" y="52120"/>
                  </a:lnTo>
                  <a:lnTo>
                    <a:pt x="213162" y="52550"/>
                  </a:lnTo>
                  <a:lnTo>
                    <a:pt x="213461" y="58935"/>
                  </a:lnTo>
                  <a:lnTo>
                    <a:pt x="213486" y="59461"/>
                  </a:lnTo>
                  <a:lnTo>
                    <a:pt x="213563" y="61100"/>
                  </a:lnTo>
                  <a:lnTo>
                    <a:pt x="214509" y="65198"/>
                  </a:lnTo>
                  <a:lnTo>
                    <a:pt x="215790" y="69126"/>
                  </a:lnTo>
                  <a:lnTo>
                    <a:pt x="219017" y="77864"/>
                  </a:lnTo>
                  <a:lnTo>
                    <a:pt x="219991" y="80504"/>
                  </a:lnTo>
                  <a:lnTo>
                    <a:pt x="220448" y="81742"/>
                  </a:lnTo>
                  <a:lnTo>
                    <a:pt x="220554" y="82028"/>
                  </a:lnTo>
                  <a:lnTo>
                    <a:pt x="220643" y="82270"/>
                  </a:lnTo>
                  <a:lnTo>
                    <a:pt x="220867" y="82927"/>
                  </a:lnTo>
                  <a:lnTo>
                    <a:pt x="220990" y="83288"/>
                  </a:lnTo>
                  <a:lnTo>
                    <a:pt x="221914" y="85997"/>
                  </a:lnTo>
                  <a:lnTo>
                    <a:pt x="222472" y="87637"/>
                  </a:lnTo>
                  <a:lnTo>
                    <a:pt x="222671" y="88221"/>
                  </a:lnTo>
                  <a:lnTo>
                    <a:pt x="222928" y="88974"/>
                  </a:lnTo>
                  <a:lnTo>
                    <a:pt x="223287" y="90029"/>
                  </a:lnTo>
                  <a:lnTo>
                    <a:pt x="223694" y="91223"/>
                  </a:lnTo>
                  <a:lnTo>
                    <a:pt x="224113" y="92452"/>
                  </a:lnTo>
                  <a:lnTo>
                    <a:pt x="224268" y="92905"/>
                  </a:lnTo>
                  <a:lnTo>
                    <a:pt x="224341" y="93120"/>
                  </a:lnTo>
                  <a:lnTo>
                    <a:pt x="224581" y="93825"/>
                  </a:lnTo>
                  <a:lnTo>
                    <a:pt x="224429" y="93880"/>
                  </a:lnTo>
                  <a:lnTo>
                    <a:pt x="223998" y="94034"/>
                  </a:lnTo>
                  <a:lnTo>
                    <a:pt x="212227" y="98452"/>
                  </a:lnTo>
                  <a:lnTo>
                    <a:pt x="211661" y="98665"/>
                  </a:lnTo>
                  <a:lnTo>
                    <a:pt x="211477" y="98734"/>
                  </a:lnTo>
                  <a:lnTo>
                    <a:pt x="201120" y="102620"/>
                  </a:lnTo>
                  <a:lnTo>
                    <a:pt x="190912" y="106451"/>
                  </a:lnTo>
                  <a:lnTo>
                    <a:pt x="190363" y="106657"/>
                  </a:lnTo>
                  <a:lnTo>
                    <a:pt x="187783" y="107625"/>
                  </a:lnTo>
                  <a:lnTo>
                    <a:pt x="187070" y="107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2350378" y="4727563"/>
              <a:ext cx="207451" cy="153178"/>
            </a:xfrm>
            <a:custGeom>
              <a:avLst/>
              <a:pathLst>
                <a:path w="207451" h="153178">
                  <a:moveTo>
                    <a:pt x="93976" y="30355"/>
                  </a:moveTo>
                  <a:lnTo>
                    <a:pt x="94170" y="30785"/>
                  </a:lnTo>
                  <a:lnTo>
                    <a:pt x="96331" y="29836"/>
                  </a:lnTo>
                  <a:lnTo>
                    <a:pt x="100930" y="27817"/>
                  </a:lnTo>
                  <a:lnTo>
                    <a:pt x="101871" y="27404"/>
                  </a:lnTo>
                  <a:lnTo>
                    <a:pt x="104022" y="26460"/>
                  </a:lnTo>
                  <a:lnTo>
                    <a:pt x="108121" y="24660"/>
                  </a:lnTo>
                  <a:lnTo>
                    <a:pt x="108954" y="24295"/>
                  </a:lnTo>
                  <a:lnTo>
                    <a:pt x="109368" y="24088"/>
                  </a:lnTo>
                  <a:lnTo>
                    <a:pt x="110175" y="23685"/>
                  </a:lnTo>
                  <a:lnTo>
                    <a:pt x="112730" y="22409"/>
                  </a:lnTo>
                  <a:lnTo>
                    <a:pt x="113162" y="22194"/>
                  </a:lnTo>
                  <a:lnTo>
                    <a:pt x="120367" y="18597"/>
                  </a:lnTo>
                  <a:lnTo>
                    <a:pt x="121475" y="18044"/>
                  </a:lnTo>
                  <a:lnTo>
                    <a:pt x="122176" y="17693"/>
                  </a:lnTo>
                  <a:lnTo>
                    <a:pt x="122582" y="18794"/>
                  </a:lnTo>
                  <a:lnTo>
                    <a:pt x="122784" y="19341"/>
                  </a:lnTo>
                  <a:lnTo>
                    <a:pt x="123215" y="20507"/>
                  </a:lnTo>
                  <a:lnTo>
                    <a:pt x="124702" y="24538"/>
                  </a:lnTo>
                  <a:lnTo>
                    <a:pt x="129625" y="22660"/>
                  </a:lnTo>
                  <a:lnTo>
                    <a:pt x="134905" y="22318"/>
                  </a:lnTo>
                  <a:lnTo>
                    <a:pt x="143525" y="23206"/>
                  </a:lnTo>
                  <a:lnTo>
                    <a:pt x="145507" y="24026"/>
                  </a:lnTo>
                  <a:lnTo>
                    <a:pt x="146059" y="25202"/>
                  </a:lnTo>
                  <a:lnTo>
                    <a:pt x="146554" y="26256"/>
                  </a:lnTo>
                  <a:lnTo>
                    <a:pt x="152280" y="24375"/>
                  </a:lnTo>
                  <a:lnTo>
                    <a:pt x="153157" y="24146"/>
                  </a:lnTo>
                  <a:lnTo>
                    <a:pt x="153674" y="24011"/>
                  </a:lnTo>
                  <a:lnTo>
                    <a:pt x="154649" y="23756"/>
                  </a:lnTo>
                  <a:lnTo>
                    <a:pt x="155265" y="23595"/>
                  </a:lnTo>
                  <a:lnTo>
                    <a:pt x="156281" y="23513"/>
                  </a:lnTo>
                  <a:lnTo>
                    <a:pt x="156247" y="23315"/>
                  </a:lnTo>
                  <a:lnTo>
                    <a:pt x="156075" y="22323"/>
                  </a:lnTo>
                  <a:lnTo>
                    <a:pt x="156026" y="22037"/>
                  </a:lnTo>
                  <a:lnTo>
                    <a:pt x="155778" y="20606"/>
                  </a:lnTo>
                  <a:lnTo>
                    <a:pt x="152996" y="20640"/>
                  </a:lnTo>
                  <a:lnTo>
                    <a:pt x="152578" y="20605"/>
                  </a:lnTo>
                  <a:lnTo>
                    <a:pt x="152075" y="20563"/>
                  </a:lnTo>
                  <a:lnTo>
                    <a:pt x="152407" y="19725"/>
                  </a:lnTo>
                  <a:lnTo>
                    <a:pt x="152966" y="18313"/>
                  </a:lnTo>
                  <a:lnTo>
                    <a:pt x="153349" y="17344"/>
                  </a:lnTo>
                  <a:lnTo>
                    <a:pt x="154227" y="15126"/>
                  </a:lnTo>
                  <a:lnTo>
                    <a:pt x="154339" y="14843"/>
                  </a:lnTo>
                  <a:lnTo>
                    <a:pt x="154675" y="14882"/>
                  </a:lnTo>
                  <a:lnTo>
                    <a:pt x="158572" y="15338"/>
                  </a:lnTo>
                  <a:lnTo>
                    <a:pt x="159559" y="15454"/>
                  </a:lnTo>
                  <a:lnTo>
                    <a:pt x="159897" y="15482"/>
                  </a:lnTo>
                  <a:lnTo>
                    <a:pt x="160149" y="15504"/>
                  </a:lnTo>
                  <a:lnTo>
                    <a:pt x="166845" y="16067"/>
                  </a:lnTo>
                  <a:lnTo>
                    <a:pt x="166825" y="16602"/>
                  </a:lnTo>
                  <a:lnTo>
                    <a:pt x="166595" y="22704"/>
                  </a:lnTo>
                  <a:lnTo>
                    <a:pt x="166551" y="23881"/>
                  </a:lnTo>
                  <a:lnTo>
                    <a:pt x="170186" y="23936"/>
                  </a:lnTo>
                  <a:lnTo>
                    <a:pt x="172089" y="25089"/>
                  </a:lnTo>
                  <a:lnTo>
                    <a:pt x="173548" y="25974"/>
                  </a:lnTo>
                  <a:lnTo>
                    <a:pt x="177082" y="28116"/>
                  </a:lnTo>
                  <a:lnTo>
                    <a:pt x="178315" y="29116"/>
                  </a:lnTo>
                  <a:lnTo>
                    <a:pt x="178626" y="29369"/>
                  </a:lnTo>
                  <a:lnTo>
                    <a:pt x="180227" y="27753"/>
                  </a:lnTo>
                  <a:lnTo>
                    <a:pt x="178707" y="23826"/>
                  </a:lnTo>
                  <a:lnTo>
                    <a:pt x="181480" y="23245"/>
                  </a:lnTo>
                  <a:lnTo>
                    <a:pt x="179332" y="20366"/>
                  </a:lnTo>
                  <a:lnTo>
                    <a:pt x="184344" y="18693"/>
                  </a:lnTo>
                  <a:lnTo>
                    <a:pt x="191560" y="26690"/>
                  </a:lnTo>
                  <a:lnTo>
                    <a:pt x="195860" y="32291"/>
                  </a:lnTo>
                  <a:lnTo>
                    <a:pt x="193142" y="35638"/>
                  </a:lnTo>
                  <a:lnTo>
                    <a:pt x="197085" y="35775"/>
                  </a:lnTo>
                  <a:lnTo>
                    <a:pt x="200942" y="33282"/>
                  </a:lnTo>
                  <a:lnTo>
                    <a:pt x="202338" y="34977"/>
                  </a:lnTo>
                  <a:lnTo>
                    <a:pt x="200359" y="37016"/>
                  </a:lnTo>
                  <a:lnTo>
                    <a:pt x="200169" y="37211"/>
                  </a:lnTo>
                  <a:lnTo>
                    <a:pt x="197354" y="38484"/>
                  </a:lnTo>
                  <a:lnTo>
                    <a:pt x="197371" y="38876"/>
                  </a:lnTo>
                  <a:lnTo>
                    <a:pt x="207451" y="38905"/>
                  </a:lnTo>
                  <a:lnTo>
                    <a:pt x="205348" y="42761"/>
                  </a:lnTo>
                  <a:lnTo>
                    <a:pt x="201116" y="41452"/>
                  </a:lnTo>
                  <a:lnTo>
                    <a:pt x="196578" y="47813"/>
                  </a:lnTo>
                  <a:lnTo>
                    <a:pt x="192164" y="52223"/>
                  </a:lnTo>
                  <a:lnTo>
                    <a:pt x="189480" y="54869"/>
                  </a:lnTo>
                  <a:lnTo>
                    <a:pt x="189074" y="55269"/>
                  </a:lnTo>
                  <a:lnTo>
                    <a:pt x="188692" y="55717"/>
                  </a:lnTo>
                  <a:lnTo>
                    <a:pt x="186092" y="58759"/>
                  </a:lnTo>
                  <a:lnTo>
                    <a:pt x="184087" y="62549"/>
                  </a:lnTo>
                  <a:lnTo>
                    <a:pt x="166256" y="52270"/>
                  </a:lnTo>
                  <a:lnTo>
                    <a:pt x="162826" y="46122"/>
                  </a:lnTo>
                  <a:lnTo>
                    <a:pt x="157881" y="48445"/>
                  </a:lnTo>
                  <a:lnTo>
                    <a:pt x="156143" y="48035"/>
                  </a:lnTo>
                  <a:lnTo>
                    <a:pt x="154718" y="55138"/>
                  </a:lnTo>
                  <a:lnTo>
                    <a:pt x="151972" y="57114"/>
                  </a:lnTo>
                  <a:lnTo>
                    <a:pt x="153448" y="59504"/>
                  </a:lnTo>
                  <a:lnTo>
                    <a:pt x="146320" y="64314"/>
                  </a:lnTo>
                  <a:lnTo>
                    <a:pt x="147045" y="73576"/>
                  </a:lnTo>
                  <a:lnTo>
                    <a:pt x="148548" y="73507"/>
                  </a:lnTo>
                  <a:lnTo>
                    <a:pt x="148381" y="70974"/>
                  </a:lnTo>
                  <a:lnTo>
                    <a:pt x="150552" y="70376"/>
                  </a:lnTo>
                  <a:lnTo>
                    <a:pt x="153225" y="72283"/>
                  </a:lnTo>
                  <a:lnTo>
                    <a:pt x="153397" y="77386"/>
                  </a:lnTo>
                  <a:lnTo>
                    <a:pt x="153440" y="77668"/>
                  </a:lnTo>
                  <a:lnTo>
                    <a:pt x="145262" y="78544"/>
                  </a:lnTo>
                  <a:lnTo>
                    <a:pt x="148213" y="81959"/>
                  </a:lnTo>
                  <a:lnTo>
                    <a:pt x="150119" y="81470"/>
                  </a:lnTo>
                  <a:lnTo>
                    <a:pt x="151193" y="82301"/>
                  </a:lnTo>
                  <a:lnTo>
                    <a:pt x="155369" y="80764"/>
                  </a:lnTo>
                  <a:lnTo>
                    <a:pt x="157235" y="84065"/>
                  </a:lnTo>
                  <a:lnTo>
                    <a:pt x="154112" y="84971"/>
                  </a:lnTo>
                  <a:lnTo>
                    <a:pt x="151165" y="85773"/>
                  </a:lnTo>
                  <a:lnTo>
                    <a:pt x="151054" y="88761"/>
                  </a:lnTo>
                  <a:lnTo>
                    <a:pt x="154277" y="88296"/>
                  </a:lnTo>
                  <a:lnTo>
                    <a:pt x="155286" y="88164"/>
                  </a:lnTo>
                  <a:lnTo>
                    <a:pt x="155564" y="91863"/>
                  </a:lnTo>
                  <a:lnTo>
                    <a:pt x="153142" y="92669"/>
                  </a:lnTo>
                  <a:lnTo>
                    <a:pt x="151761" y="93129"/>
                  </a:lnTo>
                  <a:lnTo>
                    <a:pt x="151351" y="93265"/>
                  </a:lnTo>
                  <a:lnTo>
                    <a:pt x="151185" y="93321"/>
                  </a:lnTo>
                  <a:lnTo>
                    <a:pt x="150775" y="93457"/>
                  </a:lnTo>
                  <a:lnTo>
                    <a:pt x="149096" y="93519"/>
                  </a:lnTo>
                  <a:lnTo>
                    <a:pt x="148516" y="93541"/>
                  </a:lnTo>
                  <a:lnTo>
                    <a:pt x="147299" y="93586"/>
                  </a:lnTo>
                  <a:lnTo>
                    <a:pt x="145813" y="93641"/>
                  </a:lnTo>
                  <a:lnTo>
                    <a:pt x="143309" y="93734"/>
                  </a:lnTo>
                  <a:lnTo>
                    <a:pt x="143090" y="93742"/>
                  </a:lnTo>
                  <a:lnTo>
                    <a:pt x="142931" y="93701"/>
                  </a:lnTo>
                  <a:lnTo>
                    <a:pt x="139479" y="93400"/>
                  </a:lnTo>
                  <a:lnTo>
                    <a:pt x="136881" y="93255"/>
                  </a:lnTo>
                  <a:lnTo>
                    <a:pt x="135604" y="93370"/>
                  </a:lnTo>
                  <a:lnTo>
                    <a:pt x="135224" y="93125"/>
                  </a:lnTo>
                  <a:lnTo>
                    <a:pt x="134904" y="92918"/>
                  </a:lnTo>
                  <a:lnTo>
                    <a:pt x="133726" y="93042"/>
                  </a:lnTo>
                  <a:lnTo>
                    <a:pt x="133464" y="93070"/>
                  </a:lnTo>
                  <a:lnTo>
                    <a:pt x="132683" y="92995"/>
                  </a:lnTo>
                  <a:lnTo>
                    <a:pt x="132048" y="92934"/>
                  </a:lnTo>
                  <a:lnTo>
                    <a:pt x="130829" y="92818"/>
                  </a:lnTo>
                  <a:lnTo>
                    <a:pt x="130526" y="92789"/>
                  </a:lnTo>
                  <a:lnTo>
                    <a:pt x="130258" y="92748"/>
                  </a:lnTo>
                  <a:lnTo>
                    <a:pt x="128921" y="92543"/>
                  </a:lnTo>
                  <a:lnTo>
                    <a:pt x="128633" y="92499"/>
                  </a:lnTo>
                  <a:lnTo>
                    <a:pt x="127625" y="92344"/>
                  </a:lnTo>
                  <a:lnTo>
                    <a:pt x="127497" y="92325"/>
                  </a:lnTo>
                  <a:lnTo>
                    <a:pt x="127012" y="92251"/>
                  </a:lnTo>
                  <a:lnTo>
                    <a:pt x="126264" y="92136"/>
                  </a:lnTo>
                  <a:lnTo>
                    <a:pt x="125630" y="92048"/>
                  </a:lnTo>
                  <a:lnTo>
                    <a:pt x="124619" y="92026"/>
                  </a:lnTo>
                  <a:lnTo>
                    <a:pt x="124363" y="92021"/>
                  </a:lnTo>
                  <a:lnTo>
                    <a:pt x="124165" y="92017"/>
                  </a:lnTo>
                  <a:lnTo>
                    <a:pt x="123842" y="92035"/>
                  </a:lnTo>
                  <a:lnTo>
                    <a:pt x="123536" y="92053"/>
                  </a:lnTo>
                  <a:lnTo>
                    <a:pt x="123254" y="92069"/>
                  </a:lnTo>
                  <a:lnTo>
                    <a:pt x="122793" y="92095"/>
                  </a:lnTo>
                  <a:lnTo>
                    <a:pt x="122424" y="92116"/>
                  </a:lnTo>
                  <a:lnTo>
                    <a:pt x="121276" y="92395"/>
                  </a:lnTo>
                  <a:lnTo>
                    <a:pt x="120972" y="92472"/>
                  </a:lnTo>
                  <a:lnTo>
                    <a:pt x="120411" y="92702"/>
                  </a:lnTo>
                  <a:lnTo>
                    <a:pt x="120155" y="92808"/>
                  </a:lnTo>
                  <a:lnTo>
                    <a:pt x="119447" y="93098"/>
                  </a:lnTo>
                  <a:lnTo>
                    <a:pt x="119115" y="92701"/>
                  </a:lnTo>
                  <a:lnTo>
                    <a:pt x="118972" y="92531"/>
                  </a:lnTo>
                  <a:lnTo>
                    <a:pt x="117610" y="90905"/>
                  </a:lnTo>
                  <a:lnTo>
                    <a:pt x="116567" y="91941"/>
                  </a:lnTo>
                  <a:lnTo>
                    <a:pt x="116184" y="92269"/>
                  </a:lnTo>
                  <a:lnTo>
                    <a:pt x="115929" y="92489"/>
                  </a:lnTo>
                  <a:lnTo>
                    <a:pt x="115693" y="92691"/>
                  </a:lnTo>
                  <a:lnTo>
                    <a:pt x="114917" y="93357"/>
                  </a:lnTo>
                  <a:lnTo>
                    <a:pt x="114540" y="93681"/>
                  </a:lnTo>
                  <a:lnTo>
                    <a:pt x="113342" y="94708"/>
                  </a:lnTo>
                  <a:lnTo>
                    <a:pt x="112888" y="95098"/>
                  </a:lnTo>
                  <a:lnTo>
                    <a:pt x="112741" y="95224"/>
                  </a:lnTo>
                  <a:lnTo>
                    <a:pt x="112350" y="95560"/>
                  </a:lnTo>
                  <a:lnTo>
                    <a:pt x="111987" y="95871"/>
                  </a:lnTo>
                  <a:lnTo>
                    <a:pt x="112867" y="97196"/>
                  </a:lnTo>
                  <a:lnTo>
                    <a:pt x="113099" y="98684"/>
                  </a:lnTo>
                  <a:lnTo>
                    <a:pt x="113259" y="99717"/>
                  </a:lnTo>
                  <a:lnTo>
                    <a:pt x="113441" y="100100"/>
                  </a:lnTo>
                  <a:lnTo>
                    <a:pt x="114017" y="101311"/>
                  </a:lnTo>
                  <a:lnTo>
                    <a:pt x="114168" y="101557"/>
                  </a:lnTo>
                  <a:lnTo>
                    <a:pt x="114592" y="102245"/>
                  </a:lnTo>
                  <a:lnTo>
                    <a:pt x="114887" y="102723"/>
                  </a:lnTo>
                  <a:lnTo>
                    <a:pt x="115041" y="102973"/>
                  </a:lnTo>
                  <a:lnTo>
                    <a:pt x="115636" y="103724"/>
                  </a:lnTo>
                  <a:lnTo>
                    <a:pt x="116115" y="104330"/>
                  </a:lnTo>
                  <a:lnTo>
                    <a:pt x="116287" y="104546"/>
                  </a:lnTo>
                  <a:lnTo>
                    <a:pt x="116575" y="104910"/>
                  </a:lnTo>
                  <a:lnTo>
                    <a:pt x="116935" y="105364"/>
                  </a:lnTo>
                  <a:lnTo>
                    <a:pt x="117497" y="105259"/>
                  </a:lnTo>
                  <a:lnTo>
                    <a:pt x="116911" y="105775"/>
                  </a:lnTo>
                  <a:lnTo>
                    <a:pt x="112838" y="109362"/>
                  </a:lnTo>
                  <a:lnTo>
                    <a:pt x="112673" y="109509"/>
                  </a:lnTo>
                  <a:lnTo>
                    <a:pt x="112387" y="109760"/>
                  </a:lnTo>
                  <a:lnTo>
                    <a:pt x="113520" y="111235"/>
                  </a:lnTo>
                  <a:lnTo>
                    <a:pt x="113908" y="111740"/>
                  </a:lnTo>
                  <a:lnTo>
                    <a:pt x="114032" y="111884"/>
                  </a:lnTo>
                  <a:lnTo>
                    <a:pt x="114647" y="112596"/>
                  </a:lnTo>
                  <a:lnTo>
                    <a:pt x="114937" y="112932"/>
                  </a:lnTo>
                  <a:lnTo>
                    <a:pt x="116407" y="114633"/>
                  </a:lnTo>
                  <a:lnTo>
                    <a:pt x="117207" y="115559"/>
                  </a:lnTo>
                  <a:lnTo>
                    <a:pt x="117568" y="115977"/>
                  </a:lnTo>
                  <a:lnTo>
                    <a:pt x="118697" y="117284"/>
                  </a:lnTo>
                  <a:lnTo>
                    <a:pt x="120002" y="118794"/>
                  </a:lnTo>
                  <a:lnTo>
                    <a:pt x="120584" y="119468"/>
                  </a:lnTo>
                  <a:lnTo>
                    <a:pt x="121048" y="120005"/>
                  </a:lnTo>
                  <a:lnTo>
                    <a:pt x="122490" y="121673"/>
                  </a:lnTo>
                  <a:lnTo>
                    <a:pt x="123845" y="123242"/>
                  </a:lnTo>
                  <a:lnTo>
                    <a:pt x="118272" y="124626"/>
                  </a:lnTo>
                  <a:lnTo>
                    <a:pt x="116766" y="125000"/>
                  </a:lnTo>
                  <a:lnTo>
                    <a:pt x="115815" y="125566"/>
                  </a:lnTo>
                  <a:lnTo>
                    <a:pt x="112937" y="127276"/>
                  </a:lnTo>
                  <a:lnTo>
                    <a:pt x="111977" y="127846"/>
                  </a:lnTo>
                  <a:lnTo>
                    <a:pt x="107308" y="132857"/>
                  </a:lnTo>
                  <a:lnTo>
                    <a:pt x="106940" y="133252"/>
                  </a:lnTo>
                  <a:lnTo>
                    <a:pt x="105294" y="135018"/>
                  </a:lnTo>
                  <a:lnTo>
                    <a:pt x="104728" y="135259"/>
                  </a:lnTo>
                  <a:lnTo>
                    <a:pt x="104032" y="135556"/>
                  </a:lnTo>
                  <a:lnTo>
                    <a:pt x="104088" y="135703"/>
                  </a:lnTo>
                  <a:lnTo>
                    <a:pt x="102580" y="136404"/>
                  </a:lnTo>
                  <a:lnTo>
                    <a:pt x="101982" y="136682"/>
                  </a:lnTo>
                  <a:lnTo>
                    <a:pt x="96749" y="139116"/>
                  </a:lnTo>
                  <a:lnTo>
                    <a:pt x="96443" y="139258"/>
                  </a:lnTo>
                  <a:lnTo>
                    <a:pt x="95327" y="139777"/>
                  </a:lnTo>
                  <a:lnTo>
                    <a:pt x="94876" y="139987"/>
                  </a:lnTo>
                  <a:lnTo>
                    <a:pt x="92975" y="140814"/>
                  </a:lnTo>
                  <a:lnTo>
                    <a:pt x="91685" y="141375"/>
                  </a:lnTo>
                  <a:lnTo>
                    <a:pt x="91840" y="141789"/>
                  </a:lnTo>
                  <a:lnTo>
                    <a:pt x="91950" y="142081"/>
                  </a:lnTo>
                  <a:lnTo>
                    <a:pt x="92725" y="144949"/>
                  </a:lnTo>
                  <a:lnTo>
                    <a:pt x="92499" y="145763"/>
                  </a:lnTo>
                  <a:lnTo>
                    <a:pt x="92404" y="146108"/>
                  </a:lnTo>
                  <a:lnTo>
                    <a:pt x="92323" y="146400"/>
                  </a:lnTo>
                  <a:lnTo>
                    <a:pt x="91714" y="148602"/>
                  </a:lnTo>
                  <a:lnTo>
                    <a:pt x="91366" y="149858"/>
                  </a:lnTo>
                  <a:lnTo>
                    <a:pt x="91320" y="150025"/>
                  </a:lnTo>
                  <a:lnTo>
                    <a:pt x="89809" y="150638"/>
                  </a:lnTo>
                  <a:lnTo>
                    <a:pt x="88254" y="151270"/>
                  </a:lnTo>
                  <a:lnTo>
                    <a:pt x="83553" y="153178"/>
                  </a:lnTo>
                  <a:lnTo>
                    <a:pt x="83086" y="152080"/>
                  </a:lnTo>
                  <a:lnTo>
                    <a:pt x="81110" y="147160"/>
                  </a:lnTo>
                  <a:lnTo>
                    <a:pt x="79287" y="142621"/>
                  </a:lnTo>
                  <a:lnTo>
                    <a:pt x="78979" y="141855"/>
                  </a:lnTo>
                  <a:lnTo>
                    <a:pt x="69247" y="117627"/>
                  </a:lnTo>
                  <a:lnTo>
                    <a:pt x="63600" y="103569"/>
                  </a:lnTo>
                  <a:lnTo>
                    <a:pt x="63511" y="103348"/>
                  </a:lnTo>
                  <a:lnTo>
                    <a:pt x="58709" y="94822"/>
                  </a:lnTo>
                  <a:lnTo>
                    <a:pt x="58232" y="93976"/>
                  </a:lnTo>
                  <a:lnTo>
                    <a:pt x="57784" y="94137"/>
                  </a:lnTo>
                  <a:lnTo>
                    <a:pt x="49064" y="97272"/>
                  </a:lnTo>
                  <a:lnTo>
                    <a:pt x="36850" y="101665"/>
                  </a:lnTo>
                  <a:lnTo>
                    <a:pt x="26747" y="105297"/>
                  </a:lnTo>
                  <a:lnTo>
                    <a:pt x="15381" y="109385"/>
                  </a:lnTo>
                  <a:lnTo>
                    <a:pt x="13198" y="110170"/>
                  </a:lnTo>
                  <a:lnTo>
                    <a:pt x="12958" y="109465"/>
                  </a:lnTo>
                  <a:lnTo>
                    <a:pt x="12884" y="109249"/>
                  </a:lnTo>
                  <a:lnTo>
                    <a:pt x="12730" y="108797"/>
                  </a:lnTo>
                  <a:lnTo>
                    <a:pt x="12308" y="107560"/>
                  </a:lnTo>
                  <a:lnTo>
                    <a:pt x="11904" y="106374"/>
                  </a:lnTo>
                  <a:lnTo>
                    <a:pt x="11545" y="105319"/>
                  </a:lnTo>
                  <a:lnTo>
                    <a:pt x="11288" y="104566"/>
                  </a:lnTo>
                  <a:lnTo>
                    <a:pt x="11089" y="103982"/>
                  </a:lnTo>
                  <a:lnTo>
                    <a:pt x="10530" y="102342"/>
                  </a:lnTo>
                  <a:lnTo>
                    <a:pt x="9607" y="99632"/>
                  </a:lnTo>
                  <a:lnTo>
                    <a:pt x="9473" y="99240"/>
                  </a:lnTo>
                  <a:lnTo>
                    <a:pt x="9260" y="98615"/>
                  </a:lnTo>
                  <a:lnTo>
                    <a:pt x="9170" y="98373"/>
                  </a:lnTo>
                  <a:lnTo>
                    <a:pt x="9065" y="98087"/>
                  </a:lnTo>
                  <a:lnTo>
                    <a:pt x="8608" y="96849"/>
                  </a:lnTo>
                  <a:lnTo>
                    <a:pt x="7633" y="94209"/>
                  </a:lnTo>
                  <a:lnTo>
                    <a:pt x="4407" y="85471"/>
                  </a:lnTo>
                  <a:lnTo>
                    <a:pt x="3126" y="81543"/>
                  </a:lnTo>
                  <a:lnTo>
                    <a:pt x="2179" y="77445"/>
                  </a:lnTo>
                  <a:lnTo>
                    <a:pt x="2103" y="75806"/>
                  </a:lnTo>
                  <a:lnTo>
                    <a:pt x="2078" y="75280"/>
                  </a:lnTo>
                  <a:lnTo>
                    <a:pt x="1779" y="68895"/>
                  </a:lnTo>
                  <a:lnTo>
                    <a:pt x="1759" y="68465"/>
                  </a:lnTo>
                  <a:lnTo>
                    <a:pt x="1580" y="64644"/>
                  </a:lnTo>
                  <a:lnTo>
                    <a:pt x="1539" y="63762"/>
                  </a:lnTo>
                  <a:lnTo>
                    <a:pt x="89" y="32783"/>
                  </a:lnTo>
                  <a:lnTo>
                    <a:pt x="0" y="30871"/>
                  </a:lnTo>
                  <a:lnTo>
                    <a:pt x="2500" y="30748"/>
                  </a:lnTo>
                  <a:lnTo>
                    <a:pt x="3012" y="30723"/>
                  </a:lnTo>
                  <a:lnTo>
                    <a:pt x="4094" y="30670"/>
                  </a:lnTo>
                  <a:lnTo>
                    <a:pt x="4752" y="30638"/>
                  </a:lnTo>
                  <a:lnTo>
                    <a:pt x="5779" y="30614"/>
                  </a:lnTo>
                  <a:lnTo>
                    <a:pt x="14105" y="30416"/>
                  </a:lnTo>
                  <a:lnTo>
                    <a:pt x="15620" y="30380"/>
                  </a:lnTo>
                  <a:lnTo>
                    <a:pt x="22076" y="30227"/>
                  </a:lnTo>
                  <a:lnTo>
                    <a:pt x="26657" y="30118"/>
                  </a:lnTo>
                  <a:lnTo>
                    <a:pt x="30126" y="30036"/>
                  </a:lnTo>
                  <a:lnTo>
                    <a:pt x="32983" y="29920"/>
                  </a:lnTo>
                  <a:lnTo>
                    <a:pt x="34715" y="29849"/>
                  </a:lnTo>
                  <a:lnTo>
                    <a:pt x="34888" y="29819"/>
                  </a:lnTo>
                  <a:lnTo>
                    <a:pt x="35574" y="29699"/>
                  </a:lnTo>
                  <a:lnTo>
                    <a:pt x="36673" y="29349"/>
                  </a:lnTo>
                  <a:lnTo>
                    <a:pt x="37456" y="28930"/>
                  </a:lnTo>
                  <a:lnTo>
                    <a:pt x="38323" y="28400"/>
                  </a:lnTo>
                  <a:lnTo>
                    <a:pt x="39436" y="27720"/>
                  </a:lnTo>
                  <a:lnTo>
                    <a:pt x="41361" y="26543"/>
                  </a:lnTo>
                  <a:lnTo>
                    <a:pt x="44935" y="24445"/>
                  </a:lnTo>
                  <a:lnTo>
                    <a:pt x="47293" y="23060"/>
                  </a:lnTo>
                  <a:lnTo>
                    <a:pt x="47913" y="22696"/>
                  </a:lnTo>
                  <a:lnTo>
                    <a:pt x="57504" y="17064"/>
                  </a:lnTo>
                  <a:lnTo>
                    <a:pt x="65834" y="12173"/>
                  </a:lnTo>
                  <a:lnTo>
                    <a:pt x="67028" y="11472"/>
                  </a:lnTo>
                  <a:lnTo>
                    <a:pt x="66713" y="10948"/>
                  </a:lnTo>
                  <a:lnTo>
                    <a:pt x="64220" y="6813"/>
                  </a:lnTo>
                  <a:lnTo>
                    <a:pt x="63448" y="5533"/>
                  </a:lnTo>
                  <a:lnTo>
                    <a:pt x="62891" y="4608"/>
                  </a:lnTo>
                  <a:lnTo>
                    <a:pt x="63256" y="4515"/>
                  </a:lnTo>
                  <a:lnTo>
                    <a:pt x="64172" y="4281"/>
                  </a:lnTo>
                  <a:lnTo>
                    <a:pt x="68657" y="3134"/>
                  </a:lnTo>
                  <a:lnTo>
                    <a:pt x="80919" y="0"/>
                  </a:lnTo>
                  <a:lnTo>
                    <a:pt x="83495" y="5829"/>
                  </a:lnTo>
                  <a:lnTo>
                    <a:pt x="84147" y="7303"/>
                  </a:lnTo>
                  <a:lnTo>
                    <a:pt x="85971" y="11428"/>
                  </a:lnTo>
                  <a:lnTo>
                    <a:pt x="86119" y="11779"/>
                  </a:lnTo>
                  <a:lnTo>
                    <a:pt x="87203" y="14341"/>
                  </a:lnTo>
                  <a:lnTo>
                    <a:pt x="87946" y="16098"/>
                  </a:lnTo>
                  <a:lnTo>
                    <a:pt x="88274" y="16875"/>
                  </a:lnTo>
                  <a:lnTo>
                    <a:pt x="88376" y="17114"/>
                  </a:lnTo>
                  <a:lnTo>
                    <a:pt x="90225" y="21486"/>
                  </a:lnTo>
                  <a:lnTo>
                    <a:pt x="92359" y="26532"/>
                  </a:lnTo>
                  <a:lnTo>
                    <a:pt x="93172" y="284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1883409" y="4131210"/>
              <a:ext cx="115745" cy="90827"/>
            </a:xfrm>
            <a:custGeom>
              <a:avLst/>
              <a:pathLst>
                <a:path w="115745" h="90827">
                  <a:moveTo>
                    <a:pt x="93006" y="318"/>
                  </a:moveTo>
                  <a:lnTo>
                    <a:pt x="95343" y="2992"/>
                  </a:lnTo>
                  <a:lnTo>
                    <a:pt x="99822" y="2367"/>
                  </a:lnTo>
                  <a:lnTo>
                    <a:pt x="105970" y="4098"/>
                  </a:lnTo>
                  <a:lnTo>
                    <a:pt x="110893" y="784"/>
                  </a:lnTo>
                  <a:lnTo>
                    <a:pt x="115459" y="4861"/>
                  </a:lnTo>
                  <a:lnTo>
                    <a:pt x="115745" y="6501"/>
                  </a:lnTo>
                  <a:lnTo>
                    <a:pt x="114131" y="19415"/>
                  </a:lnTo>
                  <a:lnTo>
                    <a:pt x="112911" y="20201"/>
                  </a:lnTo>
                  <a:lnTo>
                    <a:pt x="108668" y="22933"/>
                  </a:lnTo>
                  <a:lnTo>
                    <a:pt x="107237" y="23664"/>
                  </a:lnTo>
                  <a:lnTo>
                    <a:pt x="105293" y="24658"/>
                  </a:lnTo>
                  <a:lnTo>
                    <a:pt x="102603" y="23958"/>
                  </a:lnTo>
                  <a:lnTo>
                    <a:pt x="101505" y="23562"/>
                  </a:lnTo>
                  <a:lnTo>
                    <a:pt x="100799" y="23309"/>
                  </a:lnTo>
                  <a:lnTo>
                    <a:pt x="95557" y="23137"/>
                  </a:lnTo>
                  <a:lnTo>
                    <a:pt x="89404" y="22997"/>
                  </a:lnTo>
                  <a:lnTo>
                    <a:pt x="86005" y="22919"/>
                  </a:lnTo>
                  <a:lnTo>
                    <a:pt x="83608" y="22865"/>
                  </a:lnTo>
                  <a:lnTo>
                    <a:pt x="83319" y="22845"/>
                  </a:lnTo>
                  <a:lnTo>
                    <a:pt x="77333" y="22445"/>
                  </a:lnTo>
                  <a:lnTo>
                    <a:pt x="72131" y="22096"/>
                  </a:lnTo>
                  <a:lnTo>
                    <a:pt x="70367" y="22144"/>
                  </a:lnTo>
                  <a:lnTo>
                    <a:pt x="69987" y="22154"/>
                  </a:lnTo>
                  <a:lnTo>
                    <a:pt x="69634" y="22095"/>
                  </a:lnTo>
                  <a:lnTo>
                    <a:pt x="69423" y="22059"/>
                  </a:lnTo>
                  <a:lnTo>
                    <a:pt x="66479" y="21561"/>
                  </a:lnTo>
                  <a:lnTo>
                    <a:pt x="65889" y="21499"/>
                  </a:lnTo>
                  <a:lnTo>
                    <a:pt x="65030" y="21408"/>
                  </a:lnTo>
                  <a:lnTo>
                    <a:pt x="56539" y="20508"/>
                  </a:lnTo>
                  <a:lnTo>
                    <a:pt x="57403" y="15457"/>
                  </a:lnTo>
                  <a:lnTo>
                    <a:pt x="58043" y="11714"/>
                  </a:lnTo>
                  <a:lnTo>
                    <a:pt x="55704" y="11316"/>
                  </a:lnTo>
                  <a:lnTo>
                    <a:pt x="54980" y="14882"/>
                  </a:lnTo>
                  <a:lnTo>
                    <a:pt x="53921" y="20096"/>
                  </a:lnTo>
                  <a:lnTo>
                    <a:pt x="46925" y="19691"/>
                  </a:lnTo>
                  <a:lnTo>
                    <a:pt x="34304" y="18961"/>
                  </a:lnTo>
                  <a:lnTo>
                    <a:pt x="32914" y="19653"/>
                  </a:lnTo>
                  <a:lnTo>
                    <a:pt x="32405" y="19448"/>
                  </a:lnTo>
                  <a:lnTo>
                    <a:pt x="21357" y="14989"/>
                  </a:lnTo>
                  <a:lnTo>
                    <a:pt x="16279" y="12928"/>
                  </a:lnTo>
                  <a:lnTo>
                    <a:pt x="15957" y="13376"/>
                  </a:lnTo>
                  <a:lnTo>
                    <a:pt x="13448" y="16864"/>
                  </a:lnTo>
                  <a:lnTo>
                    <a:pt x="13085" y="17375"/>
                  </a:lnTo>
                  <a:lnTo>
                    <a:pt x="12898" y="17637"/>
                  </a:lnTo>
                  <a:lnTo>
                    <a:pt x="12904" y="20428"/>
                  </a:lnTo>
                  <a:lnTo>
                    <a:pt x="12905" y="20728"/>
                  </a:lnTo>
                  <a:lnTo>
                    <a:pt x="12907" y="21521"/>
                  </a:lnTo>
                  <a:lnTo>
                    <a:pt x="14252" y="22073"/>
                  </a:lnTo>
                  <a:lnTo>
                    <a:pt x="22529" y="25472"/>
                  </a:lnTo>
                  <a:lnTo>
                    <a:pt x="30295" y="28661"/>
                  </a:lnTo>
                  <a:lnTo>
                    <a:pt x="30653" y="28684"/>
                  </a:lnTo>
                  <a:lnTo>
                    <a:pt x="32248" y="28785"/>
                  </a:lnTo>
                  <a:lnTo>
                    <a:pt x="45616" y="29630"/>
                  </a:lnTo>
                  <a:lnTo>
                    <a:pt x="48325" y="30504"/>
                  </a:lnTo>
                  <a:lnTo>
                    <a:pt x="50534" y="31761"/>
                  </a:lnTo>
                  <a:lnTo>
                    <a:pt x="51607" y="32738"/>
                  </a:lnTo>
                  <a:lnTo>
                    <a:pt x="52472" y="31852"/>
                  </a:lnTo>
                  <a:lnTo>
                    <a:pt x="56799" y="34823"/>
                  </a:lnTo>
                  <a:lnTo>
                    <a:pt x="57030" y="34981"/>
                  </a:lnTo>
                  <a:lnTo>
                    <a:pt x="56628" y="36017"/>
                  </a:lnTo>
                  <a:lnTo>
                    <a:pt x="62285" y="39758"/>
                  </a:lnTo>
                  <a:lnTo>
                    <a:pt x="63609" y="37751"/>
                  </a:lnTo>
                  <a:lnTo>
                    <a:pt x="63900" y="37311"/>
                  </a:lnTo>
                  <a:lnTo>
                    <a:pt x="66550" y="38564"/>
                  </a:lnTo>
                  <a:lnTo>
                    <a:pt x="70419" y="41265"/>
                  </a:lnTo>
                  <a:lnTo>
                    <a:pt x="70606" y="41319"/>
                  </a:lnTo>
                  <a:lnTo>
                    <a:pt x="72192" y="41779"/>
                  </a:lnTo>
                  <a:lnTo>
                    <a:pt x="73007" y="42015"/>
                  </a:lnTo>
                  <a:lnTo>
                    <a:pt x="73565" y="42176"/>
                  </a:lnTo>
                  <a:lnTo>
                    <a:pt x="74021" y="42507"/>
                  </a:lnTo>
                  <a:lnTo>
                    <a:pt x="75184" y="43348"/>
                  </a:lnTo>
                  <a:lnTo>
                    <a:pt x="76629" y="44769"/>
                  </a:lnTo>
                  <a:lnTo>
                    <a:pt x="76921" y="45056"/>
                  </a:lnTo>
                  <a:lnTo>
                    <a:pt x="80520" y="46127"/>
                  </a:lnTo>
                  <a:lnTo>
                    <a:pt x="82718" y="46781"/>
                  </a:lnTo>
                  <a:lnTo>
                    <a:pt x="83002" y="46866"/>
                  </a:lnTo>
                  <a:lnTo>
                    <a:pt x="83794" y="47055"/>
                  </a:lnTo>
                  <a:lnTo>
                    <a:pt x="85930" y="47565"/>
                  </a:lnTo>
                  <a:lnTo>
                    <a:pt x="87249" y="47880"/>
                  </a:lnTo>
                  <a:lnTo>
                    <a:pt x="87580" y="47959"/>
                  </a:lnTo>
                  <a:lnTo>
                    <a:pt x="88339" y="48208"/>
                  </a:lnTo>
                  <a:lnTo>
                    <a:pt x="88913" y="48914"/>
                  </a:lnTo>
                  <a:lnTo>
                    <a:pt x="91197" y="51724"/>
                  </a:lnTo>
                  <a:lnTo>
                    <a:pt x="92033" y="52753"/>
                  </a:lnTo>
                  <a:lnTo>
                    <a:pt x="92458" y="52767"/>
                  </a:lnTo>
                  <a:lnTo>
                    <a:pt x="93612" y="52805"/>
                  </a:lnTo>
                  <a:lnTo>
                    <a:pt x="95181" y="52857"/>
                  </a:lnTo>
                  <a:lnTo>
                    <a:pt x="102175" y="53088"/>
                  </a:lnTo>
                  <a:lnTo>
                    <a:pt x="103257" y="52882"/>
                  </a:lnTo>
                  <a:lnTo>
                    <a:pt x="104942" y="52919"/>
                  </a:lnTo>
                  <a:lnTo>
                    <a:pt x="105945" y="53431"/>
                  </a:lnTo>
                  <a:lnTo>
                    <a:pt x="106073" y="53513"/>
                  </a:lnTo>
                  <a:lnTo>
                    <a:pt x="106274" y="53643"/>
                  </a:lnTo>
                  <a:lnTo>
                    <a:pt x="106519" y="53799"/>
                  </a:lnTo>
                  <a:lnTo>
                    <a:pt x="106718" y="54079"/>
                  </a:lnTo>
                  <a:lnTo>
                    <a:pt x="107410" y="55052"/>
                  </a:lnTo>
                  <a:lnTo>
                    <a:pt x="107230" y="56187"/>
                  </a:lnTo>
                  <a:lnTo>
                    <a:pt x="106873" y="56498"/>
                  </a:lnTo>
                  <a:lnTo>
                    <a:pt x="106426" y="56887"/>
                  </a:lnTo>
                  <a:lnTo>
                    <a:pt x="105638" y="57575"/>
                  </a:lnTo>
                  <a:lnTo>
                    <a:pt x="105361" y="57816"/>
                  </a:lnTo>
                  <a:lnTo>
                    <a:pt x="104857" y="58256"/>
                  </a:lnTo>
                  <a:lnTo>
                    <a:pt x="102463" y="58559"/>
                  </a:lnTo>
                  <a:lnTo>
                    <a:pt x="101076" y="58388"/>
                  </a:lnTo>
                  <a:lnTo>
                    <a:pt x="100093" y="58522"/>
                  </a:lnTo>
                  <a:lnTo>
                    <a:pt x="99933" y="58544"/>
                  </a:lnTo>
                  <a:lnTo>
                    <a:pt x="99322" y="58628"/>
                  </a:lnTo>
                  <a:lnTo>
                    <a:pt x="96069" y="60360"/>
                  </a:lnTo>
                  <a:lnTo>
                    <a:pt x="94695" y="61112"/>
                  </a:lnTo>
                  <a:lnTo>
                    <a:pt x="94075" y="61451"/>
                  </a:lnTo>
                  <a:lnTo>
                    <a:pt x="89350" y="63566"/>
                  </a:lnTo>
                  <a:lnTo>
                    <a:pt x="87904" y="64088"/>
                  </a:lnTo>
                  <a:lnTo>
                    <a:pt x="86795" y="64489"/>
                  </a:lnTo>
                  <a:lnTo>
                    <a:pt x="86958" y="64880"/>
                  </a:lnTo>
                  <a:lnTo>
                    <a:pt x="86402" y="66332"/>
                  </a:lnTo>
                  <a:lnTo>
                    <a:pt x="85835" y="66592"/>
                  </a:lnTo>
                  <a:lnTo>
                    <a:pt x="85113" y="66924"/>
                  </a:lnTo>
                  <a:lnTo>
                    <a:pt x="84604" y="67158"/>
                  </a:lnTo>
                  <a:lnTo>
                    <a:pt x="81136" y="68750"/>
                  </a:lnTo>
                  <a:lnTo>
                    <a:pt x="80425" y="69104"/>
                  </a:lnTo>
                  <a:lnTo>
                    <a:pt x="80164" y="69279"/>
                  </a:lnTo>
                  <a:lnTo>
                    <a:pt x="79937" y="69490"/>
                  </a:lnTo>
                  <a:lnTo>
                    <a:pt x="79745" y="69669"/>
                  </a:lnTo>
                  <a:lnTo>
                    <a:pt x="78779" y="70568"/>
                  </a:lnTo>
                  <a:lnTo>
                    <a:pt x="78071" y="70361"/>
                  </a:lnTo>
                  <a:lnTo>
                    <a:pt x="75510" y="69614"/>
                  </a:lnTo>
                  <a:lnTo>
                    <a:pt x="73842" y="69197"/>
                  </a:lnTo>
                  <a:lnTo>
                    <a:pt x="72193" y="68785"/>
                  </a:lnTo>
                  <a:lnTo>
                    <a:pt x="71566" y="68629"/>
                  </a:lnTo>
                  <a:lnTo>
                    <a:pt x="71090" y="68462"/>
                  </a:lnTo>
                  <a:lnTo>
                    <a:pt x="69218" y="67803"/>
                  </a:lnTo>
                  <a:lnTo>
                    <a:pt x="68125" y="67419"/>
                  </a:lnTo>
                  <a:lnTo>
                    <a:pt x="65801" y="65696"/>
                  </a:lnTo>
                  <a:lnTo>
                    <a:pt x="65205" y="65254"/>
                  </a:lnTo>
                  <a:lnTo>
                    <a:pt x="65002" y="65103"/>
                  </a:lnTo>
                  <a:lnTo>
                    <a:pt x="64104" y="66137"/>
                  </a:lnTo>
                  <a:lnTo>
                    <a:pt x="62732" y="67716"/>
                  </a:lnTo>
                  <a:lnTo>
                    <a:pt x="62089" y="68456"/>
                  </a:lnTo>
                  <a:lnTo>
                    <a:pt x="60220" y="71203"/>
                  </a:lnTo>
                  <a:lnTo>
                    <a:pt x="58832" y="73242"/>
                  </a:lnTo>
                  <a:lnTo>
                    <a:pt x="58407" y="73867"/>
                  </a:lnTo>
                  <a:lnTo>
                    <a:pt x="58267" y="74074"/>
                  </a:lnTo>
                  <a:lnTo>
                    <a:pt x="57908" y="74527"/>
                  </a:lnTo>
                  <a:lnTo>
                    <a:pt x="57078" y="73976"/>
                  </a:lnTo>
                  <a:lnTo>
                    <a:pt x="55383" y="72853"/>
                  </a:lnTo>
                  <a:lnTo>
                    <a:pt x="54308" y="72091"/>
                  </a:lnTo>
                  <a:lnTo>
                    <a:pt x="50595" y="69459"/>
                  </a:lnTo>
                  <a:lnTo>
                    <a:pt x="50483" y="69960"/>
                  </a:lnTo>
                  <a:lnTo>
                    <a:pt x="50289" y="70832"/>
                  </a:lnTo>
                  <a:lnTo>
                    <a:pt x="50107" y="71581"/>
                  </a:lnTo>
                  <a:lnTo>
                    <a:pt x="50099" y="71785"/>
                  </a:lnTo>
                  <a:lnTo>
                    <a:pt x="49975" y="75074"/>
                  </a:lnTo>
                  <a:lnTo>
                    <a:pt x="49962" y="75417"/>
                  </a:lnTo>
                  <a:lnTo>
                    <a:pt x="49906" y="76889"/>
                  </a:lnTo>
                  <a:lnTo>
                    <a:pt x="48575" y="79032"/>
                  </a:lnTo>
                  <a:lnTo>
                    <a:pt x="48282" y="79503"/>
                  </a:lnTo>
                  <a:lnTo>
                    <a:pt x="47358" y="81182"/>
                  </a:lnTo>
                  <a:lnTo>
                    <a:pt x="46843" y="82116"/>
                  </a:lnTo>
                  <a:lnTo>
                    <a:pt x="45839" y="83938"/>
                  </a:lnTo>
                  <a:lnTo>
                    <a:pt x="45338" y="84995"/>
                  </a:lnTo>
                  <a:lnTo>
                    <a:pt x="44563" y="86630"/>
                  </a:lnTo>
                  <a:lnTo>
                    <a:pt x="44382" y="87012"/>
                  </a:lnTo>
                  <a:lnTo>
                    <a:pt x="44126" y="87438"/>
                  </a:lnTo>
                  <a:lnTo>
                    <a:pt x="43166" y="89034"/>
                  </a:lnTo>
                  <a:lnTo>
                    <a:pt x="42230" y="90278"/>
                  </a:lnTo>
                  <a:lnTo>
                    <a:pt x="41723" y="90827"/>
                  </a:lnTo>
                  <a:lnTo>
                    <a:pt x="41508" y="90482"/>
                  </a:lnTo>
                  <a:lnTo>
                    <a:pt x="38763" y="86077"/>
                  </a:lnTo>
                  <a:lnTo>
                    <a:pt x="38333" y="85386"/>
                  </a:lnTo>
                  <a:lnTo>
                    <a:pt x="37703" y="84933"/>
                  </a:lnTo>
                  <a:lnTo>
                    <a:pt x="37188" y="84561"/>
                  </a:lnTo>
                  <a:lnTo>
                    <a:pt x="36955" y="84388"/>
                  </a:lnTo>
                  <a:lnTo>
                    <a:pt x="35658" y="86440"/>
                  </a:lnTo>
                  <a:lnTo>
                    <a:pt x="35257" y="87075"/>
                  </a:lnTo>
                  <a:lnTo>
                    <a:pt x="33752" y="88974"/>
                  </a:lnTo>
                  <a:lnTo>
                    <a:pt x="29360" y="86165"/>
                  </a:lnTo>
                  <a:lnTo>
                    <a:pt x="29196" y="86024"/>
                  </a:lnTo>
                  <a:lnTo>
                    <a:pt x="28653" y="85557"/>
                  </a:lnTo>
                  <a:lnTo>
                    <a:pt x="28364" y="85309"/>
                  </a:lnTo>
                  <a:lnTo>
                    <a:pt x="28190" y="85160"/>
                  </a:lnTo>
                  <a:lnTo>
                    <a:pt x="30446" y="82329"/>
                  </a:lnTo>
                  <a:lnTo>
                    <a:pt x="30785" y="81947"/>
                  </a:lnTo>
                  <a:lnTo>
                    <a:pt x="31043" y="81444"/>
                  </a:lnTo>
                  <a:lnTo>
                    <a:pt x="31244" y="81051"/>
                  </a:lnTo>
                  <a:lnTo>
                    <a:pt x="31455" y="80301"/>
                  </a:lnTo>
                  <a:lnTo>
                    <a:pt x="32272" y="77386"/>
                  </a:lnTo>
                  <a:lnTo>
                    <a:pt x="32373" y="77026"/>
                  </a:lnTo>
                  <a:lnTo>
                    <a:pt x="31843" y="76753"/>
                  </a:lnTo>
                  <a:lnTo>
                    <a:pt x="36854" y="66454"/>
                  </a:lnTo>
                  <a:lnTo>
                    <a:pt x="36190" y="66116"/>
                  </a:lnTo>
                  <a:lnTo>
                    <a:pt x="32549" y="64262"/>
                  </a:lnTo>
                  <a:lnTo>
                    <a:pt x="34411" y="60287"/>
                  </a:lnTo>
                  <a:lnTo>
                    <a:pt x="35972" y="56953"/>
                  </a:lnTo>
                  <a:lnTo>
                    <a:pt x="35489" y="56259"/>
                  </a:lnTo>
                  <a:lnTo>
                    <a:pt x="34241" y="54512"/>
                  </a:lnTo>
                  <a:lnTo>
                    <a:pt x="30477" y="51384"/>
                  </a:lnTo>
                  <a:lnTo>
                    <a:pt x="22302" y="45467"/>
                  </a:lnTo>
                  <a:lnTo>
                    <a:pt x="13450" y="39810"/>
                  </a:lnTo>
                  <a:lnTo>
                    <a:pt x="12028" y="35563"/>
                  </a:lnTo>
                  <a:lnTo>
                    <a:pt x="9035" y="27232"/>
                  </a:lnTo>
                  <a:lnTo>
                    <a:pt x="7520" y="21538"/>
                  </a:lnTo>
                  <a:lnTo>
                    <a:pt x="7826" y="17979"/>
                  </a:lnTo>
                  <a:lnTo>
                    <a:pt x="6225" y="13639"/>
                  </a:lnTo>
                  <a:lnTo>
                    <a:pt x="432" y="10811"/>
                  </a:lnTo>
                  <a:lnTo>
                    <a:pt x="0" y="9750"/>
                  </a:lnTo>
                  <a:lnTo>
                    <a:pt x="417" y="7359"/>
                  </a:lnTo>
                  <a:lnTo>
                    <a:pt x="1683" y="6199"/>
                  </a:lnTo>
                  <a:lnTo>
                    <a:pt x="2722" y="6404"/>
                  </a:lnTo>
                  <a:lnTo>
                    <a:pt x="6144" y="7080"/>
                  </a:lnTo>
                  <a:lnTo>
                    <a:pt x="6864" y="7222"/>
                  </a:lnTo>
                  <a:lnTo>
                    <a:pt x="9103" y="7664"/>
                  </a:lnTo>
                  <a:lnTo>
                    <a:pt x="10121" y="7865"/>
                  </a:lnTo>
                  <a:lnTo>
                    <a:pt x="16455" y="6192"/>
                  </a:lnTo>
                  <a:lnTo>
                    <a:pt x="29586" y="8997"/>
                  </a:lnTo>
                  <a:lnTo>
                    <a:pt x="33244" y="9778"/>
                  </a:lnTo>
                  <a:lnTo>
                    <a:pt x="59398" y="4619"/>
                  </a:lnTo>
                  <a:lnTo>
                    <a:pt x="63474" y="2388"/>
                  </a:lnTo>
                  <a:lnTo>
                    <a:pt x="63653" y="270"/>
                  </a:lnTo>
                  <a:lnTo>
                    <a:pt x="77325" y="0"/>
                  </a:lnTo>
                  <a:lnTo>
                    <a:pt x="82837" y="112"/>
                  </a:lnTo>
                  <a:lnTo>
                    <a:pt x="90038" y="2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295436" y="3345783"/>
              <a:ext cx="123143" cy="120199"/>
            </a:xfrm>
            <a:custGeom>
              <a:avLst/>
              <a:pathLst>
                <a:path w="123143" h="120199">
                  <a:moveTo>
                    <a:pt x="31034" y="22481"/>
                  </a:moveTo>
                  <a:lnTo>
                    <a:pt x="31810" y="23076"/>
                  </a:lnTo>
                  <a:lnTo>
                    <a:pt x="32259" y="22428"/>
                  </a:lnTo>
                  <a:lnTo>
                    <a:pt x="32622" y="21951"/>
                  </a:lnTo>
                  <a:lnTo>
                    <a:pt x="34605" y="23271"/>
                  </a:lnTo>
                  <a:lnTo>
                    <a:pt x="35387" y="23792"/>
                  </a:lnTo>
                  <a:lnTo>
                    <a:pt x="37962" y="25506"/>
                  </a:lnTo>
                  <a:lnTo>
                    <a:pt x="42033" y="28216"/>
                  </a:lnTo>
                  <a:lnTo>
                    <a:pt x="43256" y="29031"/>
                  </a:lnTo>
                  <a:lnTo>
                    <a:pt x="47511" y="31863"/>
                  </a:lnTo>
                  <a:lnTo>
                    <a:pt x="47956" y="32160"/>
                  </a:lnTo>
                  <a:lnTo>
                    <a:pt x="49382" y="33880"/>
                  </a:lnTo>
                  <a:lnTo>
                    <a:pt x="51143" y="36007"/>
                  </a:lnTo>
                  <a:lnTo>
                    <a:pt x="53087" y="37991"/>
                  </a:lnTo>
                  <a:lnTo>
                    <a:pt x="56143" y="42021"/>
                  </a:lnTo>
                  <a:lnTo>
                    <a:pt x="61185" y="48669"/>
                  </a:lnTo>
                  <a:lnTo>
                    <a:pt x="63384" y="51568"/>
                  </a:lnTo>
                  <a:lnTo>
                    <a:pt x="63832" y="51846"/>
                  </a:lnTo>
                  <a:lnTo>
                    <a:pt x="68337" y="54638"/>
                  </a:lnTo>
                  <a:lnTo>
                    <a:pt x="68749" y="54893"/>
                  </a:lnTo>
                  <a:lnTo>
                    <a:pt x="69330" y="55271"/>
                  </a:lnTo>
                  <a:lnTo>
                    <a:pt x="69646" y="55511"/>
                  </a:lnTo>
                  <a:lnTo>
                    <a:pt x="70792" y="56384"/>
                  </a:lnTo>
                  <a:lnTo>
                    <a:pt x="74579" y="59270"/>
                  </a:lnTo>
                  <a:lnTo>
                    <a:pt x="76705" y="60890"/>
                  </a:lnTo>
                  <a:lnTo>
                    <a:pt x="80861" y="64056"/>
                  </a:lnTo>
                  <a:lnTo>
                    <a:pt x="81404" y="64470"/>
                  </a:lnTo>
                  <a:lnTo>
                    <a:pt x="87183" y="68873"/>
                  </a:lnTo>
                  <a:lnTo>
                    <a:pt x="89034" y="69999"/>
                  </a:lnTo>
                  <a:lnTo>
                    <a:pt x="94150" y="73113"/>
                  </a:lnTo>
                  <a:lnTo>
                    <a:pt x="99054" y="76098"/>
                  </a:lnTo>
                  <a:lnTo>
                    <a:pt x="104276" y="79277"/>
                  </a:lnTo>
                  <a:lnTo>
                    <a:pt x="106659" y="81056"/>
                  </a:lnTo>
                  <a:lnTo>
                    <a:pt x="108368" y="82332"/>
                  </a:lnTo>
                  <a:lnTo>
                    <a:pt x="114442" y="86867"/>
                  </a:lnTo>
                  <a:lnTo>
                    <a:pt x="123143" y="93364"/>
                  </a:lnTo>
                  <a:lnTo>
                    <a:pt x="118200" y="105205"/>
                  </a:lnTo>
                  <a:lnTo>
                    <a:pt x="113603" y="111838"/>
                  </a:lnTo>
                  <a:lnTo>
                    <a:pt x="106479" y="120199"/>
                  </a:lnTo>
                  <a:lnTo>
                    <a:pt x="91925" y="118656"/>
                  </a:lnTo>
                  <a:lnTo>
                    <a:pt x="87975" y="117896"/>
                  </a:lnTo>
                  <a:lnTo>
                    <a:pt x="86010" y="117780"/>
                  </a:lnTo>
                  <a:lnTo>
                    <a:pt x="87312" y="109685"/>
                  </a:lnTo>
                  <a:lnTo>
                    <a:pt x="82055" y="109776"/>
                  </a:lnTo>
                  <a:lnTo>
                    <a:pt x="77867" y="108137"/>
                  </a:lnTo>
                  <a:lnTo>
                    <a:pt x="72076" y="104676"/>
                  </a:lnTo>
                  <a:lnTo>
                    <a:pt x="65442" y="96742"/>
                  </a:lnTo>
                  <a:lnTo>
                    <a:pt x="73234" y="86917"/>
                  </a:lnTo>
                  <a:lnTo>
                    <a:pt x="70828" y="84731"/>
                  </a:lnTo>
                  <a:lnTo>
                    <a:pt x="68601" y="86735"/>
                  </a:lnTo>
                  <a:lnTo>
                    <a:pt x="66613" y="85607"/>
                  </a:lnTo>
                  <a:lnTo>
                    <a:pt x="49657" y="75360"/>
                  </a:lnTo>
                  <a:lnTo>
                    <a:pt x="43939" y="74587"/>
                  </a:lnTo>
                  <a:lnTo>
                    <a:pt x="42377" y="73951"/>
                  </a:lnTo>
                  <a:lnTo>
                    <a:pt x="38515" y="72379"/>
                  </a:lnTo>
                  <a:lnTo>
                    <a:pt x="21054" y="59660"/>
                  </a:lnTo>
                  <a:lnTo>
                    <a:pt x="21388" y="57398"/>
                  </a:lnTo>
                  <a:lnTo>
                    <a:pt x="21766" y="54833"/>
                  </a:lnTo>
                  <a:lnTo>
                    <a:pt x="12017" y="49311"/>
                  </a:lnTo>
                  <a:lnTo>
                    <a:pt x="3260" y="44293"/>
                  </a:lnTo>
                  <a:lnTo>
                    <a:pt x="1275" y="32911"/>
                  </a:lnTo>
                  <a:lnTo>
                    <a:pt x="0" y="25596"/>
                  </a:lnTo>
                  <a:lnTo>
                    <a:pt x="1442" y="24806"/>
                  </a:lnTo>
                  <a:lnTo>
                    <a:pt x="3732" y="11381"/>
                  </a:lnTo>
                  <a:lnTo>
                    <a:pt x="4153" y="10494"/>
                  </a:lnTo>
                  <a:lnTo>
                    <a:pt x="4592" y="9571"/>
                  </a:lnTo>
                  <a:lnTo>
                    <a:pt x="4852" y="9025"/>
                  </a:lnTo>
                  <a:lnTo>
                    <a:pt x="6599" y="5348"/>
                  </a:lnTo>
                  <a:lnTo>
                    <a:pt x="11063" y="0"/>
                  </a:lnTo>
                  <a:lnTo>
                    <a:pt x="13679" y="2661"/>
                  </a:lnTo>
                  <a:lnTo>
                    <a:pt x="14287" y="3280"/>
                  </a:lnTo>
                  <a:lnTo>
                    <a:pt x="14434" y="3429"/>
                  </a:lnTo>
                  <a:lnTo>
                    <a:pt x="14598" y="3669"/>
                  </a:lnTo>
                  <a:lnTo>
                    <a:pt x="14898" y="4105"/>
                  </a:lnTo>
                  <a:lnTo>
                    <a:pt x="16246" y="6066"/>
                  </a:lnTo>
                  <a:lnTo>
                    <a:pt x="18362" y="9145"/>
                  </a:lnTo>
                  <a:lnTo>
                    <a:pt x="18755" y="9592"/>
                  </a:lnTo>
                  <a:lnTo>
                    <a:pt x="19386" y="10306"/>
                  </a:lnTo>
                  <a:lnTo>
                    <a:pt x="24154" y="15708"/>
                  </a:lnTo>
                  <a:lnTo>
                    <a:pt x="24732" y="16644"/>
                  </a:lnTo>
                  <a:lnTo>
                    <a:pt x="25213" y="17422"/>
                  </a:lnTo>
                  <a:lnTo>
                    <a:pt x="25460" y="17821"/>
                  </a:lnTo>
                  <a:lnTo>
                    <a:pt x="25807" y="18382"/>
                  </a:lnTo>
                  <a:lnTo>
                    <a:pt x="25913" y="18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3224316" y="3548657"/>
              <a:ext cx="119418" cy="88369"/>
            </a:xfrm>
            <a:custGeom>
              <a:avLst/>
              <a:pathLst>
                <a:path w="119418" h="88369">
                  <a:moveTo>
                    <a:pt x="34344" y="1335"/>
                  </a:moveTo>
                  <a:lnTo>
                    <a:pt x="38784" y="1981"/>
                  </a:lnTo>
                  <a:lnTo>
                    <a:pt x="39964" y="2169"/>
                  </a:lnTo>
                  <a:lnTo>
                    <a:pt x="40849" y="2311"/>
                  </a:lnTo>
                  <a:lnTo>
                    <a:pt x="42238" y="2139"/>
                  </a:lnTo>
                  <a:lnTo>
                    <a:pt x="53630" y="733"/>
                  </a:lnTo>
                  <a:lnTo>
                    <a:pt x="53984" y="991"/>
                  </a:lnTo>
                  <a:lnTo>
                    <a:pt x="54810" y="1591"/>
                  </a:lnTo>
                  <a:lnTo>
                    <a:pt x="56058" y="2498"/>
                  </a:lnTo>
                  <a:lnTo>
                    <a:pt x="57493" y="2867"/>
                  </a:lnTo>
                  <a:lnTo>
                    <a:pt x="59248" y="3318"/>
                  </a:lnTo>
                  <a:lnTo>
                    <a:pt x="60842" y="5556"/>
                  </a:lnTo>
                  <a:lnTo>
                    <a:pt x="61012" y="5795"/>
                  </a:lnTo>
                  <a:lnTo>
                    <a:pt x="63689" y="7723"/>
                  </a:lnTo>
                  <a:lnTo>
                    <a:pt x="63954" y="7915"/>
                  </a:lnTo>
                  <a:lnTo>
                    <a:pt x="64482" y="8295"/>
                  </a:lnTo>
                  <a:lnTo>
                    <a:pt x="66620" y="10271"/>
                  </a:lnTo>
                  <a:lnTo>
                    <a:pt x="67268" y="10870"/>
                  </a:lnTo>
                  <a:lnTo>
                    <a:pt x="69463" y="12898"/>
                  </a:lnTo>
                  <a:lnTo>
                    <a:pt x="74199" y="17275"/>
                  </a:lnTo>
                  <a:lnTo>
                    <a:pt x="83866" y="23741"/>
                  </a:lnTo>
                  <a:lnTo>
                    <a:pt x="90565" y="26102"/>
                  </a:lnTo>
                  <a:lnTo>
                    <a:pt x="98083" y="30201"/>
                  </a:lnTo>
                  <a:lnTo>
                    <a:pt x="106499" y="32726"/>
                  </a:lnTo>
                  <a:lnTo>
                    <a:pt x="112290" y="35003"/>
                  </a:lnTo>
                  <a:lnTo>
                    <a:pt x="116077" y="37849"/>
                  </a:lnTo>
                  <a:lnTo>
                    <a:pt x="119418" y="45818"/>
                  </a:lnTo>
                  <a:lnTo>
                    <a:pt x="117449" y="58201"/>
                  </a:lnTo>
                  <a:lnTo>
                    <a:pt x="113551" y="64747"/>
                  </a:lnTo>
                  <a:lnTo>
                    <a:pt x="107704" y="71578"/>
                  </a:lnTo>
                  <a:lnTo>
                    <a:pt x="106033" y="77270"/>
                  </a:lnTo>
                  <a:lnTo>
                    <a:pt x="104363" y="84954"/>
                  </a:lnTo>
                  <a:lnTo>
                    <a:pt x="96288" y="88369"/>
                  </a:lnTo>
                  <a:lnTo>
                    <a:pt x="89327" y="87515"/>
                  </a:lnTo>
                  <a:lnTo>
                    <a:pt x="80139" y="80969"/>
                  </a:lnTo>
                  <a:lnTo>
                    <a:pt x="73735" y="77839"/>
                  </a:lnTo>
                  <a:lnTo>
                    <a:pt x="62040" y="81254"/>
                  </a:lnTo>
                  <a:lnTo>
                    <a:pt x="49232" y="81254"/>
                  </a:lnTo>
                  <a:lnTo>
                    <a:pt x="40601" y="77554"/>
                  </a:lnTo>
                  <a:lnTo>
                    <a:pt x="30020" y="69301"/>
                  </a:lnTo>
                  <a:lnTo>
                    <a:pt x="23059" y="66739"/>
                  </a:lnTo>
                  <a:lnTo>
                    <a:pt x="17491" y="62186"/>
                  </a:lnTo>
                  <a:lnTo>
                    <a:pt x="9138" y="53078"/>
                  </a:lnTo>
                  <a:lnTo>
                    <a:pt x="4404" y="42264"/>
                  </a:lnTo>
                  <a:lnTo>
                    <a:pt x="0" y="33655"/>
                  </a:lnTo>
                  <a:lnTo>
                    <a:pt x="11415" y="35362"/>
                  </a:lnTo>
                  <a:lnTo>
                    <a:pt x="11137" y="29386"/>
                  </a:lnTo>
                  <a:lnTo>
                    <a:pt x="12251" y="22840"/>
                  </a:lnTo>
                  <a:lnTo>
                    <a:pt x="13318" y="17464"/>
                  </a:lnTo>
                  <a:lnTo>
                    <a:pt x="13065" y="17280"/>
                  </a:lnTo>
                  <a:lnTo>
                    <a:pt x="13330" y="16471"/>
                  </a:lnTo>
                  <a:lnTo>
                    <a:pt x="14063" y="14235"/>
                  </a:lnTo>
                  <a:lnTo>
                    <a:pt x="15040" y="11572"/>
                  </a:lnTo>
                  <a:lnTo>
                    <a:pt x="15527" y="10245"/>
                  </a:lnTo>
                  <a:lnTo>
                    <a:pt x="15648" y="9689"/>
                  </a:lnTo>
                  <a:lnTo>
                    <a:pt x="16151" y="7376"/>
                  </a:lnTo>
                  <a:lnTo>
                    <a:pt x="16799" y="6295"/>
                  </a:lnTo>
                  <a:lnTo>
                    <a:pt x="16941" y="6057"/>
                  </a:lnTo>
                  <a:lnTo>
                    <a:pt x="17498" y="5128"/>
                  </a:lnTo>
                  <a:lnTo>
                    <a:pt x="17613" y="4934"/>
                  </a:lnTo>
                  <a:lnTo>
                    <a:pt x="19250" y="2202"/>
                  </a:lnTo>
                  <a:lnTo>
                    <a:pt x="19618" y="1657"/>
                  </a:lnTo>
                  <a:lnTo>
                    <a:pt x="20332" y="600"/>
                  </a:lnTo>
                  <a:lnTo>
                    <a:pt x="20511" y="509"/>
                  </a:lnTo>
                  <a:lnTo>
                    <a:pt x="22859" y="1653"/>
                  </a:lnTo>
                  <a:lnTo>
                    <a:pt x="23209" y="1625"/>
                  </a:lnTo>
                  <a:lnTo>
                    <a:pt x="27964" y="1255"/>
                  </a:lnTo>
                  <a:lnTo>
                    <a:pt x="28907" y="1166"/>
                  </a:lnTo>
                  <a:lnTo>
                    <a:pt x="30040" y="222"/>
                  </a:lnTo>
                  <a:lnTo>
                    <a:pt x="30199" y="0"/>
                  </a:lnTo>
                  <a:lnTo>
                    <a:pt x="34055" y="126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3216253" y="4146854"/>
              <a:ext cx="147721" cy="133506"/>
            </a:xfrm>
            <a:custGeom>
              <a:avLst/>
              <a:pathLst>
                <a:path w="147721" h="133506">
                  <a:moveTo>
                    <a:pt x="98293" y="18820"/>
                  </a:moveTo>
                  <a:lnTo>
                    <a:pt x="100543" y="18984"/>
                  </a:lnTo>
                  <a:lnTo>
                    <a:pt x="104354" y="4174"/>
                  </a:lnTo>
                  <a:lnTo>
                    <a:pt x="109811" y="4515"/>
                  </a:lnTo>
                  <a:lnTo>
                    <a:pt x="123844" y="8158"/>
                  </a:lnTo>
                  <a:lnTo>
                    <a:pt x="132531" y="13736"/>
                  </a:lnTo>
                  <a:lnTo>
                    <a:pt x="127169" y="22945"/>
                  </a:lnTo>
                  <a:lnTo>
                    <a:pt x="127458" y="23118"/>
                  </a:lnTo>
                  <a:lnTo>
                    <a:pt x="131863" y="25761"/>
                  </a:lnTo>
                  <a:lnTo>
                    <a:pt x="140897" y="29448"/>
                  </a:lnTo>
                  <a:lnTo>
                    <a:pt x="141739" y="41052"/>
                  </a:lnTo>
                  <a:lnTo>
                    <a:pt x="144100" y="45895"/>
                  </a:lnTo>
                  <a:lnTo>
                    <a:pt x="147721" y="54278"/>
                  </a:lnTo>
                  <a:lnTo>
                    <a:pt x="143322" y="62070"/>
                  </a:lnTo>
                  <a:lnTo>
                    <a:pt x="136426" y="59025"/>
                  </a:lnTo>
                  <a:lnTo>
                    <a:pt x="135499" y="58615"/>
                  </a:lnTo>
                  <a:lnTo>
                    <a:pt x="130749" y="65306"/>
                  </a:lnTo>
                  <a:lnTo>
                    <a:pt x="127436" y="62604"/>
                  </a:lnTo>
                  <a:lnTo>
                    <a:pt x="119531" y="57639"/>
                  </a:lnTo>
                  <a:lnTo>
                    <a:pt x="97644" y="43892"/>
                  </a:lnTo>
                  <a:lnTo>
                    <a:pt x="89221" y="42469"/>
                  </a:lnTo>
                  <a:lnTo>
                    <a:pt x="84872" y="41826"/>
                  </a:lnTo>
                  <a:lnTo>
                    <a:pt x="84619" y="45497"/>
                  </a:lnTo>
                  <a:lnTo>
                    <a:pt x="72710" y="44080"/>
                  </a:lnTo>
                  <a:lnTo>
                    <a:pt x="69219" y="43641"/>
                  </a:lnTo>
                  <a:lnTo>
                    <a:pt x="58570" y="42236"/>
                  </a:lnTo>
                  <a:lnTo>
                    <a:pt x="55683" y="41855"/>
                  </a:lnTo>
                  <a:lnTo>
                    <a:pt x="56029" y="38081"/>
                  </a:lnTo>
                  <a:lnTo>
                    <a:pt x="56405" y="33971"/>
                  </a:lnTo>
                  <a:lnTo>
                    <a:pt x="52863" y="33629"/>
                  </a:lnTo>
                  <a:lnTo>
                    <a:pt x="47784" y="33561"/>
                  </a:lnTo>
                  <a:lnTo>
                    <a:pt x="42305" y="34039"/>
                  </a:lnTo>
                  <a:lnTo>
                    <a:pt x="36758" y="34039"/>
                  </a:lnTo>
                  <a:lnTo>
                    <a:pt x="36806" y="41945"/>
                  </a:lnTo>
                  <a:lnTo>
                    <a:pt x="34553" y="41689"/>
                  </a:lnTo>
                  <a:lnTo>
                    <a:pt x="31145" y="41006"/>
                  </a:lnTo>
                  <a:lnTo>
                    <a:pt x="30143" y="48861"/>
                  </a:lnTo>
                  <a:lnTo>
                    <a:pt x="28940" y="56375"/>
                  </a:lnTo>
                  <a:lnTo>
                    <a:pt x="23126" y="65732"/>
                  </a:lnTo>
                  <a:lnTo>
                    <a:pt x="22001" y="66667"/>
                  </a:lnTo>
                  <a:lnTo>
                    <a:pt x="14640" y="65596"/>
                  </a:lnTo>
                  <a:lnTo>
                    <a:pt x="10462" y="80372"/>
                  </a:lnTo>
                  <a:lnTo>
                    <a:pt x="10540" y="83758"/>
                  </a:lnTo>
                  <a:lnTo>
                    <a:pt x="25130" y="108689"/>
                  </a:lnTo>
                  <a:lnTo>
                    <a:pt x="27580" y="119048"/>
                  </a:lnTo>
                  <a:lnTo>
                    <a:pt x="28694" y="122122"/>
                  </a:lnTo>
                  <a:lnTo>
                    <a:pt x="39386" y="127359"/>
                  </a:lnTo>
                  <a:lnTo>
                    <a:pt x="31701" y="133506"/>
                  </a:lnTo>
                  <a:lnTo>
                    <a:pt x="21343" y="124627"/>
                  </a:lnTo>
                  <a:lnTo>
                    <a:pt x="3635" y="83872"/>
                  </a:lnTo>
                  <a:lnTo>
                    <a:pt x="4384" y="78520"/>
                  </a:lnTo>
                  <a:lnTo>
                    <a:pt x="6186" y="72017"/>
                  </a:lnTo>
                  <a:lnTo>
                    <a:pt x="8661" y="63083"/>
                  </a:lnTo>
                  <a:lnTo>
                    <a:pt x="10532" y="57824"/>
                  </a:lnTo>
                  <a:lnTo>
                    <a:pt x="10398" y="47988"/>
                  </a:lnTo>
                  <a:lnTo>
                    <a:pt x="10532" y="45324"/>
                  </a:lnTo>
                  <a:lnTo>
                    <a:pt x="10838" y="41528"/>
                  </a:lnTo>
                  <a:lnTo>
                    <a:pt x="3412" y="40043"/>
                  </a:lnTo>
                  <a:lnTo>
                    <a:pt x="3635" y="27520"/>
                  </a:lnTo>
                  <a:lnTo>
                    <a:pt x="12990" y="30139"/>
                  </a:lnTo>
                  <a:lnTo>
                    <a:pt x="13798" y="26585"/>
                  </a:lnTo>
                  <a:lnTo>
                    <a:pt x="10157" y="23625"/>
                  </a:lnTo>
                  <a:lnTo>
                    <a:pt x="4325" y="18522"/>
                  </a:lnTo>
                  <a:lnTo>
                    <a:pt x="5833" y="16708"/>
                  </a:lnTo>
                  <a:lnTo>
                    <a:pt x="0" y="11189"/>
                  </a:lnTo>
                  <a:lnTo>
                    <a:pt x="3925" y="6749"/>
                  </a:lnTo>
                  <a:lnTo>
                    <a:pt x="10350" y="11277"/>
                  </a:lnTo>
                  <a:lnTo>
                    <a:pt x="19728" y="0"/>
                  </a:lnTo>
                  <a:lnTo>
                    <a:pt x="31900" y="8076"/>
                  </a:lnTo>
                  <a:lnTo>
                    <a:pt x="34109" y="9542"/>
                  </a:lnTo>
                  <a:lnTo>
                    <a:pt x="34793" y="9996"/>
                  </a:lnTo>
                  <a:lnTo>
                    <a:pt x="35098" y="4155"/>
                  </a:lnTo>
                  <a:lnTo>
                    <a:pt x="40499" y="4325"/>
                  </a:lnTo>
                  <a:lnTo>
                    <a:pt x="40349" y="11410"/>
                  </a:lnTo>
                  <a:lnTo>
                    <a:pt x="41005" y="11577"/>
                  </a:lnTo>
                  <a:lnTo>
                    <a:pt x="48293" y="12214"/>
                  </a:lnTo>
                  <a:lnTo>
                    <a:pt x="64532" y="13648"/>
                  </a:lnTo>
                  <a:lnTo>
                    <a:pt x="75224" y="14946"/>
                  </a:lnTo>
                  <a:lnTo>
                    <a:pt x="75769" y="12056"/>
                  </a:lnTo>
                  <a:lnTo>
                    <a:pt x="92200" y="17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3116428" y="3759735"/>
              <a:ext cx="107425" cy="76813"/>
            </a:xfrm>
            <a:custGeom>
              <a:avLst/>
              <a:pathLst>
                <a:path w="107425" h="76813">
                  <a:moveTo>
                    <a:pt x="82700" y="7648"/>
                  </a:moveTo>
                  <a:lnTo>
                    <a:pt x="85491" y="10727"/>
                  </a:lnTo>
                  <a:lnTo>
                    <a:pt x="85256" y="15321"/>
                  </a:lnTo>
                  <a:lnTo>
                    <a:pt x="70474" y="24068"/>
                  </a:lnTo>
                  <a:lnTo>
                    <a:pt x="73223" y="26056"/>
                  </a:lnTo>
                  <a:lnTo>
                    <a:pt x="78754" y="30055"/>
                  </a:lnTo>
                  <a:lnTo>
                    <a:pt x="79691" y="26949"/>
                  </a:lnTo>
                  <a:lnTo>
                    <a:pt x="79884" y="26310"/>
                  </a:lnTo>
                  <a:lnTo>
                    <a:pt x="85696" y="31728"/>
                  </a:lnTo>
                  <a:lnTo>
                    <a:pt x="85463" y="32467"/>
                  </a:lnTo>
                  <a:lnTo>
                    <a:pt x="84802" y="34565"/>
                  </a:lnTo>
                  <a:lnTo>
                    <a:pt x="90400" y="41442"/>
                  </a:lnTo>
                  <a:lnTo>
                    <a:pt x="88986" y="44364"/>
                  </a:lnTo>
                  <a:lnTo>
                    <a:pt x="95851" y="47686"/>
                  </a:lnTo>
                  <a:lnTo>
                    <a:pt x="99284" y="49348"/>
                  </a:lnTo>
                  <a:lnTo>
                    <a:pt x="95595" y="57743"/>
                  </a:lnTo>
                  <a:lnTo>
                    <a:pt x="99976" y="60052"/>
                  </a:lnTo>
                  <a:lnTo>
                    <a:pt x="105652" y="63042"/>
                  </a:lnTo>
                  <a:lnTo>
                    <a:pt x="105524" y="63442"/>
                  </a:lnTo>
                  <a:lnTo>
                    <a:pt x="104633" y="66225"/>
                  </a:lnTo>
                  <a:lnTo>
                    <a:pt x="107080" y="67019"/>
                  </a:lnTo>
                  <a:lnTo>
                    <a:pt x="107425" y="67131"/>
                  </a:lnTo>
                  <a:lnTo>
                    <a:pt x="104705" y="73184"/>
                  </a:lnTo>
                  <a:lnTo>
                    <a:pt x="100958" y="72078"/>
                  </a:lnTo>
                  <a:lnTo>
                    <a:pt x="96797" y="70850"/>
                  </a:lnTo>
                  <a:lnTo>
                    <a:pt x="95759" y="70672"/>
                  </a:lnTo>
                  <a:lnTo>
                    <a:pt x="90965" y="69850"/>
                  </a:lnTo>
                  <a:lnTo>
                    <a:pt x="92652" y="76016"/>
                  </a:lnTo>
                  <a:lnTo>
                    <a:pt x="86136" y="76813"/>
                  </a:lnTo>
                  <a:lnTo>
                    <a:pt x="83742" y="74650"/>
                  </a:lnTo>
                  <a:lnTo>
                    <a:pt x="76725" y="72203"/>
                  </a:lnTo>
                  <a:lnTo>
                    <a:pt x="73029" y="71234"/>
                  </a:lnTo>
                  <a:lnTo>
                    <a:pt x="72381" y="71064"/>
                  </a:lnTo>
                  <a:lnTo>
                    <a:pt x="70321" y="71292"/>
                  </a:lnTo>
                  <a:lnTo>
                    <a:pt x="69737" y="73018"/>
                  </a:lnTo>
                  <a:lnTo>
                    <a:pt x="69319" y="74252"/>
                  </a:lnTo>
                  <a:lnTo>
                    <a:pt x="65031" y="74081"/>
                  </a:lnTo>
                  <a:lnTo>
                    <a:pt x="64821" y="72100"/>
                  </a:lnTo>
                  <a:lnTo>
                    <a:pt x="64585" y="69869"/>
                  </a:lnTo>
                  <a:lnTo>
                    <a:pt x="61634" y="68901"/>
                  </a:lnTo>
                  <a:lnTo>
                    <a:pt x="59190" y="69830"/>
                  </a:lnTo>
                  <a:lnTo>
                    <a:pt x="57290" y="70552"/>
                  </a:lnTo>
                  <a:lnTo>
                    <a:pt x="54116" y="66909"/>
                  </a:lnTo>
                  <a:lnTo>
                    <a:pt x="52891" y="65145"/>
                  </a:lnTo>
                  <a:lnTo>
                    <a:pt x="55620" y="64689"/>
                  </a:lnTo>
                  <a:lnTo>
                    <a:pt x="53838" y="58940"/>
                  </a:lnTo>
                  <a:lnTo>
                    <a:pt x="51477" y="47989"/>
                  </a:lnTo>
                  <a:lnTo>
                    <a:pt x="45061" y="47306"/>
                  </a:lnTo>
                  <a:lnTo>
                    <a:pt x="42121" y="46759"/>
                  </a:lnTo>
                  <a:lnTo>
                    <a:pt x="39047" y="47442"/>
                  </a:lnTo>
                  <a:lnTo>
                    <a:pt x="37043" y="44847"/>
                  </a:lnTo>
                  <a:lnTo>
                    <a:pt x="33701" y="45803"/>
                  </a:lnTo>
                  <a:lnTo>
                    <a:pt x="37577" y="55366"/>
                  </a:lnTo>
                  <a:lnTo>
                    <a:pt x="37844" y="61923"/>
                  </a:lnTo>
                  <a:lnTo>
                    <a:pt x="34561" y="68635"/>
                  </a:lnTo>
                  <a:lnTo>
                    <a:pt x="31797" y="70324"/>
                  </a:lnTo>
                  <a:lnTo>
                    <a:pt x="22441" y="67422"/>
                  </a:lnTo>
                  <a:lnTo>
                    <a:pt x="4566" y="60933"/>
                  </a:lnTo>
                  <a:lnTo>
                    <a:pt x="0" y="56436"/>
                  </a:lnTo>
                  <a:lnTo>
                    <a:pt x="3147" y="51692"/>
                  </a:lnTo>
                  <a:lnTo>
                    <a:pt x="5942" y="53428"/>
                  </a:lnTo>
                  <a:lnTo>
                    <a:pt x="8226" y="53940"/>
                  </a:lnTo>
                  <a:lnTo>
                    <a:pt x="9228" y="47395"/>
                  </a:lnTo>
                  <a:lnTo>
                    <a:pt x="3899" y="45918"/>
                  </a:lnTo>
                  <a:lnTo>
                    <a:pt x="3260" y="45740"/>
                  </a:lnTo>
                  <a:lnTo>
                    <a:pt x="6790" y="36435"/>
                  </a:lnTo>
                  <a:lnTo>
                    <a:pt x="10620" y="36978"/>
                  </a:lnTo>
                  <a:lnTo>
                    <a:pt x="11734" y="33791"/>
                  </a:lnTo>
                  <a:lnTo>
                    <a:pt x="8170" y="32197"/>
                  </a:lnTo>
                  <a:lnTo>
                    <a:pt x="10496" y="24850"/>
                  </a:lnTo>
                  <a:lnTo>
                    <a:pt x="11135" y="25122"/>
                  </a:lnTo>
                  <a:lnTo>
                    <a:pt x="11701" y="25364"/>
                  </a:lnTo>
                  <a:lnTo>
                    <a:pt x="21980" y="29749"/>
                  </a:lnTo>
                  <a:lnTo>
                    <a:pt x="25243" y="32045"/>
                  </a:lnTo>
                  <a:lnTo>
                    <a:pt x="27595" y="31369"/>
                  </a:lnTo>
                  <a:lnTo>
                    <a:pt x="33474" y="29679"/>
                  </a:lnTo>
                  <a:lnTo>
                    <a:pt x="35330" y="29145"/>
                  </a:lnTo>
                  <a:lnTo>
                    <a:pt x="43448" y="28414"/>
                  </a:lnTo>
                  <a:lnTo>
                    <a:pt x="44260" y="28474"/>
                  </a:lnTo>
                  <a:lnTo>
                    <a:pt x="50198" y="28915"/>
                  </a:lnTo>
                  <a:lnTo>
                    <a:pt x="53383" y="32658"/>
                  </a:lnTo>
                  <a:lnTo>
                    <a:pt x="57566" y="30786"/>
                  </a:lnTo>
                  <a:lnTo>
                    <a:pt x="56645" y="29679"/>
                  </a:lnTo>
                  <a:lnTo>
                    <a:pt x="55200" y="27521"/>
                  </a:lnTo>
                  <a:lnTo>
                    <a:pt x="52939" y="24143"/>
                  </a:lnTo>
                  <a:lnTo>
                    <a:pt x="52568" y="23588"/>
                  </a:lnTo>
                  <a:lnTo>
                    <a:pt x="52432" y="23386"/>
                  </a:lnTo>
                  <a:lnTo>
                    <a:pt x="51774" y="21613"/>
                  </a:lnTo>
                  <a:lnTo>
                    <a:pt x="51437" y="20706"/>
                  </a:lnTo>
                  <a:lnTo>
                    <a:pt x="50895" y="16064"/>
                  </a:lnTo>
                  <a:lnTo>
                    <a:pt x="50045" y="12835"/>
                  </a:lnTo>
                  <a:lnTo>
                    <a:pt x="50785" y="12419"/>
                  </a:lnTo>
                  <a:lnTo>
                    <a:pt x="54153" y="10583"/>
                  </a:lnTo>
                  <a:lnTo>
                    <a:pt x="54067" y="10246"/>
                  </a:lnTo>
                  <a:lnTo>
                    <a:pt x="53239" y="6981"/>
                  </a:lnTo>
                  <a:lnTo>
                    <a:pt x="52972" y="5704"/>
                  </a:lnTo>
                  <a:lnTo>
                    <a:pt x="55339" y="5449"/>
                  </a:lnTo>
                  <a:lnTo>
                    <a:pt x="58462" y="5112"/>
                  </a:lnTo>
                  <a:lnTo>
                    <a:pt x="59767" y="4972"/>
                  </a:lnTo>
                  <a:lnTo>
                    <a:pt x="60423" y="4950"/>
                  </a:lnTo>
                  <a:lnTo>
                    <a:pt x="60551" y="4946"/>
                  </a:lnTo>
                  <a:lnTo>
                    <a:pt x="61117" y="8683"/>
                  </a:lnTo>
                  <a:lnTo>
                    <a:pt x="61256" y="9603"/>
                  </a:lnTo>
                  <a:lnTo>
                    <a:pt x="63134" y="10608"/>
                  </a:lnTo>
                  <a:lnTo>
                    <a:pt x="64997" y="11605"/>
                  </a:lnTo>
                  <a:lnTo>
                    <a:pt x="65309" y="11773"/>
                  </a:lnTo>
                  <a:lnTo>
                    <a:pt x="68312" y="11338"/>
                  </a:lnTo>
                  <a:lnTo>
                    <a:pt x="70009" y="9925"/>
                  </a:lnTo>
                  <a:lnTo>
                    <a:pt x="70961" y="10487"/>
                  </a:lnTo>
                  <a:lnTo>
                    <a:pt x="73466" y="10382"/>
                  </a:lnTo>
                  <a:lnTo>
                    <a:pt x="73762" y="10181"/>
                  </a:lnTo>
                  <a:lnTo>
                    <a:pt x="73622" y="7680"/>
                  </a:lnTo>
                  <a:lnTo>
                    <a:pt x="73362" y="5378"/>
                  </a:lnTo>
                  <a:lnTo>
                    <a:pt x="73200" y="4775"/>
                  </a:lnTo>
                  <a:lnTo>
                    <a:pt x="73012" y="4070"/>
                  </a:lnTo>
                  <a:lnTo>
                    <a:pt x="74668" y="2131"/>
                  </a:lnTo>
                  <a:lnTo>
                    <a:pt x="76487" y="0"/>
                  </a:lnTo>
                  <a:lnTo>
                    <a:pt x="77532" y="1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3079836" y="3626448"/>
              <a:ext cx="144796" cy="104302"/>
            </a:xfrm>
            <a:custGeom>
              <a:avLst/>
              <a:pathLst>
                <a:path w="144796" h="104302">
                  <a:moveTo>
                    <a:pt x="136623" y="29492"/>
                  </a:moveTo>
                  <a:lnTo>
                    <a:pt x="139580" y="51151"/>
                  </a:lnTo>
                  <a:lnTo>
                    <a:pt x="138065" y="60532"/>
                  </a:lnTo>
                  <a:lnTo>
                    <a:pt x="139344" y="66094"/>
                  </a:lnTo>
                  <a:lnTo>
                    <a:pt x="144796" y="74265"/>
                  </a:lnTo>
                  <a:lnTo>
                    <a:pt x="136906" y="74486"/>
                  </a:lnTo>
                  <a:lnTo>
                    <a:pt x="132006" y="74030"/>
                  </a:lnTo>
                  <a:lnTo>
                    <a:pt x="125747" y="70947"/>
                  </a:lnTo>
                  <a:lnTo>
                    <a:pt x="122958" y="70910"/>
                  </a:lnTo>
                  <a:lnTo>
                    <a:pt x="118798" y="70856"/>
                  </a:lnTo>
                  <a:lnTo>
                    <a:pt x="118787" y="74078"/>
                  </a:lnTo>
                  <a:lnTo>
                    <a:pt x="118774" y="78204"/>
                  </a:lnTo>
                  <a:lnTo>
                    <a:pt x="118763" y="81739"/>
                  </a:lnTo>
                  <a:lnTo>
                    <a:pt x="113112" y="82337"/>
                  </a:lnTo>
                  <a:lnTo>
                    <a:pt x="112965" y="82353"/>
                  </a:lnTo>
                  <a:lnTo>
                    <a:pt x="110832" y="82579"/>
                  </a:lnTo>
                  <a:lnTo>
                    <a:pt x="110640" y="83290"/>
                  </a:lnTo>
                  <a:lnTo>
                    <a:pt x="110596" y="83452"/>
                  </a:lnTo>
                  <a:lnTo>
                    <a:pt x="110431" y="84062"/>
                  </a:lnTo>
                  <a:lnTo>
                    <a:pt x="110364" y="84310"/>
                  </a:lnTo>
                  <a:lnTo>
                    <a:pt x="110070" y="85396"/>
                  </a:lnTo>
                  <a:lnTo>
                    <a:pt x="109768" y="86512"/>
                  </a:lnTo>
                  <a:lnTo>
                    <a:pt x="109726" y="86665"/>
                  </a:lnTo>
                  <a:lnTo>
                    <a:pt x="109685" y="86818"/>
                  </a:lnTo>
                  <a:lnTo>
                    <a:pt x="109418" y="87804"/>
                  </a:lnTo>
                  <a:lnTo>
                    <a:pt x="109376" y="87959"/>
                  </a:lnTo>
                  <a:lnTo>
                    <a:pt x="109147" y="88804"/>
                  </a:lnTo>
                  <a:lnTo>
                    <a:pt x="108909" y="89683"/>
                  </a:lnTo>
                  <a:lnTo>
                    <a:pt x="108871" y="89827"/>
                  </a:lnTo>
                  <a:lnTo>
                    <a:pt x="108623" y="90742"/>
                  </a:lnTo>
                  <a:lnTo>
                    <a:pt x="108342" y="91780"/>
                  </a:lnTo>
                  <a:lnTo>
                    <a:pt x="108302" y="91927"/>
                  </a:lnTo>
                  <a:lnTo>
                    <a:pt x="108060" y="92822"/>
                  </a:lnTo>
                  <a:lnTo>
                    <a:pt x="107919" y="93344"/>
                  </a:lnTo>
                  <a:lnTo>
                    <a:pt x="107847" y="93552"/>
                  </a:lnTo>
                  <a:lnTo>
                    <a:pt x="107761" y="93806"/>
                  </a:lnTo>
                  <a:lnTo>
                    <a:pt x="106817" y="96564"/>
                  </a:lnTo>
                  <a:lnTo>
                    <a:pt x="104964" y="101983"/>
                  </a:lnTo>
                  <a:lnTo>
                    <a:pt x="100746" y="101267"/>
                  </a:lnTo>
                  <a:lnTo>
                    <a:pt x="100579" y="101186"/>
                  </a:lnTo>
                  <a:lnTo>
                    <a:pt x="100400" y="101101"/>
                  </a:lnTo>
                  <a:lnTo>
                    <a:pt x="100152" y="100982"/>
                  </a:lnTo>
                  <a:lnTo>
                    <a:pt x="92415" y="97271"/>
                  </a:lnTo>
                  <a:lnTo>
                    <a:pt x="80089" y="100447"/>
                  </a:lnTo>
                  <a:lnTo>
                    <a:pt x="70465" y="102490"/>
                  </a:lnTo>
                  <a:lnTo>
                    <a:pt x="63053" y="104063"/>
                  </a:lnTo>
                  <a:lnTo>
                    <a:pt x="61927" y="104302"/>
                  </a:lnTo>
                  <a:lnTo>
                    <a:pt x="59395" y="98637"/>
                  </a:lnTo>
                  <a:lnTo>
                    <a:pt x="58982" y="98679"/>
                  </a:lnTo>
                  <a:lnTo>
                    <a:pt x="53704" y="99218"/>
                  </a:lnTo>
                  <a:lnTo>
                    <a:pt x="51279" y="99799"/>
                  </a:lnTo>
                  <a:lnTo>
                    <a:pt x="50193" y="100059"/>
                  </a:lnTo>
                  <a:lnTo>
                    <a:pt x="39763" y="102558"/>
                  </a:lnTo>
                  <a:lnTo>
                    <a:pt x="39404" y="102644"/>
                  </a:lnTo>
                  <a:lnTo>
                    <a:pt x="39411" y="102407"/>
                  </a:lnTo>
                  <a:lnTo>
                    <a:pt x="39415" y="102235"/>
                  </a:lnTo>
                  <a:lnTo>
                    <a:pt x="39509" y="98715"/>
                  </a:lnTo>
                  <a:lnTo>
                    <a:pt x="39689" y="91935"/>
                  </a:lnTo>
                  <a:lnTo>
                    <a:pt x="30851" y="91556"/>
                  </a:lnTo>
                  <a:lnTo>
                    <a:pt x="31137" y="102285"/>
                  </a:lnTo>
                  <a:lnTo>
                    <a:pt x="24054" y="102307"/>
                  </a:lnTo>
                  <a:lnTo>
                    <a:pt x="23869" y="102307"/>
                  </a:lnTo>
                  <a:lnTo>
                    <a:pt x="22580" y="102311"/>
                  </a:lnTo>
                  <a:lnTo>
                    <a:pt x="20027" y="102319"/>
                  </a:lnTo>
                  <a:lnTo>
                    <a:pt x="16367" y="102330"/>
                  </a:lnTo>
                  <a:lnTo>
                    <a:pt x="16057" y="102331"/>
                  </a:lnTo>
                  <a:lnTo>
                    <a:pt x="8573" y="102156"/>
                  </a:lnTo>
                  <a:lnTo>
                    <a:pt x="8239" y="102149"/>
                  </a:lnTo>
                  <a:lnTo>
                    <a:pt x="1884" y="102065"/>
                  </a:lnTo>
                  <a:lnTo>
                    <a:pt x="0" y="91885"/>
                  </a:lnTo>
                  <a:lnTo>
                    <a:pt x="7532" y="91604"/>
                  </a:lnTo>
                  <a:lnTo>
                    <a:pt x="4748" y="83066"/>
                  </a:lnTo>
                  <a:lnTo>
                    <a:pt x="8148" y="79411"/>
                  </a:lnTo>
                  <a:lnTo>
                    <a:pt x="9047" y="76728"/>
                  </a:lnTo>
                  <a:lnTo>
                    <a:pt x="16402" y="78336"/>
                  </a:lnTo>
                  <a:lnTo>
                    <a:pt x="17003" y="76218"/>
                  </a:lnTo>
                  <a:lnTo>
                    <a:pt x="12890" y="74177"/>
                  </a:lnTo>
                  <a:lnTo>
                    <a:pt x="11866" y="68314"/>
                  </a:lnTo>
                  <a:lnTo>
                    <a:pt x="12324" y="66946"/>
                  </a:lnTo>
                  <a:lnTo>
                    <a:pt x="13557" y="64305"/>
                  </a:lnTo>
                  <a:lnTo>
                    <a:pt x="18072" y="66109"/>
                  </a:lnTo>
                  <a:lnTo>
                    <a:pt x="18674" y="64880"/>
                  </a:lnTo>
                  <a:lnTo>
                    <a:pt x="14326" y="62658"/>
                  </a:lnTo>
                  <a:lnTo>
                    <a:pt x="14766" y="61718"/>
                  </a:lnTo>
                  <a:lnTo>
                    <a:pt x="15833" y="59432"/>
                  </a:lnTo>
                  <a:lnTo>
                    <a:pt x="16305" y="58331"/>
                  </a:lnTo>
                  <a:lnTo>
                    <a:pt x="20745" y="59620"/>
                  </a:lnTo>
                  <a:lnTo>
                    <a:pt x="24153" y="50946"/>
                  </a:lnTo>
                  <a:lnTo>
                    <a:pt x="24533" y="49972"/>
                  </a:lnTo>
                  <a:lnTo>
                    <a:pt x="21540" y="48207"/>
                  </a:lnTo>
                  <a:lnTo>
                    <a:pt x="20825" y="47785"/>
                  </a:lnTo>
                  <a:lnTo>
                    <a:pt x="22195" y="43198"/>
                  </a:lnTo>
                  <a:lnTo>
                    <a:pt x="23197" y="39897"/>
                  </a:lnTo>
                  <a:lnTo>
                    <a:pt x="25536" y="36596"/>
                  </a:lnTo>
                  <a:lnTo>
                    <a:pt x="30102" y="33807"/>
                  </a:lnTo>
                  <a:lnTo>
                    <a:pt x="36565" y="30057"/>
                  </a:lnTo>
                  <a:lnTo>
                    <a:pt x="39438" y="29410"/>
                  </a:lnTo>
                  <a:lnTo>
                    <a:pt x="39997" y="28870"/>
                  </a:lnTo>
                  <a:lnTo>
                    <a:pt x="43115" y="25852"/>
                  </a:lnTo>
                  <a:lnTo>
                    <a:pt x="43345" y="25630"/>
                  </a:lnTo>
                  <a:lnTo>
                    <a:pt x="43990" y="25006"/>
                  </a:lnTo>
                  <a:lnTo>
                    <a:pt x="44132" y="24518"/>
                  </a:lnTo>
                  <a:lnTo>
                    <a:pt x="44356" y="23750"/>
                  </a:lnTo>
                  <a:lnTo>
                    <a:pt x="44984" y="21596"/>
                  </a:lnTo>
                  <a:lnTo>
                    <a:pt x="45572" y="19043"/>
                  </a:lnTo>
                  <a:lnTo>
                    <a:pt x="45684" y="18558"/>
                  </a:lnTo>
                  <a:lnTo>
                    <a:pt x="46150" y="18658"/>
                  </a:lnTo>
                  <a:lnTo>
                    <a:pt x="47894" y="19031"/>
                  </a:lnTo>
                  <a:lnTo>
                    <a:pt x="50599" y="19351"/>
                  </a:lnTo>
                  <a:lnTo>
                    <a:pt x="52206" y="19541"/>
                  </a:lnTo>
                  <a:lnTo>
                    <a:pt x="55788" y="19541"/>
                  </a:lnTo>
                  <a:lnTo>
                    <a:pt x="58799" y="19541"/>
                  </a:lnTo>
                  <a:lnTo>
                    <a:pt x="60375" y="19613"/>
                  </a:lnTo>
                  <a:lnTo>
                    <a:pt x="63163" y="19739"/>
                  </a:lnTo>
                  <a:lnTo>
                    <a:pt x="63718" y="19936"/>
                  </a:lnTo>
                  <a:lnTo>
                    <a:pt x="66059" y="20764"/>
                  </a:lnTo>
                  <a:lnTo>
                    <a:pt x="67957" y="22134"/>
                  </a:lnTo>
                  <a:lnTo>
                    <a:pt x="68155" y="22276"/>
                  </a:lnTo>
                  <a:lnTo>
                    <a:pt x="70311" y="23770"/>
                  </a:lnTo>
                  <a:lnTo>
                    <a:pt x="73162" y="26575"/>
                  </a:lnTo>
                  <a:lnTo>
                    <a:pt x="73637" y="27054"/>
                  </a:lnTo>
                  <a:lnTo>
                    <a:pt x="80042" y="31379"/>
                  </a:lnTo>
                  <a:lnTo>
                    <a:pt x="82351" y="25719"/>
                  </a:lnTo>
                  <a:lnTo>
                    <a:pt x="84393" y="20715"/>
                  </a:lnTo>
                  <a:lnTo>
                    <a:pt x="90619" y="7019"/>
                  </a:lnTo>
                  <a:lnTo>
                    <a:pt x="93916" y="1628"/>
                  </a:lnTo>
                  <a:lnTo>
                    <a:pt x="101399" y="0"/>
                  </a:lnTo>
                  <a:lnTo>
                    <a:pt x="104874" y="3642"/>
                  </a:lnTo>
                  <a:lnTo>
                    <a:pt x="112965" y="6834"/>
                  </a:lnTo>
                  <a:lnTo>
                    <a:pt x="121268" y="10109"/>
                  </a:lnTo>
                  <a:lnTo>
                    <a:pt x="124832" y="15482"/>
                  </a:lnTo>
                  <a:lnTo>
                    <a:pt x="128841" y="22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2257135" y="3215000"/>
              <a:ext cx="242993" cy="192480"/>
            </a:xfrm>
            <a:custGeom>
              <a:avLst/>
              <a:pathLst>
                <a:path w="242993" h="192480">
                  <a:moveTo>
                    <a:pt x="54830" y="2368"/>
                  </a:moveTo>
                  <a:lnTo>
                    <a:pt x="49611" y="13768"/>
                  </a:lnTo>
                  <a:lnTo>
                    <a:pt x="49465" y="14173"/>
                  </a:lnTo>
                  <a:lnTo>
                    <a:pt x="47651" y="22295"/>
                  </a:lnTo>
                  <a:lnTo>
                    <a:pt x="46136" y="27441"/>
                  </a:lnTo>
                  <a:lnTo>
                    <a:pt x="45870" y="32960"/>
                  </a:lnTo>
                  <a:lnTo>
                    <a:pt x="45691" y="36685"/>
                  </a:lnTo>
                  <a:lnTo>
                    <a:pt x="44755" y="39918"/>
                  </a:lnTo>
                  <a:lnTo>
                    <a:pt x="41641" y="48654"/>
                  </a:lnTo>
                  <a:lnTo>
                    <a:pt x="42598" y="49689"/>
                  </a:lnTo>
                  <a:lnTo>
                    <a:pt x="49531" y="42867"/>
                  </a:lnTo>
                  <a:lnTo>
                    <a:pt x="52594" y="47350"/>
                  </a:lnTo>
                  <a:lnTo>
                    <a:pt x="55902" y="46371"/>
                  </a:lnTo>
                  <a:lnTo>
                    <a:pt x="56781" y="47822"/>
                  </a:lnTo>
                  <a:lnTo>
                    <a:pt x="60830" y="49501"/>
                  </a:lnTo>
                  <a:lnTo>
                    <a:pt x="62918" y="53685"/>
                  </a:lnTo>
                  <a:lnTo>
                    <a:pt x="60190" y="55080"/>
                  </a:lnTo>
                  <a:lnTo>
                    <a:pt x="59910" y="55239"/>
                  </a:lnTo>
                  <a:lnTo>
                    <a:pt x="61780" y="61817"/>
                  </a:lnTo>
                  <a:lnTo>
                    <a:pt x="61492" y="62050"/>
                  </a:lnTo>
                  <a:lnTo>
                    <a:pt x="58062" y="64681"/>
                  </a:lnTo>
                  <a:lnTo>
                    <a:pt x="56289" y="66042"/>
                  </a:lnTo>
                  <a:lnTo>
                    <a:pt x="54699" y="67263"/>
                  </a:lnTo>
                  <a:lnTo>
                    <a:pt x="53784" y="67976"/>
                  </a:lnTo>
                  <a:lnTo>
                    <a:pt x="50771" y="70326"/>
                  </a:lnTo>
                  <a:lnTo>
                    <a:pt x="50003" y="70924"/>
                  </a:lnTo>
                  <a:lnTo>
                    <a:pt x="49627" y="71218"/>
                  </a:lnTo>
                  <a:lnTo>
                    <a:pt x="48292" y="72259"/>
                  </a:lnTo>
                  <a:lnTo>
                    <a:pt x="47578" y="72815"/>
                  </a:lnTo>
                  <a:lnTo>
                    <a:pt x="45251" y="75242"/>
                  </a:lnTo>
                  <a:lnTo>
                    <a:pt x="45448" y="75765"/>
                  </a:lnTo>
                  <a:lnTo>
                    <a:pt x="46782" y="75652"/>
                  </a:lnTo>
                  <a:lnTo>
                    <a:pt x="47341" y="75605"/>
                  </a:lnTo>
                  <a:lnTo>
                    <a:pt x="48355" y="76015"/>
                  </a:lnTo>
                  <a:lnTo>
                    <a:pt x="48585" y="76108"/>
                  </a:lnTo>
                  <a:lnTo>
                    <a:pt x="48842" y="76207"/>
                  </a:lnTo>
                  <a:lnTo>
                    <a:pt x="51602" y="77849"/>
                  </a:lnTo>
                  <a:lnTo>
                    <a:pt x="51794" y="78003"/>
                  </a:lnTo>
                  <a:lnTo>
                    <a:pt x="52347" y="78487"/>
                  </a:lnTo>
                  <a:lnTo>
                    <a:pt x="52430" y="78692"/>
                  </a:lnTo>
                  <a:lnTo>
                    <a:pt x="52588" y="79079"/>
                  </a:lnTo>
                  <a:lnTo>
                    <a:pt x="52731" y="79432"/>
                  </a:lnTo>
                  <a:lnTo>
                    <a:pt x="52872" y="79779"/>
                  </a:lnTo>
                  <a:lnTo>
                    <a:pt x="53414" y="81126"/>
                  </a:lnTo>
                  <a:lnTo>
                    <a:pt x="53488" y="81310"/>
                  </a:lnTo>
                  <a:lnTo>
                    <a:pt x="53614" y="81622"/>
                  </a:lnTo>
                  <a:lnTo>
                    <a:pt x="54107" y="82847"/>
                  </a:lnTo>
                  <a:lnTo>
                    <a:pt x="54263" y="83235"/>
                  </a:lnTo>
                  <a:lnTo>
                    <a:pt x="54317" y="83369"/>
                  </a:lnTo>
                  <a:lnTo>
                    <a:pt x="54571" y="83902"/>
                  </a:lnTo>
                  <a:lnTo>
                    <a:pt x="55579" y="85627"/>
                  </a:lnTo>
                  <a:lnTo>
                    <a:pt x="57718" y="88467"/>
                  </a:lnTo>
                  <a:lnTo>
                    <a:pt x="57886" y="88689"/>
                  </a:lnTo>
                  <a:lnTo>
                    <a:pt x="59733" y="91141"/>
                  </a:lnTo>
                  <a:lnTo>
                    <a:pt x="61171" y="93050"/>
                  </a:lnTo>
                  <a:lnTo>
                    <a:pt x="61764" y="93798"/>
                  </a:lnTo>
                  <a:lnTo>
                    <a:pt x="62040" y="93995"/>
                  </a:lnTo>
                  <a:lnTo>
                    <a:pt x="63132" y="94194"/>
                  </a:lnTo>
                  <a:lnTo>
                    <a:pt x="63390" y="94241"/>
                  </a:lnTo>
                  <a:lnTo>
                    <a:pt x="63552" y="94270"/>
                  </a:lnTo>
                  <a:lnTo>
                    <a:pt x="64073" y="94365"/>
                  </a:lnTo>
                  <a:lnTo>
                    <a:pt x="65341" y="94293"/>
                  </a:lnTo>
                  <a:lnTo>
                    <a:pt x="66916" y="94202"/>
                  </a:lnTo>
                  <a:lnTo>
                    <a:pt x="68054" y="94137"/>
                  </a:lnTo>
                  <a:lnTo>
                    <a:pt x="69407" y="94161"/>
                  </a:lnTo>
                  <a:lnTo>
                    <a:pt x="70983" y="94188"/>
                  </a:lnTo>
                  <a:lnTo>
                    <a:pt x="71368" y="94194"/>
                  </a:lnTo>
                  <a:lnTo>
                    <a:pt x="75071" y="95219"/>
                  </a:lnTo>
                  <a:lnTo>
                    <a:pt x="75571" y="95651"/>
                  </a:lnTo>
                  <a:lnTo>
                    <a:pt x="75795" y="95845"/>
                  </a:lnTo>
                  <a:lnTo>
                    <a:pt x="76537" y="96274"/>
                  </a:lnTo>
                  <a:lnTo>
                    <a:pt x="77076" y="96585"/>
                  </a:lnTo>
                  <a:lnTo>
                    <a:pt x="77677" y="96804"/>
                  </a:lnTo>
                  <a:lnTo>
                    <a:pt x="80526" y="97843"/>
                  </a:lnTo>
                  <a:lnTo>
                    <a:pt x="81180" y="98081"/>
                  </a:lnTo>
                  <a:lnTo>
                    <a:pt x="82881" y="98807"/>
                  </a:lnTo>
                  <a:lnTo>
                    <a:pt x="83786" y="99203"/>
                  </a:lnTo>
                  <a:lnTo>
                    <a:pt x="85731" y="100967"/>
                  </a:lnTo>
                  <a:lnTo>
                    <a:pt x="86994" y="101672"/>
                  </a:lnTo>
                  <a:lnTo>
                    <a:pt x="87213" y="101337"/>
                  </a:lnTo>
                  <a:lnTo>
                    <a:pt x="87486" y="100919"/>
                  </a:lnTo>
                  <a:lnTo>
                    <a:pt x="88336" y="99615"/>
                  </a:lnTo>
                  <a:lnTo>
                    <a:pt x="88878" y="98785"/>
                  </a:lnTo>
                  <a:lnTo>
                    <a:pt x="93693" y="99575"/>
                  </a:lnTo>
                  <a:lnTo>
                    <a:pt x="103037" y="101109"/>
                  </a:lnTo>
                  <a:lnTo>
                    <a:pt x="110764" y="102247"/>
                  </a:lnTo>
                  <a:lnTo>
                    <a:pt x="112212" y="103640"/>
                  </a:lnTo>
                  <a:lnTo>
                    <a:pt x="113131" y="104524"/>
                  </a:lnTo>
                  <a:lnTo>
                    <a:pt x="114062" y="104605"/>
                  </a:lnTo>
                  <a:lnTo>
                    <a:pt x="115751" y="104753"/>
                  </a:lnTo>
                  <a:lnTo>
                    <a:pt x="119268" y="105049"/>
                  </a:lnTo>
                  <a:lnTo>
                    <a:pt x="119474" y="105026"/>
                  </a:lnTo>
                  <a:lnTo>
                    <a:pt x="119569" y="102921"/>
                  </a:lnTo>
                  <a:lnTo>
                    <a:pt x="119724" y="99505"/>
                  </a:lnTo>
                  <a:lnTo>
                    <a:pt x="119726" y="99224"/>
                  </a:lnTo>
                  <a:lnTo>
                    <a:pt x="119757" y="95170"/>
                  </a:lnTo>
                  <a:lnTo>
                    <a:pt x="119813" y="87840"/>
                  </a:lnTo>
                  <a:lnTo>
                    <a:pt x="119827" y="86015"/>
                  </a:lnTo>
                  <a:lnTo>
                    <a:pt x="119844" y="84014"/>
                  </a:lnTo>
                  <a:lnTo>
                    <a:pt x="123699" y="83616"/>
                  </a:lnTo>
                  <a:lnTo>
                    <a:pt x="124439" y="86283"/>
                  </a:lnTo>
                  <a:lnTo>
                    <a:pt x="125826" y="91281"/>
                  </a:lnTo>
                  <a:lnTo>
                    <a:pt x="126002" y="96908"/>
                  </a:lnTo>
                  <a:lnTo>
                    <a:pt x="127377" y="98006"/>
                  </a:lnTo>
                  <a:lnTo>
                    <a:pt x="128758" y="97601"/>
                  </a:lnTo>
                  <a:lnTo>
                    <a:pt x="138130" y="94850"/>
                  </a:lnTo>
                  <a:lnTo>
                    <a:pt x="136711" y="92835"/>
                  </a:lnTo>
                  <a:lnTo>
                    <a:pt x="136207" y="92119"/>
                  </a:lnTo>
                  <a:lnTo>
                    <a:pt x="133540" y="86449"/>
                  </a:lnTo>
                  <a:lnTo>
                    <a:pt x="131702" y="81497"/>
                  </a:lnTo>
                  <a:lnTo>
                    <a:pt x="133315" y="80716"/>
                  </a:lnTo>
                  <a:lnTo>
                    <a:pt x="134007" y="79721"/>
                  </a:lnTo>
                  <a:lnTo>
                    <a:pt x="134978" y="78368"/>
                  </a:lnTo>
                  <a:lnTo>
                    <a:pt x="133412" y="75447"/>
                  </a:lnTo>
                  <a:lnTo>
                    <a:pt x="129279" y="67033"/>
                  </a:lnTo>
                  <a:lnTo>
                    <a:pt x="126327" y="66805"/>
                  </a:lnTo>
                  <a:lnTo>
                    <a:pt x="125993" y="70733"/>
                  </a:lnTo>
                  <a:lnTo>
                    <a:pt x="115451" y="70030"/>
                  </a:lnTo>
                  <a:lnTo>
                    <a:pt x="115228" y="73104"/>
                  </a:lnTo>
                  <a:lnTo>
                    <a:pt x="109325" y="73218"/>
                  </a:lnTo>
                  <a:lnTo>
                    <a:pt x="106419" y="69580"/>
                  </a:lnTo>
                  <a:lnTo>
                    <a:pt x="104836" y="67600"/>
                  </a:lnTo>
                  <a:lnTo>
                    <a:pt x="103868" y="66387"/>
                  </a:lnTo>
                  <a:lnTo>
                    <a:pt x="106318" y="54093"/>
                  </a:lnTo>
                  <a:lnTo>
                    <a:pt x="99858" y="48059"/>
                  </a:lnTo>
                  <a:lnTo>
                    <a:pt x="118235" y="26202"/>
                  </a:lnTo>
                  <a:lnTo>
                    <a:pt x="123247" y="24494"/>
                  </a:lnTo>
                  <a:lnTo>
                    <a:pt x="140955" y="25974"/>
                  </a:lnTo>
                  <a:lnTo>
                    <a:pt x="156102" y="26543"/>
                  </a:lnTo>
                  <a:lnTo>
                    <a:pt x="155211" y="21306"/>
                  </a:lnTo>
                  <a:lnTo>
                    <a:pt x="158664" y="19713"/>
                  </a:lnTo>
                  <a:lnTo>
                    <a:pt x="164525" y="32327"/>
                  </a:lnTo>
                  <a:lnTo>
                    <a:pt x="170039" y="31075"/>
                  </a:lnTo>
                  <a:lnTo>
                    <a:pt x="173142" y="35172"/>
                  </a:lnTo>
                  <a:lnTo>
                    <a:pt x="176617" y="43642"/>
                  </a:lnTo>
                  <a:lnTo>
                    <a:pt x="177486" y="49175"/>
                  </a:lnTo>
                  <a:lnTo>
                    <a:pt x="166352" y="48710"/>
                  </a:lnTo>
                  <a:lnTo>
                    <a:pt x="165661" y="50061"/>
                  </a:lnTo>
                  <a:lnTo>
                    <a:pt x="165750" y="50423"/>
                  </a:lnTo>
                  <a:lnTo>
                    <a:pt x="166260" y="52511"/>
                  </a:lnTo>
                  <a:lnTo>
                    <a:pt x="166831" y="54842"/>
                  </a:lnTo>
                  <a:lnTo>
                    <a:pt x="168022" y="58427"/>
                  </a:lnTo>
                  <a:lnTo>
                    <a:pt x="168215" y="59007"/>
                  </a:lnTo>
                  <a:lnTo>
                    <a:pt x="168301" y="59266"/>
                  </a:lnTo>
                  <a:lnTo>
                    <a:pt x="168602" y="60170"/>
                  </a:lnTo>
                  <a:lnTo>
                    <a:pt x="169375" y="61077"/>
                  </a:lnTo>
                  <a:lnTo>
                    <a:pt x="170080" y="61903"/>
                  </a:lnTo>
                  <a:lnTo>
                    <a:pt x="170874" y="62834"/>
                  </a:lnTo>
                  <a:lnTo>
                    <a:pt x="172572" y="63090"/>
                  </a:lnTo>
                  <a:lnTo>
                    <a:pt x="174230" y="63341"/>
                  </a:lnTo>
                  <a:lnTo>
                    <a:pt x="174621" y="63400"/>
                  </a:lnTo>
                  <a:lnTo>
                    <a:pt x="174574" y="67362"/>
                  </a:lnTo>
                  <a:lnTo>
                    <a:pt x="174540" y="70180"/>
                  </a:lnTo>
                  <a:lnTo>
                    <a:pt x="174434" y="70570"/>
                  </a:lnTo>
                  <a:lnTo>
                    <a:pt x="173566" y="73744"/>
                  </a:lnTo>
                  <a:lnTo>
                    <a:pt x="172485" y="77698"/>
                  </a:lnTo>
                  <a:lnTo>
                    <a:pt x="173379" y="78385"/>
                  </a:lnTo>
                  <a:lnTo>
                    <a:pt x="178124" y="82039"/>
                  </a:lnTo>
                  <a:lnTo>
                    <a:pt x="178818" y="83808"/>
                  </a:lnTo>
                  <a:lnTo>
                    <a:pt x="182299" y="84904"/>
                  </a:lnTo>
                  <a:lnTo>
                    <a:pt x="182251" y="85091"/>
                  </a:lnTo>
                  <a:lnTo>
                    <a:pt x="181437" y="88216"/>
                  </a:lnTo>
                  <a:lnTo>
                    <a:pt x="182509" y="88376"/>
                  </a:lnTo>
                  <a:lnTo>
                    <a:pt x="182895" y="88433"/>
                  </a:lnTo>
                  <a:lnTo>
                    <a:pt x="185968" y="89030"/>
                  </a:lnTo>
                  <a:lnTo>
                    <a:pt x="185991" y="90652"/>
                  </a:lnTo>
                  <a:lnTo>
                    <a:pt x="186020" y="92619"/>
                  </a:lnTo>
                  <a:lnTo>
                    <a:pt x="186046" y="94409"/>
                  </a:lnTo>
                  <a:lnTo>
                    <a:pt x="186088" y="97328"/>
                  </a:lnTo>
                  <a:lnTo>
                    <a:pt x="188392" y="97285"/>
                  </a:lnTo>
                  <a:lnTo>
                    <a:pt x="189893" y="97257"/>
                  </a:lnTo>
                  <a:lnTo>
                    <a:pt x="190079" y="97254"/>
                  </a:lnTo>
                  <a:lnTo>
                    <a:pt x="190216" y="97251"/>
                  </a:lnTo>
                  <a:lnTo>
                    <a:pt x="190310" y="96437"/>
                  </a:lnTo>
                  <a:lnTo>
                    <a:pt x="191476" y="96455"/>
                  </a:lnTo>
                  <a:lnTo>
                    <a:pt x="194386" y="96499"/>
                  </a:lnTo>
                  <a:lnTo>
                    <a:pt x="195815" y="96522"/>
                  </a:lnTo>
                  <a:lnTo>
                    <a:pt x="196262" y="96529"/>
                  </a:lnTo>
                  <a:lnTo>
                    <a:pt x="196354" y="98114"/>
                  </a:lnTo>
                  <a:lnTo>
                    <a:pt x="196503" y="99911"/>
                  </a:lnTo>
                  <a:lnTo>
                    <a:pt x="197003" y="99970"/>
                  </a:lnTo>
                  <a:lnTo>
                    <a:pt x="199609" y="100280"/>
                  </a:lnTo>
                  <a:lnTo>
                    <a:pt x="203719" y="100769"/>
                  </a:lnTo>
                  <a:lnTo>
                    <a:pt x="203770" y="97100"/>
                  </a:lnTo>
                  <a:lnTo>
                    <a:pt x="204056" y="97208"/>
                  </a:lnTo>
                  <a:lnTo>
                    <a:pt x="204231" y="97271"/>
                  </a:lnTo>
                  <a:lnTo>
                    <a:pt x="206875" y="98204"/>
                  </a:lnTo>
                  <a:lnTo>
                    <a:pt x="207348" y="98371"/>
                  </a:lnTo>
                  <a:lnTo>
                    <a:pt x="207785" y="98496"/>
                  </a:lnTo>
                  <a:lnTo>
                    <a:pt x="209942" y="99116"/>
                  </a:lnTo>
                  <a:lnTo>
                    <a:pt x="211684" y="99616"/>
                  </a:lnTo>
                  <a:lnTo>
                    <a:pt x="211981" y="101689"/>
                  </a:lnTo>
                  <a:lnTo>
                    <a:pt x="212371" y="104419"/>
                  </a:lnTo>
                  <a:lnTo>
                    <a:pt x="212560" y="105739"/>
                  </a:lnTo>
                  <a:lnTo>
                    <a:pt x="212626" y="106201"/>
                  </a:lnTo>
                  <a:lnTo>
                    <a:pt x="212702" y="106733"/>
                  </a:lnTo>
                  <a:lnTo>
                    <a:pt x="212723" y="106911"/>
                  </a:lnTo>
                  <a:lnTo>
                    <a:pt x="212911" y="108509"/>
                  </a:lnTo>
                  <a:lnTo>
                    <a:pt x="212932" y="108686"/>
                  </a:lnTo>
                  <a:lnTo>
                    <a:pt x="212976" y="109056"/>
                  </a:lnTo>
                  <a:lnTo>
                    <a:pt x="213052" y="109700"/>
                  </a:lnTo>
                  <a:lnTo>
                    <a:pt x="213095" y="110668"/>
                  </a:lnTo>
                  <a:lnTo>
                    <a:pt x="213215" y="113391"/>
                  </a:lnTo>
                  <a:lnTo>
                    <a:pt x="213226" y="113640"/>
                  </a:lnTo>
                  <a:lnTo>
                    <a:pt x="213275" y="114738"/>
                  </a:lnTo>
                  <a:lnTo>
                    <a:pt x="213295" y="115211"/>
                  </a:lnTo>
                  <a:lnTo>
                    <a:pt x="213343" y="115685"/>
                  </a:lnTo>
                  <a:lnTo>
                    <a:pt x="213423" y="116483"/>
                  </a:lnTo>
                  <a:lnTo>
                    <a:pt x="216459" y="116241"/>
                  </a:lnTo>
                  <a:lnTo>
                    <a:pt x="217064" y="124822"/>
                  </a:lnTo>
                  <a:lnTo>
                    <a:pt x="225951" y="123644"/>
                  </a:lnTo>
                  <a:lnTo>
                    <a:pt x="224646" y="126899"/>
                  </a:lnTo>
                  <a:lnTo>
                    <a:pt x="223370" y="130081"/>
                  </a:lnTo>
                  <a:lnTo>
                    <a:pt x="223430" y="130227"/>
                  </a:lnTo>
                  <a:lnTo>
                    <a:pt x="223609" y="130670"/>
                  </a:lnTo>
                  <a:lnTo>
                    <a:pt x="224165" y="132041"/>
                  </a:lnTo>
                  <a:lnTo>
                    <a:pt x="224710" y="131868"/>
                  </a:lnTo>
                  <a:lnTo>
                    <a:pt x="224998" y="131777"/>
                  </a:lnTo>
                  <a:lnTo>
                    <a:pt x="225067" y="132257"/>
                  </a:lnTo>
                  <a:lnTo>
                    <a:pt x="225333" y="134104"/>
                  </a:lnTo>
                  <a:lnTo>
                    <a:pt x="225509" y="134133"/>
                  </a:lnTo>
                  <a:lnTo>
                    <a:pt x="227603" y="134488"/>
                  </a:lnTo>
                  <a:lnTo>
                    <a:pt x="228354" y="133421"/>
                  </a:lnTo>
                  <a:lnTo>
                    <a:pt x="230902" y="135498"/>
                  </a:lnTo>
                  <a:lnTo>
                    <a:pt x="231556" y="134801"/>
                  </a:lnTo>
                  <a:lnTo>
                    <a:pt x="232086" y="135157"/>
                  </a:lnTo>
                  <a:lnTo>
                    <a:pt x="230763" y="136907"/>
                  </a:lnTo>
                  <a:lnTo>
                    <a:pt x="231570" y="137476"/>
                  </a:lnTo>
                  <a:lnTo>
                    <a:pt x="230763" y="138800"/>
                  </a:lnTo>
                  <a:lnTo>
                    <a:pt x="231813" y="139555"/>
                  </a:lnTo>
                  <a:lnTo>
                    <a:pt x="232127" y="139782"/>
                  </a:lnTo>
                  <a:lnTo>
                    <a:pt x="232009" y="140025"/>
                  </a:lnTo>
                  <a:lnTo>
                    <a:pt x="231687" y="140689"/>
                  </a:lnTo>
                  <a:lnTo>
                    <a:pt x="231077" y="141950"/>
                  </a:lnTo>
                  <a:lnTo>
                    <a:pt x="230666" y="142798"/>
                  </a:lnTo>
                  <a:lnTo>
                    <a:pt x="231807" y="143652"/>
                  </a:lnTo>
                  <a:lnTo>
                    <a:pt x="230361" y="146428"/>
                  </a:lnTo>
                  <a:lnTo>
                    <a:pt x="236694" y="149801"/>
                  </a:lnTo>
                  <a:lnTo>
                    <a:pt x="234461" y="153633"/>
                  </a:lnTo>
                  <a:lnTo>
                    <a:pt x="233958" y="153349"/>
                  </a:lnTo>
                  <a:lnTo>
                    <a:pt x="232682" y="152628"/>
                  </a:lnTo>
                  <a:lnTo>
                    <a:pt x="230865" y="151602"/>
                  </a:lnTo>
                  <a:lnTo>
                    <a:pt x="229778" y="150988"/>
                  </a:lnTo>
                  <a:lnTo>
                    <a:pt x="229258" y="151559"/>
                  </a:lnTo>
                  <a:lnTo>
                    <a:pt x="228668" y="152206"/>
                  </a:lnTo>
                  <a:lnTo>
                    <a:pt x="227109" y="154084"/>
                  </a:lnTo>
                  <a:lnTo>
                    <a:pt x="225728" y="157135"/>
                  </a:lnTo>
                  <a:lnTo>
                    <a:pt x="227887" y="159313"/>
                  </a:lnTo>
                  <a:lnTo>
                    <a:pt x="228193" y="159182"/>
                  </a:lnTo>
                  <a:lnTo>
                    <a:pt x="228450" y="158978"/>
                  </a:lnTo>
                  <a:lnTo>
                    <a:pt x="228805" y="158697"/>
                  </a:lnTo>
                  <a:lnTo>
                    <a:pt x="230256" y="159945"/>
                  </a:lnTo>
                  <a:lnTo>
                    <a:pt x="230726" y="160348"/>
                  </a:lnTo>
                  <a:lnTo>
                    <a:pt x="232599" y="161078"/>
                  </a:lnTo>
                  <a:lnTo>
                    <a:pt x="232953" y="161216"/>
                  </a:lnTo>
                  <a:lnTo>
                    <a:pt x="235014" y="163408"/>
                  </a:lnTo>
                  <a:lnTo>
                    <a:pt x="234864" y="163594"/>
                  </a:lnTo>
                  <a:lnTo>
                    <a:pt x="234340" y="164249"/>
                  </a:lnTo>
                  <a:lnTo>
                    <a:pt x="233766" y="164965"/>
                  </a:lnTo>
                  <a:lnTo>
                    <a:pt x="232078" y="166707"/>
                  </a:lnTo>
                  <a:lnTo>
                    <a:pt x="231769" y="167166"/>
                  </a:lnTo>
                  <a:lnTo>
                    <a:pt x="231288" y="167882"/>
                  </a:lnTo>
                  <a:lnTo>
                    <a:pt x="231015" y="168850"/>
                  </a:lnTo>
                  <a:lnTo>
                    <a:pt x="233142" y="170225"/>
                  </a:lnTo>
                  <a:lnTo>
                    <a:pt x="233326" y="170344"/>
                  </a:lnTo>
                  <a:lnTo>
                    <a:pt x="233820" y="170168"/>
                  </a:lnTo>
                  <a:lnTo>
                    <a:pt x="234085" y="170074"/>
                  </a:lnTo>
                  <a:lnTo>
                    <a:pt x="234608" y="170468"/>
                  </a:lnTo>
                  <a:lnTo>
                    <a:pt x="235005" y="170766"/>
                  </a:lnTo>
                  <a:lnTo>
                    <a:pt x="235737" y="171317"/>
                  </a:lnTo>
                  <a:lnTo>
                    <a:pt x="236211" y="171674"/>
                  </a:lnTo>
                  <a:lnTo>
                    <a:pt x="238139" y="173125"/>
                  </a:lnTo>
                  <a:lnTo>
                    <a:pt x="238322" y="173115"/>
                  </a:lnTo>
                  <a:lnTo>
                    <a:pt x="238985" y="173079"/>
                  </a:lnTo>
                  <a:lnTo>
                    <a:pt x="241188" y="174615"/>
                  </a:lnTo>
                  <a:lnTo>
                    <a:pt x="241859" y="175083"/>
                  </a:lnTo>
                  <a:lnTo>
                    <a:pt x="242993" y="175290"/>
                  </a:lnTo>
                  <a:lnTo>
                    <a:pt x="242432" y="176059"/>
                  </a:lnTo>
                  <a:lnTo>
                    <a:pt x="242120" y="176486"/>
                  </a:lnTo>
                  <a:lnTo>
                    <a:pt x="240791" y="178307"/>
                  </a:lnTo>
                  <a:lnTo>
                    <a:pt x="240360" y="178897"/>
                  </a:lnTo>
                  <a:lnTo>
                    <a:pt x="239577" y="179969"/>
                  </a:lnTo>
                  <a:lnTo>
                    <a:pt x="239318" y="180325"/>
                  </a:lnTo>
                  <a:lnTo>
                    <a:pt x="236584" y="179940"/>
                  </a:lnTo>
                  <a:lnTo>
                    <a:pt x="235879" y="179841"/>
                  </a:lnTo>
                  <a:lnTo>
                    <a:pt x="231605" y="179414"/>
                  </a:lnTo>
                  <a:lnTo>
                    <a:pt x="230072" y="178897"/>
                  </a:lnTo>
                  <a:lnTo>
                    <a:pt x="222058" y="176200"/>
                  </a:lnTo>
                  <a:lnTo>
                    <a:pt x="221887" y="176142"/>
                  </a:lnTo>
                  <a:lnTo>
                    <a:pt x="221117" y="182755"/>
                  </a:lnTo>
                  <a:lnTo>
                    <a:pt x="221077" y="183102"/>
                  </a:lnTo>
                  <a:lnTo>
                    <a:pt x="239298" y="184502"/>
                  </a:lnTo>
                  <a:lnTo>
                    <a:pt x="240431" y="185031"/>
                  </a:lnTo>
                  <a:lnTo>
                    <a:pt x="242818" y="186145"/>
                  </a:lnTo>
                  <a:lnTo>
                    <a:pt x="242808" y="186497"/>
                  </a:lnTo>
                  <a:lnTo>
                    <a:pt x="242737" y="188924"/>
                  </a:lnTo>
                  <a:lnTo>
                    <a:pt x="242661" y="191564"/>
                  </a:lnTo>
                  <a:lnTo>
                    <a:pt x="242644" y="192168"/>
                  </a:lnTo>
                  <a:lnTo>
                    <a:pt x="242635" y="192480"/>
                  </a:lnTo>
                  <a:lnTo>
                    <a:pt x="241925" y="192424"/>
                  </a:lnTo>
                  <a:lnTo>
                    <a:pt x="234583" y="191837"/>
                  </a:lnTo>
                  <a:lnTo>
                    <a:pt x="232592" y="191682"/>
                  </a:lnTo>
                  <a:lnTo>
                    <a:pt x="228534" y="191357"/>
                  </a:lnTo>
                  <a:lnTo>
                    <a:pt x="225667" y="191127"/>
                  </a:lnTo>
                  <a:lnTo>
                    <a:pt x="219752" y="190653"/>
                  </a:lnTo>
                  <a:lnTo>
                    <a:pt x="216665" y="190439"/>
                  </a:lnTo>
                  <a:lnTo>
                    <a:pt x="214229" y="190248"/>
                  </a:lnTo>
                  <a:lnTo>
                    <a:pt x="213859" y="190216"/>
                  </a:lnTo>
                  <a:lnTo>
                    <a:pt x="195251" y="188601"/>
                  </a:lnTo>
                  <a:lnTo>
                    <a:pt x="194844" y="188567"/>
                  </a:lnTo>
                  <a:lnTo>
                    <a:pt x="193594" y="188467"/>
                  </a:lnTo>
                  <a:lnTo>
                    <a:pt x="192081" y="188345"/>
                  </a:lnTo>
                  <a:lnTo>
                    <a:pt x="190926" y="188252"/>
                  </a:lnTo>
                  <a:lnTo>
                    <a:pt x="178762" y="187365"/>
                  </a:lnTo>
                  <a:lnTo>
                    <a:pt x="170230" y="186743"/>
                  </a:lnTo>
                  <a:lnTo>
                    <a:pt x="168968" y="186651"/>
                  </a:lnTo>
                  <a:lnTo>
                    <a:pt x="164050" y="186292"/>
                  </a:lnTo>
                  <a:lnTo>
                    <a:pt x="163270" y="186236"/>
                  </a:lnTo>
                  <a:lnTo>
                    <a:pt x="162987" y="186215"/>
                  </a:lnTo>
                  <a:lnTo>
                    <a:pt x="162071" y="186145"/>
                  </a:lnTo>
                  <a:lnTo>
                    <a:pt x="154483" y="185570"/>
                  </a:lnTo>
                  <a:lnTo>
                    <a:pt x="149262" y="185173"/>
                  </a:lnTo>
                  <a:lnTo>
                    <a:pt x="142025" y="184624"/>
                  </a:lnTo>
                  <a:lnTo>
                    <a:pt x="134877" y="184081"/>
                  </a:lnTo>
                  <a:lnTo>
                    <a:pt x="134964" y="182972"/>
                  </a:lnTo>
                  <a:lnTo>
                    <a:pt x="134985" y="182728"/>
                  </a:lnTo>
                  <a:lnTo>
                    <a:pt x="135003" y="182523"/>
                  </a:lnTo>
                  <a:lnTo>
                    <a:pt x="135017" y="182361"/>
                  </a:lnTo>
                  <a:lnTo>
                    <a:pt x="135032" y="182192"/>
                  </a:lnTo>
                  <a:lnTo>
                    <a:pt x="135044" y="182050"/>
                  </a:lnTo>
                  <a:lnTo>
                    <a:pt x="135059" y="181880"/>
                  </a:lnTo>
                  <a:lnTo>
                    <a:pt x="135071" y="181740"/>
                  </a:lnTo>
                  <a:lnTo>
                    <a:pt x="135099" y="181414"/>
                  </a:lnTo>
                  <a:lnTo>
                    <a:pt x="135139" y="180963"/>
                  </a:lnTo>
                  <a:lnTo>
                    <a:pt x="135177" y="180519"/>
                  </a:lnTo>
                  <a:lnTo>
                    <a:pt x="135191" y="180357"/>
                  </a:lnTo>
                  <a:lnTo>
                    <a:pt x="135259" y="179574"/>
                  </a:lnTo>
                  <a:lnTo>
                    <a:pt x="135275" y="179394"/>
                  </a:lnTo>
                  <a:lnTo>
                    <a:pt x="135290" y="179219"/>
                  </a:lnTo>
                  <a:lnTo>
                    <a:pt x="135431" y="177591"/>
                  </a:lnTo>
                  <a:lnTo>
                    <a:pt x="135473" y="177109"/>
                  </a:lnTo>
                  <a:lnTo>
                    <a:pt x="135590" y="175765"/>
                  </a:lnTo>
                  <a:lnTo>
                    <a:pt x="135690" y="174670"/>
                  </a:lnTo>
                  <a:lnTo>
                    <a:pt x="136317" y="167847"/>
                  </a:lnTo>
                  <a:lnTo>
                    <a:pt x="136346" y="167531"/>
                  </a:lnTo>
                  <a:lnTo>
                    <a:pt x="136513" y="165714"/>
                  </a:lnTo>
                  <a:lnTo>
                    <a:pt x="136624" y="164499"/>
                  </a:lnTo>
                  <a:lnTo>
                    <a:pt x="136643" y="164294"/>
                  </a:lnTo>
                  <a:lnTo>
                    <a:pt x="136450" y="164279"/>
                  </a:lnTo>
                  <a:lnTo>
                    <a:pt x="128437" y="163689"/>
                  </a:lnTo>
                  <a:lnTo>
                    <a:pt x="127286" y="163604"/>
                  </a:lnTo>
                  <a:lnTo>
                    <a:pt x="126725" y="163106"/>
                  </a:lnTo>
                  <a:lnTo>
                    <a:pt x="120957" y="157987"/>
                  </a:lnTo>
                  <a:lnTo>
                    <a:pt x="118514" y="155819"/>
                  </a:lnTo>
                  <a:lnTo>
                    <a:pt x="118200" y="155540"/>
                  </a:lnTo>
                  <a:lnTo>
                    <a:pt x="116975" y="156049"/>
                  </a:lnTo>
                  <a:lnTo>
                    <a:pt x="114688" y="156538"/>
                  </a:lnTo>
                  <a:lnTo>
                    <a:pt x="106469" y="158299"/>
                  </a:lnTo>
                  <a:lnTo>
                    <a:pt x="106238" y="158348"/>
                  </a:lnTo>
                  <a:lnTo>
                    <a:pt x="102917" y="158783"/>
                  </a:lnTo>
                  <a:lnTo>
                    <a:pt x="101251" y="155488"/>
                  </a:lnTo>
                  <a:lnTo>
                    <a:pt x="100973" y="154937"/>
                  </a:lnTo>
                  <a:lnTo>
                    <a:pt x="100117" y="153244"/>
                  </a:lnTo>
                  <a:lnTo>
                    <a:pt x="99959" y="152932"/>
                  </a:lnTo>
                  <a:lnTo>
                    <a:pt x="99826" y="152668"/>
                  </a:lnTo>
                  <a:lnTo>
                    <a:pt x="99741" y="151203"/>
                  </a:lnTo>
                  <a:lnTo>
                    <a:pt x="99708" y="150636"/>
                  </a:lnTo>
                  <a:lnTo>
                    <a:pt x="97481" y="146193"/>
                  </a:lnTo>
                  <a:lnTo>
                    <a:pt x="97382" y="145930"/>
                  </a:lnTo>
                  <a:lnTo>
                    <a:pt x="96983" y="144873"/>
                  </a:lnTo>
                  <a:lnTo>
                    <a:pt x="95900" y="142003"/>
                  </a:lnTo>
                  <a:lnTo>
                    <a:pt x="96297" y="141317"/>
                  </a:lnTo>
                  <a:lnTo>
                    <a:pt x="94850" y="136847"/>
                  </a:lnTo>
                  <a:lnTo>
                    <a:pt x="94019" y="134276"/>
                  </a:lnTo>
                  <a:lnTo>
                    <a:pt x="93523" y="132745"/>
                  </a:lnTo>
                  <a:lnTo>
                    <a:pt x="91786" y="130286"/>
                  </a:lnTo>
                  <a:lnTo>
                    <a:pt x="89673" y="129590"/>
                  </a:lnTo>
                  <a:lnTo>
                    <a:pt x="89215" y="129439"/>
                  </a:lnTo>
                  <a:lnTo>
                    <a:pt x="88875" y="129590"/>
                  </a:lnTo>
                  <a:lnTo>
                    <a:pt x="86820" y="130487"/>
                  </a:lnTo>
                  <a:lnTo>
                    <a:pt x="85541" y="129590"/>
                  </a:lnTo>
                  <a:lnTo>
                    <a:pt x="82475" y="127440"/>
                  </a:lnTo>
                  <a:lnTo>
                    <a:pt x="80944" y="126622"/>
                  </a:lnTo>
                  <a:lnTo>
                    <a:pt x="80746" y="126516"/>
                  </a:lnTo>
                  <a:lnTo>
                    <a:pt x="79949" y="126216"/>
                  </a:lnTo>
                  <a:lnTo>
                    <a:pt x="78583" y="126866"/>
                  </a:lnTo>
                  <a:lnTo>
                    <a:pt x="74748" y="120995"/>
                  </a:lnTo>
                  <a:lnTo>
                    <a:pt x="74621" y="120508"/>
                  </a:lnTo>
                  <a:lnTo>
                    <a:pt x="73749" y="117153"/>
                  </a:lnTo>
                  <a:lnTo>
                    <a:pt x="73352" y="115625"/>
                  </a:lnTo>
                  <a:lnTo>
                    <a:pt x="72604" y="114838"/>
                  </a:lnTo>
                  <a:lnTo>
                    <a:pt x="68989" y="111032"/>
                  </a:lnTo>
                  <a:lnTo>
                    <a:pt x="64898" y="115449"/>
                  </a:lnTo>
                  <a:lnTo>
                    <a:pt x="64750" y="115608"/>
                  </a:lnTo>
                  <a:lnTo>
                    <a:pt x="62573" y="113774"/>
                  </a:lnTo>
                  <a:lnTo>
                    <a:pt x="60815" y="112294"/>
                  </a:lnTo>
                  <a:lnTo>
                    <a:pt x="59365" y="111508"/>
                  </a:lnTo>
                  <a:lnTo>
                    <a:pt x="57302" y="110153"/>
                  </a:lnTo>
                  <a:lnTo>
                    <a:pt x="57046" y="109984"/>
                  </a:lnTo>
                  <a:lnTo>
                    <a:pt x="55254" y="108806"/>
                  </a:lnTo>
                  <a:lnTo>
                    <a:pt x="53056" y="107363"/>
                  </a:lnTo>
                  <a:lnTo>
                    <a:pt x="52455" y="106967"/>
                  </a:lnTo>
                  <a:lnTo>
                    <a:pt x="48921" y="105278"/>
                  </a:lnTo>
                  <a:lnTo>
                    <a:pt x="46854" y="104290"/>
                  </a:lnTo>
                  <a:lnTo>
                    <a:pt x="45563" y="103673"/>
                  </a:lnTo>
                  <a:lnTo>
                    <a:pt x="44391" y="103113"/>
                  </a:lnTo>
                  <a:lnTo>
                    <a:pt x="42190" y="100120"/>
                  </a:lnTo>
                  <a:lnTo>
                    <a:pt x="40108" y="98657"/>
                  </a:lnTo>
                  <a:lnTo>
                    <a:pt x="37065" y="96520"/>
                  </a:lnTo>
                  <a:lnTo>
                    <a:pt x="35837" y="95120"/>
                  </a:lnTo>
                  <a:lnTo>
                    <a:pt x="34459" y="93548"/>
                  </a:lnTo>
                  <a:lnTo>
                    <a:pt x="34068" y="93125"/>
                  </a:lnTo>
                  <a:lnTo>
                    <a:pt x="31115" y="89920"/>
                  </a:lnTo>
                  <a:lnTo>
                    <a:pt x="26339" y="84205"/>
                  </a:lnTo>
                  <a:lnTo>
                    <a:pt x="25270" y="82927"/>
                  </a:lnTo>
                  <a:lnTo>
                    <a:pt x="24335" y="83371"/>
                  </a:lnTo>
                  <a:lnTo>
                    <a:pt x="24156" y="83052"/>
                  </a:lnTo>
                  <a:lnTo>
                    <a:pt x="22836" y="80699"/>
                  </a:lnTo>
                  <a:lnTo>
                    <a:pt x="22574" y="80232"/>
                  </a:lnTo>
                  <a:lnTo>
                    <a:pt x="19432" y="74630"/>
                  </a:lnTo>
                  <a:lnTo>
                    <a:pt x="17513" y="72516"/>
                  </a:lnTo>
                  <a:lnTo>
                    <a:pt x="14451" y="69145"/>
                  </a:lnTo>
                  <a:lnTo>
                    <a:pt x="13610" y="68219"/>
                  </a:lnTo>
                  <a:lnTo>
                    <a:pt x="11738" y="66158"/>
                  </a:lnTo>
                  <a:lnTo>
                    <a:pt x="7629" y="61104"/>
                  </a:lnTo>
                  <a:lnTo>
                    <a:pt x="6413" y="59776"/>
                  </a:lnTo>
                  <a:lnTo>
                    <a:pt x="0" y="52774"/>
                  </a:lnTo>
                  <a:lnTo>
                    <a:pt x="3183" y="48867"/>
                  </a:lnTo>
                  <a:lnTo>
                    <a:pt x="5822" y="46886"/>
                  </a:lnTo>
                  <a:lnTo>
                    <a:pt x="3820" y="44866"/>
                  </a:lnTo>
                  <a:lnTo>
                    <a:pt x="677" y="41695"/>
                  </a:lnTo>
                  <a:lnTo>
                    <a:pt x="1165" y="41232"/>
                  </a:lnTo>
                  <a:lnTo>
                    <a:pt x="6157" y="36503"/>
                  </a:lnTo>
                  <a:lnTo>
                    <a:pt x="10654" y="40696"/>
                  </a:lnTo>
                  <a:lnTo>
                    <a:pt x="17247" y="46103"/>
                  </a:lnTo>
                  <a:lnTo>
                    <a:pt x="18485" y="45185"/>
                  </a:lnTo>
                  <a:lnTo>
                    <a:pt x="20486" y="42034"/>
                  </a:lnTo>
                  <a:lnTo>
                    <a:pt x="31993" y="43918"/>
                  </a:lnTo>
                  <a:lnTo>
                    <a:pt x="35667" y="35111"/>
                  </a:lnTo>
                  <a:lnTo>
                    <a:pt x="21793" y="29024"/>
                  </a:lnTo>
                  <a:lnTo>
                    <a:pt x="21844" y="28599"/>
                  </a:lnTo>
                  <a:lnTo>
                    <a:pt x="22629" y="22023"/>
                  </a:lnTo>
                  <a:lnTo>
                    <a:pt x="22489" y="21918"/>
                  </a:lnTo>
                  <a:lnTo>
                    <a:pt x="18151" y="18642"/>
                  </a:lnTo>
                  <a:lnTo>
                    <a:pt x="18726" y="17745"/>
                  </a:lnTo>
                  <a:lnTo>
                    <a:pt x="19126" y="17084"/>
                  </a:lnTo>
                  <a:lnTo>
                    <a:pt x="21593" y="13007"/>
                  </a:lnTo>
                  <a:lnTo>
                    <a:pt x="24541" y="13645"/>
                  </a:lnTo>
                  <a:lnTo>
                    <a:pt x="27570" y="14302"/>
                  </a:lnTo>
                  <a:lnTo>
                    <a:pt x="36019" y="16133"/>
                  </a:lnTo>
                  <a:lnTo>
                    <a:pt x="36821" y="16306"/>
                  </a:lnTo>
                  <a:lnTo>
                    <a:pt x="39633" y="14810"/>
                  </a:lnTo>
                  <a:lnTo>
                    <a:pt x="37429" y="11171"/>
                  </a:lnTo>
                  <a:lnTo>
                    <a:pt x="36590" y="9786"/>
                  </a:lnTo>
                  <a:lnTo>
                    <a:pt x="36497" y="9633"/>
                  </a:lnTo>
                  <a:lnTo>
                    <a:pt x="35506" y="8431"/>
                  </a:lnTo>
                  <a:lnTo>
                    <a:pt x="35277" y="8153"/>
                  </a:lnTo>
                  <a:lnTo>
                    <a:pt x="35748" y="8176"/>
                  </a:lnTo>
                  <a:lnTo>
                    <a:pt x="35975" y="8190"/>
                  </a:lnTo>
                  <a:lnTo>
                    <a:pt x="37828" y="8304"/>
                  </a:lnTo>
                  <a:lnTo>
                    <a:pt x="38219" y="8329"/>
                  </a:lnTo>
                  <a:lnTo>
                    <a:pt x="38742" y="8213"/>
                  </a:lnTo>
                  <a:lnTo>
                    <a:pt x="39927" y="7950"/>
                  </a:lnTo>
                  <a:lnTo>
                    <a:pt x="40892" y="7737"/>
                  </a:lnTo>
                  <a:lnTo>
                    <a:pt x="42008" y="7311"/>
                  </a:lnTo>
                  <a:lnTo>
                    <a:pt x="44233" y="6462"/>
                  </a:lnTo>
                  <a:lnTo>
                    <a:pt x="44475" y="6292"/>
                  </a:lnTo>
                  <a:lnTo>
                    <a:pt x="45792" y="5369"/>
                  </a:lnTo>
                  <a:lnTo>
                    <a:pt x="47587" y="3925"/>
                  </a:lnTo>
                  <a:lnTo>
                    <a:pt x="48236" y="3139"/>
                  </a:lnTo>
                  <a:lnTo>
                    <a:pt x="48423" y="2912"/>
                  </a:lnTo>
                  <a:lnTo>
                    <a:pt x="48723" y="2561"/>
                  </a:lnTo>
                  <a:lnTo>
                    <a:pt x="50381" y="1134"/>
                  </a:lnTo>
                  <a:lnTo>
                    <a:pt x="51628" y="405"/>
                  </a:lnTo>
                  <a:lnTo>
                    <a:pt x="52335" y="189"/>
                  </a:lnTo>
                  <a:lnTo>
                    <a:pt x="53090" y="0"/>
                  </a:lnTo>
                  <a:lnTo>
                    <a:pt x="53915" y="27"/>
                  </a:lnTo>
                  <a:lnTo>
                    <a:pt x="54346" y="41"/>
                  </a:lnTo>
                  <a:lnTo>
                    <a:pt x="55009" y="267"/>
                  </a:lnTo>
                  <a:lnTo>
                    <a:pt x="55148" y="314"/>
                  </a:lnTo>
                  <a:lnTo>
                    <a:pt x="55101" y="6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2327925" y="3088685"/>
              <a:ext cx="276864" cy="167670"/>
            </a:xfrm>
            <a:custGeom>
              <a:avLst/>
              <a:pathLst>
                <a:path w="276864" h="167670">
                  <a:moveTo>
                    <a:pt x="48742" y="5737"/>
                  </a:moveTo>
                  <a:lnTo>
                    <a:pt x="47807" y="14685"/>
                  </a:lnTo>
                  <a:lnTo>
                    <a:pt x="49332" y="18532"/>
                  </a:lnTo>
                  <a:lnTo>
                    <a:pt x="49530" y="19029"/>
                  </a:lnTo>
                  <a:lnTo>
                    <a:pt x="50814" y="22267"/>
                  </a:lnTo>
                  <a:lnTo>
                    <a:pt x="53094" y="24202"/>
                  </a:lnTo>
                  <a:lnTo>
                    <a:pt x="54207" y="25146"/>
                  </a:lnTo>
                  <a:lnTo>
                    <a:pt x="54355" y="25272"/>
                  </a:lnTo>
                  <a:lnTo>
                    <a:pt x="54998" y="25387"/>
                  </a:lnTo>
                  <a:lnTo>
                    <a:pt x="61238" y="26502"/>
                  </a:lnTo>
                  <a:lnTo>
                    <a:pt x="60300" y="33123"/>
                  </a:lnTo>
                  <a:lnTo>
                    <a:pt x="62508" y="34015"/>
                  </a:lnTo>
                  <a:lnTo>
                    <a:pt x="63815" y="32885"/>
                  </a:lnTo>
                  <a:lnTo>
                    <a:pt x="68244" y="36976"/>
                  </a:lnTo>
                  <a:lnTo>
                    <a:pt x="67444" y="40832"/>
                  </a:lnTo>
                  <a:lnTo>
                    <a:pt x="69429" y="42617"/>
                  </a:lnTo>
                  <a:lnTo>
                    <a:pt x="79319" y="42155"/>
                  </a:lnTo>
                  <a:lnTo>
                    <a:pt x="81720" y="42110"/>
                  </a:lnTo>
                  <a:lnTo>
                    <a:pt x="81512" y="45759"/>
                  </a:lnTo>
                  <a:lnTo>
                    <a:pt x="81831" y="49758"/>
                  </a:lnTo>
                  <a:lnTo>
                    <a:pt x="81954" y="51296"/>
                  </a:lnTo>
                  <a:lnTo>
                    <a:pt x="99462" y="48291"/>
                  </a:lnTo>
                  <a:lnTo>
                    <a:pt x="99154" y="40122"/>
                  </a:lnTo>
                  <a:lnTo>
                    <a:pt x="99093" y="39318"/>
                  </a:lnTo>
                  <a:lnTo>
                    <a:pt x="112057" y="36495"/>
                  </a:lnTo>
                  <a:lnTo>
                    <a:pt x="112927" y="42041"/>
                  </a:lnTo>
                  <a:lnTo>
                    <a:pt x="115199" y="42314"/>
                  </a:lnTo>
                  <a:lnTo>
                    <a:pt x="116669" y="52833"/>
                  </a:lnTo>
                  <a:lnTo>
                    <a:pt x="125770" y="52263"/>
                  </a:lnTo>
                  <a:lnTo>
                    <a:pt x="127639" y="53524"/>
                  </a:lnTo>
                  <a:lnTo>
                    <a:pt x="132918" y="57085"/>
                  </a:lnTo>
                  <a:lnTo>
                    <a:pt x="142802" y="64713"/>
                  </a:lnTo>
                  <a:lnTo>
                    <a:pt x="140575" y="68726"/>
                  </a:lnTo>
                  <a:lnTo>
                    <a:pt x="141163" y="68906"/>
                  </a:lnTo>
                  <a:lnTo>
                    <a:pt x="149693" y="71521"/>
                  </a:lnTo>
                  <a:lnTo>
                    <a:pt x="149954" y="71601"/>
                  </a:lnTo>
                  <a:lnTo>
                    <a:pt x="150283" y="68821"/>
                  </a:lnTo>
                  <a:lnTo>
                    <a:pt x="150500" y="66979"/>
                  </a:lnTo>
                  <a:lnTo>
                    <a:pt x="157606" y="64816"/>
                  </a:lnTo>
                  <a:lnTo>
                    <a:pt x="158430" y="64565"/>
                  </a:lnTo>
                  <a:lnTo>
                    <a:pt x="158933" y="64412"/>
                  </a:lnTo>
                  <a:lnTo>
                    <a:pt x="159496" y="60587"/>
                  </a:lnTo>
                  <a:lnTo>
                    <a:pt x="163408" y="57380"/>
                  </a:lnTo>
                  <a:lnTo>
                    <a:pt x="164968" y="56101"/>
                  </a:lnTo>
                  <a:lnTo>
                    <a:pt x="165137" y="52655"/>
                  </a:lnTo>
                  <a:lnTo>
                    <a:pt x="165455" y="52796"/>
                  </a:lnTo>
                  <a:lnTo>
                    <a:pt x="168928" y="54340"/>
                  </a:lnTo>
                  <a:lnTo>
                    <a:pt x="179509" y="56725"/>
                  </a:lnTo>
                  <a:lnTo>
                    <a:pt x="184340" y="57815"/>
                  </a:lnTo>
                  <a:lnTo>
                    <a:pt x="190107" y="55771"/>
                  </a:lnTo>
                  <a:lnTo>
                    <a:pt x="190288" y="56128"/>
                  </a:lnTo>
                  <a:lnTo>
                    <a:pt x="190364" y="56279"/>
                  </a:lnTo>
                  <a:lnTo>
                    <a:pt x="190527" y="56599"/>
                  </a:lnTo>
                  <a:lnTo>
                    <a:pt x="192031" y="59562"/>
                  </a:lnTo>
                  <a:lnTo>
                    <a:pt x="193580" y="62615"/>
                  </a:lnTo>
                  <a:lnTo>
                    <a:pt x="195694" y="63284"/>
                  </a:lnTo>
                  <a:lnTo>
                    <a:pt x="199855" y="65510"/>
                  </a:lnTo>
                  <a:lnTo>
                    <a:pt x="208283" y="70018"/>
                  </a:lnTo>
                  <a:lnTo>
                    <a:pt x="209597" y="70721"/>
                  </a:lnTo>
                  <a:lnTo>
                    <a:pt x="209849" y="70428"/>
                  </a:lnTo>
                  <a:lnTo>
                    <a:pt x="210339" y="69860"/>
                  </a:lnTo>
                  <a:lnTo>
                    <a:pt x="210541" y="69641"/>
                  </a:lnTo>
                  <a:lnTo>
                    <a:pt x="211508" y="68757"/>
                  </a:lnTo>
                  <a:lnTo>
                    <a:pt x="212102" y="68243"/>
                  </a:lnTo>
                  <a:lnTo>
                    <a:pt x="215376" y="70582"/>
                  </a:lnTo>
                  <a:lnTo>
                    <a:pt x="218256" y="72639"/>
                  </a:lnTo>
                  <a:lnTo>
                    <a:pt x="218215" y="77458"/>
                  </a:lnTo>
                  <a:lnTo>
                    <a:pt x="218207" y="83207"/>
                  </a:lnTo>
                  <a:lnTo>
                    <a:pt x="218204" y="85308"/>
                  </a:lnTo>
                  <a:lnTo>
                    <a:pt x="219213" y="89421"/>
                  </a:lnTo>
                  <a:lnTo>
                    <a:pt x="222568" y="93527"/>
                  </a:lnTo>
                  <a:lnTo>
                    <a:pt x="223001" y="94020"/>
                  </a:lnTo>
                  <a:lnTo>
                    <a:pt x="223358" y="93681"/>
                  </a:lnTo>
                  <a:lnTo>
                    <a:pt x="229248" y="88092"/>
                  </a:lnTo>
                  <a:lnTo>
                    <a:pt x="235153" y="82489"/>
                  </a:lnTo>
                  <a:lnTo>
                    <a:pt x="240939" y="76999"/>
                  </a:lnTo>
                  <a:lnTo>
                    <a:pt x="242006" y="76079"/>
                  </a:lnTo>
                  <a:lnTo>
                    <a:pt x="242449" y="76575"/>
                  </a:lnTo>
                  <a:lnTo>
                    <a:pt x="242651" y="76801"/>
                  </a:lnTo>
                  <a:lnTo>
                    <a:pt x="248548" y="83403"/>
                  </a:lnTo>
                  <a:lnTo>
                    <a:pt x="258582" y="94637"/>
                  </a:lnTo>
                  <a:lnTo>
                    <a:pt x="263559" y="100174"/>
                  </a:lnTo>
                  <a:lnTo>
                    <a:pt x="263787" y="102401"/>
                  </a:lnTo>
                  <a:lnTo>
                    <a:pt x="263958" y="104062"/>
                  </a:lnTo>
                  <a:lnTo>
                    <a:pt x="264691" y="111196"/>
                  </a:lnTo>
                  <a:lnTo>
                    <a:pt x="264806" y="111915"/>
                  </a:lnTo>
                  <a:lnTo>
                    <a:pt x="265155" y="112562"/>
                  </a:lnTo>
                  <a:lnTo>
                    <a:pt x="266142" y="114391"/>
                  </a:lnTo>
                  <a:lnTo>
                    <a:pt x="268532" y="116372"/>
                  </a:lnTo>
                  <a:lnTo>
                    <a:pt x="272068" y="118758"/>
                  </a:lnTo>
                  <a:lnTo>
                    <a:pt x="276545" y="119054"/>
                  </a:lnTo>
                  <a:lnTo>
                    <a:pt x="276864" y="119089"/>
                  </a:lnTo>
                  <a:lnTo>
                    <a:pt x="276411" y="119795"/>
                  </a:lnTo>
                  <a:lnTo>
                    <a:pt x="276256" y="120037"/>
                  </a:lnTo>
                  <a:lnTo>
                    <a:pt x="275636" y="121004"/>
                  </a:lnTo>
                  <a:lnTo>
                    <a:pt x="272274" y="126243"/>
                  </a:lnTo>
                  <a:lnTo>
                    <a:pt x="271895" y="126833"/>
                  </a:lnTo>
                  <a:lnTo>
                    <a:pt x="269852" y="130018"/>
                  </a:lnTo>
                  <a:lnTo>
                    <a:pt x="268512" y="132107"/>
                  </a:lnTo>
                  <a:lnTo>
                    <a:pt x="267131" y="134259"/>
                  </a:lnTo>
                  <a:lnTo>
                    <a:pt x="266638" y="135027"/>
                  </a:lnTo>
                  <a:lnTo>
                    <a:pt x="262151" y="142021"/>
                  </a:lnTo>
                  <a:lnTo>
                    <a:pt x="261692" y="142749"/>
                  </a:lnTo>
                  <a:lnTo>
                    <a:pt x="261605" y="142907"/>
                  </a:lnTo>
                  <a:lnTo>
                    <a:pt x="260465" y="144978"/>
                  </a:lnTo>
                  <a:lnTo>
                    <a:pt x="259633" y="146489"/>
                  </a:lnTo>
                  <a:lnTo>
                    <a:pt x="258977" y="147681"/>
                  </a:lnTo>
                  <a:lnTo>
                    <a:pt x="257304" y="150717"/>
                  </a:lnTo>
                  <a:lnTo>
                    <a:pt x="257060" y="151128"/>
                  </a:lnTo>
                  <a:lnTo>
                    <a:pt x="254330" y="155656"/>
                  </a:lnTo>
                  <a:lnTo>
                    <a:pt x="253578" y="155129"/>
                  </a:lnTo>
                  <a:lnTo>
                    <a:pt x="243924" y="148356"/>
                  </a:lnTo>
                  <a:lnTo>
                    <a:pt x="243562" y="148883"/>
                  </a:lnTo>
                  <a:lnTo>
                    <a:pt x="241460" y="151868"/>
                  </a:lnTo>
                  <a:lnTo>
                    <a:pt x="241570" y="152061"/>
                  </a:lnTo>
                  <a:lnTo>
                    <a:pt x="242901" y="153168"/>
                  </a:lnTo>
                  <a:lnTo>
                    <a:pt x="245938" y="155692"/>
                  </a:lnTo>
                  <a:lnTo>
                    <a:pt x="248822" y="158087"/>
                  </a:lnTo>
                  <a:lnTo>
                    <a:pt x="247881" y="160160"/>
                  </a:lnTo>
                  <a:lnTo>
                    <a:pt x="247074" y="160851"/>
                  </a:lnTo>
                  <a:lnTo>
                    <a:pt x="246520" y="161325"/>
                  </a:lnTo>
                  <a:lnTo>
                    <a:pt x="246294" y="161520"/>
                  </a:lnTo>
                  <a:lnTo>
                    <a:pt x="245175" y="160595"/>
                  </a:lnTo>
                  <a:lnTo>
                    <a:pt x="243382" y="159008"/>
                  </a:lnTo>
                  <a:lnTo>
                    <a:pt x="239214" y="155320"/>
                  </a:lnTo>
                  <a:lnTo>
                    <a:pt x="238900" y="155073"/>
                  </a:lnTo>
                  <a:lnTo>
                    <a:pt x="234888" y="151943"/>
                  </a:lnTo>
                  <a:lnTo>
                    <a:pt x="233338" y="153489"/>
                  </a:lnTo>
                  <a:lnTo>
                    <a:pt x="233530" y="153981"/>
                  </a:lnTo>
                  <a:lnTo>
                    <a:pt x="234218" y="155743"/>
                  </a:lnTo>
                  <a:lnTo>
                    <a:pt x="227427" y="163888"/>
                  </a:lnTo>
                  <a:lnTo>
                    <a:pt x="227248" y="164103"/>
                  </a:lnTo>
                  <a:lnTo>
                    <a:pt x="225547" y="166143"/>
                  </a:lnTo>
                  <a:lnTo>
                    <a:pt x="224386" y="167670"/>
                  </a:lnTo>
                  <a:lnTo>
                    <a:pt x="222093" y="166289"/>
                  </a:lnTo>
                  <a:lnTo>
                    <a:pt x="218825" y="164321"/>
                  </a:lnTo>
                  <a:lnTo>
                    <a:pt x="214977" y="161038"/>
                  </a:lnTo>
                  <a:lnTo>
                    <a:pt x="210376" y="154552"/>
                  </a:lnTo>
                  <a:lnTo>
                    <a:pt x="209520" y="149690"/>
                  </a:lnTo>
                  <a:lnTo>
                    <a:pt x="210165" y="149492"/>
                  </a:lnTo>
                  <a:lnTo>
                    <a:pt x="212981" y="148522"/>
                  </a:lnTo>
                  <a:lnTo>
                    <a:pt x="216081" y="151816"/>
                  </a:lnTo>
                  <a:lnTo>
                    <a:pt x="217855" y="150343"/>
                  </a:lnTo>
                  <a:lnTo>
                    <a:pt x="223705" y="144645"/>
                  </a:lnTo>
                  <a:lnTo>
                    <a:pt x="224126" y="144284"/>
                  </a:lnTo>
                  <a:lnTo>
                    <a:pt x="225950" y="142721"/>
                  </a:lnTo>
                  <a:lnTo>
                    <a:pt x="227073" y="141758"/>
                  </a:lnTo>
                  <a:lnTo>
                    <a:pt x="225757" y="137098"/>
                  </a:lnTo>
                  <a:lnTo>
                    <a:pt x="223541" y="138786"/>
                  </a:lnTo>
                  <a:lnTo>
                    <a:pt x="223406" y="138889"/>
                  </a:lnTo>
                  <a:lnTo>
                    <a:pt x="219412" y="134887"/>
                  </a:lnTo>
                  <a:lnTo>
                    <a:pt x="218898" y="135310"/>
                  </a:lnTo>
                  <a:lnTo>
                    <a:pt x="214711" y="138754"/>
                  </a:lnTo>
                  <a:lnTo>
                    <a:pt x="212184" y="140834"/>
                  </a:lnTo>
                  <a:lnTo>
                    <a:pt x="210185" y="139042"/>
                  </a:lnTo>
                  <a:lnTo>
                    <a:pt x="207957" y="137045"/>
                  </a:lnTo>
                  <a:lnTo>
                    <a:pt x="201998" y="135166"/>
                  </a:lnTo>
                  <a:lnTo>
                    <a:pt x="201083" y="137234"/>
                  </a:lnTo>
                  <a:lnTo>
                    <a:pt x="198529" y="136560"/>
                  </a:lnTo>
                  <a:lnTo>
                    <a:pt x="196940" y="136141"/>
                  </a:lnTo>
                  <a:lnTo>
                    <a:pt x="195853" y="137635"/>
                  </a:lnTo>
                  <a:lnTo>
                    <a:pt x="183597" y="127023"/>
                  </a:lnTo>
                  <a:lnTo>
                    <a:pt x="185426" y="122207"/>
                  </a:lnTo>
                  <a:lnTo>
                    <a:pt x="180891" y="120830"/>
                  </a:lnTo>
                  <a:lnTo>
                    <a:pt x="182634" y="115460"/>
                  </a:lnTo>
                  <a:lnTo>
                    <a:pt x="176999" y="112338"/>
                  </a:lnTo>
                  <a:lnTo>
                    <a:pt x="176321" y="111888"/>
                  </a:lnTo>
                  <a:lnTo>
                    <a:pt x="176231" y="111148"/>
                  </a:lnTo>
                  <a:lnTo>
                    <a:pt x="176941" y="109574"/>
                  </a:lnTo>
                  <a:lnTo>
                    <a:pt x="174462" y="108352"/>
                  </a:lnTo>
                  <a:lnTo>
                    <a:pt x="173056" y="110074"/>
                  </a:lnTo>
                  <a:lnTo>
                    <a:pt x="172109" y="111341"/>
                  </a:lnTo>
                  <a:lnTo>
                    <a:pt x="169824" y="119005"/>
                  </a:lnTo>
                  <a:lnTo>
                    <a:pt x="157486" y="114765"/>
                  </a:lnTo>
                  <a:lnTo>
                    <a:pt x="141617" y="110155"/>
                  </a:lnTo>
                  <a:lnTo>
                    <a:pt x="141373" y="110084"/>
                  </a:lnTo>
                  <a:lnTo>
                    <a:pt x="140617" y="110122"/>
                  </a:lnTo>
                  <a:lnTo>
                    <a:pt x="139564" y="112013"/>
                  </a:lnTo>
                  <a:lnTo>
                    <a:pt x="135721" y="110369"/>
                  </a:lnTo>
                  <a:lnTo>
                    <a:pt x="131272" y="107004"/>
                  </a:lnTo>
                  <a:lnTo>
                    <a:pt x="123323" y="103488"/>
                  </a:lnTo>
                  <a:lnTo>
                    <a:pt x="122612" y="103174"/>
                  </a:lnTo>
                  <a:lnTo>
                    <a:pt x="122365" y="102945"/>
                  </a:lnTo>
                  <a:lnTo>
                    <a:pt x="119806" y="100578"/>
                  </a:lnTo>
                  <a:lnTo>
                    <a:pt x="114176" y="96958"/>
                  </a:lnTo>
                  <a:lnTo>
                    <a:pt x="112739" y="96267"/>
                  </a:lnTo>
                  <a:lnTo>
                    <a:pt x="106547" y="93287"/>
                  </a:lnTo>
                  <a:lnTo>
                    <a:pt x="96043" y="89585"/>
                  </a:lnTo>
                  <a:lnTo>
                    <a:pt x="88305" y="90124"/>
                  </a:lnTo>
                  <a:lnTo>
                    <a:pt x="79918" y="90852"/>
                  </a:lnTo>
                  <a:lnTo>
                    <a:pt x="79250" y="90910"/>
                  </a:lnTo>
                  <a:lnTo>
                    <a:pt x="67692" y="92040"/>
                  </a:lnTo>
                  <a:lnTo>
                    <a:pt x="65688" y="94430"/>
                  </a:lnTo>
                  <a:lnTo>
                    <a:pt x="64010" y="94147"/>
                  </a:lnTo>
                  <a:lnTo>
                    <a:pt x="57440" y="93036"/>
                  </a:lnTo>
                  <a:lnTo>
                    <a:pt x="52291" y="92166"/>
                  </a:lnTo>
                  <a:lnTo>
                    <a:pt x="51543" y="92040"/>
                  </a:lnTo>
                  <a:lnTo>
                    <a:pt x="41520" y="95341"/>
                  </a:lnTo>
                  <a:lnTo>
                    <a:pt x="36730" y="103310"/>
                  </a:lnTo>
                  <a:lnTo>
                    <a:pt x="31607" y="106042"/>
                  </a:lnTo>
                  <a:lnTo>
                    <a:pt x="20531" y="113731"/>
                  </a:lnTo>
                  <a:lnTo>
                    <a:pt x="17140" y="114446"/>
                  </a:lnTo>
                  <a:lnTo>
                    <a:pt x="11655" y="107723"/>
                  </a:lnTo>
                  <a:lnTo>
                    <a:pt x="11369" y="104587"/>
                  </a:lnTo>
                  <a:lnTo>
                    <a:pt x="13231" y="102172"/>
                  </a:lnTo>
                  <a:lnTo>
                    <a:pt x="10134" y="91050"/>
                  </a:lnTo>
                  <a:lnTo>
                    <a:pt x="0" y="82031"/>
                  </a:lnTo>
                  <a:lnTo>
                    <a:pt x="5984" y="73675"/>
                  </a:lnTo>
                  <a:lnTo>
                    <a:pt x="11842" y="70607"/>
                  </a:lnTo>
                  <a:lnTo>
                    <a:pt x="14370" y="67659"/>
                  </a:lnTo>
                  <a:lnTo>
                    <a:pt x="37303" y="77129"/>
                  </a:lnTo>
                  <a:lnTo>
                    <a:pt x="38379" y="72636"/>
                  </a:lnTo>
                  <a:lnTo>
                    <a:pt x="39805" y="66329"/>
                  </a:lnTo>
                  <a:lnTo>
                    <a:pt x="41380" y="61377"/>
                  </a:lnTo>
                  <a:lnTo>
                    <a:pt x="53335" y="63802"/>
                  </a:lnTo>
                  <a:lnTo>
                    <a:pt x="54580" y="58305"/>
                  </a:lnTo>
                  <a:lnTo>
                    <a:pt x="52136" y="57454"/>
                  </a:lnTo>
                  <a:lnTo>
                    <a:pt x="53474" y="51356"/>
                  </a:lnTo>
                  <a:lnTo>
                    <a:pt x="52284" y="43851"/>
                  </a:lnTo>
                  <a:lnTo>
                    <a:pt x="50052" y="42825"/>
                  </a:lnTo>
                  <a:lnTo>
                    <a:pt x="48295" y="43952"/>
                  </a:lnTo>
                  <a:lnTo>
                    <a:pt x="43129" y="47266"/>
                  </a:lnTo>
                  <a:lnTo>
                    <a:pt x="37493" y="44297"/>
                  </a:lnTo>
                  <a:lnTo>
                    <a:pt x="35291" y="43137"/>
                  </a:lnTo>
                  <a:lnTo>
                    <a:pt x="34442" y="42690"/>
                  </a:lnTo>
                  <a:lnTo>
                    <a:pt x="32972" y="32922"/>
                  </a:lnTo>
                  <a:lnTo>
                    <a:pt x="29831" y="26775"/>
                  </a:lnTo>
                  <a:lnTo>
                    <a:pt x="28093" y="22881"/>
                  </a:lnTo>
                  <a:lnTo>
                    <a:pt x="28523" y="22289"/>
                  </a:lnTo>
                  <a:lnTo>
                    <a:pt x="29430" y="21037"/>
                  </a:lnTo>
                  <a:lnTo>
                    <a:pt x="22026" y="17311"/>
                  </a:lnTo>
                  <a:lnTo>
                    <a:pt x="16265" y="14412"/>
                  </a:lnTo>
                  <a:lnTo>
                    <a:pt x="18553" y="7238"/>
                  </a:lnTo>
                  <a:lnTo>
                    <a:pt x="33485" y="11027"/>
                  </a:lnTo>
                  <a:lnTo>
                    <a:pt x="37666" y="5845"/>
                  </a:lnTo>
                  <a:lnTo>
                    <a:pt x="43856" y="5245"/>
                  </a:lnTo>
                  <a:lnTo>
                    <a:pt x="45134" y="0"/>
                  </a:lnTo>
                  <a:lnTo>
                    <a:pt x="51290" y="324"/>
                  </a:lnTo>
                  <a:lnTo>
                    <a:pt x="55491" y="546"/>
                  </a:lnTo>
                  <a:lnTo>
                    <a:pt x="54556" y="56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2734645" y="3028352"/>
              <a:ext cx="209179" cy="241044"/>
            </a:xfrm>
            <a:custGeom>
              <a:avLst/>
              <a:pathLst>
                <a:path w="209179" h="241044">
                  <a:moveTo>
                    <a:pt x="62836" y="198575"/>
                  </a:moveTo>
                  <a:lnTo>
                    <a:pt x="66038" y="194870"/>
                  </a:lnTo>
                  <a:lnTo>
                    <a:pt x="69658" y="178181"/>
                  </a:lnTo>
                  <a:lnTo>
                    <a:pt x="59356" y="175620"/>
                  </a:lnTo>
                  <a:lnTo>
                    <a:pt x="53824" y="176056"/>
                  </a:lnTo>
                  <a:lnTo>
                    <a:pt x="49842" y="171901"/>
                  </a:lnTo>
                  <a:lnTo>
                    <a:pt x="43104" y="173044"/>
                  </a:lnTo>
                  <a:lnTo>
                    <a:pt x="36679" y="161340"/>
                  </a:lnTo>
                  <a:lnTo>
                    <a:pt x="44479" y="160698"/>
                  </a:lnTo>
                  <a:lnTo>
                    <a:pt x="52798" y="148647"/>
                  </a:lnTo>
                  <a:lnTo>
                    <a:pt x="52709" y="140632"/>
                  </a:lnTo>
                  <a:lnTo>
                    <a:pt x="51796" y="130267"/>
                  </a:lnTo>
                  <a:lnTo>
                    <a:pt x="43576" y="130244"/>
                  </a:lnTo>
                  <a:lnTo>
                    <a:pt x="26045" y="130195"/>
                  </a:lnTo>
                  <a:lnTo>
                    <a:pt x="25595" y="130193"/>
                  </a:lnTo>
                  <a:lnTo>
                    <a:pt x="23224" y="118389"/>
                  </a:lnTo>
                  <a:lnTo>
                    <a:pt x="22907" y="112960"/>
                  </a:lnTo>
                  <a:lnTo>
                    <a:pt x="22629" y="112106"/>
                  </a:lnTo>
                  <a:lnTo>
                    <a:pt x="22351" y="109402"/>
                  </a:lnTo>
                  <a:lnTo>
                    <a:pt x="23186" y="107695"/>
                  </a:lnTo>
                  <a:lnTo>
                    <a:pt x="25274" y="106699"/>
                  </a:lnTo>
                  <a:lnTo>
                    <a:pt x="24996" y="103568"/>
                  </a:lnTo>
                  <a:lnTo>
                    <a:pt x="21515" y="98018"/>
                  </a:lnTo>
                  <a:lnTo>
                    <a:pt x="20262" y="97022"/>
                  </a:lnTo>
                  <a:lnTo>
                    <a:pt x="17339" y="91473"/>
                  </a:lnTo>
                  <a:lnTo>
                    <a:pt x="16364" y="87204"/>
                  </a:lnTo>
                  <a:lnTo>
                    <a:pt x="15807" y="82508"/>
                  </a:lnTo>
                  <a:lnTo>
                    <a:pt x="13301" y="74254"/>
                  </a:lnTo>
                  <a:lnTo>
                    <a:pt x="12049" y="68704"/>
                  </a:lnTo>
                  <a:lnTo>
                    <a:pt x="10796" y="64435"/>
                  </a:lnTo>
                  <a:lnTo>
                    <a:pt x="8150" y="59597"/>
                  </a:lnTo>
                  <a:lnTo>
                    <a:pt x="4948" y="58886"/>
                  </a:lnTo>
                  <a:lnTo>
                    <a:pt x="3556" y="54759"/>
                  </a:lnTo>
                  <a:lnTo>
                    <a:pt x="2303" y="49636"/>
                  </a:lnTo>
                  <a:lnTo>
                    <a:pt x="0" y="41145"/>
                  </a:lnTo>
                  <a:lnTo>
                    <a:pt x="518" y="39126"/>
                  </a:lnTo>
                  <a:lnTo>
                    <a:pt x="1354" y="33189"/>
                  </a:lnTo>
                  <a:lnTo>
                    <a:pt x="1423" y="25892"/>
                  </a:lnTo>
                  <a:lnTo>
                    <a:pt x="845" y="23398"/>
                  </a:lnTo>
                  <a:lnTo>
                    <a:pt x="169" y="21264"/>
                  </a:lnTo>
                  <a:lnTo>
                    <a:pt x="1935" y="20291"/>
                  </a:lnTo>
                  <a:lnTo>
                    <a:pt x="4891" y="18663"/>
                  </a:lnTo>
                  <a:lnTo>
                    <a:pt x="21902" y="7382"/>
                  </a:lnTo>
                  <a:lnTo>
                    <a:pt x="26658" y="4227"/>
                  </a:lnTo>
                  <a:lnTo>
                    <a:pt x="33033" y="0"/>
                  </a:lnTo>
                  <a:lnTo>
                    <a:pt x="33951" y="1149"/>
                  </a:lnTo>
                  <a:lnTo>
                    <a:pt x="34896" y="2334"/>
                  </a:lnTo>
                  <a:lnTo>
                    <a:pt x="36534" y="4483"/>
                  </a:lnTo>
                  <a:lnTo>
                    <a:pt x="37195" y="5351"/>
                  </a:lnTo>
                  <a:lnTo>
                    <a:pt x="37476" y="5719"/>
                  </a:lnTo>
                  <a:lnTo>
                    <a:pt x="38199" y="6733"/>
                  </a:lnTo>
                  <a:lnTo>
                    <a:pt x="38433" y="7060"/>
                  </a:lnTo>
                  <a:lnTo>
                    <a:pt x="44238" y="15198"/>
                  </a:lnTo>
                  <a:lnTo>
                    <a:pt x="46018" y="17635"/>
                  </a:lnTo>
                  <a:lnTo>
                    <a:pt x="48251" y="20693"/>
                  </a:lnTo>
                  <a:lnTo>
                    <a:pt x="53816" y="28312"/>
                  </a:lnTo>
                  <a:lnTo>
                    <a:pt x="54401" y="28858"/>
                  </a:lnTo>
                  <a:lnTo>
                    <a:pt x="54840" y="29268"/>
                  </a:lnTo>
                  <a:lnTo>
                    <a:pt x="55496" y="29591"/>
                  </a:lnTo>
                  <a:lnTo>
                    <a:pt x="61143" y="32372"/>
                  </a:lnTo>
                  <a:lnTo>
                    <a:pt x="62147" y="32866"/>
                  </a:lnTo>
                  <a:lnTo>
                    <a:pt x="65035" y="37815"/>
                  </a:lnTo>
                  <a:lnTo>
                    <a:pt x="65996" y="39463"/>
                  </a:lnTo>
                  <a:lnTo>
                    <a:pt x="69315" y="45150"/>
                  </a:lnTo>
                  <a:lnTo>
                    <a:pt x="70277" y="46799"/>
                  </a:lnTo>
                  <a:lnTo>
                    <a:pt x="71314" y="48270"/>
                  </a:lnTo>
                  <a:lnTo>
                    <a:pt x="71998" y="49240"/>
                  </a:lnTo>
                  <a:lnTo>
                    <a:pt x="74407" y="52654"/>
                  </a:lnTo>
                  <a:lnTo>
                    <a:pt x="75904" y="54777"/>
                  </a:lnTo>
                  <a:lnTo>
                    <a:pt x="76342" y="55192"/>
                  </a:lnTo>
                  <a:lnTo>
                    <a:pt x="77443" y="56233"/>
                  </a:lnTo>
                  <a:lnTo>
                    <a:pt x="84194" y="62616"/>
                  </a:lnTo>
                  <a:lnTo>
                    <a:pt x="86049" y="64702"/>
                  </a:lnTo>
                  <a:lnTo>
                    <a:pt x="87492" y="66325"/>
                  </a:lnTo>
                  <a:lnTo>
                    <a:pt x="88073" y="66979"/>
                  </a:lnTo>
                  <a:lnTo>
                    <a:pt x="88293" y="67225"/>
                  </a:lnTo>
                  <a:lnTo>
                    <a:pt x="91088" y="70369"/>
                  </a:lnTo>
                  <a:lnTo>
                    <a:pt x="91218" y="70534"/>
                  </a:lnTo>
                  <a:lnTo>
                    <a:pt x="91930" y="69944"/>
                  </a:lnTo>
                  <a:lnTo>
                    <a:pt x="93002" y="69057"/>
                  </a:lnTo>
                  <a:lnTo>
                    <a:pt x="98910" y="64164"/>
                  </a:lnTo>
                  <a:lnTo>
                    <a:pt x="100186" y="63106"/>
                  </a:lnTo>
                  <a:lnTo>
                    <a:pt x="101446" y="62063"/>
                  </a:lnTo>
                  <a:lnTo>
                    <a:pt x="107640" y="56933"/>
                  </a:lnTo>
                  <a:lnTo>
                    <a:pt x="108836" y="55942"/>
                  </a:lnTo>
                  <a:lnTo>
                    <a:pt x="109940" y="55028"/>
                  </a:lnTo>
                  <a:lnTo>
                    <a:pt x="111281" y="53917"/>
                  </a:lnTo>
                  <a:lnTo>
                    <a:pt x="112504" y="52954"/>
                  </a:lnTo>
                  <a:lnTo>
                    <a:pt x="113894" y="51858"/>
                  </a:lnTo>
                  <a:lnTo>
                    <a:pt x="116476" y="49823"/>
                  </a:lnTo>
                  <a:lnTo>
                    <a:pt x="118919" y="47898"/>
                  </a:lnTo>
                  <a:lnTo>
                    <a:pt x="120534" y="46625"/>
                  </a:lnTo>
                  <a:lnTo>
                    <a:pt x="121433" y="45916"/>
                  </a:lnTo>
                  <a:lnTo>
                    <a:pt x="121973" y="45472"/>
                  </a:lnTo>
                  <a:lnTo>
                    <a:pt x="122777" y="44812"/>
                  </a:lnTo>
                  <a:lnTo>
                    <a:pt x="123751" y="44012"/>
                  </a:lnTo>
                  <a:lnTo>
                    <a:pt x="123924" y="43869"/>
                  </a:lnTo>
                  <a:lnTo>
                    <a:pt x="129901" y="38958"/>
                  </a:lnTo>
                  <a:lnTo>
                    <a:pt x="130521" y="38448"/>
                  </a:lnTo>
                  <a:lnTo>
                    <a:pt x="131196" y="37850"/>
                  </a:lnTo>
                  <a:lnTo>
                    <a:pt x="132424" y="36763"/>
                  </a:lnTo>
                  <a:lnTo>
                    <a:pt x="136977" y="32729"/>
                  </a:lnTo>
                  <a:lnTo>
                    <a:pt x="137495" y="32270"/>
                  </a:lnTo>
                  <a:lnTo>
                    <a:pt x="138540" y="31344"/>
                  </a:lnTo>
                  <a:lnTo>
                    <a:pt x="138802" y="31233"/>
                  </a:lnTo>
                  <a:lnTo>
                    <a:pt x="139498" y="30935"/>
                  </a:lnTo>
                  <a:lnTo>
                    <a:pt x="140968" y="31823"/>
                  </a:lnTo>
                  <a:lnTo>
                    <a:pt x="140634" y="34691"/>
                  </a:lnTo>
                  <a:lnTo>
                    <a:pt x="139750" y="36763"/>
                  </a:lnTo>
                  <a:lnTo>
                    <a:pt x="137894" y="41112"/>
                  </a:lnTo>
                  <a:lnTo>
                    <a:pt x="137437" y="42110"/>
                  </a:lnTo>
                  <a:lnTo>
                    <a:pt x="136630" y="43870"/>
                  </a:lnTo>
                  <a:lnTo>
                    <a:pt x="134887" y="47669"/>
                  </a:lnTo>
                  <a:lnTo>
                    <a:pt x="134495" y="49823"/>
                  </a:lnTo>
                  <a:lnTo>
                    <a:pt x="134115" y="51905"/>
                  </a:lnTo>
                  <a:lnTo>
                    <a:pt x="133729" y="54022"/>
                  </a:lnTo>
                  <a:lnTo>
                    <a:pt x="133155" y="56545"/>
                  </a:lnTo>
                  <a:lnTo>
                    <a:pt x="133099" y="56790"/>
                  </a:lnTo>
                  <a:lnTo>
                    <a:pt x="132931" y="57530"/>
                  </a:lnTo>
                  <a:lnTo>
                    <a:pt x="130983" y="66091"/>
                  </a:lnTo>
                  <a:lnTo>
                    <a:pt x="130945" y="66259"/>
                  </a:lnTo>
                  <a:lnTo>
                    <a:pt x="131013" y="66447"/>
                  </a:lnTo>
                  <a:lnTo>
                    <a:pt x="131613" y="68081"/>
                  </a:lnTo>
                  <a:lnTo>
                    <a:pt x="134230" y="70585"/>
                  </a:lnTo>
                  <a:lnTo>
                    <a:pt x="139019" y="72464"/>
                  </a:lnTo>
                  <a:lnTo>
                    <a:pt x="144152" y="72464"/>
                  </a:lnTo>
                  <a:lnTo>
                    <a:pt x="145784" y="72464"/>
                  </a:lnTo>
                  <a:lnTo>
                    <a:pt x="146954" y="72464"/>
                  </a:lnTo>
                  <a:lnTo>
                    <a:pt x="148263" y="72464"/>
                  </a:lnTo>
                  <a:lnTo>
                    <a:pt x="150300" y="72495"/>
                  </a:lnTo>
                  <a:lnTo>
                    <a:pt x="154638" y="72563"/>
                  </a:lnTo>
                  <a:lnTo>
                    <a:pt x="160404" y="72653"/>
                  </a:lnTo>
                  <a:lnTo>
                    <a:pt x="165526" y="72732"/>
                  </a:lnTo>
                  <a:lnTo>
                    <a:pt x="170204" y="72805"/>
                  </a:lnTo>
                  <a:lnTo>
                    <a:pt x="169781" y="78503"/>
                  </a:lnTo>
                  <a:lnTo>
                    <a:pt x="169591" y="81059"/>
                  </a:lnTo>
                  <a:lnTo>
                    <a:pt x="167348" y="83632"/>
                  </a:lnTo>
                  <a:lnTo>
                    <a:pt x="164324" y="84138"/>
                  </a:lnTo>
                  <a:lnTo>
                    <a:pt x="147094" y="87017"/>
                  </a:lnTo>
                  <a:lnTo>
                    <a:pt x="143426" y="87630"/>
                  </a:lnTo>
                  <a:lnTo>
                    <a:pt x="139903" y="90289"/>
                  </a:lnTo>
                  <a:lnTo>
                    <a:pt x="140881" y="92059"/>
                  </a:lnTo>
                  <a:lnTo>
                    <a:pt x="144950" y="99418"/>
                  </a:lnTo>
                  <a:lnTo>
                    <a:pt x="149222" y="106642"/>
                  </a:lnTo>
                  <a:lnTo>
                    <a:pt x="166203" y="101275"/>
                  </a:lnTo>
                  <a:lnTo>
                    <a:pt x="166369" y="101784"/>
                  </a:lnTo>
                  <a:lnTo>
                    <a:pt x="167183" y="104280"/>
                  </a:lnTo>
                  <a:lnTo>
                    <a:pt x="173079" y="103825"/>
                  </a:lnTo>
                  <a:lnTo>
                    <a:pt x="176558" y="103557"/>
                  </a:lnTo>
                  <a:lnTo>
                    <a:pt x="177032" y="105756"/>
                  </a:lnTo>
                  <a:lnTo>
                    <a:pt x="177681" y="108762"/>
                  </a:lnTo>
                  <a:lnTo>
                    <a:pt x="179616" y="108879"/>
                  </a:lnTo>
                  <a:lnTo>
                    <a:pt x="184029" y="109149"/>
                  </a:lnTo>
                  <a:lnTo>
                    <a:pt x="188101" y="108721"/>
                  </a:lnTo>
                  <a:lnTo>
                    <a:pt x="188666" y="108230"/>
                  </a:lnTo>
                  <a:lnTo>
                    <a:pt x="192628" y="104786"/>
                  </a:lnTo>
                  <a:lnTo>
                    <a:pt x="194770" y="102922"/>
                  </a:lnTo>
                  <a:lnTo>
                    <a:pt x="199569" y="98781"/>
                  </a:lnTo>
                  <a:lnTo>
                    <a:pt x="204835" y="94237"/>
                  </a:lnTo>
                  <a:lnTo>
                    <a:pt x="209179" y="98961"/>
                  </a:lnTo>
                  <a:lnTo>
                    <a:pt x="201855" y="105739"/>
                  </a:lnTo>
                  <a:lnTo>
                    <a:pt x="202229" y="119363"/>
                  </a:lnTo>
                  <a:lnTo>
                    <a:pt x="202608" y="133125"/>
                  </a:lnTo>
                  <a:lnTo>
                    <a:pt x="202699" y="135806"/>
                  </a:lnTo>
                  <a:lnTo>
                    <a:pt x="202766" y="137746"/>
                  </a:lnTo>
                  <a:lnTo>
                    <a:pt x="203106" y="147691"/>
                  </a:lnTo>
                  <a:lnTo>
                    <a:pt x="203239" y="151582"/>
                  </a:lnTo>
                  <a:lnTo>
                    <a:pt x="203276" y="152682"/>
                  </a:lnTo>
                  <a:lnTo>
                    <a:pt x="203276" y="153284"/>
                  </a:lnTo>
                  <a:lnTo>
                    <a:pt x="203745" y="156289"/>
                  </a:lnTo>
                  <a:lnTo>
                    <a:pt x="203869" y="157085"/>
                  </a:lnTo>
                  <a:lnTo>
                    <a:pt x="205114" y="165066"/>
                  </a:lnTo>
                  <a:lnTo>
                    <a:pt x="205803" y="168388"/>
                  </a:lnTo>
                  <a:lnTo>
                    <a:pt x="208612" y="181934"/>
                  </a:lnTo>
                  <a:lnTo>
                    <a:pt x="190007" y="183457"/>
                  </a:lnTo>
                  <a:lnTo>
                    <a:pt x="190081" y="184551"/>
                  </a:lnTo>
                  <a:lnTo>
                    <a:pt x="190099" y="184859"/>
                  </a:lnTo>
                  <a:lnTo>
                    <a:pt x="190122" y="185238"/>
                  </a:lnTo>
                  <a:lnTo>
                    <a:pt x="190190" y="186360"/>
                  </a:lnTo>
                  <a:lnTo>
                    <a:pt x="190222" y="186892"/>
                  </a:lnTo>
                  <a:lnTo>
                    <a:pt x="190259" y="187501"/>
                  </a:lnTo>
                  <a:lnTo>
                    <a:pt x="190107" y="188404"/>
                  </a:lnTo>
                  <a:lnTo>
                    <a:pt x="190069" y="188630"/>
                  </a:lnTo>
                  <a:lnTo>
                    <a:pt x="189567" y="191621"/>
                  </a:lnTo>
                  <a:lnTo>
                    <a:pt x="195892" y="190767"/>
                  </a:lnTo>
                  <a:lnTo>
                    <a:pt x="196293" y="190880"/>
                  </a:lnTo>
                  <a:lnTo>
                    <a:pt x="196677" y="190989"/>
                  </a:lnTo>
                  <a:lnTo>
                    <a:pt x="197947" y="191450"/>
                  </a:lnTo>
                  <a:lnTo>
                    <a:pt x="198782" y="192133"/>
                  </a:lnTo>
                  <a:lnTo>
                    <a:pt x="199250" y="192776"/>
                  </a:lnTo>
                  <a:lnTo>
                    <a:pt x="196404" y="194270"/>
                  </a:lnTo>
                  <a:lnTo>
                    <a:pt x="191876" y="196648"/>
                  </a:lnTo>
                  <a:lnTo>
                    <a:pt x="186486" y="199477"/>
                  </a:lnTo>
                  <a:lnTo>
                    <a:pt x="183660" y="201001"/>
                  </a:lnTo>
                  <a:lnTo>
                    <a:pt x="180750" y="202569"/>
                  </a:lnTo>
                  <a:lnTo>
                    <a:pt x="180399" y="202759"/>
                  </a:lnTo>
                  <a:lnTo>
                    <a:pt x="177060" y="204935"/>
                  </a:lnTo>
                  <a:lnTo>
                    <a:pt x="176536" y="205277"/>
                  </a:lnTo>
                  <a:lnTo>
                    <a:pt x="174108" y="206859"/>
                  </a:lnTo>
                  <a:lnTo>
                    <a:pt x="174539" y="207491"/>
                  </a:lnTo>
                  <a:lnTo>
                    <a:pt x="168697" y="211656"/>
                  </a:lnTo>
                  <a:lnTo>
                    <a:pt x="166704" y="213077"/>
                  </a:lnTo>
                  <a:lnTo>
                    <a:pt x="159969" y="217879"/>
                  </a:lnTo>
                  <a:lnTo>
                    <a:pt x="159991" y="218313"/>
                  </a:lnTo>
                  <a:lnTo>
                    <a:pt x="160009" y="218670"/>
                  </a:lnTo>
                  <a:lnTo>
                    <a:pt x="160155" y="221550"/>
                  </a:lnTo>
                  <a:lnTo>
                    <a:pt x="160199" y="222411"/>
                  </a:lnTo>
                  <a:lnTo>
                    <a:pt x="160386" y="226120"/>
                  </a:lnTo>
                  <a:lnTo>
                    <a:pt x="160404" y="226463"/>
                  </a:lnTo>
                  <a:lnTo>
                    <a:pt x="160798" y="234243"/>
                  </a:lnTo>
                  <a:lnTo>
                    <a:pt x="160792" y="234511"/>
                  </a:lnTo>
                  <a:lnTo>
                    <a:pt x="160742" y="236577"/>
                  </a:lnTo>
                  <a:lnTo>
                    <a:pt x="159740" y="239167"/>
                  </a:lnTo>
                  <a:lnTo>
                    <a:pt x="158821" y="240391"/>
                  </a:lnTo>
                  <a:lnTo>
                    <a:pt x="158544" y="240598"/>
                  </a:lnTo>
                  <a:lnTo>
                    <a:pt x="157986" y="241017"/>
                  </a:lnTo>
                  <a:lnTo>
                    <a:pt x="157657" y="240963"/>
                  </a:lnTo>
                  <a:lnTo>
                    <a:pt x="155536" y="240618"/>
                  </a:lnTo>
                  <a:lnTo>
                    <a:pt x="154491" y="240282"/>
                  </a:lnTo>
                  <a:lnTo>
                    <a:pt x="153204" y="239867"/>
                  </a:lnTo>
                  <a:lnTo>
                    <a:pt x="152974" y="239793"/>
                  </a:lnTo>
                  <a:lnTo>
                    <a:pt x="150162" y="238455"/>
                  </a:lnTo>
                  <a:lnTo>
                    <a:pt x="146821" y="236554"/>
                  </a:lnTo>
                  <a:lnTo>
                    <a:pt x="146360" y="236291"/>
                  </a:lnTo>
                  <a:lnTo>
                    <a:pt x="144838" y="235425"/>
                  </a:lnTo>
                  <a:lnTo>
                    <a:pt x="140862" y="233162"/>
                  </a:lnTo>
                  <a:lnTo>
                    <a:pt x="140371" y="232776"/>
                  </a:lnTo>
                  <a:lnTo>
                    <a:pt x="139577" y="233736"/>
                  </a:lnTo>
                  <a:lnTo>
                    <a:pt x="138067" y="236061"/>
                  </a:lnTo>
                  <a:lnTo>
                    <a:pt x="137423" y="237054"/>
                  </a:lnTo>
                  <a:lnTo>
                    <a:pt x="134831" y="241044"/>
                  </a:lnTo>
                  <a:lnTo>
                    <a:pt x="129977" y="237864"/>
                  </a:lnTo>
                  <a:lnTo>
                    <a:pt x="127711" y="236380"/>
                  </a:lnTo>
                  <a:lnTo>
                    <a:pt x="127271" y="236092"/>
                  </a:lnTo>
                  <a:lnTo>
                    <a:pt x="121354" y="232216"/>
                  </a:lnTo>
                  <a:lnTo>
                    <a:pt x="120866" y="231896"/>
                  </a:lnTo>
                  <a:lnTo>
                    <a:pt x="120595" y="231719"/>
                  </a:lnTo>
                  <a:lnTo>
                    <a:pt x="115259" y="228184"/>
                  </a:lnTo>
                  <a:lnTo>
                    <a:pt x="114017" y="227362"/>
                  </a:lnTo>
                  <a:lnTo>
                    <a:pt x="113366" y="226930"/>
                  </a:lnTo>
                  <a:lnTo>
                    <a:pt x="112064" y="226068"/>
                  </a:lnTo>
                  <a:lnTo>
                    <a:pt x="111717" y="225847"/>
                  </a:lnTo>
                  <a:lnTo>
                    <a:pt x="110307" y="224951"/>
                  </a:lnTo>
                  <a:lnTo>
                    <a:pt x="110110" y="224826"/>
                  </a:lnTo>
                  <a:lnTo>
                    <a:pt x="105716" y="222031"/>
                  </a:lnTo>
                  <a:lnTo>
                    <a:pt x="105494" y="221890"/>
                  </a:lnTo>
                  <a:lnTo>
                    <a:pt x="103869" y="220769"/>
                  </a:lnTo>
                  <a:lnTo>
                    <a:pt x="103251" y="220342"/>
                  </a:lnTo>
                  <a:lnTo>
                    <a:pt x="102711" y="220008"/>
                  </a:lnTo>
                  <a:lnTo>
                    <a:pt x="94700" y="215054"/>
                  </a:lnTo>
                  <a:lnTo>
                    <a:pt x="92001" y="213290"/>
                  </a:lnTo>
                  <a:lnTo>
                    <a:pt x="91578" y="213013"/>
                  </a:lnTo>
                  <a:lnTo>
                    <a:pt x="91158" y="212739"/>
                  </a:lnTo>
                  <a:lnTo>
                    <a:pt x="90658" y="212412"/>
                  </a:lnTo>
                  <a:lnTo>
                    <a:pt x="82532" y="207469"/>
                  </a:lnTo>
                  <a:lnTo>
                    <a:pt x="81951" y="207116"/>
                  </a:lnTo>
                  <a:lnTo>
                    <a:pt x="81463" y="206819"/>
                  </a:lnTo>
                  <a:lnTo>
                    <a:pt x="80245" y="205755"/>
                  </a:lnTo>
                  <a:lnTo>
                    <a:pt x="79826" y="205416"/>
                  </a:lnTo>
                  <a:lnTo>
                    <a:pt x="79350" y="205030"/>
                  </a:lnTo>
                  <a:lnTo>
                    <a:pt x="77302" y="203370"/>
                  </a:lnTo>
                  <a:lnTo>
                    <a:pt x="69893" y="199498"/>
                  </a:lnTo>
                  <a:lnTo>
                    <a:pt x="69472" y="1992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3155210" y="3301211"/>
              <a:ext cx="166496" cy="158124"/>
            </a:xfrm>
            <a:custGeom>
              <a:avLst/>
              <a:pathLst>
                <a:path w="166496" h="158124">
                  <a:moveTo>
                    <a:pt x="144395" y="105199"/>
                  </a:moveTo>
                  <a:lnTo>
                    <a:pt x="166496" y="145620"/>
                  </a:lnTo>
                  <a:lnTo>
                    <a:pt x="164593" y="158124"/>
                  </a:lnTo>
                  <a:lnTo>
                    <a:pt x="157779" y="157945"/>
                  </a:lnTo>
                  <a:lnTo>
                    <a:pt x="149923" y="157738"/>
                  </a:lnTo>
                  <a:lnTo>
                    <a:pt x="146819" y="157656"/>
                  </a:lnTo>
                  <a:lnTo>
                    <a:pt x="138643" y="157441"/>
                  </a:lnTo>
                  <a:lnTo>
                    <a:pt x="120043" y="150952"/>
                  </a:lnTo>
                  <a:lnTo>
                    <a:pt x="115317" y="150060"/>
                  </a:lnTo>
                  <a:lnTo>
                    <a:pt x="107632" y="151483"/>
                  </a:lnTo>
                  <a:lnTo>
                    <a:pt x="104013" y="149206"/>
                  </a:lnTo>
                  <a:lnTo>
                    <a:pt x="96718" y="143844"/>
                  </a:lnTo>
                  <a:lnTo>
                    <a:pt x="92600" y="141151"/>
                  </a:lnTo>
                  <a:lnTo>
                    <a:pt x="93240" y="138597"/>
                  </a:lnTo>
                  <a:lnTo>
                    <a:pt x="92799" y="138428"/>
                  </a:lnTo>
                  <a:lnTo>
                    <a:pt x="92021" y="138129"/>
                  </a:lnTo>
                  <a:lnTo>
                    <a:pt x="87600" y="136432"/>
                  </a:lnTo>
                  <a:lnTo>
                    <a:pt x="84427" y="135214"/>
                  </a:lnTo>
                  <a:lnTo>
                    <a:pt x="84194" y="135124"/>
                  </a:lnTo>
                  <a:lnTo>
                    <a:pt x="82858" y="134612"/>
                  </a:lnTo>
                  <a:lnTo>
                    <a:pt x="82193" y="134470"/>
                  </a:lnTo>
                  <a:lnTo>
                    <a:pt x="77354" y="133440"/>
                  </a:lnTo>
                  <a:lnTo>
                    <a:pt x="76431" y="133294"/>
                  </a:lnTo>
                  <a:lnTo>
                    <a:pt x="75531" y="133152"/>
                  </a:lnTo>
                  <a:lnTo>
                    <a:pt x="72163" y="132621"/>
                  </a:lnTo>
                  <a:lnTo>
                    <a:pt x="70294" y="132327"/>
                  </a:lnTo>
                  <a:lnTo>
                    <a:pt x="68021" y="132514"/>
                  </a:lnTo>
                  <a:lnTo>
                    <a:pt x="67019" y="125057"/>
                  </a:lnTo>
                  <a:lnTo>
                    <a:pt x="62647" y="124296"/>
                  </a:lnTo>
                  <a:lnTo>
                    <a:pt x="59535" y="123936"/>
                  </a:lnTo>
                  <a:lnTo>
                    <a:pt x="47818" y="122378"/>
                  </a:lnTo>
                  <a:lnTo>
                    <a:pt x="47827" y="121230"/>
                  </a:lnTo>
                  <a:lnTo>
                    <a:pt x="44465" y="118438"/>
                  </a:lnTo>
                  <a:lnTo>
                    <a:pt x="43831" y="117763"/>
                  </a:lnTo>
                  <a:lnTo>
                    <a:pt x="42002" y="115815"/>
                  </a:lnTo>
                  <a:lnTo>
                    <a:pt x="41320" y="115089"/>
                  </a:lnTo>
                  <a:lnTo>
                    <a:pt x="40338" y="114348"/>
                  </a:lnTo>
                  <a:lnTo>
                    <a:pt x="37777" y="112381"/>
                  </a:lnTo>
                  <a:lnTo>
                    <a:pt x="36903" y="111249"/>
                  </a:lnTo>
                  <a:lnTo>
                    <a:pt x="34476" y="108109"/>
                  </a:lnTo>
                  <a:lnTo>
                    <a:pt x="32948" y="106131"/>
                  </a:lnTo>
                  <a:lnTo>
                    <a:pt x="31117" y="103440"/>
                  </a:lnTo>
                  <a:lnTo>
                    <a:pt x="31310" y="103268"/>
                  </a:lnTo>
                  <a:lnTo>
                    <a:pt x="34476" y="100435"/>
                  </a:lnTo>
                  <a:lnTo>
                    <a:pt x="34822" y="100126"/>
                  </a:lnTo>
                  <a:lnTo>
                    <a:pt x="37361" y="97855"/>
                  </a:lnTo>
                  <a:lnTo>
                    <a:pt x="37652" y="97481"/>
                  </a:lnTo>
                  <a:lnTo>
                    <a:pt x="36560" y="95819"/>
                  </a:lnTo>
                  <a:lnTo>
                    <a:pt x="36234" y="95323"/>
                  </a:lnTo>
                  <a:lnTo>
                    <a:pt x="35294" y="93891"/>
                  </a:lnTo>
                  <a:lnTo>
                    <a:pt x="34476" y="93087"/>
                  </a:lnTo>
                  <a:lnTo>
                    <a:pt x="33414" y="92042"/>
                  </a:lnTo>
                  <a:lnTo>
                    <a:pt x="33041" y="91105"/>
                  </a:lnTo>
                  <a:lnTo>
                    <a:pt x="32774" y="90435"/>
                  </a:lnTo>
                  <a:lnTo>
                    <a:pt x="31883" y="88199"/>
                  </a:lnTo>
                  <a:lnTo>
                    <a:pt x="26917" y="85749"/>
                  </a:lnTo>
                  <a:lnTo>
                    <a:pt x="25850" y="83942"/>
                  </a:lnTo>
                  <a:lnTo>
                    <a:pt x="23399" y="79795"/>
                  </a:lnTo>
                  <a:lnTo>
                    <a:pt x="22499" y="78017"/>
                  </a:lnTo>
                  <a:lnTo>
                    <a:pt x="22122" y="77272"/>
                  </a:lnTo>
                  <a:lnTo>
                    <a:pt x="20346" y="73762"/>
                  </a:lnTo>
                  <a:lnTo>
                    <a:pt x="19371" y="72139"/>
                  </a:lnTo>
                  <a:lnTo>
                    <a:pt x="15903" y="66369"/>
                  </a:lnTo>
                  <a:lnTo>
                    <a:pt x="15793" y="66187"/>
                  </a:lnTo>
                  <a:lnTo>
                    <a:pt x="12126" y="59892"/>
                  </a:lnTo>
                  <a:lnTo>
                    <a:pt x="11815" y="59357"/>
                  </a:lnTo>
                  <a:lnTo>
                    <a:pt x="7901" y="52640"/>
                  </a:lnTo>
                  <a:lnTo>
                    <a:pt x="6255" y="49815"/>
                  </a:lnTo>
                  <a:lnTo>
                    <a:pt x="5535" y="48578"/>
                  </a:lnTo>
                  <a:lnTo>
                    <a:pt x="5365" y="48287"/>
                  </a:lnTo>
                  <a:lnTo>
                    <a:pt x="4415" y="46368"/>
                  </a:lnTo>
                  <a:lnTo>
                    <a:pt x="3888" y="45302"/>
                  </a:lnTo>
                  <a:lnTo>
                    <a:pt x="2406" y="42307"/>
                  </a:lnTo>
                  <a:lnTo>
                    <a:pt x="2302" y="42097"/>
                  </a:lnTo>
                  <a:lnTo>
                    <a:pt x="1854" y="40890"/>
                  </a:lnTo>
                  <a:lnTo>
                    <a:pt x="875" y="38252"/>
                  </a:lnTo>
                  <a:lnTo>
                    <a:pt x="418" y="37022"/>
                  </a:lnTo>
                  <a:lnTo>
                    <a:pt x="0" y="35781"/>
                  </a:lnTo>
                  <a:lnTo>
                    <a:pt x="881" y="34458"/>
                  </a:lnTo>
                  <a:lnTo>
                    <a:pt x="1791" y="33110"/>
                  </a:lnTo>
                  <a:lnTo>
                    <a:pt x="5214" y="28039"/>
                  </a:lnTo>
                  <a:lnTo>
                    <a:pt x="10955" y="19536"/>
                  </a:lnTo>
                  <a:lnTo>
                    <a:pt x="11591" y="18595"/>
                  </a:lnTo>
                  <a:lnTo>
                    <a:pt x="13753" y="15393"/>
                  </a:lnTo>
                  <a:lnTo>
                    <a:pt x="24035" y="163"/>
                  </a:lnTo>
                  <a:lnTo>
                    <a:pt x="24146" y="0"/>
                  </a:lnTo>
                  <a:lnTo>
                    <a:pt x="27785" y="2581"/>
                  </a:lnTo>
                  <a:lnTo>
                    <a:pt x="34160" y="7103"/>
                  </a:lnTo>
                  <a:lnTo>
                    <a:pt x="34330" y="7220"/>
                  </a:lnTo>
                  <a:lnTo>
                    <a:pt x="38710" y="10222"/>
                  </a:lnTo>
                  <a:lnTo>
                    <a:pt x="39122" y="10504"/>
                  </a:lnTo>
                  <a:lnTo>
                    <a:pt x="44806" y="14401"/>
                  </a:lnTo>
                  <a:lnTo>
                    <a:pt x="45455" y="14845"/>
                  </a:lnTo>
                  <a:lnTo>
                    <a:pt x="51512" y="18997"/>
                  </a:lnTo>
                  <a:lnTo>
                    <a:pt x="52185" y="19459"/>
                  </a:lnTo>
                  <a:lnTo>
                    <a:pt x="52438" y="19632"/>
                  </a:lnTo>
                  <a:lnTo>
                    <a:pt x="63770" y="27400"/>
                  </a:lnTo>
                  <a:lnTo>
                    <a:pt x="64142" y="27655"/>
                  </a:lnTo>
                  <a:lnTo>
                    <a:pt x="66168" y="29044"/>
                  </a:lnTo>
                  <a:lnTo>
                    <a:pt x="67481" y="30037"/>
                  </a:lnTo>
                  <a:lnTo>
                    <a:pt x="68363" y="30704"/>
                  </a:lnTo>
                  <a:lnTo>
                    <a:pt x="71718" y="33243"/>
                  </a:lnTo>
                  <a:lnTo>
                    <a:pt x="74430" y="35620"/>
                  </a:lnTo>
                  <a:lnTo>
                    <a:pt x="75370" y="36135"/>
                  </a:lnTo>
                  <a:lnTo>
                    <a:pt x="77515" y="37310"/>
                  </a:lnTo>
                  <a:lnTo>
                    <a:pt x="78796" y="38011"/>
                  </a:lnTo>
                  <a:lnTo>
                    <a:pt x="83641" y="41159"/>
                  </a:lnTo>
                  <a:lnTo>
                    <a:pt x="84797" y="42073"/>
                  </a:lnTo>
                  <a:lnTo>
                    <a:pt x="84928" y="42176"/>
                  </a:lnTo>
                  <a:lnTo>
                    <a:pt x="91963" y="45915"/>
                  </a:lnTo>
                  <a:lnTo>
                    <a:pt x="92887" y="46406"/>
                  </a:lnTo>
                  <a:lnTo>
                    <a:pt x="92823" y="50324"/>
                  </a:lnTo>
                  <a:lnTo>
                    <a:pt x="93333" y="50339"/>
                  </a:lnTo>
                  <a:lnTo>
                    <a:pt x="93771" y="50351"/>
                  </a:lnTo>
                  <a:lnTo>
                    <a:pt x="99230" y="51181"/>
                  </a:lnTo>
                  <a:lnTo>
                    <a:pt x="99274" y="51599"/>
                  </a:lnTo>
                  <a:lnTo>
                    <a:pt x="99415" y="52914"/>
                  </a:lnTo>
                  <a:lnTo>
                    <a:pt x="102115" y="53874"/>
                  </a:lnTo>
                  <a:lnTo>
                    <a:pt x="103533" y="54378"/>
                  </a:lnTo>
                  <a:lnTo>
                    <a:pt x="104408" y="54689"/>
                  </a:lnTo>
                  <a:lnTo>
                    <a:pt x="109571" y="56625"/>
                  </a:lnTo>
                  <a:lnTo>
                    <a:pt x="110194" y="58696"/>
                  </a:lnTo>
                  <a:lnTo>
                    <a:pt x="110829" y="61430"/>
                  </a:lnTo>
                  <a:lnTo>
                    <a:pt x="125200" y="62715"/>
                  </a:lnTo>
                  <a:lnTo>
                    <a:pt x="127439" y="62915"/>
                  </a:lnTo>
                  <a:lnTo>
                    <a:pt x="127411" y="76739"/>
                  </a:lnTo>
                  <a:lnTo>
                    <a:pt x="122120" y="81293"/>
                  </a:lnTo>
                  <a:lnTo>
                    <a:pt x="121424" y="85562"/>
                  </a:lnTo>
                  <a:lnTo>
                    <a:pt x="122677" y="89689"/>
                  </a:lnTo>
                  <a:lnTo>
                    <a:pt x="129081" y="92819"/>
                  </a:lnTo>
                  <a:lnTo>
                    <a:pt x="132005" y="989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2932013" y="3510794"/>
              <a:ext cx="193507" cy="155551"/>
            </a:xfrm>
            <a:custGeom>
              <a:avLst/>
              <a:pathLst>
                <a:path w="193507" h="155551">
                  <a:moveTo>
                    <a:pt x="36907" y="10662"/>
                  </a:moveTo>
                  <a:lnTo>
                    <a:pt x="36965" y="10929"/>
                  </a:lnTo>
                  <a:lnTo>
                    <a:pt x="39656" y="10450"/>
                  </a:lnTo>
                  <a:lnTo>
                    <a:pt x="39592" y="9944"/>
                  </a:lnTo>
                  <a:lnTo>
                    <a:pt x="39422" y="8606"/>
                  </a:lnTo>
                  <a:lnTo>
                    <a:pt x="39827" y="8522"/>
                  </a:lnTo>
                  <a:lnTo>
                    <a:pt x="43365" y="7788"/>
                  </a:lnTo>
                  <a:lnTo>
                    <a:pt x="44375" y="9790"/>
                  </a:lnTo>
                  <a:lnTo>
                    <a:pt x="44492" y="10021"/>
                  </a:lnTo>
                  <a:lnTo>
                    <a:pt x="46739" y="14474"/>
                  </a:lnTo>
                  <a:lnTo>
                    <a:pt x="45089" y="16939"/>
                  </a:lnTo>
                  <a:lnTo>
                    <a:pt x="45248" y="17446"/>
                  </a:lnTo>
                  <a:lnTo>
                    <a:pt x="45690" y="18855"/>
                  </a:lnTo>
                  <a:lnTo>
                    <a:pt x="46236" y="21473"/>
                  </a:lnTo>
                  <a:lnTo>
                    <a:pt x="46391" y="22471"/>
                  </a:lnTo>
                  <a:lnTo>
                    <a:pt x="50608" y="24099"/>
                  </a:lnTo>
                  <a:lnTo>
                    <a:pt x="53009" y="24696"/>
                  </a:lnTo>
                  <a:lnTo>
                    <a:pt x="54449" y="24803"/>
                  </a:lnTo>
                  <a:lnTo>
                    <a:pt x="56739" y="24973"/>
                  </a:lnTo>
                  <a:lnTo>
                    <a:pt x="57888" y="25059"/>
                  </a:lnTo>
                  <a:lnTo>
                    <a:pt x="61320" y="31504"/>
                  </a:lnTo>
                  <a:lnTo>
                    <a:pt x="61787" y="33826"/>
                  </a:lnTo>
                  <a:lnTo>
                    <a:pt x="61830" y="35223"/>
                  </a:lnTo>
                  <a:lnTo>
                    <a:pt x="63768" y="35770"/>
                  </a:lnTo>
                  <a:lnTo>
                    <a:pt x="69557" y="35500"/>
                  </a:lnTo>
                  <a:lnTo>
                    <a:pt x="71966" y="35388"/>
                  </a:lnTo>
                  <a:lnTo>
                    <a:pt x="73237" y="35329"/>
                  </a:lnTo>
                  <a:lnTo>
                    <a:pt x="76718" y="35727"/>
                  </a:lnTo>
                  <a:lnTo>
                    <a:pt x="77879" y="35985"/>
                  </a:lnTo>
                  <a:lnTo>
                    <a:pt x="81533" y="36797"/>
                  </a:lnTo>
                  <a:lnTo>
                    <a:pt x="84064" y="37253"/>
                  </a:lnTo>
                  <a:lnTo>
                    <a:pt x="87171" y="38173"/>
                  </a:lnTo>
                  <a:lnTo>
                    <a:pt x="87764" y="38348"/>
                  </a:lnTo>
                  <a:lnTo>
                    <a:pt x="89752" y="38468"/>
                  </a:lnTo>
                  <a:lnTo>
                    <a:pt x="90629" y="38574"/>
                  </a:lnTo>
                  <a:lnTo>
                    <a:pt x="93480" y="38918"/>
                  </a:lnTo>
                  <a:lnTo>
                    <a:pt x="95393" y="39149"/>
                  </a:lnTo>
                  <a:lnTo>
                    <a:pt x="96401" y="39270"/>
                  </a:lnTo>
                  <a:lnTo>
                    <a:pt x="97821" y="39288"/>
                  </a:lnTo>
                  <a:lnTo>
                    <a:pt x="98312" y="39294"/>
                  </a:lnTo>
                  <a:lnTo>
                    <a:pt x="98160" y="40738"/>
                  </a:lnTo>
                  <a:lnTo>
                    <a:pt x="98550" y="41495"/>
                  </a:lnTo>
                  <a:lnTo>
                    <a:pt x="99858" y="43174"/>
                  </a:lnTo>
                  <a:lnTo>
                    <a:pt x="100121" y="43475"/>
                  </a:lnTo>
                  <a:lnTo>
                    <a:pt x="101445" y="44995"/>
                  </a:lnTo>
                  <a:lnTo>
                    <a:pt x="104435" y="47756"/>
                  </a:lnTo>
                  <a:lnTo>
                    <a:pt x="106350" y="47790"/>
                  </a:lnTo>
                  <a:lnTo>
                    <a:pt x="107452" y="46663"/>
                  </a:lnTo>
                  <a:lnTo>
                    <a:pt x="109123" y="45672"/>
                  </a:lnTo>
                  <a:lnTo>
                    <a:pt x="110727" y="45741"/>
                  </a:lnTo>
                  <a:lnTo>
                    <a:pt x="111927" y="46274"/>
                  </a:lnTo>
                  <a:lnTo>
                    <a:pt x="114588" y="47826"/>
                  </a:lnTo>
                  <a:lnTo>
                    <a:pt x="117382" y="45861"/>
                  </a:lnTo>
                  <a:lnTo>
                    <a:pt x="118963" y="44330"/>
                  </a:lnTo>
                  <a:lnTo>
                    <a:pt x="120098" y="43208"/>
                  </a:lnTo>
                  <a:lnTo>
                    <a:pt x="123410" y="39931"/>
                  </a:lnTo>
                  <a:lnTo>
                    <a:pt x="126406" y="40791"/>
                  </a:lnTo>
                  <a:lnTo>
                    <a:pt x="129069" y="44489"/>
                  </a:lnTo>
                  <a:lnTo>
                    <a:pt x="129994" y="45773"/>
                  </a:lnTo>
                  <a:lnTo>
                    <a:pt x="134532" y="43297"/>
                  </a:lnTo>
                  <a:lnTo>
                    <a:pt x="135010" y="43598"/>
                  </a:lnTo>
                  <a:lnTo>
                    <a:pt x="137175" y="44963"/>
                  </a:lnTo>
                  <a:lnTo>
                    <a:pt x="137512" y="45175"/>
                  </a:lnTo>
                  <a:lnTo>
                    <a:pt x="137868" y="45402"/>
                  </a:lnTo>
                  <a:lnTo>
                    <a:pt x="140119" y="46834"/>
                  </a:lnTo>
                  <a:lnTo>
                    <a:pt x="140667" y="47196"/>
                  </a:lnTo>
                  <a:lnTo>
                    <a:pt x="141242" y="47825"/>
                  </a:lnTo>
                  <a:lnTo>
                    <a:pt x="143790" y="50611"/>
                  </a:lnTo>
                  <a:lnTo>
                    <a:pt x="145544" y="52528"/>
                  </a:lnTo>
                  <a:lnTo>
                    <a:pt x="146530" y="53606"/>
                  </a:lnTo>
                  <a:lnTo>
                    <a:pt x="149706" y="57077"/>
                  </a:lnTo>
                  <a:lnTo>
                    <a:pt x="152119" y="59715"/>
                  </a:lnTo>
                  <a:lnTo>
                    <a:pt x="159786" y="66694"/>
                  </a:lnTo>
                  <a:lnTo>
                    <a:pt x="161327" y="68097"/>
                  </a:lnTo>
                  <a:lnTo>
                    <a:pt x="174124" y="79112"/>
                  </a:lnTo>
                  <a:lnTo>
                    <a:pt x="173374" y="79569"/>
                  </a:lnTo>
                  <a:lnTo>
                    <a:pt x="173200" y="79675"/>
                  </a:lnTo>
                  <a:lnTo>
                    <a:pt x="171161" y="81264"/>
                  </a:lnTo>
                  <a:lnTo>
                    <a:pt x="170398" y="82490"/>
                  </a:lnTo>
                  <a:lnTo>
                    <a:pt x="169873" y="83539"/>
                  </a:lnTo>
                  <a:lnTo>
                    <a:pt x="169728" y="83829"/>
                  </a:lnTo>
                  <a:lnTo>
                    <a:pt x="169331" y="84623"/>
                  </a:lnTo>
                  <a:lnTo>
                    <a:pt x="168248" y="85883"/>
                  </a:lnTo>
                  <a:lnTo>
                    <a:pt x="166439" y="87155"/>
                  </a:lnTo>
                  <a:lnTo>
                    <a:pt x="164046" y="88565"/>
                  </a:lnTo>
                  <a:lnTo>
                    <a:pt x="163718" y="88812"/>
                  </a:lnTo>
                  <a:lnTo>
                    <a:pt x="162686" y="93154"/>
                  </a:lnTo>
                  <a:lnTo>
                    <a:pt x="162103" y="95606"/>
                  </a:lnTo>
                  <a:lnTo>
                    <a:pt x="160365" y="101573"/>
                  </a:lnTo>
                  <a:lnTo>
                    <a:pt x="160699" y="102313"/>
                  </a:lnTo>
                  <a:lnTo>
                    <a:pt x="163296" y="104366"/>
                  </a:lnTo>
                  <a:lnTo>
                    <a:pt x="166448" y="106961"/>
                  </a:lnTo>
                  <a:lnTo>
                    <a:pt x="169603" y="109984"/>
                  </a:lnTo>
                  <a:lnTo>
                    <a:pt x="173607" y="114263"/>
                  </a:lnTo>
                  <a:lnTo>
                    <a:pt x="177744" y="118587"/>
                  </a:lnTo>
                  <a:lnTo>
                    <a:pt x="180743" y="121814"/>
                  </a:lnTo>
                  <a:lnTo>
                    <a:pt x="182158" y="123334"/>
                  </a:lnTo>
                  <a:lnTo>
                    <a:pt x="183510" y="124785"/>
                  </a:lnTo>
                  <a:lnTo>
                    <a:pt x="185081" y="126221"/>
                  </a:lnTo>
                  <a:lnTo>
                    <a:pt x="187115" y="127809"/>
                  </a:lnTo>
                  <a:lnTo>
                    <a:pt x="189286" y="129451"/>
                  </a:lnTo>
                  <a:lnTo>
                    <a:pt x="191222" y="131132"/>
                  </a:lnTo>
                  <a:lnTo>
                    <a:pt x="192308" y="132498"/>
                  </a:lnTo>
                  <a:lnTo>
                    <a:pt x="192881" y="133656"/>
                  </a:lnTo>
                  <a:lnTo>
                    <a:pt x="193507" y="134212"/>
                  </a:lnTo>
                  <a:lnTo>
                    <a:pt x="193395" y="134697"/>
                  </a:lnTo>
                  <a:lnTo>
                    <a:pt x="192787" y="137317"/>
                  </a:lnTo>
                  <a:lnTo>
                    <a:pt x="192179" y="139404"/>
                  </a:lnTo>
                  <a:lnTo>
                    <a:pt x="191955" y="140172"/>
                  </a:lnTo>
                  <a:lnTo>
                    <a:pt x="191813" y="140660"/>
                  </a:lnTo>
                  <a:lnTo>
                    <a:pt x="191168" y="141283"/>
                  </a:lnTo>
                  <a:lnTo>
                    <a:pt x="190938" y="141506"/>
                  </a:lnTo>
                  <a:lnTo>
                    <a:pt x="187819" y="144524"/>
                  </a:lnTo>
                  <a:lnTo>
                    <a:pt x="187175" y="145112"/>
                  </a:lnTo>
                  <a:lnTo>
                    <a:pt x="184388" y="145711"/>
                  </a:lnTo>
                  <a:lnTo>
                    <a:pt x="177925" y="149460"/>
                  </a:lnTo>
                  <a:lnTo>
                    <a:pt x="173359" y="152250"/>
                  </a:lnTo>
                  <a:lnTo>
                    <a:pt x="171020" y="155551"/>
                  </a:lnTo>
                  <a:lnTo>
                    <a:pt x="171090" y="146425"/>
                  </a:lnTo>
                  <a:lnTo>
                    <a:pt x="170255" y="143009"/>
                  </a:lnTo>
                  <a:lnTo>
                    <a:pt x="168919" y="139424"/>
                  </a:lnTo>
                  <a:lnTo>
                    <a:pt x="167916" y="134642"/>
                  </a:lnTo>
                  <a:lnTo>
                    <a:pt x="167985" y="129737"/>
                  </a:lnTo>
                  <a:lnTo>
                    <a:pt x="167159" y="128098"/>
                  </a:lnTo>
                  <a:lnTo>
                    <a:pt x="163873" y="123032"/>
                  </a:lnTo>
                  <a:lnTo>
                    <a:pt x="162425" y="121552"/>
                  </a:lnTo>
                  <a:lnTo>
                    <a:pt x="155799" y="118536"/>
                  </a:lnTo>
                  <a:lnTo>
                    <a:pt x="152847" y="118308"/>
                  </a:lnTo>
                  <a:lnTo>
                    <a:pt x="151520" y="118308"/>
                  </a:lnTo>
                  <a:lnTo>
                    <a:pt x="149673" y="118308"/>
                  </a:lnTo>
                  <a:lnTo>
                    <a:pt x="148281" y="117853"/>
                  </a:lnTo>
                  <a:lnTo>
                    <a:pt x="147947" y="116543"/>
                  </a:lnTo>
                  <a:lnTo>
                    <a:pt x="147835" y="115007"/>
                  </a:lnTo>
                  <a:lnTo>
                    <a:pt x="147780" y="111933"/>
                  </a:lnTo>
                  <a:lnTo>
                    <a:pt x="147167" y="110282"/>
                  </a:lnTo>
                  <a:lnTo>
                    <a:pt x="144995" y="108745"/>
                  </a:lnTo>
                  <a:lnTo>
                    <a:pt x="143492" y="107835"/>
                  </a:lnTo>
                  <a:lnTo>
                    <a:pt x="142267" y="106525"/>
                  </a:lnTo>
                  <a:lnTo>
                    <a:pt x="141877" y="104818"/>
                  </a:lnTo>
                  <a:lnTo>
                    <a:pt x="141079" y="102078"/>
                  </a:lnTo>
                  <a:lnTo>
                    <a:pt x="139928" y="99297"/>
                  </a:lnTo>
                  <a:lnTo>
                    <a:pt x="139371" y="97077"/>
                  </a:lnTo>
                  <a:lnTo>
                    <a:pt x="139371" y="95654"/>
                  </a:lnTo>
                  <a:lnTo>
                    <a:pt x="140373" y="94572"/>
                  </a:lnTo>
                  <a:lnTo>
                    <a:pt x="141554" y="93796"/>
                  </a:lnTo>
                  <a:lnTo>
                    <a:pt x="137673" y="85181"/>
                  </a:lnTo>
                  <a:lnTo>
                    <a:pt x="137429" y="84814"/>
                  </a:lnTo>
                  <a:lnTo>
                    <a:pt x="131273" y="87982"/>
                  </a:lnTo>
                  <a:lnTo>
                    <a:pt x="130208" y="88712"/>
                  </a:lnTo>
                  <a:lnTo>
                    <a:pt x="127353" y="90669"/>
                  </a:lnTo>
                  <a:lnTo>
                    <a:pt x="124567" y="93196"/>
                  </a:lnTo>
                  <a:lnTo>
                    <a:pt x="124343" y="94001"/>
                  </a:lnTo>
                  <a:lnTo>
                    <a:pt x="124083" y="94937"/>
                  </a:lnTo>
                  <a:lnTo>
                    <a:pt x="123774" y="97459"/>
                  </a:lnTo>
                  <a:lnTo>
                    <a:pt x="122977" y="98771"/>
                  </a:lnTo>
                  <a:lnTo>
                    <a:pt x="122404" y="99713"/>
                  </a:lnTo>
                  <a:lnTo>
                    <a:pt x="120700" y="100824"/>
                  </a:lnTo>
                  <a:lnTo>
                    <a:pt x="121135" y="103675"/>
                  </a:lnTo>
                  <a:lnTo>
                    <a:pt x="121562" y="104827"/>
                  </a:lnTo>
                  <a:lnTo>
                    <a:pt x="121988" y="105961"/>
                  </a:lnTo>
                  <a:lnTo>
                    <a:pt x="122739" y="107329"/>
                  </a:lnTo>
                  <a:lnTo>
                    <a:pt x="123603" y="108484"/>
                  </a:lnTo>
                  <a:lnTo>
                    <a:pt x="121452" y="108551"/>
                  </a:lnTo>
                  <a:lnTo>
                    <a:pt x="119636" y="108608"/>
                  </a:lnTo>
                  <a:lnTo>
                    <a:pt x="115232" y="108746"/>
                  </a:lnTo>
                  <a:lnTo>
                    <a:pt x="111849" y="108852"/>
                  </a:lnTo>
                  <a:lnTo>
                    <a:pt x="110786" y="108870"/>
                  </a:lnTo>
                  <a:lnTo>
                    <a:pt x="109067" y="108924"/>
                  </a:lnTo>
                  <a:lnTo>
                    <a:pt x="107599" y="108970"/>
                  </a:lnTo>
                  <a:lnTo>
                    <a:pt x="107430" y="108973"/>
                  </a:lnTo>
                  <a:lnTo>
                    <a:pt x="100633" y="109121"/>
                  </a:lnTo>
                  <a:lnTo>
                    <a:pt x="99678" y="109142"/>
                  </a:lnTo>
                  <a:lnTo>
                    <a:pt x="97683" y="109185"/>
                  </a:lnTo>
                  <a:lnTo>
                    <a:pt x="97689" y="108168"/>
                  </a:lnTo>
                  <a:lnTo>
                    <a:pt x="97687" y="108033"/>
                  </a:lnTo>
                  <a:lnTo>
                    <a:pt x="93597" y="107716"/>
                  </a:lnTo>
                  <a:lnTo>
                    <a:pt x="89313" y="107384"/>
                  </a:lnTo>
                  <a:lnTo>
                    <a:pt x="89352" y="104339"/>
                  </a:lnTo>
                  <a:lnTo>
                    <a:pt x="89555" y="102535"/>
                  </a:lnTo>
                  <a:lnTo>
                    <a:pt x="89758" y="100737"/>
                  </a:lnTo>
                  <a:lnTo>
                    <a:pt x="85182" y="99436"/>
                  </a:lnTo>
                  <a:lnTo>
                    <a:pt x="82618" y="100401"/>
                  </a:lnTo>
                  <a:lnTo>
                    <a:pt x="80441" y="101184"/>
                  </a:lnTo>
                  <a:lnTo>
                    <a:pt x="78435" y="101904"/>
                  </a:lnTo>
                  <a:lnTo>
                    <a:pt x="73140" y="102528"/>
                  </a:lnTo>
                  <a:lnTo>
                    <a:pt x="71028" y="102777"/>
                  </a:lnTo>
                  <a:lnTo>
                    <a:pt x="70351" y="103248"/>
                  </a:lnTo>
                  <a:lnTo>
                    <a:pt x="69995" y="103495"/>
                  </a:lnTo>
                  <a:lnTo>
                    <a:pt x="69387" y="103918"/>
                  </a:lnTo>
                  <a:lnTo>
                    <a:pt x="69121" y="104087"/>
                  </a:lnTo>
                  <a:lnTo>
                    <a:pt x="67432" y="99274"/>
                  </a:lnTo>
                  <a:lnTo>
                    <a:pt x="67382" y="99130"/>
                  </a:lnTo>
                  <a:lnTo>
                    <a:pt x="66619" y="97234"/>
                  </a:lnTo>
                  <a:lnTo>
                    <a:pt x="66099" y="95939"/>
                  </a:lnTo>
                  <a:lnTo>
                    <a:pt x="65957" y="95585"/>
                  </a:lnTo>
                  <a:lnTo>
                    <a:pt x="66489" y="94652"/>
                  </a:lnTo>
                  <a:lnTo>
                    <a:pt x="66111" y="89981"/>
                  </a:lnTo>
                  <a:lnTo>
                    <a:pt x="65790" y="86012"/>
                  </a:lnTo>
                  <a:lnTo>
                    <a:pt x="62273" y="85530"/>
                  </a:lnTo>
                  <a:lnTo>
                    <a:pt x="60229" y="85250"/>
                  </a:lnTo>
                  <a:lnTo>
                    <a:pt x="56857" y="84788"/>
                  </a:lnTo>
                  <a:lnTo>
                    <a:pt x="56234" y="84703"/>
                  </a:lnTo>
                  <a:lnTo>
                    <a:pt x="51762" y="88855"/>
                  </a:lnTo>
                  <a:lnTo>
                    <a:pt x="50840" y="89691"/>
                  </a:lnTo>
                  <a:lnTo>
                    <a:pt x="50449" y="90047"/>
                  </a:lnTo>
                  <a:lnTo>
                    <a:pt x="49654" y="88487"/>
                  </a:lnTo>
                  <a:lnTo>
                    <a:pt x="47353" y="84809"/>
                  </a:lnTo>
                  <a:lnTo>
                    <a:pt x="46896" y="84478"/>
                  </a:lnTo>
                  <a:lnTo>
                    <a:pt x="45649" y="83572"/>
                  </a:lnTo>
                  <a:lnTo>
                    <a:pt x="45412" y="83401"/>
                  </a:lnTo>
                  <a:lnTo>
                    <a:pt x="44826" y="82976"/>
                  </a:lnTo>
                  <a:lnTo>
                    <a:pt x="44124" y="82509"/>
                  </a:lnTo>
                  <a:lnTo>
                    <a:pt x="39994" y="79919"/>
                  </a:lnTo>
                  <a:lnTo>
                    <a:pt x="39013" y="79304"/>
                  </a:lnTo>
                  <a:lnTo>
                    <a:pt x="38188" y="78787"/>
                  </a:lnTo>
                  <a:lnTo>
                    <a:pt x="32672" y="75177"/>
                  </a:lnTo>
                  <a:lnTo>
                    <a:pt x="32326" y="74950"/>
                  </a:lnTo>
                  <a:lnTo>
                    <a:pt x="31928" y="74690"/>
                  </a:lnTo>
                  <a:lnTo>
                    <a:pt x="31458" y="74382"/>
                  </a:lnTo>
                  <a:lnTo>
                    <a:pt x="25986" y="70603"/>
                  </a:lnTo>
                  <a:lnTo>
                    <a:pt x="19680" y="66248"/>
                  </a:lnTo>
                  <a:lnTo>
                    <a:pt x="13113" y="61713"/>
                  </a:lnTo>
                  <a:lnTo>
                    <a:pt x="8978" y="58857"/>
                  </a:lnTo>
                  <a:lnTo>
                    <a:pt x="8960" y="58730"/>
                  </a:lnTo>
                  <a:lnTo>
                    <a:pt x="8815" y="57727"/>
                  </a:lnTo>
                  <a:lnTo>
                    <a:pt x="8239" y="53742"/>
                  </a:lnTo>
                  <a:lnTo>
                    <a:pt x="7223" y="46708"/>
                  </a:lnTo>
                  <a:lnTo>
                    <a:pt x="6574" y="40797"/>
                  </a:lnTo>
                  <a:lnTo>
                    <a:pt x="5863" y="40280"/>
                  </a:lnTo>
                  <a:lnTo>
                    <a:pt x="1082" y="36806"/>
                  </a:lnTo>
                  <a:lnTo>
                    <a:pt x="0" y="36020"/>
                  </a:lnTo>
                  <a:lnTo>
                    <a:pt x="1394" y="34033"/>
                  </a:lnTo>
                  <a:lnTo>
                    <a:pt x="4327" y="29854"/>
                  </a:lnTo>
                  <a:lnTo>
                    <a:pt x="5125" y="27760"/>
                  </a:lnTo>
                  <a:lnTo>
                    <a:pt x="5658" y="26364"/>
                  </a:lnTo>
                  <a:lnTo>
                    <a:pt x="5864" y="25824"/>
                  </a:lnTo>
                  <a:lnTo>
                    <a:pt x="6499" y="24424"/>
                  </a:lnTo>
                  <a:lnTo>
                    <a:pt x="6988" y="23450"/>
                  </a:lnTo>
                  <a:lnTo>
                    <a:pt x="8354" y="20730"/>
                  </a:lnTo>
                  <a:lnTo>
                    <a:pt x="9129" y="19270"/>
                  </a:lnTo>
                  <a:lnTo>
                    <a:pt x="11094" y="15574"/>
                  </a:lnTo>
                  <a:lnTo>
                    <a:pt x="12124" y="13940"/>
                  </a:lnTo>
                  <a:lnTo>
                    <a:pt x="13550" y="11680"/>
                  </a:lnTo>
                  <a:lnTo>
                    <a:pt x="13678" y="11477"/>
                  </a:lnTo>
                  <a:lnTo>
                    <a:pt x="14067" y="10860"/>
                  </a:lnTo>
                  <a:lnTo>
                    <a:pt x="17884" y="6363"/>
                  </a:lnTo>
                  <a:lnTo>
                    <a:pt x="18255" y="5927"/>
                  </a:lnTo>
                  <a:lnTo>
                    <a:pt x="19139" y="4885"/>
                  </a:lnTo>
                  <a:lnTo>
                    <a:pt x="19795" y="3918"/>
                  </a:lnTo>
                  <a:lnTo>
                    <a:pt x="20280" y="3205"/>
                  </a:lnTo>
                  <a:lnTo>
                    <a:pt x="20716" y="2562"/>
                  </a:lnTo>
                  <a:lnTo>
                    <a:pt x="21271" y="1744"/>
                  </a:lnTo>
                  <a:lnTo>
                    <a:pt x="23493" y="1446"/>
                  </a:lnTo>
                  <a:lnTo>
                    <a:pt x="23710" y="1417"/>
                  </a:lnTo>
                  <a:lnTo>
                    <a:pt x="27094" y="964"/>
                  </a:lnTo>
                  <a:lnTo>
                    <a:pt x="33080" y="163"/>
                  </a:lnTo>
                  <a:lnTo>
                    <a:pt x="33664" y="101"/>
                  </a:lnTo>
                  <a:lnTo>
                    <a:pt x="34622" y="0"/>
                  </a:lnTo>
                  <a:lnTo>
                    <a:pt x="35973" y="6303"/>
                  </a:lnTo>
                  <a:lnTo>
                    <a:pt x="36669" y="95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2609795" y="2915602"/>
              <a:ext cx="330570" cy="195198"/>
            </a:xfrm>
            <a:custGeom>
              <a:avLst/>
              <a:pathLst>
                <a:path w="330570" h="195198">
                  <a:moveTo>
                    <a:pt x="177408" y="17197"/>
                  </a:moveTo>
                  <a:lnTo>
                    <a:pt x="178109" y="18550"/>
                  </a:lnTo>
                  <a:lnTo>
                    <a:pt x="183690" y="17333"/>
                  </a:lnTo>
                  <a:lnTo>
                    <a:pt x="191431" y="12388"/>
                  </a:lnTo>
                  <a:lnTo>
                    <a:pt x="200377" y="9487"/>
                  </a:lnTo>
                  <a:lnTo>
                    <a:pt x="218338" y="5167"/>
                  </a:lnTo>
                  <a:lnTo>
                    <a:pt x="225308" y="3491"/>
                  </a:lnTo>
                  <a:lnTo>
                    <a:pt x="227393" y="2989"/>
                  </a:lnTo>
                  <a:lnTo>
                    <a:pt x="238850" y="4291"/>
                  </a:lnTo>
                  <a:lnTo>
                    <a:pt x="244233" y="4902"/>
                  </a:lnTo>
                  <a:lnTo>
                    <a:pt x="256369" y="12606"/>
                  </a:lnTo>
                  <a:lnTo>
                    <a:pt x="256929" y="12962"/>
                  </a:lnTo>
                  <a:lnTo>
                    <a:pt x="256577" y="26924"/>
                  </a:lnTo>
                  <a:lnTo>
                    <a:pt x="249477" y="26896"/>
                  </a:lnTo>
                  <a:lnTo>
                    <a:pt x="248376" y="41650"/>
                  </a:lnTo>
                  <a:lnTo>
                    <a:pt x="268824" y="43699"/>
                  </a:lnTo>
                  <a:lnTo>
                    <a:pt x="268557" y="46977"/>
                  </a:lnTo>
                  <a:lnTo>
                    <a:pt x="283525" y="57633"/>
                  </a:lnTo>
                  <a:lnTo>
                    <a:pt x="284741" y="56458"/>
                  </a:lnTo>
                  <a:lnTo>
                    <a:pt x="285055" y="56155"/>
                  </a:lnTo>
                  <a:lnTo>
                    <a:pt x="290877" y="50530"/>
                  </a:lnTo>
                  <a:lnTo>
                    <a:pt x="292245" y="49209"/>
                  </a:lnTo>
                  <a:lnTo>
                    <a:pt x="307716" y="58726"/>
                  </a:lnTo>
                  <a:lnTo>
                    <a:pt x="302686" y="67220"/>
                  </a:lnTo>
                  <a:lnTo>
                    <a:pt x="310797" y="70799"/>
                  </a:lnTo>
                  <a:lnTo>
                    <a:pt x="320279" y="74982"/>
                  </a:lnTo>
                  <a:lnTo>
                    <a:pt x="319878" y="83999"/>
                  </a:lnTo>
                  <a:lnTo>
                    <a:pt x="324021" y="93834"/>
                  </a:lnTo>
                  <a:lnTo>
                    <a:pt x="326086" y="95417"/>
                  </a:lnTo>
                  <a:lnTo>
                    <a:pt x="329367" y="97933"/>
                  </a:lnTo>
                  <a:lnTo>
                    <a:pt x="330225" y="105144"/>
                  </a:lnTo>
                  <a:lnTo>
                    <a:pt x="330570" y="108042"/>
                  </a:lnTo>
                  <a:lnTo>
                    <a:pt x="324689" y="124025"/>
                  </a:lnTo>
                  <a:lnTo>
                    <a:pt x="322929" y="132384"/>
                  </a:lnTo>
                  <a:lnTo>
                    <a:pt x="320145" y="145609"/>
                  </a:lnTo>
                  <a:lnTo>
                    <a:pt x="318378" y="146399"/>
                  </a:lnTo>
                  <a:lnTo>
                    <a:pt x="313730" y="148478"/>
                  </a:lnTo>
                  <a:lnTo>
                    <a:pt x="313015" y="154112"/>
                  </a:lnTo>
                  <a:lnTo>
                    <a:pt x="314965" y="156959"/>
                  </a:lnTo>
                  <a:lnTo>
                    <a:pt x="316302" y="162167"/>
                  </a:lnTo>
                  <a:lnTo>
                    <a:pt x="316981" y="166346"/>
                  </a:lnTo>
                  <a:lnTo>
                    <a:pt x="319863" y="173098"/>
                  </a:lnTo>
                  <a:lnTo>
                    <a:pt x="319810" y="177450"/>
                  </a:lnTo>
                  <a:lnTo>
                    <a:pt x="318724" y="179499"/>
                  </a:lnTo>
                  <a:lnTo>
                    <a:pt x="318056" y="181975"/>
                  </a:lnTo>
                  <a:lnTo>
                    <a:pt x="317221" y="186671"/>
                  </a:lnTo>
                  <a:lnTo>
                    <a:pt x="316886" y="188550"/>
                  </a:lnTo>
                  <a:lnTo>
                    <a:pt x="312529" y="190984"/>
                  </a:lnTo>
                  <a:lnTo>
                    <a:pt x="299964" y="195198"/>
                  </a:lnTo>
                  <a:lnTo>
                    <a:pt x="294441" y="193809"/>
                  </a:lnTo>
                  <a:lnTo>
                    <a:pt x="294630" y="191253"/>
                  </a:lnTo>
                  <a:lnTo>
                    <a:pt x="295033" y="185555"/>
                  </a:lnTo>
                  <a:lnTo>
                    <a:pt x="290375" y="185482"/>
                  </a:lnTo>
                  <a:lnTo>
                    <a:pt x="285254" y="185403"/>
                  </a:lnTo>
                  <a:lnTo>
                    <a:pt x="279488" y="185313"/>
                  </a:lnTo>
                  <a:lnTo>
                    <a:pt x="275149" y="185245"/>
                  </a:lnTo>
                  <a:lnTo>
                    <a:pt x="273113" y="185214"/>
                  </a:lnTo>
                  <a:lnTo>
                    <a:pt x="271803" y="185214"/>
                  </a:lnTo>
                  <a:lnTo>
                    <a:pt x="270634" y="185214"/>
                  </a:lnTo>
                  <a:lnTo>
                    <a:pt x="269001" y="185214"/>
                  </a:lnTo>
                  <a:lnTo>
                    <a:pt x="263869" y="185214"/>
                  </a:lnTo>
                  <a:lnTo>
                    <a:pt x="259080" y="183335"/>
                  </a:lnTo>
                  <a:lnTo>
                    <a:pt x="256462" y="180831"/>
                  </a:lnTo>
                  <a:lnTo>
                    <a:pt x="255863" y="179197"/>
                  </a:lnTo>
                  <a:lnTo>
                    <a:pt x="255794" y="179009"/>
                  </a:lnTo>
                  <a:lnTo>
                    <a:pt x="255832" y="178841"/>
                  </a:lnTo>
                  <a:lnTo>
                    <a:pt x="257780" y="170280"/>
                  </a:lnTo>
                  <a:lnTo>
                    <a:pt x="257949" y="169540"/>
                  </a:lnTo>
                  <a:lnTo>
                    <a:pt x="258004" y="169295"/>
                  </a:lnTo>
                  <a:lnTo>
                    <a:pt x="258578" y="166772"/>
                  </a:lnTo>
                  <a:lnTo>
                    <a:pt x="258964" y="164655"/>
                  </a:lnTo>
                  <a:lnTo>
                    <a:pt x="259344" y="162573"/>
                  </a:lnTo>
                  <a:lnTo>
                    <a:pt x="259737" y="160419"/>
                  </a:lnTo>
                  <a:lnTo>
                    <a:pt x="261479" y="156620"/>
                  </a:lnTo>
                  <a:lnTo>
                    <a:pt x="262286" y="154860"/>
                  </a:lnTo>
                  <a:lnTo>
                    <a:pt x="262744" y="153862"/>
                  </a:lnTo>
                  <a:lnTo>
                    <a:pt x="264600" y="149513"/>
                  </a:lnTo>
                  <a:lnTo>
                    <a:pt x="265484" y="147441"/>
                  </a:lnTo>
                  <a:lnTo>
                    <a:pt x="265788" y="144555"/>
                  </a:lnTo>
                  <a:lnTo>
                    <a:pt x="264348" y="143685"/>
                  </a:lnTo>
                  <a:lnTo>
                    <a:pt x="263651" y="143983"/>
                  </a:lnTo>
                  <a:lnTo>
                    <a:pt x="263390" y="144094"/>
                  </a:lnTo>
                  <a:lnTo>
                    <a:pt x="262344" y="145020"/>
                  </a:lnTo>
                  <a:lnTo>
                    <a:pt x="261826" y="145479"/>
                  </a:lnTo>
                  <a:lnTo>
                    <a:pt x="257273" y="149513"/>
                  </a:lnTo>
                  <a:lnTo>
                    <a:pt x="256046" y="150600"/>
                  </a:lnTo>
                  <a:lnTo>
                    <a:pt x="255371" y="151198"/>
                  </a:lnTo>
                  <a:lnTo>
                    <a:pt x="254751" y="151708"/>
                  </a:lnTo>
                  <a:lnTo>
                    <a:pt x="248773" y="156620"/>
                  </a:lnTo>
                  <a:lnTo>
                    <a:pt x="248600" y="156762"/>
                  </a:lnTo>
                  <a:lnTo>
                    <a:pt x="247626" y="157562"/>
                  </a:lnTo>
                  <a:lnTo>
                    <a:pt x="246823" y="158222"/>
                  </a:lnTo>
                  <a:lnTo>
                    <a:pt x="246283" y="158666"/>
                  </a:lnTo>
                  <a:lnTo>
                    <a:pt x="245384" y="159375"/>
                  </a:lnTo>
                  <a:lnTo>
                    <a:pt x="243768" y="160648"/>
                  </a:lnTo>
                  <a:lnTo>
                    <a:pt x="241326" y="162573"/>
                  </a:lnTo>
                  <a:lnTo>
                    <a:pt x="238743" y="164608"/>
                  </a:lnTo>
                  <a:lnTo>
                    <a:pt x="237353" y="165704"/>
                  </a:lnTo>
                  <a:lnTo>
                    <a:pt x="236130" y="166667"/>
                  </a:lnTo>
                  <a:lnTo>
                    <a:pt x="234790" y="167778"/>
                  </a:lnTo>
                  <a:lnTo>
                    <a:pt x="233686" y="168692"/>
                  </a:lnTo>
                  <a:lnTo>
                    <a:pt x="232490" y="169683"/>
                  </a:lnTo>
                  <a:lnTo>
                    <a:pt x="226295" y="174813"/>
                  </a:lnTo>
                  <a:lnTo>
                    <a:pt x="225036" y="175856"/>
                  </a:lnTo>
                  <a:lnTo>
                    <a:pt x="223759" y="176914"/>
                  </a:lnTo>
                  <a:lnTo>
                    <a:pt x="217851" y="181807"/>
                  </a:lnTo>
                  <a:lnTo>
                    <a:pt x="216779" y="182695"/>
                  </a:lnTo>
                  <a:lnTo>
                    <a:pt x="216068" y="183284"/>
                  </a:lnTo>
                  <a:lnTo>
                    <a:pt x="215938" y="183119"/>
                  </a:lnTo>
                  <a:lnTo>
                    <a:pt x="213142" y="179975"/>
                  </a:lnTo>
                  <a:lnTo>
                    <a:pt x="212923" y="179729"/>
                  </a:lnTo>
                  <a:lnTo>
                    <a:pt x="212341" y="179075"/>
                  </a:lnTo>
                  <a:lnTo>
                    <a:pt x="210898" y="177452"/>
                  </a:lnTo>
                  <a:lnTo>
                    <a:pt x="209043" y="175366"/>
                  </a:lnTo>
                  <a:lnTo>
                    <a:pt x="202293" y="168983"/>
                  </a:lnTo>
                  <a:lnTo>
                    <a:pt x="201192" y="167942"/>
                  </a:lnTo>
                  <a:lnTo>
                    <a:pt x="200753" y="167527"/>
                  </a:lnTo>
                  <a:lnTo>
                    <a:pt x="199256" y="165404"/>
                  </a:lnTo>
                  <a:lnTo>
                    <a:pt x="196848" y="161990"/>
                  </a:lnTo>
                  <a:lnTo>
                    <a:pt x="196164" y="161020"/>
                  </a:lnTo>
                  <a:lnTo>
                    <a:pt x="195126" y="159549"/>
                  </a:lnTo>
                  <a:lnTo>
                    <a:pt x="194164" y="157900"/>
                  </a:lnTo>
                  <a:lnTo>
                    <a:pt x="190846" y="152213"/>
                  </a:lnTo>
                  <a:lnTo>
                    <a:pt x="189884" y="150565"/>
                  </a:lnTo>
                  <a:lnTo>
                    <a:pt x="186996" y="145616"/>
                  </a:lnTo>
                  <a:lnTo>
                    <a:pt x="185993" y="145122"/>
                  </a:lnTo>
                  <a:lnTo>
                    <a:pt x="180345" y="142341"/>
                  </a:lnTo>
                  <a:lnTo>
                    <a:pt x="179690" y="142018"/>
                  </a:lnTo>
                  <a:lnTo>
                    <a:pt x="179250" y="141608"/>
                  </a:lnTo>
                  <a:lnTo>
                    <a:pt x="178665" y="141062"/>
                  </a:lnTo>
                  <a:lnTo>
                    <a:pt x="173101" y="133443"/>
                  </a:lnTo>
                  <a:lnTo>
                    <a:pt x="170868" y="130385"/>
                  </a:lnTo>
                  <a:lnTo>
                    <a:pt x="169087" y="127948"/>
                  </a:lnTo>
                  <a:lnTo>
                    <a:pt x="163282" y="119810"/>
                  </a:lnTo>
                  <a:lnTo>
                    <a:pt x="163048" y="119483"/>
                  </a:lnTo>
                  <a:lnTo>
                    <a:pt x="162326" y="118469"/>
                  </a:lnTo>
                  <a:lnTo>
                    <a:pt x="162045" y="118101"/>
                  </a:lnTo>
                  <a:lnTo>
                    <a:pt x="161383" y="117233"/>
                  </a:lnTo>
                  <a:lnTo>
                    <a:pt x="159746" y="115084"/>
                  </a:lnTo>
                  <a:lnTo>
                    <a:pt x="158800" y="113899"/>
                  </a:lnTo>
                  <a:lnTo>
                    <a:pt x="157883" y="112750"/>
                  </a:lnTo>
                  <a:lnTo>
                    <a:pt x="151507" y="116977"/>
                  </a:lnTo>
                  <a:lnTo>
                    <a:pt x="146751" y="120132"/>
                  </a:lnTo>
                  <a:lnTo>
                    <a:pt x="129740" y="131413"/>
                  </a:lnTo>
                  <a:lnTo>
                    <a:pt x="126784" y="133041"/>
                  </a:lnTo>
                  <a:lnTo>
                    <a:pt x="125009" y="134019"/>
                  </a:lnTo>
                  <a:lnTo>
                    <a:pt x="124115" y="131242"/>
                  </a:lnTo>
                  <a:lnTo>
                    <a:pt x="122340" y="127684"/>
                  </a:lnTo>
                  <a:lnTo>
                    <a:pt x="120843" y="126546"/>
                  </a:lnTo>
                  <a:lnTo>
                    <a:pt x="118476" y="125408"/>
                  </a:lnTo>
                  <a:lnTo>
                    <a:pt x="117363" y="124340"/>
                  </a:lnTo>
                  <a:lnTo>
                    <a:pt x="114091" y="119858"/>
                  </a:lnTo>
                  <a:lnTo>
                    <a:pt x="111010" y="117633"/>
                  </a:lnTo>
                  <a:lnTo>
                    <a:pt x="107687" y="115233"/>
                  </a:lnTo>
                  <a:lnTo>
                    <a:pt x="106841" y="114825"/>
                  </a:lnTo>
                  <a:lnTo>
                    <a:pt x="102675" y="112814"/>
                  </a:lnTo>
                  <a:lnTo>
                    <a:pt x="93994" y="110928"/>
                  </a:lnTo>
                  <a:lnTo>
                    <a:pt x="93323" y="110737"/>
                  </a:lnTo>
                  <a:lnTo>
                    <a:pt x="90436" y="109917"/>
                  </a:lnTo>
                  <a:lnTo>
                    <a:pt x="86108" y="108687"/>
                  </a:lnTo>
                  <a:lnTo>
                    <a:pt x="79635" y="107478"/>
                  </a:lnTo>
                  <a:lnTo>
                    <a:pt x="74828" y="107478"/>
                  </a:lnTo>
                  <a:lnTo>
                    <a:pt x="72835" y="107534"/>
                  </a:lnTo>
                  <a:lnTo>
                    <a:pt x="69820" y="107620"/>
                  </a:lnTo>
                  <a:lnTo>
                    <a:pt x="67731" y="107478"/>
                  </a:lnTo>
                  <a:lnTo>
                    <a:pt x="65226" y="106411"/>
                  </a:lnTo>
                  <a:lnTo>
                    <a:pt x="63233" y="103586"/>
                  </a:lnTo>
                  <a:lnTo>
                    <a:pt x="61190" y="99882"/>
                  </a:lnTo>
                  <a:lnTo>
                    <a:pt x="59469" y="96702"/>
                  </a:lnTo>
                  <a:lnTo>
                    <a:pt x="59223" y="96035"/>
                  </a:lnTo>
                  <a:lnTo>
                    <a:pt x="58852" y="95032"/>
                  </a:lnTo>
                  <a:lnTo>
                    <a:pt x="58573" y="94268"/>
                  </a:lnTo>
                  <a:lnTo>
                    <a:pt x="57290" y="90757"/>
                  </a:lnTo>
                  <a:lnTo>
                    <a:pt x="56364" y="89164"/>
                  </a:lnTo>
                  <a:lnTo>
                    <a:pt x="52103" y="65598"/>
                  </a:lnTo>
                  <a:lnTo>
                    <a:pt x="51510" y="62909"/>
                  </a:lnTo>
                  <a:lnTo>
                    <a:pt x="50508" y="59380"/>
                  </a:lnTo>
                  <a:lnTo>
                    <a:pt x="50173" y="58697"/>
                  </a:lnTo>
                  <a:lnTo>
                    <a:pt x="49060" y="58242"/>
                  </a:lnTo>
                  <a:lnTo>
                    <a:pt x="48224" y="58128"/>
                  </a:lnTo>
                  <a:lnTo>
                    <a:pt x="47052" y="58428"/>
                  </a:lnTo>
                  <a:lnTo>
                    <a:pt x="45551" y="58811"/>
                  </a:lnTo>
                  <a:lnTo>
                    <a:pt x="38535" y="62226"/>
                  </a:lnTo>
                  <a:lnTo>
                    <a:pt x="36053" y="63614"/>
                  </a:lnTo>
                  <a:lnTo>
                    <a:pt x="29446" y="67308"/>
                  </a:lnTo>
                  <a:lnTo>
                    <a:pt x="25282" y="68604"/>
                  </a:lnTo>
                  <a:lnTo>
                    <a:pt x="15526" y="71641"/>
                  </a:lnTo>
                  <a:lnTo>
                    <a:pt x="3634" y="74094"/>
                  </a:lnTo>
                  <a:lnTo>
                    <a:pt x="278" y="73269"/>
                  </a:lnTo>
                  <a:lnTo>
                    <a:pt x="251" y="73073"/>
                  </a:lnTo>
                  <a:lnTo>
                    <a:pt x="123" y="72129"/>
                  </a:lnTo>
                  <a:lnTo>
                    <a:pt x="0" y="71220"/>
                  </a:lnTo>
                  <a:lnTo>
                    <a:pt x="445" y="69740"/>
                  </a:lnTo>
                  <a:lnTo>
                    <a:pt x="2424" y="68900"/>
                  </a:lnTo>
                  <a:lnTo>
                    <a:pt x="6348" y="67235"/>
                  </a:lnTo>
                  <a:lnTo>
                    <a:pt x="9021" y="66040"/>
                  </a:lnTo>
                  <a:lnTo>
                    <a:pt x="10877" y="64761"/>
                  </a:lnTo>
                  <a:lnTo>
                    <a:pt x="12863" y="62112"/>
                  </a:lnTo>
                  <a:lnTo>
                    <a:pt x="15703" y="58356"/>
                  </a:lnTo>
                  <a:lnTo>
                    <a:pt x="17376" y="54416"/>
                  </a:lnTo>
                  <a:lnTo>
                    <a:pt x="17831" y="53671"/>
                  </a:lnTo>
                  <a:lnTo>
                    <a:pt x="17556" y="52152"/>
                  </a:lnTo>
                  <a:lnTo>
                    <a:pt x="15861" y="42793"/>
                  </a:lnTo>
                  <a:lnTo>
                    <a:pt x="15827" y="42606"/>
                  </a:lnTo>
                  <a:lnTo>
                    <a:pt x="29845" y="24314"/>
                  </a:lnTo>
                  <a:lnTo>
                    <a:pt x="34671" y="18016"/>
                  </a:lnTo>
                  <a:lnTo>
                    <a:pt x="60332" y="19519"/>
                  </a:lnTo>
                  <a:lnTo>
                    <a:pt x="75906" y="28269"/>
                  </a:lnTo>
                  <a:lnTo>
                    <a:pt x="77840" y="29355"/>
                  </a:lnTo>
                  <a:lnTo>
                    <a:pt x="80914" y="34819"/>
                  </a:lnTo>
                  <a:lnTo>
                    <a:pt x="83168" y="35035"/>
                  </a:lnTo>
                  <a:lnTo>
                    <a:pt x="85591" y="34273"/>
                  </a:lnTo>
                  <a:lnTo>
                    <a:pt x="88430" y="31022"/>
                  </a:lnTo>
                  <a:lnTo>
                    <a:pt x="93744" y="28945"/>
                  </a:lnTo>
                  <a:lnTo>
                    <a:pt x="96743" y="21635"/>
                  </a:lnTo>
                  <a:lnTo>
                    <a:pt x="100505" y="18983"/>
                  </a:lnTo>
                  <a:lnTo>
                    <a:pt x="105054" y="16916"/>
                  </a:lnTo>
                  <a:lnTo>
                    <a:pt x="109224" y="16728"/>
                  </a:lnTo>
                  <a:lnTo>
                    <a:pt x="123013" y="20339"/>
                  </a:lnTo>
                  <a:lnTo>
                    <a:pt x="131967" y="22251"/>
                  </a:lnTo>
                  <a:lnTo>
                    <a:pt x="137982" y="21295"/>
                  </a:lnTo>
                  <a:lnTo>
                    <a:pt x="160435" y="8317"/>
                  </a:lnTo>
                  <a:lnTo>
                    <a:pt x="164367" y="2452"/>
                  </a:lnTo>
                  <a:lnTo>
                    <a:pt x="166761" y="619"/>
                  </a:lnTo>
                  <a:lnTo>
                    <a:pt x="169429" y="0"/>
                  </a:lnTo>
                  <a:lnTo>
                    <a:pt x="172077" y="604"/>
                  </a:lnTo>
                  <a:lnTo>
                    <a:pt x="173298" y="883"/>
                  </a:lnTo>
                  <a:lnTo>
                    <a:pt x="175270" y="4629"/>
                  </a:lnTo>
                  <a:lnTo>
                    <a:pt x="176581" y="12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2455390" y="3485337"/>
              <a:ext cx="199039" cy="116466"/>
            </a:xfrm>
            <a:custGeom>
              <a:avLst/>
              <a:pathLst>
                <a:path w="199039" h="116466">
                  <a:moveTo>
                    <a:pt x="125018" y="5968"/>
                  </a:moveTo>
                  <a:lnTo>
                    <a:pt x="135259" y="13025"/>
                  </a:lnTo>
                  <a:lnTo>
                    <a:pt x="135613" y="13269"/>
                  </a:lnTo>
                  <a:lnTo>
                    <a:pt x="139690" y="16078"/>
                  </a:lnTo>
                  <a:lnTo>
                    <a:pt x="140527" y="16655"/>
                  </a:lnTo>
                  <a:lnTo>
                    <a:pt x="141284" y="17171"/>
                  </a:lnTo>
                  <a:lnTo>
                    <a:pt x="141480" y="17305"/>
                  </a:lnTo>
                  <a:lnTo>
                    <a:pt x="148281" y="21944"/>
                  </a:lnTo>
                  <a:lnTo>
                    <a:pt x="148449" y="22058"/>
                  </a:lnTo>
                  <a:lnTo>
                    <a:pt x="150043" y="23145"/>
                  </a:lnTo>
                  <a:lnTo>
                    <a:pt x="154703" y="26324"/>
                  </a:lnTo>
                  <a:lnTo>
                    <a:pt x="163754" y="32497"/>
                  </a:lnTo>
                  <a:lnTo>
                    <a:pt x="165487" y="33679"/>
                  </a:lnTo>
                  <a:lnTo>
                    <a:pt x="165640" y="33783"/>
                  </a:lnTo>
                  <a:lnTo>
                    <a:pt x="166092" y="34050"/>
                  </a:lnTo>
                  <a:lnTo>
                    <a:pt x="167022" y="34598"/>
                  </a:lnTo>
                  <a:lnTo>
                    <a:pt x="168670" y="31936"/>
                  </a:lnTo>
                  <a:lnTo>
                    <a:pt x="171798" y="26881"/>
                  </a:lnTo>
                  <a:lnTo>
                    <a:pt x="172522" y="25712"/>
                  </a:lnTo>
                  <a:lnTo>
                    <a:pt x="173491" y="26459"/>
                  </a:lnTo>
                  <a:lnTo>
                    <a:pt x="174586" y="27170"/>
                  </a:lnTo>
                  <a:lnTo>
                    <a:pt x="174917" y="27385"/>
                  </a:lnTo>
                  <a:lnTo>
                    <a:pt x="175973" y="27934"/>
                  </a:lnTo>
                  <a:lnTo>
                    <a:pt x="176281" y="28095"/>
                  </a:lnTo>
                  <a:lnTo>
                    <a:pt x="199039" y="43714"/>
                  </a:lnTo>
                  <a:lnTo>
                    <a:pt x="198905" y="43913"/>
                  </a:lnTo>
                  <a:lnTo>
                    <a:pt x="193568" y="51832"/>
                  </a:lnTo>
                  <a:lnTo>
                    <a:pt x="193326" y="52202"/>
                  </a:lnTo>
                  <a:lnTo>
                    <a:pt x="193139" y="52489"/>
                  </a:lnTo>
                  <a:lnTo>
                    <a:pt x="189797" y="57614"/>
                  </a:lnTo>
                  <a:lnTo>
                    <a:pt x="188767" y="59194"/>
                  </a:lnTo>
                  <a:lnTo>
                    <a:pt x="187785" y="60700"/>
                  </a:lnTo>
                  <a:lnTo>
                    <a:pt x="187447" y="61218"/>
                  </a:lnTo>
                  <a:lnTo>
                    <a:pt x="185345" y="64352"/>
                  </a:lnTo>
                  <a:lnTo>
                    <a:pt x="182881" y="68026"/>
                  </a:lnTo>
                  <a:lnTo>
                    <a:pt x="182308" y="68890"/>
                  </a:lnTo>
                  <a:lnTo>
                    <a:pt x="181342" y="70350"/>
                  </a:lnTo>
                  <a:lnTo>
                    <a:pt x="181223" y="70530"/>
                  </a:lnTo>
                  <a:lnTo>
                    <a:pt x="179072" y="73780"/>
                  </a:lnTo>
                  <a:lnTo>
                    <a:pt x="178359" y="74856"/>
                  </a:lnTo>
                  <a:lnTo>
                    <a:pt x="173770" y="81641"/>
                  </a:lnTo>
                  <a:lnTo>
                    <a:pt x="173493" y="82050"/>
                  </a:lnTo>
                  <a:lnTo>
                    <a:pt x="169249" y="88312"/>
                  </a:lnTo>
                  <a:lnTo>
                    <a:pt x="165211" y="94117"/>
                  </a:lnTo>
                  <a:lnTo>
                    <a:pt x="164593" y="95006"/>
                  </a:lnTo>
                  <a:lnTo>
                    <a:pt x="164319" y="95455"/>
                  </a:lnTo>
                  <a:lnTo>
                    <a:pt x="164187" y="95637"/>
                  </a:lnTo>
                  <a:lnTo>
                    <a:pt x="163494" y="96595"/>
                  </a:lnTo>
                  <a:lnTo>
                    <a:pt x="162479" y="97996"/>
                  </a:lnTo>
                  <a:lnTo>
                    <a:pt x="162219" y="98355"/>
                  </a:lnTo>
                  <a:lnTo>
                    <a:pt x="159520" y="102083"/>
                  </a:lnTo>
                  <a:lnTo>
                    <a:pt x="157320" y="105314"/>
                  </a:lnTo>
                  <a:lnTo>
                    <a:pt x="155844" y="107480"/>
                  </a:lnTo>
                  <a:lnTo>
                    <a:pt x="155145" y="108507"/>
                  </a:lnTo>
                  <a:lnTo>
                    <a:pt x="154680" y="109188"/>
                  </a:lnTo>
                  <a:lnTo>
                    <a:pt x="150692" y="115397"/>
                  </a:lnTo>
                  <a:lnTo>
                    <a:pt x="150359" y="115915"/>
                  </a:lnTo>
                  <a:lnTo>
                    <a:pt x="150006" y="116466"/>
                  </a:lnTo>
                  <a:lnTo>
                    <a:pt x="129994" y="102604"/>
                  </a:lnTo>
                  <a:lnTo>
                    <a:pt x="126885" y="100450"/>
                  </a:lnTo>
                  <a:lnTo>
                    <a:pt x="126648" y="100286"/>
                  </a:lnTo>
                  <a:lnTo>
                    <a:pt x="124143" y="103656"/>
                  </a:lnTo>
                  <a:lnTo>
                    <a:pt x="123928" y="103945"/>
                  </a:lnTo>
                  <a:lnTo>
                    <a:pt x="121329" y="106624"/>
                  </a:lnTo>
                  <a:lnTo>
                    <a:pt x="121048" y="106903"/>
                  </a:lnTo>
                  <a:lnTo>
                    <a:pt x="120709" y="107239"/>
                  </a:lnTo>
                  <a:lnTo>
                    <a:pt x="117747" y="110176"/>
                  </a:lnTo>
                  <a:lnTo>
                    <a:pt x="115586" y="112697"/>
                  </a:lnTo>
                  <a:lnTo>
                    <a:pt x="115412" y="112899"/>
                  </a:lnTo>
                  <a:lnTo>
                    <a:pt x="114402" y="114168"/>
                  </a:lnTo>
                  <a:lnTo>
                    <a:pt x="113801" y="114924"/>
                  </a:lnTo>
                  <a:lnTo>
                    <a:pt x="113411" y="115617"/>
                  </a:lnTo>
                  <a:lnTo>
                    <a:pt x="111104" y="113911"/>
                  </a:lnTo>
                  <a:lnTo>
                    <a:pt x="108777" y="112190"/>
                  </a:lnTo>
                  <a:lnTo>
                    <a:pt x="106307" y="110401"/>
                  </a:lnTo>
                  <a:lnTo>
                    <a:pt x="104284" y="108934"/>
                  </a:lnTo>
                  <a:lnTo>
                    <a:pt x="103920" y="108670"/>
                  </a:lnTo>
                  <a:lnTo>
                    <a:pt x="103180" y="109571"/>
                  </a:lnTo>
                  <a:lnTo>
                    <a:pt x="102872" y="109744"/>
                  </a:lnTo>
                  <a:lnTo>
                    <a:pt x="100757" y="111650"/>
                  </a:lnTo>
                  <a:lnTo>
                    <a:pt x="99972" y="110869"/>
                  </a:lnTo>
                  <a:lnTo>
                    <a:pt x="97115" y="107539"/>
                  </a:lnTo>
                  <a:lnTo>
                    <a:pt x="98502" y="103834"/>
                  </a:lnTo>
                  <a:lnTo>
                    <a:pt x="96136" y="106480"/>
                  </a:lnTo>
                  <a:lnTo>
                    <a:pt x="92948" y="110045"/>
                  </a:lnTo>
                  <a:lnTo>
                    <a:pt x="90388" y="107520"/>
                  </a:lnTo>
                  <a:lnTo>
                    <a:pt x="90287" y="107803"/>
                  </a:lnTo>
                  <a:lnTo>
                    <a:pt x="89785" y="109203"/>
                  </a:lnTo>
                  <a:lnTo>
                    <a:pt x="88851" y="111320"/>
                  </a:lnTo>
                  <a:lnTo>
                    <a:pt x="88294" y="111149"/>
                  </a:lnTo>
                  <a:lnTo>
                    <a:pt x="85635" y="109293"/>
                  </a:lnTo>
                  <a:lnTo>
                    <a:pt x="81781" y="107312"/>
                  </a:lnTo>
                  <a:lnTo>
                    <a:pt x="79537" y="108879"/>
                  </a:lnTo>
                  <a:lnTo>
                    <a:pt x="77713" y="111092"/>
                  </a:lnTo>
                  <a:lnTo>
                    <a:pt x="73679" y="108674"/>
                  </a:lnTo>
                  <a:lnTo>
                    <a:pt x="68934" y="103983"/>
                  </a:lnTo>
                  <a:lnTo>
                    <a:pt x="76341" y="97536"/>
                  </a:lnTo>
                  <a:lnTo>
                    <a:pt x="73938" y="95617"/>
                  </a:lnTo>
                  <a:lnTo>
                    <a:pt x="72657" y="94595"/>
                  </a:lnTo>
                  <a:lnTo>
                    <a:pt x="68702" y="94940"/>
                  </a:lnTo>
                  <a:lnTo>
                    <a:pt x="66693" y="95726"/>
                  </a:lnTo>
                  <a:lnTo>
                    <a:pt x="65590" y="96157"/>
                  </a:lnTo>
                  <a:lnTo>
                    <a:pt x="64393" y="96626"/>
                  </a:lnTo>
                  <a:lnTo>
                    <a:pt x="62962" y="97448"/>
                  </a:lnTo>
                  <a:lnTo>
                    <a:pt x="61974" y="98016"/>
                  </a:lnTo>
                  <a:lnTo>
                    <a:pt x="61562" y="98253"/>
                  </a:lnTo>
                  <a:lnTo>
                    <a:pt x="59693" y="98215"/>
                  </a:lnTo>
                  <a:lnTo>
                    <a:pt x="58758" y="98195"/>
                  </a:lnTo>
                  <a:lnTo>
                    <a:pt x="57337" y="98166"/>
                  </a:lnTo>
                  <a:lnTo>
                    <a:pt x="55912" y="97448"/>
                  </a:lnTo>
                  <a:lnTo>
                    <a:pt x="53803" y="96385"/>
                  </a:lnTo>
                  <a:lnTo>
                    <a:pt x="51401" y="100156"/>
                  </a:lnTo>
                  <a:lnTo>
                    <a:pt x="33753" y="86417"/>
                  </a:lnTo>
                  <a:lnTo>
                    <a:pt x="24063" y="76512"/>
                  </a:lnTo>
                  <a:lnTo>
                    <a:pt x="13037" y="68316"/>
                  </a:lnTo>
                  <a:lnTo>
                    <a:pt x="6916" y="66427"/>
                  </a:lnTo>
                  <a:lnTo>
                    <a:pt x="8443" y="64075"/>
                  </a:lnTo>
                  <a:lnTo>
                    <a:pt x="7100" y="60369"/>
                  </a:lnTo>
                  <a:lnTo>
                    <a:pt x="0" y="50906"/>
                  </a:lnTo>
                  <a:lnTo>
                    <a:pt x="5220" y="45122"/>
                  </a:lnTo>
                  <a:lnTo>
                    <a:pt x="8152" y="44015"/>
                  </a:lnTo>
                  <a:lnTo>
                    <a:pt x="9236" y="43683"/>
                  </a:lnTo>
                  <a:lnTo>
                    <a:pt x="10101" y="43417"/>
                  </a:lnTo>
                  <a:lnTo>
                    <a:pt x="9965" y="42954"/>
                  </a:lnTo>
                  <a:lnTo>
                    <a:pt x="9850" y="42563"/>
                  </a:lnTo>
                  <a:lnTo>
                    <a:pt x="10597" y="42420"/>
                  </a:lnTo>
                  <a:lnTo>
                    <a:pt x="10930" y="42356"/>
                  </a:lnTo>
                  <a:lnTo>
                    <a:pt x="11381" y="40271"/>
                  </a:lnTo>
                  <a:lnTo>
                    <a:pt x="11585" y="39325"/>
                  </a:lnTo>
                  <a:lnTo>
                    <a:pt x="11557" y="38892"/>
                  </a:lnTo>
                  <a:lnTo>
                    <a:pt x="11916" y="37577"/>
                  </a:lnTo>
                  <a:lnTo>
                    <a:pt x="11827" y="34840"/>
                  </a:lnTo>
                  <a:lnTo>
                    <a:pt x="12871" y="34933"/>
                  </a:lnTo>
                  <a:lnTo>
                    <a:pt x="13782" y="35014"/>
                  </a:lnTo>
                  <a:lnTo>
                    <a:pt x="14784" y="35103"/>
                  </a:lnTo>
                  <a:lnTo>
                    <a:pt x="18861" y="36059"/>
                  </a:lnTo>
                  <a:lnTo>
                    <a:pt x="18931" y="35579"/>
                  </a:lnTo>
                  <a:lnTo>
                    <a:pt x="19261" y="33346"/>
                  </a:lnTo>
                  <a:lnTo>
                    <a:pt x="19618" y="30925"/>
                  </a:lnTo>
                  <a:lnTo>
                    <a:pt x="19628" y="30272"/>
                  </a:lnTo>
                  <a:lnTo>
                    <a:pt x="19675" y="27170"/>
                  </a:lnTo>
                  <a:lnTo>
                    <a:pt x="19684" y="26614"/>
                  </a:lnTo>
                  <a:lnTo>
                    <a:pt x="21691" y="26594"/>
                  </a:lnTo>
                  <a:lnTo>
                    <a:pt x="24187" y="26569"/>
                  </a:lnTo>
                  <a:lnTo>
                    <a:pt x="24704" y="26563"/>
                  </a:lnTo>
                  <a:lnTo>
                    <a:pt x="24780" y="25122"/>
                  </a:lnTo>
                  <a:lnTo>
                    <a:pt x="26667" y="25081"/>
                  </a:lnTo>
                  <a:lnTo>
                    <a:pt x="31128" y="24985"/>
                  </a:lnTo>
                  <a:lnTo>
                    <a:pt x="32954" y="24644"/>
                  </a:lnTo>
                  <a:lnTo>
                    <a:pt x="32910" y="24375"/>
                  </a:lnTo>
                  <a:lnTo>
                    <a:pt x="32865" y="24104"/>
                  </a:lnTo>
                  <a:lnTo>
                    <a:pt x="32259" y="20431"/>
                  </a:lnTo>
                  <a:lnTo>
                    <a:pt x="32071" y="19286"/>
                  </a:lnTo>
                  <a:lnTo>
                    <a:pt x="32042" y="18400"/>
                  </a:lnTo>
                  <a:lnTo>
                    <a:pt x="31968" y="16110"/>
                  </a:lnTo>
                  <a:lnTo>
                    <a:pt x="31925" y="14790"/>
                  </a:lnTo>
                  <a:lnTo>
                    <a:pt x="31909" y="14285"/>
                  </a:lnTo>
                  <a:lnTo>
                    <a:pt x="38148" y="14047"/>
                  </a:lnTo>
                  <a:lnTo>
                    <a:pt x="38084" y="13565"/>
                  </a:lnTo>
                  <a:lnTo>
                    <a:pt x="37781" y="11286"/>
                  </a:lnTo>
                  <a:lnTo>
                    <a:pt x="37442" y="8744"/>
                  </a:lnTo>
                  <a:lnTo>
                    <a:pt x="37702" y="8761"/>
                  </a:lnTo>
                  <a:lnTo>
                    <a:pt x="40556" y="8957"/>
                  </a:lnTo>
                  <a:lnTo>
                    <a:pt x="42001" y="9057"/>
                  </a:lnTo>
                  <a:lnTo>
                    <a:pt x="43277" y="8948"/>
                  </a:lnTo>
                  <a:lnTo>
                    <a:pt x="49138" y="8447"/>
                  </a:lnTo>
                  <a:lnTo>
                    <a:pt x="49445" y="8531"/>
                  </a:lnTo>
                  <a:lnTo>
                    <a:pt x="50073" y="8703"/>
                  </a:lnTo>
                  <a:lnTo>
                    <a:pt x="51694" y="8617"/>
                  </a:lnTo>
                  <a:lnTo>
                    <a:pt x="51921" y="8588"/>
                  </a:lnTo>
                  <a:lnTo>
                    <a:pt x="53056" y="8444"/>
                  </a:lnTo>
                  <a:lnTo>
                    <a:pt x="57666" y="7857"/>
                  </a:lnTo>
                  <a:lnTo>
                    <a:pt x="59106" y="7759"/>
                  </a:lnTo>
                  <a:lnTo>
                    <a:pt x="62137" y="7555"/>
                  </a:lnTo>
                  <a:lnTo>
                    <a:pt x="63338" y="7473"/>
                  </a:lnTo>
                  <a:lnTo>
                    <a:pt x="63593" y="7193"/>
                  </a:lnTo>
                  <a:lnTo>
                    <a:pt x="65096" y="5544"/>
                  </a:lnTo>
                  <a:lnTo>
                    <a:pt x="65562" y="5032"/>
                  </a:lnTo>
                  <a:lnTo>
                    <a:pt x="66271" y="4280"/>
                  </a:lnTo>
                  <a:lnTo>
                    <a:pt x="67481" y="5493"/>
                  </a:lnTo>
                  <a:lnTo>
                    <a:pt x="68248" y="6776"/>
                  </a:lnTo>
                  <a:lnTo>
                    <a:pt x="68400" y="7032"/>
                  </a:lnTo>
                  <a:lnTo>
                    <a:pt x="70611" y="10735"/>
                  </a:lnTo>
                  <a:lnTo>
                    <a:pt x="73819" y="9809"/>
                  </a:lnTo>
                  <a:lnTo>
                    <a:pt x="76632" y="8998"/>
                  </a:lnTo>
                  <a:lnTo>
                    <a:pt x="77536" y="8738"/>
                  </a:lnTo>
                  <a:lnTo>
                    <a:pt x="77788" y="9234"/>
                  </a:lnTo>
                  <a:lnTo>
                    <a:pt x="78252" y="10147"/>
                  </a:lnTo>
                  <a:lnTo>
                    <a:pt x="78421" y="10480"/>
                  </a:lnTo>
                  <a:lnTo>
                    <a:pt x="78521" y="10638"/>
                  </a:lnTo>
                  <a:lnTo>
                    <a:pt x="79218" y="11749"/>
                  </a:lnTo>
                  <a:lnTo>
                    <a:pt x="80031" y="13046"/>
                  </a:lnTo>
                  <a:lnTo>
                    <a:pt x="80177" y="13278"/>
                  </a:lnTo>
                  <a:lnTo>
                    <a:pt x="80775" y="14232"/>
                  </a:lnTo>
                  <a:lnTo>
                    <a:pt x="80908" y="14452"/>
                  </a:lnTo>
                  <a:lnTo>
                    <a:pt x="83096" y="18088"/>
                  </a:lnTo>
                  <a:lnTo>
                    <a:pt x="83982" y="19398"/>
                  </a:lnTo>
                  <a:lnTo>
                    <a:pt x="84342" y="18904"/>
                  </a:lnTo>
                  <a:lnTo>
                    <a:pt x="85155" y="17787"/>
                  </a:lnTo>
                  <a:lnTo>
                    <a:pt x="85498" y="17315"/>
                  </a:lnTo>
                  <a:lnTo>
                    <a:pt x="85777" y="16924"/>
                  </a:lnTo>
                  <a:lnTo>
                    <a:pt x="86591" y="15764"/>
                  </a:lnTo>
                  <a:lnTo>
                    <a:pt x="87146" y="14973"/>
                  </a:lnTo>
                  <a:lnTo>
                    <a:pt x="88462" y="13097"/>
                  </a:lnTo>
                  <a:lnTo>
                    <a:pt x="88940" y="12416"/>
                  </a:lnTo>
                  <a:lnTo>
                    <a:pt x="89125" y="12153"/>
                  </a:lnTo>
                  <a:lnTo>
                    <a:pt x="89636" y="11424"/>
                  </a:lnTo>
                  <a:lnTo>
                    <a:pt x="89792" y="11203"/>
                  </a:lnTo>
                  <a:lnTo>
                    <a:pt x="90343" y="10417"/>
                  </a:lnTo>
                  <a:lnTo>
                    <a:pt x="90577" y="10083"/>
                  </a:lnTo>
                  <a:lnTo>
                    <a:pt x="90939" y="9568"/>
                  </a:lnTo>
                  <a:lnTo>
                    <a:pt x="91383" y="8935"/>
                  </a:lnTo>
                  <a:lnTo>
                    <a:pt x="92156" y="7833"/>
                  </a:lnTo>
                  <a:lnTo>
                    <a:pt x="92733" y="7010"/>
                  </a:lnTo>
                  <a:lnTo>
                    <a:pt x="92877" y="6805"/>
                  </a:lnTo>
                  <a:lnTo>
                    <a:pt x="93140" y="6431"/>
                  </a:lnTo>
                  <a:lnTo>
                    <a:pt x="94143" y="5001"/>
                  </a:lnTo>
                  <a:lnTo>
                    <a:pt x="94508" y="4482"/>
                  </a:lnTo>
                  <a:lnTo>
                    <a:pt x="95313" y="3333"/>
                  </a:lnTo>
                  <a:lnTo>
                    <a:pt x="95770" y="2683"/>
                  </a:lnTo>
                  <a:lnTo>
                    <a:pt x="96003" y="2350"/>
                  </a:lnTo>
                  <a:lnTo>
                    <a:pt x="97411" y="344"/>
                  </a:lnTo>
                  <a:lnTo>
                    <a:pt x="97701" y="537"/>
                  </a:lnTo>
                  <a:lnTo>
                    <a:pt x="107884" y="7322"/>
                  </a:lnTo>
                  <a:lnTo>
                    <a:pt x="108067" y="7444"/>
                  </a:lnTo>
                  <a:lnTo>
                    <a:pt x="109265" y="8242"/>
                  </a:lnTo>
                  <a:lnTo>
                    <a:pt x="110313" y="8940"/>
                  </a:lnTo>
                  <a:lnTo>
                    <a:pt x="116356" y="0"/>
                  </a:lnTo>
                  <a:lnTo>
                    <a:pt x="117029" y="463"/>
                  </a:lnTo>
                  <a:lnTo>
                    <a:pt x="123903" y="5200"/>
                  </a:lnTo>
                  <a:lnTo>
                    <a:pt x="124090" y="53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2420987" y="3548189"/>
              <a:ext cx="85803" cy="193982"/>
            </a:xfrm>
            <a:custGeom>
              <a:avLst/>
              <a:pathLst>
                <a:path w="85803" h="193982">
                  <a:moveTo>
                    <a:pt x="68156" y="23565"/>
                  </a:moveTo>
                  <a:lnTo>
                    <a:pt x="85803" y="37304"/>
                  </a:lnTo>
                  <a:lnTo>
                    <a:pt x="75257" y="35052"/>
                  </a:lnTo>
                  <a:lnTo>
                    <a:pt x="73554" y="34199"/>
                  </a:lnTo>
                  <a:lnTo>
                    <a:pt x="68441" y="31637"/>
                  </a:lnTo>
                  <a:lnTo>
                    <a:pt x="64397" y="30569"/>
                  </a:lnTo>
                  <a:lnTo>
                    <a:pt x="57567" y="28765"/>
                  </a:lnTo>
                  <a:lnTo>
                    <a:pt x="52424" y="38449"/>
                  </a:lnTo>
                  <a:lnTo>
                    <a:pt x="54274" y="43180"/>
                  </a:lnTo>
                  <a:lnTo>
                    <a:pt x="58178" y="42058"/>
                  </a:lnTo>
                  <a:lnTo>
                    <a:pt x="60689" y="41336"/>
                  </a:lnTo>
                  <a:lnTo>
                    <a:pt x="60650" y="42098"/>
                  </a:lnTo>
                  <a:lnTo>
                    <a:pt x="60489" y="45161"/>
                  </a:lnTo>
                  <a:lnTo>
                    <a:pt x="59687" y="51104"/>
                  </a:lnTo>
                  <a:lnTo>
                    <a:pt x="60940" y="51545"/>
                  </a:lnTo>
                  <a:lnTo>
                    <a:pt x="61625" y="51787"/>
                  </a:lnTo>
                  <a:lnTo>
                    <a:pt x="61071" y="54884"/>
                  </a:lnTo>
                  <a:lnTo>
                    <a:pt x="60355" y="58890"/>
                  </a:lnTo>
                  <a:lnTo>
                    <a:pt x="61236" y="59061"/>
                  </a:lnTo>
                  <a:lnTo>
                    <a:pt x="64592" y="59709"/>
                  </a:lnTo>
                  <a:lnTo>
                    <a:pt x="63234" y="62960"/>
                  </a:lnTo>
                  <a:lnTo>
                    <a:pt x="64821" y="68291"/>
                  </a:lnTo>
                  <a:lnTo>
                    <a:pt x="64936" y="70158"/>
                  </a:lnTo>
                  <a:lnTo>
                    <a:pt x="65155" y="73718"/>
                  </a:lnTo>
                  <a:lnTo>
                    <a:pt x="65278" y="75713"/>
                  </a:lnTo>
                  <a:lnTo>
                    <a:pt x="66792" y="82385"/>
                  </a:lnTo>
                  <a:lnTo>
                    <a:pt x="66982" y="83029"/>
                  </a:lnTo>
                  <a:lnTo>
                    <a:pt x="67189" y="83294"/>
                  </a:lnTo>
                  <a:lnTo>
                    <a:pt x="68804" y="85367"/>
                  </a:lnTo>
                  <a:lnTo>
                    <a:pt x="68658" y="85545"/>
                  </a:lnTo>
                  <a:lnTo>
                    <a:pt x="66243" y="88322"/>
                  </a:lnTo>
                  <a:lnTo>
                    <a:pt x="66163" y="89952"/>
                  </a:lnTo>
                  <a:lnTo>
                    <a:pt x="67054" y="94078"/>
                  </a:lnTo>
                  <a:lnTo>
                    <a:pt x="68077" y="97289"/>
                  </a:lnTo>
                  <a:lnTo>
                    <a:pt x="70538" y="100007"/>
                  </a:lnTo>
                  <a:lnTo>
                    <a:pt x="70850" y="100477"/>
                  </a:lnTo>
                  <a:lnTo>
                    <a:pt x="70209" y="101206"/>
                  </a:lnTo>
                  <a:lnTo>
                    <a:pt x="69805" y="101665"/>
                  </a:lnTo>
                  <a:lnTo>
                    <a:pt x="71988" y="103994"/>
                  </a:lnTo>
                  <a:lnTo>
                    <a:pt x="75762" y="108019"/>
                  </a:lnTo>
                  <a:lnTo>
                    <a:pt x="75205" y="108661"/>
                  </a:lnTo>
                  <a:lnTo>
                    <a:pt x="74724" y="109214"/>
                  </a:lnTo>
                  <a:lnTo>
                    <a:pt x="71808" y="112572"/>
                  </a:lnTo>
                  <a:lnTo>
                    <a:pt x="68995" y="115448"/>
                  </a:lnTo>
                  <a:lnTo>
                    <a:pt x="67353" y="117126"/>
                  </a:lnTo>
                  <a:lnTo>
                    <a:pt x="65300" y="119393"/>
                  </a:lnTo>
                  <a:lnTo>
                    <a:pt x="61081" y="124050"/>
                  </a:lnTo>
                  <a:lnTo>
                    <a:pt x="57608" y="127884"/>
                  </a:lnTo>
                  <a:lnTo>
                    <a:pt x="62802" y="133094"/>
                  </a:lnTo>
                  <a:lnTo>
                    <a:pt x="65446" y="135482"/>
                  </a:lnTo>
                  <a:lnTo>
                    <a:pt x="72650" y="141988"/>
                  </a:lnTo>
                  <a:lnTo>
                    <a:pt x="73045" y="142291"/>
                  </a:lnTo>
                  <a:lnTo>
                    <a:pt x="80445" y="147963"/>
                  </a:lnTo>
                  <a:lnTo>
                    <a:pt x="79963" y="148523"/>
                  </a:lnTo>
                  <a:lnTo>
                    <a:pt x="72432" y="157260"/>
                  </a:lnTo>
                  <a:lnTo>
                    <a:pt x="72076" y="157683"/>
                  </a:lnTo>
                  <a:lnTo>
                    <a:pt x="71552" y="158304"/>
                  </a:lnTo>
                  <a:lnTo>
                    <a:pt x="69091" y="161222"/>
                  </a:lnTo>
                  <a:lnTo>
                    <a:pt x="66793" y="164208"/>
                  </a:lnTo>
                  <a:lnTo>
                    <a:pt x="66649" y="164396"/>
                  </a:lnTo>
                  <a:lnTo>
                    <a:pt x="66543" y="164533"/>
                  </a:lnTo>
                  <a:lnTo>
                    <a:pt x="66086" y="164942"/>
                  </a:lnTo>
                  <a:lnTo>
                    <a:pt x="63891" y="166909"/>
                  </a:lnTo>
                  <a:lnTo>
                    <a:pt x="63503" y="167387"/>
                  </a:lnTo>
                  <a:lnTo>
                    <a:pt x="60913" y="170580"/>
                  </a:lnTo>
                  <a:lnTo>
                    <a:pt x="60528" y="171054"/>
                  </a:lnTo>
                  <a:lnTo>
                    <a:pt x="60382" y="171233"/>
                  </a:lnTo>
                  <a:lnTo>
                    <a:pt x="60115" y="171563"/>
                  </a:lnTo>
                  <a:lnTo>
                    <a:pt x="57935" y="171935"/>
                  </a:lnTo>
                  <a:lnTo>
                    <a:pt x="42192" y="173182"/>
                  </a:lnTo>
                  <a:lnTo>
                    <a:pt x="42643" y="174806"/>
                  </a:lnTo>
                  <a:lnTo>
                    <a:pt x="43444" y="177687"/>
                  </a:lnTo>
                  <a:lnTo>
                    <a:pt x="43495" y="177873"/>
                  </a:lnTo>
                  <a:lnTo>
                    <a:pt x="43575" y="178159"/>
                  </a:lnTo>
                  <a:lnTo>
                    <a:pt x="43632" y="178366"/>
                  </a:lnTo>
                  <a:lnTo>
                    <a:pt x="43881" y="179260"/>
                  </a:lnTo>
                  <a:lnTo>
                    <a:pt x="44473" y="181064"/>
                  </a:lnTo>
                  <a:lnTo>
                    <a:pt x="44605" y="181464"/>
                  </a:lnTo>
                  <a:lnTo>
                    <a:pt x="45432" y="183985"/>
                  </a:lnTo>
                  <a:lnTo>
                    <a:pt x="45807" y="185124"/>
                  </a:lnTo>
                  <a:lnTo>
                    <a:pt x="45891" y="185408"/>
                  </a:lnTo>
                  <a:lnTo>
                    <a:pt x="46419" y="187187"/>
                  </a:lnTo>
                  <a:lnTo>
                    <a:pt x="47341" y="190294"/>
                  </a:lnTo>
                  <a:lnTo>
                    <a:pt x="45145" y="190343"/>
                  </a:lnTo>
                  <a:lnTo>
                    <a:pt x="45102" y="190908"/>
                  </a:lnTo>
                  <a:lnTo>
                    <a:pt x="38854" y="191709"/>
                  </a:lnTo>
                  <a:lnTo>
                    <a:pt x="36474" y="192933"/>
                  </a:lnTo>
                  <a:lnTo>
                    <a:pt x="36732" y="193806"/>
                  </a:lnTo>
                  <a:lnTo>
                    <a:pt x="33934" y="193982"/>
                  </a:lnTo>
                  <a:lnTo>
                    <a:pt x="32328" y="193836"/>
                  </a:lnTo>
                  <a:lnTo>
                    <a:pt x="31052" y="193720"/>
                  </a:lnTo>
                  <a:lnTo>
                    <a:pt x="30354" y="193758"/>
                  </a:lnTo>
                  <a:lnTo>
                    <a:pt x="27878" y="193891"/>
                  </a:lnTo>
                  <a:lnTo>
                    <a:pt x="24676" y="193379"/>
                  </a:lnTo>
                  <a:lnTo>
                    <a:pt x="22325" y="191919"/>
                  </a:lnTo>
                  <a:lnTo>
                    <a:pt x="22146" y="191808"/>
                  </a:lnTo>
                  <a:lnTo>
                    <a:pt x="19497" y="190163"/>
                  </a:lnTo>
                  <a:lnTo>
                    <a:pt x="19608" y="189081"/>
                  </a:lnTo>
                  <a:lnTo>
                    <a:pt x="20303" y="187814"/>
                  </a:lnTo>
                  <a:lnTo>
                    <a:pt x="20639" y="187203"/>
                  </a:lnTo>
                  <a:lnTo>
                    <a:pt x="20630" y="186870"/>
                  </a:lnTo>
                  <a:lnTo>
                    <a:pt x="20611" y="186150"/>
                  </a:lnTo>
                  <a:lnTo>
                    <a:pt x="20722" y="184585"/>
                  </a:lnTo>
                  <a:lnTo>
                    <a:pt x="20680" y="183599"/>
                  </a:lnTo>
                  <a:lnTo>
                    <a:pt x="20639" y="182649"/>
                  </a:lnTo>
                  <a:lnTo>
                    <a:pt x="20611" y="180885"/>
                  </a:lnTo>
                  <a:lnTo>
                    <a:pt x="21390" y="179562"/>
                  </a:lnTo>
                  <a:lnTo>
                    <a:pt x="20416" y="175719"/>
                  </a:lnTo>
                  <a:lnTo>
                    <a:pt x="24559" y="174698"/>
                  </a:lnTo>
                  <a:lnTo>
                    <a:pt x="30928" y="167702"/>
                  </a:lnTo>
                  <a:lnTo>
                    <a:pt x="29678" y="166610"/>
                  </a:lnTo>
                  <a:lnTo>
                    <a:pt x="21221" y="159338"/>
                  </a:lnTo>
                  <a:lnTo>
                    <a:pt x="20860" y="159028"/>
                  </a:lnTo>
                  <a:lnTo>
                    <a:pt x="19091" y="157732"/>
                  </a:lnTo>
                  <a:lnTo>
                    <a:pt x="14869" y="154639"/>
                  </a:lnTo>
                  <a:lnTo>
                    <a:pt x="9474" y="150219"/>
                  </a:lnTo>
                  <a:lnTo>
                    <a:pt x="8974" y="149809"/>
                  </a:lnTo>
                  <a:lnTo>
                    <a:pt x="15088" y="142432"/>
                  </a:lnTo>
                  <a:lnTo>
                    <a:pt x="16805" y="140268"/>
                  </a:lnTo>
                  <a:lnTo>
                    <a:pt x="19097" y="137378"/>
                  </a:lnTo>
                  <a:lnTo>
                    <a:pt x="15957" y="134611"/>
                  </a:lnTo>
                  <a:lnTo>
                    <a:pt x="15501" y="134219"/>
                  </a:lnTo>
                  <a:lnTo>
                    <a:pt x="14877" y="133683"/>
                  </a:lnTo>
                  <a:lnTo>
                    <a:pt x="9503" y="129062"/>
                  </a:lnTo>
                  <a:lnTo>
                    <a:pt x="8589" y="128401"/>
                  </a:lnTo>
                  <a:lnTo>
                    <a:pt x="12741" y="122875"/>
                  </a:lnTo>
                  <a:lnTo>
                    <a:pt x="13378" y="122026"/>
                  </a:lnTo>
                  <a:lnTo>
                    <a:pt x="9569" y="118770"/>
                  </a:lnTo>
                  <a:lnTo>
                    <a:pt x="4491" y="120205"/>
                  </a:lnTo>
                  <a:lnTo>
                    <a:pt x="4082" y="120222"/>
                  </a:lnTo>
                  <a:lnTo>
                    <a:pt x="1463" y="120330"/>
                  </a:lnTo>
                  <a:lnTo>
                    <a:pt x="0" y="120222"/>
                  </a:lnTo>
                  <a:lnTo>
                    <a:pt x="218" y="118665"/>
                  </a:lnTo>
                  <a:lnTo>
                    <a:pt x="2031" y="112168"/>
                  </a:lnTo>
                  <a:lnTo>
                    <a:pt x="1304" y="111963"/>
                  </a:lnTo>
                  <a:lnTo>
                    <a:pt x="1446" y="107660"/>
                  </a:lnTo>
                  <a:lnTo>
                    <a:pt x="1463" y="106080"/>
                  </a:lnTo>
                  <a:lnTo>
                    <a:pt x="1688" y="103595"/>
                  </a:lnTo>
                  <a:lnTo>
                    <a:pt x="1630" y="99651"/>
                  </a:lnTo>
                  <a:lnTo>
                    <a:pt x="4108" y="99759"/>
                  </a:lnTo>
                  <a:lnTo>
                    <a:pt x="7928" y="99622"/>
                  </a:lnTo>
                  <a:lnTo>
                    <a:pt x="3395" y="93156"/>
                  </a:lnTo>
                  <a:lnTo>
                    <a:pt x="7082" y="92189"/>
                  </a:lnTo>
                  <a:lnTo>
                    <a:pt x="6841" y="90032"/>
                  </a:lnTo>
                  <a:lnTo>
                    <a:pt x="6703" y="88789"/>
                  </a:lnTo>
                  <a:lnTo>
                    <a:pt x="6159" y="86866"/>
                  </a:lnTo>
                  <a:lnTo>
                    <a:pt x="5923" y="86034"/>
                  </a:lnTo>
                  <a:lnTo>
                    <a:pt x="3128" y="80372"/>
                  </a:lnTo>
                  <a:lnTo>
                    <a:pt x="2042" y="74975"/>
                  </a:lnTo>
                  <a:lnTo>
                    <a:pt x="2455" y="74117"/>
                  </a:lnTo>
                  <a:lnTo>
                    <a:pt x="2734" y="73539"/>
                  </a:lnTo>
                  <a:lnTo>
                    <a:pt x="3968" y="70625"/>
                  </a:lnTo>
                  <a:lnTo>
                    <a:pt x="4007" y="69719"/>
                  </a:lnTo>
                  <a:lnTo>
                    <a:pt x="4149" y="66410"/>
                  </a:lnTo>
                  <a:lnTo>
                    <a:pt x="3700" y="64175"/>
                  </a:lnTo>
                  <a:lnTo>
                    <a:pt x="11717" y="63349"/>
                  </a:lnTo>
                  <a:lnTo>
                    <a:pt x="11929" y="62848"/>
                  </a:lnTo>
                  <a:lnTo>
                    <a:pt x="12374" y="62894"/>
                  </a:lnTo>
                  <a:lnTo>
                    <a:pt x="17261" y="63559"/>
                  </a:lnTo>
                  <a:lnTo>
                    <a:pt x="17398" y="63799"/>
                  </a:lnTo>
                  <a:lnTo>
                    <a:pt x="20500" y="69250"/>
                  </a:lnTo>
                  <a:lnTo>
                    <a:pt x="23454" y="74852"/>
                  </a:lnTo>
                  <a:lnTo>
                    <a:pt x="24864" y="75382"/>
                  </a:lnTo>
                  <a:lnTo>
                    <a:pt x="25621" y="71079"/>
                  </a:lnTo>
                  <a:lnTo>
                    <a:pt x="25621" y="68506"/>
                  </a:lnTo>
                  <a:lnTo>
                    <a:pt x="25777" y="66753"/>
                  </a:lnTo>
                  <a:lnTo>
                    <a:pt x="25839" y="66567"/>
                  </a:lnTo>
                  <a:lnTo>
                    <a:pt x="25980" y="66150"/>
                  </a:lnTo>
                  <a:lnTo>
                    <a:pt x="26141" y="65671"/>
                  </a:lnTo>
                  <a:lnTo>
                    <a:pt x="26847" y="63574"/>
                  </a:lnTo>
                  <a:lnTo>
                    <a:pt x="27234" y="62424"/>
                  </a:lnTo>
                  <a:lnTo>
                    <a:pt x="27141" y="61118"/>
                  </a:lnTo>
                  <a:lnTo>
                    <a:pt x="26559" y="60182"/>
                  </a:lnTo>
                  <a:lnTo>
                    <a:pt x="26115" y="59839"/>
                  </a:lnTo>
                  <a:lnTo>
                    <a:pt x="25696" y="57638"/>
                  </a:lnTo>
                  <a:lnTo>
                    <a:pt x="25499" y="56114"/>
                  </a:lnTo>
                  <a:lnTo>
                    <a:pt x="24972" y="53995"/>
                  </a:lnTo>
                  <a:lnTo>
                    <a:pt x="24889" y="52126"/>
                  </a:lnTo>
                  <a:lnTo>
                    <a:pt x="24849" y="51219"/>
                  </a:lnTo>
                  <a:lnTo>
                    <a:pt x="24671" y="48623"/>
                  </a:lnTo>
                  <a:lnTo>
                    <a:pt x="24948" y="47161"/>
                  </a:lnTo>
                  <a:lnTo>
                    <a:pt x="25047" y="46642"/>
                  </a:lnTo>
                  <a:lnTo>
                    <a:pt x="25327" y="45164"/>
                  </a:lnTo>
                  <a:lnTo>
                    <a:pt x="29960" y="44393"/>
                  </a:lnTo>
                  <a:lnTo>
                    <a:pt x="27486" y="41084"/>
                  </a:lnTo>
                  <a:lnTo>
                    <a:pt x="27352" y="40905"/>
                  </a:lnTo>
                  <a:lnTo>
                    <a:pt x="26523" y="39796"/>
                  </a:lnTo>
                  <a:lnTo>
                    <a:pt x="28414" y="36905"/>
                  </a:lnTo>
                  <a:lnTo>
                    <a:pt x="30670" y="33457"/>
                  </a:lnTo>
                  <a:lnTo>
                    <a:pt x="33786" y="28694"/>
                  </a:lnTo>
                  <a:lnTo>
                    <a:pt x="33118" y="27726"/>
                  </a:lnTo>
                  <a:lnTo>
                    <a:pt x="27365" y="18901"/>
                  </a:lnTo>
                  <a:lnTo>
                    <a:pt x="27401" y="18609"/>
                  </a:lnTo>
                  <a:lnTo>
                    <a:pt x="31712" y="14954"/>
                  </a:lnTo>
                  <a:lnTo>
                    <a:pt x="27668" y="8091"/>
                  </a:lnTo>
                  <a:lnTo>
                    <a:pt x="29732" y="0"/>
                  </a:lnTo>
                  <a:lnTo>
                    <a:pt x="41319" y="3575"/>
                  </a:lnTo>
                  <a:lnTo>
                    <a:pt x="47440" y="5464"/>
                  </a:lnTo>
                  <a:lnTo>
                    <a:pt x="58466" y="136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2256854" y="3773139"/>
              <a:ext cx="154479" cy="110415"/>
            </a:xfrm>
            <a:custGeom>
              <a:avLst/>
              <a:pathLst>
                <a:path w="154479" h="110415">
                  <a:moveTo>
                    <a:pt x="93684" y="31812"/>
                  </a:moveTo>
                  <a:lnTo>
                    <a:pt x="93959" y="31996"/>
                  </a:lnTo>
                  <a:lnTo>
                    <a:pt x="96032" y="31727"/>
                  </a:lnTo>
                  <a:lnTo>
                    <a:pt x="100230" y="31183"/>
                  </a:lnTo>
                  <a:lnTo>
                    <a:pt x="112707" y="29567"/>
                  </a:lnTo>
                  <a:lnTo>
                    <a:pt x="113360" y="29482"/>
                  </a:lnTo>
                  <a:lnTo>
                    <a:pt x="114095" y="29387"/>
                  </a:lnTo>
                  <a:lnTo>
                    <a:pt x="114737" y="29304"/>
                  </a:lnTo>
                  <a:lnTo>
                    <a:pt x="115601" y="29192"/>
                  </a:lnTo>
                  <a:lnTo>
                    <a:pt x="121258" y="28459"/>
                  </a:lnTo>
                  <a:lnTo>
                    <a:pt x="123151" y="28222"/>
                  </a:lnTo>
                  <a:lnTo>
                    <a:pt x="125742" y="27899"/>
                  </a:lnTo>
                  <a:lnTo>
                    <a:pt x="136590" y="26546"/>
                  </a:lnTo>
                  <a:lnTo>
                    <a:pt x="145332" y="25455"/>
                  </a:lnTo>
                  <a:lnTo>
                    <a:pt x="145619" y="25424"/>
                  </a:lnTo>
                  <a:lnTo>
                    <a:pt x="146506" y="25328"/>
                  </a:lnTo>
                  <a:lnTo>
                    <a:pt x="148222" y="25143"/>
                  </a:lnTo>
                  <a:lnTo>
                    <a:pt x="148559" y="25106"/>
                  </a:lnTo>
                  <a:lnTo>
                    <a:pt x="151584" y="27051"/>
                  </a:lnTo>
                  <a:lnTo>
                    <a:pt x="152530" y="28303"/>
                  </a:lnTo>
                  <a:lnTo>
                    <a:pt x="153199" y="29384"/>
                  </a:lnTo>
                  <a:lnTo>
                    <a:pt x="153755" y="30466"/>
                  </a:lnTo>
                  <a:lnTo>
                    <a:pt x="154201" y="31889"/>
                  </a:lnTo>
                  <a:lnTo>
                    <a:pt x="154424" y="32914"/>
                  </a:lnTo>
                  <a:lnTo>
                    <a:pt x="154479" y="33767"/>
                  </a:lnTo>
                  <a:lnTo>
                    <a:pt x="154479" y="34093"/>
                  </a:lnTo>
                  <a:lnTo>
                    <a:pt x="153252" y="37029"/>
                  </a:lnTo>
                  <a:lnTo>
                    <a:pt x="152252" y="39421"/>
                  </a:lnTo>
                  <a:lnTo>
                    <a:pt x="151210" y="41806"/>
                  </a:lnTo>
                  <a:lnTo>
                    <a:pt x="149440" y="45857"/>
                  </a:lnTo>
                  <a:lnTo>
                    <a:pt x="148799" y="47323"/>
                  </a:lnTo>
                  <a:lnTo>
                    <a:pt x="145643" y="54547"/>
                  </a:lnTo>
                  <a:lnTo>
                    <a:pt x="145584" y="54682"/>
                  </a:lnTo>
                  <a:lnTo>
                    <a:pt x="144969" y="56088"/>
                  </a:lnTo>
                  <a:lnTo>
                    <a:pt x="144895" y="56260"/>
                  </a:lnTo>
                  <a:lnTo>
                    <a:pt x="144379" y="57448"/>
                  </a:lnTo>
                  <a:lnTo>
                    <a:pt x="143361" y="59792"/>
                  </a:lnTo>
                  <a:lnTo>
                    <a:pt x="142523" y="61723"/>
                  </a:lnTo>
                  <a:lnTo>
                    <a:pt x="140953" y="65340"/>
                  </a:lnTo>
                  <a:lnTo>
                    <a:pt x="134749" y="79631"/>
                  </a:lnTo>
                  <a:lnTo>
                    <a:pt x="128928" y="93039"/>
                  </a:lnTo>
                  <a:lnTo>
                    <a:pt x="128079" y="94994"/>
                  </a:lnTo>
                  <a:lnTo>
                    <a:pt x="127289" y="96815"/>
                  </a:lnTo>
                  <a:lnTo>
                    <a:pt x="125707" y="100458"/>
                  </a:lnTo>
                  <a:lnTo>
                    <a:pt x="123176" y="106288"/>
                  </a:lnTo>
                  <a:lnTo>
                    <a:pt x="122579" y="107573"/>
                  </a:lnTo>
                  <a:lnTo>
                    <a:pt x="122478" y="107791"/>
                  </a:lnTo>
                  <a:lnTo>
                    <a:pt x="121883" y="107402"/>
                  </a:lnTo>
                  <a:lnTo>
                    <a:pt x="116891" y="104138"/>
                  </a:lnTo>
                  <a:lnTo>
                    <a:pt x="116760" y="104053"/>
                  </a:lnTo>
                  <a:lnTo>
                    <a:pt x="106686" y="97466"/>
                  </a:lnTo>
                  <a:lnTo>
                    <a:pt x="106553" y="97382"/>
                  </a:lnTo>
                  <a:lnTo>
                    <a:pt x="105626" y="96773"/>
                  </a:lnTo>
                  <a:lnTo>
                    <a:pt x="104928" y="96316"/>
                  </a:lnTo>
                  <a:lnTo>
                    <a:pt x="104773" y="96215"/>
                  </a:lnTo>
                  <a:lnTo>
                    <a:pt x="104472" y="96012"/>
                  </a:lnTo>
                  <a:lnTo>
                    <a:pt x="103036" y="95043"/>
                  </a:lnTo>
                  <a:lnTo>
                    <a:pt x="102465" y="94658"/>
                  </a:lnTo>
                  <a:lnTo>
                    <a:pt x="89685" y="86036"/>
                  </a:lnTo>
                  <a:lnTo>
                    <a:pt x="89496" y="86326"/>
                  </a:lnTo>
                  <a:lnTo>
                    <a:pt x="86303" y="91248"/>
                  </a:lnTo>
                  <a:lnTo>
                    <a:pt x="85147" y="93030"/>
                  </a:lnTo>
                  <a:lnTo>
                    <a:pt x="80831" y="99683"/>
                  </a:lnTo>
                  <a:lnTo>
                    <a:pt x="79951" y="100962"/>
                  </a:lnTo>
                  <a:lnTo>
                    <a:pt x="79252" y="101981"/>
                  </a:lnTo>
                  <a:lnTo>
                    <a:pt x="73570" y="110249"/>
                  </a:lnTo>
                  <a:lnTo>
                    <a:pt x="73456" y="110415"/>
                  </a:lnTo>
                  <a:lnTo>
                    <a:pt x="72549" y="109840"/>
                  </a:lnTo>
                  <a:lnTo>
                    <a:pt x="57619" y="100379"/>
                  </a:lnTo>
                  <a:lnTo>
                    <a:pt x="57459" y="100278"/>
                  </a:lnTo>
                  <a:lnTo>
                    <a:pt x="51766" y="96671"/>
                  </a:lnTo>
                  <a:lnTo>
                    <a:pt x="51217" y="96323"/>
                  </a:lnTo>
                  <a:lnTo>
                    <a:pt x="51021" y="96198"/>
                  </a:lnTo>
                  <a:lnTo>
                    <a:pt x="48599" y="94663"/>
                  </a:lnTo>
                  <a:lnTo>
                    <a:pt x="40644" y="89623"/>
                  </a:lnTo>
                  <a:lnTo>
                    <a:pt x="34675" y="85840"/>
                  </a:lnTo>
                  <a:lnTo>
                    <a:pt x="34028" y="85431"/>
                  </a:lnTo>
                  <a:lnTo>
                    <a:pt x="28292" y="81796"/>
                  </a:lnTo>
                  <a:lnTo>
                    <a:pt x="27295" y="81164"/>
                  </a:lnTo>
                  <a:lnTo>
                    <a:pt x="26694" y="80783"/>
                  </a:lnTo>
                  <a:lnTo>
                    <a:pt x="20769" y="77029"/>
                  </a:lnTo>
                  <a:lnTo>
                    <a:pt x="20589" y="76915"/>
                  </a:lnTo>
                  <a:lnTo>
                    <a:pt x="15135" y="73489"/>
                  </a:lnTo>
                  <a:lnTo>
                    <a:pt x="13999" y="72776"/>
                  </a:lnTo>
                  <a:lnTo>
                    <a:pt x="7678" y="68805"/>
                  </a:lnTo>
                  <a:lnTo>
                    <a:pt x="1851" y="65146"/>
                  </a:lnTo>
                  <a:lnTo>
                    <a:pt x="462" y="64273"/>
                  </a:lnTo>
                  <a:lnTo>
                    <a:pt x="274" y="64155"/>
                  </a:lnTo>
                  <a:lnTo>
                    <a:pt x="0" y="63983"/>
                  </a:lnTo>
                  <a:lnTo>
                    <a:pt x="534" y="63632"/>
                  </a:lnTo>
                  <a:lnTo>
                    <a:pt x="2978" y="62028"/>
                  </a:lnTo>
                  <a:lnTo>
                    <a:pt x="3730" y="61535"/>
                  </a:lnTo>
                  <a:lnTo>
                    <a:pt x="4203" y="61224"/>
                  </a:lnTo>
                  <a:lnTo>
                    <a:pt x="5883" y="60164"/>
                  </a:lnTo>
                  <a:lnTo>
                    <a:pt x="7522" y="59130"/>
                  </a:lnTo>
                  <a:lnTo>
                    <a:pt x="10395" y="57604"/>
                  </a:lnTo>
                  <a:lnTo>
                    <a:pt x="12017" y="56764"/>
                  </a:lnTo>
                  <a:lnTo>
                    <a:pt x="16706" y="54337"/>
                  </a:lnTo>
                  <a:lnTo>
                    <a:pt x="16721" y="53943"/>
                  </a:lnTo>
                  <a:lnTo>
                    <a:pt x="16742" y="53417"/>
                  </a:lnTo>
                  <a:lnTo>
                    <a:pt x="16752" y="53151"/>
                  </a:lnTo>
                  <a:lnTo>
                    <a:pt x="17153" y="42925"/>
                  </a:lnTo>
                  <a:lnTo>
                    <a:pt x="17413" y="36288"/>
                  </a:lnTo>
                  <a:lnTo>
                    <a:pt x="17501" y="35438"/>
                  </a:lnTo>
                  <a:lnTo>
                    <a:pt x="17636" y="34125"/>
                  </a:lnTo>
                  <a:lnTo>
                    <a:pt x="20728" y="28992"/>
                  </a:lnTo>
                  <a:lnTo>
                    <a:pt x="22764" y="25742"/>
                  </a:lnTo>
                  <a:lnTo>
                    <a:pt x="24815" y="22468"/>
                  </a:lnTo>
                  <a:lnTo>
                    <a:pt x="26017" y="20549"/>
                  </a:lnTo>
                  <a:lnTo>
                    <a:pt x="29110" y="15642"/>
                  </a:lnTo>
                  <a:lnTo>
                    <a:pt x="31112" y="12467"/>
                  </a:lnTo>
                  <a:lnTo>
                    <a:pt x="33067" y="9177"/>
                  </a:lnTo>
                  <a:lnTo>
                    <a:pt x="33505" y="8440"/>
                  </a:lnTo>
                  <a:lnTo>
                    <a:pt x="37181" y="2255"/>
                  </a:lnTo>
                  <a:lnTo>
                    <a:pt x="38451" y="118"/>
                  </a:lnTo>
                  <a:lnTo>
                    <a:pt x="38609" y="0"/>
                  </a:lnTo>
                  <a:lnTo>
                    <a:pt x="41272" y="1804"/>
                  </a:lnTo>
                  <a:lnTo>
                    <a:pt x="45864" y="4793"/>
                  </a:lnTo>
                  <a:lnTo>
                    <a:pt x="48660" y="6614"/>
                  </a:lnTo>
                  <a:lnTo>
                    <a:pt x="54886" y="10666"/>
                  </a:lnTo>
                  <a:lnTo>
                    <a:pt x="55027" y="10758"/>
                  </a:lnTo>
                  <a:lnTo>
                    <a:pt x="58604" y="12828"/>
                  </a:lnTo>
                  <a:lnTo>
                    <a:pt x="62057" y="14826"/>
                  </a:lnTo>
                  <a:lnTo>
                    <a:pt x="71226" y="20132"/>
                  </a:lnTo>
                  <a:lnTo>
                    <a:pt x="71900" y="20522"/>
                  </a:lnTo>
                  <a:lnTo>
                    <a:pt x="78669" y="24438"/>
                  </a:lnTo>
                  <a:lnTo>
                    <a:pt x="85550" y="27798"/>
                  </a:lnTo>
                  <a:lnTo>
                    <a:pt x="87720" y="28857"/>
                  </a:lnTo>
                  <a:lnTo>
                    <a:pt x="91355" y="30575"/>
                  </a:lnTo>
                  <a:lnTo>
                    <a:pt x="92510" y="31121"/>
                  </a:lnTo>
                  <a:lnTo>
                    <a:pt x="92715" y="311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2401824" y="3712723"/>
              <a:ext cx="161465" cy="136996"/>
            </a:xfrm>
            <a:custGeom>
              <a:avLst/>
              <a:pathLst>
                <a:path w="161465" h="136996">
                  <a:moveTo>
                    <a:pt x="113856" y="24182"/>
                  </a:moveTo>
                  <a:lnTo>
                    <a:pt x="116206" y="26201"/>
                  </a:lnTo>
                  <a:lnTo>
                    <a:pt x="120890" y="30117"/>
                  </a:lnTo>
                  <a:lnTo>
                    <a:pt x="121461" y="29456"/>
                  </a:lnTo>
                  <a:lnTo>
                    <a:pt x="123137" y="27515"/>
                  </a:lnTo>
                  <a:lnTo>
                    <a:pt x="123260" y="27372"/>
                  </a:lnTo>
                  <a:lnTo>
                    <a:pt x="124945" y="25422"/>
                  </a:lnTo>
                  <a:lnTo>
                    <a:pt x="128403" y="28369"/>
                  </a:lnTo>
                  <a:lnTo>
                    <a:pt x="131128" y="30691"/>
                  </a:lnTo>
                  <a:lnTo>
                    <a:pt x="131695" y="31175"/>
                  </a:lnTo>
                  <a:lnTo>
                    <a:pt x="135987" y="34833"/>
                  </a:lnTo>
                  <a:lnTo>
                    <a:pt x="138567" y="37032"/>
                  </a:lnTo>
                  <a:lnTo>
                    <a:pt x="141877" y="39853"/>
                  </a:lnTo>
                  <a:lnTo>
                    <a:pt x="142324" y="40234"/>
                  </a:lnTo>
                  <a:lnTo>
                    <a:pt x="144394" y="41998"/>
                  </a:lnTo>
                  <a:lnTo>
                    <a:pt x="145596" y="43023"/>
                  </a:lnTo>
                  <a:lnTo>
                    <a:pt x="146182" y="43522"/>
                  </a:lnTo>
                  <a:lnTo>
                    <a:pt x="150527" y="47225"/>
                  </a:lnTo>
                  <a:lnTo>
                    <a:pt x="152934" y="49277"/>
                  </a:lnTo>
                  <a:lnTo>
                    <a:pt x="153408" y="49680"/>
                  </a:lnTo>
                  <a:lnTo>
                    <a:pt x="158831" y="54303"/>
                  </a:lnTo>
                  <a:lnTo>
                    <a:pt x="160998" y="56150"/>
                  </a:lnTo>
                  <a:lnTo>
                    <a:pt x="161465" y="56547"/>
                  </a:lnTo>
                  <a:lnTo>
                    <a:pt x="160335" y="57538"/>
                  </a:lnTo>
                  <a:lnTo>
                    <a:pt x="158217" y="59222"/>
                  </a:lnTo>
                  <a:lnTo>
                    <a:pt x="155795" y="60899"/>
                  </a:lnTo>
                  <a:lnTo>
                    <a:pt x="153723" y="62170"/>
                  </a:lnTo>
                  <a:lnTo>
                    <a:pt x="152042" y="63130"/>
                  </a:lnTo>
                  <a:lnTo>
                    <a:pt x="150775" y="63447"/>
                  </a:lnTo>
                  <a:lnTo>
                    <a:pt x="149023" y="63756"/>
                  </a:lnTo>
                  <a:lnTo>
                    <a:pt x="148542" y="63840"/>
                  </a:lnTo>
                  <a:lnTo>
                    <a:pt x="147927" y="63949"/>
                  </a:lnTo>
                  <a:lnTo>
                    <a:pt x="140076" y="65333"/>
                  </a:lnTo>
                  <a:lnTo>
                    <a:pt x="136127" y="66029"/>
                  </a:lnTo>
                  <a:lnTo>
                    <a:pt x="134753" y="66206"/>
                  </a:lnTo>
                  <a:lnTo>
                    <a:pt x="122991" y="67720"/>
                  </a:lnTo>
                  <a:lnTo>
                    <a:pt x="119148" y="68214"/>
                  </a:lnTo>
                  <a:lnTo>
                    <a:pt x="117943" y="68357"/>
                  </a:lnTo>
                  <a:lnTo>
                    <a:pt x="118067" y="69274"/>
                  </a:lnTo>
                  <a:lnTo>
                    <a:pt x="118221" y="70419"/>
                  </a:lnTo>
                  <a:lnTo>
                    <a:pt x="118264" y="70741"/>
                  </a:lnTo>
                  <a:lnTo>
                    <a:pt x="118494" y="72444"/>
                  </a:lnTo>
                  <a:lnTo>
                    <a:pt x="120051" y="84003"/>
                  </a:lnTo>
                  <a:lnTo>
                    <a:pt x="120493" y="87289"/>
                  </a:lnTo>
                  <a:lnTo>
                    <a:pt x="121365" y="93759"/>
                  </a:lnTo>
                  <a:lnTo>
                    <a:pt x="121413" y="94119"/>
                  </a:lnTo>
                  <a:lnTo>
                    <a:pt x="121533" y="95009"/>
                  </a:lnTo>
                  <a:lnTo>
                    <a:pt x="123148" y="106997"/>
                  </a:lnTo>
                  <a:lnTo>
                    <a:pt x="123234" y="107641"/>
                  </a:lnTo>
                  <a:lnTo>
                    <a:pt x="124679" y="118368"/>
                  </a:lnTo>
                  <a:lnTo>
                    <a:pt x="124747" y="118870"/>
                  </a:lnTo>
                  <a:lnTo>
                    <a:pt x="125894" y="127386"/>
                  </a:lnTo>
                  <a:lnTo>
                    <a:pt x="126042" y="128487"/>
                  </a:lnTo>
                  <a:lnTo>
                    <a:pt x="124423" y="128765"/>
                  </a:lnTo>
                  <a:lnTo>
                    <a:pt x="122251" y="129091"/>
                  </a:lnTo>
                  <a:lnTo>
                    <a:pt x="120868" y="129299"/>
                  </a:lnTo>
                  <a:lnTo>
                    <a:pt x="117696" y="129720"/>
                  </a:lnTo>
                  <a:lnTo>
                    <a:pt x="113101" y="130330"/>
                  </a:lnTo>
                  <a:lnTo>
                    <a:pt x="109401" y="130820"/>
                  </a:lnTo>
                  <a:lnTo>
                    <a:pt x="105652" y="131318"/>
                  </a:lnTo>
                  <a:lnTo>
                    <a:pt x="105447" y="131344"/>
                  </a:lnTo>
                  <a:lnTo>
                    <a:pt x="100846" y="131937"/>
                  </a:lnTo>
                  <a:lnTo>
                    <a:pt x="97520" y="132366"/>
                  </a:lnTo>
                  <a:lnTo>
                    <a:pt x="97071" y="132424"/>
                  </a:lnTo>
                  <a:lnTo>
                    <a:pt x="95276" y="132655"/>
                  </a:lnTo>
                  <a:lnTo>
                    <a:pt x="93395" y="132898"/>
                  </a:lnTo>
                  <a:lnTo>
                    <a:pt x="85698" y="133890"/>
                  </a:lnTo>
                  <a:lnTo>
                    <a:pt x="78919" y="134764"/>
                  </a:lnTo>
                  <a:lnTo>
                    <a:pt x="78346" y="134838"/>
                  </a:lnTo>
                  <a:lnTo>
                    <a:pt x="77997" y="134881"/>
                  </a:lnTo>
                  <a:lnTo>
                    <a:pt x="77822" y="134903"/>
                  </a:lnTo>
                  <a:lnTo>
                    <a:pt x="69534" y="135927"/>
                  </a:lnTo>
                  <a:lnTo>
                    <a:pt x="69301" y="135955"/>
                  </a:lnTo>
                  <a:lnTo>
                    <a:pt x="69116" y="135978"/>
                  </a:lnTo>
                  <a:lnTo>
                    <a:pt x="61436" y="136741"/>
                  </a:lnTo>
                  <a:lnTo>
                    <a:pt x="60717" y="136767"/>
                  </a:lnTo>
                  <a:lnTo>
                    <a:pt x="54397" y="136996"/>
                  </a:lnTo>
                  <a:lnTo>
                    <a:pt x="53975" y="136955"/>
                  </a:lnTo>
                  <a:lnTo>
                    <a:pt x="53100" y="136871"/>
                  </a:lnTo>
                  <a:lnTo>
                    <a:pt x="48165" y="136393"/>
                  </a:lnTo>
                  <a:lnTo>
                    <a:pt x="47228" y="136303"/>
                  </a:lnTo>
                  <a:lnTo>
                    <a:pt x="47035" y="136254"/>
                  </a:lnTo>
                  <a:lnTo>
                    <a:pt x="46209" y="136044"/>
                  </a:lnTo>
                  <a:lnTo>
                    <a:pt x="45056" y="135751"/>
                  </a:lnTo>
                  <a:lnTo>
                    <a:pt x="44101" y="135508"/>
                  </a:lnTo>
                  <a:lnTo>
                    <a:pt x="39210" y="134041"/>
                  </a:lnTo>
                  <a:lnTo>
                    <a:pt x="38811" y="133922"/>
                  </a:lnTo>
                  <a:lnTo>
                    <a:pt x="36821" y="133033"/>
                  </a:lnTo>
                  <a:lnTo>
                    <a:pt x="35452" y="132421"/>
                  </a:lnTo>
                  <a:lnTo>
                    <a:pt x="32147" y="130946"/>
                  </a:lnTo>
                  <a:lnTo>
                    <a:pt x="28474" y="129306"/>
                  </a:lnTo>
                  <a:lnTo>
                    <a:pt x="28040" y="129112"/>
                  </a:lnTo>
                  <a:lnTo>
                    <a:pt x="24962" y="127737"/>
                  </a:lnTo>
                  <a:lnTo>
                    <a:pt x="17998" y="124627"/>
                  </a:lnTo>
                  <a:lnTo>
                    <a:pt x="16690" y="124044"/>
                  </a:lnTo>
                  <a:lnTo>
                    <a:pt x="14260" y="122958"/>
                  </a:lnTo>
                  <a:lnTo>
                    <a:pt x="11117" y="121555"/>
                  </a:lnTo>
                  <a:lnTo>
                    <a:pt x="10886" y="121452"/>
                  </a:lnTo>
                  <a:lnTo>
                    <a:pt x="3054" y="117893"/>
                  </a:lnTo>
                  <a:lnTo>
                    <a:pt x="1598" y="117231"/>
                  </a:lnTo>
                  <a:lnTo>
                    <a:pt x="0" y="116505"/>
                  </a:lnTo>
                  <a:lnTo>
                    <a:pt x="614" y="115098"/>
                  </a:lnTo>
                  <a:lnTo>
                    <a:pt x="673" y="114964"/>
                  </a:lnTo>
                  <a:lnTo>
                    <a:pt x="3829" y="107740"/>
                  </a:lnTo>
                  <a:lnTo>
                    <a:pt x="4470" y="106273"/>
                  </a:lnTo>
                  <a:lnTo>
                    <a:pt x="6240" y="102222"/>
                  </a:lnTo>
                  <a:lnTo>
                    <a:pt x="7286" y="99830"/>
                  </a:lnTo>
                  <a:lnTo>
                    <a:pt x="8282" y="97445"/>
                  </a:lnTo>
                  <a:lnTo>
                    <a:pt x="9509" y="94510"/>
                  </a:lnTo>
                  <a:lnTo>
                    <a:pt x="9509" y="94184"/>
                  </a:lnTo>
                  <a:lnTo>
                    <a:pt x="9454" y="93330"/>
                  </a:lnTo>
                  <a:lnTo>
                    <a:pt x="9231" y="92305"/>
                  </a:lnTo>
                  <a:lnTo>
                    <a:pt x="8786" y="90882"/>
                  </a:lnTo>
                  <a:lnTo>
                    <a:pt x="8229" y="89801"/>
                  </a:lnTo>
                  <a:lnTo>
                    <a:pt x="7560" y="88719"/>
                  </a:lnTo>
                  <a:lnTo>
                    <a:pt x="6614" y="87467"/>
                  </a:lnTo>
                  <a:lnTo>
                    <a:pt x="3589" y="85522"/>
                  </a:lnTo>
                  <a:lnTo>
                    <a:pt x="6084" y="85252"/>
                  </a:lnTo>
                  <a:lnTo>
                    <a:pt x="6660" y="85190"/>
                  </a:lnTo>
                  <a:lnTo>
                    <a:pt x="13841" y="84413"/>
                  </a:lnTo>
                  <a:lnTo>
                    <a:pt x="14939" y="84294"/>
                  </a:lnTo>
                  <a:lnTo>
                    <a:pt x="15739" y="84208"/>
                  </a:lnTo>
                  <a:lnTo>
                    <a:pt x="17361" y="83950"/>
                  </a:lnTo>
                  <a:lnTo>
                    <a:pt x="18476" y="83773"/>
                  </a:lnTo>
                  <a:lnTo>
                    <a:pt x="22361" y="83157"/>
                  </a:lnTo>
                  <a:lnTo>
                    <a:pt x="22787" y="83089"/>
                  </a:lnTo>
                  <a:lnTo>
                    <a:pt x="25210" y="82705"/>
                  </a:lnTo>
                  <a:lnTo>
                    <a:pt x="28436" y="82193"/>
                  </a:lnTo>
                  <a:lnTo>
                    <a:pt x="30244" y="81962"/>
                  </a:lnTo>
                  <a:lnTo>
                    <a:pt x="32699" y="81599"/>
                  </a:lnTo>
                  <a:lnTo>
                    <a:pt x="38534" y="80788"/>
                  </a:lnTo>
                  <a:lnTo>
                    <a:pt x="40724" y="80483"/>
                  </a:lnTo>
                  <a:lnTo>
                    <a:pt x="45376" y="79836"/>
                  </a:lnTo>
                  <a:lnTo>
                    <a:pt x="45623" y="79803"/>
                  </a:lnTo>
                  <a:lnTo>
                    <a:pt x="46945" y="79626"/>
                  </a:lnTo>
                  <a:lnTo>
                    <a:pt x="48219" y="79455"/>
                  </a:lnTo>
                  <a:lnTo>
                    <a:pt x="54956" y="78552"/>
                  </a:lnTo>
                  <a:lnTo>
                    <a:pt x="55953" y="78418"/>
                  </a:lnTo>
                  <a:lnTo>
                    <a:pt x="62530" y="77537"/>
                  </a:lnTo>
                  <a:lnTo>
                    <a:pt x="70057" y="76527"/>
                  </a:lnTo>
                  <a:lnTo>
                    <a:pt x="70259" y="76500"/>
                  </a:lnTo>
                  <a:lnTo>
                    <a:pt x="72274" y="76205"/>
                  </a:lnTo>
                  <a:lnTo>
                    <a:pt x="72601" y="76157"/>
                  </a:lnTo>
                  <a:lnTo>
                    <a:pt x="78374" y="75311"/>
                  </a:lnTo>
                  <a:lnTo>
                    <a:pt x="80302" y="75028"/>
                  </a:lnTo>
                  <a:lnTo>
                    <a:pt x="83284" y="74591"/>
                  </a:lnTo>
                  <a:lnTo>
                    <a:pt x="86684" y="74093"/>
                  </a:lnTo>
                  <a:lnTo>
                    <a:pt x="87725" y="73940"/>
                  </a:lnTo>
                  <a:lnTo>
                    <a:pt x="88277" y="73859"/>
                  </a:lnTo>
                  <a:lnTo>
                    <a:pt x="88151" y="73356"/>
                  </a:lnTo>
                  <a:lnTo>
                    <a:pt x="87914" y="72413"/>
                  </a:lnTo>
                  <a:lnTo>
                    <a:pt x="86313" y="63310"/>
                  </a:lnTo>
                  <a:lnTo>
                    <a:pt x="86553" y="61900"/>
                  </a:lnTo>
                  <a:lnTo>
                    <a:pt x="85773" y="58812"/>
                  </a:lnTo>
                  <a:lnTo>
                    <a:pt x="85662" y="58462"/>
                  </a:lnTo>
                  <a:lnTo>
                    <a:pt x="85467" y="57851"/>
                  </a:lnTo>
                  <a:lnTo>
                    <a:pt x="85161" y="56891"/>
                  </a:lnTo>
                  <a:lnTo>
                    <a:pt x="85050" y="55772"/>
                  </a:lnTo>
                  <a:lnTo>
                    <a:pt x="85071" y="55015"/>
                  </a:lnTo>
                  <a:lnTo>
                    <a:pt x="85081" y="54647"/>
                  </a:lnTo>
                  <a:lnTo>
                    <a:pt x="85126" y="54352"/>
                  </a:lnTo>
                  <a:lnTo>
                    <a:pt x="85251" y="53536"/>
                  </a:lnTo>
                  <a:lnTo>
                    <a:pt x="85574" y="52421"/>
                  </a:lnTo>
                  <a:lnTo>
                    <a:pt x="85850" y="51767"/>
                  </a:lnTo>
                  <a:lnTo>
                    <a:pt x="85960" y="51505"/>
                  </a:lnTo>
                  <a:lnTo>
                    <a:pt x="86467" y="50610"/>
                  </a:lnTo>
                  <a:lnTo>
                    <a:pt x="86994" y="49884"/>
                  </a:lnTo>
                  <a:lnTo>
                    <a:pt x="87540" y="49234"/>
                  </a:lnTo>
                  <a:lnTo>
                    <a:pt x="88128" y="48362"/>
                  </a:lnTo>
                  <a:lnTo>
                    <a:pt x="89927" y="45695"/>
                  </a:lnTo>
                  <a:lnTo>
                    <a:pt x="89923" y="45457"/>
                  </a:lnTo>
                  <a:lnTo>
                    <a:pt x="89905" y="44601"/>
                  </a:lnTo>
                  <a:lnTo>
                    <a:pt x="89893" y="43982"/>
                  </a:lnTo>
                  <a:lnTo>
                    <a:pt x="89883" y="43509"/>
                  </a:lnTo>
                  <a:lnTo>
                    <a:pt x="90631" y="41464"/>
                  </a:lnTo>
                  <a:lnTo>
                    <a:pt x="91398" y="39370"/>
                  </a:lnTo>
                  <a:lnTo>
                    <a:pt x="89777" y="34945"/>
                  </a:lnTo>
                  <a:lnTo>
                    <a:pt x="87579" y="34220"/>
                  </a:lnTo>
                  <a:lnTo>
                    <a:pt x="87040" y="34042"/>
                  </a:lnTo>
                  <a:lnTo>
                    <a:pt x="86898" y="33996"/>
                  </a:lnTo>
                  <a:lnTo>
                    <a:pt x="83443" y="32415"/>
                  </a:lnTo>
                  <a:lnTo>
                    <a:pt x="83078" y="32222"/>
                  </a:lnTo>
                  <a:lnTo>
                    <a:pt x="82740" y="32044"/>
                  </a:lnTo>
                  <a:lnTo>
                    <a:pt x="81476" y="31378"/>
                  </a:lnTo>
                  <a:lnTo>
                    <a:pt x="81141" y="31201"/>
                  </a:lnTo>
                  <a:lnTo>
                    <a:pt x="80067" y="30635"/>
                  </a:lnTo>
                  <a:lnTo>
                    <a:pt x="79771" y="30430"/>
                  </a:lnTo>
                  <a:lnTo>
                    <a:pt x="78513" y="29558"/>
                  </a:lnTo>
                  <a:lnTo>
                    <a:pt x="74137" y="28832"/>
                  </a:lnTo>
                  <a:lnTo>
                    <a:pt x="72673" y="28589"/>
                  </a:lnTo>
                  <a:lnTo>
                    <a:pt x="72706" y="25621"/>
                  </a:lnTo>
                  <a:lnTo>
                    <a:pt x="69565" y="25691"/>
                  </a:lnTo>
                  <a:lnTo>
                    <a:pt x="68326" y="25719"/>
                  </a:lnTo>
                  <a:lnTo>
                    <a:pt x="67744" y="25732"/>
                  </a:lnTo>
                  <a:lnTo>
                    <a:pt x="66504" y="25760"/>
                  </a:lnTo>
                  <a:lnTo>
                    <a:pt x="65582" y="22654"/>
                  </a:lnTo>
                  <a:lnTo>
                    <a:pt x="65054" y="20874"/>
                  </a:lnTo>
                  <a:lnTo>
                    <a:pt x="64969" y="20591"/>
                  </a:lnTo>
                  <a:lnTo>
                    <a:pt x="64595" y="19451"/>
                  </a:lnTo>
                  <a:lnTo>
                    <a:pt x="63767" y="16930"/>
                  </a:lnTo>
                  <a:lnTo>
                    <a:pt x="63636" y="16530"/>
                  </a:lnTo>
                  <a:lnTo>
                    <a:pt x="63043" y="14726"/>
                  </a:lnTo>
                  <a:lnTo>
                    <a:pt x="62795" y="13832"/>
                  </a:lnTo>
                  <a:lnTo>
                    <a:pt x="62718" y="13556"/>
                  </a:lnTo>
                  <a:lnTo>
                    <a:pt x="62658" y="13339"/>
                  </a:lnTo>
                  <a:lnTo>
                    <a:pt x="62606" y="13153"/>
                  </a:lnTo>
                  <a:lnTo>
                    <a:pt x="61806" y="10273"/>
                  </a:lnTo>
                  <a:lnTo>
                    <a:pt x="61477" y="8639"/>
                  </a:lnTo>
                  <a:lnTo>
                    <a:pt x="77098" y="7401"/>
                  </a:lnTo>
                  <a:lnTo>
                    <a:pt x="79278" y="7029"/>
                  </a:lnTo>
                  <a:lnTo>
                    <a:pt x="79545" y="6700"/>
                  </a:lnTo>
                  <a:lnTo>
                    <a:pt x="79691" y="6520"/>
                  </a:lnTo>
                  <a:lnTo>
                    <a:pt x="80076" y="6046"/>
                  </a:lnTo>
                  <a:lnTo>
                    <a:pt x="82666" y="2853"/>
                  </a:lnTo>
                  <a:lnTo>
                    <a:pt x="83065" y="2362"/>
                  </a:lnTo>
                  <a:lnTo>
                    <a:pt x="85248" y="409"/>
                  </a:lnTo>
                  <a:lnTo>
                    <a:pt x="85706" y="0"/>
                  </a:lnTo>
                  <a:lnTo>
                    <a:pt x="88562" y="2453"/>
                  </a:lnTo>
                  <a:lnTo>
                    <a:pt x="88727" y="2595"/>
                  </a:lnTo>
                  <a:lnTo>
                    <a:pt x="97583" y="10203"/>
                  </a:lnTo>
                  <a:lnTo>
                    <a:pt x="98178" y="10714"/>
                  </a:lnTo>
                  <a:lnTo>
                    <a:pt x="103795" y="15539"/>
                  </a:lnTo>
                  <a:lnTo>
                    <a:pt x="104016" y="15729"/>
                  </a:lnTo>
                  <a:lnTo>
                    <a:pt x="104548" y="16186"/>
                  </a:lnTo>
                  <a:lnTo>
                    <a:pt x="109820" y="207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2519768" y="3776564"/>
              <a:ext cx="151991" cy="146735"/>
            </a:xfrm>
            <a:custGeom>
              <a:avLst/>
              <a:pathLst>
                <a:path w="151991" h="146735">
                  <a:moveTo>
                    <a:pt x="77966" y="29650"/>
                  </a:moveTo>
                  <a:lnTo>
                    <a:pt x="85410" y="33802"/>
                  </a:lnTo>
                  <a:lnTo>
                    <a:pt x="86434" y="32084"/>
                  </a:lnTo>
                  <a:lnTo>
                    <a:pt x="86673" y="32245"/>
                  </a:lnTo>
                  <a:lnTo>
                    <a:pt x="86874" y="32382"/>
                  </a:lnTo>
                  <a:lnTo>
                    <a:pt x="88186" y="33270"/>
                  </a:lnTo>
                  <a:lnTo>
                    <a:pt x="95581" y="38274"/>
                  </a:lnTo>
                  <a:lnTo>
                    <a:pt x="97413" y="39514"/>
                  </a:lnTo>
                  <a:lnTo>
                    <a:pt x="103034" y="43318"/>
                  </a:lnTo>
                  <a:lnTo>
                    <a:pt x="108938" y="47313"/>
                  </a:lnTo>
                  <a:lnTo>
                    <a:pt x="113467" y="50378"/>
                  </a:lnTo>
                  <a:lnTo>
                    <a:pt x="115968" y="52071"/>
                  </a:lnTo>
                  <a:lnTo>
                    <a:pt x="122490" y="56485"/>
                  </a:lnTo>
                  <a:lnTo>
                    <a:pt x="129405" y="61164"/>
                  </a:lnTo>
                  <a:lnTo>
                    <a:pt x="136445" y="65925"/>
                  </a:lnTo>
                  <a:lnTo>
                    <a:pt x="144172" y="70490"/>
                  </a:lnTo>
                  <a:lnTo>
                    <a:pt x="148845" y="73251"/>
                  </a:lnTo>
                  <a:lnTo>
                    <a:pt x="151991" y="75112"/>
                  </a:lnTo>
                  <a:lnTo>
                    <a:pt x="151727" y="75496"/>
                  </a:lnTo>
                  <a:lnTo>
                    <a:pt x="131951" y="104336"/>
                  </a:lnTo>
                  <a:lnTo>
                    <a:pt x="117841" y="124912"/>
                  </a:lnTo>
                  <a:lnTo>
                    <a:pt x="117729" y="125076"/>
                  </a:lnTo>
                  <a:lnTo>
                    <a:pt x="117640" y="125205"/>
                  </a:lnTo>
                  <a:lnTo>
                    <a:pt x="103627" y="145640"/>
                  </a:lnTo>
                  <a:lnTo>
                    <a:pt x="103348" y="146048"/>
                  </a:lnTo>
                  <a:lnTo>
                    <a:pt x="102887" y="146735"/>
                  </a:lnTo>
                  <a:lnTo>
                    <a:pt x="102214" y="146281"/>
                  </a:lnTo>
                  <a:lnTo>
                    <a:pt x="101531" y="145820"/>
                  </a:lnTo>
                  <a:lnTo>
                    <a:pt x="99849" y="144685"/>
                  </a:lnTo>
                  <a:lnTo>
                    <a:pt x="99178" y="144232"/>
                  </a:lnTo>
                  <a:lnTo>
                    <a:pt x="88612" y="137103"/>
                  </a:lnTo>
                  <a:lnTo>
                    <a:pt x="88443" y="136989"/>
                  </a:lnTo>
                  <a:lnTo>
                    <a:pt x="89060" y="136078"/>
                  </a:lnTo>
                  <a:lnTo>
                    <a:pt x="85426" y="133588"/>
                  </a:lnTo>
                  <a:lnTo>
                    <a:pt x="82117" y="131321"/>
                  </a:lnTo>
                  <a:lnTo>
                    <a:pt x="81978" y="131225"/>
                  </a:lnTo>
                  <a:lnTo>
                    <a:pt x="81332" y="130774"/>
                  </a:lnTo>
                  <a:lnTo>
                    <a:pt x="76085" y="127109"/>
                  </a:lnTo>
                  <a:lnTo>
                    <a:pt x="75394" y="126627"/>
                  </a:lnTo>
                  <a:lnTo>
                    <a:pt x="74647" y="127686"/>
                  </a:lnTo>
                  <a:lnTo>
                    <a:pt x="74445" y="127972"/>
                  </a:lnTo>
                  <a:lnTo>
                    <a:pt x="74012" y="128613"/>
                  </a:lnTo>
                  <a:lnTo>
                    <a:pt x="73817" y="128901"/>
                  </a:lnTo>
                  <a:lnTo>
                    <a:pt x="67079" y="124369"/>
                  </a:lnTo>
                  <a:lnTo>
                    <a:pt x="60164" y="119718"/>
                  </a:lnTo>
                  <a:lnTo>
                    <a:pt x="60817" y="118793"/>
                  </a:lnTo>
                  <a:lnTo>
                    <a:pt x="60906" y="118594"/>
                  </a:lnTo>
                  <a:lnTo>
                    <a:pt x="55228" y="114737"/>
                  </a:lnTo>
                  <a:lnTo>
                    <a:pt x="54797" y="114444"/>
                  </a:lnTo>
                  <a:lnTo>
                    <a:pt x="54153" y="114007"/>
                  </a:lnTo>
                  <a:lnTo>
                    <a:pt x="54393" y="113654"/>
                  </a:lnTo>
                  <a:lnTo>
                    <a:pt x="55061" y="112619"/>
                  </a:lnTo>
                  <a:lnTo>
                    <a:pt x="51837" y="110552"/>
                  </a:lnTo>
                  <a:lnTo>
                    <a:pt x="49481" y="109043"/>
                  </a:lnTo>
                  <a:lnTo>
                    <a:pt x="47693" y="107896"/>
                  </a:lnTo>
                  <a:lnTo>
                    <a:pt x="46820" y="107337"/>
                  </a:lnTo>
                  <a:lnTo>
                    <a:pt x="45870" y="108735"/>
                  </a:lnTo>
                  <a:lnTo>
                    <a:pt x="45385" y="109493"/>
                  </a:lnTo>
                  <a:lnTo>
                    <a:pt x="42736" y="113629"/>
                  </a:lnTo>
                  <a:lnTo>
                    <a:pt x="40625" y="116874"/>
                  </a:lnTo>
                  <a:lnTo>
                    <a:pt x="40302" y="117379"/>
                  </a:lnTo>
                  <a:lnTo>
                    <a:pt x="39975" y="117194"/>
                  </a:lnTo>
                  <a:lnTo>
                    <a:pt x="32682" y="113063"/>
                  </a:lnTo>
                  <a:lnTo>
                    <a:pt x="27578" y="110173"/>
                  </a:lnTo>
                  <a:lnTo>
                    <a:pt x="25159" y="108535"/>
                  </a:lnTo>
                  <a:lnTo>
                    <a:pt x="23880" y="107668"/>
                  </a:lnTo>
                  <a:lnTo>
                    <a:pt x="21601" y="106014"/>
                  </a:lnTo>
                  <a:lnTo>
                    <a:pt x="19051" y="104164"/>
                  </a:lnTo>
                  <a:lnTo>
                    <a:pt x="18714" y="103920"/>
                  </a:lnTo>
                  <a:lnTo>
                    <a:pt x="18219" y="103561"/>
                  </a:lnTo>
                  <a:lnTo>
                    <a:pt x="16490" y="102307"/>
                  </a:lnTo>
                  <a:lnTo>
                    <a:pt x="14721" y="101244"/>
                  </a:lnTo>
                  <a:lnTo>
                    <a:pt x="12481" y="99899"/>
                  </a:lnTo>
                  <a:lnTo>
                    <a:pt x="12100" y="99672"/>
                  </a:lnTo>
                  <a:lnTo>
                    <a:pt x="4990" y="95573"/>
                  </a:lnTo>
                  <a:lnTo>
                    <a:pt x="7690" y="90815"/>
                  </a:lnTo>
                  <a:lnTo>
                    <a:pt x="8754" y="88940"/>
                  </a:lnTo>
                  <a:lnTo>
                    <a:pt x="12093" y="83057"/>
                  </a:lnTo>
                  <a:lnTo>
                    <a:pt x="11828" y="83091"/>
                  </a:lnTo>
                  <a:lnTo>
                    <a:pt x="5241" y="83932"/>
                  </a:lnTo>
                  <a:lnTo>
                    <a:pt x="2941" y="65592"/>
                  </a:lnTo>
                  <a:lnTo>
                    <a:pt x="2925" y="65458"/>
                  </a:lnTo>
                  <a:lnTo>
                    <a:pt x="4308" y="65250"/>
                  </a:lnTo>
                  <a:lnTo>
                    <a:pt x="6479" y="64924"/>
                  </a:lnTo>
                  <a:lnTo>
                    <a:pt x="8094" y="64616"/>
                  </a:lnTo>
                  <a:lnTo>
                    <a:pt x="7950" y="63545"/>
                  </a:lnTo>
                  <a:lnTo>
                    <a:pt x="6803" y="55029"/>
                  </a:lnTo>
                  <a:lnTo>
                    <a:pt x="6735" y="54527"/>
                  </a:lnTo>
                  <a:lnTo>
                    <a:pt x="5291" y="43800"/>
                  </a:lnTo>
                  <a:lnTo>
                    <a:pt x="5204" y="43156"/>
                  </a:lnTo>
                  <a:lnTo>
                    <a:pt x="3589" y="31169"/>
                  </a:lnTo>
                  <a:lnTo>
                    <a:pt x="3469" y="30276"/>
                  </a:lnTo>
                  <a:lnTo>
                    <a:pt x="3421" y="29918"/>
                  </a:lnTo>
                  <a:lnTo>
                    <a:pt x="2549" y="23448"/>
                  </a:lnTo>
                  <a:lnTo>
                    <a:pt x="2107" y="20162"/>
                  </a:lnTo>
                  <a:lnTo>
                    <a:pt x="550" y="8603"/>
                  </a:lnTo>
                  <a:lnTo>
                    <a:pt x="321" y="6900"/>
                  </a:lnTo>
                  <a:lnTo>
                    <a:pt x="277" y="6578"/>
                  </a:lnTo>
                  <a:lnTo>
                    <a:pt x="123" y="5433"/>
                  </a:lnTo>
                  <a:lnTo>
                    <a:pt x="0" y="4516"/>
                  </a:lnTo>
                  <a:lnTo>
                    <a:pt x="1204" y="4373"/>
                  </a:lnTo>
                  <a:lnTo>
                    <a:pt x="5048" y="3879"/>
                  </a:lnTo>
                  <a:lnTo>
                    <a:pt x="16809" y="2365"/>
                  </a:lnTo>
                  <a:lnTo>
                    <a:pt x="18183" y="2188"/>
                  </a:lnTo>
                  <a:lnTo>
                    <a:pt x="22132" y="1492"/>
                  </a:lnTo>
                  <a:lnTo>
                    <a:pt x="29983" y="108"/>
                  </a:lnTo>
                  <a:lnTo>
                    <a:pt x="30598" y="0"/>
                  </a:lnTo>
                  <a:lnTo>
                    <a:pt x="31087" y="1312"/>
                  </a:lnTo>
                  <a:lnTo>
                    <a:pt x="31414" y="2192"/>
                  </a:lnTo>
                  <a:lnTo>
                    <a:pt x="31579" y="2636"/>
                  </a:lnTo>
                  <a:lnTo>
                    <a:pt x="31704" y="2970"/>
                  </a:lnTo>
                  <a:lnTo>
                    <a:pt x="34644" y="5483"/>
                  </a:lnTo>
                  <a:lnTo>
                    <a:pt x="35260" y="5827"/>
                  </a:lnTo>
                  <a:lnTo>
                    <a:pt x="42514" y="9873"/>
                  </a:lnTo>
                  <a:lnTo>
                    <a:pt x="50056" y="14080"/>
                  </a:lnTo>
                  <a:lnTo>
                    <a:pt x="57359" y="18154"/>
                  </a:lnTo>
                  <a:lnTo>
                    <a:pt x="63996" y="21856"/>
                  </a:lnTo>
                  <a:lnTo>
                    <a:pt x="71187" y="25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2637409" y="3802717"/>
              <a:ext cx="215120" cy="143439"/>
            </a:xfrm>
            <a:custGeom>
              <a:avLst/>
              <a:pathLst>
                <a:path w="215120" h="143439">
                  <a:moveTo>
                    <a:pt x="175186" y="28564"/>
                  </a:moveTo>
                  <a:lnTo>
                    <a:pt x="181656" y="33090"/>
                  </a:lnTo>
                  <a:lnTo>
                    <a:pt x="182789" y="33884"/>
                  </a:lnTo>
                  <a:lnTo>
                    <a:pt x="185829" y="36017"/>
                  </a:lnTo>
                  <a:lnTo>
                    <a:pt x="188335" y="37774"/>
                  </a:lnTo>
                  <a:lnTo>
                    <a:pt x="188520" y="37904"/>
                  </a:lnTo>
                  <a:lnTo>
                    <a:pt x="194226" y="41907"/>
                  </a:lnTo>
                  <a:lnTo>
                    <a:pt x="194692" y="42220"/>
                  </a:lnTo>
                  <a:lnTo>
                    <a:pt x="195016" y="42441"/>
                  </a:lnTo>
                  <a:lnTo>
                    <a:pt x="195298" y="42634"/>
                  </a:lnTo>
                  <a:lnTo>
                    <a:pt x="195899" y="43044"/>
                  </a:lnTo>
                  <a:lnTo>
                    <a:pt x="201923" y="47160"/>
                  </a:lnTo>
                  <a:lnTo>
                    <a:pt x="201727" y="47461"/>
                  </a:lnTo>
                  <a:lnTo>
                    <a:pt x="201391" y="47978"/>
                  </a:lnTo>
                  <a:lnTo>
                    <a:pt x="208239" y="52781"/>
                  </a:lnTo>
                  <a:lnTo>
                    <a:pt x="207841" y="53338"/>
                  </a:lnTo>
                  <a:lnTo>
                    <a:pt x="214480" y="58117"/>
                  </a:lnTo>
                  <a:lnTo>
                    <a:pt x="215120" y="58577"/>
                  </a:lnTo>
                  <a:lnTo>
                    <a:pt x="214653" y="59225"/>
                  </a:lnTo>
                  <a:lnTo>
                    <a:pt x="213852" y="60337"/>
                  </a:lnTo>
                  <a:lnTo>
                    <a:pt x="213393" y="60973"/>
                  </a:lnTo>
                  <a:lnTo>
                    <a:pt x="212121" y="62737"/>
                  </a:lnTo>
                  <a:lnTo>
                    <a:pt x="211400" y="63737"/>
                  </a:lnTo>
                  <a:lnTo>
                    <a:pt x="210837" y="64519"/>
                  </a:lnTo>
                  <a:lnTo>
                    <a:pt x="210701" y="64707"/>
                  </a:lnTo>
                  <a:lnTo>
                    <a:pt x="209494" y="66382"/>
                  </a:lnTo>
                  <a:lnTo>
                    <a:pt x="209348" y="66584"/>
                  </a:lnTo>
                  <a:lnTo>
                    <a:pt x="208986" y="67086"/>
                  </a:lnTo>
                  <a:lnTo>
                    <a:pt x="208374" y="67994"/>
                  </a:lnTo>
                  <a:lnTo>
                    <a:pt x="208170" y="68295"/>
                  </a:lnTo>
                  <a:lnTo>
                    <a:pt x="207483" y="69314"/>
                  </a:lnTo>
                  <a:lnTo>
                    <a:pt x="207133" y="69831"/>
                  </a:lnTo>
                  <a:lnTo>
                    <a:pt x="206257" y="71130"/>
                  </a:lnTo>
                  <a:lnTo>
                    <a:pt x="206108" y="71350"/>
                  </a:lnTo>
                  <a:lnTo>
                    <a:pt x="205640" y="72044"/>
                  </a:lnTo>
                  <a:lnTo>
                    <a:pt x="204976" y="73027"/>
                  </a:lnTo>
                  <a:lnTo>
                    <a:pt x="204843" y="73224"/>
                  </a:lnTo>
                  <a:lnTo>
                    <a:pt x="204124" y="74289"/>
                  </a:lnTo>
                  <a:lnTo>
                    <a:pt x="201819" y="77704"/>
                  </a:lnTo>
                  <a:lnTo>
                    <a:pt x="201583" y="78054"/>
                  </a:lnTo>
                  <a:lnTo>
                    <a:pt x="200165" y="80155"/>
                  </a:lnTo>
                  <a:lnTo>
                    <a:pt x="199817" y="80671"/>
                  </a:lnTo>
                  <a:lnTo>
                    <a:pt x="196841" y="85079"/>
                  </a:lnTo>
                  <a:lnTo>
                    <a:pt x="195630" y="86872"/>
                  </a:lnTo>
                  <a:lnTo>
                    <a:pt x="192781" y="91094"/>
                  </a:lnTo>
                  <a:lnTo>
                    <a:pt x="179643" y="110819"/>
                  </a:lnTo>
                  <a:lnTo>
                    <a:pt x="179057" y="111699"/>
                  </a:lnTo>
                  <a:lnTo>
                    <a:pt x="178044" y="113221"/>
                  </a:lnTo>
                  <a:lnTo>
                    <a:pt x="176590" y="115403"/>
                  </a:lnTo>
                  <a:lnTo>
                    <a:pt x="176430" y="115644"/>
                  </a:lnTo>
                  <a:lnTo>
                    <a:pt x="175422" y="117157"/>
                  </a:lnTo>
                  <a:lnTo>
                    <a:pt x="174510" y="118527"/>
                  </a:lnTo>
                  <a:lnTo>
                    <a:pt x="173801" y="119591"/>
                  </a:lnTo>
                  <a:lnTo>
                    <a:pt x="173330" y="120297"/>
                  </a:lnTo>
                  <a:lnTo>
                    <a:pt x="172778" y="121127"/>
                  </a:lnTo>
                  <a:lnTo>
                    <a:pt x="172692" y="121256"/>
                  </a:lnTo>
                  <a:lnTo>
                    <a:pt x="171883" y="122470"/>
                  </a:lnTo>
                  <a:lnTo>
                    <a:pt x="171181" y="123524"/>
                  </a:lnTo>
                  <a:lnTo>
                    <a:pt x="170863" y="124002"/>
                  </a:lnTo>
                  <a:lnTo>
                    <a:pt x="170579" y="124429"/>
                  </a:lnTo>
                  <a:lnTo>
                    <a:pt x="170315" y="124824"/>
                  </a:lnTo>
                  <a:lnTo>
                    <a:pt x="169760" y="125657"/>
                  </a:lnTo>
                  <a:lnTo>
                    <a:pt x="168758" y="127163"/>
                  </a:lnTo>
                  <a:lnTo>
                    <a:pt x="168589" y="127417"/>
                  </a:lnTo>
                  <a:lnTo>
                    <a:pt x="168394" y="127709"/>
                  </a:lnTo>
                  <a:lnTo>
                    <a:pt x="168016" y="128277"/>
                  </a:lnTo>
                  <a:lnTo>
                    <a:pt x="167348" y="129279"/>
                  </a:lnTo>
                  <a:lnTo>
                    <a:pt x="166534" y="130501"/>
                  </a:lnTo>
                  <a:lnTo>
                    <a:pt x="165976" y="131339"/>
                  </a:lnTo>
                  <a:lnTo>
                    <a:pt x="165262" y="132412"/>
                  </a:lnTo>
                  <a:lnTo>
                    <a:pt x="163362" y="135264"/>
                  </a:lnTo>
                  <a:lnTo>
                    <a:pt x="162963" y="135099"/>
                  </a:lnTo>
                  <a:lnTo>
                    <a:pt x="161599" y="134648"/>
                  </a:lnTo>
                  <a:lnTo>
                    <a:pt x="159860" y="134073"/>
                  </a:lnTo>
                  <a:lnTo>
                    <a:pt x="156586" y="132604"/>
                  </a:lnTo>
                  <a:lnTo>
                    <a:pt x="154614" y="131242"/>
                  </a:lnTo>
                  <a:lnTo>
                    <a:pt x="154404" y="131097"/>
                  </a:lnTo>
                  <a:lnTo>
                    <a:pt x="150847" y="128640"/>
                  </a:lnTo>
                  <a:lnTo>
                    <a:pt x="148301" y="126881"/>
                  </a:lnTo>
                  <a:lnTo>
                    <a:pt x="148096" y="126739"/>
                  </a:lnTo>
                  <a:lnTo>
                    <a:pt x="147737" y="126491"/>
                  </a:lnTo>
                  <a:lnTo>
                    <a:pt x="142103" y="122599"/>
                  </a:lnTo>
                  <a:lnTo>
                    <a:pt x="141197" y="121973"/>
                  </a:lnTo>
                  <a:lnTo>
                    <a:pt x="134641" y="117444"/>
                  </a:lnTo>
                  <a:lnTo>
                    <a:pt x="134475" y="117329"/>
                  </a:lnTo>
                  <a:lnTo>
                    <a:pt x="132234" y="115780"/>
                  </a:lnTo>
                  <a:lnTo>
                    <a:pt x="127973" y="112837"/>
                  </a:lnTo>
                  <a:lnTo>
                    <a:pt x="127537" y="112536"/>
                  </a:lnTo>
                  <a:lnTo>
                    <a:pt x="120921" y="107965"/>
                  </a:lnTo>
                  <a:lnTo>
                    <a:pt x="120513" y="107683"/>
                  </a:lnTo>
                  <a:lnTo>
                    <a:pt x="120115" y="107408"/>
                  </a:lnTo>
                  <a:lnTo>
                    <a:pt x="114653" y="103635"/>
                  </a:lnTo>
                  <a:lnTo>
                    <a:pt x="101920" y="94838"/>
                  </a:lnTo>
                  <a:lnTo>
                    <a:pt x="101354" y="94447"/>
                  </a:lnTo>
                  <a:lnTo>
                    <a:pt x="101014" y="94287"/>
                  </a:lnTo>
                  <a:lnTo>
                    <a:pt x="100132" y="93870"/>
                  </a:lnTo>
                  <a:lnTo>
                    <a:pt x="99961" y="93755"/>
                  </a:lnTo>
                  <a:lnTo>
                    <a:pt x="99864" y="93896"/>
                  </a:lnTo>
                  <a:lnTo>
                    <a:pt x="99385" y="94594"/>
                  </a:lnTo>
                  <a:lnTo>
                    <a:pt x="97515" y="97317"/>
                  </a:lnTo>
                  <a:lnTo>
                    <a:pt x="94930" y="101083"/>
                  </a:lnTo>
                  <a:lnTo>
                    <a:pt x="93620" y="103067"/>
                  </a:lnTo>
                  <a:lnTo>
                    <a:pt x="91659" y="106035"/>
                  </a:lnTo>
                  <a:lnTo>
                    <a:pt x="87274" y="112153"/>
                  </a:lnTo>
                  <a:lnTo>
                    <a:pt x="85854" y="114205"/>
                  </a:lnTo>
                  <a:lnTo>
                    <a:pt x="79483" y="123410"/>
                  </a:lnTo>
                  <a:lnTo>
                    <a:pt x="77951" y="125625"/>
                  </a:lnTo>
                  <a:lnTo>
                    <a:pt x="75760" y="128721"/>
                  </a:lnTo>
                  <a:lnTo>
                    <a:pt x="73473" y="131954"/>
                  </a:lnTo>
                  <a:lnTo>
                    <a:pt x="69265" y="137662"/>
                  </a:lnTo>
                  <a:lnTo>
                    <a:pt x="68925" y="138070"/>
                  </a:lnTo>
                  <a:lnTo>
                    <a:pt x="65000" y="142761"/>
                  </a:lnTo>
                  <a:lnTo>
                    <a:pt x="64571" y="143274"/>
                  </a:lnTo>
                  <a:lnTo>
                    <a:pt x="64432" y="143439"/>
                  </a:lnTo>
                  <a:lnTo>
                    <a:pt x="55735" y="137461"/>
                  </a:lnTo>
                  <a:lnTo>
                    <a:pt x="53276" y="135771"/>
                  </a:lnTo>
                  <a:lnTo>
                    <a:pt x="49159" y="132941"/>
                  </a:lnTo>
                  <a:lnTo>
                    <a:pt x="48999" y="132830"/>
                  </a:lnTo>
                  <a:lnTo>
                    <a:pt x="42258" y="128196"/>
                  </a:lnTo>
                  <a:lnTo>
                    <a:pt x="38975" y="125940"/>
                  </a:lnTo>
                  <a:lnTo>
                    <a:pt x="36098" y="123962"/>
                  </a:lnTo>
                  <a:lnTo>
                    <a:pt x="35720" y="123702"/>
                  </a:lnTo>
                  <a:lnTo>
                    <a:pt x="35535" y="123575"/>
                  </a:lnTo>
                  <a:lnTo>
                    <a:pt x="28982" y="119070"/>
                  </a:lnTo>
                  <a:lnTo>
                    <a:pt x="28770" y="118924"/>
                  </a:lnTo>
                  <a:lnTo>
                    <a:pt x="21945" y="114233"/>
                  </a:lnTo>
                  <a:lnTo>
                    <a:pt x="21814" y="114143"/>
                  </a:lnTo>
                  <a:lnTo>
                    <a:pt x="17875" y="111435"/>
                  </a:lnTo>
                  <a:lnTo>
                    <a:pt x="15568" y="109849"/>
                  </a:lnTo>
                  <a:lnTo>
                    <a:pt x="14907" y="109395"/>
                  </a:lnTo>
                  <a:lnTo>
                    <a:pt x="14736" y="109277"/>
                  </a:lnTo>
                  <a:lnTo>
                    <a:pt x="11444" y="107015"/>
                  </a:lnTo>
                  <a:lnTo>
                    <a:pt x="5608" y="102954"/>
                  </a:lnTo>
                  <a:lnTo>
                    <a:pt x="4716" y="102333"/>
                  </a:lnTo>
                  <a:lnTo>
                    <a:pt x="0" y="99052"/>
                  </a:lnTo>
                  <a:lnTo>
                    <a:pt x="88" y="98923"/>
                  </a:lnTo>
                  <a:lnTo>
                    <a:pt x="201" y="98758"/>
                  </a:lnTo>
                  <a:lnTo>
                    <a:pt x="14325" y="78160"/>
                  </a:lnTo>
                  <a:lnTo>
                    <a:pt x="34087" y="49342"/>
                  </a:lnTo>
                  <a:lnTo>
                    <a:pt x="34350" y="48958"/>
                  </a:lnTo>
                  <a:lnTo>
                    <a:pt x="39324" y="52379"/>
                  </a:lnTo>
                  <a:lnTo>
                    <a:pt x="49060" y="59075"/>
                  </a:lnTo>
                  <a:lnTo>
                    <a:pt x="52147" y="61198"/>
                  </a:lnTo>
                  <a:lnTo>
                    <a:pt x="56260" y="64028"/>
                  </a:lnTo>
                  <a:lnTo>
                    <a:pt x="56434" y="64147"/>
                  </a:lnTo>
                  <a:lnTo>
                    <a:pt x="61121" y="67370"/>
                  </a:lnTo>
                  <a:lnTo>
                    <a:pt x="62814" y="68535"/>
                  </a:lnTo>
                  <a:lnTo>
                    <a:pt x="65414" y="70323"/>
                  </a:lnTo>
                  <a:lnTo>
                    <a:pt x="65916" y="70668"/>
                  </a:lnTo>
                  <a:lnTo>
                    <a:pt x="69495" y="73129"/>
                  </a:lnTo>
                  <a:lnTo>
                    <a:pt x="69684" y="73260"/>
                  </a:lnTo>
                  <a:lnTo>
                    <a:pt x="70272" y="73664"/>
                  </a:lnTo>
                  <a:lnTo>
                    <a:pt x="76183" y="77730"/>
                  </a:lnTo>
                  <a:lnTo>
                    <a:pt x="76413" y="77888"/>
                  </a:lnTo>
                  <a:lnTo>
                    <a:pt x="76814" y="78164"/>
                  </a:lnTo>
                  <a:lnTo>
                    <a:pt x="77052" y="77806"/>
                  </a:lnTo>
                  <a:lnTo>
                    <a:pt x="77144" y="77667"/>
                  </a:lnTo>
                  <a:lnTo>
                    <a:pt x="77442" y="77218"/>
                  </a:lnTo>
                  <a:lnTo>
                    <a:pt x="91227" y="56448"/>
                  </a:lnTo>
                  <a:lnTo>
                    <a:pt x="91567" y="55936"/>
                  </a:lnTo>
                  <a:lnTo>
                    <a:pt x="92255" y="54899"/>
                  </a:lnTo>
                  <a:lnTo>
                    <a:pt x="95493" y="53000"/>
                  </a:lnTo>
                  <a:lnTo>
                    <a:pt x="96593" y="52355"/>
                  </a:lnTo>
                  <a:lnTo>
                    <a:pt x="97021" y="52100"/>
                  </a:lnTo>
                  <a:lnTo>
                    <a:pt x="97189" y="51852"/>
                  </a:lnTo>
                  <a:lnTo>
                    <a:pt x="97651" y="51172"/>
                  </a:lnTo>
                  <a:lnTo>
                    <a:pt x="108842" y="34708"/>
                  </a:lnTo>
                  <a:lnTo>
                    <a:pt x="109270" y="34079"/>
                  </a:lnTo>
                  <a:lnTo>
                    <a:pt x="109364" y="33941"/>
                  </a:lnTo>
                  <a:lnTo>
                    <a:pt x="109713" y="33426"/>
                  </a:lnTo>
                  <a:lnTo>
                    <a:pt x="110301" y="32561"/>
                  </a:lnTo>
                  <a:lnTo>
                    <a:pt x="117427" y="22078"/>
                  </a:lnTo>
                  <a:lnTo>
                    <a:pt x="123551" y="13069"/>
                  </a:lnTo>
                  <a:lnTo>
                    <a:pt x="130107" y="3424"/>
                  </a:lnTo>
                  <a:lnTo>
                    <a:pt x="130244" y="3222"/>
                  </a:lnTo>
                  <a:lnTo>
                    <a:pt x="132022" y="607"/>
                  </a:lnTo>
                  <a:lnTo>
                    <a:pt x="132227" y="304"/>
                  </a:lnTo>
                  <a:lnTo>
                    <a:pt x="132424" y="0"/>
                  </a:lnTo>
                  <a:lnTo>
                    <a:pt x="133017" y="381"/>
                  </a:lnTo>
                  <a:lnTo>
                    <a:pt x="140537" y="5215"/>
                  </a:lnTo>
                  <a:lnTo>
                    <a:pt x="141087" y="5568"/>
                  </a:lnTo>
                  <a:lnTo>
                    <a:pt x="141403" y="5772"/>
                  </a:lnTo>
                  <a:lnTo>
                    <a:pt x="141532" y="5865"/>
                  </a:lnTo>
                  <a:lnTo>
                    <a:pt x="142647" y="6667"/>
                  </a:lnTo>
                  <a:lnTo>
                    <a:pt x="148065" y="10267"/>
                  </a:lnTo>
                  <a:lnTo>
                    <a:pt x="154557" y="14581"/>
                  </a:lnTo>
                  <a:lnTo>
                    <a:pt x="161461" y="19194"/>
                  </a:lnTo>
                  <a:lnTo>
                    <a:pt x="168014" y="23571"/>
                  </a:lnTo>
                  <a:lnTo>
                    <a:pt x="168228" y="23714"/>
                  </a:lnTo>
                  <a:lnTo>
                    <a:pt x="168870" y="241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2654421" y="3667783"/>
              <a:ext cx="148097" cy="213098"/>
            </a:xfrm>
            <a:custGeom>
              <a:avLst/>
              <a:pathLst>
                <a:path w="148097" h="213098">
                  <a:moveTo>
                    <a:pt x="97209" y="64295"/>
                  </a:moveTo>
                  <a:lnTo>
                    <a:pt x="100412" y="66501"/>
                  </a:lnTo>
                  <a:lnTo>
                    <a:pt x="103567" y="64664"/>
                  </a:lnTo>
                  <a:lnTo>
                    <a:pt x="104016" y="64403"/>
                  </a:lnTo>
                  <a:lnTo>
                    <a:pt x="106569" y="60261"/>
                  </a:lnTo>
                  <a:lnTo>
                    <a:pt x="107087" y="60667"/>
                  </a:lnTo>
                  <a:lnTo>
                    <a:pt x="110859" y="63626"/>
                  </a:lnTo>
                  <a:lnTo>
                    <a:pt x="122084" y="71222"/>
                  </a:lnTo>
                  <a:lnTo>
                    <a:pt x="125494" y="73479"/>
                  </a:lnTo>
                  <a:lnTo>
                    <a:pt x="130662" y="76904"/>
                  </a:lnTo>
                  <a:lnTo>
                    <a:pt x="144832" y="86913"/>
                  </a:lnTo>
                  <a:lnTo>
                    <a:pt x="148097" y="88943"/>
                  </a:lnTo>
                  <a:lnTo>
                    <a:pt x="145350" y="92617"/>
                  </a:lnTo>
                  <a:lnTo>
                    <a:pt x="143019" y="95736"/>
                  </a:lnTo>
                  <a:lnTo>
                    <a:pt x="136233" y="105808"/>
                  </a:lnTo>
                  <a:lnTo>
                    <a:pt x="143793" y="110928"/>
                  </a:lnTo>
                  <a:lnTo>
                    <a:pt x="139064" y="118204"/>
                  </a:lnTo>
                  <a:lnTo>
                    <a:pt x="132950" y="127579"/>
                  </a:lnTo>
                  <a:lnTo>
                    <a:pt x="124677" y="140266"/>
                  </a:lnTo>
                  <a:lnTo>
                    <a:pt x="124390" y="140706"/>
                  </a:lnTo>
                  <a:lnTo>
                    <a:pt x="124074" y="140502"/>
                  </a:lnTo>
                  <a:lnTo>
                    <a:pt x="123525" y="140149"/>
                  </a:lnTo>
                  <a:lnTo>
                    <a:pt x="116005" y="135315"/>
                  </a:lnTo>
                  <a:lnTo>
                    <a:pt x="115411" y="134933"/>
                  </a:lnTo>
                  <a:lnTo>
                    <a:pt x="115215" y="135238"/>
                  </a:lnTo>
                  <a:lnTo>
                    <a:pt x="115002" y="135551"/>
                  </a:lnTo>
                  <a:lnTo>
                    <a:pt x="113232" y="138155"/>
                  </a:lnTo>
                  <a:lnTo>
                    <a:pt x="112959" y="138558"/>
                  </a:lnTo>
                  <a:lnTo>
                    <a:pt x="106539" y="148003"/>
                  </a:lnTo>
                  <a:lnTo>
                    <a:pt x="100415" y="157012"/>
                  </a:lnTo>
                  <a:lnTo>
                    <a:pt x="93289" y="167495"/>
                  </a:lnTo>
                  <a:lnTo>
                    <a:pt x="92701" y="168360"/>
                  </a:lnTo>
                  <a:lnTo>
                    <a:pt x="92351" y="168875"/>
                  </a:lnTo>
                  <a:lnTo>
                    <a:pt x="92257" y="169013"/>
                  </a:lnTo>
                  <a:lnTo>
                    <a:pt x="91830" y="169642"/>
                  </a:lnTo>
                  <a:lnTo>
                    <a:pt x="80639" y="186106"/>
                  </a:lnTo>
                  <a:lnTo>
                    <a:pt x="80177" y="186786"/>
                  </a:lnTo>
                  <a:lnTo>
                    <a:pt x="80003" y="187041"/>
                  </a:lnTo>
                  <a:lnTo>
                    <a:pt x="79580" y="187289"/>
                  </a:lnTo>
                  <a:lnTo>
                    <a:pt x="78481" y="187934"/>
                  </a:lnTo>
                  <a:lnTo>
                    <a:pt x="75243" y="189833"/>
                  </a:lnTo>
                  <a:lnTo>
                    <a:pt x="74555" y="190870"/>
                  </a:lnTo>
                  <a:lnTo>
                    <a:pt x="74215" y="191382"/>
                  </a:lnTo>
                  <a:lnTo>
                    <a:pt x="60429" y="212152"/>
                  </a:lnTo>
                  <a:lnTo>
                    <a:pt x="60132" y="212601"/>
                  </a:lnTo>
                  <a:lnTo>
                    <a:pt x="60040" y="212740"/>
                  </a:lnTo>
                  <a:lnTo>
                    <a:pt x="59802" y="213098"/>
                  </a:lnTo>
                  <a:lnTo>
                    <a:pt x="59401" y="212822"/>
                  </a:lnTo>
                  <a:lnTo>
                    <a:pt x="59171" y="212664"/>
                  </a:lnTo>
                  <a:lnTo>
                    <a:pt x="53260" y="208598"/>
                  </a:lnTo>
                  <a:lnTo>
                    <a:pt x="52672" y="208194"/>
                  </a:lnTo>
                  <a:lnTo>
                    <a:pt x="52482" y="208063"/>
                  </a:lnTo>
                  <a:lnTo>
                    <a:pt x="48904" y="205602"/>
                  </a:lnTo>
                  <a:lnTo>
                    <a:pt x="48402" y="205257"/>
                  </a:lnTo>
                  <a:lnTo>
                    <a:pt x="45740" y="203426"/>
                  </a:lnTo>
                  <a:lnTo>
                    <a:pt x="44109" y="202304"/>
                  </a:lnTo>
                  <a:lnTo>
                    <a:pt x="39421" y="199080"/>
                  </a:lnTo>
                  <a:lnTo>
                    <a:pt x="39242" y="198957"/>
                  </a:lnTo>
                  <a:lnTo>
                    <a:pt x="35135" y="196132"/>
                  </a:lnTo>
                  <a:lnTo>
                    <a:pt x="32038" y="194002"/>
                  </a:lnTo>
                  <a:lnTo>
                    <a:pt x="22312" y="187313"/>
                  </a:lnTo>
                  <a:lnTo>
                    <a:pt x="17276" y="183854"/>
                  </a:lnTo>
                  <a:lnTo>
                    <a:pt x="17975" y="182848"/>
                  </a:lnTo>
                  <a:lnTo>
                    <a:pt x="33446" y="160591"/>
                  </a:lnTo>
                  <a:lnTo>
                    <a:pt x="34100" y="159650"/>
                  </a:lnTo>
                  <a:lnTo>
                    <a:pt x="47890" y="139432"/>
                  </a:lnTo>
                  <a:lnTo>
                    <a:pt x="50090" y="134001"/>
                  </a:lnTo>
                  <a:lnTo>
                    <a:pt x="50153" y="130955"/>
                  </a:lnTo>
                  <a:lnTo>
                    <a:pt x="50197" y="127312"/>
                  </a:lnTo>
                  <a:lnTo>
                    <a:pt x="49841" y="125445"/>
                  </a:lnTo>
                  <a:lnTo>
                    <a:pt x="48950" y="122212"/>
                  </a:lnTo>
                  <a:lnTo>
                    <a:pt x="47401" y="119027"/>
                  </a:lnTo>
                  <a:lnTo>
                    <a:pt x="34829" y="93166"/>
                  </a:lnTo>
                  <a:lnTo>
                    <a:pt x="20458" y="63208"/>
                  </a:lnTo>
                  <a:lnTo>
                    <a:pt x="11080" y="43657"/>
                  </a:lnTo>
                  <a:lnTo>
                    <a:pt x="10809" y="43070"/>
                  </a:lnTo>
                  <a:lnTo>
                    <a:pt x="10568" y="42545"/>
                  </a:lnTo>
                  <a:lnTo>
                    <a:pt x="9400" y="40008"/>
                  </a:lnTo>
                  <a:lnTo>
                    <a:pt x="4086" y="28470"/>
                  </a:lnTo>
                  <a:lnTo>
                    <a:pt x="2956" y="26016"/>
                  </a:lnTo>
                  <a:lnTo>
                    <a:pt x="641" y="20987"/>
                  </a:lnTo>
                  <a:lnTo>
                    <a:pt x="0" y="16179"/>
                  </a:lnTo>
                  <a:lnTo>
                    <a:pt x="136" y="12005"/>
                  </a:lnTo>
                  <a:lnTo>
                    <a:pt x="203" y="9949"/>
                  </a:lnTo>
                  <a:lnTo>
                    <a:pt x="356" y="5287"/>
                  </a:lnTo>
                  <a:lnTo>
                    <a:pt x="4008" y="0"/>
                  </a:lnTo>
                  <a:lnTo>
                    <a:pt x="5332" y="960"/>
                  </a:lnTo>
                  <a:lnTo>
                    <a:pt x="6773" y="2004"/>
                  </a:lnTo>
                  <a:lnTo>
                    <a:pt x="8279" y="3097"/>
                  </a:lnTo>
                  <a:lnTo>
                    <a:pt x="19064" y="10918"/>
                  </a:lnTo>
                  <a:lnTo>
                    <a:pt x="27689" y="16892"/>
                  </a:lnTo>
                  <a:lnTo>
                    <a:pt x="37819" y="23613"/>
                  </a:lnTo>
                  <a:lnTo>
                    <a:pt x="40743" y="25450"/>
                  </a:lnTo>
                  <a:lnTo>
                    <a:pt x="59255" y="38520"/>
                  </a:lnTo>
                  <a:lnTo>
                    <a:pt x="68844" y="44919"/>
                  </a:lnTo>
                  <a:lnTo>
                    <a:pt x="75995" y="49873"/>
                  </a:lnTo>
                  <a:lnTo>
                    <a:pt x="77356" y="50816"/>
                  </a:lnTo>
                  <a:lnTo>
                    <a:pt x="81603" y="53547"/>
                  </a:lnTo>
                  <a:lnTo>
                    <a:pt x="82416" y="54107"/>
                  </a:lnTo>
                  <a:lnTo>
                    <a:pt x="83099" y="545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2473412" y="3576954"/>
              <a:ext cx="147838" cy="148425"/>
            </a:xfrm>
            <a:custGeom>
              <a:avLst/>
              <a:pathLst>
                <a:path w="147838" h="148425">
                  <a:moveTo>
                    <a:pt x="33391" y="8541"/>
                  </a:moveTo>
                  <a:lnTo>
                    <a:pt x="35891" y="4824"/>
                  </a:lnTo>
                  <a:lnTo>
                    <a:pt x="37890" y="5831"/>
                  </a:lnTo>
                  <a:lnTo>
                    <a:pt x="39315" y="6549"/>
                  </a:lnTo>
                  <a:lnTo>
                    <a:pt x="40736" y="6578"/>
                  </a:lnTo>
                  <a:lnTo>
                    <a:pt x="41671" y="6598"/>
                  </a:lnTo>
                  <a:lnTo>
                    <a:pt x="43540" y="6636"/>
                  </a:lnTo>
                  <a:lnTo>
                    <a:pt x="43952" y="6399"/>
                  </a:lnTo>
                  <a:lnTo>
                    <a:pt x="44940" y="5831"/>
                  </a:lnTo>
                  <a:lnTo>
                    <a:pt x="46371" y="5009"/>
                  </a:lnTo>
                  <a:lnTo>
                    <a:pt x="47568" y="4540"/>
                  </a:lnTo>
                  <a:lnTo>
                    <a:pt x="48671" y="4109"/>
                  </a:lnTo>
                  <a:lnTo>
                    <a:pt x="50680" y="3323"/>
                  </a:lnTo>
                  <a:lnTo>
                    <a:pt x="54635" y="2978"/>
                  </a:lnTo>
                  <a:lnTo>
                    <a:pt x="55916" y="4000"/>
                  </a:lnTo>
                  <a:lnTo>
                    <a:pt x="58319" y="5919"/>
                  </a:lnTo>
                  <a:lnTo>
                    <a:pt x="50912" y="12366"/>
                  </a:lnTo>
                  <a:lnTo>
                    <a:pt x="55657" y="17057"/>
                  </a:lnTo>
                  <a:lnTo>
                    <a:pt x="59691" y="19475"/>
                  </a:lnTo>
                  <a:lnTo>
                    <a:pt x="61515" y="17262"/>
                  </a:lnTo>
                  <a:lnTo>
                    <a:pt x="63759" y="15695"/>
                  </a:lnTo>
                  <a:lnTo>
                    <a:pt x="67613" y="17676"/>
                  </a:lnTo>
                  <a:lnTo>
                    <a:pt x="70272" y="19532"/>
                  </a:lnTo>
                  <a:lnTo>
                    <a:pt x="70829" y="19703"/>
                  </a:lnTo>
                  <a:lnTo>
                    <a:pt x="71763" y="17586"/>
                  </a:lnTo>
                  <a:lnTo>
                    <a:pt x="72265" y="16186"/>
                  </a:lnTo>
                  <a:lnTo>
                    <a:pt x="72390" y="15898"/>
                  </a:lnTo>
                  <a:lnTo>
                    <a:pt x="74926" y="18428"/>
                  </a:lnTo>
                  <a:lnTo>
                    <a:pt x="78114" y="14863"/>
                  </a:lnTo>
                  <a:lnTo>
                    <a:pt x="80480" y="12217"/>
                  </a:lnTo>
                  <a:lnTo>
                    <a:pt x="79093" y="15922"/>
                  </a:lnTo>
                  <a:lnTo>
                    <a:pt x="81950" y="19252"/>
                  </a:lnTo>
                  <a:lnTo>
                    <a:pt x="82735" y="20033"/>
                  </a:lnTo>
                  <a:lnTo>
                    <a:pt x="84939" y="18220"/>
                  </a:lnTo>
                  <a:lnTo>
                    <a:pt x="85158" y="17954"/>
                  </a:lnTo>
                  <a:lnTo>
                    <a:pt x="85898" y="17053"/>
                  </a:lnTo>
                  <a:lnTo>
                    <a:pt x="86262" y="17317"/>
                  </a:lnTo>
                  <a:lnTo>
                    <a:pt x="88285" y="18784"/>
                  </a:lnTo>
                  <a:lnTo>
                    <a:pt x="90810" y="20613"/>
                  </a:lnTo>
                  <a:lnTo>
                    <a:pt x="93082" y="22294"/>
                  </a:lnTo>
                  <a:lnTo>
                    <a:pt x="95389" y="24000"/>
                  </a:lnTo>
                  <a:lnTo>
                    <a:pt x="95779" y="23307"/>
                  </a:lnTo>
                  <a:lnTo>
                    <a:pt x="96380" y="22551"/>
                  </a:lnTo>
                  <a:lnTo>
                    <a:pt x="97390" y="21282"/>
                  </a:lnTo>
                  <a:lnTo>
                    <a:pt x="97564" y="21080"/>
                  </a:lnTo>
                  <a:lnTo>
                    <a:pt x="99725" y="18559"/>
                  </a:lnTo>
                  <a:lnTo>
                    <a:pt x="102687" y="15622"/>
                  </a:lnTo>
                  <a:lnTo>
                    <a:pt x="103031" y="15281"/>
                  </a:lnTo>
                  <a:lnTo>
                    <a:pt x="103307" y="15007"/>
                  </a:lnTo>
                  <a:lnTo>
                    <a:pt x="105906" y="12328"/>
                  </a:lnTo>
                  <a:lnTo>
                    <a:pt x="106121" y="12039"/>
                  </a:lnTo>
                  <a:lnTo>
                    <a:pt x="108626" y="8669"/>
                  </a:lnTo>
                  <a:lnTo>
                    <a:pt x="108863" y="8833"/>
                  </a:lnTo>
                  <a:lnTo>
                    <a:pt x="111972" y="10987"/>
                  </a:lnTo>
                  <a:lnTo>
                    <a:pt x="131984" y="24849"/>
                  </a:lnTo>
                  <a:lnTo>
                    <a:pt x="145433" y="34166"/>
                  </a:lnTo>
                  <a:lnTo>
                    <a:pt x="141078" y="40336"/>
                  </a:lnTo>
                  <a:lnTo>
                    <a:pt x="140770" y="40791"/>
                  </a:lnTo>
                  <a:lnTo>
                    <a:pt x="140042" y="42258"/>
                  </a:lnTo>
                  <a:lnTo>
                    <a:pt x="140115" y="42689"/>
                  </a:lnTo>
                  <a:lnTo>
                    <a:pt x="140188" y="43110"/>
                  </a:lnTo>
                  <a:lnTo>
                    <a:pt x="140353" y="44079"/>
                  </a:lnTo>
                  <a:lnTo>
                    <a:pt x="140773" y="45040"/>
                  </a:lnTo>
                  <a:lnTo>
                    <a:pt x="141156" y="45919"/>
                  </a:lnTo>
                  <a:lnTo>
                    <a:pt x="143353" y="50955"/>
                  </a:lnTo>
                  <a:lnTo>
                    <a:pt x="144161" y="52807"/>
                  </a:lnTo>
                  <a:lnTo>
                    <a:pt x="144764" y="54188"/>
                  </a:lnTo>
                  <a:lnTo>
                    <a:pt x="147838" y="57444"/>
                  </a:lnTo>
                  <a:lnTo>
                    <a:pt x="144748" y="59076"/>
                  </a:lnTo>
                  <a:lnTo>
                    <a:pt x="144519" y="59197"/>
                  </a:lnTo>
                  <a:lnTo>
                    <a:pt x="142502" y="57053"/>
                  </a:lnTo>
                  <a:lnTo>
                    <a:pt x="141757" y="56260"/>
                  </a:lnTo>
                  <a:lnTo>
                    <a:pt x="141108" y="55454"/>
                  </a:lnTo>
                  <a:lnTo>
                    <a:pt x="140417" y="54596"/>
                  </a:lnTo>
                  <a:lnTo>
                    <a:pt x="135254" y="49495"/>
                  </a:lnTo>
                  <a:lnTo>
                    <a:pt x="134704" y="48953"/>
                  </a:lnTo>
                  <a:lnTo>
                    <a:pt x="134460" y="49020"/>
                  </a:lnTo>
                  <a:lnTo>
                    <a:pt x="132817" y="50714"/>
                  </a:lnTo>
                  <a:lnTo>
                    <a:pt x="131968" y="51590"/>
                  </a:lnTo>
                  <a:lnTo>
                    <a:pt x="131050" y="52537"/>
                  </a:lnTo>
                  <a:lnTo>
                    <a:pt x="129174" y="54472"/>
                  </a:lnTo>
                  <a:lnTo>
                    <a:pt x="128427" y="55242"/>
                  </a:lnTo>
                  <a:lnTo>
                    <a:pt x="125686" y="57982"/>
                  </a:lnTo>
                  <a:lnTo>
                    <a:pt x="125237" y="57785"/>
                  </a:lnTo>
                  <a:lnTo>
                    <a:pt x="123017" y="56806"/>
                  </a:lnTo>
                  <a:lnTo>
                    <a:pt x="122651" y="57871"/>
                  </a:lnTo>
                  <a:lnTo>
                    <a:pt x="121845" y="60223"/>
                  </a:lnTo>
                  <a:lnTo>
                    <a:pt x="121232" y="62011"/>
                  </a:lnTo>
                  <a:lnTo>
                    <a:pt x="120879" y="63040"/>
                  </a:lnTo>
                  <a:lnTo>
                    <a:pt x="119146" y="68095"/>
                  </a:lnTo>
                  <a:lnTo>
                    <a:pt x="118709" y="69370"/>
                  </a:lnTo>
                  <a:lnTo>
                    <a:pt x="118115" y="71102"/>
                  </a:lnTo>
                  <a:lnTo>
                    <a:pt x="117860" y="71845"/>
                  </a:lnTo>
                  <a:lnTo>
                    <a:pt x="117671" y="72398"/>
                  </a:lnTo>
                  <a:lnTo>
                    <a:pt x="117581" y="72558"/>
                  </a:lnTo>
                  <a:lnTo>
                    <a:pt x="117142" y="73335"/>
                  </a:lnTo>
                  <a:lnTo>
                    <a:pt x="116435" y="74756"/>
                  </a:lnTo>
                  <a:lnTo>
                    <a:pt x="115517" y="76603"/>
                  </a:lnTo>
                  <a:lnTo>
                    <a:pt x="115151" y="77339"/>
                  </a:lnTo>
                  <a:lnTo>
                    <a:pt x="115906" y="78178"/>
                  </a:lnTo>
                  <a:lnTo>
                    <a:pt x="120648" y="82483"/>
                  </a:lnTo>
                  <a:lnTo>
                    <a:pt x="120174" y="83025"/>
                  </a:lnTo>
                  <a:lnTo>
                    <a:pt x="116547" y="87182"/>
                  </a:lnTo>
                  <a:lnTo>
                    <a:pt x="115152" y="88740"/>
                  </a:lnTo>
                  <a:lnTo>
                    <a:pt x="115023" y="88881"/>
                  </a:lnTo>
                  <a:lnTo>
                    <a:pt x="114433" y="89520"/>
                  </a:lnTo>
                  <a:lnTo>
                    <a:pt x="111478" y="92728"/>
                  </a:lnTo>
                  <a:lnTo>
                    <a:pt x="110223" y="94091"/>
                  </a:lnTo>
                  <a:lnTo>
                    <a:pt x="107829" y="96690"/>
                  </a:lnTo>
                  <a:lnTo>
                    <a:pt x="98296" y="107877"/>
                  </a:lnTo>
                  <a:lnTo>
                    <a:pt x="94450" y="112390"/>
                  </a:lnTo>
                  <a:lnTo>
                    <a:pt x="89478" y="118225"/>
                  </a:lnTo>
                  <a:lnTo>
                    <a:pt x="89048" y="118730"/>
                  </a:lnTo>
                  <a:lnTo>
                    <a:pt x="83042" y="125779"/>
                  </a:lnTo>
                  <a:lnTo>
                    <a:pt x="78177" y="131371"/>
                  </a:lnTo>
                  <a:lnTo>
                    <a:pt x="69296" y="142021"/>
                  </a:lnTo>
                  <a:lnTo>
                    <a:pt x="63957" y="148425"/>
                  </a:lnTo>
                  <a:lnTo>
                    <a:pt x="56739" y="141711"/>
                  </a:lnTo>
                  <a:lnTo>
                    <a:pt x="52947" y="138597"/>
                  </a:lnTo>
                  <a:lnTo>
                    <a:pt x="44631" y="131766"/>
                  </a:lnTo>
                  <a:lnTo>
                    <a:pt x="40979" y="129020"/>
                  </a:lnTo>
                  <a:lnTo>
                    <a:pt x="33698" y="123542"/>
                  </a:lnTo>
                  <a:lnTo>
                    <a:pt x="28023" y="119195"/>
                  </a:lnTo>
                  <a:lnTo>
                    <a:pt x="20620" y="113526"/>
                  </a:lnTo>
                  <a:lnTo>
                    <a:pt x="20225" y="113223"/>
                  </a:lnTo>
                  <a:lnTo>
                    <a:pt x="13021" y="106717"/>
                  </a:lnTo>
                  <a:lnTo>
                    <a:pt x="10378" y="104329"/>
                  </a:lnTo>
                  <a:lnTo>
                    <a:pt x="5183" y="99119"/>
                  </a:lnTo>
                  <a:lnTo>
                    <a:pt x="8656" y="95285"/>
                  </a:lnTo>
                  <a:lnTo>
                    <a:pt x="12875" y="90628"/>
                  </a:lnTo>
                  <a:lnTo>
                    <a:pt x="14928" y="88361"/>
                  </a:lnTo>
                  <a:lnTo>
                    <a:pt x="16570" y="86683"/>
                  </a:lnTo>
                  <a:lnTo>
                    <a:pt x="19383" y="83807"/>
                  </a:lnTo>
                  <a:lnTo>
                    <a:pt x="22300" y="80449"/>
                  </a:lnTo>
                  <a:lnTo>
                    <a:pt x="22780" y="79896"/>
                  </a:lnTo>
                  <a:lnTo>
                    <a:pt x="23337" y="79254"/>
                  </a:lnTo>
                  <a:lnTo>
                    <a:pt x="19564" y="75229"/>
                  </a:lnTo>
                  <a:lnTo>
                    <a:pt x="17380" y="72900"/>
                  </a:lnTo>
                  <a:lnTo>
                    <a:pt x="17784" y="72441"/>
                  </a:lnTo>
                  <a:lnTo>
                    <a:pt x="18483" y="71651"/>
                  </a:lnTo>
                  <a:lnTo>
                    <a:pt x="18113" y="71242"/>
                  </a:lnTo>
                  <a:lnTo>
                    <a:pt x="15652" y="68524"/>
                  </a:lnTo>
                  <a:lnTo>
                    <a:pt x="14629" y="65313"/>
                  </a:lnTo>
                  <a:lnTo>
                    <a:pt x="13738" y="61187"/>
                  </a:lnTo>
                  <a:lnTo>
                    <a:pt x="13818" y="59557"/>
                  </a:lnTo>
                  <a:lnTo>
                    <a:pt x="16237" y="56777"/>
                  </a:lnTo>
                  <a:lnTo>
                    <a:pt x="16380" y="56602"/>
                  </a:lnTo>
                  <a:lnTo>
                    <a:pt x="14764" y="54529"/>
                  </a:lnTo>
                  <a:lnTo>
                    <a:pt x="14557" y="54264"/>
                  </a:lnTo>
                  <a:lnTo>
                    <a:pt x="14367" y="53620"/>
                  </a:lnTo>
                  <a:lnTo>
                    <a:pt x="12853" y="46948"/>
                  </a:lnTo>
                  <a:lnTo>
                    <a:pt x="12730" y="44953"/>
                  </a:lnTo>
                  <a:lnTo>
                    <a:pt x="12511" y="41393"/>
                  </a:lnTo>
                  <a:lnTo>
                    <a:pt x="12396" y="39526"/>
                  </a:lnTo>
                  <a:lnTo>
                    <a:pt x="10809" y="34195"/>
                  </a:lnTo>
                  <a:lnTo>
                    <a:pt x="12168" y="30944"/>
                  </a:lnTo>
                  <a:lnTo>
                    <a:pt x="8812" y="30296"/>
                  </a:lnTo>
                  <a:lnTo>
                    <a:pt x="7930" y="30125"/>
                  </a:lnTo>
                  <a:lnTo>
                    <a:pt x="8647" y="26119"/>
                  </a:lnTo>
                  <a:lnTo>
                    <a:pt x="9200" y="23022"/>
                  </a:lnTo>
                  <a:lnTo>
                    <a:pt x="8515" y="22780"/>
                  </a:lnTo>
                  <a:lnTo>
                    <a:pt x="7262" y="22339"/>
                  </a:lnTo>
                  <a:lnTo>
                    <a:pt x="8064" y="16396"/>
                  </a:lnTo>
                  <a:lnTo>
                    <a:pt x="8225" y="13333"/>
                  </a:lnTo>
                  <a:lnTo>
                    <a:pt x="8265" y="12571"/>
                  </a:lnTo>
                  <a:lnTo>
                    <a:pt x="5754" y="13293"/>
                  </a:lnTo>
                  <a:lnTo>
                    <a:pt x="1849" y="14415"/>
                  </a:lnTo>
                  <a:lnTo>
                    <a:pt x="0" y="9684"/>
                  </a:lnTo>
                  <a:lnTo>
                    <a:pt x="5142" y="0"/>
                  </a:lnTo>
                  <a:lnTo>
                    <a:pt x="11973" y="1804"/>
                  </a:lnTo>
                  <a:lnTo>
                    <a:pt x="16016" y="2872"/>
                  </a:lnTo>
                  <a:lnTo>
                    <a:pt x="21129" y="5434"/>
                  </a:lnTo>
                  <a:lnTo>
                    <a:pt x="22832" y="628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2324854" y="3527166"/>
              <a:ext cx="129919" cy="150245"/>
            </a:xfrm>
            <a:custGeom>
              <a:avLst/>
              <a:pathLst>
                <a:path w="129919" h="150245">
                  <a:moveTo>
                    <a:pt x="123366" y="83448"/>
                  </a:moveTo>
                  <a:lnTo>
                    <a:pt x="122980" y="84598"/>
                  </a:lnTo>
                  <a:lnTo>
                    <a:pt x="122274" y="86695"/>
                  </a:lnTo>
                  <a:lnTo>
                    <a:pt x="122113" y="87173"/>
                  </a:lnTo>
                  <a:lnTo>
                    <a:pt x="121972" y="87591"/>
                  </a:lnTo>
                  <a:lnTo>
                    <a:pt x="121910" y="87777"/>
                  </a:lnTo>
                  <a:lnTo>
                    <a:pt x="121754" y="89530"/>
                  </a:lnTo>
                  <a:lnTo>
                    <a:pt x="121754" y="92102"/>
                  </a:lnTo>
                  <a:lnTo>
                    <a:pt x="120996" y="96406"/>
                  </a:lnTo>
                  <a:lnTo>
                    <a:pt x="119587" y="95876"/>
                  </a:lnTo>
                  <a:lnTo>
                    <a:pt x="116633" y="90273"/>
                  </a:lnTo>
                  <a:lnTo>
                    <a:pt x="113531" y="84823"/>
                  </a:lnTo>
                  <a:lnTo>
                    <a:pt x="113394" y="84583"/>
                  </a:lnTo>
                  <a:lnTo>
                    <a:pt x="108507" y="83917"/>
                  </a:lnTo>
                  <a:lnTo>
                    <a:pt x="108062" y="83872"/>
                  </a:lnTo>
                  <a:lnTo>
                    <a:pt x="107850" y="84373"/>
                  </a:lnTo>
                  <a:lnTo>
                    <a:pt x="99833" y="85199"/>
                  </a:lnTo>
                  <a:lnTo>
                    <a:pt x="100282" y="87433"/>
                  </a:lnTo>
                  <a:lnTo>
                    <a:pt x="100140" y="90743"/>
                  </a:lnTo>
                  <a:lnTo>
                    <a:pt x="100101" y="91648"/>
                  </a:lnTo>
                  <a:lnTo>
                    <a:pt x="98867" y="94562"/>
                  </a:lnTo>
                  <a:lnTo>
                    <a:pt x="98588" y="95141"/>
                  </a:lnTo>
                  <a:lnTo>
                    <a:pt x="98175" y="95999"/>
                  </a:lnTo>
                  <a:lnTo>
                    <a:pt x="99261" y="101396"/>
                  </a:lnTo>
                  <a:lnTo>
                    <a:pt x="102056" y="107058"/>
                  </a:lnTo>
                  <a:lnTo>
                    <a:pt x="102292" y="107890"/>
                  </a:lnTo>
                  <a:lnTo>
                    <a:pt x="102836" y="109813"/>
                  </a:lnTo>
                  <a:lnTo>
                    <a:pt x="102974" y="111056"/>
                  </a:lnTo>
                  <a:lnTo>
                    <a:pt x="103215" y="113212"/>
                  </a:lnTo>
                  <a:lnTo>
                    <a:pt x="99456" y="114202"/>
                  </a:lnTo>
                  <a:lnTo>
                    <a:pt x="104061" y="120646"/>
                  </a:lnTo>
                  <a:lnTo>
                    <a:pt x="100241" y="120783"/>
                  </a:lnTo>
                  <a:lnTo>
                    <a:pt x="97763" y="120674"/>
                  </a:lnTo>
                  <a:lnTo>
                    <a:pt x="97821" y="124619"/>
                  </a:lnTo>
                  <a:lnTo>
                    <a:pt x="97596" y="127104"/>
                  </a:lnTo>
                  <a:lnTo>
                    <a:pt x="97579" y="128683"/>
                  </a:lnTo>
                  <a:lnTo>
                    <a:pt x="97437" y="132986"/>
                  </a:lnTo>
                  <a:lnTo>
                    <a:pt x="98164" y="133191"/>
                  </a:lnTo>
                  <a:lnTo>
                    <a:pt x="96351" y="139689"/>
                  </a:lnTo>
                  <a:lnTo>
                    <a:pt x="96126" y="141294"/>
                  </a:lnTo>
                  <a:lnTo>
                    <a:pt x="97596" y="141354"/>
                  </a:lnTo>
                  <a:lnTo>
                    <a:pt x="100215" y="141245"/>
                  </a:lnTo>
                  <a:lnTo>
                    <a:pt x="100624" y="141228"/>
                  </a:lnTo>
                  <a:lnTo>
                    <a:pt x="105702" y="139794"/>
                  </a:lnTo>
                  <a:lnTo>
                    <a:pt x="109511" y="143050"/>
                  </a:lnTo>
                  <a:lnTo>
                    <a:pt x="108874" y="143899"/>
                  </a:lnTo>
                  <a:lnTo>
                    <a:pt x="104722" y="149425"/>
                  </a:lnTo>
                  <a:lnTo>
                    <a:pt x="103987" y="150245"/>
                  </a:lnTo>
                  <a:lnTo>
                    <a:pt x="101002" y="147968"/>
                  </a:lnTo>
                  <a:lnTo>
                    <a:pt x="98998" y="147262"/>
                  </a:lnTo>
                  <a:lnTo>
                    <a:pt x="92737" y="147170"/>
                  </a:lnTo>
                  <a:lnTo>
                    <a:pt x="91246" y="147148"/>
                  </a:lnTo>
                  <a:lnTo>
                    <a:pt x="87259" y="145668"/>
                  </a:lnTo>
                  <a:lnTo>
                    <a:pt x="82896" y="143707"/>
                  </a:lnTo>
                  <a:lnTo>
                    <a:pt x="80977" y="142845"/>
                  </a:lnTo>
                  <a:lnTo>
                    <a:pt x="73047" y="140181"/>
                  </a:lnTo>
                  <a:lnTo>
                    <a:pt x="69064" y="139465"/>
                  </a:lnTo>
                  <a:lnTo>
                    <a:pt x="68274" y="139112"/>
                  </a:lnTo>
                  <a:lnTo>
                    <a:pt x="67550" y="139260"/>
                  </a:lnTo>
                  <a:lnTo>
                    <a:pt x="66761" y="141820"/>
                  </a:lnTo>
                  <a:lnTo>
                    <a:pt x="61903" y="139021"/>
                  </a:lnTo>
                  <a:lnTo>
                    <a:pt x="59197" y="135162"/>
                  </a:lnTo>
                  <a:lnTo>
                    <a:pt x="58008" y="130396"/>
                  </a:lnTo>
                  <a:lnTo>
                    <a:pt x="56750" y="131141"/>
                  </a:lnTo>
                  <a:lnTo>
                    <a:pt x="54088" y="132416"/>
                  </a:lnTo>
                  <a:lnTo>
                    <a:pt x="51827" y="133726"/>
                  </a:lnTo>
                  <a:lnTo>
                    <a:pt x="50447" y="130469"/>
                  </a:lnTo>
                  <a:lnTo>
                    <a:pt x="50320" y="130168"/>
                  </a:lnTo>
                  <a:lnTo>
                    <a:pt x="48673" y="131136"/>
                  </a:lnTo>
                  <a:lnTo>
                    <a:pt x="43714" y="134050"/>
                  </a:lnTo>
                  <a:lnTo>
                    <a:pt x="42346" y="134854"/>
                  </a:lnTo>
                  <a:lnTo>
                    <a:pt x="42067" y="135018"/>
                  </a:lnTo>
                  <a:lnTo>
                    <a:pt x="39829" y="135958"/>
                  </a:lnTo>
                  <a:lnTo>
                    <a:pt x="38208" y="136640"/>
                  </a:lnTo>
                  <a:lnTo>
                    <a:pt x="36353" y="133361"/>
                  </a:lnTo>
                  <a:lnTo>
                    <a:pt x="35191" y="131260"/>
                  </a:lnTo>
                  <a:lnTo>
                    <a:pt x="34332" y="129707"/>
                  </a:lnTo>
                  <a:lnTo>
                    <a:pt x="33362" y="128470"/>
                  </a:lnTo>
                  <a:lnTo>
                    <a:pt x="32444" y="127299"/>
                  </a:lnTo>
                  <a:lnTo>
                    <a:pt x="30816" y="125613"/>
                  </a:lnTo>
                  <a:lnTo>
                    <a:pt x="30285" y="125064"/>
                  </a:lnTo>
                  <a:lnTo>
                    <a:pt x="29838" y="124601"/>
                  </a:lnTo>
                  <a:lnTo>
                    <a:pt x="27832" y="121707"/>
                  </a:lnTo>
                  <a:lnTo>
                    <a:pt x="26535" y="119834"/>
                  </a:lnTo>
                  <a:lnTo>
                    <a:pt x="26319" y="119522"/>
                  </a:lnTo>
                  <a:lnTo>
                    <a:pt x="24712" y="117203"/>
                  </a:lnTo>
                  <a:lnTo>
                    <a:pt x="24321" y="116487"/>
                  </a:lnTo>
                  <a:lnTo>
                    <a:pt x="24134" y="116146"/>
                  </a:lnTo>
                  <a:lnTo>
                    <a:pt x="22596" y="113333"/>
                  </a:lnTo>
                  <a:lnTo>
                    <a:pt x="14834" y="95728"/>
                  </a:lnTo>
                  <a:lnTo>
                    <a:pt x="15422" y="82828"/>
                  </a:lnTo>
                  <a:lnTo>
                    <a:pt x="23173" y="82555"/>
                  </a:lnTo>
                  <a:lnTo>
                    <a:pt x="22783" y="74102"/>
                  </a:lnTo>
                  <a:lnTo>
                    <a:pt x="17128" y="72905"/>
                  </a:lnTo>
                  <a:lnTo>
                    <a:pt x="15580" y="72578"/>
                  </a:lnTo>
                  <a:lnTo>
                    <a:pt x="9626" y="71913"/>
                  </a:lnTo>
                  <a:lnTo>
                    <a:pt x="9485" y="67273"/>
                  </a:lnTo>
                  <a:lnTo>
                    <a:pt x="9290" y="60830"/>
                  </a:lnTo>
                  <a:lnTo>
                    <a:pt x="9130" y="55584"/>
                  </a:lnTo>
                  <a:lnTo>
                    <a:pt x="8253" y="43564"/>
                  </a:lnTo>
                  <a:lnTo>
                    <a:pt x="6583" y="32635"/>
                  </a:lnTo>
                  <a:lnTo>
                    <a:pt x="3802" y="19607"/>
                  </a:lnTo>
                  <a:lnTo>
                    <a:pt x="2573" y="13851"/>
                  </a:lnTo>
                  <a:lnTo>
                    <a:pt x="0" y="0"/>
                  </a:lnTo>
                  <a:lnTo>
                    <a:pt x="10258" y="873"/>
                  </a:lnTo>
                  <a:lnTo>
                    <a:pt x="25294" y="2239"/>
                  </a:lnTo>
                  <a:lnTo>
                    <a:pt x="38324" y="3606"/>
                  </a:lnTo>
                  <a:lnTo>
                    <a:pt x="61379" y="9753"/>
                  </a:lnTo>
                  <a:lnTo>
                    <a:pt x="98466" y="16583"/>
                  </a:lnTo>
                  <a:lnTo>
                    <a:pt x="113543" y="19026"/>
                  </a:lnTo>
                  <a:lnTo>
                    <a:pt x="125864" y="21023"/>
                  </a:lnTo>
                  <a:lnTo>
                    <a:pt x="123801" y="29114"/>
                  </a:lnTo>
                  <a:lnTo>
                    <a:pt x="127845" y="35978"/>
                  </a:lnTo>
                  <a:lnTo>
                    <a:pt x="123534" y="39633"/>
                  </a:lnTo>
                  <a:lnTo>
                    <a:pt x="123498" y="39925"/>
                  </a:lnTo>
                  <a:lnTo>
                    <a:pt x="129251" y="48750"/>
                  </a:lnTo>
                  <a:lnTo>
                    <a:pt x="129919" y="49718"/>
                  </a:lnTo>
                  <a:lnTo>
                    <a:pt x="126803" y="54481"/>
                  </a:lnTo>
                  <a:lnTo>
                    <a:pt x="124547" y="57929"/>
                  </a:lnTo>
                  <a:lnTo>
                    <a:pt x="122656" y="60819"/>
                  </a:lnTo>
                  <a:lnTo>
                    <a:pt x="123485" y="61929"/>
                  </a:lnTo>
                  <a:lnTo>
                    <a:pt x="123618" y="62107"/>
                  </a:lnTo>
                  <a:lnTo>
                    <a:pt x="126093" y="65417"/>
                  </a:lnTo>
                  <a:lnTo>
                    <a:pt x="121460" y="66187"/>
                  </a:lnTo>
                  <a:lnTo>
                    <a:pt x="121179" y="67668"/>
                  </a:lnTo>
                  <a:lnTo>
                    <a:pt x="121081" y="68184"/>
                  </a:lnTo>
                  <a:lnTo>
                    <a:pt x="120804" y="69647"/>
                  </a:lnTo>
                  <a:lnTo>
                    <a:pt x="120982" y="72242"/>
                  </a:lnTo>
                  <a:lnTo>
                    <a:pt x="121022" y="73149"/>
                  </a:lnTo>
                  <a:lnTo>
                    <a:pt x="121105" y="75018"/>
                  </a:lnTo>
                  <a:lnTo>
                    <a:pt x="121632" y="77138"/>
                  </a:lnTo>
                  <a:lnTo>
                    <a:pt x="121829" y="78661"/>
                  </a:lnTo>
                  <a:lnTo>
                    <a:pt x="122248" y="80862"/>
                  </a:lnTo>
                  <a:lnTo>
                    <a:pt x="122691" y="81206"/>
                  </a:lnTo>
                  <a:lnTo>
                    <a:pt x="123274" y="821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2363062" y="3657334"/>
              <a:ext cx="130160" cy="141141"/>
            </a:xfrm>
            <a:custGeom>
              <a:avLst/>
              <a:pathLst>
                <a:path w="130160" h="141141">
                  <a:moveTo>
                    <a:pt x="12239" y="301"/>
                  </a:moveTo>
                  <a:lnTo>
                    <a:pt x="13619" y="3557"/>
                  </a:lnTo>
                  <a:lnTo>
                    <a:pt x="15880" y="2248"/>
                  </a:lnTo>
                  <a:lnTo>
                    <a:pt x="18542" y="973"/>
                  </a:lnTo>
                  <a:lnTo>
                    <a:pt x="19800" y="227"/>
                  </a:lnTo>
                  <a:lnTo>
                    <a:pt x="20989" y="4993"/>
                  </a:lnTo>
                  <a:lnTo>
                    <a:pt x="23695" y="8853"/>
                  </a:lnTo>
                  <a:lnTo>
                    <a:pt x="28553" y="11651"/>
                  </a:lnTo>
                  <a:lnTo>
                    <a:pt x="29342" y="9092"/>
                  </a:lnTo>
                  <a:lnTo>
                    <a:pt x="30066" y="8944"/>
                  </a:lnTo>
                  <a:lnTo>
                    <a:pt x="30856" y="9297"/>
                  </a:lnTo>
                  <a:lnTo>
                    <a:pt x="34839" y="10013"/>
                  </a:lnTo>
                  <a:lnTo>
                    <a:pt x="42769" y="12676"/>
                  </a:lnTo>
                  <a:lnTo>
                    <a:pt x="44688" y="13539"/>
                  </a:lnTo>
                  <a:lnTo>
                    <a:pt x="49051" y="15500"/>
                  </a:lnTo>
                  <a:lnTo>
                    <a:pt x="53038" y="16980"/>
                  </a:lnTo>
                  <a:lnTo>
                    <a:pt x="54529" y="17001"/>
                  </a:lnTo>
                  <a:lnTo>
                    <a:pt x="60789" y="17093"/>
                  </a:lnTo>
                  <a:lnTo>
                    <a:pt x="62794" y="17799"/>
                  </a:lnTo>
                  <a:lnTo>
                    <a:pt x="65779" y="20076"/>
                  </a:lnTo>
                  <a:lnTo>
                    <a:pt x="66514" y="19256"/>
                  </a:lnTo>
                  <a:lnTo>
                    <a:pt x="67427" y="19917"/>
                  </a:lnTo>
                  <a:lnTo>
                    <a:pt x="72802" y="24538"/>
                  </a:lnTo>
                  <a:lnTo>
                    <a:pt x="73426" y="25074"/>
                  </a:lnTo>
                  <a:lnTo>
                    <a:pt x="73881" y="25466"/>
                  </a:lnTo>
                  <a:lnTo>
                    <a:pt x="77022" y="28233"/>
                  </a:lnTo>
                  <a:lnTo>
                    <a:pt x="74730" y="31123"/>
                  </a:lnTo>
                  <a:lnTo>
                    <a:pt x="73013" y="33287"/>
                  </a:lnTo>
                  <a:lnTo>
                    <a:pt x="66898" y="40664"/>
                  </a:lnTo>
                  <a:lnTo>
                    <a:pt x="67398" y="41074"/>
                  </a:lnTo>
                  <a:lnTo>
                    <a:pt x="72794" y="45494"/>
                  </a:lnTo>
                  <a:lnTo>
                    <a:pt x="77016" y="48587"/>
                  </a:lnTo>
                  <a:lnTo>
                    <a:pt x="78785" y="49883"/>
                  </a:lnTo>
                  <a:lnTo>
                    <a:pt x="79146" y="50193"/>
                  </a:lnTo>
                  <a:lnTo>
                    <a:pt x="87603" y="57465"/>
                  </a:lnTo>
                  <a:lnTo>
                    <a:pt x="88853" y="58557"/>
                  </a:lnTo>
                  <a:lnTo>
                    <a:pt x="82483" y="65553"/>
                  </a:lnTo>
                  <a:lnTo>
                    <a:pt x="78341" y="66575"/>
                  </a:lnTo>
                  <a:lnTo>
                    <a:pt x="79315" y="70417"/>
                  </a:lnTo>
                  <a:lnTo>
                    <a:pt x="78536" y="71740"/>
                  </a:lnTo>
                  <a:lnTo>
                    <a:pt x="78563" y="73505"/>
                  </a:lnTo>
                  <a:lnTo>
                    <a:pt x="78604" y="74454"/>
                  </a:lnTo>
                  <a:lnTo>
                    <a:pt x="78647" y="75440"/>
                  </a:lnTo>
                  <a:lnTo>
                    <a:pt x="78536" y="77005"/>
                  </a:lnTo>
                  <a:lnTo>
                    <a:pt x="78555" y="77725"/>
                  </a:lnTo>
                  <a:lnTo>
                    <a:pt x="78563" y="78058"/>
                  </a:lnTo>
                  <a:lnTo>
                    <a:pt x="78228" y="78669"/>
                  </a:lnTo>
                  <a:lnTo>
                    <a:pt x="77533" y="79937"/>
                  </a:lnTo>
                  <a:lnTo>
                    <a:pt x="77422" y="81018"/>
                  </a:lnTo>
                  <a:lnTo>
                    <a:pt x="80070" y="82663"/>
                  </a:lnTo>
                  <a:lnTo>
                    <a:pt x="80250" y="82774"/>
                  </a:lnTo>
                  <a:lnTo>
                    <a:pt x="82601" y="84234"/>
                  </a:lnTo>
                  <a:lnTo>
                    <a:pt x="85803" y="84746"/>
                  </a:lnTo>
                  <a:lnTo>
                    <a:pt x="88279" y="84613"/>
                  </a:lnTo>
                  <a:lnTo>
                    <a:pt x="88977" y="84576"/>
                  </a:lnTo>
                  <a:lnTo>
                    <a:pt x="90253" y="84691"/>
                  </a:lnTo>
                  <a:lnTo>
                    <a:pt x="91859" y="84837"/>
                  </a:lnTo>
                  <a:lnTo>
                    <a:pt x="94657" y="84661"/>
                  </a:lnTo>
                  <a:lnTo>
                    <a:pt x="94398" y="83788"/>
                  </a:lnTo>
                  <a:lnTo>
                    <a:pt x="96779" y="82564"/>
                  </a:lnTo>
                  <a:lnTo>
                    <a:pt x="103068" y="81758"/>
                  </a:lnTo>
                  <a:lnTo>
                    <a:pt x="103082" y="81198"/>
                  </a:lnTo>
                  <a:lnTo>
                    <a:pt x="105266" y="81149"/>
                  </a:lnTo>
                  <a:lnTo>
                    <a:pt x="106505" y="81121"/>
                  </a:lnTo>
                  <a:lnTo>
                    <a:pt x="107088" y="81108"/>
                  </a:lnTo>
                  <a:lnTo>
                    <a:pt x="108327" y="81080"/>
                  </a:lnTo>
                  <a:lnTo>
                    <a:pt x="111468" y="81010"/>
                  </a:lnTo>
                  <a:lnTo>
                    <a:pt x="111435" y="83978"/>
                  </a:lnTo>
                  <a:lnTo>
                    <a:pt x="112898" y="84220"/>
                  </a:lnTo>
                  <a:lnTo>
                    <a:pt x="117275" y="84947"/>
                  </a:lnTo>
                  <a:lnTo>
                    <a:pt x="118533" y="85818"/>
                  </a:lnTo>
                  <a:lnTo>
                    <a:pt x="118888" y="86055"/>
                  </a:lnTo>
                  <a:lnTo>
                    <a:pt x="119903" y="86590"/>
                  </a:lnTo>
                  <a:lnTo>
                    <a:pt x="120238" y="86766"/>
                  </a:lnTo>
                  <a:lnTo>
                    <a:pt x="121504" y="87434"/>
                  </a:lnTo>
                  <a:lnTo>
                    <a:pt x="121840" y="87611"/>
                  </a:lnTo>
                  <a:lnTo>
                    <a:pt x="122205" y="87803"/>
                  </a:lnTo>
                  <a:lnTo>
                    <a:pt x="125660" y="89384"/>
                  </a:lnTo>
                  <a:lnTo>
                    <a:pt x="125802" y="89431"/>
                  </a:lnTo>
                  <a:lnTo>
                    <a:pt x="126341" y="89609"/>
                  </a:lnTo>
                  <a:lnTo>
                    <a:pt x="128539" y="90334"/>
                  </a:lnTo>
                  <a:lnTo>
                    <a:pt x="130160" y="94759"/>
                  </a:lnTo>
                  <a:lnTo>
                    <a:pt x="129393" y="96853"/>
                  </a:lnTo>
                  <a:lnTo>
                    <a:pt x="128645" y="98898"/>
                  </a:lnTo>
                  <a:lnTo>
                    <a:pt x="128654" y="99371"/>
                  </a:lnTo>
                  <a:lnTo>
                    <a:pt x="128667" y="99990"/>
                  </a:lnTo>
                  <a:lnTo>
                    <a:pt x="128685" y="100846"/>
                  </a:lnTo>
                  <a:lnTo>
                    <a:pt x="128689" y="101084"/>
                  </a:lnTo>
                  <a:lnTo>
                    <a:pt x="126811" y="103868"/>
                  </a:lnTo>
                  <a:lnTo>
                    <a:pt x="126239" y="104715"/>
                  </a:lnTo>
                  <a:lnTo>
                    <a:pt x="125703" y="105335"/>
                  </a:lnTo>
                  <a:lnTo>
                    <a:pt x="125229" y="105998"/>
                  </a:lnTo>
                  <a:lnTo>
                    <a:pt x="124722" y="106894"/>
                  </a:lnTo>
                  <a:lnTo>
                    <a:pt x="124612" y="107155"/>
                  </a:lnTo>
                  <a:lnTo>
                    <a:pt x="124321" y="107846"/>
                  </a:lnTo>
                  <a:lnTo>
                    <a:pt x="124013" y="108925"/>
                  </a:lnTo>
                  <a:lnTo>
                    <a:pt x="123888" y="109741"/>
                  </a:lnTo>
                  <a:lnTo>
                    <a:pt x="123842" y="110038"/>
                  </a:lnTo>
                  <a:lnTo>
                    <a:pt x="123833" y="110403"/>
                  </a:lnTo>
                  <a:lnTo>
                    <a:pt x="123812" y="111162"/>
                  </a:lnTo>
                  <a:lnTo>
                    <a:pt x="123923" y="112280"/>
                  </a:lnTo>
                  <a:lnTo>
                    <a:pt x="124229" y="113239"/>
                  </a:lnTo>
                  <a:lnTo>
                    <a:pt x="124424" y="113851"/>
                  </a:lnTo>
                  <a:lnTo>
                    <a:pt x="124535" y="114201"/>
                  </a:lnTo>
                  <a:lnTo>
                    <a:pt x="125315" y="117289"/>
                  </a:lnTo>
                  <a:lnTo>
                    <a:pt x="125075" y="118698"/>
                  </a:lnTo>
                  <a:lnTo>
                    <a:pt x="126676" y="127802"/>
                  </a:lnTo>
                  <a:lnTo>
                    <a:pt x="126912" y="128744"/>
                  </a:lnTo>
                  <a:lnTo>
                    <a:pt x="127039" y="129248"/>
                  </a:lnTo>
                  <a:lnTo>
                    <a:pt x="126487" y="129329"/>
                  </a:lnTo>
                  <a:lnTo>
                    <a:pt x="125446" y="129482"/>
                  </a:lnTo>
                  <a:lnTo>
                    <a:pt x="122046" y="129980"/>
                  </a:lnTo>
                  <a:lnTo>
                    <a:pt x="119064" y="130417"/>
                  </a:lnTo>
                  <a:lnTo>
                    <a:pt x="117136" y="130700"/>
                  </a:lnTo>
                  <a:lnTo>
                    <a:pt x="111363" y="131546"/>
                  </a:lnTo>
                  <a:lnTo>
                    <a:pt x="111036" y="131594"/>
                  </a:lnTo>
                  <a:lnTo>
                    <a:pt x="109020" y="131889"/>
                  </a:lnTo>
                  <a:lnTo>
                    <a:pt x="108819" y="131916"/>
                  </a:lnTo>
                  <a:lnTo>
                    <a:pt x="101292" y="132925"/>
                  </a:lnTo>
                  <a:lnTo>
                    <a:pt x="94715" y="133807"/>
                  </a:lnTo>
                  <a:lnTo>
                    <a:pt x="93718" y="133941"/>
                  </a:lnTo>
                  <a:lnTo>
                    <a:pt x="86981" y="134844"/>
                  </a:lnTo>
                  <a:lnTo>
                    <a:pt x="85707" y="135014"/>
                  </a:lnTo>
                  <a:lnTo>
                    <a:pt x="84385" y="135192"/>
                  </a:lnTo>
                  <a:lnTo>
                    <a:pt x="84138" y="135225"/>
                  </a:lnTo>
                  <a:lnTo>
                    <a:pt x="79486" y="135872"/>
                  </a:lnTo>
                  <a:lnTo>
                    <a:pt x="77296" y="136177"/>
                  </a:lnTo>
                  <a:lnTo>
                    <a:pt x="71461" y="136988"/>
                  </a:lnTo>
                  <a:lnTo>
                    <a:pt x="69003" y="137330"/>
                  </a:lnTo>
                  <a:lnTo>
                    <a:pt x="67198" y="137581"/>
                  </a:lnTo>
                  <a:lnTo>
                    <a:pt x="63972" y="138093"/>
                  </a:lnTo>
                  <a:lnTo>
                    <a:pt x="61548" y="138478"/>
                  </a:lnTo>
                  <a:lnTo>
                    <a:pt x="61123" y="138545"/>
                  </a:lnTo>
                  <a:lnTo>
                    <a:pt x="57238" y="139162"/>
                  </a:lnTo>
                  <a:lnTo>
                    <a:pt x="56123" y="139339"/>
                  </a:lnTo>
                  <a:lnTo>
                    <a:pt x="54501" y="139596"/>
                  </a:lnTo>
                  <a:lnTo>
                    <a:pt x="53665" y="139687"/>
                  </a:lnTo>
                  <a:lnTo>
                    <a:pt x="52603" y="139802"/>
                  </a:lnTo>
                  <a:lnTo>
                    <a:pt x="45422" y="140579"/>
                  </a:lnTo>
                  <a:lnTo>
                    <a:pt x="44846" y="140641"/>
                  </a:lnTo>
                  <a:lnTo>
                    <a:pt x="42351" y="140911"/>
                  </a:lnTo>
                  <a:lnTo>
                    <a:pt x="42014" y="140948"/>
                  </a:lnTo>
                  <a:lnTo>
                    <a:pt x="40298" y="141133"/>
                  </a:lnTo>
                  <a:lnTo>
                    <a:pt x="39399" y="141141"/>
                  </a:lnTo>
                  <a:lnTo>
                    <a:pt x="39327" y="140624"/>
                  </a:lnTo>
                  <a:lnTo>
                    <a:pt x="39278" y="140266"/>
                  </a:lnTo>
                  <a:lnTo>
                    <a:pt x="38911" y="137600"/>
                  </a:lnTo>
                  <a:lnTo>
                    <a:pt x="37965" y="130721"/>
                  </a:lnTo>
                  <a:lnTo>
                    <a:pt x="36228" y="130766"/>
                  </a:lnTo>
                  <a:lnTo>
                    <a:pt x="35822" y="128242"/>
                  </a:lnTo>
                  <a:lnTo>
                    <a:pt x="35513" y="126319"/>
                  </a:lnTo>
                  <a:lnTo>
                    <a:pt x="34278" y="119377"/>
                  </a:lnTo>
                  <a:lnTo>
                    <a:pt x="34166" y="118748"/>
                  </a:lnTo>
                  <a:lnTo>
                    <a:pt x="33919" y="115630"/>
                  </a:lnTo>
                  <a:lnTo>
                    <a:pt x="33627" y="111942"/>
                  </a:lnTo>
                  <a:lnTo>
                    <a:pt x="33601" y="111621"/>
                  </a:lnTo>
                  <a:lnTo>
                    <a:pt x="33058" y="109700"/>
                  </a:lnTo>
                  <a:lnTo>
                    <a:pt x="32543" y="109145"/>
                  </a:lnTo>
                  <a:lnTo>
                    <a:pt x="30678" y="106626"/>
                  </a:lnTo>
                  <a:lnTo>
                    <a:pt x="28693" y="103266"/>
                  </a:lnTo>
                  <a:lnTo>
                    <a:pt x="27162" y="100079"/>
                  </a:lnTo>
                  <a:lnTo>
                    <a:pt x="26174" y="97291"/>
                  </a:lnTo>
                  <a:lnTo>
                    <a:pt x="25677" y="95905"/>
                  </a:lnTo>
                  <a:lnTo>
                    <a:pt x="23902" y="90946"/>
                  </a:lnTo>
                  <a:lnTo>
                    <a:pt x="22488" y="87938"/>
                  </a:lnTo>
                  <a:lnTo>
                    <a:pt x="24292" y="86299"/>
                  </a:lnTo>
                  <a:lnTo>
                    <a:pt x="24035" y="83931"/>
                  </a:lnTo>
                  <a:lnTo>
                    <a:pt x="26007" y="80334"/>
                  </a:lnTo>
                  <a:lnTo>
                    <a:pt x="25718" y="79195"/>
                  </a:lnTo>
                  <a:lnTo>
                    <a:pt x="25931" y="78870"/>
                  </a:lnTo>
                  <a:lnTo>
                    <a:pt x="26306" y="78299"/>
                  </a:lnTo>
                  <a:lnTo>
                    <a:pt x="26557" y="77917"/>
                  </a:lnTo>
                  <a:lnTo>
                    <a:pt x="26090" y="75652"/>
                  </a:lnTo>
                  <a:lnTo>
                    <a:pt x="27219" y="73921"/>
                  </a:lnTo>
                  <a:lnTo>
                    <a:pt x="27808" y="72248"/>
                  </a:lnTo>
                  <a:lnTo>
                    <a:pt x="28031" y="70449"/>
                  </a:lnTo>
                  <a:lnTo>
                    <a:pt x="27808" y="69869"/>
                  </a:lnTo>
                  <a:lnTo>
                    <a:pt x="25714" y="64415"/>
                  </a:lnTo>
                  <a:lnTo>
                    <a:pt x="24912" y="63472"/>
                  </a:lnTo>
                  <a:lnTo>
                    <a:pt x="16915" y="54056"/>
                  </a:lnTo>
                  <a:lnTo>
                    <a:pt x="13407" y="53373"/>
                  </a:lnTo>
                  <a:lnTo>
                    <a:pt x="12974" y="40167"/>
                  </a:lnTo>
                  <a:lnTo>
                    <a:pt x="14140" y="40433"/>
                  </a:lnTo>
                  <a:lnTo>
                    <a:pt x="22145" y="42258"/>
                  </a:lnTo>
                  <a:lnTo>
                    <a:pt x="23287" y="41186"/>
                  </a:lnTo>
                  <a:lnTo>
                    <a:pt x="23616" y="39685"/>
                  </a:lnTo>
                  <a:lnTo>
                    <a:pt x="22276" y="34882"/>
                  </a:lnTo>
                  <a:lnTo>
                    <a:pt x="22395" y="31665"/>
                  </a:lnTo>
                  <a:lnTo>
                    <a:pt x="22301" y="28439"/>
                  </a:lnTo>
                  <a:lnTo>
                    <a:pt x="22033" y="28251"/>
                  </a:lnTo>
                  <a:lnTo>
                    <a:pt x="17529" y="25107"/>
                  </a:lnTo>
                  <a:lnTo>
                    <a:pt x="15426" y="22848"/>
                  </a:lnTo>
                  <a:lnTo>
                    <a:pt x="12310" y="19501"/>
                  </a:lnTo>
                  <a:lnTo>
                    <a:pt x="11984" y="19120"/>
                  </a:lnTo>
                  <a:lnTo>
                    <a:pt x="5611" y="13311"/>
                  </a:lnTo>
                  <a:lnTo>
                    <a:pt x="4359" y="9921"/>
                  </a:lnTo>
                  <a:lnTo>
                    <a:pt x="0" y="6471"/>
                  </a:lnTo>
                  <a:lnTo>
                    <a:pt x="1621" y="5790"/>
                  </a:lnTo>
                  <a:lnTo>
                    <a:pt x="3859" y="4849"/>
                  </a:lnTo>
                  <a:lnTo>
                    <a:pt x="4138" y="4685"/>
                  </a:lnTo>
                  <a:lnTo>
                    <a:pt x="5505" y="3881"/>
                  </a:lnTo>
                  <a:lnTo>
                    <a:pt x="10465" y="967"/>
                  </a:lnTo>
                  <a:lnTo>
                    <a:pt x="1211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2204496" y="3255819"/>
              <a:ext cx="189282" cy="143262"/>
            </a:xfrm>
            <a:custGeom>
              <a:avLst/>
              <a:pathLst>
                <a:path w="189282" h="143262">
                  <a:moveTo>
                    <a:pt x="46274" y="3344"/>
                  </a:moveTo>
                  <a:lnTo>
                    <a:pt x="49754" y="13376"/>
                  </a:lnTo>
                  <a:lnTo>
                    <a:pt x="51067" y="12729"/>
                  </a:lnTo>
                  <a:lnTo>
                    <a:pt x="52638" y="11955"/>
                  </a:lnTo>
                  <a:lnTo>
                    <a:pt x="59051" y="18957"/>
                  </a:lnTo>
                  <a:lnTo>
                    <a:pt x="60267" y="20285"/>
                  </a:lnTo>
                  <a:lnTo>
                    <a:pt x="64377" y="25340"/>
                  </a:lnTo>
                  <a:lnTo>
                    <a:pt x="66249" y="27401"/>
                  </a:lnTo>
                  <a:lnTo>
                    <a:pt x="67089" y="28326"/>
                  </a:lnTo>
                  <a:lnTo>
                    <a:pt x="70151" y="31698"/>
                  </a:lnTo>
                  <a:lnTo>
                    <a:pt x="72070" y="33811"/>
                  </a:lnTo>
                  <a:lnTo>
                    <a:pt x="75212" y="39413"/>
                  </a:lnTo>
                  <a:lnTo>
                    <a:pt x="75475" y="39880"/>
                  </a:lnTo>
                  <a:lnTo>
                    <a:pt x="76794" y="42233"/>
                  </a:lnTo>
                  <a:lnTo>
                    <a:pt x="76973" y="42552"/>
                  </a:lnTo>
                  <a:lnTo>
                    <a:pt x="77909" y="42108"/>
                  </a:lnTo>
                  <a:lnTo>
                    <a:pt x="78977" y="43387"/>
                  </a:lnTo>
                  <a:lnTo>
                    <a:pt x="83849" y="49204"/>
                  </a:lnTo>
                  <a:lnTo>
                    <a:pt x="86707" y="52306"/>
                  </a:lnTo>
                  <a:lnTo>
                    <a:pt x="87121" y="52756"/>
                  </a:lnTo>
                  <a:lnTo>
                    <a:pt x="88476" y="54301"/>
                  </a:lnTo>
                  <a:lnTo>
                    <a:pt x="89703" y="55701"/>
                  </a:lnTo>
                  <a:lnTo>
                    <a:pt x="92746" y="57838"/>
                  </a:lnTo>
                  <a:lnTo>
                    <a:pt x="94828" y="59301"/>
                  </a:lnTo>
                  <a:lnTo>
                    <a:pt x="97030" y="62294"/>
                  </a:lnTo>
                  <a:lnTo>
                    <a:pt x="98201" y="62854"/>
                  </a:lnTo>
                  <a:lnTo>
                    <a:pt x="99493" y="63471"/>
                  </a:lnTo>
                  <a:lnTo>
                    <a:pt x="101559" y="64459"/>
                  </a:lnTo>
                  <a:lnTo>
                    <a:pt x="105093" y="66148"/>
                  </a:lnTo>
                  <a:lnTo>
                    <a:pt x="105695" y="66544"/>
                  </a:lnTo>
                  <a:lnTo>
                    <a:pt x="107892" y="67988"/>
                  </a:lnTo>
                  <a:lnTo>
                    <a:pt x="109684" y="69165"/>
                  </a:lnTo>
                  <a:lnTo>
                    <a:pt x="109941" y="69334"/>
                  </a:lnTo>
                  <a:lnTo>
                    <a:pt x="112110" y="70759"/>
                  </a:lnTo>
                  <a:lnTo>
                    <a:pt x="113453" y="71475"/>
                  </a:lnTo>
                  <a:lnTo>
                    <a:pt x="115212" y="72956"/>
                  </a:lnTo>
                  <a:lnTo>
                    <a:pt x="117389" y="74789"/>
                  </a:lnTo>
                  <a:lnTo>
                    <a:pt x="117536" y="74630"/>
                  </a:lnTo>
                  <a:lnTo>
                    <a:pt x="121627" y="70213"/>
                  </a:lnTo>
                  <a:lnTo>
                    <a:pt x="125243" y="74019"/>
                  </a:lnTo>
                  <a:lnTo>
                    <a:pt x="125990" y="74806"/>
                  </a:lnTo>
                  <a:lnTo>
                    <a:pt x="126387" y="76334"/>
                  </a:lnTo>
                  <a:lnTo>
                    <a:pt x="127259" y="79689"/>
                  </a:lnTo>
                  <a:lnTo>
                    <a:pt x="127386" y="80176"/>
                  </a:lnTo>
                  <a:lnTo>
                    <a:pt x="131221" y="86047"/>
                  </a:lnTo>
                  <a:lnTo>
                    <a:pt x="132588" y="85397"/>
                  </a:lnTo>
                  <a:lnTo>
                    <a:pt x="133384" y="85698"/>
                  </a:lnTo>
                  <a:lnTo>
                    <a:pt x="133583" y="85804"/>
                  </a:lnTo>
                  <a:lnTo>
                    <a:pt x="135114" y="86621"/>
                  </a:lnTo>
                  <a:lnTo>
                    <a:pt x="138180" y="88771"/>
                  </a:lnTo>
                  <a:lnTo>
                    <a:pt x="139470" y="89676"/>
                  </a:lnTo>
                  <a:lnTo>
                    <a:pt x="141513" y="88771"/>
                  </a:lnTo>
                  <a:lnTo>
                    <a:pt x="141854" y="88620"/>
                  </a:lnTo>
                  <a:lnTo>
                    <a:pt x="142312" y="88771"/>
                  </a:lnTo>
                  <a:lnTo>
                    <a:pt x="144425" y="89467"/>
                  </a:lnTo>
                  <a:lnTo>
                    <a:pt x="146162" y="91926"/>
                  </a:lnTo>
                  <a:lnTo>
                    <a:pt x="146657" y="93457"/>
                  </a:lnTo>
                  <a:lnTo>
                    <a:pt x="147489" y="96028"/>
                  </a:lnTo>
                  <a:lnTo>
                    <a:pt x="148935" y="100498"/>
                  </a:lnTo>
                  <a:lnTo>
                    <a:pt x="148538" y="101185"/>
                  </a:lnTo>
                  <a:lnTo>
                    <a:pt x="149622" y="104054"/>
                  </a:lnTo>
                  <a:lnTo>
                    <a:pt x="150021" y="105112"/>
                  </a:lnTo>
                  <a:lnTo>
                    <a:pt x="150120" y="105374"/>
                  </a:lnTo>
                  <a:lnTo>
                    <a:pt x="152346" y="109817"/>
                  </a:lnTo>
                  <a:lnTo>
                    <a:pt x="152379" y="110384"/>
                  </a:lnTo>
                  <a:lnTo>
                    <a:pt x="152464" y="111849"/>
                  </a:lnTo>
                  <a:lnTo>
                    <a:pt x="152598" y="112114"/>
                  </a:lnTo>
                  <a:lnTo>
                    <a:pt x="152756" y="112425"/>
                  </a:lnTo>
                  <a:lnTo>
                    <a:pt x="153611" y="114118"/>
                  </a:lnTo>
                  <a:lnTo>
                    <a:pt x="153890" y="114669"/>
                  </a:lnTo>
                  <a:lnTo>
                    <a:pt x="155556" y="117964"/>
                  </a:lnTo>
                  <a:lnTo>
                    <a:pt x="158877" y="117529"/>
                  </a:lnTo>
                  <a:lnTo>
                    <a:pt x="159108" y="117480"/>
                  </a:lnTo>
                  <a:lnTo>
                    <a:pt x="167327" y="115719"/>
                  </a:lnTo>
                  <a:lnTo>
                    <a:pt x="169613" y="115230"/>
                  </a:lnTo>
                  <a:lnTo>
                    <a:pt x="170838" y="114721"/>
                  </a:lnTo>
                  <a:lnTo>
                    <a:pt x="171153" y="115000"/>
                  </a:lnTo>
                  <a:lnTo>
                    <a:pt x="173595" y="117168"/>
                  </a:lnTo>
                  <a:lnTo>
                    <a:pt x="179364" y="122287"/>
                  </a:lnTo>
                  <a:lnTo>
                    <a:pt x="179925" y="122785"/>
                  </a:lnTo>
                  <a:lnTo>
                    <a:pt x="181075" y="122870"/>
                  </a:lnTo>
                  <a:lnTo>
                    <a:pt x="189088" y="123460"/>
                  </a:lnTo>
                  <a:lnTo>
                    <a:pt x="189282" y="123475"/>
                  </a:lnTo>
                  <a:lnTo>
                    <a:pt x="189263" y="123680"/>
                  </a:lnTo>
                  <a:lnTo>
                    <a:pt x="189151" y="124895"/>
                  </a:lnTo>
                  <a:lnTo>
                    <a:pt x="188984" y="126712"/>
                  </a:lnTo>
                  <a:lnTo>
                    <a:pt x="188955" y="127028"/>
                  </a:lnTo>
                  <a:lnTo>
                    <a:pt x="188329" y="133851"/>
                  </a:lnTo>
                  <a:lnTo>
                    <a:pt x="188228" y="134946"/>
                  </a:lnTo>
                  <a:lnTo>
                    <a:pt x="188109" y="136323"/>
                  </a:lnTo>
                  <a:lnTo>
                    <a:pt x="188070" y="136772"/>
                  </a:lnTo>
                  <a:lnTo>
                    <a:pt x="187929" y="138401"/>
                  </a:lnTo>
                  <a:lnTo>
                    <a:pt x="187913" y="138575"/>
                  </a:lnTo>
                  <a:lnTo>
                    <a:pt x="187898" y="138755"/>
                  </a:lnTo>
                  <a:lnTo>
                    <a:pt x="187830" y="139539"/>
                  </a:lnTo>
                  <a:lnTo>
                    <a:pt x="187816" y="139700"/>
                  </a:lnTo>
                  <a:lnTo>
                    <a:pt x="187777" y="140145"/>
                  </a:lnTo>
                  <a:lnTo>
                    <a:pt x="187724" y="140756"/>
                  </a:lnTo>
                  <a:lnTo>
                    <a:pt x="187710" y="140921"/>
                  </a:lnTo>
                  <a:lnTo>
                    <a:pt x="187698" y="141061"/>
                  </a:lnTo>
                  <a:lnTo>
                    <a:pt x="187683" y="141232"/>
                  </a:lnTo>
                  <a:lnTo>
                    <a:pt x="187670" y="141373"/>
                  </a:lnTo>
                  <a:lnTo>
                    <a:pt x="187656" y="141542"/>
                  </a:lnTo>
                  <a:lnTo>
                    <a:pt x="187642" y="141704"/>
                  </a:lnTo>
                  <a:lnTo>
                    <a:pt x="187619" y="141966"/>
                  </a:lnTo>
                  <a:lnTo>
                    <a:pt x="187562" y="142627"/>
                  </a:lnTo>
                  <a:lnTo>
                    <a:pt x="187504" y="143262"/>
                  </a:lnTo>
                  <a:lnTo>
                    <a:pt x="186982" y="143226"/>
                  </a:lnTo>
                  <a:lnTo>
                    <a:pt x="180424" y="142777"/>
                  </a:lnTo>
                  <a:lnTo>
                    <a:pt x="175375" y="142431"/>
                  </a:lnTo>
                  <a:lnTo>
                    <a:pt x="172188" y="142212"/>
                  </a:lnTo>
                  <a:lnTo>
                    <a:pt x="162254" y="141532"/>
                  </a:lnTo>
                  <a:lnTo>
                    <a:pt x="158719" y="141290"/>
                  </a:lnTo>
                  <a:lnTo>
                    <a:pt x="151511" y="141393"/>
                  </a:lnTo>
                  <a:lnTo>
                    <a:pt x="140787" y="140821"/>
                  </a:lnTo>
                  <a:lnTo>
                    <a:pt x="131313" y="140466"/>
                  </a:lnTo>
                  <a:lnTo>
                    <a:pt x="129447" y="140344"/>
                  </a:lnTo>
                  <a:lnTo>
                    <a:pt x="121859" y="139848"/>
                  </a:lnTo>
                  <a:lnTo>
                    <a:pt x="117521" y="139148"/>
                  </a:lnTo>
                  <a:lnTo>
                    <a:pt x="112453" y="138721"/>
                  </a:lnTo>
                  <a:lnTo>
                    <a:pt x="111491" y="138610"/>
                  </a:lnTo>
                  <a:lnTo>
                    <a:pt x="104820" y="137840"/>
                  </a:lnTo>
                  <a:lnTo>
                    <a:pt x="103318" y="137666"/>
                  </a:lnTo>
                  <a:lnTo>
                    <a:pt x="102649" y="137589"/>
                  </a:lnTo>
                  <a:lnTo>
                    <a:pt x="99539" y="137158"/>
                  </a:lnTo>
                  <a:lnTo>
                    <a:pt x="96980" y="136803"/>
                  </a:lnTo>
                  <a:lnTo>
                    <a:pt x="94715" y="136489"/>
                  </a:lnTo>
                  <a:lnTo>
                    <a:pt x="94188" y="136415"/>
                  </a:lnTo>
                  <a:lnTo>
                    <a:pt x="86781" y="135503"/>
                  </a:lnTo>
                  <a:lnTo>
                    <a:pt x="84944" y="135277"/>
                  </a:lnTo>
                  <a:lnTo>
                    <a:pt x="80383" y="134422"/>
                  </a:lnTo>
                  <a:lnTo>
                    <a:pt x="79932" y="134338"/>
                  </a:lnTo>
                  <a:lnTo>
                    <a:pt x="75756" y="134053"/>
                  </a:lnTo>
                  <a:lnTo>
                    <a:pt x="67012" y="134008"/>
                  </a:lnTo>
                  <a:lnTo>
                    <a:pt x="65608" y="134001"/>
                  </a:lnTo>
                  <a:lnTo>
                    <a:pt x="64646" y="133996"/>
                  </a:lnTo>
                  <a:lnTo>
                    <a:pt x="61383" y="134068"/>
                  </a:lnTo>
                  <a:lnTo>
                    <a:pt x="59467" y="134110"/>
                  </a:lnTo>
                  <a:lnTo>
                    <a:pt x="55986" y="132317"/>
                  </a:lnTo>
                  <a:lnTo>
                    <a:pt x="55708" y="132175"/>
                  </a:lnTo>
                  <a:lnTo>
                    <a:pt x="52670" y="129335"/>
                  </a:lnTo>
                  <a:lnTo>
                    <a:pt x="50048" y="126443"/>
                  </a:lnTo>
                  <a:lnTo>
                    <a:pt x="47078" y="123167"/>
                  </a:lnTo>
                  <a:lnTo>
                    <a:pt x="46910" y="122982"/>
                  </a:lnTo>
                  <a:lnTo>
                    <a:pt x="46669" y="122351"/>
                  </a:lnTo>
                  <a:lnTo>
                    <a:pt x="46269" y="121303"/>
                  </a:lnTo>
                  <a:lnTo>
                    <a:pt x="41341" y="115583"/>
                  </a:lnTo>
                  <a:lnTo>
                    <a:pt x="35021" y="114017"/>
                  </a:lnTo>
                  <a:lnTo>
                    <a:pt x="31516" y="113292"/>
                  </a:lnTo>
                  <a:lnTo>
                    <a:pt x="28461" y="112660"/>
                  </a:lnTo>
                  <a:lnTo>
                    <a:pt x="26630" y="112281"/>
                  </a:lnTo>
                  <a:lnTo>
                    <a:pt x="23326" y="111598"/>
                  </a:lnTo>
                  <a:lnTo>
                    <a:pt x="23140" y="111496"/>
                  </a:lnTo>
                  <a:lnTo>
                    <a:pt x="20669" y="110138"/>
                  </a:lnTo>
                  <a:lnTo>
                    <a:pt x="13961" y="106451"/>
                  </a:lnTo>
                  <a:lnTo>
                    <a:pt x="11883" y="105308"/>
                  </a:lnTo>
                  <a:lnTo>
                    <a:pt x="11898" y="104047"/>
                  </a:lnTo>
                  <a:lnTo>
                    <a:pt x="11909" y="103175"/>
                  </a:lnTo>
                  <a:lnTo>
                    <a:pt x="12552" y="101709"/>
                  </a:lnTo>
                  <a:lnTo>
                    <a:pt x="13027" y="100393"/>
                  </a:lnTo>
                  <a:lnTo>
                    <a:pt x="13258" y="98380"/>
                  </a:lnTo>
                  <a:lnTo>
                    <a:pt x="13508" y="97803"/>
                  </a:lnTo>
                  <a:lnTo>
                    <a:pt x="14205" y="96192"/>
                  </a:lnTo>
                  <a:lnTo>
                    <a:pt x="14675" y="95105"/>
                  </a:lnTo>
                  <a:lnTo>
                    <a:pt x="16543" y="90784"/>
                  </a:lnTo>
                  <a:lnTo>
                    <a:pt x="16920" y="88191"/>
                  </a:lnTo>
                  <a:lnTo>
                    <a:pt x="17145" y="84196"/>
                  </a:lnTo>
                  <a:lnTo>
                    <a:pt x="17233" y="82644"/>
                  </a:lnTo>
                  <a:lnTo>
                    <a:pt x="16946" y="80483"/>
                  </a:lnTo>
                  <a:lnTo>
                    <a:pt x="9790" y="81260"/>
                  </a:lnTo>
                  <a:lnTo>
                    <a:pt x="9658" y="80964"/>
                  </a:lnTo>
                  <a:lnTo>
                    <a:pt x="7879" y="76945"/>
                  </a:lnTo>
                  <a:lnTo>
                    <a:pt x="6510" y="73855"/>
                  </a:lnTo>
                  <a:lnTo>
                    <a:pt x="5351" y="72483"/>
                  </a:lnTo>
                  <a:lnTo>
                    <a:pt x="4300" y="69754"/>
                  </a:lnTo>
                  <a:lnTo>
                    <a:pt x="1659" y="62902"/>
                  </a:lnTo>
                  <a:lnTo>
                    <a:pt x="435" y="60137"/>
                  </a:lnTo>
                  <a:lnTo>
                    <a:pt x="0" y="59154"/>
                  </a:lnTo>
                  <a:lnTo>
                    <a:pt x="1970" y="58625"/>
                  </a:lnTo>
                  <a:lnTo>
                    <a:pt x="5479" y="56861"/>
                  </a:lnTo>
                  <a:lnTo>
                    <a:pt x="11034" y="56111"/>
                  </a:lnTo>
                  <a:lnTo>
                    <a:pt x="15391" y="55836"/>
                  </a:lnTo>
                  <a:lnTo>
                    <a:pt x="19289" y="54698"/>
                  </a:lnTo>
                  <a:lnTo>
                    <a:pt x="20578" y="52890"/>
                  </a:lnTo>
                  <a:lnTo>
                    <a:pt x="27265" y="52386"/>
                  </a:lnTo>
                  <a:lnTo>
                    <a:pt x="41855" y="49085"/>
                  </a:lnTo>
                  <a:lnTo>
                    <a:pt x="41699" y="48338"/>
                  </a:lnTo>
                  <a:lnTo>
                    <a:pt x="40491" y="42539"/>
                  </a:lnTo>
                  <a:lnTo>
                    <a:pt x="45363" y="41827"/>
                  </a:lnTo>
                  <a:lnTo>
                    <a:pt x="43275" y="34940"/>
                  </a:lnTo>
                  <a:lnTo>
                    <a:pt x="41270" y="29476"/>
                  </a:lnTo>
                  <a:lnTo>
                    <a:pt x="38263" y="22873"/>
                  </a:lnTo>
                  <a:lnTo>
                    <a:pt x="32360" y="14563"/>
                  </a:lnTo>
                  <a:lnTo>
                    <a:pt x="35367" y="5569"/>
                  </a:lnTo>
                  <a:lnTo>
                    <a:pt x="38232" y="2323"/>
                  </a:lnTo>
                  <a:lnTo>
                    <a:pt x="4195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2228862" y="3397109"/>
              <a:ext cx="217168" cy="149083"/>
            </a:xfrm>
            <a:custGeom>
              <a:avLst/>
              <a:pathLst>
                <a:path w="217168" h="149083">
                  <a:moveTo>
                    <a:pt x="134354" y="0"/>
                  </a:moveTo>
                  <a:lnTo>
                    <a:pt x="134197" y="2006"/>
                  </a:lnTo>
                  <a:lnTo>
                    <a:pt x="134128" y="2891"/>
                  </a:lnTo>
                  <a:lnTo>
                    <a:pt x="134118" y="3021"/>
                  </a:lnTo>
                  <a:lnTo>
                    <a:pt x="133847" y="6497"/>
                  </a:lnTo>
                  <a:lnTo>
                    <a:pt x="133785" y="7296"/>
                  </a:lnTo>
                  <a:lnTo>
                    <a:pt x="133723" y="8086"/>
                  </a:lnTo>
                  <a:lnTo>
                    <a:pt x="133567" y="10093"/>
                  </a:lnTo>
                  <a:lnTo>
                    <a:pt x="133408" y="12123"/>
                  </a:lnTo>
                  <a:lnTo>
                    <a:pt x="133391" y="12350"/>
                  </a:lnTo>
                  <a:lnTo>
                    <a:pt x="133364" y="12694"/>
                  </a:lnTo>
                  <a:lnTo>
                    <a:pt x="133128" y="15726"/>
                  </a:lnTo>
                  <a:lnTo>
                    <a:pt x="133115" y="15884"/>
                  </a:lnTo>
                  <a:lnTo>
                    <a:pt x="133092" y="16180"/>
                  </a:lnTo>
                  <a:lnTo>
                    <a:pt x="132925" y="18324"/>
                  </a:lnTo>
                  <a:lnTo>
                    <a:pt x="132847" y="19329"/>
                  </a:lnTo>
                  <a:lnTo>
                    <a:pt x="132767" y="20351"/>
                  </a:lnTo>
                  <a:lnTo>
                    <a:pt x="132757" y="20479"/>
                  </a:lnTo>
                  <a:lnTo>
                    <a:pt x="132682" y="21447"/>
                  </a:lnTo>
                  <a:lnTo>
                    <a:pt x="132619" y="22244"/>
                  </a:lnTo>
                  <a:lnTo>
                    <a:pt x="132521" y="23510"/>
                  </a:lnTo>
                  <a:lnTo>
                    <a:pt x="132465" y="24298"/>
                  </a:lnTo>
                  <a:lnTo>
                    <a:pt x="132436" y="24705"/>
                  </a:lnTo>
                  <a:lnTo>
                    <a:pt x="132397" y="25253"/>
                  </a:lnTo>
                  <a:lnTo>
                    <a:pt x="132346" y="25972"/>
                  </a:lnTo>
                  <a:lnTo>
                    <a:pt x="132211" y="27859"/>
                  </a:lnTo>
                  <a:lnTo>
                    <a:pt x="132120" y="29145"/>
                  </a:lnTo>
                  <a:lnTo>
                    <a:pt x="132051" y="30115"/>
                  </a:lnTo>
                  <a:lnTo>
                    <a:pt x="131977" y="31157"/>
                  </a:lnTo>
                  <a:lnTo>
                    <a:pt x="131925" y="31880"/>
                  </a:lnTo>
                  <a:lnTo>
                    <a:pt x="131903" y="32196"/>
                  </a:lnTo>
                  <a:lnTo>
                    <a:pt x="131874" y="32601"/>
                  </a:lnTo>
                  <a:lnTo>
                    <a:pt x="131842" y="33197"/>
                  </a:lnTo>
                  <a:lnTo>
                    <a:pt x="131729" y="35264"/>
                  </a:lnTo>
                  <a:lnTo>
                    <a:pt x="131680" y="36164"/>
                  </a:lnTo>
                  <a:lnTo>
                    <a:pt x="131670" y="36346"/>
                  </a:lnTo>
                  <a:lnTo>
                    <a:pt x="131615" y="37342"/>
                  </a:lnTo>
                  <a:lnTo>
                    <a:pt x="131551" y="38524"/>
                  </a:lnTo>
                  <a:lnTo>
                    <a:pt x="131488" y="39667"/>
                  </a:lnTo>
                  <a:lnTo>
                    <a:pt x="131477" y="39882"/>
                  </a:lnTo>
                  <a:lnTo>
                    <a:pt x="131426" y="40800"/>
                  </a:lnTo>
                  <a:lnTo>
                    <a:pt x="131377" y="41703"/>
                  </a:lnTo>
                  <a:lnTo>
                    <a:pt x="131358" y="42046"/>
                  </a:lnTo>
                  <a:lnTo>
                    <a:pt x="132990" y="42202"/>
                  </a:lnTo>
                  <a:lnTo>
                    <a:pt x="133972" y="42295"/>
                  </a:lnTo>
                  <a:lnTo>
                    <a:pt x="160027" y="44779"/>
                  </a:lnTo>
                  <a:lnTo>
                    <a:pt x="166030" y="45351"/>
                  </a:lnTo>
                  <a:lnTo>
                    <a:pt x="177025" y="45990"/>
                  </a:lnTo>
                  <a:lnTo>
                    <a:pt x="189428" y="46711"/>
                  </a:lnTo>
                  <a:lnTo>
                    <a:pt x="189969" y="46742"/>
                  </a:lnTo>
                  <a:lnTo>
                    <a:pt x="190348" y="46761"/>
                  </a:lnTo>
                  <a:lnTo>
                    <a:pt x="191747" y="46829"/>
                  </a:lnTo>
                  <a:lnTo>
                    <a:pt x="192893" y="46885"/>
                  </a:lnTo>
                  <a:lnTo>
                    <a:pt x="193111" y="46904"/>
                  </a:lnTo>
                  <a:lnTo>
                    <a:pt x="195372" y="47108"/>
                  </a:lnTo>
                  <a:lnTo>
                    <a:pt x="201333" y="47646"/>
                  </a:lnTo>
                  <a:lnTo>
                    <a:pt x="202359" y="47738"/>
                  </a:lnTo>
                  <a:lnTo>
                    <a:pt x="217168" y="48882"/>
                  </a:lnTo>
                  <a:lnTo>
                    <a:pt x="216420" y="55315"/>
                  </a:lnTo>
                  <a:lnTo>
                    <a:pt x="216371" y="55735"/>
                  </a:lnTo>
                  <a:lnTo>
                    <a:pt x="216019" y="58765"/>
                  </a:lnTo>
                  <a:lnTo>
                    <a:pt x="205851" y="57613"/>
                  </a:lnTo>
                  <a:lnTo>
                    <a:pt x="205752" y="59385"/>
                  </a:lnTo>
                  <a:lnTo>
                    <a:pt x="205596" y="62188"/>
                  </a:lnTo>
                  <a:lnTo>
                    <a:pt x="205554" y="62932"/>
                  </a:lnTo>
                  <a:lnTo>
                    <a:pt x="205473" y="64382"/>
                  </a:lnTo>
                  <a:lnTo>
                    <a:pt x="205418" y="66195"/>
                  </a:lnTo>
                  <a:lnTo>
                    <a:pt x="205320" y="69389"/>
                  </a:lnTo>
                  <a:lnTo>
                    <a:pt x="205037" y="78632"/>
                  </a:lnTo>
                  <a:lnTo>
                    <a:pt x="204946" y="81585"/>
                  </a:lnTo>
                  <a:lnTo>
                    <a:pt x="204872" y="84008"/>
                  </a:lnTo>
                  <a:lnTo>
                    <a:pt x="204762" y="87240"/>
                  </a:lnTo>
                  <a:lnTo>
                    <a:pt x="204686" y="89463"/>
                  </a:lnTo>
                  <a:lnTo>
                    <a:pt x="204616" y="91534"/>
                  </a:lnTo>
                  <a:lnTo>
                    <a:pt x="204576" y="92712"/>
                  </a:lnTo>
                  <a:lnTo>
                    <a:pt x="204493" y="95141"/>
                  </a:lnTo>
                  <a:lnTo>
                    <a:pt x="204334" y="96969"/>
                  </a:lnTo>
                  <a:lnTo>
                    <a:pt x="204238" y="98058"/>
                  </a:lnTo>
                  <a:lnTo>
                    <a:pt x="204028" y="100460"/>
                  </a:lnTo>
                  <a:lnTo>
                    <a:pt x="203914" y="101767"/>
                  </a:lnTo>
                  <a:lnTo>
                    <a:pt x="203867" y="102308"/>
                  </a:lnTo>
                  <a:lnTo>
                    <a:pt x="203525" y="106221"/>
                  </a:lnTo>
                  <a:lnTo>
                    <a:pt x="203495" y="106555"/>
                  </a:lnTo>
                  <a:lnTo>
                    <a:pt x="203313" y="108643"/>
                  </a:lnTo>
                  <a:lnTo>
                    <a:pt x="203258" y="108937"/>
                  </a:lnTo>
                  <a:lnTo>
                    <a:pt x="203178" y="109374"/>
                  </a:lnTo>
                  <a:lnTo>
                    <a:pt x="203100" y="109795"/>
                  </a:lnTo>
                  <a:lnTo>
                    <a:pt x="203023" y="110214"/>
                  </a:lnTo>
                  <a:lnTo>
                    <a:pt x="203110" y="111178"/>
                  </a:lnTo>
                  <a:lnTo>
                    <a:pt x="203202" y="112192"/>
                  </a:lnTo>
                  <a:lnTo>
                    <a:pt x="203246" y="112673"/>
                  </a:lnTo>
                  <a:lnTo>
                    <a:pt x="202154" y="112970"/>
                  </a:lnTo>
                  <a:lnTo>
                    <a:pt x="201909" y="113037"/>
                  </a:lnTo>
                  <a:lnTo>
                    <a:pt x="201932" y="114295"/>
                  </a:lnTo>
                  <a:lnTo>
                    <a:pt x="201975" y="116660"/>
                  </a:lnTo>
                  <a:lnTo>
                    <a:pt x="201993" y="117665"/>
                  </a:lnTo>
                  <a:lnTo>
                    <a:pt x="202206" y="118339"/>
                  </a:lnTo>
                  <a:lnTo>
                    <a:pt x="202456" y="119129"/>
                  </a:lnTo>
                  <a:lnTo>
                    <a:pt x="202878" y="120466"/>
                  </a:lnTo>
                  <a:lnTo>
                    <a:pt x="203121" y="121235"/>
                  </a:lnTo>
                  <a:lnTo>
                    <a:pt x="203447" y="122267"/>
                  </a:lnTo>
                  <a:lnTo>
                    <a:pt x="203615" y="122799"/>
                  </a:lnTo>
                  <a:lnTo>
                    <a:pt x="203729" y="123158"/>
                  </a:lnTo>
                  <a:lnTo>
                    <a:pt x="207178" y="133037"/>
                  </a:lnTo>
                  <a:lnTo>
                    <a:pt x="207813" y="137169"/>
                  </a:lnTo>
                  <a:lnTo>
                    <a:pt x="210085" y="139219"/>
                  </a:lnTo>
                  <a:lnTo>
                    <a:pt x="209494" y="144989"/>
                  </a:lnTo>
                  <a:lnTo>
                    <a:pt x="209535" y="149083"/>
                  </a:lnTo>
                  <a:lnTo>
                    <a:pt x="194459" y="146640"/>
                  </a:lnTo>
                  <a:lnTo>
                    <a:pt x="157371" y="139809"/>
                  </a:lnTo>
                  <a:lnTo>
                    <a:pt x="134317" y="133662"/>
                  </a:lnTo>
                  <a:lnTo>
                    <a:pt x="121286" y="132296"/>
                  </a:lnTo>
                  <a:lnTo>
                    <a:pt x="106250" y="130930"/>
                  </a:lnTo>
                  <a:lnTo>
                    <a:pt x="95992" y="130056"/>
                  </a:lnTo>
                  <a:lnTo>
                    <a:pt x="90212" y="129564"/>
                  </a:lnTo>
                  <a:lnTo>
                    <a:pt x="63149" y="124441"/>
                  </a:lnTo>
                  <a:lnTo>
                    <a:pt x="31073" y="112488"/>
                  </a:lnTo>
                  <a:lnTo>
                    <a:pt x="13699" y="104974"/>
                  </a:lnTo>
                  <a:lnTo>
                    <a:pt x="6682" y="97461"/>
                  </a:lnTo>
                  <a:lnTo>
                    <a:pt x="0" y="85507"/>
                  </a:lnTo>
                  <a:lnTo>
                    <a:pt x="4566" y="84938"/>
                  </a:lnTo>
                  <a:lnTo>
                    <a:pt x="5958" y="81238"/>
                  </a:lnTo>
                  <a:lnTo>
                    <a:pt x="10786" y="78125"/>
                  </a:lnTo>
                  <a:lnTo>
                    <a:pt x="13125" y="75279"/>
                  </a:lnTo>
                  <a:lnTo>
                    <a:pt x="12123" y="73458"/>
                  </a:lnTo>
                  <a:lnTo>
                    <a:pt x="19228" y="68532"/>
                  </a:lnTo>
                  <a:lnTo>
                    <a:pt x="22593" y="69077"/>
                  </a:lnTo>
                  <a:lnTo>
                    <a:pt x="23102" y="69507"/>
                  </a:lnTo>
                  <a:lnTo>
                    <a:pt x="23723" y="69395"/>
                  </a:lnTo>
                  <a:lnTo>
                    <a:pt x="23950" y="68958"/>
                  </a:lnTo>
                  <a:lnTo>
                    <a:pt x="26943" y="63185"/>
                  </a:lnTo>
                  <a:lnTo>
                    <a:pt x="30793" y="66878"/>
                  </a:lnTo>
                  <a:lnTo>
                    <a:pt x="34163" y="64953"/>
                  </a:lnTo>
                  <a:lnTo>
                    <a:pt x="34431" y="64801"/>
                  </a:lnTo>
                  <a:lnTo>
                    <a:pt x="34107" y="64260"/>
                  </a:lnTo>
                  <a:lnTo>
                    <a:pt x="26110" y="55907"/>
                  </a:lnTo>
                  <a:lnTo>
                    <a:pt x="29205" y="52430"/>
                  </a:lnTo>
                  <a:lnTo>
                    <a:pt x="30209" y="51345"/>
                  </a:lnTo>
                  <a:lnTo>
                    <a:pt x="30702" y="50812"/>
                  </a:lnTo>
                  <a:lnTo>
                    <a:pt x="30978" y="50513"/>
                  </a:lnTo>
                  <a:lnTo>
                    <a:pt x="31580" y="49763"/>
                  </a:lnTo>
                  <a:lnTo>
                    <a:pt x="32090" y="49127"/>
                  </a:lnTo>
                  <a:lnTo>
                    <a:pt x="32492" y="48626"/>
                  </a:lnTo>
                  <a:lnTo>
                    <a:pt x="34587" y="46016"/>
                  </a:lnTo>
                  <a:lnTo>
                    <a:pt x="35776" y="44535"/>
                  </a:lnTo>
                  <a:lnTo>
                    <a:pt x="36369" y="43796"/>
                  </a:lnTo>
                  <a:lnTo>
                    <a:pt x="37855" y="42813"/>
                  </a:lnTo>
                  <a:lnTo>
                    <a:pt x="38107" y="42645"/>
                  </a:lnTo>
                  <a:lnTo>
                    <a:pt x="36044" y="40247"/>
                  </a:lnTo>
                  <a:lnTo>
                    <a:pt x="38994" y="37738"/>
                  </a:lnTo>
                  <a:lnTo>
                    <a:pt x="39363" y="37424"/>
                  </a:lnTo>
                  <a:lnTo>
                    <a:pt x="39700" y="37239"/>
                  </a:lnTo>
                  <a:lnTo>
                    <a:pt x="41370" y="36969"/>
                  </a:lnTo>
                  <a:lnTo>
                    <a:pt x="41845" y="37357"/>
                  </a:lnTo>
                  <a:lnTo>
                    <a:pt x="43753" y="38921"/>
                  </a:lnTo>
                  <a:lnTo>
                    <a:pt x="43905" y="38823"/>
                  </a:lnTo>
                  <a:lnTo>
                    <a:pt x="45308" y="37921"/>
                  </a:lnTo>
                  <a:lnTo>
                    <a:pt x="45763" y="37628"/>
                  </a:lnTo>
                  <a:lnTo>
                    <a:pt x="46527" y="37137"/>
                  </a:lnTo>
                  <a:lnTo>
                    <a:pt x="47162" y="36729"/>
                  </a:lnTo>
                  <a:lnTo>
                    <a:pt x="47500" y="36512"/>
                  </a:lnTo>
                  <a:lnTo>
                    <a:pt x="47834" y="36669"/>
                  </a:lnTo>
                  <a:lnTo>
                    <a:pt x="48369" y="36922"/>
                  </a:lnTo>
                  <a:lnTo>
                    <a:pt x="48653" y="36857"/>
                  </a:lnTo>
                  <a:lnTo>
                    <a:pt x="49053" y="36766"/>
                  </a:lnTo>
                  <a:lnTo>
                    <a:pt x="49305" y="36709"/>
                  </a:lnTo>
                  <a:lnTo>
                    <a:pt x="49504" y="36664"/>
                  </a:lnTo>
                  <a:lnTo>
                    <a:pt x="49781" y="36601"/>
                  </a:lnTo>
                  <a:lnTo>
                    <a:pt x="50173" y="36512"/>
                  </a:lnTo>
                  <a:lnTo>
                    <a:pt x="50289" y="36669"/>
                  </a:lnTo>
                  <a:lnTo>
                    <a:pt x="50442" y="36876"/>
                  </a:lnTo>
                  <a:lnTo>
                    <a:pt x="50485" y="36517"/>
                  </a:lnTo>
                  <a:lnTo>
                    <a:pt x="51153" y="31032"/>
                  </a:lnTo>
                  <a:lnTo>
                    <a:pt x="52247" y="30618"/>
                  </a:lnTo>
                  <a:lnTo>
                    <a:pt x="52471" y="30533"/>
                  </a:lnTo>
                  <a:lnTo>
                    <a:pt x="54320" y="29832"/>
                  </a:lnTo>
                  <a:lnTo>
                    <a:pt x="55587" y="26248"/>
                  </a:lnTo>
                  <a:lnTo>
                    <a:pt x="55932" y="25272"/>
                  </a:lnTo>
                  <a:lnTo>
                    <a:pt x="53781" y="24408"/>
                  </a:lnTo>
                  <a:lnTo>
                    <a:pt x="58660" y="23585"/>
                  </a:lnTo>
                  <a:lnTo>
                    <a:pt x="59722" y="22177"/>
                  </a:lnTo>
                  <a:lnTo>
                    <a:pt x="59995" y="21655"/>
                  </a:lnTo>
                  <a:lnTo>
                    <a:pt x="60239" y="21188"/>
                  </a:lnTo>
                  <a:lnTo>
                    <a:pt x="61105" y="19531"/>
                  </a:lnTo>
                  <a:lnTo>
                    <a:pt x="61365" y="19033"/>
                  </a:lnTo>
                  <a:lnTo>
                    <a:pt x="62061" y="18648"/>
                  </a:lnTo>
                  <a:lnTo>
                    <a:pt x="63522" y="19728"/>
                  </a:lnTo>
                  <a:lnTo>
                    <a:pt x="64820" y="20300"/>
                  </a:lnTo>
                  <a:lnTo>
                    <a:pt x="69651" y="21904"/>
                  </a:lnTo>
                  <a:lnTo>
                    <a:pt x="69804" y="21955"/>
                  </a:lnTo>
                  <a:lnTo>
                    <a:pt x="70052" y="22032"/>
                  </a:lnTo>
                  <a:lnTo>
                    <a:pt x="72540" y="22806"/>
                  </a:lnTo>
                  <a:lnTo>
                    <a:pt x="72546" y="23074"/>
                  </a:lnTo>
                  <a:lnTo>
                    <a:pt x="72555" y="23504"/>
                  </a:lnTo>
                  <a:lnTo>
                    <a:pt x="72584" y="24866"/>
                  </a:lnTo>
                  <a:lnTo>
                    <a:pt x="72591" y="25170"/>
                  </a:lnTo>
                  <a:lnTo>
                    <a:pt x="73169" y="25060"/>
                  </a:lnTo>
                  <a:lnTo>
                    <a:pt x="73473" y="25003"/>
                  </a:lnTo>
                  <a:lnTo>
                    <a:pt x="73784" y="24944"/>
                  </a:lnTo>
                  <a:lnTo>
                    <a:pt x="74254" y="24855"/>
                  </a:lnTo>
                  <a:lnTo>
                    <a:pt x="74411" y="24825"/>
                  </a:lnTo>
                  <a:lnTo>
                    <a:pt x="74846" y="24743"/>
                  </a:lnTo>
                  <a:lnTo>
                    <a:pt x="78344" y="24225"/>
                  </a:lnTo>
                  <a:lnTo>
                    <a:pt x="79186" y="24100"/>
                  </a:lnTo>
                  <a:lnTo>
                    <a:pt x="79501" y="24053"/>
                  </a:lnTo>
                  <a:lnTo>
                    <a:pt x="79876" y="23998"/>
                  </a:lnTo>
                  <a:lnTo>
                    <a:pt x="80523" y="23902"/>
                  </a:lnTo>
                  <a:lnTo>
                    <a:pt x="80727" y="23872"/>
                  </a:lnTo>
                  <a:lnTo>
                    <a:pt x="84835" y="23003"/>
                  </a:lnTo>
                  <a:lnTo>
                    <a:pt x="85572" y="22847"/>
                  </a:lnTo>
                  <a:lnTo>
                    <a:pt x="85735" y="22690"/>
                  </a:lnTo>
                  <a:lnTo>
                    <a:pt x="86123" y="22318"/>
                  </a:lnTo>
                  <a:lnTo>
                    <a:pt x="87297" y="22253"/>
                  </a:lnTo>
                  <a:lnTo>
                    <a:pt x="87438" y="22245"/>
                  </a:lnTo>
                  <a:lnTo>
                    <a:pt x="88595" y="22181"/>
                  </a:lnTo>
                  <a:lnTo>
                    <a:pt x="88809" y="22144"/>
                  </a:lnTo>
                  <a:lnTo>
                    <a:pt x="90059" y="21923"/>
                  </a:lnTo>
                  <a:lnTo>
                    <a:pt x="90833" y="21786"/>
                  </a:lnTo>
                  <a:lnTo>
                    <a:pt x="92434" y="21504"/>
                  </a:lnTo>
                  <a:lnTo>
                    <a:pt x="94108" y="21208"/>
                  </a:lnTo>
                  <a:lnTo>
                    <a:pt x="96241" y="20872"/>
                  </a:lnTo>
                  <a:lnTo>
                    <a:pt x="96551" y="20823"/>
                  </a:lnTo>
                  <a:lnTo>
                    <a:pt x="96815" y="20781"/>
                  </a:lnTo>
                  <a:lnTo>
                    <a:pt x="97832" y="20582"/>
                  </a:lnTo>
                  <a:lnTo>
                    <a:pt x="99434" y="20269"/>
                  </a:lnTo>
                  <a:lnTo>
                    <a:pt x="99848" y="20187"/>
                  </a:lnTo>
                  <a:lnTo>
                    <a:pt x="100292" y="19965"/>
                  </a:lnTo>
                  <a:lnTo>
                    <a:pt x="100500" y="19860"/>
                  </a:lnTo>
                  <a:lnTo>
                    <a:pt x="100988" y="19616"/>
                  </a:lnTo>
                  <a:lnTo>
                    <a:pt x="101520" y="19349"/>
                  </a:lnTo>
                  <a:lnTo>
                    <a:pt x="103210" y="18503"/>
                  </a:lnTo>
                  <a:lnTo>
                    <a:pt x="106706" y="16752"/>
                  </a:lnTo>
                  <a:lnTo>
                    <a:pt x="106954" y="16628"/>
                  </a:lnTo>
                  <a:lnTo>
                    <a:pt x="107455" y="16424"/>
                  </a:lnTo>
                  <a:lnTo>
                    <a:pt x="107777" y="16910"/>
                  </a:lnTo>
                  <a:lnTo>
                    <a:pt x="107976" y="17210"/>
                  </a:lnTo>
                  <a:lnTo>
                    <a:pt x="108494" y="17992"/>
                  </a:lnTo>
                  <a:lnTo>
                    <a:pt x="108607" y="18162"/>
                  </a:lnTo>
                  <a:lnTo>
                    <a:pt x="109352" y="19287"/>
                  </a:lnTo>
                  <a:lnTo>
                    <a:pt x="109516" y="19535"/>
                  </a:lnTo>
                  <a:lnTo>
                    <a:pt x="109921" y="20146"/>
                  </a:lnTo>
                  <a:lnTo>
                    <a:pt x="110973" y="21734"/>
                  </a:lnTo>
                  <a:lnTo>
                    <a:pt x="111719" y="22639"/>
                  </a:lnTo>
                  <a:lnTo>
                    <a:pt x="112566" y="23666"/>
                  </a:lnTo>
                  <a:lnTo>
                    <a:pt x="113193" y="23299"/>
                  </a:lnTo>
                  <a:lnTo>
                    <a:pt x="116150" y="23126"/>
                  </a:lnTo>
                  <a:lnTo>
                    <a:pt x="117741" y="23485"/>
                  </a:lnTo>
                  <a:lnTo>
                    <a:pt x="120117" y="24022"/>
                  </a:lnTo>
                  <a:lnTo>
                    <a:pt x="124462" y="24164"/>
                  </a:lnTo>
                  <a:lnTo>
                    <a:pt x="124958" y="24181"/>
                  </a:lnTo>
                  <a:lnTo>
                    <a:pt x="125324" y="24192"/>
                  </a:lnTo>
                  <a:lnTo>
                    <a:pt x="125350" y="23857"/>
                  </a:lnTo>
                  <a:lnTo>
                    <a:pt x="125627" y="20188"/>
                  </a:lnTo>
                  <a:lnTo>
                    <a:pt x="125670" y="19616"/>
                  </a:lnTo>
                  <a:lnTo>
                    <a:pt x="125775" y="18229"/>
                  </a:lnTo>
                  <a:lnTo>
                    <a:pt x="125808" y="17785"/>
                  </a:lnTo>
                  <a:lnTo>
                    <a:pt x="126148" y="13297"/>
                  </a:lnTo>
                  <a:lnTo>
                    <a:pt x="126193" y="12694"/>
                  </a:lnTo>
                  <a:lnTo>
                    <a:pt x="126297" y="11317"/>
                  </a:lnTo>
                  <a:lnTo>
                    <a:pt x="126309" y="11170"/>
                  </a:lnTo>
                  <a:lnTo>
                    <a:pt x="126352" y="10589"/>
                  </a:lnTo>
                  <a:lnTo>
                    <a:pt x="126472" y="9006"/>
                  </a:lnTo>
                  <a:lnTo>
                    <a:pt x="126541" y="8100"/>
                  </a:lnTo>
                  <a:lnTo>
                    <a:pt x="126649" y="6664"/>
                  </a:lnTo>
                  <a:lnTo>
                    <a:pt x="126668" y="6418"/>
                  </a:lnTo>
                  <a:lnTo>
                    <a:pt x="126711" y="5850"/>
                  </a:lnTo>
                  <a:lnTo>
                    <a:pt x="126825" y="4335"/>
                  </a:lnTo>
                  <a:lnTo>
                    <a:pt x="126880" y="3607"/>
                  </a:lnTo>
                  <a:lnTo>
                    <a:pt x="126999" y="2039"/>
                  </a:lnTo>
                  <a:lnTo>
                    <a:pt x="127026" y="1675"/>
                  </a:lnTo>
                  <a:lnTo>
                    <a:pt x="127064" y="1177"/>
                  </a:lnTo>
                  <a:lnTo>
                    <a:pt x="127197" y="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2229893" y="3546773"/>
              <a:ext cx="156785" cy="191511"/>
            </a:xfrm>
            <a:custGeom>
              <a:avLst/>
              <a:pathLst>
                <a:path w="156785" h="191511">
                  <a:moveTo>
                    <a:pt x="117744" y="54495"/>
                  </a:moveTo>
                  <a:lnTo>
                    <a:pt x="118134" y="62948"/>
                  </a:lnTo>
                  <a:lnTo>
                    <a:pt x="110382" y="63221"/>
                  </a:lnTo>
                  <a:lnTo>
                    <a:pt x="109794" y="76121"/>
                  </a:lnTo>
                  <a:lnTo>
                    <a:pt x="117557" y="93725"/>
                  </a:lnTo>
                  <a:lnTo>
                    <a:pt x="119095" y="96539"/>
                  </a:lnTo>
                  <a:lnTo>
                    <a:pt x="119282" y="96880"/>
                  </a:lnTo>
                  <a:lnTo>
                    <a:pt x="119673" y="97596"/>
                  </a:lnTo>
                  <a:lnTo>
                    <a:pt x="121280" y="99915"/>
                  </a:lnTo>
                  <a:lnTo>
                    <a:pt x="121495" y="100227"/>
                  </a:lnTo>
                  <a:lnTo>
                    <a:pt x="122793" y="102099"/>
                  </a:lnTo>
                  <a:lnTo>
                    <a:pt x="124799" y="104994"/>
                  </a:lnTo>
                  <a:lnTo>
                    <a:pt x="125245" y="105457"/>
                  </a:lnTo>
                  <a:lnTo>
                    <a:pt x="125776" y="106006"/>
                  </a:lnTo>
                  <a:lnTo>
                    <a:pt x="127405" y="107692"/>
                  </a:lnTo>
                  <a:lnTo>
                    <a:pt x="128322" y="108862"/>
                  </a:lnTo>
                  <a:lnTo>
                    <a:pt x="129292" y="110100"/>
                  </a:lnTo>
                  <a:lnTo>
                    <a:pt x="130151" y="111653"/>
                  </a:lnTo>
                  <a:lnTo>
                    <a:pt x="131314" y="113754"/>
                  </a:lnTo>
                  <a:lnTo>
                    <a:pt x="133168" y="117033"/>
                  </a:lnTo>
                  <a:lnTo>
                    <a:pt x="137528" y="120483"/>
                  </a:lnTo>
                  <a:lnTo>
                    <a:pt x="138779" y="123873"/>
                  </a:lnTo>
                  <a:lnTo>
                    <a:pt x="145153" y="129681"/>
                  </a:lnTo>
                  <a:lnTo>
                    <a:pt x="145478" y="130063"/>
                  </a:lnTo>
                  <a:lnTo>
                    <a:pt x="148595" y="133410"/>
                  </a:lnTo>
                  <a:lnTo>
                    <a:pt x="150698" y="135668"/>
                  </a:lnTo>
                  <a:lnTo>
                    <a:pt x="155202" y="138813"/>
                  </a:lnTo>
                  <a:lnTo>
                    <a:pt x="155470" y="139000"/>
                  </a:lnTo>
                  <a:lnTo>
                    <a:pt x="155564" y="142227"/>
                  </a:lnTo>
                  <a:lnTo>
                    <a:pt x="155445" y="145444"/>
                  </a:lnTo>
                  <a:lnTo>
                    <a:pt x="156785" y="150247"/>
                  </a:lnTo>
                  <a:lnTo>
                    <a:pt x="156456" y="151748"/>
                  </a:lnTo>
                  <a:lnTo>
                    <a:pt x="155314" y="152819"/>
                  </a:lnTo>
                  <a:lnTo>
                    <a:pt x="147309" y="150995"/>
                  </a:lnTo>
                  <a:lnTo>
                    <a:pt x="146143" y="150729"/>
                  </a:lnTo>
                  <a:lnTo>
                    <a:pt x="139727" y="152163"/>
                  </a:lnTo>
                  <a:lnTo>
                    <a:pt x="139197" y="152111"/>
                  </a:lnTo>
                  <a:lnTo>
                    <a:pt x="138324" y="152026"/>
                  </a:lnTo>
                  <a:lnTo>
                    <a:pt x="136343" y="151952"/>
                  </a:lnTo>
                  <a:lnTo>
                    <a:pt x="135896" y="151935"/>
                  </a:lnTo>
                  <a:lnTo>
                    <a:pt x="132207" y="152473"/>
                  </a:lnTo>
                  <a:lnTo>
                    <a:pt x="126744" y="152260"/>
                  </a:lnTo>
                  <a:lnTo>
                    <a:pt x="123080" y="152981"/>
                  </a:lnTo>
                  <a:lnTo>
                    <a:pt x="120842" y="153641"/>
                  </a:lnTo>
                  <a:lnTo>
                    <a:pt x="119905" y="153763"/>
                  </a:lnTo>
                  <a:lnTo>
                    <a:pt x="119540" y="153811"/>
                  </a:lnTo>
                  <a:lnTo>
                    <a:pt x="117434" y="154085"/>
                  </a:lnTo>
                  <a:lnTo>
                    <a:pt x="117133" y="154222"/>
                  </a:lnTo>
                  <a:lnTo>
                    <a:pt x="109771" y="154290"/>
                  </a:lnTo>
                  <a:lnTo>
                    <a:pt x="104759" y="154165"/>
                  </a:lnTo>
                  <a:lnTo>
                    <a:pt x="102684" y="154098"/>
                  </a:lnTo>
                  <a:lnTo>
                    <a:pt x="90209" y="153697"/>
                  </a:lnTo>
                  <a:lnTo>
                    <a:pt x="89927" y="156858"/>
                  </a:lnTo>
                  <a:lnTo>
                    <a:pt x="87872" y="160244"/>
                  </a:lnTo>
                  <a:lnTo>
                    <a:pt x="81381" y="170934"/>
                  </a:lnTo>
                  <a:lnTo>
                    <a:pt x="81271" y="171114"/>
                  </a:lnTo>
                  <a:lnTo>
                    <a:pt x="79093" y="174549"/>
                  </a:lnTo>
                  <a:lnTo>
                    <a:pt x="74956" y="181324"/>
                  </a:lnTo>
                  <a:lnTo>
                    <a:pt x="68735" y="191511"/>
                  </a:lnTo>
                  <a:lnTo>
                    <a:pt x="66167" y="189893"/>
                  </a:lnTo>
                  <a:lnTo>
                    <a:pt x="65772" y="189644"/>
                  </a:lnTo>
                  <a:lnTo>
                    <a:pt x="59207" y="185309"/>
                  </a:lnTo>
                  <a:lnTo>
                    <a:pt x="50982" y="179877"/>
                  </a:lnTo>
                  <a:lnTo>
                    <a:pt x="42945" y="174965"/>
                  </a:lnTo>
                  <a:lnTo>
                    <a:pt x="42450" y="174663"/>
                  </a:lnTo>
                  <a:lnTo>
                    <a:pt x="38277" y="172011"/>
                  </a:lnTo>
                  <a:lnTo>
                    <a:pt x="35869" y="170481"/>
                  </a:lnTo>
                  <a:lnTo>
                    <a:pt x="34511" y="169902"/>
                  </a:lnTo>
                  <a:lnTo>
                    <a:pt x="32075" y="168356"/>
                  </a:lnTo>
                  <a:lnTo>
                    <a:pt x="29277" y="166580"/>
                  </a:lnTo>
                  <a:lnTo>
                    <a:pt x="21814" y="161842"/>
                  </a:lnTo>
                  <a:lnTo>
                    <a:pt x="20268" y="160988"/>
                  </a:lnTo>
                  <a:lnTo>
                    <a:pt x="18105" y="159793"/>
                  </a:lnTo>
                  <a:lnTo>
                    <a:pt x="17921" y="159679"/>
                  </a:lnTo>
                  <a:lnTo>
                    <a:pt x="5880" y="152208"/>
                  </a:lnTo>
                  <a:lnTo>
                    <a:pt x="876" y="149103"/>
                  </a:lnTo>
                  <a:lnTo>
                    <a:pt x="0" y="148560"/>
                  </a:lnTo>
                  <a:lnTo>
                    <a:pt x="3863" y="141244"/>
                  </a:lnTo>
                  <a:lnTo>
                    <a:pt x="4005" y="140975"/>
                  </a:lnTo>
                  <a:lnTo>
                    <a:pt x="7936" y="134581"/>
                  </a:lnTo>
                  <a:lnTo>
                    <a:pt x="8074" y="134359"/>
                  </a:lnTo>
                  <a:lnTo>
                    <a:pt x="12358" y="128271"/>
                  </a:lnTo>
                  <a:lnTo>
                    <a:pt x="13214" y="126879"/>
                  </a:lnTo>
                  <a:lnTo>
                    <a:pt x="14861" y="124198"/>
                  </a:lnTo>
                  <a:lnTo>
                    <a:pt x="16535" y="121475"/>
                  </a:lnTo>
                  <a:lnTo>
                    <a:pt x="20645" y="115054"/>
                  </a:lnTo>
                  <a:lnTo>
                    <a:pt x="23920" y="109303"/>
                  </a:lnTo>
                  <a:lnTo>
                    <a:pt x="26103" y="108552"/>
                  </a:lnTo>
                  <a:lnTo>
                    <a:pt x="37775" y="115656"/>
                  </a:lnTo>
                  <a:lnTo>
                    <a:pt x="48640" y="98071"/>
                  </a:lnTo>
                  <a:lnTo>
                    <a:pt x="50394" y="95231"/>
                  </a:lnTo>
                  <a:lnTo>
                    <a:pt x="52321" y="92113"/>
                  </a:lnTo>
                  <a:lnTo>
                    <a:pt x="56212" y="84807"/>
                  </a:lnTo>
                  <a:lnTo>
                    <a:pt x="57551" y="82292"/>
                  </a:lnTo>
                  <a:lnTo>
                    <a:pt x="57637" y="82129"/>
                  </a:lnTo>
                  <a:lnTo>
                    <a:pt x="64490" y="74695"/>
                  </a:lnTo>
                  <a:lnTo>
                    <a:pt x="64988" y="74155"/>
                  </a:lnTo>
                  <a:lnTo>
                    <a:pt x="66056" y="73101"/>
                  </a:lnTo>
                  <a:lnTo>
                    <a:pt x="68430" y="70757"/>
                  </a:lnTo>
                  <a:lnTo>
                    <a:pt x="65272" y="67239"/>
                  </a:lnTo>
                  <a:lnTo>
                    <a:pt x="63550" y="65637"/>
                  </a:lnTo>
                  <a:lnTo>
                    <a:pt x="60600" y="62790"/>
                  </a:lnTo>
                  <a:lnTo>
                    <a:pt x="57358" y="59663"/>
                  </a:lnTo>
                  <a:lnTo>
                    <a:pt x="57193" y="58810"/>
                  </a:lnTo>
                  <a:lnTo>
                    <a:pt x="59952" y="56573"/>
                  </a:lnTo>
                  <a:lnTo>
                    <a:pt x="62505" y="54721"/>
                  </a:lnTo>
                  <a:lnTo>
                    <a:pt x="63665" y="53949"/>
                  </a:lnTo>
                  <a:lnTo>
                    <a:pt x="66969" y="57541"/>
                  </a:lnTo>
                  <a:lnTo>
                    <a:pt x="71647" y="49401"/>
                  </a:lnTo>
                  <a:lnTo>
                    <a:pt x="76770" y="45246"/>
                  </a:lnTo>
                  <a:lnTo>
                    <a:pt x="80167" y="41034"/>
                  </a:lnTo>
                  <a:lnTo>
                    <a:pt x="83953" y="35626"/>
                  </a:lnTo>
                  <a:lnTo>
                    <a:pt x="75489" y="34317"/>
                  </a:lnTo>
                  <a:lnTo>
                    <a:pt x="75600" y="29707"/>
                  </a:lnTo>
                  <a:lnTo>
                    <a:pt x="80890" y="29036"/>
                  </a:lnTo>
                  <a:lnTo>
                    <a:pt x="83501" y="22249"/>
                  </a:lnTo>
                  <a:lnTo>
                    <a:pt x="90183" y="16443"/>
                  </a:lnTo>
                  <a:lnTo>
                    <a:pt x="92856" y="10296"/>
                  </a:lnTo>
                  <a:lnTo>
                    <a:pt x="95529" y="2099"/>
                  </a:lnTo>
                  <a:lnTo>
                    <a:pt x="98763" y="0"/>
                  </a:lnTo>
                  <a:lnTo>
                    <a:pt x="101543" y="13028"/>
                  </a:lnTo>
                  <a:lnTo>
                    <a:pt x="103214" y="23956"/>
                  </a:lnTo>
                  <a:lnTo>
                    <a:pt x="104091" y="35977"/>
                  </a:lnTo>
                  <a:lnTo>
                    <a:pt x="104250" y="41223"/>
                  </a:lnTo>
                  <a:lnTo>
                    <a:pt x="104446" y="47666"/>
                  </a:lnTo>
                  <a:lnTo>
                    <a:pt x="104587" y="52306"/>
                  </a:lnTo>
                  <a:lnTo>
                    <a:pt x="110540" y="52970"/>
                  </a:lnTo>
                  <a:lnTo>
                    <a:pt x="112089" y="53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2116919" y="3425583"/>
              <a:ext cx="211737" cy="236846"/>
            </a:xfrm>
            <a:custGeom>
              <a:avLst/>
              <a:pathLst>
                <a:path w="211737" h="236846">
                  <a:moveTo>
                    <a:pt x="89222" y="18783"/>
                  </a:moveTo>
                  <a:lnTo>
                    <a:pt x="94903" y="28346"/>
                  </a:lnTo>
                  <a:lnTo>
                    <a:pt x="95905" y="35518"/>
                  </a:lnTo>
                  <a:lnTo>
                    <a:pt x="107933" y="45764"/>
                  </a:lnTo>
                  <a:lnTo>
                    <a:pt x="111943" y="57034"/>
                  </a:lnTo>
                  <a:lnTo>
                    <a:pt x="118625" y="68987"/>
                  </a:lnTo>
                  <a:lnTo>
                    <a:pt x="125642" y="76501"/>
                  </a:lnTo>
                  <a:lnTo>
                    <a:pt x="143016" y="84014"/>
                  </a:lnTo>
                  <a:lnTo>
                    <a:pt x="175092" y="95967"/>
                  </a:lnTo>
                  <a:lnTo>
                    <a:pt x="202156" y="101090"/>
                  </a:lnTo>
                  <a:lnTo>
                    <a:pt x="207935" y="101582"/>
                  </a:lnTo>
                  <a:lnTo>
                    <a:pt x="210509" y="115434"/>
                  </a:lnTo>
                  <a:lnTo>
                    <a:pt x="211737" y="121190"/>
                  </a:lnTo>
                  <a:lnTo>
                    <a:pt x="208504" y="123289"/>
                  </a:lnTo>
                  <a:lnTo>
                    <a:pt x="205831" y="131486"/>
                  </a:lnTo>
                  <a:lnTo>
                    <a:pt x="203158" y="137633"/>
                  </a:lnTo>
                  <a:lnTo>
                    <a:pt x="196476" y="143439"/>
                  </a:lnTo>
                  <a:lnTo>
                    <a:pt x="193865" y="150226"/>
                  </a:lnTo>
                  <a:lnTo>
                    <a:pt x="188575" y="150897"/>
                  </a:lnTo>
                  <a:lnTo>
                    <a:pt x="188464" y="155507"/>
                  </a:lnTo>
                  <a:lnTo>
                    <a:pt x="196928" y="156816"/>
                  </a:lnTo>
                  <a:lnTo>
                    <a:pt x="193142" y="162224"/>
                  </a:lnTo>
                  <a:lnTo>
                    <a:pt x="189745" y="166436"/>
                  </a:lnTo>
                  <a:lnTo>
                    <a:pt x="184621" y="170591"/>
                  </a:lnTo>
                  <a:lnTo>
                    <a:pt x="179944" y="178731"/>
                  </a:lnTo>
                  <a:lnTo>
                    <a:pt x="176639" y="175139"/>
                  </a:lnTo>
                  <a:lnTo>
                    <a:pt x="175480" y="175911"/>
                  </a:lnTo>
                  <a:lnTo>
                    <a:pt x="172927" y="177763"/>
                  </a:lnTo>
                  <a:lnTo>
                    <a:pt x="170168" y="180000"/>
                  </a:lnTo>
                  <a:lnTo>
                    <a:pt x="170333" y="180853"/>
                  </a:lnTo>
                  <a:lnTo>
                    <a:pt x="173574" y="183981"/>
                  </a:lnTo>
                  <a:lnTo>
                    <a:pt x="176525" y="186827"/>
                  </a:lnTo>
                  <a:lnTo>
                    <a:pt x="178247" y="188429"/>
                  </a:lnTo>
                  <a:lnTo>
                    <a:pt x="181404" y="191947"/>
                  </a:lnTo>
                  <a:lnTo>
                    <a:pt x="179031" y="194291"/>
                  </a:lnTo>
                  <a:lnTo>
                    <a:pt x="177963" y="195345"/>
                  </a:lnTo>
                  <a:lnTo>
                    <a:pt x="177465" y="195885"/>
                  </a:lnTo>
                  <a:lnTo>
                    <a:pt x="170612" y="203319"/>
                  </a:lnTo>
                  <a:lnTo>
                    <a:pt x="170526" y="203482"/>
                  </a:lnTo>
                  <a:lnTo>
                    <a:pt x="169186" y="205997"/>
                  </a:lnTo>
                  <a:lnTo>
                    <a:pt x="165296" y="213303"/>
                  </a:lnTo>
                  <a:lnTo>
                    <a:pt x="163369" y="216421"/>
                  </a:lnTo>
                  <a:lnTo>
                    <a:pt x="161615" y="219261"/>
                  </a:lnTo>
                  <a:lnTo>
                    <a:pt x="150750" y="236846"/>
                  </a:lnTo>
                  <a:lnTo>
                    <a:pt x="139078" y="229742"/>
                  </a:lnTo>
                  <a:lnTo>
                    <a:pt x="136895" y="230493"/>
                  </a:lnTo>
                  <a:lnTo>
                    <a:pt x="134270" y="230145"/>
                  </a:lnTo>
                  <a:lnTo>
                    <a:pt x="129057" y="227156"/>
                  </a:lnTo>
                  <a:lnTo>
                    <a:pt x="124044" y="223855"/>
                  </a:lnTo>
                  <a:lnTo>
                    <a:pt x="128383" y="216718"/>
                  </a:lnTo>
                  <a:lnTo>
                    <a:pt x="121378" y="212180"/>
                  </a:lnTo>
                  <a:lnTo>
                    <a:pt x="115100" y="208269"/>
                  </a:lnTo>
                  <a:lnTo>
                    <a:pt x="97349" y="198362"/>
                  </a:lnTo>
                  <a:lnTo>
                    <a:pt x="99744" y="193950"/>
                  </a:lnTo>
                  <a:lnTo>
                    <a:pt x="101860" y="189681"/>
                  </a:lnTo>
                  <a:lnTo>
                    <a:pt x="101576" y="188089"/>
                  </a:lnTo>
                  <a:lnTo>
                    <a:pt x="101309" y="186595"/>
                  </a:lnTo>
                  <a:lnTo>
                    <a:pt x="100362" y="185030"/>
                  </a:lnTo>
                  <a:lnTo>
                    <a:pt x="97856" y="180704"/>
                  </a:lnTo>
                  <a:lnTo>
                    <a:pt x="97135" y="179615"/>
                  </a:lnTo>
                  <a:lnTo>
                    <a:pt x="93541" y="174186"/>
                  </a:lnTo>
                  <a:lnTo>
                    <a:pt x="90756" y="170629"/>
                  </a:lnTo>
                  <a:lnTo>
                    <a:pt x="89320" y="169523"/>
                  </a:lnTo>
                  <a:lnTo>
                    <a:pt x="88419" y="168818"/>
                  </a:lnTo>
                  <a:lnTo>
                    <a:pt x="86830" y="166787"/>
                  </a:lnTo>
                  <a:lnTo>
                    <a:pt x="83684" y="163172"/>
                  </a:lnTo>
                  <a:lnTo>
                    <a:pt x="81171" y="161091"/>
                  </a:lnTo>
                  <a:lnTo>
                    <a:pt x="78700" y="159046"/>
                  </a:lnTo>
                  <a:lnTo>
                    <a:pt x="78317" y="158623"/>
                  </a:lnTo>
                  <a:lnTo>
                    <a:pt x="77487" y="157708"/>
                  </a:lnTo>
                  <a:lnTo>
                    <a:pt x="75639" y="155669"/>
                  </a:lnTo>
                  <a:lnTo>
                    <a:pt x="73884" y="153734"/>
                  </a:lnTo>
                  <a:lnTo>
                    <a:pt x="70933" y="151001"/>
                  </a:lnTo>
                  <a:lnTo>
                    <a:pt x="67814" y="149351"/>
                  </a:lnTo>
                  <a:lnTo>
                    <a:pt x="64891" y="148053"/>
                  </a:lnTo>
                  <a:lnTo>
                    <a:pt x="59665" y="145642"/>
                  </a:lnTo>
                  <a:lnTo>
                    <a:pt x="58399" y="145058"/>
                  </a:lnTo>
                  <a:lnTo>
                    <a:pt x="58191" y="144962"/>
                  </a:lnTo>
                  <a:lnTo>
                    <a:pt x="57998" y="144863"/>
                  </a:lnTo>
                  <a:lnTo>
                    <a:pt x="56588" y="144142"/>
                  </a:lnTo>
                  <a:lnTo>
                    <a:pt x="52837" y="142987"/>
                  </a:lnTo>
                  <a:lnTo>
                    <a:pt x="51455" y="142349"/>
                  </a:lnTo>
                  <a:lnTo>
                    <a:pt x="49043" y="138711"/>
                  </a:lnTo>
                  <a:lnTo>
                    <a:pt x="43089" y="129730"/>
                  </a:lnTo>
                  <a:lnTo>
                    <a:pt x="40466" y="133692"/>
                  </a:lnTo>
                  <a:lnTo>
                    <a:pt x="38061" y="132275"/>
                  </a:lnTo>
                  <a:lnTo>
                    <a:pt x="31879" y="128842"/>
                  </a:lnTo>
                  <a:lnTo>
                    <a:pt x="30257" y="128343"/>
                  </a:lnTo>
                  <a:lnTo>
                    <a:pt x="26333" y="127135"/>
                  </a:lnTo>
                  <a:lnTo>
                    <a:pt x="24881" y="126395"/>
                  </a:lnTo>
                  <a:lnTo>
                    <a:pt x="22953" y="125847"/>
                  </a:lnTo>
                  <a:lnTo>
                    <a:pt x="13931" y="123129"/>
                  </a:lnTo>
                  <a:lnTo>
                    <a:pt x="11437" y="122206"/>
                  </a:lnTo>
                  <a:lnTo>
                    <a:pt x="8901" y="121268"/>
                  </a:lnTo>
                  <a:lnTo>
                    <a:pt x="6588" y="120469"/>
                  </a:lnTo>
                  <a:lnTo>
                    <a:pt x="5926" y="120240"/>
                  </a:lnTo>
                  <a:lnTo>
                    <a:pt x="3768" y="119244"/>
                  </a:lnTo>
                  <a:lnTo>
                    <a:pt x="0" y="117654"/>
                  </a:lnTo>
                  <a:lnTo>
                    <a:pt x="3213" y="114206"/>
                  </a:lnTo>
                  <a:lnTo>
                    <a:pt x="4156" y="111626"/>
                  </a:lnTo>
                  <a:lnTo>
                    <a:pt x="5002" y="109313"/>
                  </a:lnTo>
                  <a:lnTo>
                    <a:pt x="6777" y="104461"/>
                  </a:lnTo>
                  <a:lnTo>
                    <a:pt x="14172" y="108741"/>
                  </a:lnTo>
                  <a:lnTo>
                    <a:pt x="15330" y="106829"/>
                  </a:lnTo>
                  <a:lnTo>
                    <a:pt x="12747" y="101820"/>
                  </a:lnTo>
                  <a:lnTo>
                    <a:pt x="16489" y="97084"/>
                  </a:lnTo>
                  <a:lnTo>
                    <a:pt x="23439" y="91802"/>
                  </a:lnTo>
                  <a:lnTo>
                    <a:pt x="26022" y="87066"/>
                  </a:lnTo>
                  <a:lnTo>
                    <a:pt x="25042" y="85154"/>
                  </a:lnTo>
                  <a:lnTo>
                    <a:pt x="17558" y="80873"/>
                  </a:lnTo>
                  <a:lnTo>
                    <a:pt x="18538" y="71766"/>
                  </a:lnTo>
                  <a:lnTo>
                    <a:pt x="17914" y="71128"/>
                  </a:lnTo>
                  <a:lnTo>
                    <a:pt x="13994" y="73132"/>
                  </a:lnTo>
                  <a:lnTo>
                    <a:pt x="6153" y="73405"/>
                  </a:lnTo>
                  <a:lnTo>
                    <a:pt x="4015" y="67394"/>
                  </a:lnTo>
                  <a:lnTo>
                    <a:pt x="4906" y="64389"/>
                  </a:lnTo>
                  <a:lnTo>
                    <a:pt x="2678" y="60746"/>
                  </a:lnTo>
                  <a:lnTo>
                    <a:pt x="6599" y="56557"/>
                  </a:lnTo>
                  <a:lnTo>
                    <a:pt x="8490" y="56055"/>
                  </a:lnTo>
                  <a:lnTo>
                    <a:pt x="13816" y="54644"/>
                  </a:lnTo>
                  <a:lnTo>
                    <a:pt x="11991" y="40568"/>
                  </a:lnTo>
                  <a:lnTo>
                    <a:pt x="11856" y="39526"/>
                  </a:lnTo>
                  <a:lnTo>
                    <a:pt x="8203" y="39708"/>
                  </a:lnTo>
                  <a:lnTo>
                    <a:pt x="5975" y="31603"/>
                  </a:lnTo>
                  <a:lnTo>
                    <a:pt x="3650" y="29612"/>
                  </a:lnTo>
                  <a:lnTo>
                    <a:pt x="2930" y="22352"/>
                  </a:lnTo>
                  <a:lnTo>
                    <a:pt x="3183" y="22254"/>
                  </a:lnTo>
                  <a:lnTo>
                    <a:pt x="5408" y="21385"/>
                  </a:lnTo>
                  <a:lnTo>
                    <a:pt x="8104" y="20586"/>
                  </a:lnTo>
                  <a:lnTo>
                    <a:pt x="9703" y="20356"/>
                  </a:lnTo>
                  <a:lnTo>
                    <a:pt x="16318" y="19405"/>
                  </a:lnTo>
                  <a:lnTo>
                    <a:pt x="16844" y="19329"/>
                  </a:lnTo>
                  <a:lnTo>
                    <a:pt x="17708" y="19260"/>
                  </a:lnTo>
                  <a:lnTo>
                    <a:pt x="19296" y="19133"/>
                  </a:lnTo>
                  <a:lnTo>
                    <a:pt x="25467" y="18637"/>
                  </a:lnTo>
                  <a:lnTo>
                    <a:pt x="31258" y="20178"/>
                  </a:lnTo>
                  <a:lnTo>
                    <a:pt x="31450" y="20249"/>
                  </a:lnTo>
                  <a:lnTo>
                    <a:pt x="35714" y="21825"/>
                  </a:lnTo>
                  <a:lnTo>
                    <a:pt x="36493" y="22113"/>
                  </a:lnTo>
                  <a:lnTo>
                    <a:pt x="39687" y="25586"/>
                  </a:lnTo>
                  <a:lnTo>
                    <a:pt x="39994" y="25944"/>
                  </a:lnTo>
                  <a:lnTo>
                    <a:pt x="42998" y="27250"/>
                  </a:lnTo>
                  <a:lnTo>
                    <a:pt x="43672" y="26579"/>
                  </a:lnTo>
                  <a:lnTo>
                    <a:pt x="50076" y="15878"/>
                  </a:lnTo>
                  <a:lnTo>
                    <a:pt x="47570" y="4607"/>
                  </a:lnTo>
                  <a:lnTo>
                    <a:pt x="56144" y="0"/>
                  </a:lnTo>
                  <a:lnTo>
                    <a:pt x="66836" y="1707"/>
                  </a:lnTo>
                  <a:lnTo>
                    <a:pt x="74855" y="7855"/>
                  </a:lnTo>
                  <a:lnTo>
                    <a:pt x="80535" y="140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2033397" y="3543237"/>
              <a:ext cx="220417" cy="144511"/>
            </a:xfrm>
            <a:custGeom>
              <a:avLst/>
              <a:pathLst>
                <a:path w="220417" h="144511">
                  <a:moveTo>
                    <a:pt x="121582" y="14620"/>
                  </a:moveTo>
                  <a:lnTo>
                    <a:pt x="123988" y="16037"/>
                  </a:lnTo>
                  <a:lnTo>
                    <a:pt x="126611" y="12075"/>
                  </a:lnTo>
                  <a:lnTo>
                    <a:pt x="132565" y="21056"/>
                  </a:lnTo>
                  <a:lnTo>
                    <a:pt x="134977" y="24694"/>
                  </a:lnTo>
                  <a:lnTo>
                    <a:pt x="136358" y="25332"/>
                  </a:lnTo>
                  <a:lnTo>
                    <a:pt x="140109" y="26488"/>
                  </a:lnTo>
                  <a:lnTo>
                    <a:pt x="141519" y="27208"/>
                  </a:lnTo>
                  <a:lnTo>
                    <a:pt x="141713" y="27307"/>
                  </a:lnTo>
                  <a:lnTo>
                    <a:pt x="141921" y="27403"/>
                  </a:lnTo>
                  <a:lnTo>
                    <a:pt x="143187" y="27987"/>
                  </a:lnTo>
                  <a:lnTo>
                    <a:pt x="148412" y="30398"/>
                  </a:lnTo>
                  <a:lnTo>
                    <a:pt x="151336" y="31696"/>
                  </a:lnTo>
                  <a:lnTo>
                    <a:pt x="154454" y="33347"/>
                  </a:lnTo>
                  <a:lnTo>
                    <a:pt x="157406" y="36079"/>
                  </a:lnTo>
                  <a:lnTo>
                    <a:pt x="159160" y="38014"/>
                  </a:lnTo>
                  <a:lnTo>
                    <a:pt x="161009" y="40053"/>
                  </a:lnTo>
                  <a:lnTo>
                    <a:pt x="161839" y="40968"/>
                  </a:lnTo>
                  <a:lnTo>
                    <a:pt x="162222" y="41391"/>
                  </a:lnTo>
                  <a:lnTo>
                    <a:pt x="164692" y="43436"/>
                  </a:lnTo>
                  <a:lnTo>
                    <a:pt x="167206" y="45517"/>
                  </a:lnTo>
                  <a:lnTo>
                    <a:pt x="170352" y="49132"/>
                  </a:lnTo>
                  <a:lnTo>
                    <a:pt x="171961" y="51190"/>
                  </a:lnTo>
                  <a:lnTo>
                    <a:pt x="172842" y="51868"/>
                  </a:lnTo>
                  <a:lnTo>
                    <a:pt x="174278" y="52974"/>
                  </a:lnTo>
                  <a:lnTo>
                    <a:pt x="177062" y="56532"/>
                  </a:lnTo>
                  <a:lnTo>
                    <a:pt x="180657" y="61960"/>
                  </a:lnTo>
                  <a:lnTo>
                    <a:pt x="181378" y="63049"/>
                  </a:lnTo>
                  <a:lnTo>
                    <a:pt x="183884" y="67375"/>
                  </a:lnTo>
                  <a:lnTo>
                    <a:pt x="184831" y="68940"/>
                  </a:lnTo>
                  <a:lnTo>
                    <a:pt x="185097" y="70434"/>
                  </a:lnTo>
                  <a:lnTo>
                    <a:pt x="185382" y="72026"/>
                  </a:lnTo>
                  <a:lnTo>
                    <a:pt x="183265" y="76295"/>
                  </a:lnTo>
                  <a:lnTo>
                    <a:pt x="180871" y="80707"/>
                  </a:lnTo>
                  <a:lnTo>
                    <a:pt x="198621" y="90614"/>
                  </a:lnTo>
                  <a:lnTo>
                    <a:pt x="204900" y="94525"/>
                  </a:lnTo>
                  <a:lnTo>
                    <a:pt x="211905" y="99063"/>
                  </a:lnTo>
                  <a:lnTo>
                    <a:pt x="207586" y="106213"/>
                  </a:lnTo>
                  <a:lnTo>
                    <a:pt x="212598" y="109514"/>
                  </a:lnTo>
                  <a:lnTo>
                    <a:pt x="217792" y="112490"/>
                  </a:lnTo>
                  <a:lnTo>
                    <a:pt x="220417" y="112838"/>
                  </a:lnTo>
                  <a:lnTo>
                    <a:pt x="217141" y="118589"/>
                  </a:lnTo>
                  <a:lnTo>
                    <a:pt x="213031" y="125010"/>
                  </a:lnTo>
                  <a:lnTo>
                    <a:pt x="211358" y="127733"/>
                  </a:lnTo>
                  <a:lnTo>
                    <a:pt x="209710" y="130414"/>
                  </a:lnTo>
                  <a:lnTo>
                    <a:pt x="208855" y="131806"/>
                  </a:lnTo>
                  <a:lnTo>
                    <a:pt x="204571" y="137894"/>
                  </a:lnTo>
                  <a:lnTo>
                    <a:pt x="204432" y="138117"/>
                  </a:lnTo>
                  <a:lnTo>
                    <a:pt x="200502" y="144511"/>
                  </a:lnTo>
                  <a:lnTo>
                    <a:pt x="193412" y="140358"/>
                  </a:lnTo>
                  <a:lnTo>
                    <a:pt x="187798" y="137069"/>
                  </a:lnTo>
                  <a:lnTo>
                    <a:pt x="181681" y="133486"/>
                  </a:lnTo>
                  <a:lnTo>
                    <a:pt x="175150" y="129389"/>
                  </a:lnTo>
                  <a:lnTo>
                    <a:pt x="175020" y="129308"/>
                  </a:lnTo>
                  <a:lnTo>
                    <a:pt x="172503" y="127728"/>
                  </a:lnTo>
                  <a:lnTo>
                    <a:pt x="170993" y="126781"/>
                  </a:lnTo>
                  <a:lnTo>
                    <a:pt x="165709" y="123417"/>
                  </a:lnTo>
                  <a:lnTo>
                    <a:pt x="161874" y="121183"/>
                  </a:lnTo>
                  <a:lnTo>
                    <a:pt x="156966" y="118323"/>
                  </a:lnTo>
                  <a:lnTo>
                    <a:pt x="155768" y="117782"/>
                  </a:lnTo>
                  <a:lnTo>
                    <a:pt x="154655" y="121539"/>
                  </a:lnTo>
                  <a:lnTo>
                    <a:pt x="152956" y="125153"/>
                  </a:lnTo>
                  <a:lnTo>
                    <a:pt x="148626" y="122682"/>
                  </a:lnTo>
                  <a:lnTo>
                    <a:pt x="147310" y="122125"/>
                  </a:lnTo>
                  <a:lnTo>
                    <a:pt x="146590" y="121821"/>
                  </a:lnTo>
                  <a:lnTo>
                    <a:pt x="145579" y="121479"/>
                  </a:lnTo>
                  <a:lnTo>
                    <a:pt x="144925" y="121257"/>
                  </a:lnTo>
                  <a:lnTo>
                    <a:pt x="142473" y="119842"/>
                  </a:lnTo>
                  <a:lnTo>
                    <a:pt x="141659" y="119372"/>
                  </a:lnTo>
                  <a:lnTo>
                    <a:pt x="136593" y="122972"/>
                  </a:lnTo>
                  <a:lnTo>
                    <a:pt x="132713" y="122683"/>
                  </a:lnTo>
                  <a:lnTo>
                    <a:pt x="126231" y="124323"/>
                  </a:lnTo>
                  <a:lnTo>
                    <a:pt x="120484" y="122137"/>
                  </a:lnTo>
                  <a:lnTo>
                    <a:pt x="115940" y="120088"/>
                  </a:lnTo>
                  <a:lnTo>
                    <a:pt x="114002" y="115170"/>
                  </a:lnTo>
                  <a:lnTo>
                    <a:pt x="109859" y="116878"/>
                  </a:lnTo>
                  <a:lnTo>
                    <a:pt x="105916" y="117765"/>
                  </a:lnTo>
                  <a:lnTo>
                    <a:pt x="105969" y="108758"/>
                  </a:lnTo>
                  <a:lnTo>
                    <a:pt x="103475" y="103567"/>
                  </a:lnTo>
                  <a:lnTo>
                    <a:pt x="102405" y="105024"/>
                  </a:lnTo>
                  <a:lnTo>
                    <a:pt x="77189" y="109220"/>
                  </a:lnTo>
                  <a:lnTo>
                    <a:pt x="75803" y="104093"/>
                  </a:lnTo>
                  <a:lnTo>
                    <a:pt x="75511" y="103012"/>
                  </a:lnTo>
                  <a:lnTo>
                    <a:pt x="80122" y="101851"/>
                  </a:lnTo>
                  <a:lnTo>
                    <a:pt x="80328" y="102624"/>
                  </a:lnTo>
                  <a:lnTo>
                    <a:pt x="80523" y="103353"/>
                  </a:lnTo>
                  <a:lnTo>
                    <a:pt x="99501" y="98299"/>
                  </a:lnTo>
                  <a:lnTo>
                    <a:pt x="102238" y="96015"/>
                  </a:lnTo>
                  <a:lnTo>
                    <a:pt x="102775" y="95567"/>
                  </a:lnTo>
                  <a:lnTo>
                    <a:pt x="108758" y="96138"/>
                  </a:lnTo>
                  <a:lnTo>
                    <a:pt x="113454" y="91454"/>
                  </a:lnTo>
                  <a:lnTo>
                    <a:pt x="110335" y="88449"/>
                  </a:lnTo>
                  <a:lnTo>
                    <a:pt x="115147" y="82802"/>
                  </a:lnTo>
                  <a:lnTo>
                    <a:pt x="115147" y="82256"/>
                  </a:lnTo>
                  <a:lnTo>
                    <a:pt x="111494" y="81345"/>
                  </a:lnTo>
                  <a:lnTo>
                    <a:pt x="112919" y="77520"/>
                  </a:lnTo>
                  <a:lnTo>
                    <a:pt x="115306" y="78039"/>
                  </a:lnTo>
                  <a:lnTo>
                    <a:pt x="114256" y="72784"/>
                  </a:lnTo>
                  <a:lnTo>
                    <a:pt x="112117" y="70234"/>
                  </a:lnTo>
                  <a:lnTo>
                    <a:pt x="108999" y="68777"/>
                  </a:lnTo>
                  <a:lnTo>
                    <a:pt x="106682" y="68140"/>
                  </a:lnTo>
                  <a:lnTo>
                    <a:pt x="100073" y="67626"/>
                  </a:lnTo>
                  <a:lnTo>
                    <a:pt x="88417" y="76609"/>
                  </a:lnTo>
                  <a:lnTo>
                    <a:pt x="83516" y="76791"/>
                  </a:lnTo>
                  <a:lnTo>
                    <a:pt x="83071" y="73513"/>
                  </a:lnTo>
                  <a:lnTo>
                    <a:pt x="81556" y="73695"/>
                  </a:lnTo>
                  <a:lnTo>
                    <a:pt x="79952" y="62675"/>
                  </a:lnTo>
                  <a:lnTo>
                    <a:pt x="73181" y="66136"/>
                  </a:lnTo>
                  <a:lnTo>
                    <a:pt x="76388" y="71236"/>
                  </a:lnTo>
                  <a:lnTo>
                    <a:pt x="70241" y="82620"/>
                  </a:lnTo>
                  <a:lnTo>
                    <a:pt x="66498" y="84442"/>
                  </a:lnTo>
                  <a:lnTo>
                    <a:pt x="62133" y="84533"/>
                  </a:lnTo>
                  <a:lnTo>
                    <a:pt x="59589" y="81602"/>
                  </a:lnTo>
                  <a:lnTo>
                    <a:pt x="58034" y="84442"/>
                  </a:lnTo>
                  <a:lnTo>
                    <a:pt x="56698" y="87811"/>
                  </a:lnTo>
                  <a:lnTo>
                    <a:pt x="51886" y="93094"/>
                  </a:lnTo>
                  <a:lnTo>
                    <a:pt x="40331" y="102512"/>
                  </a:lnTo>
                  <a:lnTo>
                    <a:pt x="17242" y="116493"/>
                  </a:lnTo>
                  <a:lnTo>
                    <a:pt x="14300" y="112369"/>
                  </a:lnTo>
                  <a:lnTo>
                    <a:pt x="20648" y="106837"/>
                  </a:lnTo>
                  <a:lnTo>
                    <a:pt x="17040" y="100553"/>
                  </a:lnTo>
                  <a:lnTo>
                    <a:pt x="20648" y="98299"/>
                  </a:lnTo>
                  <a:lnTo>
                    <a:pt x="24791" y="103285"/>
                  </a:lnTo>
                  <a:lnTo>
                    <a:pt x="26462" y="103695"/>
                  </a:lnTo>
                  <a:lnTo>
                    <a:pt x="32538" y="99302"/>
                  </a:lnTo>
                  <a:lnTo>
                    <a:pt x="28534" y="94269"/>
                  </a:lnTo>
                  <a:lnTo>
                    <a:pt x="35684" y="87097"/>
                  </a:lnTo>
                  <a:lnTo>
                    <a:pt x="35550" y="84570"/>
                  </a:lnTo>
                  <a:lnTo>
                    <a:pt x="38557" y="81496"/>
                  </a:lnTo>
                  <a:lnTo>
                    <a:pt x="39960" y="82520"/>
                  </a:lnTo>
                  <a:lnTo>
                    <a:pt x="41497" y="80744"/>
                  </a:lnTo>
                  <a:lnTo>
                    <a:pt x="38357" y="77876"/>
                  </a:lnTo>
                  <a:lnTo>
                    <a:pt x="32677" y="72753"/>
                  </a:lnTo>
                  <a:lnTo>
                    <a:pt x="30538" y="73777"/>
                  </a:lnTo>
                  <a:lnTo>
                    <a:pt x="32476" y="82042"/>
                  </a:lnTo>
                  <a:lnTo>
                    <a:pt x="4878" y="86892"/>
                  </a:lnTo>
                  <a:lnTo>
                    <a:pt x="2071" y="87302"/>
                  </a:lnTo>
                  <a:lnTo>
                    <a:pt x="0" y="71660"/>
                  </a:lnTo>
                  <a:lnTo>
                    <a:pt x="20916" y="67562"/>
                  </a:lnTo>
                  <a:lnTo>
                    <a:pt x="20715" y="60800"/>
                  </a:lnTo>
                  <a:lnTo>
                    <a:pt x="30872" y="57999"/>
                  </a:lnTo>
                  <a:lnTo>
                    <a:pt x="31875" y="64351"/>
                  </a:lnTo>
                  <a:lnTo>
                    <a:pt x="36887" y="56701"/>
                  </a:lnTo>
                  <a:lnTo>
                    <a:pt x="40428" y="49598"/>
                  </a:lnTo>
                  <a:lnTo>
                    <a:pt x="40896" y="43177"/>
                  </a:lnTo>
                  <a:lnTo>
                    <a:pt x="45373" y="42767"/>
                  </a:lnTo>
                  <a:lnTo>
                    <a:pt x="44972" y="41401"/>
                  </a:lnTo>
                  <a:lnTo>
                    <a:pt x="43369" y="39693"/>
                  </a:lnTo>
                  <a:lnTo>
                    <a:pt x="41364" y="39625"/>
                  </a:lnTo>
                  <a:lnTo>
                    <a:pt x="40428" y="34161"/>
                  </a:lnTo>
                  <a:lnTo>
                    <a:pt x="34882" y="30131"/>
                  </a:lnTo>
                  <a:lnTo>
                    <a:pt x="27264" y="25008"/>
                  </a:lnTo>
                  <a:lnTo>
                    <a:pt x="17574" y="20705"/>
                  </a:lnTo>
                  <a:lnTo>
                    <a:pt x="18152" y="19492"/>
                  </a:lnTo>
                  <a:lnTo>
                    <a:pt x="19370" y="16939"/>
                  </a:lnTo>
                  <a:lnTo>
                    <a:pt x="15004" y="12021"/>
                  </a:lnTo>
                  <a:lnTo>
                    <a:pt x="17076" y="8870"/>
                  </a:lnTo>
                  <a:lnTo>
                    <a:pt x="24983" y="13843"/>
                  </a:lnTo>
                  <a:lnTo>
                    <a:pt x="30062" y="15118"/>
                  </a:lnTo>
                  <a:lnTo>
                    <a:pt x="40486" y="15391"/>
                  </a:lnTo>
                  <a:lnTo>
                    <a:pt x="40664" y="20309"/>
                  </a:lnTo>
                  <a:lnTo>
                    <a:pt x="33536" y="21402"/>
                  </a:lnTo>
                  <a:lnTo>
                    <a:pt x="33536" y="22950"/>
                  </a:lnTo>
                  <a:lnTo>
                    <a:pt x="39684" y="25409"/>
                  </a:lnTo>
                  <a:lnTo>
                    <a:pt x="41021" y="27959"/>
                  </a:lnTo>
                  <a:lnTo>
                    <a:pt x="49663" y="24043"/>
                  </a:lnTo>
                  <a:lnTo>
                    <a:pt x="48238" y="21402"/>
                  </a:lnTo>
                  <a:lnTo>
                    <a:pt x="48862" y="19398"/>
                  </a:lnTo>
                  <a:lnTo>
                    <a:pt x="56435" y="17485"/>
                  </a:lnTo>
                  <a:lnTo>
                    <a:pt x="61514" y="14480"/>
                  </a:lnTo>
                  <a:lnTo>
                    <a:pt x="64899" y="8925"/>
                  </a:lnTo>
                  <a:lnTo>
                    <a:pt x="68820" y="8834"/>
                  </a:lnTo>
                  <a:lnTo>
                    <a:pt x="79423" y="1274"/>
                  </a:lnTo>
                  <a:lnTo>
                    <a:pt x="83521" y="0"/>
                  </a:lnTo>
                  <a:lnTo>
                    <a:pt x="87290" y="1589"/>
                  </a:lnTo>
                  <a:lnTo>
                    <a:pt x="89448" y="2585"/>
                  </a:lnTo>
                  <a:lnTo>
                    <a:pt x="90109" y="2814"/>
                  </a:lnTo>
                  <a:lnTo>
                    <a:pt x="92423" y="3613"/>
                  </a:lnTo>
                  <a:lnTo>
                    <a:pt x="94959" y="4551"/>
                  </a:lnTo>
                  <a:lnTo>
                    <a:pt x="97453" y="5474"/>
                  </a:lnTo>
                  <a:lnTo>
                    <a:pt x="106474" y="8192"/>
                  </a:lnTo>
                  <a:lnTo>
                    <a:pt x="108402" y="8740"/>
                  </a:lnTo>
                  <a:lnTo>
                    <a:pt x="109854" y="9480"/>
                  </a:lnTo>
                  <a:lnTo>
                    <a:pt x="113779" y="10688"/>
                  </a:lnTo>
                  <a:lnTo>
                    <a:pt x="115401" y="111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2135379" y="3661020"/>
              <a:ext cx="160286" cy="104251"/>
            </a:xfrm>
            <a:custGeom>
              <a:avLst/>
              <a:pathLst>
                <a:path w="160286" h="104251">
                  <a:moveTo>
                    <a:pt x="63726" y="5635"/>
                  </a:moveTo>
                  <a:lnTo>
                    <a:pt x="69011" y="8999"/>
                  </a:lnTo>
                  <a:lnTo>
                    <a:pt x="70521" y="9946"/>
                  </a:lnTo>
                  <a:lnTo>
                    <a:pt x="73038" y="11525"/>
                  </a:lnTo>
                  <a:lnTo>
                    <a:pt x="73167" y="11606"/>
                  </a:lnTo>
                  <a:lnTo>
                    <a:pt x="79699" y="15704"/>
                  </a:lnTo>
                  <a:lnTo>
                    <a:pt x="85816" y="19287"/>
                  </a:lnTo>
                  <a:lnTo>
                    <a:pt x="91430" y="22576"/>
                  </a:lnTo>
                  <a:lnTo>
                    <a:pt x="98519" y="26728"/>
                  </a:lnTo>
                  <a:lnTo>
                    <a:pt x="98378" y="26997"/>
                  </a:lnTo>
                  <a:lnTo>
                    <a:pt x="94514" y="34312"/>
                  </a:lnTo>
                  <a:lnTo>
                    <a:pt x="95390" y="34856"/>
                  </a:lnTo>
                  <a:lnTo>
                    <a:pt x="100394" y="37961"/>
                  </a:lnTo>
                  <a:lnTo>
                    <a:pt x="112435" y="45432"/>
                  </a:lnTo>
                  <a:lnTo>
                    <a:pt x="112619" y="45546"/>
                  </a:lnTo>
                  <a:lnTo>
                    <a:pt x="114782" y="46741"/>
                  </a:lnTo>
                  <a:lnTo>
                    <a:pt x="116328" y="47595"/>
                  </a:lnTo>
                  <a:lnTo>
                    <a:pt x="123791" y="52333"/>
                  </a:lnTo>
                  <a:lnTo>
                    <a:pt x="126589" y="54109"/>
                  </a:lnTo>
                  <a:lnTo>
                    <a:pt x="129025" y="55655"/>
                  </a:lnTo>
                  <a:lnTo>
                    <a:pt x="130384" y="56234"/>
                  </a:lnTo>
                  <a:lnTo>
                    <a:pt x="132791" y="57763"/>
                  </a:lnTo>
                  <a:lnTo>
                    <a:pt x="136965" y="60415"/>
                  </a:lnTo>
                  <a:lnTo>
                    <a:pt x="137460" y="60718"/>
                  </a:lnTo>
                  <a:lnTo>
                    <a:pt x="145496" y="65629"/>
                  </a:lnTo>
                  <a:lnTo>
                    <a:pt x="153722" y="71062"/>
                  </a:lnTo>
                  <a:lnTo>
                    <a:pt x="160286" y="75397"/>
                  </a:lnTo>
                  <a:lnTo>
                    <a:pt x="153062" y="86400"/>
                  </a:lnTo>
                  <a:lnTo>
                    <a:pt x="148786" y="92912"/>
                  </a:lnTo>
                  <a:lnTo>
                    <a:pt x="143763" y="100805"/>
                  </a:lnTo>
                  <a:lnTo>
                    <a:pt x="147551" y="103238"/>
                  </a:lnTo>
                  <a:lnTo>
                    <a:pt x="146341" y="103669"/>
                  </a:lnTo>
                  <a:lnTo>
                    <a:pt x="144710" y="104251"/>
                  </a:lnTo>
                  <a:lnTo>
                    <a:pt x="138374" y="103430"/>
                  </a:lnTo>
                  <a:lnTo>
                    <a:pt x="127420" y="102010"/>
                  </a:lnTo>
                  <a:lnTo>
                    <a:pt x="123461" y="101285"/>
                  </a:lnTo>
                  <a:lnTo>
                    <a:pt x="122832" y="101190"/>
                  </a:lnTo>
                  <a:lnTo>
                    <a:pt x="112777" y="101141"/>
                  </a:lnTo>
                  <a:lnTo>
                    <a:pt x="115103" y="97856"/>
                  </a:lnTo>
                  <a:lnTo>
                    <a:pt x="108549" y="93628"/>
                  </a:lnTo>
                  <a:lnTo>
                    <a:pt x="110336" y="90821"/>
                  </a:lnTo>
                  <a:lnTo>
                    <a:pt x="109483" y="90286"/>
                  </a:lnTo>
                  <a:lnTo>
                    <a:pt x="95679" y="81645"/>
                  </a:lnTo>
                  <a:lnTo>
                    <a:pt x="87549" y="76932"/>
                  </a:lnTo>
                  <a:lnTo>
                    <a:pt x="85187" y="83021"/>
                  </a:lnTo>
                  <a:lnTo>
                    <a:pt x="85131" y="83185"/>
                  </a:lnTo>
                  <a:lnTo>
                    <a:pt x="85059" y="83395"/>
                  </a:lnTo>
                  <a:lnTo>
                    <a:pt x="84482" y="85085"/>
                  </a:lnTo>
                  <a:lnTo>
                    <a:pt x="84029" y="86414"/>
                  </a:lnTo>
                  <a:lnTo>
                    <a:pt x="82291" y="88622"/>
                  </a:lnTo>
                  <a:lnTo>
                    <a:pt x="77994" y="93303"/>
                  </a:lnTo>
                  <a:lnTo>
                    <a:pt x="73804" y="97866"/>
                  </a:lnTo>
                  <a:lnTo>
                    <a:pt x="70107" y="102534"/>
                  </a:lnTo>
                  <a:lnTo>
                    <a:pt x="67963" y="100871"/>
                  </a:lnTo>
                  <a:lnTo>
                    <a:pt x="61016" y="95484"/>
                  </a:lnTo>
                  <a:lnTo>
                    <a:pt x="57528" y="91245"/>
                  </a:lnTo>
                  <a:lnTo>
                    <a:pt x="56565" y="90293"/>
                  </a:lnTo>
                  <a:lnTo>
                    <a:pt x="56458" y="89879"/>
                  </a:lnTo>
                  <a:lnTo>
                    <a:pt x="56393" y="89626"/>
                  </a:lnTo>
                  <a:lnTo>
                    <a:pt x="56842" y="89579"/>
                  </a:lnTo>
                  <a:lnTo>
                    <a:pt x="59515" y="87757"/>
                  </a:lnTo>
                  <a:lnTo>
                    <a:pt x="61442" y="85685"/>
                  </a:lnTo>
                  <a:lnTo>
                    <a:pt x="61422" y="85388"/>
                  </a:lnTo>
                  <a:lnTo>
                    <a:pt x="57902" y="83202"/>
                  </a:lnTo>
                  <a:lnTo>
                    <a:pt x="55305" y="81653"/>
                  </a:lnTo>
                  <a:lnTo>
                    <a:pt x="52593" y="80412"/>
                  </a:lnTo>
                  <a:lnTo>
                    <a:pt x="51420" y="81046"/>
                  </a:lnTo>
                  <a:lnTo>
                    <a:pt x="50977" y="80985"/>
                  </a:lnTo>
                  <a:lnTo>
                    <a:pt x="50341" y="80834"/>
                  </a:lnTo>
                  <a:lnTo>
                    <a:pt x="48189" y="80597"/>
                  </a:lnTo>
                  <a:lnTo>
                    <a:pt x="44838" y="80228"/>
                  </a:lnTo>
                  <a:lnTo>
                    <a:pt x="43909" y="80126"/>
                  </a:lnTo>
                  <a:lnTo>
                    <a:pt x="41055" y="79762"/>
                  </a:lnTo>
                  <a:lnTo>
                    <a:pt x="37057" y="79585"/>
                  </a:lnTo>
                  <a:lnTo>
                    <a:pt x="34420" y="79724"/>
                  </a:lnTo>
                  <a:lnTo>
                    <a:pt x="29832" y="78532"/>
                  </a:lnTo>
                  <a:lnTo>
                    <a:pt x="29525" y="78452"/>
                  </a:lnTo>
                  <a:lnTo>
                    <a:pt x="23143" y="75028"/>
                  </a:lnTo>
                  <a:lnTo>
                    <a:pt x="22442" y="74320"/>
                  </a:lnTo>
                  <a:lnTo>
                    <a:pt x="19323" y="72555"/>
                  </a:lnTo>
                  <a:lnTo>
                    <a:pt x="16661" y="71050"/>
                  </a:lnTo>
                  <a:lnTo>
                    <a:pt x="16495" y="71008"/>
                  </a:lnTo>
                  <a:lnTo>
                    <a:pt x="12928" y="70119"/>
                  </a:lnTo>
                  <a:lnTo>
                    <a:pt x="4951" y="70811"/>
                  </a:lnTo>
                  <a:lnTo>
                    <a:pt x="1035" y="71151"/>
                  </a:lnTo>
                  <a:lnTo>
                    <a:pt x="909" y="70012"/>
                  </a:lnTo>
                  <a:lnTo>
                    <a:pt x="832" y="69316"/>
                  </a:lnTo>
                  <a:lnTo>
                    <a:pt x="792" y="68957"/>
                  </a:lnTo>
                  <a:lnTo>
                    <a:pt x="641" y="67620"/>
                  </a:lnTo>
                  <a:lnTo>
                    <a:pt x="1372" y="67465"/>
                  </a:lnTo>
                  <a:lnTo>
                    <a:pt x="5497" y="66595"/>
                  </a:lnTo>
                  <a:lnTo>
                    <a:pt x="5876" y="59423"/>
                  </a:lnTo>
                  <a:lnTo>
                    <a:pt x="8588" y="59436"/>
                  </a:lnTo>
                  <a:lnTo>
                    <a:pt x="8127" y="55448"/>
                  </a:lnTo>
                  <a:lnTo>
                    <a:pt x="3118" y="56815"/>
                  </a:lnTo>
                  <a:lnTo>
                    <a:pt x="2283" y="55107"/>
                  </a:lnTo>
                  <a:lnTo>
                    <a:pt x="1336" y="52318"/>
                  </a:lnTo>
                  <a:lnTo>
                    <a:pt x="389" y="48220"/>
                  </a:lnTo>
                  <a:lnTo>
                    <a:pt x="0" y="43837"/>
                  </a:lnTo>
                  <a:lnTo>
                    <a:pt x="1169" y="39966"/>
                  </a:lnTo>
                  <a:lnTo>
                    <a:pt x="3519" y="28732"/>
                  </a:lnTo>
                  <a:lnTo>
                    <a:pt x="5130" y="20868"/>
                  </a:lnTo>
                  <a:lnTo>
                    <a:pt x="1165" y="17316"/>
                  </a:lnTo>
                  <a:lnTo>
                    <a:pt x="1345" y="17019"/>
                  </a:lnTo>
                  <a:lnTo>
                    <a:pt x="2779" y="14652"/>
                  </a:lnTo>
                  <a:lnTo>
                    <a:pt x="3482" y="13491"/>
                  </a:lnTo>
                  <a:lnTo>
                    <a:pt x="6422" y="10759"/>
                  </a:lnTo>
                  <a:lnTo>
                    <a:pt x="14753" y="19684"/>
                  </a:lnTo>
                  <a:lnTo>
                    <a:pt x="19163" y="23100"/>
                  </a:lnTo>
                  <a:lnTo>
                    <a:pt x="20277" y="17134"/>
                  </a:lnTo>
                  <a:lnTo>
                    <a:pt x="18317" y="16360"/>
                  </a:lnTo>
                  <a:lnTo>
                    <a:pt x="19965" y="8437"/>
                  </a:lnTo>
                  <a:lnTo>
                    <a:pt x="24254" y="8284"/>
                  </a:lnTo>
                  <a:lnTo>
                    <a:pt x="24249" y="6540"/>
                  </a:lnTo>
                  <a:lnTo>
                    <a:pt x="30731" y="4901"/>
                  </a:lnTo>
                  <a:lnTo>
                    <a:pt x="34610" y="5189"/>
                  </a:lnTo>
                  <a:lnTo>
                    <a:pt x="39677" y="1590"/>
                  </a:lnTo>
                  <a:lnTo>
                    <a:pt x="40491" y="2060"/>
                  </a:lnTo>
                  <a:lnTo>
                    <a:pt x="42942" y="3475"/>
                  </a:lnTo>
                  <a:lnTo>
                    <a:pt x="43596" y="3696"/>
                  </a:lnTo>
                  <a:lnTo>
                    <a:pt x="44608" y="4039"/>
                  </a:lnTo>
                  <a:lnTo>
                    <a:pt x="45327" y="4343"/>
                  </a:lnTo>
                  <a:lnTo>
                    <a:pt x="46643" y="4900"/>
                  </a:lnTo>
                  <a:lnTo>
                    <a:pt x="50974" y="7371"/>
                  </a:lnTo>
                  <a:lnTo>
                    <a:pt x="52672" y="3756"/>
                  </a:lnTo>
                  <a:lnTo>
                    <a:pt x="53786" y="0"/>
                  </a:lnTo>
                  <a:lnTo>
                    <a:pt x="54983" y="540"/>
                  </a:lnTo>
                  <a:lnTo>
                    <a:pt x="59892" y="34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1940181" y="3731032"/>
              <a:ext cx="310301" cy="139073"/>
            </a:xfrm>
            <a:custGeom>
              <a:avLst/>
              <a:pathLst>
                <a:path w="310301" h="139073">
                  <a:moveTo>
                    <a:pt x="196107" y="0"/>
                  </a:moveTo>
                  <a:lnTo>
                    <a:pt x="196233" y="1139"/>
                  </a:lnTo>
                  <a:lnTo>
                    <a:pt x="200149" y="799"/>
                  </a:lnTo>
                  <a:lnTo>
                    <a:pt x="208126" y="107"/>
                  </a:lnTo>
                  <a:lnTo>
                    <a:pt x="211693" y="996"/>
                  </a:lnTo>
                  <a:lnTo>
                    <a:pt x="211859" y="1037"/>
                  </a:lnTo>
                  <a:lnTo>
                    <a:pt x="214520" y="2543"/>
                  </a:lnTo>
                  <a:lnTo>
                    <a:pt x="217640" y="4307"/>
                  </a:lnTo>
                  <a:lnTo>
                    <a:pt x="218341" y="5016"/>
                  </a:lnTo>
                  <a:lnTo>
                    <a:pt x="224723" y="8440"/>
                  </a:lnTo>
                  <a:lnTo>
                    <a:pt x="225030" y="8520"/>
                  </a:lnTo>
                  <a:lnTo>
                    <a:pt x="229618" y="9712"/>
                  </a:lnTo>
                  <a:lnTo>
                    <a:pt x="232358" y="9567"/>
                  </a:lnTo>
                  <a:lnTo>
                    <a:pt x="236333" y="9754"/>
                  </a:lnTo>
                  <a:lnTo>
                    <a:pt x="239107" y="10113"/>
                  </a:lnTo>
                  <a:lnTo>
                    <a:pt x="240036" y="10216"/>
                  </a:lnTo>
                  <a:lnTo>
                    <a:pt x="243387" y="10585"/>
                  </a:lnTo>
                  <a:lnTo>
                    <a:pt x="245539" y="10822"/>
                  </a:lnTo>
                  <a:lnTo>
                    <a:pt x="246175" y="10972"/>
                  </a:lnTo>
                  <a:lnTo>
                    <a:pt x="246618" y="11033"/>
                  </a:lnTo>
                  <a:lnTo>
                    <a:pt x="247880" y="10351"/>
                  </a:lnTo>
                  <a:lnTo>
                    <a:pt x="250503" y="11641"/>
                  </a:lnTo>
                  <a:lnTo>
                    <a:pt x="253100" y="13190"/>
                  </a:lnTo>
                  <a:lnTo>
                    <a:pt x="256619" y="15375"/>
                  </a:lnTo>
                  <a:lnTo>
                    <a:pt x="256640" y="15673"/>
                  </a:lnTo>
                  <a:lnTo>
                    <a:pt x="254713" y="17745"/>
                  </a:lnTo>
                  <a:lnTo>
                    <a:pt x="251946" y="19640"/>
                  </a:lnTo>
                  <a:lnTo>
                    <a:pt x="251591" y="19614"/>
                  </a:lnTo>
                  <a:lnTo>
                    <a:pt x="251656" y="19867"/>
                  </a:lnTo>
                  <a:lnTo>
                    <a:pt x="251763" y="20281"/>
                  </a:lnTo>
                  <a:lnTo>
                    <a:pt x="252726" y="21233"/>
                  </a:lnTo>
                  <a:lnTo>
                    <a:pt x="256214" y="25472"/>
                  </a:lnTo>
                  <a:lnTo>
                    <a:pt x="263161" y="30859"/>
                  </a:lnTo>
                  <a:lnTo>
                    <a:pt x="265305" y="32521"/>
                  </a:lnTo>
                  <a:lnTo>
                    <a:pt x="269002" y="27854"/>
                  </a:lnTo>
                  <a:lnTo>
                    <a:pt x="273192" y="23291"/>
                  </a:lnTo>
                  <a:lnTo>
                    <a:pt x="277489" y="18610"/>
                  </a:lnTo>
                  <a:lnTo>
                    <a:pt x="279226" y="16402"/>
                  </a:lnTo>
                  <a:lnTo>
                    <a:pt x="279680" y="15072"/>
                  </a:lnTo>
                  <a:lnTo>
                    <a:pt x="280257" y="13383"/>
                  </a:lnTo>
                  <a:lnTo>
                    <a:pt x="280329" y="13172"/>
                  </a:lnTo>
                  <a:lnTo>
                    <a:pt x="280385" y="13009"/>
                  </a:lnTo>
                  <a:lnTo>
                    <a:pt x="282747" y="6920"/>
                  </a:lnTo>
                  <a:lnTo>
                    <a:pt x="290877" y="11633"/>
                  </a:lnTo>
                  <a:lnTo>
                    <a:pt x="304680" y="20274"/>
                  </a:lnTo>
                  <a:lnTo>
                    <a:pt x="305534" y="20808"/>
                  </a:lnTo>
                  <a:lnTo>
                    <a:pt x="303747" y="23616"/>
                  </a:lnTo>
                  <a:lnTo>
                    <a:pt x="310301" y="27844"/>
                  </a:lnTo>
                  <a:lnTo>
                    <a:pt x="307975" y="31129"/>
                  </a:lnTo>
                  <a:lnTo>
                    <a:pt x="296378" y="33592"/>
                  </a:lnTo>
                  <a:lnTo>
                    <a:pt x="279316" y="39648"/>
                  </a:lnTo>
                  <a:lnTo>
                    <a:pt x="278856" y="39727"/>
                  </a:lnTo>
                  <a:lnTo>
                    <a:pt x="277600" y="39944"/>
                  </a:lnTo>
                  <a:lnTo>
                    <a:pt x="275172" y="39807"/>
                  </a:lnTo>
                  <a:lnTo>
                    <a:pt x="270450" y="40422"/>
                  </a:lnTo>
                  <a:lnTo>
                    <a:pt x="265015" y="39898"/>
                  </a:lnTo>
                  <a:lnTo>
                    <a:pt x="264058" y="47174"/>
                  </a:lnTo>
                  <a:lnTo>
                    <a:pt x="263429" y="49773"/>
                  </a:lnTo>
                  <a:lnTo>
                    <a:pt x="262604" y="53183"/>
                  </a:lnTo>
                  <a:lnTo>
                    <a:pt x="262003" y="55667"/>
                  </a:lnTo>
                  <a:lnTo>
                    <a:pt x="264727" y="57226"/>
                  </a:lnTo>
                  <a:lnTo>
                    <a:pt x="265211" y="57801"/>
                  </a:lnTo>
                  <a:lnTo>
                    <a:pt x="265020" y="58101"/>
                  </a:lnTo>
                  <a:lnTo>
                    <a:pt x="264154" y="59465"/>
                  </a:lnTo>
                  <a:lnTo>
                    <a:pt x="263772" y="60067"/>
                  </a:lnTo>
                  <a:lnTo>
                    <a:pt x="263573" y="60380"/>
                  </a:lnTo>
                  <a:lnTo>
                    <a:pt x="261919" y="62890"/>
                  </a:lnTo>
                  <a:lnTo>
                    <a:pt x="261485" y="64103"/>
                  </a:lnTo>
                  <a:lnTo>
                    <a:pt x="260287" y="66137"/>
                  </a:lnTo>
                  <a:lnTo>
                    <a:pt x="259048" y="68018"/>
                  </a:lnTo>
                  <a:lnTo>
                    <a:pt x="258648" y="68626"/>
                  </a:lnTo>
                  <a:lnTo>
                    <a:pt x="258366" y="69054"/>
                  </a:lnTo>
                  <a:lnTo>
                    <a:pt x="256305" y="72431"/>
                  </a:lnTo>
                  <a:lnTo>
                    <a:pt x="256097" y="72772"/>
                  </a:lnTo>
                  <a:lnTo>
                    <a:pt x="255471" y="73797"/>
                  </a:lnTo>
                  <a:lnTo>
                    <a:pt x="254151" y="75959"/>
                  </a:lnTo>
                  <a:lnTo>
                    <a:pt x="254050" y="76125"/>
                  </a:lnTo>
                  <a:lnTo>
                    <a:pt x="253458" y="77124"/>
                  </a:lnTo>
                  <a:lnTo>
                    <a:pt x="252616" y="78543"/>
                  </a:lnTo>
                  <a:lnTo>
                    <a:pt x="249957" y="83024"/>
                  </a:lnTo>
                  <a:lnTo>
                    <a:pt x="248600" y="85269"/>
                  </a:lnTo>
                  <a:lnTo>
                    <a:pt x="246602" y="88573"/>
                  </a:lnTo>
                  <a:lnTo>
                    <a:pt x="245714" y="90042"/>
                  </a:lnTo>
                  <a:lnTo>
                    <a:pt x="245015" y="91008"/>
                  </a:lnTo>
                  <a:lnTo>
                    <a:pt x="241170" y="96326"/>
                  </a:lnTo>
                  <a:lnTo>
                    <a:pt x="240318" y="95899"/>
                  </a:lnTo>
                  <a:lnTo>
                    <a:pt x="237572" y="100742"/>
                  </a:lnTo>
                  <a:lnTo>
                    <a:pt x="237416" y="101016"/>
                  </a:lnTo>
                  <a:lnTo>
                    <a:pt x="236664" y="102598"/>
                  </a:lnTo>
                  <a:lnTo>
                    <a:pt x="236311" y="103342"/>
                  </a:lnTo>
                  <a:lnTo>
                    <a:pt x="235946" y="104386"/>
                  </a:lnTo>
                  <a:lnTo>
                    <a:pt x="234420" y="107562"/>
                  </a:lnTo>
                  <a:lnTo>
                    <a:pt x="231569" y="105615"/>
                  </a:lnTo>
                  <a:lnTo>
                    <a:pt x="228053" y="102935"/>
                  </a:lnTo>
                  <a:lnTo>
                    <a:pt x="227611" y="102598"/>
                  </a:lnTo>
                  <a:lnTo>
                    <a:pt x="227059" y="102177"/>
                  </a:lnTo>
                  <a:lnTo>
                    <a:pt x="226822" y="102598"/>
                  </a:lnTo>
                  <a:lnTo>
                    <a:pt x="225154" y="105570"/>
                  </a:lnTo>
                  <a:lnTo>
                    <a:pt x="222855" y="108871"/>
                  </a:lnTo>
                  <a:lnTo>
                    <a:pt x="222292" y="109679"/>
                  </a:lnTo>
                  <a:lnTo>
                    <a:pt x="220906" y="111779"/>
                  </a:lnTo>
                  <a:lnTo>
                    <a:pt x="218717" y="115098"/>
                  </a:lnTo>
                  <a:lnTo>
                    <a:pt x="218340" y="115627"/>
                  </a:lnTo>
                  <a:lnTo>
                    <a:pt x="216747" y="117864"/>
                  </a:lnTo>
                  <a:lnTo>
                    <a:pt x="215612" y="119458"/>
                  </a:lnTo>
                  <a:lnTo>
                    <a:pt x="214445" y="121097"/>
                  </a:lnTo>
                  <a:lnTo>
                    <a:pt x="212925" y="122974"/>
                  </a:lnTo>
                  <a:lnTo>
                    <a:pt x="212501" y="124045"/>
                  </a:lnTo>
                  <a:lnTo>
                    <a:pt x="212367" y="124384"/>
                  </a:lnTo>
                  <a:lnTo>
                    <a:pt x="212313" y="124520"/>
                  </a:lnTo>
                  <a:lnTo>
                    <a:pt x="212027" y="124386"/>
                  </a:lnTo>
                  <a:lnTo>
                    <a:pt x="209586" y="123243"/>
                  </a:lnTo>
                  <a:lnTo>
                    <a:pt x="206610" y="121850"/>
                  </a:lnTo>
                  <a:lnTo>
                    <a:pt x="205406" y="124434"/>
                  </a:lnTo>
                  <a:lnTo>
                    <a:pt x="204813" y="124820"/>
                  </a:lnTo>
                  <a:lnTo>
                    <a:pt x="200484" y="127639"/>
                  </a:lnTo>
                  <a:lnTo>
                    <a:pt x="199760" y="130827"/>
                  </a:lnTo>
                  <a:lnTo>
                    <a:pt x="199366" y="136659"/>
                  </a:lnTo>
                  <a:lnTo>
                    <a:pt x="186974" y="135817"/>
                  </a:lnTo>
                  <a:lnTo>
                    <a:pt x="185771" y="136012"/>
                  </a:lnTo>
                  <a:lnTo>
                    <a:pt x="172154" y="138217"/>
                  </a:lnTo>
                  <a:lnTo>
                    <a:pt x="168976" y="138731"/>
                  </a:lnTo>
                  <a:lnTo>
                    <a:pt x="163419" y="139073"/>
                  </a:lnTo>
                  <a:lnTo>
                    <a:pt x="162116" y="134982"/>
                  </a:lnTo>
                  <a:lnTo>
                    <a:pt x="164254" y="124600"/>
                  </a:lnTo>
                  <a:lnTo>
                    <a:pt x="159844" y="117496"/>
                  </a:lnTo>
                  <a:lnTo>
                    <a:pt x="153027" y="116403"/>
                  </a:lnTo>
                  <a:lnTo>
                    <a:pt x="149954" y="124600"/>
                  </a:lnTo>
                  <a:lnTo>
                    <a:pt x="129639" y="115993"/>
                  </a:lnTo>
                  <a:lnTo>
                    <a:pt x="122823" y="116267"/>
                  </a:lnTo>
                  <a:lnTo>
                    <a:pt x="102375" y="110802"/>
                  </a:lnTo>
                  <a:lnTo>
                    <a:pt x="98231" y="112305"/>
                  </a:lnTo>
                  <a:lnTo>
                    <a:pt x="95386" y="111534"/>
                  </a:lnTo>
                  <a:lnTo>
                    <a:pt x="87139" y="109300"/>
                  </a:lnTo>
                  <a:lnTo>
                    <a:pt x="63616" y="112442"/>
                  </a:lnTo>
                  <a:lnTo>
                    <a:pt x="63571" y="114067"/>
                  </a:lnTo>
                  <a:lnTo>
                    <a:pt x="63483" y="117223"/>
                  </a:lnTo>
                  <a:lnTo>
                    <a:pt x="8687" y="105475"/>
                  </a:lnTo>
                  <a:lnTo>
                    <a:pt x="0" y="95639"/>
                  </a:lnTo>
                  <a:lnTo>
                    <a:pt x="3608" y="87989"/>
                  </a:lnTo>
                  <a:lnTo>
                    <a:pt x="17641" y="91404"/>
                  </a:lnTo>
                  <a:lnTo>
                    <a:pt x="30338" y="85120"/>
                  </a:lnTo>
                  <a:lnTo>
                    <a:pt x="33144" y="96185"/>
                  </a:lnTo>
                  <a:lnTo>
                    <a:pt x="47044" y="94819"/>
                  </a:lnTo>
                  <a:lnTo>
                    <a:pt x="48380" y="99191"/>
                  </a:lnTo>
                  <a:lnTo>
                    <a:pt x="93420" y="100693"/>
                  </a:lnTo>
                  <a:lnTo>
                    <a:pt x="102605" y="102726"/>
                  </a:lnTo>
                  <a:lnTo>
                    <a:pt x="103043" y="98781"/>
                  </a:lnTo>
                  <a:lnTo>
                    <a:pt x="97830" y="93726"/>
                  </a:lnTo>
                  <a:lnTo>
                    <a:pt x="93821" y="87306"/>
                  </a:lnTo>
                  <a:lnTo>
                    <a:pt x="91683" y="80202"/>
                  </a:lnTo>
                  <a:lnTo>
                    <a:pt x="92752" y="74874"/>
                  </a:lnTo>
                  <a:lnTo>
                    <a:pt x="103845" y="71596"/>
                  </a:lnTo>
                  <a:lnTo>
                    <a:pt x="117477" y="89081"/>
                  </a:lnTo>
                  <a:lnTo>
                    <a:pt x="124828" y="99054"/>
                  </a:lnTo>
                  <a:lnTo>
                    <a:pt x="145543" y="104655"/>
                  </a:lnTo>
                  <a:lnTo>
                    <a:pt x="143806" y="93590"/>
                  </a:lnTo>
                  <a:lnTo>
                    <a:pt x="144340" y="88945"/>
                  </a:lnTo>
                  <a:lnTo>
                    <a:pt x="144454" y="86376"/>
                  </a:lnTo>
                  <a:lnTo>
                    <a:pt x="139572" y="77777"/>
                  </a:lnTo>
                  <a:lnTo>
                    <a:pt x="146046" y="70448"/>
                  </a:lnTo>
                  <a:lnTo>
                    <a:pt x="153946" y="75110"/>
                  </a:lnTo>
                  <a:lnTo>
                    <a:pt x="154509" y="74487"/>
                  </a:lnTo>
                  <a:lnTo>
                    <a:pt x="155845" y="71300"/>
                  </a:lnTo>
                  <a:lnTo>
                    <a:pt x="151390" y="63786"/>
                  </a:lnTo>
                  <a:lnTo>
                    <a:pt x="151390" y="59574"/>
                  </a:lnTo>
                  <a:lnTo>
                    <a:pt x="153344" y="55088"/>
                  </a:lnTo>
                  <a:lnTo>
                    <a:pt x="154591" y="53221"/>
                  </a:lnTo>
                  <a:lnTo>
                    <a:pt x="160968" y="49670"/>
                  </a:lnTo>
                  <a:lnTo>
                    <a:pt x="174111" y="49101"/>
                  </a:lnTo>
                  <a:lnTo>
                    <a:pt x="172217" y="46824"/>
                  </a:lnTo>
                  <a:lnTo>
                    <a:pt x="178343" y="32252"/>
                  </a:lnTo>
                  <a:lnTo>
                    <a:pt x="189814" y="21665"/>
                  </a:lnTo>
                  <a:lnTo>
                    <a:pt x="196497" y="13924"/>
                  </a:lnTo>
                  <a:lnTo>
                    <a:pt x="196719" y="9939"/>
                  </a:lnTo>
                  <a:lnTo>
                    <a:pt x="195717" y="9939"/>
                  </a:lnTo>
                  <a:lnTo>
                    <a:pt x="193751" y="2724"/>
                  </a:lnTo>
                  <a:lnTo>
                    <a:pt x="193415" y="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2152494" y="3762162"/>
              <a:ext cx="143312" cy="112349"/>
            </a:xfrm>
            <a:custGeom>
              <a:avLst/>
              <a:pathLst>
                <a:path w="143312" h="112349">
                  <a:moveTo>
                    <a:pt x="121259" y="2288"/>
                  </a:moveTo>
                  <a:lnTo>
                    <a:pt x="127595" y="3109"/>
                  </a:lnTo>
                  <a:lnTo>
                    <a:pt x="129226" y="2527"/>
                  </a:lnTo>
                  <a:lnTo>
                    <a:pt x="130452" y="2090"/>
                  </a:lnTo>
                  <a:lnTo>
                    <a:pt x="131823" y="2964"/>
                  </a:lnTo>
                  <a:lnTo>
                    <a:pt x="142982" y="10080"/>
                  </a:lnTo>
                  <a:lnTo>
                    <a:pt x="143312" y="10290"/>
                  </a:lnTo>
                  <a:lnTo>
                    <a:pt x="142906" y="10935"/>
                  </a:lnTo>
                  <a:lnTo>
                    <a:pt x="142811" y="11095"/>
                  </a:lnTo>
                  <a:lnTo>
                    <a:pt x="141541" y="13232"/>
                  </a:lnTo>
                  <a:lnTo>
                    <a:pt x="137865" y="19417"/>
                  </a:lnTo>
                  <a:lnTo>
                    <a:pt x="137427" y="20155"/>
                  </a:lnTo>
                  <a:lnTo>
                    <a:pt x="135472" y="23444"/>
                  </a:lnTo>
                  <a:lnTo>
                    <a:pt x="133470" y="26619"/>
                  </a:lnTo>
                  <a:lnTo>
                    <a:pt x="130376" y="31527"/>
                  </a:lnTo>
                  <a:lnTo>
                    <a:pt x="129174" y="33446"/>
                  </a:lnTo>
                  <a:lnTo>
                    <a:pt x="127124" y="36720"/>
                  </a:lnTo>
                  <a:lnTo>
                    <a:pt x="125088" y="39970"/>
                  </a:lnTo>
                  <a:lnTo>
                    <a:pt x="121996" y="45102"/>
                  </a:lnTo>
                  <a:lnTo>
                    <a:pt x="121860" y="46416"/>
                  </a:lnTo>
                  <a:lnTo>
                    <a:pt x="121773" y="47265"/>
                  </a:lnTo>
                  <a:lnTo>
                    <a:pt x="121513" y="53903"/>
                  </a:lnTo>
                  <a:lnTo>
                    <a:pt x="121112" y="64129"/>
                  </a:lnTo>
                  <a:lnTo>
                    <a:pt x="121102" y="64395"/>
                  </a:lnTo>
                  <a:lnTo>
                    <a:pt x="121081" y="64921"/>
                  </a:lnTo>
                  <a:lnTo>
                    <a:pt x="121066" y="65315"/>
                  </a:lnTo>
                  <a:lnTo>
                    <a:pt x="116377" y="67742"/>
                  </a:lnTo>
                  <a:lnTo>
                    <a:pt x="114755" y="68582"/>
                  </a:lnTo>
                  <a:lnTo>
                    <a:pt x="111882" y="70107"/>
                  </a:lnTo>
                  <a:lnTo>
                    <a:pt x="110243" y="71141"/>
                  </a:lnTo>
                  <a:lnTo>
                    <a:pt x="108563" y="72202"/>
                  </a:lnTo>
                  <a:lnTo>
                    <a:pt x="108090" y="72512"/>
                  </a:lnTo>
                  <a:lnTo>
                    <a:pt x="107338" y="73006"/>
                  </a:lnTo>
                  <a:lnTo>
                    <a:pt x="104893" y="74609"/>
                  </a:lnTo>
                  <a:lnTo>
                    <a:pt x="104359" y="74960"/>
                  </a:lnTo>
                  <a:lnTo>
                    <a:pt x="104096" y="75209"/>
                  </a:lnTo>
                  <a:lnTo>
                    <a:pt x="102156" y="77038"/>
                  </a:lnTo>
                  <a:lnTo>
                    <a:pt x="100992" y="78137"/>
                  </a:lnTo>
                  <a:lnTo>
                    <a:pt x="97868" y="81761"/>
                  </a:lnTo>
                  <a:lnTo>
                    <a:pt x="97628" y="82095"/>
                  </a:lnTo>
                  <a:lnTo>
                    <a:pt x="95925" y="84467"/>
                  </a:lnTo>
                  <a:lnTo>
                    <a:pt x="95027" y="85718"/>
                  </a:lnTo>
                  <a:lnTo>
                    <a:pt x="93997" y="87153"/>
                  </a:lnTo>
                  <a:lnTo>
                    <a:pt x="90986" y="92104"/>
                  </a:lnTo>
                  <a:lnTo>
                    <a:pt x="87133" y="98441"/>
                  </a:lnTo>
                  <a:lnTo>
                    <a:pt x="83771" y="103813"/>
                  </a:lnTo>
                  <a:lnTo>
                    <a:pt x="78722" y="111884"/>
                  </a:lnTo>
                  <a:lnTo>
                    <a:pt x="78356" y="112349"/>
                  </a:lnTo>
                  <a:lnTo>
                    <a:pt x="77849" y="112045"/>
                  </a:lnTo>
                  <a:lnTo>
                    <a:pt x="70839" y="107848"/>
                  </a:lnTo>
                  <a:lnTo>
                    <a:pt x="69452" y="107017"/>
                  </a:lnTo>
                  <a:lnTo>
                    <a:pt x="67587" y="105900"/>
                  </a:lnTo>
                  <a:lnTo>
                    <a:pt x="64765" y="104211"/>
                  </a:lnTo>
                  <a:lnTo>
                    <a:pt x="62504" y="102857"/>
                  </a:lnTo>
                  <a:lnTo>
                    <a:pt x="58657" y="100675"/>
                  </a:lnTo>
                  <a:lnTo>
                    <a:pt x="57188" y="99842"/>
                  </a:lnTo>
                  <a:lnTo>
                    <a:pt x="53178" y="97810"/>
                  </a:lnTo>
                  <a:lnTo>
                    <a:pt x="52654" y="98657"/>
                  </a:lnTo>
                  <a:lnTo>
                    <a:pt x="51009" y="97706"/>
                  </a:lnTo>
                  <a:lnTo>
                    <a:pt x="49984" y="97113"/>
                  </a:lnTo>
                  <a:lnTo>
                    <a:pt x="49552" y="96863"/>
                  </a:lnTo>
                  <a:lnTo>
                    <a:pt x="44204" y="93769"/>
                  </a:lnTo>
                  <a:lnTo>
                    <a:pt x="43893" y="93598"/>
                  </a:lnTo>
                  <a:lnTo>
                    <a:pt x="37488" y="90081"/>
                  </a:lnTo>
                  <a:lnTo>
                    <a:pt x="35406" y="92188"/>
                  </a:lnTo>
                  <a:lnTo>
                    <a:pt x="32793" y="92681"/>
                  </a:lnTo>
                  <a:lnTo>
                    <a:pt x="31739" y="92908"/>
                  </a:lnTo>
                  <a:lnTo>
                    <a:pt x="28557" y="93593"/>
                  </a:lnTo>
                  <a:lnTo>
                    <a:pt x="28409" y="93625"/>
                  </a:lnTo>
                  <a:lnTo>
                    <a:pt x="25188" y="94318"/>
                  </a:lnTo>
                  <a:lnTo>
                    <a:pt x="24919" y="94399"/>
                  </a:lnTo>
                  <a:lnTo>
                    <a:pt x="21383" y="95456"/>
                  </a:lnTo>
                  <a:lnTo>
                    <a:pt x="20371" y="96422"/>
                  </a:lnTo>
                  <a:lnTo>
                    <a:pt x="20068" y="96712"/>
                  </a:lnTo>
                  <a:lnTo>
                    <a:pt x="18219" y="97722"/>
                  </a:lnTo>
                  <a:lnTo>
                    <a:pt x="16292" y="98774"/>
                  </a:lnTo>
                  <a:lnTo>
                    <a:pt x="14975" y="99494"/>
                  </a:lnTo>
                  <a:lnTo>
                    <a:pt x="14788" y="99596"/>
                  </a:lnTo>
                  <a:lnTo>
                    <a:pt x="14842" y="97350"/>
                  </a:lnTo>
                  <a:lnTo>
                    <a:pt x="14849" y="97059"/>
                  </a:lnTo>
                  <a:lnTo>
                    <a:pt x="9562" y="95556"/>
                  </a:lnTo>
                  <a:lnTo>
                    <a:pt x="5074" y="95374"/>
                  </a:lnTo>
                  <a:lnTo>
                    <a:pt x="4892" y="95214"/>
                  </a:lnTo>
                  <a:lnTo>
                    <a:pt x="4659" y="95089"/>
                  </a:lnTo>
                  <a:lnTo>
                    <a:pt x="4185" y="94834"/>
                  </a:lnTo>
                  <a:lnTo>
                    <a:pt x="4055" y="94763"/>
                  </a:lnTo>
                  <a:lnTo>
                    <a:pt x="3431" y="94426"/>
                  </a:lnTo>
                  <a:lnTo>
                    <a:pt x="3280" y="94345"/>
                  </a:lnTo>
                  <a:lnTo>
                    <a:pt x="3020" y="94205"/>
                  </a:lnTo>
                  <a:lnTo>
                    <a:pt x="2628" y="93993"/>
                  </a:lnTo>
                  <a:lnTo>
                    <a:pt x="2089" y="93703"/>
                  </a:lnTo>
                  <a:lnTo>
                    <a:pt x="1359" y="93764"/>
                  </a:lnTo>
                  <a:lnTo>
                    <a:pt x="1135" y="93782"/>
                  </a:lnTo>
                  <a:lnTo>
                    <a:pt x="672" y="93705"/>
                  </a:lnTo>
                  <a:lnTo>
                    <a:pt x="0" y="93390"/>
                  </a:lnTo>
                  <a:lnTo>
                    <a:pt x="53" y="93254"/>
                  </a:lnTo>
                  <a:lnTo>
                    <a:pt x="188" y="92916"/>
                  </a:lnTo>
                  <a:lnTo>
                    <a:pt x="612" y="91844"/>
                  </a:lnTo>
                  <a:lnTo>
                    <a:pt x="2134" y="89964"/>
                  </a:lnTo>
                  <a:lnTo>
                    <a:pt x="3299" y="88329"/>
                  </a:lnTo>
                  <a:lnTo>
                    <a:pt x="4434" y="86735"/>
                  </a:lnTo>
                  <a:lnTo>
                    <a:pt x="6027" y="84497"/>
                  </a:lnTo>
                  <a:lnTo>
                    <a:pt x="6404" y="83969"/>
                  </a:lnTo>
                  <a:lnTo>
                    <a:pt x="8593" y="80650"/>
                  </a:lnTo>
                  <a:lnTo>
                    <a:pt x="9979" y="78550"/>
                  </a:lnTo>
                  <a:lnTo>
                    <a:pt x="10542" y="77741"/>
                  </a:lnTo>
                  <a:lnTo>
                    <a:pt x="12841" y="74440"/>
                  </a:lnTo>
                  <a:lnTo>
                    <a:pt x="14509" y="71469"/>
                  </a:lnTo>
                  <a:lnTo>
                    <a:pt x="14745" y="71048"/>
                  </a:lnTo>
                  <a:lnTo>
                    <a:pt x="15298" y="71469"/>
                  </a:lnTo>
                  <a:lnTo>
                    <a:pt x="15740" y="71806"/>
                  </a:lnTo>
                  <a:lnTo>
                    <a:pt x="19256" y="74486"/>
                  </a:lnTo>
                  <a:lnTo>
                    <a:pt x="22107" y="76432"/>
                  </a:lnTo>
                  <a:lnTo>
                    <a:pt x="23633" y="73256"/>
                  </a:lnTo>
                  <a:lnTo>
                    <a:pt x="23998" y="72212"/>
                  </a:lnTo>
                  <a:lnTo>
                    <a:pt x="24351" y="71469"/>
                  </a:lnTo>
                  <a:lnTo>
                    <a:pt x="25103" y="69886"/>
                  </a:lnTo>
                  <a:lnTo>
                    <a:pt x="25259" y="69612"/>
                  </a:lnTo>
                  <a:lnTo>
                    <a:pt x="28005" y="64770"/>
                  </a:lnTo>
                  <a:lnTo>
                    <a:pt x="28856" y="65197"/>
                  </a:lnTo>
                  <a:lnTo>
                    <a:pt x="32702" y="59879"/>
                  </a:lnTo>
                  <a:lnTo>
                    <a:pt x="33401" y="58913"/>
                  </a:lnTo>
                  <a:lnTo>
                    <a:pt x="34289" y="57443"/>
                  </a:lnTo>
                  <a:lnTo>
                    <a:pt x="36287" y="54140"/>
                  </a:lnTo>
                  <a:lnTo>
                    <a:pt x="37644" y="51894"/>
                  </a:lnTo>
                  <a:lnTo>
                    <a:pt x="40303" y="47413"/>
                  </a:lnTo>
                  <a:lnTo>
                    <a:pt x="41144" y="45994"/>
                  </a:lnTo>
                  <a:lnTo>
                    <a:pt x="41737" y="44996"/>
                  </a:lnTo>
                  <a:lnTo>
                    <a:pt x="41838" y="44830"/>
                  </a:lnTo>
                  <a:lnTo>
                    <a:pt x="43158" y="42668"/>
                  </a:lnTo>
                  <a:lnTo>
                    <a:pt x="43784" y="41642"/>
                  </a:lnTo>
                  <a:lnTo>
                    <a:pt x="43992" y="41301"/>
                  </a:lnTo>
                  <a:lnTo>
                    <a:pt x="46053" y="37925"/>
                  </a:lnTo>
                  <a:lnTo>
                    <a:pt x="46335" y="37496"/>
                  </a:lnTo>
                  <a:lnTo>
                    <a:pt x="46735" y="36889"/>
                  </a:lnTo>
                  <a:lnTo>
                    <a:pt x="47974" y="35007"/>
                  </a:lnTo>
                  <a:lnTo>
                    <a:pt x="49172" y="32973"/>
                  </a:lnTo>
                  <a:lnTo>
                    <a:pt x="49666" y="31670"/>
                  </a:lnTo>
                  <a:lnTo>
                    <a:pt x="51260" y="29250"/>
                  </a:lnTo>
                  <a:lnTo>
                    <a:pt x="51459" y="28938"/>
                  </a:lnTo>
                  <a:lnTo>
                    <a:pt x="51841" y="28336"/>
                  </a:lnTo>
                  <a:lnTo>
                    <a:pt x="52707" y="26971"/>
                  </a:lnTo>
                  <a:lnTo>
                    <a:pt x="52897" y="26672"/>
                  </a:lnTo>
                  <a:lnTo>
                    <a:pt x="52413" y="26097"/>
                  </a:lnTo>
                  <a:lnTo>
                    <a:pt x="49690" y="24537"/>
                  </a:lnTo>
                  <a:lnTo>
                    <a:pt x="50291" y="22054"/>
                  </a:lnTo>
                  <a:lnTo>
                    <a:pt x="51116" y="18644"/>
                  </a:lnTo>
                  <a:lnTo>
                    <a:pt x="51745" y="16044"/>
                  </a:lnTo>
                  <a:lnTo>
                    <a:pt x="52702" y="8769"/>
                  </a:lnTo>
                  <a:lnTo>
                    <a:pt x="58137" y="9292"/>
                  </a:lnTo>
                  <a:lnTo>
                    <a:pt x="62859" y="8678"/>
                  </a:lnTo>
                  <a:lnTo>
                    <a:pt x="65287" y="8814"/>
                  </a:lnTo>
                  <a:lnTo>
                    <a:pt x="66543" y="8598"/>
                  </a:lnTo>
                  <a:lnTo>
                    <a:pt x="67002" y="8518"/>
                  </a:lnTo>
                  <a:lnTo>
                    <a:pt x="84065" y="2462"/>
                  </a:lnTo>
                  <a:lnTo>
                    <a:pt x="95662" y="0"/>
                  </a:lnTo>
                  <a:lnTo>
                    <a:pt x="105827" y="49"/>
                  </a:lnTo>
                  <a:lnTo>
                    <a:pt x="106346" y="144"/>
                  </a:lnTo>
                  <a:lnTo>
                    <a:pt x="110305" y="8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2358310" y="3829228"/>
              <a:ext cx="121905" cy="174964"/>
            </a:xfrm>
            <a:custGeom>
              <a:avLst/>
              <a:pathLst>
                <a:path w="121905" h="174964">
                  <a:moveTo>
                    <a:pt x="45112" y="726"/>
                  </a:moveTo>
                  <a:lnTo>
                    <a:pt x="46568" y="1387"/>
                  </a:lnTo>
                  <a:lnTo>
                    <a:pt x="54400" y="4946"/>
                  </a:lnTo>
                  <a:lnTo>
                    <a:pt x="54631" y="5050"/>
                  </a:lnTo>
                  <a:lnTo>
                    <a:pt x="57774" y="6453"/>
                  </a:lnTo>
                  <a:lnTo>
                    <a:pt x="60204" y="7538"/>
                  </a:lnTo>
                  <a:lnTo>
                    <a:pt x="61512" y="8122"/>
                  </a:lnTo>
                  <a:lnTo>
                    <a:pt x="68476" y="11232"/>
                  </a:lnTo>
                  <a:lnTo>
                    <a:pt x="71554" y="12606"/>
                  </a:lnTo>
                  <a:lnTo>
                    <a:pt x="71988" y="12800"/>
                  </a:lnTo>
                  <a:lnTo>
                    <a:pt x="75661" y="14441"/>
                  </a:lnTo>
                  <a:lnTo>
                    <a:pt x="78965" y="15916"/>
                  </a:lnTo>
                  <a:lnTo>
                    <a:pt x="80335" y="16528"/>
                  </a:lnTo>
                  <a:lnTo>
                    <a:pt x="82325" y="17416"/>
                  </a:lnTo>
                  <a:lnTo>
                    <a:pt x="82724" y="17536"/>
                  </a:lnTo>
                  <a:lnTo>
                    <a:pt x="87615" y="19003"/>
                  </a:lnTo>
                  <a:lnTo>
                    <a:pt x="88570" y="19246"/>
                  </a:lnTo>
                  <a:lnTo>
                    <a:pt x="89723" y="19539"/>
                  </a:lnTo>
                  <a:lnTo>
                    <a:pt x="90548" y="19748"/>
                  </a:lnTo>
                  <a:lnTo>
                    <a:pt x="90742" y="19797"/>
                  </a:lnTo>
                  <a:lnTo>
                    <a:pt x="91679" y="19888"/>
                  </a:lnTo>
                  <a:lnTo>
                    <a:pt x="96614" y="20365"/>
                  </a:lnTo>
                  <a:lnTo>
                    <a:pt x="97489" y="20450"/>
                  </a:lnTo>
                  <a:lnTo>
                    <a:pt x="97518" y="20706"/>
                  </a:lnTo>
                  <a:lnTo>
                    <a:pt x="97628" y="21694"/>
                  </a:lnTo>
                  <a:lnTo>
                    <a:pt x="98234" y="27143"/>
                  </a:lnTo>
                  <a:lnTo>
                    <a:pt x="99430" y="37901"/>
                  </a:lnTo>
                  <a:lnTo>
                    <a:pt x="99461" y="38214"/>
                  </a:lnTo>
                  <a:lnTo>
                    <a:pt x="99559" y="40774"/>
                  </a:lnTo>
                  <a:lnTo>
                    <a:pt x="99613" y="42184"/>
                  </a:lnTo>
                  <a:lnTo>
                    <a:pt x="99724" y="43107"/>
                  </a:lnTo>
                  <a:lnTo>
                    <a:pt x="100098" y="46212"/>
                  </a:lnTo>
                  <a:lnTo>
                    <a:pt x="100136" y="46528"/>
                  </a:lnTo>
                  <a:lnTo>
                    <a:pt x="100775" y="49072"/>
                  </a:lnTo>
                  <a:lnTo>
                    <a:pt x="100935" y="51134"/>
                  </a:lnTo>
                  <a:lnTo>
                    <a:pt x="101153" y="52852"/>
                  </a:lnTo>
                  <a:lnTo>
                    <a:pt x="101917" y="54934"/>
                  </a:lnTo>
                  <a:lnTo>
                    <a:pt x="96623" y="56731"/>
                  </a:lnTo>
                  <a:lnTo>
                    <a:pt x="95854" y="56884"/>
                  </a:lnTo>
                  <a:lnTo>
                    <a:pt x="92705" y="57602"/>
                  </a:lnTo>
                  <a:lnTo>
                    <a:pt x="92269" y="57613"/>
                  </a:lnTo>
                  <a:lnTo>
                    <a:pt x="85485" y="57795"/>
                  </a:lnTo>
                  <a:lnTo>
                    <a:pt x="83173" y="57999"/>
                  </a:lnTo>
                  <a:lnTo>
                    <a:pt x="73972" y="57097"/>
                  </a:lnTo>
                  <a:lnTo>
                    <a:pt x="72460" y="58546"/>
                  </a:lnTo>
                  <a:lnTo>
                    <a:pt x="72009" y="59366"/>
                  </a:lnTo>
                  <a:lnTo>
                    <a:pt x="71792" y="61056"/>
                  </a:lnTo>
                  <a:lnTo>
                    <a:pt x="72432" y="63551"/>
                  </a:lnTo>
                  <a:lnTo>
                    <a:pt x="74110" y="62988"/>
                  </a:lnTo>
                  <a:lnTo>
                    <a:pt x="74933" y="62713"/>
                  </a:lnTo>
                  <a:lnTo>
                    <a:pt x="76035" y="62440"/>
                  </a:lnTo>
                  <a:lnTo>
                    <a:pt x="77926" y="62365"/>
                  </a:lnTo>
                  <a:lnTo>
                    <a:pt x="78268" y="62405"/>
                  </a:lnTo>
                  <a:lnTo>
                    <a:pt x="79761" y="62576"/>
                  </a:lnTo>
                  <a:lnTo>
                    <a:pt x="81431" y="62866"/>
                  </a:lnTo>
                  <a:lnTo>
                    <a:pt x="82267" y="63157"/>
                  </a:lnTo>
                  <a:lnTo>
                    <a:pt x="83177" y="63550"/>
                  </a:lnTo>
                  <a:lnTo>
                    <a:pt x="83174" y="64483"/>
                  </a:lnTo>
                  <a:lnTo>
                    <a:pt x="83170" y="65559"/>
                  </a:lnTo>
                  <a:lnTo>
                    <a:pt x="87076" y="65497"/>
                  </a:lnTo>
                  <a:lnTo>
                    <a:pt x="96142" y="64939"/>
                  </a:lnTo>
                  <a:lnTo>
                    <a:pt x="96176" y="65828"/>
                  </a:lnTo>
                  <a:lnTo>
                    <a:pt x="96242" y="67580"/>
                  </a:lnTo>
                  <a:lnTo>
                    <a:pt x="96844" y="73946"/>
                  </a:lnTo>
                  <a:lnTo>
                    <a:pt x="97221" y="76092"/>
                  </a:lnTo>
                  <a:lnTo>
                    <a:pt x="93548" y="76855"/>
                  </a:lnTo>
                  <a:lnTo>
                    <a:pt x="89471" y="77367"/>
                  </a:lnTo>
                  <a:lnTo>
                    <a:pt x="88703" y="77384"/>
                  </a:lnTo>
                  <a:lnTo>
                    <a:pt x="88287" y="77323"/>
                  </a:lnTo>
                  <a:lnTo>
                    <a:pt x="89728" y="80488"/>
                  </a:lnTo>
                  <a:lnTo>
                    <a:pt x="90507" y="82200"/>
                  </a:lnTo>
                  <a:lnTo>
                    <a:pt x="90916" y="82542"/>
                  </a:lnTo>
                  <a:lnTo>
                    <a:pt x="91376" y="82928"/>
                  </a:lnTo>
                  <a:lnTo>
                    <a:pt x="94422" y="91319"/>
                  </a:lnTo>
                  <a:lnTo>
                    <a:pt x="96434" y="94484"/>
                  </a:lnTo>
                  <a:lnTo>
                    <a:pt x="101913" y="121836"/>
                  </a:lnTo>
                  <a:lnTo>
                    <a:pt x="102633" y="123706"/>
                  </a:lnTo>
                  <a:lnTo>
                    <a:pt x="102885" y="127896"/>
                  </a:lnTo>
                  <a:lnTo>
                    <a:pt x="103034" y="130355"/>
                  </a:lnTo>
                  <a:lnTo>
                    <a:pt x="103438" y="138179"/>
                  </a:lnTo>
                  <a:lnTo>
                    <a:pt x="103668" y="138339"/>
                  </a:lnTo>
                  <a:lnTo>
                    <a:pt x="106069" y="140016"/>
                  </a:lnTo>
                  <a:lnTo>
                    <a:pt x="105947" y="140165"/>
                  </a:lnTo>
                  <a:lnTo>
                    <a:pt x="105159" y="141124"/>
                  </a:lnTo>
                  <a:lnTo>
                    <a:pt x="105772" y="141531"/>
                  </a:lnTo>
                  <a:lnTo>
                    <a:pt x="103316" y="145045"/>
                  </a:lnTo>
                  <a:lnTo>
                    <a:pt x="101580" y="147684"/>
                  </a:lnTo>
                  <a:lnTo>
                    <a:pt x="101728" y="147786"/>
                  </a:lnTo>
                  <a:lnTo>
                    <a:pt x="121149" y="161181"/>
                  </a:lnTo>
                  <a:lnTo>
                    <a:pt x="121905" y="161702"/>
                  </a:lnTo>
                  <a:lnTo>
                    <a:pt x="121029" y="162889"/>
                  </a:lnTo>
                  <a:lnTo>
                    <a:pt x="117441" y="167748"/>
                  </a:lnTo>
                  <a:lnTo>
                    <a:pt x="114410" y="171852"/>
                  </a:lnTo>
                  <a:lnTo>
                    <a:pt x="113140" y="173573"/>
                  </a:lnTo>
                  <a:lnTo>
                    <a:pt x="112182" y="174964"/>
                  </a:lnTo>
                  <a:lnTo>
                    <a:pt x="107354" y="171940"/>
                  </a:lnTo>
                  <a:lnTo>
                    <a:pt x="100607" y="167364"/>
                  </a:lnTo>
                  <a:lnTo>
                    <a:pt x="100242" y="167117"/>
                  </a:lnTo>
                  <a:lnTo>
                    <a:pt x="92082" y="161477"/>
                  </a:lnTo>
                  <a:lnTo>
                    <a:pt x="90845" y="160622"/>
                  </a:lnTo>
                  <a:lnTo>
                    <a:pt x="90411" y="160321"/>
                  </a:lnTo>
                  <a:lnTo>
                    <a:pt x="85176" y="156889"/>
                  </a:lnTo>
                  <a:lnTo>
                    <a:pt x="81955" y="154776"/>
                  </a:lnTo>
                  <a:lnTo>
                    <a:pt x="81001" y="154151"/>
                  </a:lnTo>
                  <a:lnTo>
                    <a:pt x="78401" y="152446"/>
                  </a:lnTo>
                  <a:lnTo>
                    <a:pt x="71630" y="147805"/>
                  </a:lnTo>
                  <a:lnTo>
                    <a:pt x="71479" y="147702"/>
                  </a:lnTo>
                  <a:lnTo>
                    <a:pt x="60918" y="140464"/>
                  </a:lnTo>
                  <a:lnTo>
                    <a:pt x="52519" y="134707"/>
                  </a:lnTo>
                  <a:lnTo>
                    <a:pt x="49474" y="132620"/>
                  </a:lnTo>
                  <a:lnTo>
                    <a:pt x="40546" y="126502"/>
                  </a:lnTo>
                  <a:lnTo>
                    <a:pt x="34233" y="122093"/>
                  </a:lnTo>
                  <a:lnTo>
                    <a:pt x="33623" y="121667"/>
                  </a:lnTo>
                  <a:lnTo>
                    <a:pt x="31590" y="120297"/>
                  </a:lnTo>
                  <a:lnTo>
                    <a:pt x="27758" y="117714"/>
                  </a:lnTo>
                  <a:lnTo>
                    <a:pt x="21609" y="113571"/>
                  </a:lnTo>
                  <a:lnTo>
                    <a:pt x="21448" y="113462"/>
                  </a:lnTo>
                  <a:lnTo>
                    <a:pt x="15038" y="109142"/>
                  </a:lnTo>
                  <a:lnTo>
                    <a:pt x="11549" y="106790"/>
                  </a:lnTo>
                  <a:lnTo>
                    <a:pt x="8438" y="104694"/>
                  </a:lnTo>
                  <a:lnTo>
                    <a:pt x="0" y="99007"/>
                  </a:lnTo>
                  <a:lnTo>
                    <a:pt x="220" y="98523"/>
                  </a:lnTo>
                  <a:lnTo>
                    <a:pt x="1328" y="96096"/>
                  </a:lnTo>
                  <a:lnTo>
                    <a:pt x="3536" y="91254"/>
                  </a:lnTo>
                  <a:lnTo>
                    <a:pt x="3870" y="90521"/>
                  </a:lnTo>
                  <a:lnTo>
                    <a:pt x="3941" y="90367"/>
                  </a:lnTo>
                  <a:lnTo>
                    <a:pt x="5952" y="85262"/>
                  </a:lnTo>
                  <a:lnTo>
                    <a:pt x="6337" y="84321"/>
                  </a:lnTo>
                  <a:lnTo>
                    <a:pt x="6431" y="84091"/>
                  </a:lnTo>
                  <a:lnTo>
                    <a:pt x="7136" y="82366"/>
                  </a:lnTo>
                  <a:lnTo>
                    <a:pt x="8259" y="79790"/>
                  </a:lnTo>
                  <a:lnTo>
                    <a:pt x="8898" y="78325"/>
                  </a:lnTo>
                  <a:lnTo>
                    <a:pt x="9346" y="77298"/>
                  </a:lnTo>
                  <a:lnTo>
                    <a:pt x="9441" y="77079"/>
                  </a:lnTo>
                  <a:lnTo>
                    <a:pt x="9591" y="76736"/>
                  </a:lnTo>
                  <a:lnTo>
                    <a:pt x="12587" y="69862"/>
                  </a:lnTo>
                  <a:lnTo>
                    <a:pt x="12696" y="69628"/>
                  </a:lnTo>
                  <a:lnTo>
                    <a:pt x="12988" y="69000"/>
                  </a:lnTo>
                  <a:lnTo>
                    <a:pt x="17839" y="58555"/>
                  </a:lnTo>
                  <a:lnTo>
                    <a:pt x="21022" y="51702"/>
                  </a:lnTo>
                  <a:lnTo>
                    <a:pt x="21123" y="51484"/>
                  </a:lnTo>
                  <a:lnTo>
                    <a:pt x="21720" y="50199"/>
                  </a:lnTo>
                  <a:lnTo>
                    <a:pt x="24251" y="44369"/>
                  </a:lnTo>
                  <a:lnTo>
                    <a:pt x="25833" y="40726"/>
                  </a:lnTo>
                  <a:lnTo>
                    <a:pt x="26623" y="38905"/>
                  </a:lnTo>
                  <a:lnTo>
                    <a:pt x="27472" y="36950"/>
                  </a:lnTo>
                  <a:lnTo>
                    <a:pt x="33293" y="23542"/>
                  </a:lnTo>
                  <a:lnTo>
                    <a:pt x="39497" y="9251"/>
                  </a:lnTo>
                  <a:lnTo>
                    <a:pt x="41067" y="5634"/>
                  </a:lnTo>
                  <a:lnTo>
                    <a:pt x="41905" y="3703"/>
                  </a:lnTo>
                  <a:lnTo>
                    <a:pt x="42958" y="1280"/>
                  </a:lnTo>
                  <a:lnTo>
                    <a:pt x="43439" y="171"/>
                  </a:lnTo>
                  <a:lnTo>
                    <a:pt x="4351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2344887" y="3883901"/>
              <a:ext cx="277767" cy="204514"/>
            </a:xfrm>
            <a:custGeom>
              <a:avLst/>
              <a:pathLst>
                <a:path w="277767" h="204514">
                  <a:moveTo>
                    <a:pt x="230109" y="7400"/>
                  </a:moveTo>
                  <a:lnTo>
                    <a:pt x="235821" y="11280"/>
                  </a:lnTo>
                  <a:lnTo>
                    <a:pt x="235698" y="11456"/>
                  </a:lnTo>
                  <a:lnTo>
                    <a:pt x="235045" y="12380"/>
                  </a:lnTo>
                  <a:lnTo>
                    <a:pt x="241959" y="17031"/>
                  </a:lnTo>
                  <a:lnTo>
                    <a:pt x="248698" y="21564"/>
                  </a:lnTo>
                  <a:lnTo>
                    <a:pt x="248893" y="21275"/>
                  </a:lnTo>
                  <a:lnTo>
                    <a:pt x="249326" y="20634"/>
                  </a:lnTo>
                  <a:lnTo>
                    <a:pt x="249527" y="20349"/>
                  </a:lnTo>
                  <a:lnTo>
                    <a:pt x="250275" y="19289"/>
                  </a:lnTo>
                  <a:lnTo>
                    <a:pt x="250965" y="19771"/>
                  </a:lnTo>
                  <a:lnTo>
                    <a:pt x="256213" y="23437"/>
                  </a:lnTo>
                  <a:lnTo>
                    <a:pt x="256859" y="23888"/>
                  </a:lnTo>
                  <a:lnTo>
                    <a:pt x="256998" y="23983"/>
                  </a:lnTo>
                  <a:lnTo>
                    <a:pt x="260307" y="26250"/>
                  </a:lnTo>
                  <a:lnTo>
                    <a:pt x="263941" y="28740"/>
                  </a:lnTo>
                  <a:lnTo>
                    <a:pt x="263324" y="29652"/>
                  </a:lnTo>
                  <a:lnTo>
                    <a:pt x="263492" y="29766"/>
                  </a:lnTo>
                  <a:lnTo>
                    <a:pt x="274058" y="36895"/>
                  </a:lnTo>
                  <a:lnTo>
                    <a:pt x="274730" y="37348"/>
                  </a:lnTo>
                  <a:lnTo>
                    <a:pt x="276411" y="38482"/>
                  </a:lnTo>
                  <a:lnTo>
                    <a:pt x="277095" y="38944"/>
                  </a:lnTo>
                  <a:lnTo>
                    <a:pt x="277767" y="39397"/>
                  </a:lnTo>
                  <a:lnTo>
                    <a:pt x="274807" y="43807"/>
                  </a:lnTo>
                  <a:lnTo>
                    <a:pt x="273832" y="45260"/>
                  </a:lnTo>
                  <a:lnTo>
                    <a:pt x="272982" y="46527"/>
                  </a:lnTo>
                  <a:lnTo>
                    <a:pt x="262807" y="61687"/>
                  </a:lnTo>
                  <a:lnTo>
                    <a:pt x="262245" y="62523"/>
                  </a:lnTo>
                  <a:lnTo>
                    <a:pt x="260453" y="65193"/>
                  </a:lnTo>
                  <a:lnTo>
                    <a:pt x="260310" y="65406"/>
                  </a:lnTo>
                  <a:lnTo>
                    <a:pt x="260091" y="65733"/>
                  </a:lnTo>
                  <a:lnTo>
                    <a:pt x="259975" y="65905"/>
                  </a:lnTo>
                  <a:lnTo>
                    <a:pt x="258079" y="68730"/>
                  </a:lnTo>
                  <a:lnTo>
                    <a:pt x="256600" y="70934"/>
                  </a:lnTo>
                  <a:lnTo>
                    <a:pt x="254260" y="74420"/>
                  </a:lnTo>
                  <a:lnTo>
                    <a:pt x="252657" y="76807"/>
                  </a:lnTo>
                  <a:lnTo>
                    <a:pt x="252220" y="77460"/>
                  </a:lnTo>
                  <a:lnTo>
                    <a:pt x="248943" y="82047"/>
                  </a:lnTo>
                  <a:lnTo>
                    <a:pt x="245732" y="86541"/>
                  </a:lnTo>
                  <a:lnTo>
                    <a:pt x="244886" y="87726"/>
                  </a:lnTo>
                  <a:lnTo>
                    <a:pt x="244562" y="88179"/>
                  </a:lnTo>
                  <a:lnTo>
                    <a:pt x="237793" y="97655"/>
                  </a:lnTo>
                  <a:lnTo>
                    <a:pt x="237026" y="98728"/>
                  </a:lnTo>
                  <a:lnTo>
                    <a:pt x="232728" y="104744"/>
                  </a:lnTo>
                  <a:lnTo>
                    <a:pt x="231867" y="105949"/>
                  </a:lnTo>
                  <a:lnTo>
                    <a:pt x="231338" y="106690"/>
                  </a:lnTo>
                  <a:lnTo>
                    <a:pt x="230843" y="107383"/>
                  </a:lnTo>
                  <a:lnTo>
                    <a:pt x="230182" y="108309"/>
                  </a:lnTo>
                  <a:lnTo>
                    <a:pt x="227038" y="112709"/>
                  </a:lnTo>
                  <a:lnTo>
                    <a:pt x="220756" y="121503"/>
                  </a:lnTo>
                  <a:lnTo>
                    <a:pt x="219370" y="123443"/>
                  </a:lnTo>
                  <a:lnTo>
                    <a:pt x="219126" y="123784"/>
                  </a:lnTo>
                  <a:lnTo>
                    <a:pt x="219033" y="123915"/>
                  </a:lnTo>
                  <a:lnTo>
                    <a:pt x="212868" y="132544"/>
                  </a:lnTo>
                  <a:lnTo>
                    <a:pt x="212671" y="132808"/>
                  </a:lnTo>
                  <a:lnTo>
                    <a:pt x="212539" y="132983"/>
                  </a:lnTo>
                  <a:lnTo>
                    <a:pt x="212151" y="133501"/>
                  </a:lnTo>
                  <a:lnTo>
                    <a:pt x="210653" y="135500"/>
                  </a:lnTo>
                  <a:lnTo>
                    <a:pt x="193643" y="158961"/>
                  </a:lnTo>
                  <a:lnTo>
                    <a:pt x="191098" y="162471"/>
                  </a:lnTo>
                  <a:lnTo>
                    <a:pt x="188807" y="165631"/>
                  </a:lnTo>
                  <a:lnTo>
                    <a:pt x="182843" y="173856"/>
                  </a:lnTo>
                  <a:lnTo>
                    <a:pt x="179940" y="177860"/>
                  </a:lnTo>
                  <a:lnTo>
                    <a:pt x="175761" y="183623"/>
                  </a:lnTo>
                  <a:lnTo>
                    <a:pt x="169011" y="192932"/>
                  </a:lnTo>
                  <a:lnTo>
                    <a:pt x="168391" y="193788"/>
                  </a:lnTo>
                  <a:lnTo>
                    <a:pt x="162504" y="201908"/>
                  </a:lnTo>
                  <a:lnTo>
                    <a:pt x="160615" y="204514"/>
                  </a:lnTo>
                  <a:lnTo>
                    <a:pt x="158961" y="203107"/>
                  </a:lnTo>
                  <a:lnTo>
                    <a:pt x="158063" y="202343"/>
                  </a:lnTo>
                  <a:lnTo>
                    <a:pt x="157179" y="201590"/>
                  </a:lnTo>
                  <a:lnTo>
                    <a:pt x="156659" y="201148"/>
                  </a:lnTo>
                  <a:lnTo>
                    <a:pt x="148580" y="194274"/>
                  </a:lnTo>
                  <a:lnTo>
                    <a:pt x="148297" y="194033"/>
                  </a:lnTo>
                  <a:lnTo>
                    <a:pt x="147218" y="193115"/>
                  </a:lnTo>
                  <a:lnTo>
                    <a:pt x="143872" y="190269"/>
                  </a:lnTo>
                  <a:lnTo>
                    <a:pt x="134110" y="181963"/>
                  </a:lnTo>
                  <a:lnTo>
                    <a:pt x="133871" y="181747"/>
                  </a:lnTo>
                  <a:lnTo>
                    <a:pt x="132315" y="180348"/>
                  </a:lnTo>
                  <a:lnTo>
                    <a:pt x="128751" y="177140"/>
                  </a:lnTo>
                  <a:lnTo>
                    <a:pt x="113193" y="163141"/>
                  </a:lnTo>
                  <a:lnTo>
                    <a:pt x="113032" y="162995"/>
                  </a:lnTo>
                  <a:lnTo>
                    <a:pt x="112775" y="162765"/>
                  </a:lnTo>
                  <a:lnTo>
                    <a:pt x="104596" y="155423"/>
                  </a:lnTo>
                  <a:lnTo>
                    <a:pt x="103641" y="154566"/>
                  </a:lnTo>
                  <a:lnTo>
                    <a:pt x="103073" y="154057"/>
                  </a:lnTo>
                  <a:lnTo>
                    <a:pt x="102467" y="153589"/>
                  </a:lnTo>
                  <a:lnTo>
                    <a:pt x="102149" y="153344"/>
                  </a:lnTo>
                  <a:lnTo>
                    <a:pt x="101650" y="152926"/>
                  </a:lnTo>
                  <a:lnTo>
                    <a:pt x="100983" y="152366"/>
                  </a:lnTo>
                  <a:lnTo>
                    <a:pt x="92640" y="145292"/>
                  </a:lnTo>
                  <a:lnTo>
                    <a:pt x="83724" y="137731"/>
                  </a:lnTo>
                  <a:lnTo>
                    <a:pt x="83107" y="137207"/>
                  </a:lnTo>
                  <a:lnTo>
                    <a:pt x="74835" y="129778"/>
                  </a:lnTo>
                  <a:lnTo>
                    <a:pt x="68370" y="123972"/>
                  </a:lnTo>
                  <a:lnTo>
                    <a:pt x="64625" y="120608"/>
                  </a:lnTo>
                  <a:lnTo>
                    <a:pt x="63460" y="119562"/>
                  </a:lnTo>
                  <a:lnTo>
                    <a:pt x="59092" y="115546"/>
                  </a:lnTo>
                  <a:lnTo>
                    <a:pt x="49230" y="106479"/>
                  </a:lnTo>
                  <a:lnTo>
                    <a:pt x="48381" y="105698"/>
                  </a:lnTo>
                  <a:lnTo>
                    <a:pt x="37326" y="95535"/>
                  </a:lnTo>
                  <a:lnTo>
                    <a:pt x="36063" y="94374"/>
                  </a:lnTo>
                  <a:lnTo>
                    <a:pt x="29532" y="88478"/>
                  </a:lnTo>
                  <a:lnTo>
                    <a:pt x="25169" y="84539"/>
                  </a:lnTo>
                  <a:lnTo>
                    <a:pt x="20648" y="80458"/>
                  </a:lnTo>
                  <a:lnTo>
                    <a:pt x="20507" y="80368"/>
                  </a:lnTo>
                  <a:lnTo>
                    <a:pt x="14903" y="76799"/>
                  </a:lnTo>
                  <a:lnTo>
                    <a:pt x="10483" y="73984"/>
                  </a:lnTo>
                  <a:lnTo>
                    <a:pt x="5018" y="70504"/>
                  </a:lnTo>
                  <a:lnTo>
                    <a:pt x="1720" y="68404"/>
                  </a:lnTo>
                  <a:lnTo>
                    <a:pt x="422" y="67577"/>
                  </a:lnTo>
                  <a:lnTo>
                    <a:pt x="0" y="67308"/>
                  </a:lnTo>
                  <a:lnTo>
                    <a:pt x="82" y="66316"/>
                  </a:lnTo>
                  <a:lnTo>
                    <a:pt x="143" y="65574"/>
                  </a:lnTo>
                  <a:lnTo>
                    <a:pt x="441" y="65100"/>
                  </a:lnTo>
                  <a:lnTo>
                    <a:pt x="1455" y="63486"/>
                  </a:lnTo>
                  <a:lnTo>
                    <a:pt x="2849" y="61266"/>
                  </a:lnTo>
                  <a:lnTo>
                    <a:pt x="4289" y="58972"/>
                  </a:lnTo>
                  <a:lnTo>
                    <a:pt x="4436" y="58739"/>
                  </a:lnTo>
                  <a:lnTo>
                    <a:pt x="4658" y="58385"/>
                  </a:lnTo>
                  <a:lnTo>
                    <a:pt x="11291" y="47823"/>
                  </a:lnTo>
                  <a:lnTo>
                    <a:pt x="11667" y="47224"/>
                  </a:lnTo>
                  <a:lnTo>
                    <a:pt x="11800" y="47012"/>
                  </a:lnTo>
                  <a:lnTo>
                    <a:pt x="11979" y="46727"/>
                  </a:lnTo>
                  <a:lnTo>
                    <a:pt x="12408" y="46044"/>
                  </a:lnTo>
                  <a:lnTo>
                    <a:pt x="13249" y="44705"/>
                  </a:lnTo>
                  <a:lnTo>
                    <a:pt x="13423" y="44334"/>
                  </a:lnTo>
                  <a:lnTo>
                    <a:pt x="21862" y="50021"/>
                  </a:lnTo>
                  <a:lnTo>
                    <a:pt x="24972" y="52117"/>
                  </a:lnTo>
                  <a:lnTo>
                    <a:pt x="28461" y="54469"/>
                  </a:lnTo>
                  <a:lnTo>
                    <a:pt x="34872" y="58789"/>
                  </a:lnTo>
                  <a:lnTo>
                    <a:pt x="35033" y="58898"/>
                  </a:lnTo>
                  <a:lnTo>
                    <a:pt x="41181" y="63041"/>
                  </a:lnTo>
                  <a:lnTo>
                    <a:pt x="45014" y="65624"/>
                  </a:lnTo>
                  <a:lnTo>
                    <a:pt x="47046" y="66994"/>
                  </a:lnTo>
                  <a:lnTo>
                    <a:pt x="47657" y="67420"/>
                  </a:lnTo>
                  <a:lnTo>
                    <a:pt x="53969" y="71829"/>
                  </a:lnTo>
                  <a:lnTo>
                    <a:pt x="62897" y="77948"/>
                  </a:lnTo>
                  <a:lnTo>
                    <a:pt x="65942" y="80034"/>
                  </a:lnTo>
                  <a:lnTo>
                    <a:pt x="74342" y="85791"/>
                  </a:lnTo>
                  <a:lnTo>
                    <a:pt x="84902" y="93029"/>
                  </a:lnTo>
                  <a:lnTo>
                    <a:pt x="85054" y="93132"/>
                  </a:lnTo>
                  <a:lnTo>
                    <a:pt x="91827" y="97775"/>
                  </a:lnTo>
                  <a:lnTo>
                    <a:pt x="94424" y="99478"/>
                  </a:lnTo>
                  <a:lnTo>
                    <a:pt x="95378" y="100103"/>
                  </a:lnTo>
                  <a:lnTo>
                    <a:pt x="98599" y="102216"/>
                  </a:lnTo>
                  <a:lnTo>
                    <a:pt x="103834" y="105648"/>
                  </a:lnTo>
                  <a:lnTo>
                    <a:pt x="104269" y="105949"/>
                  </a:lnTo>
                  <a:lnTo>
                    <a:pt x="105505" y="106804"/>
                  </a:lnTo>
                  <a:lnTo>
                    <a:pt x="113665" y="112444"/>
                  </a:lnTo>
                  <a:lnTo>
                    <a:pt x="114040" y="112698"/>
                  </a:lnTo>
                  <a:lnTo>
                    <a:pt x="120777" y="117267"/>
                  </a:lnTo>
                  <a:lnTo>
                    <a:pt x="125605" y="120291"/>
                  </a:lnTo>
                  <a:lnTo>
                    <a:pt x="126563" y="118900"/>
                  </a:lnTo>
                  <a:lnTo>
                    <a:pt x="127833" y="117179"/>
                  </a:lnTo>
                  <a:lnTo>
                    <a:pt x="130864" y="113075"/>
                  </a:lnTo>
                  <a:lnTo>
                    <a:pt x="134452" y="108216"/>
                  </a:lnTo>
                  <a:lnTo>
                    <a:pt x="135328" y="107029"/>
                  </a:lnTo>
                  <a:lnTo>
                    <a:pt x="140076" y="100600"/>
                  </a:lnTo>
                  <a:lnTo>
                    <a:pt x="140758" y="99677"/>
                  </a:lnTo>
                  <a:lnTo>
                    <a:pt x="141127" y="99234"/>
                  </a:lnTo>
                  <a:lnTo>
                    <a:pt x="145074" y="94497"/>
                  </a:lnTo>
                  <a:lnTo>
                    <a:pt x="145974" y="93418"/>
                  </a:lnTo>
                  <a:lnTo>
                    <a:pt x="150107" y="88459"/>
                  </a:lnTo>
                  <a:lnTo>
                    <a:pt x="155765" y="81931"/>
                  </a:lnTo>
                  <a:lnTo>
                    <a:pt x="155886" y="81791"/>
                  </a:lnTo>
                  <a:lnTo>
                    <a:pt x="161200" y="75864"/>
                  </a:lnTo>
                  <a:lnTo>
                    <a:pt x="164547" y="72131"/>
                  </a:lnTo>
                  <a:lnTo>
                    <a:pt x="166421" y="69852"/>
                  </a:lnTo>
                  <a:lnTo>
                    <a:pt x="171142" y="64115"/>
                  </a:lnTo>
                  <a:lnTo>
                    <a:pt x="171748" y="63379"/>
                  </a:lnTo>
                  <a:lnTo>
                    <a:pt x="173767" y="64878"/>
                  </a:lnTo>
                  <a:lnTo>
                    <a:pt x="174290" y="64220"/>
                  </a:lnTo>
                  <a:lnTo>
                    <a:pt x="180554" y="56344"/>
                  </a:lnTo>
                  <a:lnTo>
                    <a:pt x="180715" y="56141"/>
                  </a:lnTo>
                  <a:lnTo>
                    <a:pt x="183764" y="52307"/>
                  </a:lnTo>
                  <a:lnTo>
                    <a:pt x="187519" y="47585"/>
                  </a:lnTo>
                  <a:lnTo>
                    <a:pt x="187880" y="47130"/>
                  </a:lnTo>
                  <a:lnTo>
                    <a:pt x="188748" y="46039"/>
                  </a:lnTo>
                  <a:lnTo>
                    <a:pt x="189440" y="45169"/>
                  </a:lnTo>
                  <a:lnTo>
                    <a:pt x="195087" y="38068"/>
                  </a:lnTo>
                  <a:lnTo>
                    <a:pt x="200670" y="31048"/>
                  </a:lnTo>
                  <a:lnTo>
                    <a:pt x="204085" y="26754"/>
                  </a:lnTo>
                  <a:lnTo>
                    <a:pt x="205880" y="24344"/>
                  </a:lnTo>
                  <a:lnTo>
                    <a:pt x="206592" y="23388"/>
                  </a:lnTo>
                  <a:lnTo>
                    <a:pt x="206963" y="22818"/>
                  </a:lnTo>
                  <a:lnTo>
                    <a:pt x="209572" y="18806"/>
                  </a:lnTo>
                  <a:lnTo>
                    <a:pt x="211177" y="16298"/>
                  </a:lnTo>
                  <a:lnTo>
                    <a:pt x="215182" y="10041"/>
                  </a:lnTo>
                  <a:lnTo>
                    <a:pt x="215509" y="9538"/>
                  </a:lnTo>
                  <a:lnTo>
                    <a:pt x="217616" y="6292"/>
                  </a:lnTo>
                  <a:lnTo>
                    <a:pt x="220265" y="2156"/>
                  </a:lnTo>
                  <a:lnTo>
                    <a:pt x="220751" y="1398"/>
                  </a:lnTo>
                  <a:lnTo>
                    <a:pt x="221701" y="0"/>
                  </a:lnTo>
                  <a:lnTo>
                    <a:pt x="222573" y="559"/>
                  </a:lnTo>
                  <a:lnTo>
                    <a:pt x="224362" y="1705"/>
                  </a:lnTo>
                  <a:lnTo>
                    <a:pt x="226717" y="3215"/>
                  </a:lnTo>
                  <a:lnTo>
                    <a:pt x="229942" y="5282"/>
                  </a:lnTo>
                  <a:lnTo>
                    <a:pt x="229273" y="6317"/>
                  </a:lnTo>
                  <a:lnTo>
                    <a:pt x="229034" y="6669"/>
                  </a:lnTo>
                  <a:lnTo>
                    <a:pt x="229677" y="71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2264768" y="3859175"/>
              <a:ext cx="114564" cy="130526"/>
            </a:xfrm>
            <a:custGeom>
              <a:avLst/>
              <a:pathLst>
                <a:path w="114564" h="130526">
                  <a:moveTo>
                    <a:pt x="114564" y="21755"/>
                  </a:moveTo>
                  <a:lnTo>
                    <a:pt x="111382" y="28607"/>
                  </a:lnTo>
                  <a:lnTo>
                    <a:pt x="106530" y="39053"/>
                  </a:lnTo>
                  <a:lnTo>
                    <a:pt x="106238" y="39681"/>
                  </a:lnTo>
                  <a:lnTo>
                    <a:pt x="106130" y="39915"/>
                  </a:lnTo>
                  <a:lnTo>
                    <a:pt x="103133" y="46789"/>
                  </a:lnTo>
                  <a:lnTo>
                    <a:pt x="102983" y="47132"/>
                  </a:lnTo>
                  <a:lnTo>
                    <a:pt x="102835" y="47472"/>
                  </a:lnTo>
                  <a:lnTo>
                    <a:pt x="102441" y="48378"/>
                  </a:lnTo>
                  <a:lnTo>
                    <a:pt x="101775" y="49903"/>
                  </a:lnTo>
                  <a:lnTo>
                    <a:pt x="100679" y="52419"/>
                  </a:lnTo>
                  <a:lnTo>
                    <a:pt x="99973" y="54144"/>
                  </a:lnTo>
                  <a:lnTo>
                    <a:pt x="99879" y="54374"/>
                  </a:lnTo>
                  <a:lnTo>
                    <a:pt x="99495" y="55314"/>
                  </a:lnTo>
                  <a:lnTo>
                    <a:pt x="97483" y="60420"/>
                  </a:lnTo>
                  <a:lnTo>
                    <a:pt x="97413" y="60574"/>
                  </a:lnTo>
                  <a:lnTo>
                    <a:pt x="97079" y="61306"/>
                  </a:lnTo>
                  <a:lnTo>
                    <a:pt x="94870" y="66149"/>
                  </a:lnTo>
                  <a:lnTo>
                    <a:pt x="93763" y="68576"/>
                  </a:lnTo>
                  <a:lnTo>
                    <a:pt x="93542" y="69060"/>
                  </a:lnTo>
                  <a:lnTo>
                    <a:pt x="93322" y="69505"/>
                  </a:lnTo>
                  <a:lnTo>
                    <a:pt x="92511" y="70795"/>
                  </a:lnTo>
                  <a:lnTo>
                    <a:pt x="92099" y="71452"/>
                  </a:lnTo>
                  <a:lnTo>
                    <a:pt x="91919" y="71738"/>
                  </a:lnTo>
                  <a:lnTo>
                    <a:pt x="91786" y="71950"/>
                  </a:lnTo>
                  <a:lnTo>
                    <a:pt x="91410" y="72549"/>
                  </a:lnTo>
                  <a:lnTo>
                    <a:pt x="84777" y="83111"/>
                  </a:lnTo>
                  <a:lnTo>
                    <a:pt x="84555" y="83465"/>
                  </a:lnTo>
                  <a:lnTo>
                    <a:pt x="84385" y="83736"/>
                  </a:lnTo>
                  <a:lnTo>
                    <a:pt x="82968" y="85992"/>
                  </a:lnTo>
                  <a:lnTo>
                    <a:pt x="81574" y="88212"/>
                  </a:lnTo>
                  <a:lnTo>
                    <a:pt x="80560" y="89826"/>
                  </a:lnTo>
                  <a:lnTo>
                    <a:pt x="80263" y="90300"/>
                  </a:lnTo>
                  <a:lnTo>
                    <a:pt x="80201" y="91041"/>
                  </a:lnTo>
                  <a:lnTo>
                    <a:pt x="80119" y="92034"/>
                  </a:lnTo>
                  <a:lnTo>
                    <a:pt x="78805" y="94092"/>
                  </a:lnTo>
                  <a:lnTo>
                    <a:pt x="75014" y="100031"/>
                  </a:lnTo>
                  <a:lnTo>
                    <a:pt x="59151" y="124883"/>
                  </a:lnTo>
                  <a:lnTo>
                    <a:pt x="58309" y="126313"/>
                  </a:lnTo>
                  <a:lnTo>
                    <a:pt x="55831" y="130526"/>
                  </a:lnTo>
                  <a:lnTo>
                    <a:pt x="55693" y="130440"/>
                  </a:lnTo>
                  <a:lnTo>
                    <a:pt x="55446" y="130285"/>
                  </a:lnTo>
                  <a:lnTo>
                    <a:pt x="55256" y="130167"/>
                  </a:lnTo>
                  <a:lnTo>
                    <a:pt x="44158" y="123224"/>
                  </a:lnTo>
                  <a:lnTo>
                    <a:pt x="43514" y="122821"/>
                  </a:lnTo>
                  <a:lnTo>
                    <a:pt x="29682" y="114167"/>
                  </a:lnTo>
                  <a:lnTo>
                    <a:pt x="29519" y="114066"/>
                  </a:lnTo>
                  <a:lnTo>
                    <a:pt x="22774" y="109846"/>
                  </a:lnTo>
                  <a:lnTo>
                    <a:pt x="22610" y="109744"/>
                  </a:lnTo>
                  <a:lnTo>
                    <a:pt x="18755" y="107332"/>
                  </a:lnTo>
                  <a:lnTo>
                    <a:pt x="15295" y="105167"/>
                  </a:lnTo>
                  <a:lnTo>
                    <a:pt x="16141" y="103661"/>
                  </a:lnTo>
                  <a:lnTo>
                    <a:pt x="16501" y="103020"/>
                  </a:lnTo>
                  <a:lnTo>
                    <a:pt x="16730" y="102612"/>
                  </a:lnTo>
                  <a:lnTo>
                    <a:pt x="19886" y="97592"/>
                  </a:lnTo>
                  <a:lnTo>
                    <a:pt x="21343" y="95273"/>
                  </a:lnTo>
                  <a:lnTo>
                    <a:pt x="21932" y="94337"/>
                  </a:lnTo>
                  <a:lnTo>
                    <a:pt x="22158" y="93990"/>
                  </a:lnTo>
                  <a:lnTo>
                    <a:pt x="24214" y="90839"/>
                  </a:lnTo>
                  <a:lnTo>
                    <a:pt x="24291" y="90709"/>
                  </a:lnTo>
                  <a:lnTo>
                    <a:pt x="25270" y="89070"/>
                  </a:lnTo>
                  <a:lnTo>
                    <a:pt x="26228" y="87468"/>
                  </a:lnTo>
                  <a:lnTo>
                    <a:pt x="28276" y="83886"/>
                  </a:lnTo>
                  <a:lnTo>
                    <a:pt x="28366" y="83729"/>
                  </a:lnTo>
                  <a:lnTo>
                    <a:pt x="20604" y="78826"/>
                  </a:lnTo>
                  <a:lnTo>
                    <a:pt x="18715" y="77633"/>
                  </a:lnTo>
                  <a:lnTo>
                    <a:pt x="19404" y="76514"/>
                  </a:lnTo>
                  <a:lnTo>
                    <a:pt x="7703" y="69371"/>
                  </a:lnTo>
                  <a:lnTo>
                    <a:pt x="7271" y="69107"/>
                  </a:lnTo>
                  <a:lnTo>
                    <a:pt x="9648" y="64840"/>
                  </a:lnTo>
                  <a:lnTo>
                    <a:pt x="5874" y="62503"/>
                  </a:lnTo>
                  <a:lnTo>
                    <a:pt x="6856" y="61002"/>
                  </a:lnTo>
                  <a:lnTo>
                    <a:pt x="1472" y="57770"/>
                  </a:lnTo>
                  <a:lnTo>
                    <a:pt x="0" y="56886"/>
                  </a:lnTo>
                  <a:lnTo>
                    <a:pt x="174" y="56594"/>
                  </a:lnTo>
                  <a:lnTo>
                    <a:pt x="552" y="56013"/>
                  </a:lnTo>
                  <a:lnTo>
                    <a:pt x="777" y="55668"/>
                  </a:lnTo>
                  <a:lnTo>
                    <a:pt x="3360" y="51697"/>
                  </a:lnTo>
                  <a:lnTo>
                    <a:pt x="4748" y="49414"/>
                  </a:lnTo>
                  <a:lnTo>
                    <a:pt x="5099" y="48837"/>
                  </a:lnTo>
                  <a:lnTo>
                    <a:pt x="5736" y="47790"/>
                  </a:lnTo>
                  <a:lnTo>
                    <a:pt x="7710" y="44545"/>
                  </a:lnTo>
                  <a:lnTo>
                    <a:pt x="7830" y="44348"/>
                  </a:lnTo>
                  <a:lnTo>
                    <a:pt x="8200" y="43739"/>
                  </a:lnTo>
                  <a:lnTo>
                    <a:pt x="8647" y="43003"/>
                  </a:lnTo>
                  <a:lnTo>
                    <a:pt x="9618" y="41407"/>
                  </a:lnTo>
                  <a:lnTo>
                    <a:pt x="9802" y="41104"/>
                  </a:lnTo>
                  <a:lnTo>
                    <a:pt x="11245" y="38731"/>
                  </a:lnTo>
                  <a:lnTo>
                    <a:pt x="13011" y="35827"/>
                  </a:lnTo>
                  <a:lnTo>
                    <a:pt x="13267" y="35407"/>
                  </a:lnTo>
                  <a:lnTo>
                    <a:pt x="13636" y="34800"/>
                  </a:lnTo>
                  <a:lnTo>
                    <a:pt x="14902" y="32718"/>
                  </a:lnTo>
                  <a:lnTo>
                    <a:pt x="16073" y="30793"/>
                  </a:lnTo>
                  <a:lnTo>
                    <a:pt x="20936" y="22796"/>
                  </a:lnTo>
                  <a:lnTo>
                    <a:pt x="21351" y="22114"/>
                  </a:lnTo>
                  <a:lnTo>
                    <a:pt x="23082" y="19268"/>
                  </a:lnTo>
                  <a:lnTo>
                    <a:pt x="23214" y="19050"/>
                  </a:lnTo>
                  <a:lnTo>
                    <a:pt x="23644" y="18344"/>
                  </a:lnTo>
                  <a:lnTo>
                    <a:pt x="25782" y="14827"/>
                  </a:lnTo>
                  <a:lnTo>
                    <a:pt x="27720" y="11643"/>
                  </a:lnTo>
                  <a:lnTo>
                    <a:pt x="30261" y="7557"/>
                  </a:lnTo>
                  <a:lnTo>
                    <a:pt x="30890" y="6545"/>
                  </a:lnTo>
                  <a:lnTo>
                    <a:pt x="32298" y="4282"/>
                  </a:lnTo>
                  <a:lnTo>
                    <a:pt x="32460" y="4020"/>
                  </a:lnTo>
                  <a:lnTo>
                    <a:pt x="32730" y="3587"/>
                  </a:lnTo>
                  <a:lnTo>
                    <a:pt x="40685" y="8627"/>
                  </a:lnTo>
                  <a:lnTo>
                    <a:pt x="43108" y="10162"/>
                  </a:lnTo>
                  <a:lnTo>
                    <a:pt x="43304" y="10287"/>
                  </a:lnTo>
                  <a:lnTo>
                    <a:pt x="43853" y="10635"/>
                  </a:lnTo>
                  <a:lnTo>
                    <a:pt x="49545" y="14242"/>
                  </a:lnTo>
                  <a:lnTo>
                    <a:pt x="49706" y="14343"/>
                  </a:lnTo>
                  <a:lnTo>
                    <a:pt x="64635" y="23803"/>
                  </a:lnTo>
                  <a:lnTo>
                    <a:pt x="65543" y="24379"/>
                  </a:lnTo>
                  <a:lnTo>
                    <a:pt x="65656" y="24213"/>
                  </a:lnTo>
                  <a:lnTo>
                    <a:pt x="71338" y="15944"/>
                  </a:lnTo>
                  <a:lnTo>
                    <a:pt x="72038" y="14926"/>
                  </a:lnTo>
                  <a:lnTo>
                    <a:pt x="72995" y="13527"/>
                  </a:lnTo>
                  <a:lnTo>
                    <a:pt x="77233" y="6994"/>
                  </a:lnTo>
                  <a:lnTo>
                    <a:pt x="78389" y="5212"/>
                  </a:lnTo>
                  <a:lnTo>
                    <a:pt x="81583" y="290"/>
                  </a:lnTo>
                  <a:lnTo>
                    <a:pt x="81771" y="0"/>
                  </a:lnTo>
                  <a:lnTo>
                    <a:pt x="94560" y="8627"/>
                  </a:lnTo>
                  <a:lnTo>
                    <a:pt x="95122" y="9007"/>
                  </a:lnTo>
                  <a:lnTo>
                    <a:pt x="96558" y="9976"/>
                  </a:lnTo>
                  <a:lnTo>
                    <a:pt x="96859" y="10179"/>
                  </a:lnTo>
                  <a:lnTo>
                    <a:pt x="97014" y="10280"/>
                  </a:lnTo>
                  <a:lnTo>
                    <a:pt x="97712" y="10738"/>
                  </a:lnTo>
                  <a:lnTo>
                    <a:pt x="98640" y="11346"/>
                  </a:lnTo>
                  <a:lnTo>
                    <a:pt x="98772" y="11430"/>
                  </a:lnTo>
                  <a:lnTo>
                    <a:pt x="108847" y="18017"/>
                  </a:lnTo>
                  <a:lnTo>
                    <a:pt x="108977" y="18102"/>
                  </a:lnTo>
                  <a:lnTo>
                    <a:pt x="113969" y="213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2430102" y="3842022"/>
              <a:ext cx="129967" cy="148908"/>
            </a:xfrm>
            <a:custGeom>
              <a:avLst/>
              <a:pathLst>
                <a:path w="129967" h="148908">
                  <a:moveTo>
                    <a:pt x="92607" y="133"/>
                  </a:moveTo>
                  <a:lnTo>
                    <a:pt x="94906" y="18473"/>
                  </a:lnTo>
                  <a:lnTo>
                    <a:pt x="101494" y="17632"/>
                  </a:lnTo>
                  <a:lnTo>
                    <a:pt x="101758" y="17598"/>
                  </a:lnTo>
                  <a:lnTo>
                    <a:pt x="98420" y="23481"/>
                  </a:lnTo>
                  <a:lnTo>
                    <a:pt x="97355" y="25356"/>
                  </a:lnTo>
                  <a:lnTo>
                    <a:pt x="94655" y="30115"/>
                  </a:lnTo>
                  <a:lnTo>
                    <a:pt x="101851" y="34263"/>
                  </a:lnTo>
                  <a:lnTo>
                    <a:pt x="102146" y="34441"/>
                  </a:lnTo>
                  <a:lnTo>
                    <a:pt x="104387" y="35786"/>
                  </a:lnTo>
                  <a:lnTo>
                    <a:pt x="106156" y="36848"/>
                  </a:lnTo>
                  <a:lnTo>
                    <a:pt x="107885" y="38102"/>
                  </a:lnTo>
                  <a:lnTo>
                    <a:pt x="108379" y="38461"/>
                  </a:lnTo>
                  <a:lnTo>
                    <a:pt x="108716" y="38706"/>
                  </a:lnTo>
                  <a:lnTo>
                    <a:pt x="111266" y="40556"/>
                  </a:lnTo>
                  <a:lnTo>
                    <a:pt x="113545" y="42209"/>
                  </a:lnTo>
                  <a:lnTo>
                    <a:pt x="114825" y="43076"/>
                  </a:lnTo>
                  <a:lnTo>
                    <a:pt x="117243" y="44714"/>
                  </a:lnTo>
                  <a:lnTo>
                    <a:pt x="122347" y="47604"/>
                  </a:lnTo>
                  <a:lnTo>
                    <a:pt x="129713" y="51776"/>
                  </a:lnTo>
                  <a:lnTo>
                    <a:pt x="129967" y="51920"/>
                  </a:lnTo>
                  <a:lnTo>
                    <a:pt x="125962" y="58176"/>
                  </a:lnTo>
                  <a:lnTo>
                    <a:pt x="124356" y="60684"/>
                  </a:lnTo>
                  <a:lnTo>
                    <a:pt x="121748" y="64697"/>
                  </a:lnTo>
                  <a:lnTo>
                    <a:pt x="121351" y="65301"/>
                  </a:lnTo>
                  <a:lnTo>
                    <a:pt x="120664" y="66223"/>
                  </a:lnTo>
                  <a:lnTo>
                    <a:pt x="118869" y="68633"/>
                  </a:lnTo>
                  <a:lnTo>
                    <a:pt x="115455" y="72927"/>
                  </a:lnTo>
                  <a:lnTo>
                    <a:pt x="109872" y="79947"/>
                  </a:lnTo>
                  <a:lnTo>
                    <a:pt x="104225" y="87048"/>
                  </a:lnTo>
                  <a:lnTo>
                    <a:pt x="103533" y="87918"/>
                  </a:lnTo>
                  <a:lnTo>
                    <a:pt x="102665" y="89009"/>
                  </a:lnTo>
                  <a:lnTo>
                    <a:pt x="102304" y="89463"/>
                  </a:lnTo>
                  <a:lnTo>
                    <a:pt x="98549" y="94185"/>
                  </a:lnTo>
                  <a:lnTo>
                    <a:pt x="95500" y="98019"/>
                  </a:lnTo>
                  <a:lnTo>
                    <a:pt x="95338" y="98223"/>
                  </a:lnTo>
                  <a:lnTo>
                    <a:pt x="89075" y="106098"/>
                  </a:lnTo>
                  <a:lnTo>
                    <a:pt x="88551" y="106757"/>
                  </a:lnTo>
                  <a:lnTo>
                    <a:pt x="86532" y="105257"/>
                  </a:lnTo>
                  <a:lnTo>
                    <a:pt x="85926" y="105994"/>
                  </a:lnTo>
                  <a:lnTo>
                    <a:pt x="81206" y="111731"/>
                  </a:lnTo>
                  <a:lnTo>
                    <a:pt x="79331" y="114009"/>
                  </a:lnTo>
                  <a:lnTo>
                    <a:pt x="75985" y="117743"/>
                  </a:lnTo>
                  <a:lnTo>
                    <a:pt x="70671" y="123670"/>
                  </a:lnTo>
                  <a:lnTo>
                    <a:pt x="70549" y="123810"/>
                  </a:lnTo>
                  <a:lnTo>
                    <a:pt x="64891" y="130338"/>
                  </a:lnTo>
                  <a:lnTo>
                    <a:pt x="60759" y="135296"/>
                  </a:lnTo>
                  <a:lnTo>
                    <a:pt x="59859" y="136376"/>
                  </a:lnTo>
                  <a:lnTo>
                    <a:pt x="55911" y="141112"/>
                  </a:lnTo>
                  <a:lnTo>
                    <a:pt x="55542" y="141555"/>
                  </a:lnTo>
                  <a:lnTo>
                    <a:pt x="54861" y="142478"/>
                  </a:lnTo>
                  <a:lnTo>
                    <a:pt x="50113" y="148908"/>
                  </a:lnTo>
                  <a:lnTo>
                    <a:pt x="49357" y="148387"/>
                  </a:lnTo>
                  <a:lnTo>
                    <a:pt x="29935" y="134992"/>
                  </a:lnTo>
                  <a:lnTo>
                    <a:pt x="29714" y="134839"/>
                  </a:lnTo>
                  <a:lnTo>
                    <a:pt x="31524" y="132251"/>
                  </a:lnTo>
                  <a:lnTo>
                    <a:pt x="33980" y="128736"/>
                  </a:lnTo>
                  <a:lnTo>
                    <a:pt x="33366" y="128330"/>
                  </a:lnTo>
                  <a:lnTo>
                    <a:pt x="34155" y="127371"/>
                  </a:lnTo>
                  <a:lnTo>
                    <a:pt x="34277" y="127222"/>
                  </a:lnTo>
                  <a:lnTo>
                    <a:pt x="31875" y="125545"/>
                  </a:lnTo>
                  <a:lnTo>
                    <a:pt x="31646" y="125385"/>
                  </a:lnTo>
                  <a:lnTo>
                    <a:pt x="31241" y="117560"/>
                  </a:lnTo>
                  <a:lnTo>
                    <a:pt x="31093" y="115102"/>
                  </a:lnTo>
                  <a:lnTo>
                    <a:pt x="30840" y="110912"/>
                  </a:lnTo>
                  <a:lnTo>
                    <a:pt x="30121" y="109041"/>
                  </a:lnTo>
                  <a:lnTo>
                    <a:pt x="24642" y="81689"/>
                  </a:lnTo>
                  <a:lnTo>
                    <a:pt x="22630" y="78525"/>
                  </a:lnTo>
                  <a:lnTo>
                    <a:pt x="19584" y="70134"/>
                  </a:lnTo>
                  <a:lnTo>
                    <a:pt x="19123" y="69748"/>
                  </a:lnTo>
                  <a:lnTo>
                    <a:pt x="18715" y="69405"/>
                  </a:lnTo>
                  <a:lnTo>
                    <a:pt x="17935" y="67693"/>
                  </a:lnTo>
                  <a:lnTo>
                    <a:pt x="16495" y="64528"/>
                  </a:lnTo>
                  <a:lnTo>
                    <a:pt x="16911" y="64590"/>
                  </a:lnTo>
                  <a:lnTo>
                    <a:pt x="17679" y="64573"/>
                  </a:lnTo>
                  <a:lnTo>
                    <a:pt x="21755" y="64060"/>
                  </a:lnTo>
                  <a:lnTo>
                    <a:pt x="25429" y="63298"/>
                  </a:lnTo>
                  <a:lnTo>
                    <a:pt x="25052" y="61152"/>
                  </a:lnTo>
                  <a:lnTo>
                    <a:pt x="24450" y="54786"/>
                  </a:lnTo>
                  <a:lnTo>
                    <a:pt x="24383" y="53034"/>
                  </a:lnTo>
                  <a:lnTo>
                    <a:pt x="24350" y="52145"/>
                  </a:lnTo>
                  <a:lnTo>
                    <a:pt x="15284" y="52703"/>
                  </a:lnTo>
                  <a:lnTo>
                    <a:pt x="11378" y="52764"/>
                  </a:lnTo>
                  <a:lnTo>
                    <a:pt x="11381" y="51689"/>
                  </a:lnTo>
                  <a:lnTo>
                    <a:pt x="11385" y="50756"/>
                  </a:lnTo>
                  <a:lnTo>
                    <a:pt x="10474" y="50362"/>
                  </a:lnTo>
                  <a:lnTo>
                    <a:pt x="9639" y="50072"/>
                  </a:lnTo>
                  <a:lnTo>
                    <a:pt x="7968" y="49782"/>
                  </a:lnTo>
                  <a:lnTo>
                    <a:pt x="6476" y="49610"/>
                  </a:lnTo>
                  <a:lnTo>
                    <a:pt x="6134" y="49571"/>
                  </a:lnTo>
                  <a:lnTo>
                    <a:pt x="4243" y="49645"/>
                  </a:lnTo>
                  <a:lnTo>
                    <a:pt x="3140" y="49918"/>
                  </a:lnTo>
                  <a:lnTo>
                    <a:pt x="2318" y="50194"/>
                  </a:lnTo>
                  <a:lnTo>
                    <a:pt x="640" y="50756"/>
                  </a:lnTo>
                  <a:lnTo>
                    <a:pt x="0" y="48262"/>
                  </a:lnTo>
                  <a:lnTo>
                    <a:pt x="217" y="46571"/>
                  </a:lnTo>
                  <a:lnTo>
                    <a:pt x="668" y="45752"/>
                  </a:lnTo>
                  <a:lnTo>
                    <a:pt x="2184" y="44290"/>
                  </a:lnTo>
                  <a:lnTo>
                    <a:pt x="11481" y="45196"/>
                  </a:lnTo>
                  <a:lnTo>
                    <a:pt x="13693" y="45001"/>
                  </a:lnTo>
                  <a:lnTo>
                    <a:pt x="20477" y="44819"/>
                  </a:lnTo>
                  <a:lnTo>
                    <a:pt x="20913" y="44807"/>
                  </a:lnTo>
                  <a:lnTo>
                    <a:pt x="24062" y="44090"/>
                  </a:lnTo>
                  <a:lnTo>
                    <a:pt x="24830" y="43936"/>
                  </a:lnTo>
                  <a:lnTo>
                    <a:pt x="30125" y="42140"/>
                  </a:lnTo>
                  <a:lnTo>
                    <a:pt x="29360" y="40058"/>
                  </a:lnTo>
                  <a:lnTo>
                    <a:pt x="29143" y="38340"/>
                  </a:lnTo>
                  <a:lnTo>
                    <a:pt x="28976" y="36191"/>
                  </a:lnTo>
                  <a:lnTo>
                    <a:pt x="28343" y="33734"/>
                  </a:lnTo>
                  <a:lnTo>
                    <a:pt x="28305" y="33417"/>
                  </a:lnTo>
                  <a:lnTo>
                    <a:pt x="27932" y="30313"/>
                  </a:lnTo>
                  <a:lnTo>
                    <a:pt x="27821" y="29389"/>
                  </a:lnTo>
                  <a:lnTo>
                    <a:pt x="27767" y="27979"/>
                  </a:lnTo>
                  <a:lnTo>
                    <a:pt x="27666" y="25360"/>
                  </a:lnTo>
                  <a:lnTo>
                    <a:pt x="27638" y="25107"/>
                  </a:lnTo>
                  <a:lnTo>
                    <a:pt x="26442" y="14349"/>
                  </a:lnTo>
                  <a:lnTo>
                    <a:pt x="25835" y="8900"/>
                  </a:lnTo>
                  <a:lnTo>
                    <a:pt x="25714" y="7809"/>
                  </a:lnTo>
                  <a:lnTo>
                    <a:pt x="25697" y="7656"/>
                  </a:lnTo>
                  <a:lnTo>
                    <a:pt x="26118" y="7696"/>
                  </a:lnTo>
                  <a:lnTo>
                    <a:pt x="32438" y="7468"/>
                  </a:lnTo>
                  <a:lnTo>
                    <a:pt x="33157" y="7441"/>
                  </a:lnTo>
                  <a:lnTo>
                    <a:pt x="40838" y="6679"/>
                  </a:lnTo>
                  <a:lnTo>
                    <a:pt x="41023" y="6656"/>
                  </a:lnTo>
                  <a:lnTo>
                    <a:pt x="41255" y="6627"/>
                  </a:lnTo>
                  <a:lnTo>
                    <a:pt x="49543" y="5603"/>
                  </a:lnTo>
                  <a:lnTo>
                    <a:pt x="49719" y="5581"/>
                  </a:lnTo>
                  <a:lnTo>
                    <a:pt x="50067" y="5538"/>
                  </a:lnTo>
                  <a:lnTo>
                    <a:pt x="50640" y="5465"/>
                  </a:lnTo>
                  <a:lnTo>
                    <a:pt x="57420" y="4591"/>
                  </a:lnTo>
                  <a:lnTo>
                    <a:pt x="65117" y="3598"/>
                  </a:lnTo>
                  <a:lnTo>
                    <a:pt x="66997" y="3356"/>
                  </a:lnTo>
                  <a:lnTo>
                    <a:pt x="68792" y="3124"/>
                  </a:lnTo>
                  <a:lnTo>
                    <a:pt x="69242" y="3066"/>
                  </a:lnTo>
                  <a:lnTo>
                    <a:pt x="72609" y="2632"/>
                  </a:lnTo>
                  <a:lnTo>
                    <a:pt x="77169" y="2045"/>
                  </a:lnTo>
                  <a:lnTo>
                    <a:pt x="77373" y="2018"/>
                  </a:lnTo>
                  <a:lnTo>
                    <a:pt x="81122" y="1521"/>
                  </a:lnTo>
                  <a:lnTo>
                    <a:pt x="84822" y="1030"/>
                  </a:lnTo>
                  <a:lnTo>
                    <a:pt x="89417" y="420"/>
                  </a:lnTo>
                  <a:lnTo>
                    <a:pt x="9259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2825667" y="3714482"/>
              <a:ext cx="254660" cy="128477"/>
            </a:xfrm>
            <a:custGeom>
              <a:avLst/>
              <a:pathLst>
                <a:path w="254660" h="128477">
                  <a:moveTo>
                    <a:pt x="244529" y="35784"/>
                  </a:moveTo>
                  <a:lnTo>
                    <a:pt x="244710" y="44837"/>
                  </a:lnTo>
                  <a:lnTo>
                    <a:pt x="247806" y="59500"/>
                  </a:lnTo>
                  <a:lnTo>
                    <a:pt x="249732" y="65537"/>
                  </a:lnTo>
                  <a:lnTo>
                    <a:pt x="250958" y="69380"/>
                  </a:lnTo>
                  <a:lnTo>
                    <a:pt x="254660" y="77746"/>
                  </a:lnTo>
                  <a:lnTo>
                    <a:pt x="253135" y="82424"/>
                  </a:lnTo>
                  <a:lnTo>
                    <a:pt x="199377" y="98788"/>
                  </a:lnTo>
                  <a:lnTo>
                    <a:pt x="186903" y="117366"/>
                  </a:lnTo>
                  <a:lnTo>
                    <a:pt x="128315" y="119648"/>
                  </a:lnTo>
                  <a:lnTo>
                    <a:pt x="128811" y="123871"/>
                  </a:lnTo>
                  <a:lnTo>
                    <a:pt x="118186" y="128477"/>
                  </a:lnTo>
                  <a:lnTo>
                    <a:pt x="116855" y="124503"/>
                  </a:lnTo>
                  <a:lnTo>
                    <a:pt x="108796" y="125450"/>
                  </a:lnTo>
                  <a:lnTo>
                    <a:pt x="99904" y="125050"/>
                  </a:lnTo>
                  <a:lnTo>
                    <a:pt x="96875" y="124011"/>
                  </a:lnTo>
                  <a:lnTo>
                    <a:pt x="94979" y="123260"/>
                  </a:lnTo>
                  <a:lnTo>
                    <a:pt x="93382" y="122627"/>
                  </a:lnTo>
                  <a:lnTo>
                    <a:pt x="89072" y="120276"/>
                  </a:lnTo>
                  <a:lnTo>
                    <a:pt x="84454" y="117363"/>
                  </a:lnTo>
                  <a:lnTo>
                    <a:pt x="69490" y="107635"/>
                  </a:lnTo>
                  <a:lnTo>
                    <a:pt x="62605" y="103216"/>
                  </a:lnTo>
                  <a:lnTo>
                    <a:pt x="64940" y="99530"/>
                  </a:lnTo>
                  <a:lnTo>
                    <a:pt x="61153" y="97867"/>
                  </a:lnTo>
                  <a:lnTo>
                    <a:pt x="60779" y="96519"/>
                  </a:lnTo>
                  <a:lnTo>
                    <a:pt x="53481" y="91552"/>
                  </a:lnTo>
                  <a:lnTo>
                    <a:pt x="46648" y="86902"/>
                  </a:lnTo>
                  <a:lnTo>
                    <a:pt x="40108" y="82348"/>
                  </a:lnTo>
                  <a:lnTo>
                    <a:pt x="32833" y="78045"/>
                  </a:lnTo>
                  <a:lnTo>
                    <a:pt x="25841" y="73436"/>
                  </a:lnTo>
                  <a:lnTo>
                    <a:pt x="19357" y="68910"/>
                  </a:lnTo>
                  <a:lnTo>
                    <a:pt x="19255" y="68549"/>
                  </a:lnTo>
                  <a:lnTo>
                    <a:pt x="13160" y="64247"/>
                  </a:lnTo>
                  <a:lnTo>
                    <a:pt x="12127" y="64320"/>
                  </a:lnTo>
                  <a:lnTo>
                    <a:pt x="5014" y="60222"/>
                  </a:lnTo>
                  <a:lnTo>
                    <a:pt x="7108" y="56361"/>
                  </a:lnTo>
                  <a:lnTo>
                    <a:pt x="24720" y="53994"/>
                  </a:lnTo>
                  <a:lnTo>
                    <a:pt x="30379" y="53382"/>
                  </a:lnTo>
                  <a:lnTo>
                    <a:pt x="31737" y="49839"/>
                  </a:lnTo>
                  <a:lnTo>
                    <a:pt x="33234" y="46819"/>
                  </a:lnTo>
                  <a:lnTo>
                    <a:pt x="33701" y="45431"/>
                  </a:lnTo>
                  <a:lnTo>
                    <a:pt x="34258" y="38555"/>
                  </a:lnTo>
                  <a:lnTo>
                    <a:pt x="21740" y="33477"/>
                  </a:lnTo>
                  <a:lnTo>
                    <a:pt x="19579" y="33090"/>
                  </a:lnTo>
                  <a:lnTo>
                    <a:pt x="13119" y="30950"/>
                  </a:lnTo>
                  <a:lnTo>
                    <a:pt x="6147" y="27763"/>
                  </a:lnTo>
                  <a:lnTo>
                    <a:pt x="0" y="23482"/>
                  </a:lnTo>
                  <a:lnTo>
                    <a:pt x="2214" y="19937"/>
                  </a:lnTo>
                  <a:lnTo>
                    <a:pt x="3230" y="18312"/>
                  </a:lnTo>
                  <a:lnTo>
                    <a:pt x="9034" y="21922"/>
                  </a:lnTo>
                  <a:lnTo>
                    <a:pt x="15210" y="25764"/>
                  </a:lnTo>
                  <a:lnTo>
                    <a:pt x="21055" y="29400"/>
                  </a:lnTo>
                  <a:lnTo>
                    <a:pt x="27153" y="31075"/>
                  </a:lnTo>
                  <a:lnTo>
                    <a:pt x="39152" y="35293"/>
                  </a:lnTo>
                  <a:lnTo>
                    <a:pt x="47406" y="37535"/>
                  </a:lnTo>
                  <a:lnTo>
                    <a:pt x="51797" y="38808"/>
                  </a:lnTo>
                  <a:lnTo>
                    <a:pt x="54193" y="38340"/>
                  </a:lnTo>
                  <a:lnTo>
                    <a:pt x="58189" y="32493"/>
                  </a:lnTo>
                  <a:lnTo>
                    <a:pt x="62307" y="26053"/>
                  </a:lnTo>
                  <a:lnTo>
                    <a:pt x="64858" y="21716"/>
                  </a:lnTo>
                  <a:lnTo>
                    <a:pt x="66316" y="19236"/>
                  </a:lnTo>
                  <a:lnTo>
                    <a:pt x="68990" y="15378"/>
                  </a:lnTo>
                  <a:lnTo>
                    <a:pt x="71871" y="13165"/>
                  </a:lnTo>
                  <a:lnTo>
                    <a:pt x="72621" y="12589"/>
                  </a:lnTo>
                  <a:lnTo>
                    <a:pt x="93918" y="30149"/>
                  </a:lnTo>
                  <a:lnTo>
                    <a:pt x="94565" y="30682"/>
                  </a:lnTo>
                  <a:lnTo>
                    <a:pt x="96237" y="32061"/>
                  </a:lnTo>
                  <a:lnTo>
                    <a:pt x="118423" y="36159"/>
                  </a:lnTo>
                  <a:lnTo>
                    <a:pt x="143016" y="44567"/>
                  </a:lnTo>
                  <a:lnTo>
                    <a:pt x="159053" y="42650"/>
                  </a:lnTo>
                  <a:lnTo>
                    <a:pt x="161748" y="35849"/>
                  </a:lnTo>
                  <a:lnTo>
                    <a:pt x="184031" y="32326"/>
                  </a:lnTo>
                  <a:lnTo>
                    <a:pt x="183610" y="26770"/>
                  </a:lnTo>
                  <a:lnTo>
                    <a:pt x="182918" y="17641"/>
                  </a:lnTo>
                  <a:lnTo>
                    <a:pt x="185497" y="9334"/>
                  </a:lnTo>
                  <a:lnTo>
                    <a:pt x="191066" y="6375"/>
                  </a:lnTo>
                  <a:lnTo>
                    <a:pt x="197080" y="3187"/>
                  </a:lnTo>
                  <a:lnTo>
                    <a:pt x="211336" y="910"/>
                  </a:lnTo>
                  <a:lnTo>
                    <a:pt x="226260" y="0"/>
                  </a:lnTo>
                  <a:lnTo>
                    <a:pt x="239726" y="1605"/>
                  </a:lnTo>
                  <a:lnTo>
                    <a:pt x="241364" y="5315"/>
                  </a:lnTo>
                  <a:lnTo>
                    <a:pt x="244094" y="13980"/>
                  </a:lnTo>
                  <a:lnTo>
                    <a:pt x="244174" y="17994"/>
                  </a:lnTo>
                  <a:lnTo>
                    <a:pt x="244291" y="238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069762" y="3578897"/>
              <a:ext cx="398389" cy="226273"/>
            </a:xfrm>
            <a:custGeom>
              <a:avLst/>
              <a:pathLst>
                <a:path w="398389" h="226273">
                  <a:moveTo>
                    <a:pt x="158959" y="12023"/>
                  </a:moveTo>
                  <a:lnTo>
                    <a:pt x="163692" y="22838"/>
                  </a:lnTo>
                  <a:lnTo>
                    <a:pt x="172045" y="31946"/>
                  </a:lnTo>
                  <a:lnTo>
                    <a:pt x="177614" y="36499"/>
                  </a:lnTo>
                  <a:lnTo>
                    <a:pt x="184575" y="39061"/>
                  </a:lnTo>
                  <a:lnTo>
                    <a:pt x="195155" y="47314"/>
                  </a:lnTo>
                  <a:lnTo>
                    <a:pt x="203787" y="51014"/>
                  </a:lnTo>
                  <a:lnTo>
                    <a:pt x="216595" y="51014"/>
                  </a:lnTo>
                  <a:lnTo>
                    <a:pt x="228289" y="47599"/>
                  </a:lnTo>
                  <a:lnTo>
                    <a:pt x="234693" y="50729"/>
                  </a:lnTo>
                  <a:lnTo>
                    <a:pt x="243881" y="57275"/>
                  </a:lnTo>
                  <a:lnTo>
                    <a:pt x="250842" y="58129"/>
                  </a:lnTo>
                  <a:lnTo>
                    <a:pt x="258917" y="54714"/>
                  </a:lnTo>
                  <a:lnTo>
                    <a:pt x="260588" y="47030"/>
                  </a:lnTo>
                  <a:lnTo>
                    <a:pt x="262258" y="41337"/>
                  </a:lnTo>
                  <a:lnTo>
                    <a:pt x="268105" y="34507"/>
                  </a:lnTo>
                  <a:lnTo>
                    <a:pt x="272003" y="27961"/>
                  </a:lnTo>
                  <a:lnTo>
                    <a:pt x="273972" y="15578"/>
                  </a:lnTo>
                  <a:lnTo>
                    <a:pt x="275531" y="17644"/>
                  </a:lnTo>
                  <a:lnTo>
                    <a:pt x="278093" y="21042"/>
                  </a:lnTo>
                  <a:lnTo>
                    <a:pt x="281657" y="23547"/>
                  </a:lnTo>
                  <a:lnTo>
                    <a:pt x="284776" y="27531"/>
                  </a:lnTo>
                  <a:lnTo>
                    <a:pt x="285599" y="29127"/>
                  </a:lnTo>
                  <a:lnTo>
                    <a:pt x="288006" y="33792"/>
                  </a:lnTo>
                  <a:lnTo>
                    <a:pt x="288956" y="40419"/>
                  </a:lnTo>
                  <a:lnTo>
                    <a:pt x="289231" y="42330"/>
                  </a:lnTo>
                  <a:lnTo>
                    <a:pt x="290344" y="49047"/>
                  </a:lnTo>
                  <a:lnTo>
                    <a:pt x="292349" y="55194"/>
                  </a:lnTo>
                  <a:lnTo>
                    <a:pt x="293352" y="59520"/>
                  </a:lnTo>
                  <a:lnTo>
                    <a:pt x="294243" y="61911"/>
                  </a:lnTo>
                  <a:lnTo>
                    <a:pt x="290175" y="69585"/>
                  </a:lnTo>
                  <a:lnTo>
                    <a:pt x="299013" y="69767"/>
                  </a:lnTo>
                  <a:lnTo>
                    <a:pt x="300042" y="69788"/>
                  </a:lnTo>
                  <a:lnTo>
                    <a:pt x="343033" y="77757"/>
                  </a:lnTo>
                  <a:lnTo>
                    <a:pt x="345394" y="78553"/>
                  </a:lnTo>
                  <a:lnTo>
                    <a:pt x="349246" y="79851"/>
                  </a:lnTo>
                  <a:lnTo>
                    <a:pt x="351003" y="80443"/>
                  </a:lnTo>
                  <a:lnTo>
                    <a:pt x="354216" y="81526"/>
                  </a:lnTo>
                  <a:lnTo>
                    <a:pt x="356683" y="82455"/>
                  </a:lnTo>
                  <a:lnTo>
                    <a:pt x="357390" y="82722"/>
                  </a:lnTo>
                  <a:lnTo>
                    <a:pt x="359339" y="82949"/>
                  </a:lnTo>
                  <a:lnTo>
                    <a:pt x="366133" y="82779"/>
                  </a:lnTo>
                  <a:lnTo>
                    <a:pt x="370644" y="82836"/>
                  </a:lnTo>
                  <a:lnTo>
                    <a:pt x="374041" y="83803"/>
                  </a:lnTo>
                  <a:lnTo>
                    <a:pt x="377571" y="84862"/>
                  </a:lnTo>
                  <a:lnTo>
                    <a:pt x="382873" y="87435"/>
                  </a:lnTo>
                  <a:lnTo>
                    <a:pt x="385857" y="88733"/>
                  </a:lnTo>
                  <a:lnTo>
                    <a:pt x="389574" y="89548"/>
                  </a:lnTo>
                  <a:lnTo>
                    <a:pt x="390704" y="89796"/>
                  </a:lnTo>
                  <a:lnTo>
                    <a:pt x="392807" y="90258"/>
                  </a:lnTo>
                  <a:lnTo>
                    <a:pt x="395116" y="90865"/>
                  </a:lnTo>
                  <a:lnTo>
                    <a:pt x="395926" y="91078"/>
                  </a:lnTo>
                  <a:lnTo>
                    <a:pt x="396669" y="91391"/>
                  </a:lnTo>
                  <a:lnTo>
                    <a:pt x="397708" y="91829"/>
                  </a:lnTo>
                  <a:lnTo>
                    <a:pt x="398389" y="91955"/>
                  </a:lnTo>
                  <a:lnTo>
                    <a:pt x="398263" y="92126"/>
                  </a:lnTo>
                  <a:lnTo>
                    <a:pt x="397812" y="92740"/>
                  </a:lnTo>
                  <a:lnTo>
                    <a:pt x="382602" y="113398"/>
                  </a:lnTo>
                  <a:lnTo>
                    <a:pt x="354527" y="125380"/>
                  </a:lnTo>
                  <a:lnTo>
                    <a:pt x="349185" y="148109"/>
                  </a:lnTo>
                  <a:lnTo>
                    <a:pt x="337500" y="154794"/>
                  </a:lnTo>
                  <a:lnTo>
                    <a:pt x="295805" y="149173"/>
                  </a:lnTo>
                  <a:lnTo>
                    <a:pt x="276500" y="132018"/>
                  </a:lnTo>
                  <a:lnTo>
                    <a:pt x="245940" y="141937"/>
                  </a:lnTo>
                  <a:lnTo>
                    <a:pt x="206995" y="153614"/>
                  </a:lnTo>
                  <a:lnTo>
                    <a:pt x="222730" y="170017"/>
                  </a:lnTo>
                  <a:lnTo>
                    <a:pt x="271256" y="173695"/>
                  </a:lnTo>
                  <a:lnTo>
                    <a:pt x="282393" y="181949"/>
                  </a:lnTo>
                  <a:lnTo>
                    <a:pt x="279832" y="190715"/>
                  </a:lnTo>
                  <a:lnTo>
                    <a:pt x="233667" y="182803"/>
                  </a:lnTo>
                  <a:lnTo>
                    <a:pt x="232776" y="193390"/>
                  </a:lnTo>
                  <a:lnTo>
                    <a:pt x="218966" y="200334"/>
                  </a:lnTo>
                  <a:lnTo>
                    <a:pt x="213286" y="181437"/>
                  </a:lnTo>
                  <a:lnTo>
                    <a:pt x="193350" y="174777"/>
                  </a:lnTo>
                  <a:lnTo>
                    <a:pt x="172634" y="173695"/>
                  </a:lnTo>
                  <a:lnTo>
                    <a:pt x="164091" y="169484"/>
                  </a:lnTo>
                  <a:lnTo>
                    <a:pt x="148061" y="172934"/>
                  </a:lnTo>
                  <a:lnTo>
                    <a:pt x="146954" y="185423"/>
                  </a:lnTo>
                  <a:lnTo>
                    <a:pt x="129363" y="188483"/>
                  </a:lnTo>
                  <a:lnTo>
                    <a:pt x="124198" y="180986"/>
                  </a:lnTo>
                  <a:lnTo>
                    <a:pt x="123151" y="180841"/>
                  </a:lnTo>
                  <a:lnTo>
                    <a:pt x="121334" y="182969"/>
                  </a:lnTo>
                  <a:lnTo>
                    <a:pt x="119678" y="184909"/>
                  </a:lnTo>
                  <a:lnTo>
                    <a:pt x="119867" y="185614"/>
                  </a:lnTo>
                  <a:lnTo>
                    <a:pt x="120028" y="186216"/>
                  </a:lnTo>
                  <a:lnTo>
                    <a:pt x="120288" y="188518"/>
                  </a:lnTo>
                  <a:lnTo>
                    <a:pt x="120428" y="191019"/>
                  </a:lnTo>
                  <a:lnTo>
                    <a:pt x="120133" y="191220"/>
                  </a:lnTo>
                  <a:lnTo>
                    <a:pt x="117605" y="191325"/>
                  </a:lnTo>
                  <a:lnTo>
                    <a:pt x="116662" y="190756"/>
                  </a:lnTo>
                  <a:lnTo>
                    <a:pt x="114978" y="192176"/>
                  </a:lnTo>
                  <a:lnTo>
                    <a:pt x="111975" y="192611"/>
                  </a:lnTo>
                  <a:lnTo>
                    <a:pt x="111663" y="192444"/>
                  </a:lnTo>
                  <a:lnTo>
                    <a:pt x="109800" y="191446"/>
                  </a:lnTo>
                  <a:lnTo>
                    <a:pt x="107922" y="190441"/>
                  </a:lnTo>
                  <a:lnTo>
                    <a:pt x="107783" y="189522"/>
                  </a:lnTo>
                  <a:lnTo>
                    <a:pt x="107217" y="185784"/>
                  </a:lnTo>
                  <a:lnTo>
                    <a:pt x="107084" y="185788"/>
                  </a:lnTo>
                  <a:lnTo>
                    <a:pt x="106433" y="185810"/>
                  </a:lnTo>
                  <a:lnTo>
                    <a:pt x="105128" y="185951"/>
                  </a:lnTo>
                  <a:lnTo>
                    <a:pt x="102005" y="186287"/>
                  </a:lnTo>
                  <a:lnTo>
                    <a:pt x="99673" y="186711"/>
                  </a:lnTo>
                  <a:lnTo>
                    <a:pt x="99917" y="187865"/>
                  </a:lnTo>
                  <a:lnTo>
                    <a:pt x="100734" y="191084"/>
                  </a:lnTo>
                  <a:lnTo>
                    <a:pt x="100755" y="191456"/>
                  </a:lnTo>
                  <a:lnTo>
                    <a:pt x="97451" y="193257"/>
                  </a:lnTo>
                  <a:lnTo>
                    <a:pt x="96711" y="193673"/>
                  </a:lnTo>
                  <a:lnTo>
                    <a:pt x="97561" y="196902"/>
                  </a:lnTo>
                  <a:lnTo>
                    <a:pt x="98103" y="201544"/>
                  </a:lnTo>
                  <a:lnTo>
                    <a:pt x="98440" y="202451"/>
                  </a:lnTo>
                  <a:lnTo>
                    <a:pt x="99098" y="204224"/>
                  </a:lnTo>
                  <a:lnTo>
                    <a:pt x="99234" y="204426"/>
                  </a:lnTo>
                  <a:lnTo>
                    <a:pt x="99606" y="204982"/>
                  </a:lnTo>
                  <a:lnTo>
                    <a:pt x="101866" y="208359"/>
                  </a:lnTo>
                  <a:lnTo>
                    <a:pt x="103311" y="210517"/>
                  </a:lnTo>
                  <a:lnTo>
                    <a:pt x="104232" y="211624"/>
                  </a:lnTo>
                  <a:lnTo>
                    <a:pt x="100043" y="213489"/>
                  </a:lnTo>
                  <a:lnTo>
                    <a:pt x="96862" y="209753"/>
                  </a:lnTo>
                  <a:lnTo>
                    <a:pt x="90926" y="209312"/>
                  </a:lnTo>
                  <a:lnTo>
                    <a:pt x="90092" y="209252"/>
                  </a:lnTo>
                  <a:lnTo>
                    <a:pt x="81996" y="209983"/>
                  </a:lnTo>
                  <a:lnTo>
                    <a:pt x="80140" y="210517"/>
                  </a:lnTo>
                  <a:lnTo>
                    <a:pt x="74261" y="212207"/>
                  </a:lnTo>
                  <a:lnTo>
                    <a:pt x="71909" y="212883"/>
                  </a:lnTo>
                  <a:lnTo>
                    <a:pt x="66319" y="203017"/>
                  </a:lnTo>
                  <a:lnTo>
                    <a:pt x="64492" y="203381"/>
                  </a:lnTo>
                  <a:lnTo>
                    <a:pt x="57676" y="203290"/>
                  </a:lnTo>
                  <a:lnTo>
                    <a:pt x="55716" y="202106"/>
                  </a:lnTo>
                  <a:lnTo>
                    <a:pt x="52776" y="209256"/>
                  </a:lnTo>
                  <a:lnTo>
                    <a:pt x="53762" y="213504"/>
                  </a:lnTo>
                  <a:lnTo>
                    <a:pt x="53288" y="215354"/>
                  </a:lnTo>
                  <a:lnTo>
                    <a:pt x="40614" y="218500"/>
                  </a:lnTo>
                  <a:lnTo>
                    <a:pt x="40792" y="221050"/>
                  </a:lnTo>
                  <a:lnTo>
                    <a:pt x="37406" y="223600"/>
                  </a:lnTo>
                  <a:lnTo>
                    <a:pt x="37519" y="225509"/>
                  </a:lnTo>
                  <a:lnTo>
                    <a:pt x="36109" y="226273"/>
                  </a:lnTo>
                  <a:lnTo>
                    <a:pt x="33528" y="226165"/>
                  </a:lnTo>
                  <a:lnTo>
                    <a:pt x="32639" y="224601"/>
                  </a:lnTo>
                  <a:lnTo>
                    <a:pt x="29966" y="225239"/>
                  </a:lnTo>
                  <a:lnTo>
                    <a:pt x="26046" y="223372"/>
                  </a:lnTo>
                  <a:lnTo>
                    <a:pt x="21101" y="224875"/>
                  </a:lnTo>
                  <a:lnTo>
                    <a:pt x="18561" y="223918"/>
                  </a:lnTo>
                  <a:lnTo>
                    <a:pt x="15970" y="225205"/>
                  </a:lnTo>
                  <a:lnTo>
                    <a:pt x="9389" y="221885"/>
                  </a:lnTo>
                  <a:lnTo>
                    <a:pt x="8003" y="221186"/>
                  </a:lnTo>
                  <a:lnTo>
                    <a:pt x="9040" y="218008"/>
                  </a:lnTo>
                  <a:lnTo>
                    <a:pt x="10566" y="213330"/>
                  </a:lnTo>
                  <a:lnTo>
                    <a:pt x="6863" y="204964"/>
                  </a:lnTo>
                  <a:lnTo>
                    <a:pt x="5637" y="201122"/>
                  </a:lnTo>
                  <a:lnTo>
                    <a:pt x="3712" y="195084"/>
                  </a:lnTo>
                  <a:lnTo>
                    <a:pt x="615" y="180421"/>
                  </a:lnTo>
                  <a:lnTo>
                    <a:pt x="434" y="171369"/>
                  </a:lnTo>
                  <a:lnTo>
                    <a:pt x="196" y="159412"/>
                  </a:lnTo>
                  <a:lnTo>
                    <a:pt x="80" y="153579"/>
                  </a:lnTo>
                  <a:lnTo>
                    <a:pt x="0" y="149565"/>
                  </a:lnTo>
                  <a:lnTo>
                    <a:pt x="11964" y="149653"/>
                  </a:lnTo>
                  <a:lnTo>
                    <a:pt x="18313" y="149700"/>
                  </a:lnTo>
                  <a:lnTo>
                    <a:pt x="18647" y="149708"/>
                  </a:lnTo>
                  <a:lnTo>
                    <a:pt x="26131" y="149882"/>
                  </a:lnTo>
                  <a:lnTo>
                    <a:pt x="26441" y="149881"/>
                  </a:lnTo>
                  <a:lnTo>
                    <a:pt x="30141" y="149870"/>
                  </a:lnTo>
                  <a:lnTo>
                    <a:pt x="32700" y="149862"/>
                  </a:lnTo>
                  <a:lnTo>
                    <a:pt x="33944" y="149858"/>
                  </a:lnTo>
                  <a:lnTo>
                    <a:pt x="34128" y="149858"/>
                  </a:lnTo>
                  <a:lnTo>
                    <a:pt x="41211" y="149836"/>
                  </a:lnTo>
                  <a:lnTo>
                    <a:pt x="40925" y="139107"/>
                  </a:lnTo>
                  <a:lnTo>
                    <a:pt x="49763" y="139486"/>
                  </a:lnTo>
                  <a:lnTo>
                    <a:pt x="49583" y="146266"/>
                  </a:lnTo>
                  <a:lnTo>
                    <a:pt x="49489" y="149786"/>
                  </a:lnTo>
                  <a:lnTo>
                    <a:pt x="49485" y="149959"/>
                  </a:lnTo>
                  <a:lnTo>
                    <a:pt x="49479" y="150195"/>
                  </a:lnTo>
                  <a:lnTo>
                    <a:pt x="49837" y="150109"/>
                  </a:lnTo>
                  <a:lnTo>
                    <a:pt x="60267" y="147610"/>
                  </a:lnTo>
                  <a:lnTo>
                    <a:pt x="61353" y="147350"/>
                  </a:lnTo>
                  <a:lnTo>
                    <a:pt x="63778" y="146769"/>
                  </a:lnTo>
                  <a:lnTo>
                    <a:pt x="69056" y="146230"/>
                  </a:lnTo>
                  <a:lnTo>
                    <a:pt x="69469" y="146188"/>
                  </a:lnTo>
                  <a:lnTo>
                    <a:pt x="72001" y="151853"/>
                  </a:lnTo>
                  <a:lnTo>
                    <a:pt x="73127" y="151614"/>
                  </a:lnTo>
                  <a:lnTo>
                    <a:pt x="80539" y="150041"/>
                  </a:lnTo>
                  <a:lnTo>
                    <a:pt x="90163" y="147998"/>
                  </a:lnTo>
                  <a:lnTo>
                    <a:pt x="102489" y="144822"/>
                  </a:lnTo>
                  <a:lnTo>
                    <a:pt x="110226" y="148533"/>
                  </a:lnTo>
                  <a:lnTo>
                    <a:pt x="110474" y="148652"/>
                  </a:lnTo>
                  <a:lnTo>
                    <a:pt x="110653" y="148738"/>
                  </a:lnTo>
                  <a:lnTo>
                    <a:pt x="110820" y="148818"/>
                  </a:lnTo>
                  <a:lnTo>
                    <a:pt x="115038" y="149534"/>
                  </a:lnTo>
                  <a:lnTo>
                    <a:pt x="116914" y="144050"/>
                  </a:lnTo>
                  <a:lnTo>
                    <a:pt x="117835" y="141357"/>
                  </a:lnTo>
                  <a:lnTo>
                    <a:pt x="117922" y="141103"/>
                  </a:lnTo>
                  <a:lnTo>
                    <a:pt x="117996" y="140884"/>
                  </a:lnTo>
                  <a:lnTo>
                    <a:pt x="118165" y="140260"/>
                  </a:lnTo>
                  <a:lnTo>
                    <a:pt x="118376" y="139478"/>
                  </a:lnTo>
                  <a:lnTo>
                    <a:pt x="118416" y="139331"/>
                  </a:lnTo>
                  <a:lnTo>
                    <a:pt x="118703" y="138269"/>
                  </a:lnTo>
                  <a:lnTo>
                    <a:pt x="118945" y="137378"/>
                  </a:lnTo>
                  <a:lnTo>
                    <a:pt x="118983" y="137235"/>
                  </a:lnTo>
                  <a:lnTo>
                    <a:pt x="119235" y="136306"/>
                  </a:lnTo>
                  <a:lnTo>
                    <a:pt x="119450" y="135510"/>
                  </a:lnTo>
                  <a:lnTo>
                    <a:pt x="119553" y="135132"/>
                  </a:lnTo>
                  <a:lnTo>
                    <a:pt x="119759" y="134369"/>
                  </a:lnTo>
                  <a:lnTo>
                    <a:pt x="119800" y="134216"/>
                  </a:lnTo>
                  <a:lnTo>
                    <a:pt x="119869" y="133961"/>
                  </a:lnTo>
                  <a:lnTo>
                    <a:pt x="120149" y="132927"/>
                  </a:lnTo>
                  <a:lnTo>
                    <a:pt x="120470" y="131743"/>
                  </a:lnTo>
                  <a:lnTo>
                    <a:pt x="120505" y="131613"/>
                  </a:lnTo>
                  <a:lnTo>
                    <a:pt x="120670" y="131004"/>
                  </a:lnTo>
                  <a:lnTo>
                    <a:pt x="120746" y="130723"/>
                  </a:lnTo>
                  <a:lnTo>
                    <a:pt x="120906" y="130130"/>
                  </a:lnTo>
                  <a:lnTo>
                    <a:pt x="123039" y="129904"/>
                  </a:lnTo>
                  <a:lnTo>
                    <a:pt x="123186" y="129889"/>
                  </a:lnTo>
                  <a:lnTo>
                    <a:pt x="128837" y="129290"/>
                  </a:lnTo>
                  <a:lnTo>
                    <a:pt x="128849" y="125755"/>
                  </a:lnTo>
                  <a:lnTo>
                    <a:pt x="128862" y="121629"/>
                  </a:lnTo>
                  <a:lnTo>
                    <a:pt x="128872" y="118407"/>
                  </a:lnTo>
                  <a:lnTo>
                    <a:pt x="133032" y="118461"/>
                  </a:lnTo>
                  <a:lnTo>
                    <a:pt x="135821" y="118498"/>
                  </a:lnTo>
                  <a:lnTo>
                    <a:pt x="142080" y="121581"/>
                  </a:lnTo>
                  <a:lnTo>
                    <a:pt x="146980" y="122037"/>
                  </a:lnTo>
                  <a:lnTo>
                    <a:pt x="154870" y="121817"/>
                  </a:lnTo>
                  <a:lnTo>
                    <a:pt x="149418" y="113646"/>
                  </a:lnTo>
                  <a:lnTo>
                    <a:pt x="148139" y="108083"/>
                  </a:lnTo>
                  <a:lnTo>
                    <a:pt x="149654" y="98703"/>
                  </a:lnTo>
                  <a:lnTo>
                    <a:pt x="146697" y="77043"/>
                  </a:lnTo>
                  <a:lnTo>
                    <a:pt x="138916" y="70137"/>
                  </a:lnTo>
                  <a:lnTo>
                    <a:pt x="134906" y="63033"/>
                  </a:lnTo>
                  <a:lnTo>
                    <a:pt x="131342" y="57660"/>
                  </a:lnTo>
                  <a:lnTo>
                    <a:pt x="123039" y="54385"/>
                  </a:lnTo>
                  <a:lnTo>
                    <a:pt x="114948" y="51194"/>
                  </a:lnTo>
                  <a:lnTo>
                    <a:pt x="111473" y="47551"/>
                  </a:lnTo>
                  <a:lnTo>
                    <a:pt x="112453" y="43999"/>
                  </a:lnTo>
                  <a:lnTo>
                    <a:pt x="115482" y="40356"/>
                  </a:lnTo>
                  <a:lnTo>
                    <a:pt x="117799" y="36986"/>
                  </a:lnTo>
                  <a:lnTo>
                    <a:pt x="119046" y="33890"/>
                  </a:lnTo>
                  <a:lnTo>
                    <a:pt x="119403" y="31158"/>
                  </a:lnTo>
                  <a:lnTo>
                    <a:pt x="119581" y="28334"/>
                  </a:lnTo>
                  <a:lnTo>
                    <a:pt x="119759" y="25602"/>
                  </a:lnTo>
                  <a:lnTo>
                    <a:pt x="119848" y="23416"/>
                  </a:lnTo>
                  <a:lnTo>
                    <a:pt x="119767" y="20575"/>
                  </a:lnTo>
                  <a:lnTo>
                    <a:pt x="119760" y="20324"/>
                  </a:lnTo>
                  <a:lnTo>
                    <a:pt x="122782" y="20355"/>
                  </a:lnTo>
                  <a:lnTo>
                    <a:pt x="140304" y="4908"/>
                  </a:lnTo>
                  <a:lnTo>
                    <a:pt x="146479" y="0"/>
                  </a:lnTo>
                  <a:lnTo>
                    <a:pt x="154554" y="34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2800771" y="3861942"/>
              <a:ext cx="177753" cy="140720"/>
            </a:xfrm>
            <a:custGeom>
              <a:avLst/>
              <a:pathLst>
                <a:path w="177753" h="140720">
                  <a:moveTo>
                    <a:pt x="113626" y="53382"/>
                  </a:moveTo>
                  <a:lnTo>
                    <a:pt x="114590" y="53934"/>
                  </a:lnTo>
                  <a:lnTo>
                    <a:pt x="116872" y="50465"/>
                  </a:lnTo>
                  <a:lnTo>
                    <a:pt x="119079" y="47109"/>
                  </a:lnTo>
                  <a:lnTo>
                    <a:pt x="119177" y="46961"/>
                  </a:lnTo>
                  <a:lnTo>
                    <a:pt x="120566" y="44850"/>
                  </a:lnTo>
                  <a:lnTo>
                    <a:pt x="121134" y="43985"/>
                  </a:lnTo>
                  <a:lnTo>
                    <a:pt x="121458" y="43852"/>
                  </a:lnTo>
                  <a:lnTo>
                    <a:pt x="121970" y="43643"/>
                  </a:lnTo>
                  <a:lnTo>
                    <a:pt x="122270" y="43438"/>
                  </a:lnTo>
                  <a:lnTo>
                    <a:pt x="123192" y="42178"/>
                  </a:lnTo>
                  <a:lnTo>
                    <a:pt x="123557" y="41679"/>
                  </a:lnTo>
                  <a:lnTo>
                    <a:pt x="123930" y="40821"/>
                  </a:lnTo>
                  <a:lnTo>
                    <a:pt x="124542" y="39414"/>
                  </a:lnTo>
                  <a:lnTo>
                    <a:pt x="125395" y="37452"/>
                  </a:lnTo>
                  <a:lnTo>
                    <a:pt x="125561" y="37069"/>
                  </a:lnTo>
                  <a:lnTo>
                    <a:pt x="128126" y="37427"/>
                  </a:lnTo>
                  <a:lnTo>
                    <a:pt x="129355" y="29779"/>
                  </a:lnTo>
                  <a:lnTo>
                    <a:pt x="129561" y="28493"/>
                  </a:lnTo>
                  <a:lnTo>
                    <a:pt x="130021" y="28575"/>
                  </a:lnTo>
                  <a:lnTo>
                    <a:pt x="138219" y="30040"/>
                  </a:lnTo>
                  <a:lnTo>
                    <a:pt x="144751" y="33369"/>
                  </a:lnTo>
                  <a:lnTo>
                    <a:pt x="145598" y="33797"/>
                  </a:lnTo>
                  <a:lnTo>
                    <a:pt x="146823" y="34139"/>
                  </a:lnTo>
                  <a:lnTo>
                    <a:pt x="148132" y="34423"/>
                  </a:lnTo>
                  <a:lnTo>
                    <a:pt x="149089" y="34133"/>
                  </a:lnTo>
                  <a:lnTo>
                    <a:pt x="149914" y="33883"/>
                  </a:lnTo>
                  <a:lnTo>
                    <a:pt x="150500" y="33036"/>
                  </a:lnTo>
                  <a:lnTo>
                    <a:pt x="151246" y="31721"/>
                  </a:lnTo>
                  <a:lnTo>
                    <a:pt x="152242" y="29964"/>
                  </a:lnTo>
                  <a:lnTo>
                    <a:pt x="155151" y="30140"/>
                  </a:lnTo>
                  <a:lnTo>
                    <a:pt x="155784" y="30178"/>
                  </a:lnTo>
                  <a:lnTo>
                    <a:pt x="156206" y="30232"/>
                  </a:lnTo>
                  <a:lnTo>
                    <a:pt x="157869" y="30443"/>
                  </a:lnTo>
                  <a:lnTo>
                    <a:pt x="158291" y="30496"/>
                  </a:lnTo>
                  <a:lnTo>
                    <a:pt x="158963" y="30581"/>
                  </a:lnTo>
                  <a:lnTo>
                    <a:pt x="161117" y="30519"/>
                  </a:lnTo>
                  <a:lnTo>
                    <a:pt x="161409" y="30511"/>
                  </a:lnTo>
                  <a:lnTo>
                    <a:pt x="161942" y="30496"/>
                  </a:lnTo>
                  <a:lnTo>
                    <a:pt x="166787" y="31207"/>
                  </a:lnTo>
                  <a:lnTo>
                    <a:pt x="168154" y="31470"/>
                  </a:lnTo>
                  <a:lnTo>
                    <a:pt x="169224" y="31677"/>
                  </a:lnTo>
                  <a:lnTo>
                    <a:pt x="169730" y="31774"/>
                  </a:lnTo>
                  <a:lnTo>
                    <a:pt x="169912" y="31809"/>
                  </a:lnTo>
                  <a:lnTo>
                    <a:pt x="169730" y="32654"/>
                  </a:lnTo>
                  <a:lnTo>
                    <a:pt x="168048" y="40489"/>
                  </a:lnTo>
                  <a:lnTo>
                    <a:pt x="167368" y="43654"/>
                  </a:lnTo>
                  <a:lnTo>
                    <a:pt x="167333" y="43819"/>
                  </a:lnTo>
                  <a:lnTo>
                    <a:pt x="167870" y="43842"/>
                  </a:lnTo>
                  <a:lnTo>
                    <a:pt x="167757" y="44143"/>
                  </a:lnTo>
                  <a:lnTo>
                    <a:pt x="166835" y="46586"/>
                  </a:lnTo>
                  <a:lnTo>
                    <a:pt x="166423" y="47679"/>
                  </a:lnTo>
                  <a:lnTo>
                    <a:pt x="166153" y="48394"/>
                  </a:lnTo>
                  <a:lnTo>
                    <a:pt x="166357" y="48473"/>
                  </a:lnTo>
                  <a:lnTo>
                    <a:pt x="167395" y="48873"/>
                  </a:lnTo>
                  <a:lnTo>
                    <a:pt x="168139" y="49547"/>
                  </a:lnTo>
                  <a:lnTo>
                    <a:pt x="170402" y="51616"/>
                  </a:lnTo>
                  <a:lnTo>
                    <a:pt x="170520" y="51759"/>
                  </a:lnTo>
                  <a:lnTo>
                    <a:pt x="170666" y="51838"/>
                  </a:lnTo>
                  <a:lnTo>
                    <a:pt x="171289" y="52175"/>
                  </a:lnTo>
                  <a:lnTo>
                    <a:pt x="171801" y="52451"/>
                  </a:lnTo>
                  <a:lnTo>
                    <a:pt x="177598" y="55553"/>
                  </a:lnTo>
                  <a:lnTo>
                    <a:pt x="177753" y="55732"/>
                  </a:lnTo>
                  <a:lnTo>
                    <a:pt x="177554" y="56024"/>
                  </a:lnTo>
                  <a:lnTo>
                    <a:pt x="177378" y="56285"/>
                  </a:lnTo>
                  <a:lnTo>
                    <a:pt x="172834" y="62989"/>
                  </a:lnTo>
                  <a:lnTo>
                    <a:pt x="172351" y="63701"/>
                  </a:lnTo>
                  <a:lnTo>
                    <a:pt x="172224" y="64106"/>
                  </a:lnTo>
                  <a:lnTo>
                    <a:pt x="173667" y="65318"/>
                  </a:lnTo>
                  <a:lnTo>
                    <a:pt x="170078" y="67156"/>
                  </a:lnTo>
                  <a:lnTo>
                    <a:pt x="164688" y="69918"/>
                  </a:lnTo>
                  <a:lnTo>
                    <a:pt x="164210" y="70174"/>
                  </a:lnTo>
                  <a:lnTo>
                    <a:pt x="162806" y="70927"/>
                  </a:lnTo>
                  <a:lnTo>
                    <a:pt x="161005" y="71893"/>
                  </a:lnTo>
                  <a:lnTo>
                    <a:pt x="160770" y="72019"/>
                  </a:lnTo>
                  <a:lnTo>
                    <a:pt x="160572" y="72109"/>
                  </a:lnTo>
                  <a:lnTo>
                    <a:pt x="156967" y="73754"/>
                  </a:lnTo>
                  <a:lnTo>
                    <a:pt x="155836" y="74256"/>
                  </a:lnTo>
                  <a:lnTo>
                    <a:pt x="148964" y="76637"/>
                  </a:lnTo>
                  <a:lnTo>
                    <a:pt x="148423" y="76833"/>
                  </a:lnTo>
                  <a:lnTo>
                    <a:pt x="147540" y="77153"/>
                  </a:lnTo>
                  <a:lnTo>
                    <a:pt x="141658" y="79285"/>
                  </a:lnTo>
                  <a:lnTo>
                    <a:pt x="141052" y="79505"/>
                  </a:lnTo>
                  <a:lnTo>
                    <a:pt x="140763" y="79610"/>
                  </a:lnTo>
                  <a:lnTo>
                    <a:pt x="140082" y="79528"/>
                  </a:lnTo>
                  <a:lnTo>
                    <a:pt x="139863" y="79107"/>
                  </a:lnTo>
                  <a:lnTo>
                    <a:pt x="134104" y="81872"/>
                  </a:lnTo>
                  <a:lnTo>
                    <a:pt x="132472" y="82134"/>
                  </a:lnTo>
                  <a:lnTo>
                    <a:pt x="133756" y="84622"/>
                  </a:lnTo>
                  <a:lnTo>
                    <a:pt x="134196" y="84447"/>
                  </a:lnTo>
                  <a:lnTo>
                    <a:pt x="141052" y="81714"/>
                  </a:lnTo>
                  <a:lnTo>
                    <a:pt x="141480" y="81544"/>
                  </a:lnTo>
                  <a:lnTo>
                    <a:pt x="143017" y="81988"/>
                  </a:lnTo>
                  <a:lnTo>
                    <a:pt x="144871" y="82050"/>
                  </a:lnTo>
                  <a:lnTo>
                    <a:pt x="157351" y="82466"/>
                  </a:lnTo>
                  <a:lnTo>
                    <a:pt x="157948" y="82486"/>
                  </a:lnTo>
                  <a:lnTo>
                    <a:pt x="159893" y="83832"/>
                  </a:lnTo>
                  <a:lnTo>
                    <a:pt x="159916" y="84118"/>
                  </a:lnTo>
                  <a:lnTo>
                    <a:pt x="160239" y="88041"/>
                  </a:lnTo>
                  <a:lnTo>
                    <a:pt x="160259" y="88286"/>
                  </a:lnTo>
                  <a:lnTo>
                    <a:pt x="160412" y="90146"/>
                  </a:lnTo>
                  <a:lnTo>
                    <a:pt x="157057" y="89915"/>
                  </a:lnTo>
                  <a:lnTo>
                    <a:pt x="151580" y="89540"/>
                  </a:lnTo>
                  <a:lnTo>
                    <a:pt x="147125" y="96769"/>
                  </a:lnTo>
                  <a:lnTo>
                    <a:pt x="146702" y="96950"/>
                  </a:lnTo>
                  <a:lnTo>
                    <a:pt x="141072" y="99353"/>
                  </a:lnTo>
                  <a:lnTo>
                    <a:pt x="140201" y="99725"/>
                  </a:lnTo>
                  <a:lnTo>
                    <a:pt x="138951" y="100352"/>
                  </a:lnTo>
                  <a:lnTo>
                    <a:pt x="138792" y="100587"/>
                  </a:lnTo>
                  <a:lnTo>
                    <a:pt x="138190" y="101475"/>
                  </a:lnTo>
                  <a:lnTo>
                    <a:pt x="136420" y="103610"/>
                  </a:lnTo>
                  <a:lnTo>
                    <a:pt x="130589" y="109918"/>
                  </a:lnTo>
                  <a:lnTo>
                    <a:pt x="129286" y="111328"/>
                  </a:lnTo>
                  <a:lnTo>
                    <a:pt x="129016" y="111620"/>
                  </a:lnTo>
                  <a:lnTo>
                    <a:pt x="128574" y="111424"/>
                  </a:lnTo>
                  <a:lnTo>
                    <a:pt x="125570" y="108737"/>
                  </a:lnTo>
                  <a:lnTo>
                    <a:pt x="125642" y="106973"/>
                  </a:lnTo>
                  <a:lnTo>
                    <a:pt x="125419" y="107156"/>
                  </a:lnTo>
                  <a:lnTo>
                    <a:pt x="124550" y="109319"/>
                  </a:lnTo>
                  <a:lnTo>
                    <a:pt x="121855" y="112597"/>
                  </a:lnTo>
                  <a:lnTo>
                    <a:pt x="120006" y="111026"/>
                  </a:lnTo>
                  <a:lnTo>
                    <a:pt x="117600" y="111937"/>
                  </a:lnTo>
                  <a:lnTo>
                    <a:pt x="116798" y="112241"/>
                  </a:lnTo>
                  <a:lnTo>
                    <a:pt x="116663" y="111967"/>
                  </a:lnTo>
                  <a:lnTo>
                    <a:pt x="116387" y="111144"/>
                  </a:lnTo>
                  <a:lnTo>
                    <a:pt x="116191" y="111422"/>
                  </a:lnTo>
                  <a:lnTo>
                    <a:pt x="115999" y="111694"/>
                  </a:lnTo>
                  <a:lnTo>
                    <a:pt x="114876" y="113285"/>
                  </a:lnTo>
                  <a:lnTo>
                    <a:pt x="111683" y="117809"/>
                  </a:lnTo>
                  <a:lnTo>
                    <a:pt x="111284" y="118375"/>
                  </a:lnTo>
                  <a:lnTo>
                    <a:pt x="102756" y="130458"/>
                  </a:lnTo>
                  <a:lnTo>
                    <a:pt x="102663" y="130590"/>
                  </a:lnTo>
                  <a:lnTo>
                    <a:pt x="102427" y="130925"/>
                  </a:lnTo>
                  <a:lnTo>
                    <a:pt x="102288" y="131122"/>
                  </a:lnTo>
                  <a:lnTo>
                    <a:pt x="96325" y="139571"/>
                  </a:lnTo>
                  <a:lnTo>
                    <a:pt x="95660" y="140513"/>
                  </a:lnTo>
                  <a:lnTo>
                    <a:pt x="95514" y="140720"/>
                  </a:lnTo>
                  <a:lnTo>
                    <a:pt x="87713" y="135375"/>
                  </a:lnTo>
                  <a:lnTo>
                    <a:pt x="87055" y="134907"/>
                  </a:lnTo>
                  <a:lnTo>
                    <a:pt x="86772" y="134730"/>
                  </a:lnTo>
                  <a:lnTo>
                    <a:pt x="81919" y="131405"/>
                  </a:lnTo>
                  <a:lnTo>
                    <a:pt x="81218" y="130925"/>
                  </a:lnTo>
                  <a:lnTo>
                    <a:pt x="75519" y="127020"/>
                  </a:lnTo>
                  <a:lnTo>
                    <a:pt x="74240" y="126143"/>
                  </a:lnTo>
                  <a:lnTo>
                    <a:pt x="69821" y="123116"/>
                  </a:lnTo>
                  <a:lnTo>
                    <a:pt x="69527" y="122914"/>
                  </a:lnTo>
                  <a:lnTo>
                    <a:pt x="67641" y="121622"/>
                  </a:lnTo>
                  <a:lnTo>
                    <a:pt x="65280" y="120004"/>
                  </a:lnTo>
                  <a:lnTo>
                    <a:pt x="63592" y="118847"/>
                  </a:lnTo>
                  <a:lnTo>
                    <a:pt x="61751" y="117586"/>
                  </a:lnTo>
                  <a:lnTo>
                    <a:pt x="57650" y="114776"/>
                  </a:lnTo>
                  <a:lnTo>
                    <a:pt x="54597" y="112685"/>
                  </a:lnTo>
                  <a:lnTo>
                    <a:pt x="36241" y="100107"/>
                  </a:lnTo>
                  <a:lnTo>
                    <a:pt x="35934" y="99897"/>
                  </a:lnTo>
                  <a:lnTo>
                    <a:pt x="25139" y="92500"/>
                  </a:lnTo>
                  <a:lnTo>
                    <a:pt x="21275" y="89853"/>
                  </a:lnTo>
                  <a:lnTo>
                    <a:pt x="19027" y="88312"/>
                  </a:lnTo>
                  <a:lnTo>
                    <a:pt x="13724" y="84679"/>
                  </a:lnTo>
                  <a:lnTo>
                    <a:pt x="8854" y="81342"/>
                  </a:lnTo>
                  <a:lnTo>
                    <a:pt x="8427" y="81049"/>
                  </a:lnTo>
                  <a:lnTo>
                    <a:pt x="4158" y="78124"/>
                  </a:lnTo>
                  <a:lnTo>
                    <a:pt x="3542" y="77703"/>
                  </a:lnTo>
                  <a:lnTo>
                    <a:pt x="3180" y="77454"/>
                  </a:lnTo>
                  <a:lnTo>
                    <a:pt x="2290" y="77058"/>
                  </a:lnTo>
                  <a:lnTo>
                    <a:pt x="1498" y="76705"/>
                  </a:lnTo>
                  <a:lnTo>
                    <a:pt x="1288" y="76612"/>
                  </a:lnTo>
                  <a:lnTo>
                    <a:pt x="0" y="76038"/>
                  </a:lnTo>
                  <a:lnTo>
                    <a:pt x="1899" y="73186"/>
                  </a:lnTo>
                  <a:lnTo>
                    <a:pt x="2614" y="72113"/>
                  </a:lnTo>
                  <a:lnTo>
                    <a:pt x="3171" y="71276"/>
                  </a:lnTo>
                  <a:lnTo>
                    <a:pt x="3985" y="70054"/>
                  </a:lnTo>
                  <a:lnTo>
                    <a:pt x="4653" y="69051"/>
                  </a:lnTo>
                  <a:lnTo>
                    <a:pt x="5031" y="68484"/>
                  </a:lnTo>
                  <a:lnTo>
                    <a:pt x="5226" y="68191"/>
                  </a:lnTo>
                  <a:lnTo>
                    <a:pt x="5395" y="67937"/>
                  </a:lnTo>
                  <a:lnTo>
                    <a:pt x="6398" y="66432"/>
                  </a:lnTo>
                  <a:lnTo>
                    <a:pt x="6974" y="65566"/>
                  </a:lnTo>
                  <a:lnTo>
                    <a:pt x="7216" y="65203"/>
                  </a:lnTo>
                  <a:lnTo>
                    <a:pt x="7500" y="64777"/>
                  </a:lnTo>
                  <a:lnTo>
                    <a:pt x="7819" y="64299"/>
                  </a:lnTo>
                  <a:lnTo>
                    <a:pt x="8521" y="63245"/>
                  </a:lnTo>
                  <a:lnTo>
                    <a:pt x="9329" y="62030"/>
                  </a:lnTo>
                  <a:lnTo>
                    <a:pt x="9415" y="61902"/>
                  </a:lnTo>
                  <a:lnTo>
                    <a:pt x="9968" y="61072"/>
                  </a:lnTo>
                  <a:lnTo>
                    <a:pt x="10438" y="60365"/>
                  </a:lnTo>
                  <a:lnTo>
                    <a:pt x="11147" y="59301"/>
                  </a:lnTo>
                  <a:lnTo>
                    <a:pt x="12059" y="57932"/>
                  </a:lnTo>
                  <a:lnTo>
                    <a:pt x="13139" y="56311"/>
                  </a:lnTo>
                  <a:lnTo>
                    <a:pt x="13227" y="56178"/>
                  </a:lnTo>
                  <a:lnTo>
                    <a:pt x="14681" y="53995"/>
                  </a:lnTo>
                  <a:lnTo>
                    <a:pt x="15694" y="52474"/>
                  </a:lnTo>
                  <a:lnTo>
                    <a:pt x="16281" y="51593"/>
                  </a:lnTo>
                  <a:lnTo>
                    <a:pt x="29418" y="31869"/>
                  </a:lnTo>
                  <a:lnTo>
                    <a:pt x="32268" y="27647"/>
                  </a:lnTo>
                  <a:lnTo>
                    <a:pt x="33478" y="25854"/>
                  </a:lnTo>
                  <a:lnTo>
                    <a:pt x="36454" y="21445"/>
                  </a:lnTo>
                  <a:lnTo>
                    <a:pt x="36802" y="20929"/>
                  </a:lnTo>
                  <a:lnTo>
                    <a:pt x="38273" y="18750"/>
                  </a:lnTo>
                  <a:lnTo>
                    <a:pt x="38457" y="18478"/>
                  </a:lnTo>
                  <a:lnTo>
                    <a:pt x="40762" y="15064"/>
                  </a:lnTo>
                  <a:lnTo>
                    <a:pt x="41480" y="13999"/>
                  </a:lnTo>
                  <a:lnTo>
                    <a:pt x="41613" y="13802"/>
                  </a:lnTo>
                  <a:lnTo>
                    <a:pt x="42277" y="12819"/>
                  </a:lnTo>
                  <a:lnTo>
                    <a:pt x="42746" y="12124"/>
                  </a:lnTo>
                  <a:lnTo>
                    <a:pt x="42894" y="11904"/>
                  </a:lnTo>
                  <a:lnTo>
                    <a:pt x="43771" y="10606"/>
                  </a:lnTo>
                  <a:lnTo>
                    <a:pt x="44120" y="10088"/>
                  </a:lnTo>
                  <a:lnTo>
                    <a:pt x="44808" y="9069"/>
                  </a:lnTo>
                  <a:lnTo>
                    <a:pt x="45011" y="8768"/>
                  </a:lnTo>
                  <a:lnTo>
                    <a:pt x="45623" y="7861"/>
                  </a:lnTo>
                  <a:lnTo>
                    <a:pt x="46037" y="7288"/>
                  </a:lnTo>
                  <a:lnTo>
                    <a:pt x="46131" y="7156"/>
                  </a:lnTo>
                  <a:lnTo>
                    <a:pt x="47338" y="5482"/>
                  </a:lnTo>
                  <a:lnTo>
                    <a:pt x="47474" y="5294"/>
                  </a:lnTo>
                  <a:lnTo>
                    <a:pt x="48038" y="4512"/>
                  </a:lnTo>
                  <a:lnTo>
                    <a:pt x="48758" y="3512"/>
                  </a:lnTo>
                  <a:lnTo>
                    <a:pt x="50030" y="1747"/>
                  </a:lnTo>
                  <a:lnTo>
                    <a:pt x="50489" y="1111"/>
                  </a:lnTo>
                  <a:lnTo>
                    <a:pt x="51290" y="0"/>
                  </a:lnTo>
                  <a:lnTo>
                    <a:pt x="51987" y="438"/>
                  </a:lnTo>
                  <a:lnTo>
                    <a:pt x="54065" y="1746"/>
                  </a:lnTo>
                  <a:lnTo>
                    <a:pt x="59201" y="4977"/>
                  </a:lnTo>
                  <a:lnTo>
                    <a:pt x="59459" y="5236"/>
                  </a:lnTo>
                  <a:lnTo>
                    <a:pt x="56861" y="8749"/>
                  </a:lnTo>
                  <a:lnTo>
                    <a:pt x="56169" y="9842"/>
                  </a:lnTo>
                  <a:lnTo>
                    <a:pt x="61569" y="13557"/>
                  </a:lnTo>
                  <a:lnTo>
                    <a:pt x="63392" y="14812"/>
                  </a:lnTo>
                  <a:lnTo>
                    <a:pt x="63670" y="15003"/>
                  </a:lnTo>
                  <a:lnTo>
                    <a:pt x="70268" y="19542"/>
                  </a:lnTo>
                  <a:lnTo>
                    <a:pt x="69720" y="20424"/>
                  </a:lnTo>
                  <a:lnTo>
                    <a:pt x="69240" y="21139"/>
                  </a:lnTo>
                  <a:lnTo>
                    <a:pt x="70380" y="21919"/>
                  </a:lnTo>
                  <a:lnTo>
                    <a:pt x="80185" y="28630"/>
                  </a:lnTo>
                  <a:lnTo>
                    <a:pt x="80464" y="28821"/>
                  </a:lnTo>
                  <a:lnTo>
                    <a:pt x="80679" y="28987"/>
                  </a:lnTo>
                  <a:lnTo>
                    <a:pt x="81817" y="29864"/>
                  </a:lnTo>
                  <a:lnTo>
                    <a:pt x="86367" y="33374"/>
                  </a:lnTo>
                  <a:lnTo>
                    <a:pt x="86811" y="34221"/>
                  </a:lnTo>
                  <a:lnTo>
                    <a:pt x="86896" y="34382"/>
                  </a:lnTo>
                  <a:lnTo>
                    <a:pt x="87059" y="34692"/>
                  </a:lnTo>
                  <a:lnTo>
                    <a:pt x="87446" y="35430"/>
                  </a:lnTo>
                  <a:lnTo>
                    <a:pt x="87592" y="35708"/>
                  </a:lnTo>
                  <a:lnTo>
                    <a:pt x="87844" y="35998"/>
                  </a:lnTo>
                  <a:lnTo>
                    <a:pt x="91128" y="38639"/>
                  </a:lnTo>
                  <a:lnTo>
                    <a:pt x="93561" y="40234"/>
                  </a:lnTo>
                  <a:lnTo>
                    <a:pt x="100465" y="44758"/>
                  </a:lnTo>
                  <a:lnTo>
                    <a:pt x="106897" y="48973"/>
                  </a:lnTo>
                  <a:lnTo>
                    <a:pt x="107259" y="49210"/>
                  </a:lnTo>
                  <a:lnTo>
                    <a:pt x="108744" y="50183"/>
                  </a:lnTo>
                  <a:lnTo>
                    <a:pt x="111347" y="518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2933244" y="3893752"/>
              <a:ext cx="139820" cy="85407"/>
            </a:xfrm>
            <a:custGeom>
              <a:avLst/>
              <a:pathLst>
                <a:path w="139820" h="85407">
                  <a:moveTo>
                    <a:pt x="39530" y="499"/>
                  </a:moveTo>
                  <a:lnTo>
                    <a:pt x="45741" y="2348"/>
                  </a:lnTo>
                  <a:lnTo>
                    <a:pt x="46280" y="1035"/>
                  </a:lnTo>
                  <a:lnTo>
                    <a:pt x="54170" y="3508"/>
                  </a:lnTo>
                  <a:lnTo>
                    <a:pt x="74924" y="14140"/>
                  </a:lnTo>
                  <a:lnTo>
                    <a:pt x="75731" y="14553"/>
                  </a:lnTo>
                  <a:lnTo>
                    <a:pt x="77442" y="15589"/>
                  </a:lnTo>
                  <a:lnTo>
                    <a:pt x="77860" y="15842"/>
                  </a:lnTo>
                  <a:lnTo>
                    <a:pt x="78190" y="16242"/>
                  </a:lnTo>
                  <a:lnTo>
                    <a:pt x="78961" y="17177"/>
                  </a:lnTo>
                  <a:lnTo>
                    <a:pt x="82506" y="21479"/>
                  </a:lnTo>
                  <a:lnTo>
                    <a:pt x="82901" y="22107"/>
                  </a:lnTo>
                  <a:lnTo>
                    <a:pt x="82983" y="22273"/>
                  </a:lnTo>
                  <a:lnTo>
                    <a:pt x="83250" y="22815"/>
                  </a:lnTo>
                  <a:lnTo>
                    <a:pt x="83516" y="23534"/>
                  </a:lnTo>
                  <a:lnTo>
                    <a:pt x="83707" y="24277"/>
                  </a:lnTo>
                  <a:lnTo>
                    <a:pt x="83822" y="25038"/>
                  </a:lnTo>
                  <a:lnTo>
                    <a:pt x="83859" y="25804"/>
                  </a:lnTo>
                  <a:lnTo>
                    <a:pt x="83818" y="26572"/>
                  </a:lnTo>
                  <a:lnTo>
                    <a:pt x="83699" y="27332"/>
                  </a:lnTo>
                  <a:lnTo>
                    <a:pt x="83488" y="28122"/>
                  </a:lnTo>
                  <a:lnTo>
                    <a:pt x="83779" y="27918"/>
                  </a:lnTo>
                  <a:lnTo>
                    <a:pt x="87734" y="25148"/>
                  </a:lnTo>
                  <a:lnTo>
                    <a:pt x="89828" y="20753"/>
                  </a:lnTo>
                  <a:lnTo>
                    <a:pt x="90694" y="18826"/>
                  </a:lnTo>
                  <a:lnTo>
                    <a:pt x="94450" y="19127"/>
                  </a:lnTo>
                  <a:lnTo>
                    <a:pt x="101411" y="19696"/>
                  </a:lnTo>
                  <a:lnTo>
                    <a:pt x="105030" y="19127"/>
                  </a:lnTo>
                  <a:lnTo>
                    <a:pt x="111891" y="19027"/>
                  </a:lnTo>
                  <a:lnTo>
                    <a:pt x="111617" y="22719"/>
                  </a:lnTo>
                  <a:lnTo>
                    <a:pt x="112766" y="22542"/>
                  </a:lnTo>
                  <a:lnTo>
                    <a:pt x="114385" y="25987"/>
                  </a:lnTo>
                  <a:lnTo>
                    <a:pt x="115468" y="28460"/>
                  </a:lnTo>
                  <a:lnTo>
                    <a:pt x="116021" y="30640"/>
                  </a:lnTo>
                  <a:lnTo>
                    <a:pt x="117380" y="30253"/>
                  </a:lnTo>
                  <a:lnTo>
                    <a:pt x="119607" y="32712"/>
                  </a:lnTo>
                  <a:lnTo>
                    <a:pt x="119536" y="33825"/>
                  </a:lnTo>
                  <a:lnTo>
                    <a:pt x="119003" y="34998"/>
                  </a:lnTo>
                  <a:lnTo>
                    <a:pt x="121946" y="37288"/>
                  </a:lnTo>
                  <a:lnTo>
                    <a:pt x="121766" y="40831"/>
                  </a:lnTo>
                  <a:lnTo>
                    <a:pt x="126314" y="41741"/>
                  </a:lnTo>
                  <a:lnTo>
                    <a:pt x="127620" y="43192"/>
                  </a:lnTo>
                  <a:lnTo>
                    <a:pt x="129321" y="45083"/>
                  </a:lnTo>
                  <a:lnTo>
                    <a:pt x="131660" y="47684"/>
                  </a:lnTo>
                  <a:lnTo>
                    <a:pt x="131954" y="48435"/>
                  </a:lnTo>
                  <a:lnTo>
                    <a:pt x="133275" y="51809"/>
                  </a:lnTo>
                  <a:lnTo>
                    <a:pt x="132166" y="52679"/>
                  </a:lnTo>
                  <a:lnTo>
                    <a:pt x="134631" y="57567"/>
                  </a:lnTo>
                  <a:lnTo>
                    <a:pt x="135243" y="58779"/>
                  </a:lnTo>
                  <a:lnTo>
                    <a:pt x="135511" y="59310"/>
                  </a:lnTo>
                  <a:lnTo>
                    <a:pt x="133928" y="60471"/>
                  </a:lnTo>
                  <a:lnTo>
                    <a:pt x="134105" y="60829"/>
                  </a:lnTo>
                  <a:lnTo>
                    <a:pt x="134818" y="62279"/>
                  </a:lnTo>
                  <a:lnTo>
                    <a:pt x="136941" y="66596"/>
                  </a:lnTo>
                  <a:lnTo>
                    <a:pt x="137686" y="68160"/>
                  </a:lnTo>
                  <a:lnTo>
                    <a:pt x="139820" y="72645"/>
                  </a:lnTo>
                  <a:lnTo>
                    <a:pt x="132637" y="75429"/>
                  </a:lnTo>
                  <a:lnTo>
                    <a:pt x="129333" y="75554"/>
                  </a:lnTo>
                  <a:lnTo>
                    <a:pt x="129013" y="75566"/>
                  </a:lnTo>
                  <a:lnTo>
                    <a:pt x="129049" y="77329"/>
                  </a:lnTo>
                  <a:lnTo>
                    <a:pt x="129203" y="77561"/>
                  </a:lnTo>
                  <a:lnTo>
                    <a:pt x="129410" y="77874"/>
                  </a:lnTo>
                  <a:lnTo>
                    <a:pt x="129887" y="78681"/>
                  </a:lnTo>
                  <a:lnTo>
                    <a:pt x="130218" y="79240"/>
                  </a:lnTo>
                  <a:lnTo>
                    <a:pt x="130454" y="79468"/>
                  </a:lnTo>
                  <a:lnTo>
                    <a:pt x="130208" y="79819"/>
                  </a:lnTo>
                  <a:lnTo>
                    <a:pt x="129647" y="80620"/>
                  </a:lnTo>
                  <a:lnTo>
                    <a:pt x="130134" y="82655"/>
                  </a:lnTo>
                  <a:lnTo>
                    <a:pt x="130250" y="85407"/>
                  </a:lnTo>
                  <a:lnTo>
                    <a:pt x="129721" y="85157"/>
                  </a:lnTo>
                  <a:lnTo>
                    <a:pt x="128791" y="84719"/>
                  </a:lnTo>
                  <a:lnTo>
                    <a:pt x="128513" y="84587"/>
                  </a:lnTo>
                  <a:lnTo>
                    <a:pt x="127560" y="83298"/>
                  </a:lnTo>
                  <a:lnTo>
                    <a:pt x="127029" y="83148"/>
                  </a:lnTo>
                  <a:lnTo>
                    <a:pt x="119901" y="81145"/>
                  </a:lnTo>
                  <a:lnTo>
                    <a:pt x="115780" y="80667"/>
                  </a:lnTo>
                  <a:lnTo>
                    <a:pt x="115060" y="80737"/>
                  </a:lnTo>
                  <a:lnTo>
                    <a:pt x="114622" y="80780"/>
                  </a:lnTo>
                  <a:lnTo>
                    <a:pt x="111860" y="82647"/>
                  </a:lnTo>
                  <a:lnTo>
                    <a:pt x="110724" y="83285"/>
                  </a:lnTo>
                  <a:lnTo>
                    <a:pt x="109499" y="83399"/>
                  </a:lnTo>
                  <a:lnTo>
                    <a:pt x="109055" y="83240"/>
                  </a:lnTo>
                  <a:lnTo>
                    <a:pt x="107784" y="82784"/>
                  </a:lnTo>
                  <a:lnTo>
                    <a:pt x="107596" y="82865"/>
                  </a:lnTo>
                  <a:lnTo>
                    <a:pt x="96993" y="77222"/>
                  </a:lnTo>
                  <a:lnTo>
                    <a:pt x="96961" y="78486"/>
                  </a:lnTo>
                  <a:lnTo>
                    <a:pt x="96642" y="78362"/>
                  </a:lnTo>
                  <a:lnTo>
                    <a:pt x="96024" y="78123"/>
                  </a:lnTo>
                  <a:lnTo>
                    <a:pt x="96014" y="78474"/>
                  </a:lnTo>
                  <a:lnTo>
                    <a:pt x="95865" y="83819"/>
                  </a:lnTo>
                  <a:lnTo>
                    <a:pt x="95217" y="83671"/>
                  </a:lnTo>
                  <a:lnTo>
                    <a:pt x="91413" y="82802"/>
                  </a:lnTo>
                  <a:lnTo>
                    <a:pt x="85917" y="80411"/>
                  </a:lnTo>
                  <a:lnTo>
                    <a:pt x="85634" y="80288"/>
                  </a:lnTo>
                  <a:lnTo>
                    <a:pt x="85634" y="79317"/>
                  </a:lnTo>
                  <a:lnTo>
                    <a:pt x="81288" y="78210"/>
                  </a:lnTo>
                  <a:lnTo>
                    <a:pt x="73766" y="76295"/>
                  </a:lnTo>
                  <a:lnTo>
                    <a:pt x="72669" y="76548"/>
                  </a:lnTo>
                  <a:lnTo>
                    <a:pt x="69071" y="77288"/>
                  </a:lnTo>
                  <a:lnTo>
                    <a:pt x="66121" y="77648"/>
                  </a:lnTo>
                  <a:lnTo>
                    <a:pt x="65201" y="77761"/>
                  </a:lnTo>
                  <a:lnTo>
                    <a:pt x="63867" y="76861"/>
                  </a:lnTo>
                  <a:lnTo>
                    <a:pt x="63097" y="76341"/>
                  </a:lnTo>
                  <a:lnTo>
                    <a:pt x="61373" y="75178"/>
                  </a:lnTo>
                  <a:lnTo>
                    <a:pt x="58519" y="73253"/>
                  </a:lnTo>
                  <a:lnTo>
                    <a:pt x="57473" y="72382"/>
                  </a:lnTo>
                  <a:lnTo>
                    <a:pt x="56754" y="71783"/>
                  </a:lnTo>
                  <a:lnTo>
                    <a:pt x="55622" y="70841"/>
                  </a:lnTo>
                  <a:lnTo>
                    <a:pt x="54501" y="69908"/>
                  </a:lnTo>
                  <a:lnTo>
                    <a:pt x="50856" y="67342"/>
                  </a:lnTo>
                  <a:lnTo>
                    <a:pt x="49402" y="66318"/>
                  </a:lnTo>
                  <a:lnTo>
                    <a:pt x="48942" y="66040"/>
                  </a:lnTo>
                  <a:lnTo>
                    <a:pt x="44842" y="63553"/>
                  </a:lnTo>
                  <a:lnTo>
                    <a:pt x="44431" y="63287"/>
                  </a:lnTo>
                  <a:lnTo>
                    <a:pt x="44249" y="63169"/>
                  </a:lnTo>
                  <a:lnTo>
                    <a:pt x="42835" y="62252"/>
                  </a:lnTo>
                  <a:lnTo>
                    <a:pt x="39525" y="60105"/>
                  </a:lnTo>
                  <a:lnTo>
                    <a:pt x="38248" y="59277"/>
                  </a:lnTo>
                  <a:lnTo>
                    <a:pt x="37469" y="58772"/>
                  </a:lnTo>
                  <a:lnTo>
                    <a:pt x="37280" y="58647"/>
                  </a:lnTo>
                  <a:lnTo>
                    <a:pt x="31330" y="54697"/>
                  </a:lnTo>
                  <a:lnTo>
                    <a:pt x="31067" y="54523"/>
                  </a:lnTo>
                  <a:lnTo>
                    <a:pt x="30163" y="53922"/>
                  </a:lnTo>
                  <a:lnTo>
                    <a:pt x="27420" y="52023"/>
                  </a:lnTo>
                  <a:lnTo>
                    <a:pt x="25475" y="50676"/>
                  </a:lnTo>
                  <a:lnTo>
                    <a:pt x="24878" y="50657"/>
                  </a:lnTo>
                  <a:lnTo>
                    <a:pt x="12398" y="50240"/>
                  </a:lnTo>
                  <a:lnTo>
                    <a:pt x="10544" y="50178"/>
                  </a:lnTo>
                  <a:lnTo>
                    <a:pt x="9007" y="49734"/>
                  </a:lnTo>
                  <a:lnTo>
                    <a:pt x="8579" y="49905"/>
                  </a:lnTo>
                  <a:lnTo>
                    <a:pt x="1723" y="52637"/>
                  </a:lnTo>
                  <a:lnTo>
                    <a:pt x="1283" y="52813"/>
                  </a:lnTo>
                  <a:lnTo>
                    <a:pt x="0" y="50324"/>
                  </a:lnTo>
                  <a:lnTo>
                    <a:pt x="1632" y="50062"/>
                  </a:lnTo>
                  <a:lnTo>
                    <a:pt x="7390" y="47298"/>
                  </a:lnTo>
                  <a:lnTo>
                    <a:pt x="7609" y="47718"/>
                  </a:lnTo>
                  <a:lnTo>
                    <a:pt x="8291" y="47800"/>
                  </a:lnTo>
                  <a:lnTo>
                    <a:pt x="8579" y="47696"/>
                  </a:lnTo>
                  <a:lnTo>
                    <a:pt x="9185" y="47476"/>
                  </a:lnTo>
                  <a:lnTo>
                    <a:pt x="15067" y="45344"/>
                  </a:lnTo>
                  <a:lnTo>
                    <a:pt x="15950" y="45024"/>
                  </a:lnTo>
                  <a:lnTo>
                    <a:pt x="16492" y="44828"/>
                  </a:lnTo>
                  <a:lnTo>
                    <a:pt x="23490" y="42402"/>
                  </a:lnTo>
                  <a:lnTo>
                    <a:pt x="24494" y="41945"/>
                  </a:lnTo>
                  <a:lnTo>
                    <a:pt x="28099" y="40300"/>
                  </a:lnTo>
                  <a:lnTo>
                    <a:pt x="28297" y="40209"/>
                  </a:lnTo>
                  <a:lnTo>
                    <a:pt x="28532" y="40084"/>
                  </a:lnTo>
                  <a:lnTo>
                    <a:pt x="30333" y="39118"/>
                  </a:lnTo>
                  <a:lnTo>
                    <a:pt x="31738" y="38365"/>
                  </a:lnTo>
                  <a:lnTo>
                    <a:pt x="32279" y="38075"/>
                  </a:lnTo>
                  <a:lnTo>
                    <a:pt x="37606" y="35346"/>
                  </a:lnTo>
                  <a:lnTo>
                    <a:pt x="41194" y="33508"/>
                  </a:lnTo>
                  <a:lnTo>
                    <a:pt x="39657" y="32218"/>
                  </a:lnTo>
                  <a:lnTo>
                    <a:pt x="39878" y="31891"/>
                  </a:lnTo>
                  <a:lnTo>
                    <a:pt x="40361" y="31180"/>
                  </a:lnTo>
                  <a:lnTo>
                    <a:pt x="44949" y="24410"/>
                  </a:lnTo>
                  <a:lnTo>
                    <a:pt x="45082" y="24215"/>
                  </a:lnTo>
                  <a:lnTo>
                    <a:pt x="45326" y="23854"/>
                  </a:lnTo>
                  <a:lnTo>
                    <a:pt x="45067" y="23713"/>
                  </a:lnTo>
                  <a:lnTo>
                    <a:pt x="39328" y="20642"/>
                  </a:lnTo>
                  <a:lnTo>
                    <a:pt x="38816" y="20365"/>
                  </a:lnTo>
                  <a:lnTo>
                    <a:pt x="38193" y="20028"/>
                  </a:lnTo>
                  <a:lnTo>
                    <a:pt x="38047" y="19949"/>
                  </a:lnTo>
                  <a:lnTo>
                    <a:pt x="37874" y="19739"/>
                  </a:lnTo>
                  <a:lnTo>
                    <a:pt x="35667" y="17738"/>
                  </a:lnTo>
                  <a:lnTo>
                    <a:pt x="34922" y="17063"/>
                  </a:lnTo>
                  <a:lnTo>
                    <a:pt x="33884" y="16664"/>
                  </a:lnTo>
                  <a:lnTo>
                    <a:pt x="33717" y="16488"/>
                  </a:lnTo>
                  <a:lnTo>
                    <a:pt x="33950" y="15870"/>
                  </a:lnTo>
                  <a:lnTo>
                    <a:pt x="34362" y="14777"/>
                  </a:lnTo>
                  <a:lnTo>
                    <a:pt x="35284" y="12334"/>
                  </a:lnTo>
                  <a:lnTo>
                    <a:pt x="35397" y="12033"/>
                  </a:lnTo>
                  <a:lnTo>
                    <a:pt x="34860" y="12009"/>
                  </a:lnTo>
                  <a:lnTo>
                    <a:pt x="34896" y="11845"/>
                  </a:lnTo>
                  <a:lnTo>
                    <a:pt x="35575" y="8680"/>
                  </a:lnTo>
                  <a:lnTo>
                    <a:pt x="37257" y="845"/>
                  </a:lnTo>
                  <a:lnTo>
                    <a:pt x="37439" y="0"/>
                  </a:lnTo>
                  <a:lnTo>
                    <a:pt x="38602" y="2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2973868" y="3847890"/>
              <a:ext cx="101983" cy="89054"/>
            </a:xfrm>
            <a:custGeom>
              <a:avLst/>
              <a:pathLst>
                <a:path w="101983" h="89054">
                  <a:moveTo>
                    <a:pt x="40939" y="1561"/>
                  </a:moveTo>
                  <a:lnTo>
                    <a:pt x="44995" y="3870"/>
                  </a:lnTo>
                  <a:lnTo>
                    <a:pt x="50498" y="2791"/>
                  </a:lnTo>
                  <a:lnTo>
                    <a:pt x="52909" y="2687"/>
                  </a:lnTo>
                  <a:lnTo>
                    <a:pt x="56181" y="6195"/>
                  </a:lnTo>
                  <a:lnTo>
                    <a:pt x="54885" y="8105"/>
                  </a:lnTo>
                  <a:lnTo>
                    <a:pt x="58895" y="14480"/>
                  </a:lnTo>
                  <a:lnTo>
                    <a:pt x="60376" y="12316"/>
                  </a:lnTo>
                  <a:lnTo>
                    <a:pt x="61680" y="12790"/>
                  </a:lnTo>
                  <a:lnTo>
                    <a:pt x="66135" y="16419"/>
                  </a:lnTo>
                  <a:lnTo>
                    <a:pt x="67406" y="20008"/>
                  </a:lnTo>
                  <a:lnTo>
                    <a:pt x="68780" y="23889"/>
                  </a:lnTo>
                  <a:lnTo>
                    <a:pt x="68058" y="27971"/>
                  </a:lnTo>
                  <a:lnTo>
                    <a:pt x="58850" y="39200"/>
                  </a:lnTo>
                  <a:lnTo>
                    <a:pt x="62681" y="43390"/>
                  </a:lnTo>
                  <a:lnTo>
                    <a:pt x="65711" y="46031"/>
                  </a:lnTo>
                  <a:lnTo>
                    <a:pt x="66732" y="40356"/>
                  </a:lnTo>
                  <a:lnTo>
                    <a:pt x="69058" y="39471"/>
                  </a:lnTo>
                  <a:lnTo>
                    <a:pt x="73235" y="39685"/>
                  </a:lnTo>
                  <a:lnTo>
                    <a:pt x="77481" y="39685"/>
                  </a:lnTo>
                  <a:lnTo>
                    <a:pt x="79848" y="35273"/>
                  </a:lnTo>
                  <a:lnTo>
                    <a:pt x="86182" y="35772"/>
                  </a:lnTo>
                  <a:lnTo>
                    <a:pt x="89036" y="37977"/>
                  </a:lnTo>
                  <a:lnTo>
                    <a:pt x="92099" y="38618"/>
                  </a:lnTo>
                  <a:lnTo>
                    <a:pt x="97250" y="39116"/>
                  </a:lnTo>
                  <a:lnTo>
                    <a:pt x="101148" y="41677"/>
                  </a:lnTo>
                  <a:lnTo>
                    <a:pt x="101584" y="41894"/>
                  </a:lnTo>
                  <a:lnTo>
                    <a:pt x="101983" y="49361"/>
                  </a:lnTo>
                  <a:lnTo>
                    <a:pt x="99659" y="56448"/>
                  </a:lnTo>
                  <a:lnTo>
                    <a:pt x="96507" y="56339"/>
                  </a:lnTo>
                  <a:lnTo>
                    <a:pt x="94047" y="60851"/>
                  </a:lnTo>
                  <a:lnTo>
                    <a:pt x="89426" y="59294"/>
                  </a:lnTo>
                  <a:lnTo>
                    <a:pt x="84136" y="58725"/>
                  </a:lnTo>
                  <a:lnTo>
                    <a:pt x="83105" y="58099"/>
                  </a:lnTo>
                  <a:lnTo>
                    <a:pt x="83045" y="60525"/>
                  </a:lnTo>
                  <a:lnTo>
                    <a:pt x="84114" y="62984"/>
                  </a:lnTo>
                  <a:lnTo>
                    <a:pt x="85785" y="64760"/>
                  </a:lnTo>
                  <a:lnTo>
                    <a:pt x="87322" y="67902"/>
                  </a:lnTo>
                  <a:lnTo>
                    <a:pt x="88257" y="68995"/>
                  </a:lnTo>
                  <a:lnTo>
                    <a:pt x="88992" y="69814"/>
                  </a:lnTo>
                  <a:lnTo>
                    <a:pt x="91264" y="70361"/>
                  </a:lnTo>
                  <a:lnTo>
                    <a:pt x="91131" y="74322"/>
                  </a:lnTo>
                  <a:lnTo>
                    <a:pt x="91131" y="75142"/>
                  </a:lnTo>
                  <a:lnTo>
                    <a:pt x="95140" y="73844"/>
                  </a:lnTo>
                  <a:lnTo>
                    <a:pt x="98548" y="82860"/>
                  </a:lnTo>
                  <a:lnTo>
                    <a:pt x="91799" y="84910"/>
                  </a:lnTo>
                  <a:lnTo>
                    <a:pt x="90329" y="86617"/>
                  </a:lnTo>
                  <a:lnTo>
                    <a:pt x="86996" y="89054"/>
                  </a:lnTo>
                  <a:lnTo>
                    <a:pt x="85691" y="87603"/>
                  </a:lnTo>
                  <a:lnTo>
                    <a:pt x="81041" y="86673"/>
                  </a:lnTo>
                  <a:lnTo>
                    <a:pt x="81323" y="83150"/>
                  </a:lnTo>
                  <a:lnTo>
                    <a:pt x="78379" y="80860"/>
                  </a:lnTo>
                  <a:lnTo>
                    <a:pt x="78912" y="79687"/>
                  </a:lnTo>
                  <a:lnTo>
                    <a:pt x="78984" y="78573"/>
                  </a:lnTo>
                  <a:lnTo>
                    <a:pt x="76756" y="76114"/>
                  </a:lnTo>
                  <a:lnTo>
                    <a:pt x="75398" y="76501"/>
                  </a:lnTo>
                  <a:lnTo>
                    <a:pt x="74814" y="74254"/>
                  </a:lnTo>
                  <a:lnTo>
                    <a:pt x="73762" y="71849"/>
                  </a:lnTo>
                  <a:lnTo>
                    <a:pt x="72143" y="68403"/>
                  </a:lnTo>
                  <a:lnTo>
                    <a:pt x="70993" y="68581"/>
                  </a:lnTo>
                  <a:lnTo>
                    <a:pt x="71267" y="64888"/>
                  </a:lnTo>
                  <a:lnTo>
                    <a:pt x="64407" y="64989"/>
                  </a:lnTo>
                  <a:lnTo>
                    <a:pt x="60787" y="65558"/>
                  </a:lnTo>
                  <a:lnTo>
                    <a:pt x="53826" y="64989"/>
                  </a:lnTo>
                  <a:lnTo>
                    <a:pt x="50070" y="64688"/>
                  </a:lnTo>
                  <a:lnTo>
                    <a:pt x="49204" y="66615"/>
                  </a:lnTo>
                  <a:lnTo>
                    <a:pt x="47110" y="71010"/>
                  </a:lnTo>
                  <a:lnTo>
                    <a:pt x="43156" y="73780"/>
                  </a:lnTo>
                  <a:lnTo>
                    <a:pt x="42880" y="73934"/>
                  </a:lnTo>
                  <a:lnTo>
                    <a:pt x="43076" y="73192"/>
                  </a:lnTo>
                  <a:lnTo>
                    <a:pt x="43195" y="72433"/>
                  </a:lnTo>
                  <a:lnTo>
                    <a:pt x="43236" y="71665"/>
                  </a:lnTo>
                  <a:lnTo>
                    <a:pt x="43199" y="70897"/>
                  </a:lnTo>
                  <a:lnTo>
                    <a:pt x="43084" y="70138"/>
                  </a:lnTo>
                  <a:lnTo>
                    <a:pt x="42892" y="69394"/>
                  </a:lnTo>
                  <a:lnTo>
                    <a:pt x="42626" y="68675"/>
                  </a:lnTo>
                  <a:lnTo>
                    <a:pt x="42359" y="68135"/>
                  </a:lnTo>
                  <a:lnTo>
                    <a:pt x="42277" y="67969"/>
                  </a:lnTo>
                  <a:lnTo>
                    <a:pt x="41882" y="67341"/>
                  </a:lnTo>
                  <a:lnTo>
                    <a:pt x="38337" y="63039"/>
                  </a:lnTo>
                  <a:lnTo>
                    <a:pt x="37566" y="62104"/>
                  </a:lnTo>
                  <a:lnTo>
                    <a:pt x="37236" y="61703"/>
                  </a:lnTo>
                  <a:lnTo>
                    <a:pt x="36819" y="61451"/>
                  </a:lnTo>
                  <a:lnTo>
                    <a:pt x="35108" y="60415"/>
                  </a:lnTo>
                  <a:lnTo>
                    <a:pt x="34301" y="60001"/>
                  </a:lnTo>
                  <a:lnTo>
                    <a:pt x="13546" y="49370"/>
                  </a:lnTo>
                  <a:lnTo>
                    <a:pt x="5656" y="46897"/>
                  </a:lnTo>
                  <a:lnTo>
                    <a:pt x="4463" y="37677"/>
                  </a:lnTo>
                  <a:lnTo>
                    <a:pt x="1079" y="34253"/>
                  </a:lnTo>
                  <a:lnTo>
                    <a:pt x="0" y="33160"/>
                  </a:lnTo>
                  <a:lnTo>
                    <a:pt x="7869" y="25414"/>
                  </a:lnTo>
                  <a:lnTo>
                    <a:pt x="8798" y="24499"/>
                  </a:lnTo>
                  <a:lnTo>
                    <a:pt x="11213" y="22334"/>
                  </a:lnTo>
                  <a:lnTo>
                    <a:pt x="12591" y="21099"/>
                  </a:lnTo>
                  <a:lnTo>
                    <a:pt x="16221" y="18116"/>
                  </a:lnTo>
                  <a:lnTo>
                    <a:pt x="17152" y="17351"/>
                  </a:lnTo>
                  <a:lnTo>
                    <a:pt x="18204" y="16487"/>
                  </a:lnTo>
                  <a:lnTo>
                    <a:pt x="21352" y="13900"/>
                  </a:lnTo>
                  <a:lnTo>
                    <a:pt x="21967" y="13395"/>
                  </a:lnTo>
                  <a:lnTo>
                    <a:pt x="21728" y="6566"/>
                  </a:lnTo>
                  <a:lnTo>
                    <a:pt x="21740" y="5236"/>
                  </a:lnTo>
                  <a:lnTo>
                    <a:pt x="29560" y="5541"/>
                  </a:lnTo>
                  <a:lnTo>
                    <a:pt x="30561" y="5646"/>
                  </a:lnTo>
                  <a:lnTo>
                    <a:pt x="33011" y="0"/>
                  </a:lnTo>
                  <a:lnTo>
                    <a:pt x="34178" y="2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2917569" y="3830151"/>
              <a:ext cx="374042" cy="253117"/>
            </a:xfrm>
            <a:custGeom>
              <a:avLst/>
              <a:pathLst>
                <a:path w="374042" h="253117">
                  <a:moveTo>
                    <a:pt x="351107" y="87684"/>
                  </a:moveTo>
                  <a:lnTo>
                    <a:pt x="345537" y="92428"/>
                  </a:lnTo>
                  <a:lnTo>
                    <a:pt x="337969" y="95647"/>
                  </a:lnTo>
                  <a:lnTo>
                    <a:pt x="328970" y="91575"/>
                  </a:lnTo>
                  <a:lnTo>
                    <a:pt x="320199" y="90152"/>
                  </a:lnTo>
                  <a:lnTo>
                    <a:pt x="309619" y="93140"/>
                  </a:lnTo>
                  <a:lnTo>
                    <a:pt x="296115" y="96413"/>
                  </a:lnTo>
                  <a:lnTo>
                    <a:pt x="284560" y="100540"/>
                  </a:lnTo>
                  <a:lnTo>
                    <a:pt x="278852" y="107655"/>
                  </a:lnTo>
                  <a:lnTo>
                    <a:pt x="272169" y="113347"/>
                  </a:lnTo>
                  <a:lnTo>
                    <a:pt x="263120" y="119323"/>
                  </a:lnTo>
                  <a:lnTo>
                    <a:pt x="257134" y="126438"/>
                  </a:lnTo>
                  <a:lnTo>
                    <a:pt x="258665" y="133269"/>
                  </a:lnTo>
                  <a:lnTo>
                    <a:pt x="261850" y="139763"/>
                  </a:lnTo>
                  <a:lnTo>
                    <a:pt x="256620" y="145887"/>
                  </a:lnTo>
                  <a:lnTo>
                    <a:pt x="248769" y="152717"/>
                  </a:lnTo>
                  <a:lnTo>
                    <a:pt x="248434" y="160060"/>
                  </a:lnTo>
                  <a:lnTo>
                    <a:pt x="254783" y="165012"/>
                  </a:lnTo>
                  <a:lnTo>
                    <a:pt x="258625" y="170989"/>
                  </a:lnTo>
                  <a:lnTo>
                    <a:pt x="265412" y="179148"/>
                  </a:lnTo>
                  <a:lnTo>
                    <a:pt x="269985" y="173038"/>
                  </a:lnTo>
                  <a:lnTo>
                    <a:pt x="271823" y="163475"/>
                  </a:lnTo>
                  <a:lnTo>
                    <a:pt x="273995" y="155449"/>
                  </a:lnTo>
                  <a:lnTo>
                    <a:pt x="277810" y="146333"/>
                  </a:lnTo>
                  <a:lnTo>
                    <a:pt x="279758" y="147168"/>
                  </a:lnTo>
                  <a:lnTo>
                    <a:pt x="286942" y="144350"/>
                  </a:lnTo>
                  <a:lnTo>
                    <a:pt x="293792" y="145289"/>
                  </a:lnTo>
                  <a:lnTo>
                    <a:pt x="302319" y="151158"/>
                  </a:lnTo>
                  <a:lnTo>
                    <a:pt x="306828" y="149873"/>
                  </a:lnTo>
                  <a:lnTo>
                    <a:pt x="307156" y="147253"/>
                  </a:lnTo>
                  <a:lnTo>
                    <a:pt x="315092" y="148192"/>
                  </a:lnTo>
                  <a:lnTo>
                    <a:pt x="315546" y="142424"/>
                  </a:lnTo>
                  <a:lnTo>
                    <a:pt x="318767" y="142984"/>
                  </a:lnTo>
                  <a:lnTo>
                    <a:pt x="319435" y="138544"/>
                  </a:lnTo>
                  <a:lnTo>
                    <a:pt x="333754" y="141136"/>
                  </a:lnTo>
                  <a:lnTo>
                    <a:pt x="334020" y="142589"/>
                  </a:lnTo>
                  <a:lnTo>
                    <a:pt x="332210" y="160234"/>
                  </a:lnTo>
                  <a:lnTo>
                    <a:pt x="327059" y="178875"/>
                  </a:lnTo>
                  <a:lnTo>
                    <a:pt x="321574" y="188780"/>
                  </a:lnTo>
                  <a:lnTo>
                    <a:pt x="321773" y="193258"/>
                  </a:lnTo>
                  <a:lnTo>
                    <a:pt x="321853" y="195041"/>
                  </a:lnTo>
                  <a:lnTo>
                    <a:pt x="321296" y="203977"/>
                  </a:lnTo>
                  <a:lnTo>
                    <a:pt x="320557" y="205044"/>
                  </a:lnTo>
                  <a:lnTo>
                    <a:pt x="317788" y="209043"/>
                  </a:lnTo>
                  <a:lnTo>
                    <a:pt x="317788" y="209783"/>
                  </a:lnTo>
                  <a:lnTo>
                    <a:pt x="317769" y="210730"/>
                  </a:lnTo>
                  <a:lnTo>
                    <a:pt x="316202" y="212547"/>
                  </a:lnTo>
                  <a:lnTo>
                    <a:pt x="315998" y="212800"/>
                  </a:lnTo>
                  <a:lnTo>
                    <a:pt x="315197" y="213793"/>
                  </a:lnTo>
                  <a:lnTo>
                    <a:pt x="314446" y="214724"/>
                  </a:lnTo>
                  <a:lnTo>
                    <a:pt x="314208" y="215020"/>
                  </a:lnTo>
                  <a:lnTo>
                    <a:pt x="312677" y="216918"/>
                  </a:lnTo>
                  <a:lnTo>
                    <a:pt x="311007" y="219308"/>
                  </a:lnTo>
                  <a:lnTo>
                    <a:pt x="310300" y="220354"/>
                  </a:lnTo>
                  <a:lnTo>
                    <a:pt x="307871" y="224415"/>
                  </a:lnTo>
                  <a:lnTo>
                    <a:pt x="307527" y="224990"/>
                  </a:lnTo>
                  <a:lnTo>
                    <a:pt x="307026" y="225828"/>
                  </a:lnTo>
                  <a:lnTo>
                    <a:pt x="303826" y="226916"/>
                  </a:lnTo>
                  <a:lnTo>
                    <a:pt x="302057" y="227518"/>
                  </a:lnTo>
                  <a:lnTo>
                    <a:pt x="296943" y="239616"/>
                  </a:lnTo>
                  <a:lnTo>
                    <a:pt x="296678" y="240255"/>
                  </a:lnTo>
                  <a:lnTo>
                    <a:pt x="297205" y="240385"/>
                  </a:lnTo>
                  <a:lnTo>
                    <a:pt x="301165" y="241841"/>
                  </a:lnTo>
                  <a:lnTo>
                    <a:pt x="302316" y="242210"/>
                  </a:lnTo>
                  <a:lnTo>
                    <a:pt x="308283" y="244006"/>
                  </a:lnTo>
                  <a:lnTo>
                    <a:pt x="306608" y="247030"/>
                  </a:lnTo>
                  <a:lnTo>
                    <a:pt x="303828" y="248706"/>
                  </a:lnTo>
                  <a:lnTo>
                    <a:pt x="298232" y="250017"/>
                  </a:lnTo>
                  <a:lnTo>
                    <a:pt x="295738" y="250309"/>
                  </a:lnTo>
                  <a:lnTo>
                    <a:pt x="293668" y="249361"/>
                  </a:lnTo>
                  <a:lnTo>
                    <a:pt x="291827" y="249104"/>
                  </a:lnTo>
                  <a:lnTo>
                    <a:pt x="291210" y="249134"/>
                  </a:lnTo>
                  <a:lnTo>
                    <a:pt x="290375" y="249433"/>
                  </a:lnTo>
                  <a:lnTo>
                    <a:pt x="289275" y="250101"/>
                  </a:lnTo>
                  <a:lnTo>
                    <a:pt x="286838" y="251411"/>
                  </a:lnTo>
                  <a:lnTo>
                    <a:pt x="286175" y="251767"/>
                  </a:lnTo>
                  <a:lnTo>
                    <a:pt x="285964" y="251850"/>
                  </a:lnTo>
                  <a:lnTo>
                    <a:pt x="282722" y="253117"/>
                  </a:lnTo>
                  <a:lnTo>
                    <a:pt x="282659" y="252709"/>
                  </a:lnTo>
                  <a:lnTo>
                    <a:pt x="282593" y="252290"/>
                  </a:lnTo>
                  <a:lnTo>
                    <a:pt x="282480" y="251560"/>
                  </a:lnTo>
                  <a:lnTo>
                    <a:pt x="282382" y="250932"/>
                  </a:lnTo>
                  <a:lnTo>
                    <a:pt x="281062" y="246902"/>
                  </a:lnTo>
                  <a:lnTo>
                    <a:pt x="281041" y="246681"/>
                  </a:lnTo>
                  <a:lnTo>
                    <a:pt x="280962" y="245826"/>
                  </a:lnTo>
                  <a:lnTo>
                    <a:pt x="281126" y="245183"/>
                  </a:lnTo>
                  <a:lnTo>
                    <a:pt x="281183" y="244947"/>
                  </a:lnTo>
                  <a:lnTo>
                    <a:pt x="280799" y="244692"/>
                  </a:lnTo>
                  <a:lnTo>
                    <a:pt x="280293" y="244411"/>
                  </a:lnTo>
                  <a:lnTo>
                    <a:pt x="278112" y="243196"/>
                  </a:lnTo>
                  <a:lnTo>
                    <a:pt x="275932" y="241981"/>
                  </a:lnTo>
                  <a:lnTo>
                    <a:pt x="274649" y="241267"/>
                  </a:lnTo>
                  <a:lnTo>
                    <a:pt x="275816" y="239116"/>
                  </a:lnTo>
                  <a:lnTo>
                    <a:pt x="268004" y="234348"/>
                  </a:lnTo>
                  <a:lnTo>
                    <a:pt x="269130" y="230884"/>
                  </a:lnTo>
                  <a:lnTo>
                    <a:pt x="268219" y="230800"/>
                  </a:lnTo>
                  <a:lnTo>
                    <a:pt x="264142" y="230424"/>
                  </a:lnTo>
                  <a:lnTo>
                    <a:pt x="260304" y="228933"/>
                  </a:lnTo>
                  <a:lnTo>
                    <a:pt x="260099" y="228853"/>
                  </a:lnTo>
                  <a:lnTo>
                    <a:pt x="259900" y="228763"/>
                  </a:lnTo>
                  <a:lnTo>
                    <a:pt x="258540" y="234883"/>
                  </a:lnTo>
                  <a:lnTo>
                    <a:pt x="258337" y="235796"/>
                  </a:lnTo>
                  <a:lnTo>
                    <a:pt x="247251" y="232302"/>
                  </a:lnTo>
                  <a:lnTo>
                    <a:pt x="240690" y="231399"/>
                  </a:lnTo>
                  <a:lnTo>
                    <a:pt x="240302" y="231345"/>
                  </a:lnTo>
                  <a:lnTo>
                    <a:pt x="233102" y="230356"/>
                  </a:lnTo>
                  <a:lnTo>
                    <a:pt x="227460" y="229010"/>
                  </a:lnTo>
                  <a:lnTo>
                    <a:pt x="226717" y="228126"/>
                  </a:lnTo>
                  <a:lnTo>
                    <a:pt x="221508" y="225921"/>
                  </a:lnTo>
                  <a:lnTo>
                    <a:pt x="220953" y="225686"/>
                  </a:lnTo>
                  <a:lnTo>
                    <a:pt x="219690" y="225151"/>
                  </a:lnTo>
                  <a:lnTo>
                    <a:pt x="218612" y="224695"/>
                  </a:lnTo>
                  <a:lnTo>
                    <a:pt x="216405" y="223761"/>
                  </a:lnTo>
                  <a:lnTo>
                    <a:pt x="213895" y="222698"/>
                  </a:lnTo>
                  <a:lnTo>
                    <a:pt x="213455" y="222512"/>
                  </a:lnTo>
                  <a:lnTo>
                    <a:pt x="213201" y="222404"/>
                  </a:lnTo>
                  <a:lnTo>
                    <a:pt x="212466" y="221386"/>
                  </a:lnTo>
                  <a:lnTo>
                    <a:pt x="210043" y="220418"/>
                  </a:lnTo>
                  <a:lnTo>
                    <a:pt x="206368" y="219223"/>
                  </a:lnTo>
                  <a:lnTo>
                    <a:pt x="202804" y="218142"/>
                  </a:lnTo>
                  <a:lnTo>
                    <a:pt x="201839" y="217997"/>
                  </a:lnTo>
                  <a:lnTo>
                    <a:pt x="199799" y="218252"/>
                  </a:lnTo>
                  <a:lnTo>
                    <a:pt x="198272" y="218058"/>
                  </a:lnTo>
                  <a:lnTo>
                    <a:pt x="196555" y="218261"/>
                  </a:lnTo>
                  <a:lnTo>
                    <a:pt x="194059" y="216934"/>
                  </a:lnTo>
                  <a:lnTo>
                    <a:pt x="193026" y="216385"/>
                  </a:lnTo>
                  <a:lnTo>
                    <a:pt x="192468" y="217223"/>
                  </a:lnTo>
                  <a:lnTo>
                    <a:pt x="191022" y="219390"/>
                  </a:lnTo>
                  <a:lnTo>
                    <a:pt x="188542" y="218828"/>
                  </a:lnTo>
                  <a:lnTo>
                    <a:pt x="185319" y="218445"/>
                  </a:lnTo>
                  <a:lnTo>
                    <a:pt x="185104" y="218449"/>
                  </a:lnTo>
                  <a:lnTo>
                    <a:pt x="182452" y="218488"/>
                  </a:lnTo>
                  <a:lnTo>
                    <a:pt x="179779" y="218303"/>
                  </a:lnTo>
                  <a:lnTo>
                    <a:pt x="177440" y="217962"/>
                  </a:lnTo>
                  <a:lnTo>
                    <a:pt x="172874" y="216944"/>
                  </a:lnTo>
                  <a:lnTo>
                    <a:pt x="172832" y="216379"/>
                  </a:lnTo>
                  <a:lnTo>
                    <a:pt x="172436" y="211120"/>
                  </a:lnTo>
                  <a:lnTo>
                    <a:pt x="168313" y="211950"/>
                  </a:lnTo>
                  <a:lnTo>
                    <a:pt x="167165" y="212180"/>
                  </a:lnTo>
                  <a:lnTo>
                    <a:pt x="160937" y="213433"/>
                  </a:lnTo>
                  <a:lnTo>
                    <a:pt x="159967" y="213652"/>
                  </a:lnTo>
                  <a:lnTo>
                    <a:pt x="159726" y="213870"/>
                  </a:lnTo>
                  <a:lnTo>
                    <a:pt x="159070" y="214464"/>
                  </a:lnTo>
                  <a:lnTo>
                    <a:pt x="157786" y="214895"/>
                  </a:lnTo>
                  <a:lnTo>
                    <a:pt x="156017" y="215273"/>
                  </a:lnTo>
                  <a:lnTo>
                    <a:pt x="153032" y="215910"/>
                  </a:lnTo>
                  <a:lnTo>
                    <a:pt x="151775" y="216178"/>
                  </a:lnTo>
                  <a:lnTo>
                    <a:pt x="150851" y="208055"/>
                  </a:lnTo>
                  <a:lnTo>
                    <a:pt x="152557" y="207501"/>
                  </a:lnTo>
                  <a:lnTo>
                    <a:pt x="152689" y="207458"/>
                  </a:lnTo>
                  <a:lnTo>
                    <a:pt x="152020" y="204640"/>
                  </a:lnTo>
                  <a:lnTo>
                    <a:pt x="151557" y="204159"/>
                  </a:lnTo>
                  <a:lnTo>
                    <a:pt x="150127" y="202676"/>
                  </a:lnTo>
                  <a:lnTo>
                    <a:pt x="146733" y="198971"/>
                  </a:lnTo>
                  <a:lnTo>
                    <a:pt x="143642" y="195291"/>
                  </a:lnTo>
                  <a:lnTo>
                    <a:pt x="143946" y="194053"/>
                  </a:lnTo>
                  <a:lnTo>
                    <a:pt x="141050" y="191093"/>
                  </a:lnTo>
                  <a:lnTo>
                    <a:pt x="142476" y="189068"/>
                  </a:lnTo>
                  <a:lnTo>
                    <a:pt x="142914" y="188446"/>
                  </a:lnTo>
                  <a:lnTo>
                    <a:pt x="142296" y="186397"/>
                  </a:lnTo>
                  <a:lnTo>
                    <a:pt x="141371" y="184789"/>
                  </a:lnTo>
                  <a:lnTo>
                    <a:pt x="141168" y="184414"/>
                  </a:lnTo>
                  <a:lnTo>
                    <a:pt x="141065" y="184223"/>
                  </a:lnTo>
                  <a:lnTo>
                    <a:pt x="140547" y="183263"/>
                  </a:lnTo>
                  <a:lnTo>
                    <a:pt x="143637" y="181632"/>
                  </a:lnTo>
                  <a:lnTo>
                    <a:pt x="144260" y="181303"/>
                  </a:lnTo>
                  <a:lnTo>
                    <a:pt x="144283" y="181030"/>
                  </a:lnTo>
                  <a:lnTo>
                    <a:pt x="140604" y="174560"/>
                  </a:lnTo>
                  <a:lnTo>
                    <a:pt x="134848" y="176036"/>
                  </a:lnTo>
                  <a:lnTo>
                    <a:pt x="131371" y="176928"/>
                  </a:lnTo>
                  <a:lnTo>
                    <a:pt x="129116" y="178208"/>
                  </a:lnTo>
                  <a:lnTo>
                    <a:pt x="128882" y="178553"/>
                  </a:lnTo>
                  <a:lnTo>
                    <a:pt x="125034" y="184223"/>
                  </a:lnTo>
                  <a:lnTo>
                    <a:pt x="124353" y="185227"/>
                  </a:lnTo>
                  <a:lnTo>
                    <a:pt x="124933" y="184395"/>
                  </a:lnTo>
                  <a:lnTo>
                    <a:pt x="122769" y="187595"/>
                  </a:lnTo>
                  <a:lnTo>
                    <a:pt x="116789" y="196263"/>
                  </a:lnTo>
                  <a:lnTo>
                    <a:pt x="115750" y="195534"/>
                  </a:lnTo>
                  <a:lnTo>
                    <a:pt x="113136" y="193699"/>
                  </a:lnTo>
                  <a:lnTo>
                    <a:pt x="111985" y="192892"/>
                  </a:lnTo>
                  <a:lnTo>
                    <a:pt x="111512" y="192560"/>
                  </a:lnTo>
                  <a:lnTo>
                    <a:pt x="110209" y="191645"/>
                  </a:lnTo>
                  <a:lnTo>
                    <a:pt x="109623" y="191234"/>
                  </a:lnTo>
                  <a:lnTo>
                    <a:pt x="106432" y="189162"/>
                  </a:lnTo>
                  <a:lnTo>
                    <a:pt x="104277" y="187762"/>
                  </a:lnTo>
                  <a:lnTo>
                    <a:pt x="103634" y="187473"/>
                  </a:lnTo>
                  <a:lnTo>
                    <a:pt x="102593" y="187006"/>
                  </a:lnTo>
                  <a:lnTo>
                    <a:pt x="102439" y="186937"/>
                  </a:lnTo>
                  <a:lnTo>
                    <a:pt x="101214" y="186628"/>
                  </a:lnTo>
                  <a:lnTo>
                    <a:pt x="100407" y="186425"/>
                  </a:lnTo>
                  <a:lnTo>
                    <a:pt x="96904" y="186135"/>
                  </a:lnTo>
                  <a:lnTo>
                    <a:pt x="94894" y="185969"/>
                  </a:lnTo>
                  <a:lnTo>
                    <a:pt x="81822" y="185198"/>
                  </a:lnTo>
                  <a:lnTo>
                    <a:pt x="80711" y="185132"/>
                  </a:lnTo>
                  <a:lnTo>
                    <a:pt x="79055" y="185035"/>
                  </a:lnTo>
                  <a:lnTo>
                    <a:pt x="78494" y="185002"/>
                  </a:lnTo>
                  <a:lnTo>
                    <a:pt x="77378" y="184883"/>
                  </a:lnTo>
                  <a:lnTo>
                    <a:pt x="76351" y="184773"/>
                  </a:lnTo>
                  <a:lnTo>
                    <a:pt x="73748" y="184495"/>
                  </a:lnTo>
                  <a:lnTo>
                    <a:pt x="73426" y="184461"/>
                  </a:lnTo>
                  <a:lnTo>
                    <a:pt x="72091" y="184173"/>
                  </a:lnTo>
                  <a:lnTo>
                    <a:pt x="71678" y="184085"/>
                  </a:lnTo>
                  <a:lnTo>
                    <a:pt x="71339" y="184012"/>
                  </a:lnTo>
                  <a:lnTo>
                    <a:pt x="70252" y="183778"/>
                  </a:lnTo>
                  <a:lnTo>
                    <a:pt x="68053" y="183066"/>
                  </a:lnTo>
                  <a:lnTo>
                    <a:pt x="67697" y="182870"/>
                  </a:lnTo>
                  <a:lnTo>
                    <a:pt x="65630" y="181729"/>
                  </a:lnTo>
                  <a:lnTo>
                    <a:pt x="59812" y="177825"/>
                  </a:lnTo>
                  <a:lnTo>
                    <a:pt x="59310" y="177488"/>
                  </a:lnTo>
                  <a:lnTo>
                    <a:pt x="59115" y="177380"/>
                  </a:lnTo>
                  <a:lnTo>
                    <a:pt x="58644" y="177118"/>
                  </a:lnTo>
                  <a:lnTo>
                    <a:pt x="57156" y="176292"/>
                  </a:lnTo>
                  <a:lnTo>
                    <a:pt x="53614" y="174325"/>
                  </a:lnTo>
                  <a:lnTo>
                    <a:pt x="52325" y="173789"/>
                  </a:lnTo>
                  <a:lnTo>
                    <a:pt x="52173" y="173330"/>
                  </a:lnTo>
                  <a:lnTo>
                    <a:pt x="52023" y="172875"/>
                  </a:lnTo>
                  <a:lnTo>
                    <a:pt x="51657" y="171763"/>
                  </a:lnTo>
                  <a:lnTo>
                    <a:pt x="51567" y="171602"/>
                  </a:lnTo>
                  <a:lnTo>
                    <a:pt x="51323" y="171166"/>
                  </a:lnTo>
                  <a:lnTo>
                    <a:pt x="51100" y="170767"/>
                  </a:lnTo>
                  <a:lnTo>
                    <a:pt x="50270" y="169549"/>
                  </a:lnTo>
                  <a:lnTo>
                    <a:pt x="43454" y="164608"/>
                  </a:lnTo>
                  <a:lnTo>
                    <a:pt x="42720" y="164337"/>
                  </a:lnTo>
                  <a:lnTo>
                    <a:pt x="41183" y="163768"/>
                  </a:lnTo>
                  <a:lnTo>
                    <a:pt x="40238" y="163530"/>
                  </a:lnTo>
                  <a:lnTo>
                    <a:pt x="31336" y="161284"/>
                  </a:lnTo>
                  <a:lnTo>
                    <a:pt x="23882" y="159404"/>
                  </a:lnTo>
                  <a:lnTo>
                    <a:pt x="21375" y="158771"/>
                  </a:lnTo>
                  <a:lnTo>
                    <a:pt x="20776" y="158620"/>
                  </a:lnTo>
                  <a:lnTo>
                    <a:pt x="20501" y="158551"/>
                  </a:lnTo>
                  <a:lnTo>
                    <a:pt x="18736" y="158105"/>
                  </a:lnTo>
                  <a:lnTo>
                    <a:pt x="5232" y="154690"/>
                  </a:lnTo>
                  <a:lnTo>
                    <a:pt x="399" y="144847"/>
                  </a:lnTo>
                  <a:lnTo>
                    <a:pt x="0" y="144033"/>
                  </a:lnTo>
                  <a:lnTo>
                    <a:pt x="802" y="143729"/>
                  </a:lnTo>
                  <a:lnTo>
                    <a:pt x="3208" y="142818"/>
                  </a:lnTo>
                  <a:lnTo>
                    <a:pt x="5057" y="144389"/>
                  </a:lnTo>
                  <a:lnTo>
                    <a:pt x="7752" y="141110"/>
                  </a:lnTo>
                  <a:lnTo>
                    <a:pt x="8621" y="138947"/>
                  </a:lnTo>
                  <a:lnTo>
                    <a:pt x="8844" y="138764"/>
                  </a:lnTo>
                  <a:lnTo>
                    <a:pt x="8772" y="140528"/>
                  </a:lnTo>
                  <a:lnTo>
                    <a:pt x="11776" y="143215"/>
                  </a:lnTo>
                  <a:lnTo>
                    <a:pt x="12218" y="143412"/>
                  </a:lnTo>
                  <a:lnTo>
                    <a:pt x="12488" y="143120"/>
                  </a:lnTo>
                  <a:lnTo>
                    <a:pt x="13791" y="141710"/>
                  </a:lnTo>
                  <a:lnTo>
                    <a:pt x="19622" y="135401"/>
                  </a:lnTo>
                  <a:lnTo>
                    <a:pt x="21392" y="133267"/>
                  </a:lnTo>
                  <a:lnTo>
                    <a:pt x="21994" y="132379"/>
                  </a:lnTo>
                  <a:lnTo>
                    <a:pt x="22153" y="132144"/>
                  </a:lnTo>
                  <a:lnTo>
                    <a:pt x="23403" y="131517"/>
                  </a:lnTo>
                  <a:lnTo>
                    <a:pt x="24358" y="131109"/>
                  </a:lnTo>
                  <a:lnTo>
                    <a:pt x="29904" y="128742"/>
                  </a:lnTo>
                  <a:lnTo>
                    <a:pt x="30397" y="128458"/>
                  </a:lnTo>
                  <a:lnTo>
                    <a:pt x="34784" y="121328"/>
                  </a:lnTo>
                  <a:lnTo>
                    <a:pt x="40259" y="121706"/>
                  </a:lnTo>
                  <a:lnTo>
                    <a:pt x="43614" y="121938"/>
                  </a:lnTo>
                  <a:lnTo>
                    <a:pt x="43461" y="120078"/>
                  </a:lnTo>
                  <a:lnTo>
                    <a:pt x="43441" y="119832"/>
                  </a:lnTo>
                  <a:lnTo>
                    <a:pt x="43118" y="115910"/>
                  </a:lnTo>
                  <a:lnTo>
                    <a:pt x="43095" y="115624"/>
                  </a:lnTo>
                  <a:lnTo>
                    <a:pt x="45837" y="117523"/>
                  </a:lnTo>
                  <a:lnTo>
                    <a:pt x="46742" y="118124"/>
                  </a:lnTo>
                  <a:lnTo>
                    <a:pt x="47005" y="118298"/>
                  </a:lnTo>
                  <a:lnTo>
                    <a:pt x="52955" y="122248"/>
                  </a:lnTo>
                  <a:lnTo>
                    <a:pt x="53144" y="122373"/>
                  </a:lnTo>
                  <a:lnTo>
                    <a:pt x="53923" y="122878"/>
                  </a:lnTo>
                  <a:lnTo>
                    <a:pt x="55200" y="123706"/>
                  </a:lnTo>
                  <a:lnTo>
                    <a:pt x="58510" y="125853"/>
                  </a:lnTo>
                  <a:lnTo>
                    <a:pt x="59924" y="126770"/>
                  </a:lnTo>
                  <a:lnTo>
                    <a:pt x="60105" y="126888"/>
                  </a:lnTo>
                  <a:lnTo>
                    <a:pt x="60517" y="127154"/>
                  </a:lnTo>
                  <a:lnTo>
                    <a:pt x="64617" y="129641"/>
                  </a:lnTo>
                  <a:lnTo>
                    <a:pt x="65076" y="129919"/>
                  </a:lnTo>
                  <a:lnTo>
                    <a:pt x="66644" y="131023"/>
                  </a:lnTo>
                  <a:lnTo>
                    <a:pt x="70176" y="133509"/>
                  </a:lnTo>
                  <a:lnTo>
                    <a:pt x="71297" y="134442"/>
                  </a:lnTo>
                  <a:lnTo>
                    <a:pt x="72429" y="135384"/>
                  </a:lnTo>
                  <a:lnTo>
                    <a:pt x="73148" y="135983"/>
                  </a:lnTo>
                  <a:lnTo>
                    <a:pt x="74193" y="136853"/>
                  </a:lnTo>
                  <a:lnTo>
                    <a:pt x="77048" y="138779"/>
                  </a:lnTo>
                  <a:lnTo>
                    <a:pt x="78772" y="139942"/>
                  </a:lnTo>
                  <a:lnTo>
                    <a:pt x="79553" y="140469"/>
                  </a:lnTo>
                  <a:lnTo>
                    <a:pt x="80876" y="141362"/>
                  </a:lnTo>
                  <a:lnTo>
                    <a:pt x="81796" y="141249"/>
                  </a:lnTo>
                  <a:lnTo>
                    <a:pt x="84734" y="140980"/>
                  </a:lnTo>
                  <a:lnTo>
                    <a:pt x="88344" y="140149"/>
                  </a:lnTo>
                  <a:lnTo>
                    <a:pt x="89440" y="139896"/>
                  </a:lnTo>
                  <a:lnTo>
                    <a:pt x="96962" y="141811"/>
                  </a:lnTo>
                  <a:lnTo>
                    <a:pt x="101308" y="142918"/>
                  </a:lnTo>
                  <a:lnTo>
                    <a:pt x="101308" y="143889"/>
                  </a:lnTo>
                  <a:lnTo>
                    <a:pt x="101592" y="144012"/>
                  </a:lnTo>
                  <a:lnTo>
                    <a:pt x="107088" y="146403"/>
                  </a:lnTo>
                  <a:lnTo>
                    <a:pt x="110892" y="147272"/>
                  </a:lnTo>
                  <a:lnTo>
                    <a:pt x="111540" y="147420"/>
                  </a:lnTo>
                  <a:lnTo>
                    <a:pt x="111689" y="142075"/>
                  </a:lnTo>
                  <a:lnTo>
                    <a:pt x="111699" y="141724"/>
                  </a:lnTo>
                  <a:lnTo>
                    <a:pt x="112317" y="141963"/>
                  </a:lnTo>
                  <a:lnTo>
                    <a:pt x="112635" y="142087"/>
                  </a:lnTo>
                  <a:lnTo>
                    <a:pt x="112752" y="140868"/>
                  </a:lnTo>
                  <a:lnTo>
                    <a:pt x="123235" y="146305"/>
                  </a:lnTo>
                  <a:lnTo>
                    <a:pt x="123458" y="146385"/>
                  </a:lnTo>
                  <a:lnTo>
                    <a:pt x="124730" y="146841"/>
                  </a:lnTo>
                  <a:lnTo>
                    <a:pt x="125174" y="147000"/>
                  </a:lnTo>
                  <a:lnTo>
                    <a:pt x="126399" y="146886"/>
                  </a:lnTo>
                  <a:lnTo>
                    <a:pt x="127535" y="146248"/>
                  </a:lnTo>
                  <a:lnTo>
                    <a:pt x="130297" y="144381"/>
                  </a:lnTo>
                  <a:lnTo>
                    <a:pt x="130735" y="144338"/>
                  </a:lnTo>
                  <a:lnTo>
                    <a:pt x="131455" y="144268"/>
                  </a:lnTo>
                  <a:lnTo>
                    <a:pt x="135576" y="144746"/>
                  </a:lnTo>
                  <a:lnTo>
                    <a:pt x="142704" y="146749"/>
                  </a:lnTo>
                  <a:lnTo>
                    <a:pt x="143235" y="146899"/>
                  </a:lnTo>
                  <a:lnTo>
                    <a:pt x="144187" y="148188"/>
                  </a:lnTo>
                  <a:lnTo>
                    <a:pt x="144466" y="148320"/>
                  </a:lnTo>
                  <a:lnTo>
                    <a:pt x="145396" y="148758"/>
                  </a:lnTo>
                  <a:lnTo>
                    <a:pt x="145932" y="149007"/>
                  </a:lnTo>
                  <a:lnTo>
                    <a:pt x="145809" y="146256"/>
                  </a:lnTo>
                  <a:lnTo>
                    <a:pt x="145322" y="144221"/>
                  </a:lnTo>
                  <a:lnTo>
                    <a:pt x="145883" y="143420"/>
                  </a:lnTo>
                  <a:lnTo>
                    <a:pt x="146129" y="143069"/>
                  </a:lnTo>
                  <a:lnTo>
                    <a:pt x="145893" y="142841"/>
                  </a:lnTo>
                  <a:lnTo>
                    <a:pt x="145562" y="142282"/>
                  </a:lnTo>
                  <a:lnTo>
                    <a:pt x="145085" y="141475"/>
                  </a:lnTo>
                  <a:lnTo>
                    <a:pt x="144878" y="141162"/>
                  </a:lnTo>
                  <a:lnTo>
                    <a:pt x="144724" y="140930"/>
                  </a:lnTo>
                  <a:lnTo>
                    <a:pt x="144729" y="139166"/>
                  </a:lnTo>
                  <a:lnTo>
                    <a:pt x="145008" y="139155"/>
                  </a:lnTo>
                  <a:lnTo>
                    <a:pt x="148312" y="139030"/>
                  </a:lnTo>
                  <a:lnTo>
                    <a:pt x="155495" y="136246"/>
                  </a:lnTo>
                  <a:lnTo>
                    <a:pt x="153361" y="131761"/>
                  </a:lnTo>
                  <a:lnTo>
                    <a:pt x="152586" y="130133"/>
                  </a:lnTo>
                  <a:lnTo>
                    <a:pt x="150493" y="125880"/>
                  </a:lnTo>
                  <a:lnTo>
                    <a:pt x="149780" y="124430"/>
                  </a:lnTo>
                  <a:lnTo>
                    <a:pt x="149603" y="124072"/>
                  </a:lnTo>
                  <a:lnTo>
                    <a:pt x="151186" y="122911"/>
                  </a:lnTo>
                  <a:lnTo>
                    <a:pt x="150917" y="122380"/>
                  </a:lnTo>
                  <a:lnTo>
                    <a:pt x="150306" y="121168"/>
                  </a:lnTo>
                  <a:lnTo>
                    <a:pt x="147841" y="116280"/>
                  </a:lnTo>
                  <a:lnTo>
                    <a:pt x="148949" y="115410"/>
                  </a:lnTo>
                  <a:lnTo>
                    <a:pt x="147629" y="112036"/>
                  </a:lnTo>
                  <a:lnTo>
                    <a:pt x="148799" y="111109"/>
                  </a:lnTo>
                  <a:lnTo>
                    <a:pt x="149817" y="110302"/>
                  </a:lnTo>
                  <a:lnTo>
                    <a:pt x="149713" y="108567"/>
                  </a:lnTo>
                  <a:lnTo>
                    <a:pt x="161178" y="105337"/>
                  </a:lnTo>
                  <a:lnTo>
                    <a:pt x="169532" y="102491"/>
                  </a:lnTo>
                  <a:lnTo>
                    <a:pt x="169810" y="91534"/>
                  </a:lnTo>
                  <a:lnTo>
                    <a:pt x="175100" y="85201"/>
                  </a:lnTo>
                  <a:lnTo>
                    <a:pt x="181504" y="84988"/>
                  </a:lnTo>
                  <a:lnTo>
                    <a:pt x="184428" y="84845"/>
                  </a:lnTo>
                  <a:lnTo>
                    <a:pt x="183384" y="94878"/>
                  </a:lnTo>
                  <a:lnTo>
                    <a:pt x="186794" y="93028"/>
                  </a:lnTo>
                  <a:lnTo>
                    <a:pt x="191876" y="89897"/>
                  </a:lnTo>
                  <a:lnTo>
                    <a:pt x="197264" y="88176"/>
                  </a:lnTo>
                  <a:lnTo>
                    <a:pt x="203770" y="89513"/>
                  </a:lnTo>
                  <a:lnTo>
                    <a:pt x="205658" y="95020"/>
                  </a:lnTo>
                  <a:lnTo>
                    <a:pt x="206842" y="100854"/>
                  </a:lnTo>
                  <a:lnTo>
                    <a:pt x="212439" y="98995"/>
                  </a:lnTo>
                  <a:lnTo>
                    <a:pt x="220583" y="102792"/>
                  </a:lnTo>
                  <a:lnTo>
                    <a:pt x="225817" y="102679"/>
                  </a:lnTo>
                  <a:lnTo>
                    <a:pt x="233056" y="101768"/>
                  </a:lnTo>
                  <a:lnTo>
                    <a:pt x="237289" y="105183"/>
                  </a:lnTo>
                  <a:lnTo>
                    <a:pt x="245976" y="104728"/>
                  </a:lnTo>
                  <a:lnTo>
                    <a:pt x="251322" y="99946"/>
                  </a:lnTo>
                  <a:lnTo>
                    <a:pt x="252881" y="90498"/>
                  </a:lnTo>
                  <a:lnTo>
                    <a:pt x="253278" y="81056"/>
                  </a:lnTo>
                  <a:lnTo>
                    <a:pt x="262028" y="67506"/>
                  </a:lnTo>
                  <a:lnTo>
                    <a:pt x="278052" y="60557"/>
                  </a:lnTo>
                  <a:lnTo>
                    <a:pt x="289078" y="54752"/>
                  </a:lnTo>
                  <a:lnTo>
                    <a:pt x="292753" y="47352"/>
                  </a:lnTo>
                  <a:lnTo>
                    <a:pt x="293867" y="37334"/>
                  </a:lnTo>
                  <a:lnTo>
                    <a:pt x="293176" y="35176"/>
                  </a:lnTo>
                  <a:lnTo>
                    <a:pt x="295075" y="30661"/>
                  </a:lnTo>
                  <a:lnTo>
                    <a:pt x="299202" y="28914"/>
                  </a:lnTo>
                  <a:lnTo>
                    <a:pt x="305541" y="26231"/>
                  </a:lnTo>
                  <a:lnTo>
                    <a:pt x="318250" y="20851"/>
                  </a:lnTo>
                  <a:lnTo>
                    <a:pt x="329401" y="16706"/>
                  </a:lnTo>
                  <a:lnTo>
                    <a:pt x="335476" y="14448"/>
                  </a:lnTo>
                  <a:lnTo>
                    <a:pt x="338159" y="13451"/>
                  </a:lnTo>
                  <a:lnTo>
                    <a:pt x="359423" y="5378"/>
                  </a:lnTo>
                  <a:lnTo>
                    <a:pt x="365172" y="1310"/>
                  </a:lnTo>
                  <a:lnTo>
                    <a:pt x="366227" y="1103"/>
                  </a:lnTo>
                  <a:lnTo>
                    <a:pt x="371868" y="0"/>
                  </a:lnTo>
                  <a:lnTo>
                    <a:pt x="373783" y="9075"/>
                  </a:lnTo>
                  <a:lnTo>
                    <a:pt x="374042" y="10300"/>
                  </a:lnTo>
                  <a:lnTo>
                    <a:pt x="369065" y="11744"/>
                  </a:lnTo>
                  <a:lnTo>
                    <a:pt x="362800" y="12598"/>
                  </a:lnTo>
                  <a:lnTo>
                    <a:pt x="356674" y="15728"/>
                  </a:lnTo>
                  <a:lnTo>
                    <a:pt x="349017" y="21705"/>
                  </a:lnTo>
                  <a:lnTo>
                    <a:pt x="339694" y="29965"/>
                  </a:lnTo>
                  <a:lnTo>
                    <a:pt x="339410" y="30125"/>
                  </a:lnTo>
                  <a:lnTo>
                    <a:pt x="332068" y="34260"/>
                  </a:lnTo>
                  <a:lnTo>
                    <a:pt x="323715" y="45644"/>
                  </a:lnTo>
                  <a:lnTo>
                    <a:pt x="324829" y="54752"/>
                  </a:lnTo>
                  <a:lnTo>
                    <a:pt x="327891" y="59590"/>
                  </a:lnTo>
                  <a:lnTo>
                    <a:pt x="332625" y="63005"/>
                  </a:lnTo>
                  <a:lnTo>
                    <a:pt x="339029" y="64143"/>
                  </a:lnTo>
                  <a:lnTo>
                    <a:pt x="345815" y="786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214244" y="3984680"/>
              <a:ext cx="186589" cy="115249"/>
            </a:xfrm>
            <a:custGeom>
              <a:avLst/>
              <a:pathLst>
                <a:path w="186589" h="115249">
                  <a:moveTo>
                    <a:pt x="100066" y="16699"/>
                  </a:moveTo>
                  <a:lnTo>
                    <a:pt x="101342" y="22625"/>
                  </a:lnTo>
                  <a:lnTo>
                    <a:pt x="115821" y="27748"/>
                  </a:lnTo>
                  <a:lnTo>
                    <a:pt x="115275" y="32611"/>
                  </a:lnTo>
                  <a:lnTo>
                    <a:pt x="101064" y="37425"/>
                  </a:lnTo>
                  <a:lnTo>
                    <a:pt x="92652" y="45890"/>
                  </a:lnTo>
                  <a:lnTo>
                    <a:pt x="104883" y="58965"/>
                  </a:lnTo>
                  <a:lnTo>
                    <a:pt x="104355" y="60719"/>
                  </a:lnTo>
                  <a:lnTo>
                    <a:pt x="68849" y="67435"/>
                  </a:lnTo>
                  <a:lnTo>
                    <a:pt x="68761" y="69547"/>
                  </a:lnTo>
                  <a:lnTo>
                    <a:pt x="73266" y="71040"/>
                  </a:lnTo>
                  <a:lnTo>
                    <a:pt x="77498" y="72577"/>
                  </a:lnTo>
                  <a:lnTo>
                    <a:pt x="80340" y="74004"/>
                  </a:lnTo>
                  <a:lnTo>
                    <a:pt x="88301" y="69560"/>
                  </a:lnTo>
                  <a:lnTo>
                    <a:pt x="92819" y="85015"/>
                  </a:lnTo>
                  <a:lnTo>
                    <a:pt x="95318" y="84986"/>
                  </a:lnTo>
                  <a:lnTo>
                    <a:pt x="98779" y="72625"/>
                  </a:lnTo>
                  <a:lnTo>
                    <a:pt x="101025" y="69985"/>
                  </a:lnTo>
                  <a:lnTo>
                    <a:pt x="103671" y="68080"/>
                  </a:lnTo>
                  <a:lnTo>
                    <a:pt x="105758" y="68847"/>
                  </a:lnTo>
                  <a:lnTo>
                    <a:pt x="109017" y="69275"/>
                  </a:lnTo>
                  <a:lnTo>
                    <a:pt x="113917" y="68479"/>
                  </a:lnTo>
                  <a:lnTo>
                    <a:pt x="118205" y="68080"/>
                  </a:lnTo>
                  <a:lnTo>
                    <a:pt x="123217" y="68137"/>
                  </a:lnTo>
                  <a:lnTo>
                    <a:pt x="126057" y="68308"/>
                  </a:lnTo>
                  <a:lnTo>
                    <a:pt x="128730" y="68592"/>
                  </a:lnTo>
                  <a:lnTo>
                    <a:pt x="130790" y="68479"/>
                  </a:lnTo>
                  <a:lnTo>
                    <a:pt x="132461" y="67625"/>
                  </a:lnTo>
                  <a:lnTo>
                    <a:pt x="134521" y="66600"/>
                  </a:lnTo>
                  <a:lnTo>
                    <a:pt x="136805" y="65917"/>
                  </a:lnTo>
                  <a:lnTo>
                    <a:pt x="139589" y="65690"/>
                  </a:lnTo>
                  <a:lnTo>
                    <a:pt x="142373" y="65803"/>
                  </a:lnTo>
                  <a:lnTo>
                    <a:pt x="144768" y="67909"/>
                  </a:lnTo>
                  <a:lnTo>
                    <a:pt x="147385" y="71382"/>
                  </a:lnTo>
                  <a:lnTo>
                    <a:pt x="149947" y="74171"/>
                  </a:lnTo>
                  <a:lnTo>
                    <a:pt x="153121" y="77017"/>
                  </a:lnTo>
                  <a:lnTo>
                    <a:pt x="158578" y="79692"/>
                  </a:lnTo>
                  <a:lnTo>
                    <a:pt x="162309" y="81343"/>
                  </a:lnTo>
                  <a:lnTo>
                    <a:pt x="164036" y="81115"/>
                  </a:lnTo>
                  <a:lnTo>
                    <a:pt x="167432" y="79920"/>
                  </a:lnTo>
                  <a:lnTo>
                    <a:pt x="171498" y="79635"/>
                  </a:lnTo>
                  <a:lnTo>
                    <a:pt x="175451" y="79977"/>
                  </a:lnTo>
                  <a:lnTo>
                    <a:pt x="178347" y="80716"/>
                  </a:lnTo>
                  <a:lnTo>
                    <a:pt x="180630" y="81969"/>
                  </a:lnTo>
                  <a:lnTo>
                    <a:pt x="184139" y="83449"/>
                  </a:lnTo>
                  <a:lnTo>
                    <a:pt x="185920" y="84587"/>
                  </a:lnTo>
                  <a:lnTo>
                    <a:pt x="186589" y="85498"/>
                  </a:lnTo>
                  <a:lnTo>
                    <a:pt x="186255" y="87092"/>
                  </a:lnTo>
                  <a:lnTo>
                    <a:pt x="184139" y="88059"/>
                  </a:lnTo>
                  <a:lnTo>
                    <a:pt x="182357" y="88002"/>
                  </a:lnTo>
                  <a:lnTo>
                    <a:pt x="179851" y="88230"/>
                  </a:lnTo>
                  <a:lnTo>
                    <a:pt x="178180" y="88799"/>
                  </a:lnTo>
                  <a:lnTo>
                    <a:pt x="175841" y="89767"/>
                  </a:lnTo>
                  <a:lnTo>
                    <a:pt x="174393" y="91019"/>
                  </a:lnTo>
                  <a:lnTo>
                    <a:pt x="172945" y="93410"/>
                  </a:lnTo>
                  <a:lnTo>
                    <a:pt x="170907" y="98361"/>
                  </a:lnTo>
                  <a:lnTo>
                    <a:pt x="167844" y="102118"/>
                  </a:lnTo>
                  <a:lnTo>
                    <a:pt x="163890" y="105590"/>
                  </a:lnTo>
                  <a:lnTo>
                    <a:pt x="160103" y="107184"/>
                  </a:lnTo>
                  <a:lnTo>
                    <a:pt x="154590" y="108664"/>
                  </a:lnTo>
                  <a:lnTo>
                    <a:pt x="152419" y="109176"/>
                  </a:lnTo>
                  <a:lnTo>
                    <a:pt x="151082" y="109176"/>
                  </a:lnTo>
                  <a:lnTo>
                    <a:pt x="149968" y="108721"/>
                  </a:lnTo>
                  <a:lnTo>
                    <a:pt x="149244" y="107810"/>
                  </a:lnTo>
                  <a:lnTo>
                    <a:pt x="149244" y="106387"/>
                  </a:lnTo>
                  <a:lnTo>
                    <a:pt x="149411" y="103826"/>
                  </a:lnTo>
                  <a:lnTo>
                    <a:pt x="148131" y="104509"/>
                  </a:lnTo>
                  <a:lnTo>
                    <a:pt x="146293" y="104907"/>
                  </a:lnTo>
                  <a:lnTo>
                    <a:pt x="142172" y="105704"/>
                  </a:lnTo>
                  <a:lnTo>
                    <a:pt x="138664" y="105249"/>
                  </a:lnTo>
                  <a:lnTo>
                    <a:pt x="134487" y="105078"/>
                  </a:lnTo>
                  <a:lnTo>
                    <a:pt x="131734" y="105792"/>
                  </a:lnTo>
                  <a:lnTo>
                    <a:pt x="130539" y="106983"/>
                  </a:lnTo>
                  <a:lnTo>
                    <a:pt x="129197" y="108607"/>
                  </a:lnTo>
                  <a:lnTo>
                    <a:pt x="124964" y="110204"/>
                  </a:lnTo>
                  <a:lnTo>
                    <a:pt x="123687" y="110686"/>
                  </a:lnTo>
                  <a:lnTo>
                    <a:pt x="123067" y="110710"/>
                  </a:lnTo>
                  <a:lnTo>
                    <a:pt x="121596" y="110641"/>
                  </a:lnTo>
                  <a:lnTo>
                    <a:pt x="120059" y="109890"/>
                  </a:lnTo>
                  <a:lnTo>
                    <a:pt x="120394" y="108729"/>
                  </a:lnTo>
                  <a:lnTo>
                    <a:pt x="121329" y="107499"/>
                  </a:lnTo>
                  <a:lnTo>
                    <a:pt x="121931" y="105997"/>
                  </a:lnTo>
                  <a:lnTo>
                    <a:pt x="121463" y="105109"/>
                  </a:lnTo>
                  <a:lnTo>
                    <a:pt x="120260" y="105040"/>
                  </a:lnTo>
                  <a:lnTo>
                    <a:pt x="118790" y="105655"/>
                  </a:lnTo>
                  <a:lnTo>
                    <a:pt x="116919" y="106543"/>
                  </a:lnTo>
                  <a:lnTo>
                    <a:pt x="113644" y="107431"/>
                  </a:lnTo>
                  <a:lnTo>
                    <a:pt x="111305" y="107909"/>
                  </a:lnTo>
                  <a:lnTo>
                    <a:pt x="107964" y="108182"/>
                  </a:lnTo>
                  <a:lnTo>
                    <a:pt x="102217" y="108182"/>
                  </a:lnTo>
                  <a:lnTo>
                    <a:pt x="94399" y="107568"/>
                  </a:lnTo>
                  <a:lnTo>
                    <a:pt x="86113" y="107568"/>
                  </a:lnTo>
                  <a:lnTo>
                    <a:pt x="81439" y="107229"/>
                  </a:lnTo>
                  <a:lnTo>
                    <a:pt x="81191" y="114688"/>
                  </a:lnTo>
                  <a:lnTo>
                    <a:pt x="75894" y="115249"/>
                  </a:lnTo>
                  <a:lnTo>
                    <a:pt x="75627" y="113091"/>
                  </a:lnTo>
                  <a:lnTo>
                    <a:pt x="71671" y="111042"/>
                  </a:lnTo>
                  <a:lnTo>
                    <a:pt x="72860" y="107495"/>
                  </a:lnTo>
                  <a:lnTo>
                    <a:pt x="69673" y="104650"/>
                  </a:lnTo>
                  <a:lnTo>
                    <a:pt x="63325" y="102544"/>
                  </a:lnTo>
                  <a:lnTo>
                    <a:pt x="60201" y="103417"/>
                  </a:lnTo>
                  <a:lnTo>
                    <a:pt x="56809" y="104365"/>
                  </a:lnTo>
                  <a:lnTo>
                    <a:pt x="49489" y="100481"/>
                  </a:lnTo>
                  <a:lnTo>
                    <a:pt x="48679" y="96339"/>
                  </a:lnTo>
                  <a:lnTo>
                    <a:pt x="44761" y="95882"/>
                  </a:lnTo>
                  <a:lnTo>
                    <a:pt x="40883" y="95429"/>
                  </a:lnTo>
                  <a:lnTo>
                    <a:pt x="40827" y="93347"/>
                  </a:lnTo>
                  <a:lnTo>
                    <a:pt x="34869" y="93095"/>
                  </a:lnTo>
                  <a:lnTo>
                    <a:pt x="27017" y="94176"/>
                  </a:lnTo>
                  <a:lnTo>
                    <a:pt x="19443" y="90590"/>
                  </a:lnTo>
                  <a:lnTo>
                    <a:pt x="19415" y="89469"/>
                  </a:lnTo>
                  <a:lnTo>
                    <a:pt x="19332" y="86151"/>
                  </a:lnTo>
                  <a:lnTo>
                    <a:pt x="16502" y="84786"/>
                  </a:lnTo>
                  <a:lnTo>
                    <a:pt x="15044" y="83766"/>
                  </a:lnTo>
                  <a:lnTo>
                    <a:pt x="9601" y="79959"/>
                  </a:lnTo>
                  <a:lnTo>
                    <a:pt x="5641" y="87681"/>
                  </a:lnTo>
                  <a:lnTo>
                    <a:pt x="4490" y="87312"/>
                  </a:lnTo>
                  <a:lnTo>
                    <a:pt x="530" y="85856"/>
                  </a:lnTo>
                  <a:lnTo>
                    <a:pt x="0" y="85725"/>
                  </a:lnTo>
                  <a:lnTo>
                    <a:pt x="299" y="85015"/>
                  </a:lnTo>
                  <a:lnTo>
                    <a:pt x="5382" y="72989"/>
                  </a:lnTo>
                  <a:lnTo>
                    <a:pt x="7152" y="72387"/>
                  </a:lnTo>
                  <a:lnTo>
                    <a:pt x="10351" y="71299"/>
                  </a:lnTo>
                  <a:lnTo>
                    <a:pt x="10852" y="70461"/>
                  </a:lnTo>
                  <a:lnTo>
                    <a:pt x="11196" y="69886"/>
                  </a:lnTo>
                  <a:lnTo>
                    <a:pt x="13625" y="65825"/>
                  </a:lnTo>
                  <a:lnTo>
                    <a:pt x="14332" y="64779"/>
                  </a:lnTo>
                  <a:lnTo>
                    <a:pt x="16003" y="62389"/>
                  </a:lnTo>
                  <a:lnTo>
                    <a:pt x="17533" y="60491"/>
                  </a:lnTo>
                  <a:lnTo>
                    <a:pt x="17771" y="60195"/>
                  </a:lnTo>
                  <a:lnTo>
                    <a:pt x="18522" y="59264"/>
                  </a:lnTo>
                  <a:lnTo>
                    <a:pt x="19323" y="58271"/>
                  </a:lnTo>
                  <a:lnTo>
                    <a:pt x="19527" y="58018"/>
                  </a:lnTo>
                  <a:lnTo>
                    <a:pt x="21094" y="56201"/>
                  </a:lnTo>
                  <a:lnTo>
                    <a:pt x="21113" y="55254"/>
                  </a:lnTo>
                  <a:lnTo>
                    <a:pt x="21113" y="54514"/>
                  </a:lnTo>
                  <a:lnTo>
                    <a:pt x="23883" y="50515"/>
                  </a:lnTo>
                  <a:lnTo>
                    <a:pt x="24621" y="49448"/>
                  </a:lnTo>
                  <a:lnTo>
                    <a:pt x="25178" y="40512"/>
                  </a:lnTo>
                  <a:lnTo>
                    <a:pt x="25099" y="38729"/>
                  </a:lnTo>
                  <a:lnTo>
                    <a:pt x="28788" y="37398"/>
                  </a:lnTo>
                  <a:lnTo>
                    <a:pt x="36696" y="34894"/>
                  </a:lnTo>
                  <a:lnTo>
                    <a:pt x="48168" y="33186"/>
                  </a:lnTo>
                  <a:lnTo>
                    <a:pt x="56632" y="32959"/>
                  </a:lnTo>
                  <a:lnTo>
                    <a:pt x="65556" y="32100"/>
                  </a:lnTo>
                  <a:lnTo>
                    <a:pt x="67582" y="33891"/>
                  </a:lnTo>
                  <a:lnTo>
                    <a:pt x="74115" y="39666"/>
                  </a:lnTo>
                  <a:lnTo>
                    <a:pt x="77402" y="42572"/>
                  </a:lnTo>
                  <a:lnTo>
                    <a:pt x="83788" y="36597"/>
                  </a:lnTo>
                  <a:lnTo>
                    <a:pt x="86892" y="33693"/>
                  </a:lnTo>
                  <a:lnTo>
                    <a:pt x="89832" y="25360"/>
                  </a:lnTo>
                  <a:lnTo>
                    <a:pt x="89360" y="19330"/>
                  </a:lnTo>
                  <a:lnTo>
                    <a:pt x="77118" y="24333"/>
                  </a:lnTo>
                  <a:lnTo>
                    <a:pt x="76422" y="9534"/>
                  </a:lnTo>
                  <a:lnTo>
                    <a:pt x="95356" y="5549"/>
                  </a:lnTo>
                  <a:lnTo>
                    <a:pt x="110218" y="1749"/>
                  </a:lnTo>
                  <a:lnTo>
                    <a:pt x="117213" y="0"/>
                  </a:lnTo>
                  <a:lnTo>
                    <a:pt x="113035" y="52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062683" y="4046536"/>
              <a:ext cx="175350" cy="101876"/>
            </a:xfrm>
            <a:custGeom>
              <a:avLst/>
              <a:pathLst>
                <a:path w="175350" h="101876">
                  <a:moveTo>
                    <a:pt x="48945" y="548"/>
                  </a:moveTo>
                  <a:lnTo>
                    <a:pt x="51441" y="1875"/>
                  </a:lnTo>
                  <a:lnTo>
                    <a:pt x="53158" y="1673"/>
                  </a:lnTo>
                  <a:lnTo>
                    <a:pt x="54684" y="1866"/>
                  </a:lnTo>
                  <a:lnTo>
                    <a:pt x="56725" y="1611"/>
                  </a:lnTo>
                  <a:lnTo>
                    <a:pt x="57690" y="1756"/>
                  </a:lnTo>
                  <a:lnTo>
                    <a:pt x="61254" y="2838"/>
                  </a:lnTo>
                  <a:lnTo>
                    <a:pt x="64929" y="4033"/>
                  </a:lnTo>
                  <a:lnTo>
                    <a:pt x="67352" y="5001"/>
                  </a:lnTo>
                  <a:lnTo>
                    <a:pt x="68087" y="6019"/>
                  </a:lnTo>
                  <a:lnTo>
                    <a:pt x="68341" y="6126"/>
                  </a:lnTo>
                  <a:lnTo>
                    <a:pt x="68781" y="6313"/>
                  </a:lnTo>
                  <a:lnTo>
                    <a:pt x="71291" y="7375"/>
                  </a:lnTo>
                  <a:lnTo>
                    <a:pt x="73498" y="8310"/>
                  </a:lnTo>
                  <a:lnTo>
                    <a:pt x="74575" y="8766"/>
                  </a:lnTo>
                  <a:lnTo>
                    <a:pt x="75884" y="9320"/>
                  </a:lnTo>
                  <a:lnTo>
                    <a:pt x="76394" y="9536"/>
                  </a:lnTo>
                  <a:lnTo>
                    <a:pt x="81603" y="11741"/>
                  </a:lnTo>
                  <a:lnTo>
                    <a:pt x="82346" y="12624"/>
                  </a:lnTo>
                  <a:lnTo>
                    <a:pt x="87988" y="13970"/>
                  </a:lnTo>
                  <a:lnTo>
                    <a:pt x="95188" y="14960"/>
                  </a:lnTo>
                  <a:lnTo>
                    <a:pt x="95576" y="15013"/>
                  </a:lnTo>
                  <a:lnTo>
                    <a:pt x="102137" y="15916"/>
                  </a:lnTo>
                  <a:lnTo>
                    <a:pt x="113223" y="19410"/>
                  </a:lnTo>
                  <a:lnTo>
                    <a:pt x="113426" y="18498"/>
                  </a:lnTo>
                  <a:lnTo>
                    <a:pt x="114786" y="12378"/>
                  </a:lnTo>
                  <a:lnTo>
                    <a:pt x="114985" y="12468"/>
                  </a:lnTo>
                  <a:lnTo>
                    <a:pt x="115190" y="12547"/>
                  </a:lnTo>
                  <a:lnTo>
                    <a:pt x="119028" y="14039"/>
                  </a:lnTo>
                  <a:lnTo>
                    <a:pt x="123105" y="14414"/>
                  </a:lnTo>
                  <a:lnTo>
                    <a:pt x="124016" y="14498"/>
                  </a:lnTo>
                  <a:lnTo>
                    <a:pt x="122889" y="17963"/>
                  </a:lnTo>
                  <a:lnTo>
                    <a:pt x="130702" y="22731"/>
                  </a:lnTo>
                  <a:lnTo>
                    <a:pt x="129535" y="24881"/>
                  </a:lnTo>
                  <a:lnTo>
                    <a:pt x="130818" y="25596"/>
                  </a:lnTo>
                  <a:lnTo>
                    <a:pt x="132998" y="26810"/>
                  </a:lnTo>
                  <a:lnTo>
                    <a:pt x="135179" y="28025"/>
                  </a:lnTo>
                  <a:lnTo>
                    <a:pt x="135685" y="28307"/>
                  </a:lnTo>
                  <a:lnTo>
                    <a:pt x="136069" y="28562"/>
                  </a:lnTo>
                  <a:lnTo>
                    <a:pt x="136012" y="28797"/>
                  </a:lnTo>
                  <a:lnTo>
                    <a:pt x="135848" y="29441"/>
                  </a:lnTo>
                  <a:lnTo>
                    <a:pt x="135927" y="30296"/>
                  </a:lnTo>
                  <a:lnTo>
                    <a:pt x="135948" y="30516"/>
                  </a:lnTo>
                  <a:lnTo>
                    <a:pt x="137268" y="34546"/>
                  </a:lnTo>
                  <a:lnTo>
                    <a:pt x="137366" y="35175"/>
                  </a:lnTo>
                  <a:lnTo>
                    <a:pt x="137479" y="35905"/>
                  </a:lnTo>
                  <a:lnTo>
                    <a:pt x="137545" y="36324"/>
                  </a:lnTo>
                  <a:lnTo>
                    <a:pt x="137608" y="36732"/>
                  </a:lnTo>
                  <a:lnTo>
                    <a:pt x="140850" y="35464"/>
                  </a:lnTo>
                  <a:lnTo>
                    <a:pt x="141060" y="35382"/>
                  </a:lnTo>
                  <a:lnTo>
                    <a:pt x="141724" y="35025"/>
                  </a:lnTo>
                  <a:lnTo>
                    <a:pt x="144161" y="33716"/>
                  </a:lnTo>
                  <a:lnTo>
                    <a:pt x="145261" y="33047"/>
                  </a:lnTo>
                  <a:lnTo>
                    <a:pt x="146096" y="32748"/>
                  </a:lnTo>
                  <a:lnTo>
                    <a:pt x="146713" y="32719"/>
                  </a:lnTo>
                  <a:lnTo>
                    <a:pt x="148905" y="36258"/>
                  </a:lnTo>
                  <a:lnTo>
                    <a:pt x="139048" y="41722"/>
                  </a:lnTo>
                  <a:lnTo>
                    <a:pt x="128618" y="42569"/>
                  </a:lnTo>
                  <a:lnTo>
                    <a:pt x="120538" y="43225"/>
                  </a:lnTo>
                  <a:lnTo>
                    <a:pt x="119636" y="42712"/>
                  </a:lnTo>
                  <a:lnTo>
                    <a:pt x="117483" y="48851"/>
                  </a:lnTo>
                  <a:lnTo>
                    <a:pt x="119502" y="52306"/>
                  </a:lnTo>
                  <a:lnTo>
                    <a:pt x="120705" y="55141"/>
                  </a:lnTo>
                  <a:lnTo>
                    <a:pt x="120868" y="55520"/>
                  </a:lnTo>
                  <a:lnTo>
                    <a:pt x="124831" y="53146"/>
                  </a:lnTo>
                  <a:lnTo>
                    <a:pt x="130177" y="54512"/>
                  </a:lnTo>
                  <a:lnTo>
                    <a:pt x="142339" y="63255"/>
                  </a:lnTo>
                  <a:lnTo>
                    <a:pt x="144478" y="60387"/>
                  </a:lnTo>
                  <a:lnTo>
                    <a:pt x="150091" y="63665"/>
                  </a:lnTo>
                  <a:lnTo>
                    <a:pt x="146616" y="70086"/>
                  </a:lnTo>
                  <a:lnTo>
                    <a:pt x="161317" y="80878"/>
                  </a:lnTo>
                  <a:lnTo>
                    <a:pt x="175350" y="83474"/>
                  </a:lnTo>
                  <a:lnTo>
                    <a:pt x="171475" y="93719"/>
                  </a:lnTo>
                  <a:lnTo>
                    <a:pt x="165861" y="93446"/>
                  </a:lnTo>
                  <a:lnTo>
                    <a:pt x="151828" y="86752"/>
                  </a:lnTo>
                  <a:lnTo>
                    <a:pt x="135708" y="78219"/>
                  </a:lnTo>
                  <a:lnTo>
                    <a:pt x="131476" y="76056"/>
                  </a:lnTo>
                  <a:lnTo>
                    <a:pt x="129082" y="75373"/>
                  </a:lnTo>
                  <a:lnTo>
                    <a:pt x="125614" y="78153"/>
                  </a:lnTo>
                  <a:lnTo>
                    <a:pt x="127411" y="81918"/>
                  </a:lnTo>
                  <a:lnTo>
                    <a:pt x="119647" y="86106"/>
                  </a:lnTo>
                  <a:lnTo>
                    <a:pt x="116106" y="76713"/>
                  </a:lnTo>
                  <a:lnTo>
                    <a:pt x="115682" y="75587"/>
                  </a:lnTo>
                  <a:lnTo>
                    <a:pt x="112709" y="73403"/>
                  </a:lnTo>
                  <a:lnTo>
                    <a:pt x="110025" y="77325"/>
                  </a:lnTo>
                  <a:lnTo>
                    <a:pt x="105727" y="75291"/>
                  </a:lnTo>
                  <a:lnTo>
                    <a:pt x="104676" y="76154"/>
                  </a:lnTo>
                  <a:lnTo>
                    <a:pt x="101825" y="73512"/>
                  </a:lnTo>
                  <a:lnTo>
                    <a:pt x="99312" y="69263"/>
                  </a:lnTo>
                  <a:lnTo>
                    <a:pt x="95269" y="65848"/>
                  </a:lnTo>
                  <a:lnTo>
                    <a:pt x="94634" y="66975"/>
                  </a:lnTo>
                  <a:lnTo>
                    <a:pt x="87384" y="62774"/>
                  </a:lnTo>
                  <a:lnTo>
                    <a:pt x="85637" y="64972"/>
                  </a:lnTo>
                  <a:lnTo>
                    <a:pt x="84778" y="66053"/>
                  </a:lnTo>
                  <a:lnTo>
                    <a:pt x="83074" y="64721"/>
                  </a:lnTo>
                  <a:lnTo>
                    <a:pt x="77115" y="63639"/>
                  </a:lnTo>
                  <a:lnTo>
                    <a:pt x="63130" y="60698"/>
                  </a:lnTo>
                  <a:lnTo>
                    <a:pt x="53663" y="57454"/>
                  </a:lnTo>
                  <a:lnTo>
                    <a:pt x="51489" y="54514"/>
                  </a:lnTo>
                  <a:lnTo>
                    <a:pt x="49429" y="51915"/>
                  </a:lnTo>
                  <a:lnTo>
                    <a:pt x="48404" y="52051"/>
                  </a:lnTo>
                  <a:lnTo>
                    <a:pt x="41165" y="51084"/>
                  </a:lnTo>
                  <a:lnTo>
                    <a:pt x="33079" y="50571"/>
                  </a:lnTo>
                  <a:lnTo>
                    <a:pt x="25962" y="49552"/>
                  </a:lnTo>
                  <a:lnTo>
                    <a:pt x="21619" y="52341"/>
                  </a:lnTo>
                  <a:lnTo>
                    <a:pt x="20811" y="55700"/>
                  </a:lnTo>
                  <a:lnTo>
                    <a:pt x="21006" y="61790"/>
                  </a:lnTo>
                  <a:lnTo>
                    <a:pt x="25042" y="72764"/>
                  </a:lnTo>
                  <a:lnTo>
                    <a:pt x="27214" y="72195"/>
                  </a:lnTo>
                  <a:lnTo>
                    <a:pt x="35873" y="81359"/>
                  </a:lnTo>
                  <a:lnTo>
                    <a:pt x="36709" y="86055"/>
                  </a:lnTo>
                  <a:lnTo>
                    <a:pt x="38574" y="86112"/>
                  </a:lnTo>
                  <a:lnTo>
                    <a:pt x="38713" y="88133"/>
                  </a:lnTo>
                  <a:lnTo>
                    <a:pt x="39634" y="88303"/>
                  </a:lnTo>
                  <a:lnTo>
                    <a:pt x="39521" y="92231"/>
                  </a:lnTo>
                  <a:lnTo>
                    <a:pt x="33651" y="91797"/>
                  </a:lnTo>
                  <a:lnTo>
                    <a:pt x="33071" y="97808"/>
                  </a:lnTo>
                  <a:lnTo>
                    <a:pt x="33767" y="99356"/>
                  </a:lnTo>
                  <a:lnTo>
                    <a:pt x="34297" y="101838"/>
                  </a:lnTo>
                  <a:lnTo>
                    <a:pt x="29794" y="101876"/>
                  </a:lnTo>
                  <a:lnTo>
                    <a:pt x="29169" y="100287"/>
                  </a:lnTo>
                  <a:lnTo>
                    <a:pt x="28880" y="99554"/>
                  </a:lnTo>
                  <a:lnTo>
                    <a:pt x="28593" y="98643"/>
                  </a:lnTo>
                  <a:lnTo>
                    <a:pt x="25291" y="99600"/>
                  </a:lnTo>
                  <a:lnTo>
                    <a:pt x="22825" y="94621"/>
                  </a:lnTo>
                  <a:lnTo>
                    <a:pt x="22291" y="90564"/>
                  </a:lnTo>
                  <a:lnTo>
                    <a:pt x="23983" y="90522"/>
                  </a:lnTo>
                  <a:lnTo>
                    <a:pt x="24318" y="86558"/>
                  </a:lnTo>
                  <a:lnTo>
                    <a:pt x="26077" y="86583"/>
                  </a:lnTo>
                  <a:lnTo>
                    <a:pt x="26055" y="85217"/>
                  </a:lnTo>
                  <a:lnTo>
                    <a:pt x="25743" y="84375"/>
                  </a:lnTo>
                  <a:lnTo>
                    <a:pt x="24807" y="83419"/>
                  </a:lnTo>
                  <a:lnTo>
                    <a:pt x="24042" y="82855"/>
                  </a:lnTo>
                  <a:lnTo>
                    <a:pt x="22608" y="81800"/>
                  </a:lnTo>
                  <a:lnTo>
                    <a:pt x="20532" y="84562"/>
                  </a:lnTo>
                  <a:lnTo>
                    <a:pt x="13912" y="80342"/>
                  </a:lnTo>
                  <a:lnTo>
                    <a:pt x="13589" y="79955"/>
                  </a:lnTo>
                  <a:lnTo>
                    <a:pt x="11272" y="77177"/>
                  </a:lnTo>
                  <a:lnTo>
                    <a:pt x="9139" y="73287"/>
                  </a:lnTo>
                  <a:lnTo>
                    <a:pt x="5893" y="70711"/>
                  </a:lnTo>
                  <a:lnTo>
                    <a:pt x="3137" y="66434"/>
                  </a:lnTo>
                  <a:lnTo>
                    <a:pt x="1744" y="62422"/>
                  </a:lnTo>
                  <a:lnTo>
                    <a:pt x="3493" y="60987"/>
                  </a:lnTo>
                  <a:lnTo>
                    <a:pt x="714" y="50622"/>
                  </a:lnTo>
                  <a:lnTo>
                    <a:pt x="0" y="47596"/>
                  </a:lnTo>
                  <a:lnTo>
                    <a:pt x="1279" y="48188"/>
                  </a:lnTo>
                  <a:lnTo>
                    <a:pt x="2236" y="48569"/>
                  </a:lnTo>
                  <a:lnTo>
                    <a:pt x="5586" y="49385"/>
                  </a:lnTo>
                  <a:lnTo>
                    <a:pt x="5777" y="48607"/>
                  </a:lnTo>
                  <a:lnTo>
                    <a:pt x="6537" y="45506"/>
                  </a:lnTo>
                  <a:lnTo>
                    <a:pt x="7414" y="42973"/>
                  </a:lnTo>
                  <a:lnTo>
                    <a:pt x="7565" y="41618"/>
                  </a:lnTo>
                  <a:lnTo>
                    <a:pt x="7732" y="40124"/>
                  </a:lnTo>
                  <a:lnTo>
                    <a:pt x="9252" y="35804"/>
                  </a:lnTo>
                  <a:lnTo>
                    <a:pt x="10990" y="33430"/>
                  </a:lnTo>
                  <a:lnTo>
                    <a:pt x="12894" y="31244"/>
                  </a:lnTo>
                  <a:lnTo>
                    <a:pt x="13963" y="30408"/>
                  </a:lnTo>
                  <a:lnTo>
                    <a:pt x="15133" y="29639"/>
                  </a:lnTo>
                  <a:lnTo>
                    <a:pt x="17859" y="28489"/>
                  </a:lnTo>
                  <a:lnTo>
                    <a:pt x="18903" y="28193"/>
                  </a:lnTo>
                  <a:lnTo>
                    <a:pt x="19111" y="28134"/>
                  </a:lnTo>
                  <a:lnTo>
                    <a:pt x="19842" y="28110"/>
                  </a:lnTo>
                  <a:lnTo>
                    <a:pt x="21198" y="28066"/>
                  </a:lnTo>
                  <a:lnTo>
                    <a:pt x="22748" y="28190"/>
                  </a:lnTo>
                  <a:lnTo>
                    <a:pt x="28634" y="28802"/>
                  </a:lnTo>
                  <a:lnTo>
                    <a:pt x="28892" y="28853"/>
                  </a:lnTo>
                  <a:lnTo>
                    <a:pt x="29426" y="25567"/>
                  </a:lnTo>
                  <a:lnTo>
                    <a:pt x="30289" y="22209"/>
                  </a:lnTo>
                  <a:lnTo>
                    <a:pt x="31082" y="19974"/>
                  </a:lnTo>
                  <a:lnTo>
                    <a:pt x="31168" y="19734"/>
                  </a:lnTo>
                  <a:lnTo>
                    <a:pt x="30708" y="19645"/>
                  </a:lnTo>
                  <a:lnTo>
                    <a:pt x="29304" y="19096"/>
                  </a:lnTo>
                  <a:lnTo>
                    <a:pt x="28602" y="19004"/>
                  </a:lnTo>
                  <a:lnTo>
                    <a:pt x="28608" y="18823"/>
                  </a:lnTo>
                  <a:lnTo>
                    <a:pt x="28636" y="17893"/>
                  </a:lnTo>
                  <a:lnTo>
                    <a:pt x="28700" y="15746"/>
                  </a:lnTo>
                  <a:lnTo>
                    <a:pt x="28728" y="13198"/>
                  </a:lnTo>
                  <a:lnTo>
                    <a:pt x="28512" y="9255"/>
                  </a:lnTo>
                  <a:lnTo>
                    <a:pt x="28380" y="6838"/>
                  </a:lnTo>
                  <a:lnTo>
                    <a:pt x="28139" y="3739"/>
                  </a:lnTo>
                  <a:lnTo>
                    <a:pt x="28115" y="3437"/>
                  </a:lnTo>
                  <a:lnTo>
                    <a:pt x="27979" y="2346"/>
                  </a:lnTo>
                  <a:lnTo>
                    <a:pt x="27948" y="2096"/>
                  </a:lnTo>
                  <a:lnTo>
                    <a:pt x="27873" y="1495"/>
                  </a:lnTo>
                  <a:lnTo>
                    <a:pt x="27767" y="648"/>
                  </a:lnTo>
                  <a:lnTo>
                    <a:pt x="32326" y="1576"/>
                  </a:lnTo>
                  <a:lnTo>
                    <a:pt x="34665" y="1918"/>
                  </a:lnTo>
                  <a:lnTo>
                    <a:pt x="37337" y="2103"/>
                  </a:lnTo>
                  <a:lnTo>
                    <a:pt x="39990" y="2063"/>
                  </a:lnTo>
                  <a:lnTo>
                    <a:pt x="40205" y="2060"/>
                  </a:lnTo>
                  <a:lnTo>
                    <a:pt x="43428" y="2443"/>
                  </a:lnTo>
                  <a:lnTo>
                    <a:pt x="45908" y="3005"/>
                  </a:lnTo>
                  <a:lnTo>
                    <a:pt x="47354" y="837"/>
                  </a:lnTo>
                  <a:lnTo>
                    <a:pt x="4791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2946881" y="4037508"/>
              <a:ext cx="97353" cy="161451"/>
            </a:xfrm>
            <a:custGeom>
              <a:avLst/>
              <a:pathLst>
                <a:path w="97353" h="161451">
                  <a:moveTo>
                    <a:pt x="95890" y="22438"/>
                  </a:moveTo>
                  <a:lnTo>
                    <a:pt x="96147" y="25776"/>
                  </a:lnTo>
                  <a:lnTo>
                    <a:pt x="97114" y="38572"/>
                  </a:lnTo>
                  <a:lnTo>
                    <a:pt x="97353" y="41045"/>
                  </a:lnTo>
                  <a:lnTo>
                    <a:pt x="96814" y="40996"/>
                  </a:lnTo>
                  <a:lnTo>
                    <a:pt x="96114" y="40931"/>
                  </a:lnTo>
                  <a:lnTo>
                    <a:pt x="95168" y="40926"/>
                  </a:lnTo>
                  <a:lnTo>
                    <a:pt x="94114" y="40921"/>
                  </a:lnTo>
                  <a:lnTo>
                    <a:pt x="93223" y="41023"/>
                  </a:lnTo>
                  <a:lnTo>
                    <a:pt x="92338" y="41040"/>
                  </a:lnTo>
                  <a:lnTo>
                    <a:pt x="91202" y="40818"/>
                  </a:lnTo>
                  <a:lnTo>
                    <a:pt x="89464" y="40511"/>
                  </a:lnTo>
                  <a:lnTo>
                    <a:pt x="89198" y="40511"/>
                  </a:lnTo>
                  <a:lnTo>
                    <a:pt x="88813" y="40511"/>
                  </a:lnTo>
                  <a:lnTo>
                    <a:pt x="87343" y="40511"/>
                  </a:lnTo>
                  <a:lnTo>
                    <a:pt x="85720" y="40630"/>
                  </a:lnTo>
                  <a:lnTo>
                    <a:pt x="85181" y="42826"/>
                  </a:lnTo>
                  <a:lnTo>
                    <a:pt x="83739" y="44398"/>
                  </a:lnTo>
                  <a:lnTo>
                    <a:pt x="80835" y="47562"/>
                  </a:lnTo>
                  <a:lnTo>
                    <a:pt x="80125" y="48336"/>
                  </a:lnTo>
                  <a:lnTo>
                    <a:pt x="78047" y="50403"/>
                  </a:lnTo>
                  <a:lnTo>
                    <a:pt x="78504" y="54062"/>
                  </a:lnTo>
                  <a:lnTo>
                    <a:pt x="78620" y="54889"/>
                  </a:lnTo>
                  <a:lnTo>
                    <a:pt x="79018" y="57726"/>
                  </a:lnTo>
                  <a:lnTo>
                    <a:pt x="79125" y="58485"/>
                  </a:lnTo>
                  <a:lnTo>
                    <a:pt x="78591" y="58633"/>
                  </a:lnTo>
                  <a:lnTo>
                    <a:pt x="70961" y="60756"/>
                  </a:lnTo>
                  <a:lnTo>
                    <a:pt x="70252" y="60974"/>
                  </a:lnTo>
                  <a:lnTo>
                    <a:pt x="70067" y="61004"/>
                  </a:lnTo>
                  <a:lnTo>
                    <a:pt x="68844" y="61344"/>
                  </a:lnTo>
                  <a:lnTo>
                    <a:pt x="75017" y="88612"/>
                  </a:lnTo>
                  <a:lnTo>
                    <a:pt x="73012" y="98447"/>
                  </a:lnTo>
                  <a:lnTo>
                    <a:pt x="77427" y="106134"/>
                  </a:lnTo>
                  <a:lnTo>
                    <a:pt x="76313" y="112253"/>
                  </a:lnTo>
                  <a:lnTo>
                    <a:pt x="73417" y="119959"/>
                  </a:lnTo>
                  <a:lnTo>
                    <a:pt x="71829" y="126874"/>
                  </a:lnTo>
                  <a:lnTo>
                    <a:pt x="69323" y="134131"/>
                  </a:lnTo>
                  <a:lnTo>
                    <a:pt x="68432" y="138860"/>
                  </a:lnTo>
                  <a:lnTo>
                    <a:pt x="68766" y="146202"/>
                  </a:lnTo>
                  <a:lnTo>
                    <a:pt x="66009" y="152521"/>
                  </a:lnTo>
                  <a:lnTo>
                    <a:pt x="62418" y="154228"/>
                  </a:lnTo>
                  <a:lnTo>
                    <a:pt x="56905" y="154911"/>
                  </a:lnTo>
                  <a:lnTo>
                    <a:pt x="53994" y="153838"/>
                  </a:lnTo>
                  <a:lnTo>
                    <a:pt x="53281" y="155295"/>
                  </a:lnTo>
                  <a:lnTo>
                    <a:pt x="53815" y="158755"/>
                  </a:lnTo>
                  <a:lnTo>
                    <a:pt x="52566" y="161451"/>
                  </a:lnTo>
                  <a:lnTo>
                    <a:pt x="50139" y="161059"/>
                  </a:lnTo>
                  <a:lnTo>
                    <a:pt x="48050" y="160376"/>
                  </a:lnTo>
                  <a:lnTo>
                    <a:pt x="43723" y="158179"/>
                  </a:lnTo>
                  <a:lnTo>
                    <a:pt x="41318" y="156722"/>
                  </a:lnTo>
                  <a:lnTo>
                    <a:pt x="40159" y="155355"/>
                  </a:lnTo>
                  <a:lnTo>
                    <a:pt x="39268" y="153352"/>
                  </a:lnTo>
                  <a:lnTo>
                    <a:pt x="38110" y="151621"/>
                  </a:lnTo>
                  <a:lnTo>
                    <a:pt x="36417" y="149618"/>
                  </a:lnTo>
                  <a:lnTo>
                    <a:pt x="35348" y="147432"/>
                  </a:lnTo>
                  <a:lnTo>
                    <a:pt x="34903" y="145064"/>
                  </a:lnTo>
                  <a:lnTo>
                    <a:pt x="34992" y="142878"/>
                  </a:lnTo>
                  <a:lnTo>
                    <a:pt x="34337" y="139909"/>
                  </a:lnTo>
                  <a:lnTo>
                    <a:pt x="32740" y="136722"/>
                  </a:lnTo>
                  <a:lnTo>
                    <a:pt x="21092" y="133589"/>
                  </a:lnTo>
                  <a:lnTo>
                    <a:pt x="15568" y="132678"/>
                  </a:lnTo>
                  <a:lnTo>
                    <a:pt x="12741" y="130705"/>
                  </a:lnTo>
                  <a:lnTo>
                    <a:pt x="11850" y="120050"/>
                  </a:lnTo>
                  <a:lnTo>
                    <a:pt x="12384" y="115951"/>
                  </a:lnTo>
                  <a:lnTo>
                    <a:pt x="13543" y="111762"/>
                  </a:lnTo>
                  <a:lnTo>
                    <a:pt x="16572" y="109030"/>
                  </a:lnTo>
                  <a:lnTo>
                    <a:pt x="19690" y="105296"/>
                  </a:lnTo>
                  <a:lnTo>
                    <a:pt x="20492" y="103748"/>
                  </a:lnTo>
                  <a:lnTo>
                    <a:pt x="21383" y="101471"/>
                  </a:lnTo>
                  <a:lnTo>
                    <a:pt x="21651" y="99558"/>
                  </a:lnTo>
                  <a:lnTo>
                    <a:pt x="21472" y="97737"/>
                  </a:lnTo>
                  <a:lnTo>
                    <a:pt x="21294" y="96371"/>
                  </a:lnTo>
                  <a:lnTo>
                    <a:pt x="20492" y="95096"/>
                  </a:lnTo>
                  <a:lnTo>
                    <a:pt x="18978" y="92546"/>
                  </a:lnTo>
                  <a:lnTo>
                    <a:pt x="16839" y="89814"/>
                  </a:lnTo>
                  <a:lnTo>
                    <a:pt x="15948" y="85533"/>
                  </a:lnTo>
                  <a:lnTo>
                    <a:pt x="17285" y="81708"/>
                  </a:lnTo>
                  <a:lnTo>
                    <a:pt x="19067" y="79522"/>
                  </a:lnTo>
                  <a:lnTo>
                    <a:pt x="21027" y="78156"/>
                  </a:lnTo>
                  <a:lnTo>
                    <a:pt x="24234" y="78247"/>
                  </a:lnTo>
                  <a:lnTo>
                    <a:pt x="27175" y="78976"/>
                  </a:lnTo>
                  <a:lnTo>
                    <a:pt x="29937" y="79704"/>
                  </a:lnTo>
                  <a:lnTo>
                    <a:pt x="29580" y="77974"/>
                  </a:lnTo>
                  <a:lnTo>
                    <a:pt x="28155" y="75515"/>
                  </a:lnTo>
                  <a:lnTo>
                    <a:pt x="22987" y="73329"/>
                  </a:lnTo>
                  <a:lnTo>
                    <a:pt x="20403" y="73512"/>
                  </a:lnTo>
                  <a:lnTo>
                    <a:pt x="16305" y="74240"/>
                  </a:lnTo>
                  <a:lnTo>
                    <a:pt x="12830" y="73785"/>
                  </a:lnTo>
                  <a:lnTo>
                    <a:pt x="10780" y="72419"/>
                  </a:lnTo>
                  <a:lnTo>
                    <a:pt x="9890" y="70506"/>
                  </a:lnTo>
                  <a:lnTo>
                    <a:pt x="8999" y="67956"/>
                  </a:lnTo>
                  <a:lnTo>
                    <a:pt x="8731" y="65133"/>
                  </a:lnTo>
                  <a:lnTo>
                    <a:pt x="7929" y="62856"/>
                  </a:lnTo>
                  <a:lnTo>
                    <a:pt x="5791" y="60761"/>
                  </a:lnTo>
                  <a:lnTo>
                    <a:pt x="9266" y="56481"/>
                  </a:lnTo>
                  <a:lnTo>
                    <a:pt x="0" y="47283"/>
                  </a:lnTo>
                  <a:lnTo>
                    <a:pt x="4722" y="44368"/>
                  </a:lnTo>
                  <a:lnTo>
                    <a:pt x="16750" y="48284"/>
                  </a:lnTo>
                  <a:lnTo>
                    <a:pt x="23054" y="49022"/>
                  </a:lnTo>
                  <a:lnTo>
                    <a:pt x="35684" y="49569"/>
                  </a:lnTo>
                  <a:lnTo>
                    <a:pt x="39243" y="41777"/>
                  </a:lnTo>
                  <a:lnTo>
                    <a:pt x="34413" y="41172"/>
                  </a:lnTo>
                  <a:lnTo>
                    <a:pt x="28886" y="40479"/>
                  </a:lnTo>
                  <a:lnTo>
                    <a:pt x="28456" y="36935"/>
                  </a:lnTo>
                  <a:lnTo>
                    <a:pt x="28574" y="34038"/>
                  </a:lnTo>
                  <a:lnTo>
                    <a:pt x="27946" y="33248"/>
                  </a:lnTo>
                  <a:lnTo>
                    <a:pt x="28252" y="33061"/>
                  </a:lnTo>
                  <a:lnTo>
                    <a:pt x="28915" y="32656"/>
                  </a:lnTo>
                  <a:lnTo>
                    <a:pt x="29617" y="32639"/>
                  </a:lnTo>
                  <a:lnTo>
                    <a:pt x="32304" y="31425"/>
                  </a:lnTo>
                  <a:lnTo>
                    <a:pt x="32716" y="31239"/>
                  </a:lnTo>
                  <a:lnTo>
                    <a:pt x="34201" y="29407"/>
                  </a:lnTo>
                  <a:lnTo>
                    <a:pt x="35996" y="26476"/>
                  </a:lnTo>
                  <a:lnTo>
                    <a:pt x="36704" y="25665"/>
                  </a:lnTo>
                  <a:lnTo>
                    <a:pt x="37285" y="25143"/>
                  </a:lnTo>
                  <a:lnTo>
                    <a:pt x="38163" y="24356"/>
                  </a:lnTo>
                  <a:lnTo>
                    <a:pt x="40723" y="21437"/>
                  </a:lnTo>
                  <a:lnTo>
                    <a:pt x="41224" y="21360"/>
                  </a:lnTo>
                  <a:lnTo>
                    <a:pt x="43062" y="22795"/>
                  </a:lnTo>
                  <a:lnTo>
                    <a:pt x="44387" y="24050"/>
                  </a:lnTo>
                  <a:lnTo>
                    <a:pt x="45616" y="18574"/>
                  </a:lnTo>
                  <a:lnTo>
                    <a:pt x="46310" y="15482"/>
                  </a:lnTo>
                  <a:lnTo>
                    <a:pt x="46570" y="14328"/>
                  </a:lnTo>
                  <a:lnTo>
                    <a:pt x="46643" y="12521"/>
                  </a:lnTo>
                  <a:lnTo>
                    <a:pt x="46759" y="9632"/>
                  </a:lnTo>
                  <a:lnTo>
                    <a:pt x="46639" y="7574"/>
                  </a:lnTo>
                  <a:lnTo>
                    <a:pt x="46126" y="5366"/>
                  </a:lnTo>
                  <a:lnTo>
                    <a:pt x="46057" y="4368"/>
                  </a:lnTo>
                  <a:lnTo>
                    <a:pt x="47654" y="4360"/>
                  </a:lnTo>
                  <a:lnTo>
                    <a:pt x="53403" y="4328"/>
                  </a:lnTo>
                  <a:lnTo>
                    <a:pt x="63071" y="4275"/>
                  </a:lnTo>
                  <a:lnTo>
                    <a:pt x="64731" y="4191"/>
                  </a:lnTo>
                  <a:lnTo>
                    <a:pt x="71924" y="3825"/>
                  </a:lnTo>
                  <a:lnTo>
                    <a:pt x="76310" y="3602"/>
                  </a:lnTo>
                  <a:lnTo>
                    <a:pt x="77728" y="3517"/>
                  </a:lnTo>
                  <a:lnTo>
                    <a:pt x="80436" y="3354"/>
                  </a:lnTo>
                  <a:lnTo>
                    <a:pt x="81416" y="2911"/>
                  </a:lnTo>
                  <a:lnTo>
                    <a:pt x="83891" y="1792"/>
                  </a:lnTo>
                  <a:lnTo>
                    <a:pt x="84618" y="1464"/>
                  </a:lnTo>
                  <a:lnTo>
                    <a:pt x="86114" y="0"/>
                  </a:lnTo>
                  <a:lnTo>
                    <a:pt x="91375" y="4075"/>
                  </a:lnTo>
                  <a:lnTo>
                    <a:pt x="95273" y="144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2860310" y="3973087"/>
              <a:ext cx="109584" cy="175514"/>
            </a:xfrm>
            <a:custGeom>
              <a:avLst/>
              <a:pathLst>
                <a:path w="109584" h="175514">
                  <a:moveTo>
                    <a:pt x="108916" y="28827"/>
                  </a:moveTo>
                  <a:lnTo>
                    <a:pt x="109283" y="29939"/>
                  </a:lnTo>
                  <a:lnTo>
                    <a:pt x="109433" y="30394"/>
                  </a:lnTo>
                  <a:lnTo>
                    <a:pt x="109584" y="30853"/>
                  </a:lnTo>
                  <a:lnTo>
                    <a:pt x="108818" y="30535"/>
                  </a:lnTo>
                  <a:lnTo>
                    <a:pt x="106663" y="29818"/>
                  </a:lnTo>
                  <a:lnTo>
                    <a:pt x="105748" y="29591"/>
                  </a:lnTo>
                  <a:lnTo>
                    <a:pt x="105076" y="29425"/>
                  </a:lnTo>
                  <a:lnTo>
                    <a:pt x="102988" y="29203"/>
                  </a:lnTo>
                  <a:lnTo>
                    <a:pt x="101384" y="29203"/>
                  </a:lnTo>
                  <a:lnTo>
                    <a:pt x="100531" y="29252"/>
                  </a:lnTo>
                  <a:lnTo>
                    <a:pt x="99860" y="29291"/>
                  </a:lnTo>
                  <a:lnTo>
                    <a:pt x="99417" y="29316"/>
                  </a:lnTo>
                  <a:lnTo>
                    <a:pt x="98985" y="29380"/>
                  </a:lnTo>
                  <a:lnTo>
                    <a:pt x="98234" y="29462"/>
                  </a:lnTo>
                  <a:lnTo>
                    <a:pt x="97739" y="29516"/>
                  </a:lnTo>
                  <a:lnTo>
                    <a:pt x="96268" y="29677"/>
                  </a:lnTo>
                  <a:lnTo>
                    <a:pt x="93874" y="30144"/>
                  </a:lnTo>
                  <a:lnTo>
                    <a:pt x="88283" y="31134"/>
                  </a:lnTo>
                  <a:lnTo>
                    <a:pt x="82792" y="32204"/>
                  </a:lnTo>
                  <a:lnTo>
                    <a:pt x="81367" y="32465"/>
                  </a:lnTo>
                  <a:lnTo>
                    <a:pt x="80717" y="32584"/>
                  </a:lnTo>
                  <a:lnTo>
                    <a:pt x="73139" y="33970"/>
                  </a:lnTo>
                  <a:lnTo>
                    <a:pt x="72334" y="34117"/>
                  </a:lnTo>
                  <a:lnTo>
                    <a:pt x="71126" y="34448"/>
                  </a:lnTo>
                  <a:lnTo>
                    <a:pt x="70362" y="34657"/>
                  </a:lnTo>
                  <a:lnTo>
                    <a:pt x="69900" y="34784"/>
                  </a:lnTo>
                  <a:lnTo>
                    <a:pt x="69928" y="34933"/>
                  </a:lnTo>
                  <a:lnTo>
                    <a:pt x="70149" y="35225"/>
                  </a:lnTo>
                  <a:lnTo>
                    <a:pt x="70872" y="36180"/>
                  </a:lnTo>
                  <a:lnTo>
                    <a:pt x="71084" y="37342"/>
                  </a:lnTo>
                  <a:lnTo>
                    <a:pt x="71496" y="39595"/>
                  </a:lnTo>
                  <a:lnTo>
                    <a:pt x="73121" y="47052"/>
                  </a:lnTo>
                  <a:lnTo>
                    <a:pt x="73776" y="46868"/>
                  </a:lnTo>
                  <a:lnTo>
                    <a:pt x="74377" y="49733"/>
                  </a:lnTo>
                  <a:lnTo>
                    <a:pt x="74484" y="50203"/>
                  </a:lnTo>
                  <a:lnTo>
                    <a:pt x="75524" y="54784"/>
                  </a:lnTo>
                  <a:lnTo>
                    <a:pt x="75873" y="56546"/>
                  </a:lnTo>
                  <a:lnTo>
                    <a:pt x="75806" y="56853"/>
                  </a:lnTo>
                  <a:lnTo>
                    <a:pt x="75951" y="57395"/>
                  </a:lnTo>
                  <a:lnTo>
                    <a:pt x="76093" y="57923"/>
                  </a:lnTo>
                  <a:lnTo>
                    <a:pt x="76446" y="59794"/>
                  </a:lnTo>
                  <a:lnTo>
                    <a:pt x="77161" y="63583"/>
                  </a:lnTo>
                  <a:lnTo>
                    <a:pt x="77502" y="65391"/>
                  </a:lnTo>
                  <a:lnTo>
                    <a:pt x="74539" y="65948"/>
                  </a:lnTo>
                  <a:lnTo>
                    <a:pt x="72762" y="66282"/>
                  </a:lnTo>
                  <a:lnTo>
                    <a:pt x="74602" y="67162"/>
                  </a:lnTo>
                  <a:lnTo>
                    <a:pt x="75148" y="67261"/>
                  </a:lnTo>
                  <a:lnTo>
                    <a:pt x="74758" y="67942"/>
                  </a:lnTo>
                  <a:lnTo>
                    <a:pt x="74735" y="68297"/>
                  </a:lnTo>
                  <a:lnTo>
                    <a:pt x="74591" y="70446"/>
                  </a:lnTo>
                  <a:lnTo>
                    <a:pt x="74313" y="71257"/>
                  </a:lnTo>
                  <a:lnTo>
                    <a:pt x="73937" y="71855"/>
                  </a:lnTo>
                  <a:lnTo>
                    <a:pt x="73130" y="72723"/>
                  </a:lnTo>
                  <a:lnTo>
                    <a:pt x="72863" y="72990"/>
                  </a:lnTo>
                  <a:lnTo>
                    <a:pt x="72364" y="73491"/>
                  </a:lnTo>
                  <a:lnTo>
                    <a:pt x="72246" y="73994"/>
                  </a:lnTo>
                  <a:lnTo>
                    <a:pt x="71937" y="75313"/>
                  </a:lnTo>
                  <a:lnTo>
                    <a:pt x="71850" y="75692"/>
                  </a:lnTo>
                  <a:lnTo>
                    <a:pt x="71499" y="77220"/>
                  </a:lnTo>
                  <a:lnTo>
                    <a:pt x="71147" y="78756"/>
                  </a:lnTo>
                  <a:lnTo>
                    <a:pt x="72449" y="80434"/>
                  </a:lnTo>
                  <a:lnTo>
                    <a:pt x="73418" y="81236"/>
                  </a:lnTo>
                  <a:lnTo>
                    <a:pt x="73683" y="81376"/>
                  </a:lnTo>
                  <a:lnTo>
                    <a:pt x="74381" y="81738"/>
                  </a:lnTo>
                  <a:lnTo>
                    <a:pt x="74800" y="81905"/>
                  </a:lnTo>
                  <a:lnTo>
                    <a:pt x="73336" y="82863"/>
                  </a:lnTo>
                  <a:lnTo>
                    <a:pt x="71559" y="84027"/>
                  </a:lnTo>
                  <a:lnTo>
                    <a:pt x="70992" y="85879"/>
                  </a:lnTo>
                  <a:lnTo>
                    <a:pt x="70074" y="86602"/>
                  </a:lnTo>
                  <a:lnTo>
                    <a:pt x="68954" y="87484"/>
                  </a:lnTo>
                  <a:lnTo>
                    <a:pt x="68966" y="87717"/>
                  </a:lnTo>
                  <a:lnTo>
                    <a:pt x="69039" y="89100"/>
                  </a:lnTo>
                  <a:lnTo>
                    <a:pt x="69087" y="90012"/>
                  </a:lnTo>
                  <a:lnTo>
                    <a:pt x="69984" y="90667"/>
                  </a:lnTo>
                  <a:lnTo>
                    <a:pt x="73912" y="91493"/>
                  </a:lnTo>
                  <a:lnTo>
                    <a:pt x="74970" y="93997"/>
                  </a:lnTo>
                  <a:lnTo>
                    <a:pt x="73940" y="96146"/>
                  </a:lnTo>
                  <a:lnTo>
                    <a:pt x="71434" y="99561"/>
                  </a:lnTo>
                  <a:lnTo>
                    <a:pt x="67279" y="99339"/>
                  </a:lnTo>
                  <a:lnTo>
                    <a:pt x="65047" y="98242"/>
                  </a:lnTo>
                  <a:lnTo>
                    <a:pt x="61371" y="99267"/>
                  </a:lnTo>
                  <a:lnTo>
                    <a:pt x="59767" y="98789"/>
                  </a:lnTo>
                  <a:lnTo>
                    <a:pt x="57262" y="101043"/>
                  </a:lnTo>
                  <a:lnTo>
                    <a:pt x="58668" y="102692"/>
                  </a:lnTo>
                  <a:lnTo>
                    <a:pt x="63207" y="101867"/>
                  </a:lnTo>
                  <a:lnTo>
                    <a:pt x="63510" y="106063"/>
                  </a:lnTo>
                  <a:lnTo>
                    <a:pt x="64595" y="117865"/>
                  </a:lnTo>
                  <a:lnTo>
                    <a:pt x="65552" y="123945"/>
                  </a:lnTo>
                  <a:lnTo>
                    <a:pt x="68838" y="121725"/>
                  </a:lnTo>
                  <a:lnTo>
                    <a:pt x="71121" y="123091"/>
                  </a:lnTo>
                  <a:lnTo>
                    <a:pt x="73070" y="124685"/>
                  </a:lnTo>
                  <a:lnTo>
                    <a:pt x="76801" y="130604"/>
                  </a:lnTo>
                  <a:lnTo>
                    <a:pt x="76077" y="132369"/>
                  </a:lnTo>
                  <a:lnTo>
                    <a:pt x="75371" y="134656"/>
                  </a:lnTo>
                  <a:lnTo>
                    <a:pt x="74341" y="138271"/>
                  </a:lnTo>
                  <a:lnTo>
                    <a:pt x="73227" y="139438"/>
                  </a:lnTo>
                  <a:lnTo>
                    <a:pt x="74369" y="140206"/>
                  </a:lnTo>
                  <a:lnTo>
                    <a:pt x="70443" y="145727"/>
                  </a:lnTo>
                  <a:lnTo>
                    <a:pt x="71640" y="147293"/>
                  </a:lnTo>
                  <a:lnTo>
                    <a:pt x="72141" y="148602"/>
                  </a:lnTo>
                  <a:lnTo>
                    <a:pt x="74219" y="153604"/>
                  </a:lnTo>
                  <a:lnTo>
                    <a:pt x="74609" y="155539"/>
                  </a:lnTo>
                  <a:lnTo>
                    <a:pt x="73756" y="158641"/>
                  </a:lnTo>
                  <a:lnTo>
                    <a:pt x="72390" y="159231"/>
                  </a:lnTo>
                  <a:lnTo>
                    <a:pt x="70831" y="159428"/>
                  </a:lnTo>
                  <a:lnTo>
                    <a:pt x="69374" y="159612"/>
                  </a:lnTo>
                  <a:lnTo>
                    <a:pt x="68380" y="160170"/>
                  </a:lnTo>
                  <a:lnTo>
                    <a:pt x="67002" y="160944"/>
                  </a:lnTo>
                  <a:lnTo>
                    <a:pt x="65064" y="161849"/>
                  </a:lnTo>
                  <a:lnTo>
                    <a:pt x="64572" y="162281"/>
                  </a:lnTo>
                  <a:lnTo>
                    <a:pt x="62441" y="164154"/>
                  </a:lnTo>
                  <a:lnTo>
                    <a:pt x="61654" y="164847"/>
                  </a:lnTo>
                  <a:lnTo>
                    <a:pt x="61355" y="165110"/>
                  </a:lnTo>
                  <a:lnTo>
                    <a:pt x="58315" y="168526"/>
                  </a:lnTo>
                  <a:lnTo>
                    <a:pt x="55817" y="169629"/>
                  </a:lnTo>
                  <a:lnTo>
                    <a:pt x="55491" y="169772"/>
                  </a:lnTo>
                  <a:lnTo>
                    <a:pt x="55051" y="170091"/>
                  </a:lnTo>
                  <a:lnTo>
                    <a:pt x="54689" y="170353"/>
                  </a:lnTo>
                  <a:lnTo>
                    <a:pt x="50346" y="174707"/>
                  </a:lnTo>
                  <a:lnTo>
                    <a:pt x="49541" y="175514"/>
                  </a:lnTo>
                  <a:lnTo>
                    <a:pt x="49511" y="175156"/>
                  </a:lnTo>
                  <a:lnTo>
                    <a:pt x="49303" y="172627"/>
                  </a:lnTo>
                  <a:lnTo>
                    <a:pt x="47201" y="169883"/>
                  </a:lnTo>
                  <a:lnTo>
                    <a:pt x="44295" y="172461"/>
                  </a:lnTo>
                  <a:lnTo>
                    <a:pt x="40987" y="173964"/>
                  </a:lnTo>
                  <a:lnTo>
                    <a:pt x="38565" y="174066"/>
                  </a:lnTo>
                  <a:lnTo>
                    <a:pt x="37707" y="174282"/>
                  </a:lnTo>
                  <a:lnTo>
                    <a:pt x="36914" y="172311"/>
                  </a:lnTo>
                  <a:lnTo>
                    <a:pt x="36164" y="171989"/>
                  </a:lnTo>
                  <a:lnTo>
                    <a:pt x="35972" y="171907"/>
                  </a:lnTo>
                  <a:lnTo>
                    <a:pt x="33889" y="171014"/>
                  </a:lnTo>
                  <a:lnTo>
                    <a:pt x="31551" y="171754"/>
                  </a:lnTo>
                  <a:lnTo>
                    <a:pt x="29107" y="171329"/>
                  </a:lnTo>
                  <a:lnTo>
                    <a:pt x="27742" y="170744"/>
                  </a:lnTo>
                  <a:lnTo>
                    <a:pt x="27254" y="171482"/>
                  </a:lnTo>
                  <a:lnTo>
                    <a:pt x="27159" y="171625"/>
                  </a:lnTo>
                  <a:lnTo>
                    <a:pt x="25035" y="167797"/>
                  </a:lnTo>
                  <a:lnTo>
                    <a:pt x="22370" y="164578"/>
                  </a:lnTo>
                  <a:lnTo>
                    <a:pt x="24110" y="162606"/>
                  </a:lnTo>
                  <a:lnTo>
                    <a:pt x="24422" y="161855"/>
                  </a:lnTo>
                  <a:lnTo>
                    <a:pt x="24489" y="160853"/>
                  </a:lnTo>
                  <a:lnTo>
                    <a:pt x="24506" y="159033"/>
                  </a:lnTo>
                  <a:lnTo>
                    <a:pt x="24525" y="157083"/>
                  </a:lnTo>
                  <a:lnTo>
                    <a:pt x="24544" y="155002"/>
                  </a:lnTo>
                  <a:lnTo>
                    <a:pt x="24700" y="152145"/>
                  </a:lnTo>
                  <a:lnTo>
                    <a:pt x="24784" y="150596"/>
                  </a:lnTo>
                  <a:lnTo>
                    <a:pt x="24899" y="150002"/>
                  </a:lnTo>
                  <a:lnTo>
                    <a:pt x="25085" y="149046"/>
                  </a:lnTo>
                  <a:lnTo>
                    <a:pt x="25135" y="148792"/>
                  </a:lnTo>
                  <a:lnTo>
                    <a:pt x="25405" y="148010"/>
                  </a:lnTo>
                  <a:lnTo>
                    <a:pt x="25511" y="146537"/>
                  </a:lnTo>
                  <a:lnTo>
                    <a:pt x="25934" y="143168"/>
                  </a:lnTo>
                  <a:lnTo>
                    <a:pt x="26113" y="142462"/>
                  </a:lnTo>
                  <a:lnTo>
                    <a:pt x="26271" y="142032"/>
                  </a:lnTo>
                  <a:lnTo>
                    <a:pt x="26677" y="140929"/>
                  </a:lnTo>
                  <a:lnTo>
                    <a:pt x="26871" y="140432"/>
                  </a:lnTo>
                  <a:lnTo>
                    <a:pt x="27147" y="139721"/>
                  </a:lnTo>
                  <a:lnTo>
                    <a:pt x="27185" y="139339"/>
                  </a:lnTo>
                  <a:lnTo>
                    <a:pt x="27325" y="137899"/>
                  </a:lnTo>
                  <a:lnTo>
                    <a:pt x="27303" y="135987"/>
                  </a:lnTo>
                  <a:lnTo>
                    <a:pt x="27192" y="135383"/>
                  </a:lnTo>
                  <a:lnTo>
                    <a:pt x="27080" y="134780"/>
                  </a:lnTo>
                  <a:lnTo>
                    <a:pt x="27086" y="134580"/>
                  </a:lnTo>
                  <a:lnTo>
                    <a:pt x="27093" y="134292"/>
                  </a:lnTo>
                  <a:lnTo>
                    <a:pt x="27103" y="133915"/>
                  </a:lnTo>
                  <a:lnTo>
                    <a:pt x="26944" y="132588"/>
                  </a:lnTo>
                  <a:lnTo>
                    <a:pt x="26729" y="130797"/>
                  </a:lnTo>
                  <a:lnTo>
                    <a:pt x="26623" y="129906"/>
                  </a:lnTo>
                  <a:lnTo>
                    <a:pt x="26581" y="128497"/>
                  </a:lnTo>
                  <a:lnTo>
                    <a:pt x="26437" y="126972"/>
                  </a:lnTo>
                  <a:lnTo>
                    <a:pt x="26932" y="123967"/>
                  </a:lnTo>
                  <a:lnTo>
                    <a:pt x="27101" y="122938"/>
                  </a:lnTo>
                  <a:lnTo>
                    <a:pt x="28555" y="123211"/>
                  </a:lnTo>
                  <a:lnTo>
                    <a:pt x="29161" y="123236"/>
                  </a:lnTo>
                  <a:lnTo>
                    <a:pt x="29981" y="123270"/>
                  </a:lnTo>
                  <a:lnTo>
                    <a:pt x="31044" y="123313"/>
                  </a:lnTo>
                  <a:lnTo>
                    <a:pt x="31679" y="122704"/>
                  </a:lnTo>
                  <a:lnTo>
                    <a:pt x="35116" y="122823"/>
                  </a:lnTo>
                  <a:lnTo>
                    <a:pt x="36341" y="122959"/>
                  </a:lnTo>
                  <a:lnTo>
                    <a:pt x="37266" y="122920"/>
                  </a:lnTo>
                  <a:lnTo>
                    <a:pt x="38179" y="121394"/>
                  </a:lnTo>
                  <a:lnTo>
                    <a:pt x="38544" y="120874"/>
                  </a:lnTo>
                  <a:lnTo>
                    <a:pt x="39617" y="119344"/>
                  </a:lnTo>
                  <a:lnTo>
                    <a:pt x="40830" y="117615"/>
                  </a:lnTo>
                  <a:lnTo>
                    <a:pt x="41434" y="116670"/>
                  </a:lnTo>
                  <a:lnTo>
                    <a:pt x="41543" y="116499"/>
                  </a:lnTo>
                  <a:lnTo>
                    <a:pt x="41709" y="116378"/>
                  </a:lnTo>
                  <a:lnTo>
                    <a:pt x="42037" y="116141"/>
                  </a:lnTo>
                  <a:lnTo>
                    <a:pt x="42221" y="115843"/>
                  </a:lnTo>
                  <a:lnTo>
                    <a:pt x="42496" y="115400"/>
                  </a:lnTo>
                  <a:lnTo>
                    <a:pt x="43202" y="114260"/>
                  </a:lnTo>
                  <a:lnTo>
                    <a:pt x="43434" y="113886"/>
                  </a:lnTo>
                  <a:lnTo>
                    <a:pt x="44377" y="112364"/>
                  </a:lnTo>
                  <a:lnTo>
                    <a:pt x="44497" y="112170"/>
                  </a:lnTo>
                  <a:lnTo>
                    <a:pt x="44817" y="111629"/>
                  </a:lnTo>
                  <a:lnTo>
                    <a:pt x="46088" y="109481"/>
                  </a:lnTo>
                  <a:lnTo>
                    <a:pt x="46645" y="108703"/>
                  </a:lnTo>
                  <a:lnTo>
                    <a:pt x="48057" y="106731"/>
                  </a:lnTo>
                  <a:lnTo>
                    <a:pt x="48369" y="106293"/>
                  </a:lnTo>
                  <a:lnTo>
                    <a:pt x="48827" y="105654"/>
                  </a:lnTo>
                  <a:lnTo>
                    <a:pt x="49218" y="105285"/>
                  </a:lnTo>
                  <a:lnTo>
                    <a:pt x="51204" y="103413"/>
                  </a:lnTo>
                  <a:lnTo>
                    <a:pt x="50168" y="102091"/>
                  </a:lnTo>
                  <a:lnTo>
                    <a:pt x="50489" y="101297"/>
                  </a:lnTo>
                  <a:lnTo>
                    <a:pt x="48907" y="100205"/>
                  </a:lnTo>
                  <a:lnTo>
                    <a:pt x="48469" y="99519"/>
                  </a:lnTo>
                  <a:lnTo>
                    <a:pt x="48338" y="98293"/>
                  </a:lnTo>
                  <a:lnTo>
                    <a:pt x="48149" y="96528"/>
                  </a:lnTo>
                  <a:lnTo>
                    <a:pt x="48404" y="96089"/>
                  </a:lnTo>
                  <a:lnTo>
                    <a:pt x="49847" y="93602"/>
                  </a:lnTo>
                  <a:lnTo>
                    <a:pt x="50215" y="92969"/>
                  </a:lnTo>
                  <a:lnTo>
                    <a:pt x="50698" y="92072"/>
                  </a:lnTo>
                  <a:lnTo>
                    <a:pt x="50806" y="91872"/>
                  </a:lnTo>
                  <a:lnTo>
                    <a:pt x="50994" y="91523"/>
                  </a:lnTo>
                  <a:lnTo>
                    <a:pt x="50726" y="91590"/>
                  </a:lnTo>
                  <a:lnTo>
                    <a:pt x="50551" y="91634"/>
                  </a:lnTo>
                  <a:lnTo>
                    <a:pt x="47892" y="92189"/>
                  </a:lnTo>
                  <a:lnTo>
                    <a:pt x="46356" y="92650"/>
                  </a:lnTo>
                  <a:lnTo>
                    <a:pt x="44482" y="93213"/>
                  </a:lnTo>
                  <a:lnTo>
                    <a:pt x="42826" y="93735"/>
                  </a:lnTo>
                  <a:lnTo>
                    <a:pt x="40959" y="94323"/>
                  </a:lnTo>
                  <a:lnTo>
                    <a:pt x="40369" y="94421"/>
                  </a:lnTo>
                  <a:lnTo>
                    <a:pt x="39629" y="94544"/>
                  </a:lnTo>
                  <a:lnTo>
                    <a:pt x="37103" y="94963"/>
                  </a:lnTo>
                  <a:lnTo>
                    <a:pt x="36741" y="94975"/>
                  </a:lnTo>
                  <a:lnTo>
                    <a:pt x="35250" y="95022"/>
                  </a:lnTo>
                  <a:lnTo>
                    <a:pt x="34599" y="95043"/>
                  </a:lnTo>
                  <a:lnTo>
                    <a:pt x="34402" y="95049"/>
                  </a:lnTo>
                  <a:lnTo>
                    <a:pt x="32119" y="94558"/>
                  </a:lnTo>
                  <a:lnTo>
                    <a:pt x="30560" y="94223"/>
                  </a:lnTo>
                  <a:lnTo>
                    <a:pt x="24991" y="93028"/>
                  </a:lnTo>
                  <a:lnTo>
                    <a:pt x="21219" y="92693"/>
                  </a:lnTo>
                  <a:lnTo>
                    <a:pt x="20508" y="92630"/>
                  </a:lnTo>
                  <a:lnTo>
                    <a:pt x="18932" y="93139"/>
                  </a:lnTo>
                  <a:lnTo>
                    <a:pt x="18601" y="93643"/>
                  </a:lnTo>
                  <a:lnTo>
                    <a:pt x="18375" y="93988"/>
                  </a:lnTo>
                  <a:lnTo>
                    <a:pt x="18057" y="93370"/>
                  </a:lnTo>
                  <a:lnTo>
                    <a:pt x="17422" y="92140"/>
                  </a:lnTo>
                  <a:lnTo>
                    <a:pt x="16459" y="89673"/>
                  </a:lnTo>
                  <a:lnTo>
                    <a:pt x="15819" y="88842"/>
                  </a:lnTo>
                  <a:lnTo>
                    <a:pt x="15385" y="88381"/>
                  </a:lnTo>
                  <a:lnTo>
                    <a:pt x="13413" y="86912"/>
                  </a:lnTo>
                  <a:lnTo>
                    <a:pt x="10924" y="85137"/>
                  </a:lnTo>
                  <a:lnTo>
                    <a:pt x="10172" y="84351"/>
                  </a:lnTo>
                  <a:lnTo>
                    <a:pt x="9671" y="83583"/>
                  </a:lnTo>
                  <a:lnTo>
                    <a:pt x="9121" y="82544"/>
                  </a:lnTo>
                  <a:lnTo>
                    <a:pt x="7366" y="80184"/>
                  </a:lnTo>
                  <a:lnTo>
                    <a:pt x="6580" y="77452"/>
                  </a:lnTo>
                  <a:lnTo>
                    <a:pt x="6480" y="76120"/>
                  </a:lnTo>
                  <a:lnTo>
                    <a:pt x="6230" y="74891"/>
                  </a:lnTo>
                  <a:lnTo>
                    <a:pt x="6063" y="74464"/>
                  </a:lnTo>
                  <a:lnTo>
                    <a:pt x="5964" y="74332"/>
                  </a:lnTo>
                  <a:lnTo>
                    <a:pt x="5461" y="73661"/>
                  </a:lnTo>
                  <a:lnTo>
                    <a:pt x="4505" y="72939"/>
                  </a:lnTo>
                  <a:lnTo>
                    <a:pt x="3857" y="72449"/>
                  </a:lnTo>
                  <a:lnTo>
                    <a:pt x="3473" y="71868"/>
                  </a:lnTo>
                  <a:lnTo>
                    <a:pt x="3256" y="70912"/>
                  </a:lnTo>
                  <a:lnTo>
                    <a:pt x="2215" y="69068"/>
                  </a:lnTo>
                  <a:lnTo>
                    <a:pt x="1311" y="67909"/>
                  </a:lnTo>
                  <a:lnTo>
                    <a:pt x="970" y="67473"/>
                  </a:lnTo>
                  <a:lnTo>
                    <a:pt x="0" y="66271"/>
                  </a:lnTo>
                  <a:lnTo>
                    <a:pt x="881" y="65538"/>
                  </a:lnTo>
                  <a:lnTo>
                    <a:pt x="3972" y="63005"/>
                  </a:lnTo>
                  <a:lnTo>
                    <a:pt x="5127" y="61597"/>
                  </a:lnTo>
                  <a:lnTo>
                    <a:pt x="7592" y="58950"/>
                  </a:lnTo>
                  <a:lnTo>
                    <a:pt x="7920" y="58564"/>
                  </a:lnTo>
                  <a:lnTo>
                    <a:pt x="8719" y="57626"/>
                  </a:lnTo>
                  <a:lnTo>
                    <a:pt x="10905" y="54809"/>
                  </a:lnTo>
                  <a:lnTo>
                    <a:pt x="14491" y="48989"/>
                  </a:lnTo>
                  <a:lnTo>
                    <a:pt x="17698" y="43785"/>
                  </a:lnTo>
                  <a:lnTo>
                    <a:pt x="17814" y="43597"/>
                  </a:lnTo>
                  <a:lnTo>
                    <a:pt x="23080" y="35603"/>
                  </a:lnTo>
                  <a:lnTo>
                    <a:pt x="25148" y="37206"/>
                  </a:lnTo>
                  <a:lnTo>
                    <a:pt x="28360" y="39457"/>
                  </a:lnTo>
                  <a:lnTo>
                    <a:pt x="29165" y="39976"/>
                  </a:lnTo>
                  <a:lnTo>
                    <a:pt x="35639" y="30089"/>
                  </a:lnTo>
                  <a:lnTo>
                    <a:pt x="35876" y="29727"/>
                  </a:lnTo>
                  <a:lnTo>
                    <a:pt x="35975" y="29575"/>
                  </a:lnTo>
                  <a:lnTo>
                    <a:pt x="36121" y="29368"/>
                  </a:lnTo>
                  <a:lnTo>
                    <a:pt x="36786" y="28427"/>
                  </a:lnTo>
                  <a:lnTo>
                    <a:pt x="42749" y="19977"/>
                  </a:lnTo>
                  <a:lnTo>
                    <a:pt x="42888" y="19781"/>
                  </a:lnTo>
                  <a:lnTo>
                    <a:pt x="43125" y="19445"/>
                  </a:lnTo>
                  <a:lnTo>
                    <a:pt x="43217" y="19314"/>
                  </a:lnTo>
                  <a:lnTo>
                    <a:pt x="51745" y="7231"/>
                  </a:lnTo>
                  <a:lnTo>
                    <a:pt x="52145" y="6665"/>
                  </a:lnTo>
                  <a:lnTo>
                    <a:pt x="55337" y="2141"/>
                  </a:lnTo>
                  <a:lnTo>
                    <a:pt x="56461" y="550"/>
                  </a:lnTo>
                  <a:lnTo>
                    <a:pt x="56652" y="278"/>
                  </a:lnTo>
                  <a:lnTo>
                    <a:pt x="56849" y="0"/>
                  </a:lnTo>
                  <a:lnTo>
                    <a:pt x="57124" y="823"/>
                  </a:lnTo>
                  <a:lnTo>
                    <a:pt x="57259" y="1097"/>
                  </a:lnTo>
                  <a:lnTo>
                    <a:pt x="57658" y="1911"/>
                  </a:lnTo>
                  <a:lnTo>
                    <a:pt x="62496" y="11763"/>
                  </a:lnTo>
                  <a:lnTo>
                    <a:pt x="75995" y="15169"/>
                  </a:lnTo>
                  <a:lnTo>
                    <a:pt x="77761" y="15615"/>
                  </a:lnTo>
                  <a:lnTo>
                    <a:pt x="78036" y="15684"/>
                  </a:lnTo>
                  <a:lnTo>
                    <a:pt x="78634" y="15835"/>
                  </a:lnTo>
                  <a:lnTo>
                    <a:pt x="81142" y="16468"/>
                  </a:lnTo>
                  <a:lnTo>
                    <a:pt x="88595" y="18348"/>
                  </a:lnTo>
                  <a:lnTo>
                    <a:pt x="97498" y="20594"/>
                  </a:lnTo>
                  <a:lnTo>
                    <a:pt x="98442" y="20832"/>
                  </a:lnTo>
                  <a:lnTo>
                    <a:pt x="99980" y="21401"/>
                  </a:lnTo>
                  <a:lnTo>
                    <a:pt x="100713" y="21672"/>
                  </a:lnTo>
                  <a:lnTo>
                    <a:pt x="107529" y="26613"/>
                  </a:lnTo>
                  <a:lnTo>
                    <a:pt x="108359" y="27831"/>
                  </a:lnTo>
                  <a:lnTo>
                    <a:pt x="108583" y="28230"/>
                  </a:lnTo>
                  <a:lnTo>
                    <a:pt x="108826" y="286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2873857" y="4064610"/>
              <a:ext cx="37657" cy="31790"/>
            </a:xfrm>
            <a:custGeom>
              <a:avLst/>
              <a:pathLst>
                <a:path w="37657" h="31790">
                  <a:moveTo>
                    <a:pt x="36300" y="2079"/>
                  </a:moveTo>
                  <a:lnTo>
                    <a:pt x="34857" y="4566"/>
                  </a:lnTo>
                  <a:lnTo>
                    <a:pt x="34602" y="5005"/>
                  </a:lnTo>
                  <a:lnTo>
                    <a:pt x="34790" y="6769"/>
                  </a:lnTo>
                  <a:lnTo>
                    <a:pt x="34922" y="7995"/>
                  </a:lnTo>
                  <a:lnTo>
                    <a:pt x="35360" y="8682"/>
                  </a:lnTo>
                  <a:lnTo>
                    <a:pt x="36942" y="9773"/>
                  </a:lnTo>
                  <a:lnTo>
                    <a:pt x="36598" y="10624"/>
                  </a:lnTo>
                  <a:lnTo>
                    <a:pt x="37657" y="11889"/>
                  </a:lnTo>
                  <a:lnTo>
                    <a:pt x="35671" y="13762"/>
                  </a:lnTo>
                  <a:lnTo>
                    <a:pt x="35280" y="14131"/>
                  </a:lnTo>
                  <a:lnTo>
                    <a:pt x="34822" y="14770"/>
                  </a:lnTo>
                  <a:lnTo>
                    <a:pt x="34509" y="15207"/>
                  </a:lnTo>
                  <a:lnTo>
                    <a:pt x="33098" y="17179"/>
                  </a:lnTo>
                  <a:lnTo>
                    <a:pt x="32541" y="17958"/>
                  </a:lnTo>
                  <a:lnTo>
                    <a:pt x="31270" y="20106"/>
                  </a:lnTo>
                  <a:lnTo>
                    <a:pt x="30950" y="20646"/>
                  </a:lnTo>
                  <a:lnTo>
                    <a:pt x="30829" y="20841"/>
                  </a:lnTo>
                  <a:lnTo>
                    <a:pt x="29887" y="22362"/>
                  </a:lnTo>
                  <a:lnTo>
                    <a:pt x="29655" y="22737"/>
                  </a:lnTo>
                  <a:lnTo>
                    <a:pt x="28949" y="23877"/>
                  </a:lnTo>
                  <a:lnTo>
                    <a:pt x="28674" y="24320"/>
                  </a:lnTo>
                  <a:lnTo>
                    <a:pt x="28490" y="24618"/>
                  </a:lnTo>
                  <a:lnTo>
                    <a:pt x="28162" y="24855"/>
                  </a:lnTo>
                  <a:lnTo>
                    <a:pt x="27995" y="24975"/>
                  </a:lnTo>
                  <a:lnTo>
                    <a:pt x="27821" y="25249"/>
                  </a:lnTo>
                  <a:lnTo>
                    <a:pt x="27283" y="26091"/>
                  </a:lnTo>
                  <a:lnTo>
                    <a:pt x="26070" y="27820"/>
                  </a:lnTo>
                  <a:lnTo>
                    <a:pt x="24996" y="29351"/>
                  </a:lnTo>
                  <a:lnTo>
                    <a:pt x="24632" y="29871"/>
                  </a:lnTo>
                  <a:lnTo>
                    <a:pt x="23719" y="31396"/>
                  </a:lnTo>
                  <a:lnTo>
                    <a:pt x="22794" y="31436"/>
                  </a:lnTo>
                  <a:lnTo>
                    <a:pt x="21569" y="31299"/>
                  </a:lnTo>
                  <a:lnTo>
                    <a:pt x="18132" y="31180"/>
                  </a:lnTo>
                  <a:lnTo>
                    <a:pt x="17497" y="31790"/>
                  </a:lnTo>
                  <a:lnTo>
                    <a:pt x="16433" y="31746"/>
                  </a:lnTo>
                  <a:lnTo>
                    <a:pt x="15613" y="31712"/>
                  </a:lnTo>
                  <a:lnTo>
                    <a:pt x="15008" y="31687"/>
                  </a:lnTo>
                  <a:lnTo>
                    <a:pt x="13554" y="31414"/>
                  </a:lnTo>
                  <a:lnTo>
                    <a:pt x="12268" y="31090"/>
                  </a:lnTo>
                  <a:lnTo>
                    <a:pt x="9025" y="29914"/>
                  </a:lnTo>
                  <a:lnTo>
                    <a:pt x="8258" y="29536"/>
                  </a:lnTo>
                  <a:lnTo>
                    <a:pt x="6999" y="28710"/>
                  </a:lnTo>
                  <a:lnTo>
                    <a:pt x="6215" y="28371"/>
                  </a:lnTo>
                  <a:lnTo>
                    <a:pt x="5754" y="27792"/>
                  </a:lnTo>
                  <a:lnTo>
                    <a:pt x="3582" y="25060"/>
                  </a:lnTo>
                  <a:lnTo>
                    <a:pt x="2495" y="23921"/>
                  </a:lnTo>
                  <a:lnTo>
                    <a:pt x="1141" y="22505"/>
                  </a:lnTo>
                  <a:lnTo>
                    <a:pt x="0" y="21311"/>
                  </a:lnTo>
                  <a:lnTo>
                    <a:pt x="501" y="17434"/>
                  </a:lnTo>
                  <a:lnTo>
                    <a:pt x="1837" y="13319"/>
                  </a:lnTo>
                  <a:lnTo>
                    <a:pt x="3842" y="9528"/>
                  </a:lnTo>
                  <a:lnTo>
                    <a:pt x="3564" y="8300"/>
                  </a:lnTo>
                  <a:lnTo>
                    <a:pt x="2906" y="5396"/>
                  </a:lnTo>
                  <a:lnTo>
                    <a:pt x="3740" y="4124"/>
                  </a:lnTo>
                  <a:lnTo>
                    <a:pt x="4666" y="2712"/>
                  </a:lnTo>
                  <a:lnTo>
                    <a:pt x="4828" y="2464"/>
                  </a:lnTo>
                  <a:lnTo>
                    <a:pt x="5054" y="2120"/>
                  </a:lnTo>
                  <a:lnTo>
                    <a:pt x="5384" y="1615"/>
                  </a:lnTo>
                  <a:lnTo>
                    <a:pt x="6961" y="1106"/>
                  </a:lnTo>
                  <a:lnTo>
                    <a:pt x="7672" y="1169"/>
                  </a:lnTo>
                  <a:lnTo>
                    <a:pt x="11444" y="1505"/>
                  </a:lnTo>
                  <a:lnTo>
                    <a:pt x="17013" y="2700"/>
                  </a:lnTo>
                  <a:lnTo>
                    <a:pt x="18571" y="3035"/>
                  </a:lnTo>
                  <a:lnTo>
                    <a:pt x="20855" y="3525"/>
                  </a:lnTo>
                  <a:lnTo>
                    <a:pt x="21052" y="3519"/>
                  </a:lnTo>
                  <a:lnTo>
                    <a:pt x="21702" y="3499"/>
                  </a:lnTo>
                  <a:lnTo>
                    <a:pt x="23194" y="3451"/>
                  </a:lnTo>
                  <a:lnTo>
                    <a:pt x="23556" y="3440"/>
                  </a:lnTo>
                  <a:lnTo>
                    <a:pt x="26082" y="3020"/>
                  </a:lnTo>
                  <a:lnTo>
                    <a:pt x="26822" y="2898"/>
                  </a:lnTo>
                  <a:lnTo>
                    <a:pt x="27412" y="2800"/>
                  </a:lnTo>
                  <a:lnTo>
                    <a:pt x="29279" y="2211"/>
                  </a:lnTo>
                  <a:lnTo>
                    <a:pt x="30934" y="1690"/>
                  </a:lnTo>
                  <a:lnTo>
                    <a:pt x="32809" y="1127"/>
                  </a:lnTo>
                  <a:lnTo>
                    <a:pt x="34345" y="665"/>
                  </a:lnTo>
                  <a:lnTo>
                    <a:pt x="37004" y="110"/>
                  </a:lnTo>
                  <a:lnTo>
                    <a:pt x="37178" y="67"/>
                  </a:lnTo>
                  <a:lnTo>
                    <a:pt x="37447" y="0"/>
                  </a:lnTo>
                  <a:lnTo>
                    <a:pt x="37259" y="349"/>
                  </a:lnTo>
                  <a:lnTo>
                    <a:pt x="37151" y="548"/>
                  </a:lnTo>
                  <a:lnTo>
                    <a:pt x="36668" y="1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2887469" y="4116571"/>
              <a:ext cx="70765" cy="70645"/>
            </a:xfrm>
            <a:custGeom>
              <a:avLst/>
              <a:pathLst>
                <a:path w="70765" h="70645">
                  <a:moveTo>
                    <a:pt x="68462" y="30910"/>
                  </a:moveTo>
                  <a:lnTo>
                    <a:pt x="69261" y="34002"/>
                  </a:lnTo>
                  <a:lnTo>
                    <a:pt x="69034" y="39434"/>
                  </a:lnTo>
                  <a:lnTo>
                    <a:pt x="70388" y="42262"/>
                  </a:lnTo>
                  <a:lnTo>
                    <a:pt x="70765" y="45695"/>
                  </a:lnTo>
                  <a:lnTo>
                    <a:pt x="57607" y="48997"/>
                  </a:lnTo>
                  <a:lnTo>
                    <a:pt x="51325" y="49201"/>
                  </a:lnTo>
                  <a:lnTo>
                    <a:pt x="51789" y="55606"/>
                  </a:lnTo>
                  <a:lnTo>
                    <a:pt x="51907" y="57237"/>
                  </a:lnTo>
                  <a:lnTo>
                    <a:pt x="51546" y="57174"/>
                  </a:lnTo>
                  <a:lnTo>
                    <a:pt x="47323" y="56534"/>
                  </a:lnTo>
                  <a:lnTo>
                    <a:pt x="44490" y="57015"/>
                  </a:lnTo>
                  <a:lnTo>
                    <a:pt x="40281" y="57874"/>
                  </a:lnTo>
                  <a:lnTo>
                    <a:pt x="39558" y="58750"/>
                  </a:lnTo>
                  <a:lnTo>
                    <a:pt x="38722" y="59763"/>
                  </a:lnTo>
                  <a:lnTo>
                    <a:pt x="37007" y="60674"/>
                  </a:lnTo>
                  <a:lnTo>
                    <a:pt x="37619" y="62820"/>
                  </a:lnTo>
                  <a:lnTo>
                    <a:pt x="37392" y="62991"/>
                  </a:lnTo>
                  <a:lnTo>
                    <a:pt x="34254" y="65352"/>
                  </a:lnTo>
                  <a:lnTo>
                    <a:pt x="33676" y="68745"/>
                  </a:lnTo>
                  <a:lnTo>
                    <a:pt x="33352" y="70645"/>
                  </a:lnTo>
                  <a:lnTo>
                    <a:pt x="23680" y="70461"/>
                  </a:lnTo>
                  <a:lnTo>
                    <a:pt x="23132" y="69817"/>
                  </a:lnTo>
                  <a:lnTo>
                    <a:pt x="19258" y="65273"/>
                  </a:lnTo>
                  <a:lnTo>
                    <a:pt x="14717" y="59947"/>
                  </a:lnTo>
                  <a:lnTo>
                    <a:pt x="14383" y="59555"/>
                  </a:lnTo>
                  <a:lnTo>
                    <a:pt x="12677" y="55659"/>
                  </a:lnTo>
                  <a:lnTo>
                    <a:pt x="12556" y="55381"/>
                  </a:lnTo>
                  <a:lnTo>
                    <a:pt x="10856" y="51441"/>
                  </a:lnTo>
                  <a:lnTo>
                    <a:pt x="10308" y="50132"/>
                  </a:lnTo>
                  <a:lnTo>
                    <a:pt x="9361" y="47867"/>
                  </a:lnTo>
                  <a:lnTo>
                    <a:pt x="8247" y="47141"/>
                  </a:lnTo>
                  <a:lnTo>
                    <a:pt x="5593" y="45413"/>
                  </a:lnTo>
                  <a:lnTo>
                    <a:pt x="5505" y="44721"/>
                  </a:lnTo>
                  <a:lnTo>
                    <a:pt x="5343" y="43450"/>
                  </a:lnTo>
                  <a:lnTo>
                    <a:pt x="2415" y="39508"/>
                  </a:lnTo>
                  <a:lnTo>
                    <a:pt x="774" y="34201"/>
                  </a:lnTo>
                  <a:lnTo>
                    <a:pt x="1201" y="33878"/>
                  </a:lnTo>
                  <a:lnTo>
                    <a:pt x="2961" y="33477"/>
                  </a:lnTo>
                  <a:lnTo>
                    <a:pt x="2606" y="32837"/>
                  </a:lnTo>
                  <a:lnTo>
                    <a:pt x="1842" y="31460"/>
                  </a:lnTo>
                  <a:lnTo>
                    <a:pt x="0" y="28141"/>
                  </a:lnTo>
                  <a:lnTo>
                    <a:pt x="94" y="27998"/>
                  </a:lnTo>
                  <a:lnTo>
                    <a:pt x="582" y="27260"/>
                  </a:lnTo>
                  <a:lnTo>
                    <a:pt x="1947" y="27845"/>
                  </a:lnTo>
                  <a:lnTo>
                    <a:pt x="4391" y="28270"/>
                  </a:lnTo>
                  <a:lnTo>
                    <a:pt x="6730" y="27530"/>
                  </a:lnTo>
                  <a:lnTo>
                    <a:pt x="8813" y="28423"/>
                  </a:lnTo>
                  <a:lnTo>
                    <a:pt x="9004" y="28505"/>
                  </a:lnTo>
                  <a:lnTo>
                    <a:pt x="9755" y="28827"/>
                  </a:lnTo>
                  <a:lnTo>
                    <a:pt x="10547" y="30798"/>
                  </a:lnTo>
                  <a:lnTo>
                    <a:pt x="11405" y="30582"/>
                  </a:lnTo>
                  <a:lnTo>
                    <a:pt x="13828" y="30480"/>
                  </a:lnTo>
                  <a:lnTo>
                    <a:pt x="17135" y="28977"/>
                  </a:lnTo>
                  <a:lnTo>
                    <a:pt x="20041" y="26399"/>
                  </a:lnTo>
                  <a:lnTo>
                    <a:pt x="22143" y="29143"/>
                  </a:lnTo>
                  <a:lnTo>
                    <a:pt x="22352" y="31672"/>
                  </a:lnTo>
                  <a:lnTo>
                    <a:pt x="22381" y="32030"/>
                  </a:lnTo>
                  <a:lnTo>
                    <a:pt x="23186" y="31223"/>
                  </a:lnTo>
                  <a:lnTo>
                    <a:pt x="27530" y="26869"/>
                  </a:lnTo>
                  <a:lnTo>
                    <a:pt x="27892" y="26607"/>
                  </a:lnTo>
                  <a:lnTo>
                    <a:pt x="28332" y="26288"/>
                  </a:lnTo>
                  <a:lnTo>
                    <a:pt x="28657" y="26145"/>
                  </a:lnTo>
                  <a:lnTo>
                    <a:pt x="31155" y="25042"/>
                  </a:lnTo>
                  <a:lnTo>
                    <a:pt x="34195" y="21626"/>
                  </a:lnTo>
                  <a:lnTo>
                    <a:pt x="34495" y="21363"/>
                  </a:lnTo>
                  <a:lnTo>
                    <a:pt x="35281" y="20670"/>
                  </a:lnTo>
                  <a:lnTo>
                    <a:pt x="37413" y="18797"/>
                  </a:lnTo>
                  <a:lnTo>
                    <a:pt x="37904" y="18365"/>
                  </a:lnTo>
                  <a:lnTo>
                    <a:pt x="39842" y="17460"/>
                  </a:lnTo>
                  <a:lnTo>
                    <a:pt x="41221" y="16686"/>
                  </a:lnTo>
                  <a:lnTo>
                    <a:pt x="42214" y="16128"/>
                  </a:lnTo>
                  <a:lnTo>
                    <a:pt x="43671" y="15944"/>
                  </a:lnTo>
                  <a:lnTo>
                    <a:pt x="45230" y="15747"/>
                  </a:lnTo>
                  <a:lnTo>
                    <a:pt x="46614" y="15092"/>
                  </a:lnTo>
                  <a:lnTo>
                    <a:pt x="47450" y="12055"/>
                  </a:lnTo>
                  <a:lnTo>
                    <a:pt x="47060" y="10120"/>
                  </a:lnTo>
                  <a:lnTo>
                    <a:pt x="44982" y="5118"/>
                  </a:lnTo>
                  <a:lnTo>
                    <a:pt x="54622" y="0"/>
                  </a:lnTo>
                  <a:lnTo>
                    <a:pt x="58208" y="8765"/>
                  </a:lnTo>
                  <a:lnTo>
                    <a:pt x="59745" y="12727"/>
                  </a:lnTo>
                  <a:lnTo>
                    <a:pt x="62374" y="19278"/>
                  </a:lnTo>
                  <a:lnTo>
                    <a:pt x="64624" y="248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2730601" y="3989386"/>
              <a:ext cx="176127" cy="224072"/>
            </a:xfrm>
            <a:custGeom>
              <a:avLst/>
              <a:pathLst>
                <a:path w="176127" h="224072">
                  <a:moveTo>
                    <a:pt x="64275" y="19606"/>
                  </a:moveTo>
                  <a:lnTo>
                    <a:pt x="65377" y="20310"/>
                  </a:lnTo>
                  <a:lnTo>
                    <a:pt x="66122" y="20080"/>
                  </a:lnTo>
                  <a:lnTo>
                    <a:pt x="66864" y="19249"/>
                  </a:lnTo>
                  <a:lnTo>
                    <a:pt x="69130" y="16713"/>
                  </a:lnTo>
                  <a:lnTo>
                    <a:pt x="69304" y="16829"/>
                  </a:lnTo>
                  <a:lnTo>
                    <a:pt x="72295" y="18635"/>
                  </a:lnTo>
                  <a:lnTo>
                    <a:pt x="73743" y="19512"/>
                  </a:lnTo>
                  <a:lnTo>
                    <a:pt x="75307" y="21391"/>
                  </a:lnTo>
                  <a:lnTo>
                    <a:pt x="75962" y="22287"/>
                  </a:lnTo>
                  <a:lnTo>
                    <a:pt x="76858" y="21985"/>
                  </a:lnTo>
                  <a:lnTo>
                    <a:pt x="83208" y="20046"/>
                  </a:lnTo>
                  <a:lnTo>
                    <a:pt x="84301" y="19712"/>
                  </a:lnTo>
                  <a:lnTo>
                    <a:pt x="84937" y="19517"/>
                  </a:lnTo>
                  <a:lnTo>
                    <a:pt x="87555" y="18906"/>
                  </a:lnTo>
                  <a:lnTo>
                    <a:pt x="90388" y="18151"/>
                  </a:lnTo>
                  <a:lnTo>
                    <a:pt x="91913" y="17332"/>
                  </a:lnTo>
                  <a:lnTo>
                    <a:pt x="92310" y="17119"/>
                  </a:lnTo>
                  <a:lnTo>
                    <a:pt x="93215" y="20805"/>
                  </a:lnTo>
                  <a:lnTo>
                    <a:pt x="93899" y="22204"/>
                  </a:lnTo>
                  <a:lnTo>
                    <a:pt x="98697" y="19692"/>
                  </a:lnTo>
                  <a:lnTo>
                    <a:pt x="99062" y="19409"/>
                  </a:lnTo>
                  <a:lnTo>
                    <a:pt x="100084" y="18615"/>
                  </a:lnTo>
                  <a:lnTo>
                    <a:pt x="104862" y="15975"/>
                  </a:lnTo>
                  <a:lnTo>
                    <a:pt x="105570" y="15584"/>
                  </a:lnTo>
                  <a:lnTo>
                    <a:pt x="107508" y="19007"/>
                  </a:lnTo>
                  <a:lnTo>
                    <a:pt x="109054" y="21638"/>
                  </a:lnTo>
                  <a:lnTo>
                    <a:pt x="108478" y="23218"/>
                  </a:lnTo>
                  <a:lnTo>
                    <a:pt x="108895" y="23257"/>
                  </a:lnTo>
                  <a:lnTo>
                    <a:pt x="109064" y="23273"/>
                  </a:lnTo>
                  <a:lnTo>
                    <a:pt x="110633" y="25945"/>
                  </a:lnTo>
                  <a:lnTo>
                    <a:pt x="110750" y="26145"/>
                  </a:lnTo>
                  <a:lnTo>
                    <a:pt x="111730" y="27814"/>
                  </a:lnTo>
                  <a:lnTo>
                    <a:pt x="112745" y="28945"/>
                  </a:lnTo>
                  <a:lnTo>
                    <a:pt x="113939" y="29795"/>
                  </a:lnTo>
                  <a:lnTo>
                    <a:pt x="115126" y="30639"/>
                  </a:lnTo>
                  <a:lnTo>
                    <a:pt x="116109" y="31421"/>
                  </a:lnTo>
                  <a:lnTo>
                    <a:pt x="116253" y="31535"/>
                  </a:lnTo>
                  <a:lnTo>
                    <a:pt x="117534" y="32332"/>
                  </a:lnTo>
                  <a:lnTo>
                    <a:pt x="119316" y="33527"/>
                  </a:lnTo>
                  <a:lnTo>
                    <a:pt x="120249" y="34410"/>
                  </a:lnTo>
                  <a:lnTo>
                    <a:pt x="120334" y="35902"/>
                  </a:lnTo>
                  <a:lnTo>
                    <a:pt x="120300" y="36659"/>
                  </a:lnTo>
                  <a:lnTo>
                    <a:pt x="120277" y="37184"/>
                  </a:lnTo>
                  <a:lnTo>
                    <a:pt x="120458" y="37754"/>
                  </a:lnTo>
                  <a:lnTo>
                    <a:pt x="120583" y="38259"/>
                  </a:lnTo>
                  <a:lnTo>
                    <a:pt x="121293" y="41126"/>
                  </a:lnTo>
                  <a:lnTo>
                    <a:pt x="121390" y="42549"/>
                  </a:lnTo>
                  <a:lnTo>
                    <a:pt x="121794" y="43716"/>
                  </a:lnTo>
                  <a:lnTo>
                    <a:pt x="122727" y="44517"/>
                  </a:lnTo>
                  <a:lnTo>
                    <a:pt x="125500" y="46895"/>
                  </a:lnTo>
                  <a:lnTo>
                    <a:pt x="126825" y="47601"/>
                  </a:lnTo>
                  <a:lnTo>
                    <a:pt x="128340" y="48500"/>
                  </a:lnTo>
                  <a:lnTo>
                    <a:pt x="129164" y="49297"/>
                  </a:lnTo>
                  <a:lnTo>
                    <a:pt x="129709" y="49971"/>
                  </a:lnTo>
                  <a:lnTo>
                    <a:pt x="130679" y="51173"/>
                  </a:lnTo>
                  <a:lnTo>
                    <a:pt x="131020" y="51609"/>
                  </a:lnTo>
                  <a:lnTo>
                    <a:pt x="131924" y="52768"/>
                  </a:lnTo>
                  <a:lnTo>
                    <a:pt x="132965" y="54612"/>
                  </a:lnTo>
                  <a:lnTo>
                    <a:pt x="133182" y="55569"/>
                  </a:lnTo>
                  <a:lnTo>
                    <a:pt x="133566" y="56149"/>
                  </a:lnTo>
                  <a:lnTo>
                    <a:pt x="134214" y="56639"/>
                  </a:lnTo>
                  <a:lnTo>
                    <a:pt x="135170" y="57362"/>
                  </a:lnTo>
                  <a:lnTo>
                    <a:pt x="135673" y="58032"/>
                  </a:lnTo>
                  <a:lnTo>
                    <a:pt x="135772" y="58164"/>
                  </a:lnTo>
                  <a:lnTo>
                    <a:pt x="135939" y="58591"/>
                  </a:lnTo>
                  <a:lnTo>
                    <a:pt x="136189" y="59821"/>
                  </a:lnTo>
                  <a:lnTo>
                    <a:pt x="136290" y="61153"/>
                  </a:lnTo>
                  <a:lnTo>
                    <a:pt x="137075" y="63885"/>
                  </a:lnTo>
                  <a:lnTo>
                    <a:pt x="138830" y="66245"/>
                  </a:lnTo>
                  <a:lnTo>
                    <a:pt x="139380" y="67283"/>
                  </a:lnTo>
                  <a:lnTo>
                    <a:pt x="139881" y="68051"/>
                  </a:lnTo>
                  <a:lnTo>
                    <a:pt x="140633" y="68837"/>
                  </a:lnTo>
                  <a:lnTo>
                    <a:pt x="143122" y="70613"/>
                  </a:lnTo>
                  <a:lnTo>
                    <a:pt x="145094" y="72081"/>
                  </a:lnTo>
                  <a:lnTo>
                    <a:pt x="145528" y="72542"/>
                  </a:lnTo>
                  <a:lnTo>
                    <a:pt x="146168" y="73373"/>
                  </a:lnTo>
                  <a:lnTo>
                    <a:pt x="147131" y="75840"/>
                  </a:lnTo>
                  <a:lnTo>
                    <a:pt x="147766" y="77070"/>
                  </a:lnTo>
                  <a:lnTo>
                    <a:pt x="148084" y="77688"/>
                  </a:lnTo>
                  <a:lnTo>
                    <a:pt x="147922" y="77935"/>
                  </a:lnTo>
                  <a:lnTo>
                    <a:pt x="146997" y="79348"/>
                  </a:lnTo>
                  <a:lnTo>
                    <a:pt x="146163" y="80620"/>
                  </a:lnTo>
                  <a:lnTo>
                    <a:pt x="146820" y="83523"/>
                  </a:lnTo>
                  <a:lnTo>
                    <a:pt x="147098" y="84752"/>
                  </a:lnTo>
                  <a:lnTo>
                    <a:pt x="145094" y="88543"/>
                  </a:lnTo>
                  <a:lnTo>
                    <a:pt x="143757" y="92658"/>
                  </a:lnTo>
                  <a:lnTo>
                    <a:pt x="143256" y="96534"/>
                  </a:lnTo>
                  <a:lnTo>
                    <a:pt x="144397" y="97729"/>
                  </a:lnTo>
                  <a:lnTo>
                    <a:pt x="143551" y="97220"/>
                  </a:lnTo>
                  <a:lnTo>
                    <a:pt x="142203" y="96410"/>
                  </a:lnTo>
                  <a:lnTo>
                    <a:pt x="140220" y="95218"/>
                  </a:lnTo>
                  <a:lnTo>
                    <a:pt x="139686" y="95432"/>
                  </a:lnTo>
                  <a:lnTo>
                    <a:pt x="138656" y="96391"/>
                  </a:lnTo>
                  <a:lnTo>
                    <a:pt x="136004" y="94421"/>
                  </a:lnTo>
                  <a:lnTo>
                    <a:pt x="135663" y="94086"/>
                  </a:lnTo>
                  <a:lnTo>
                    <a:pt x="134721" y="92056"/>
                  </a:lnTo>
                  <a:lnTo>
                    <a:pt x="134092" y="91175"/>
                  </a:lnTo>
                  <a:lnTo>
                    <a:pt x="133788" y="91231"/>
                  </a:lnTo>
                  <a:lnTo>
                    <a:pt x="133372" y="91308"/>
                  </a:lnTo>
                  <a:lnTo>
                    <a:pt x="132190" y="91671"/>
                  </a:lnTo>
                  <a:lnTo>
                    <a:pt x="129140" y="92606"/>
                  </a:lnTo>
                  <a:lnTo>
                    <a:pt x="128637" y="93048"/>
                  </a:lnTo>
                  <a:lnTo>
                    <a:pt x="126350" y="95062"/>
                  </a:lnTo>
                  <a:lnTo>
                    <a:pt x="125695" y="96542"/>
                  </a:lnTo>
                  <a:lnTo>
                    <a:pt x="125620" y="96776"/>
                  </a:lnTo>
                  <a:lnTo>
                    <a:pt x="125142" y="96126"/>
                  </a:lnTo>
                  <a:lnTo>
                    <a:pt x="121987" y="94329"/>
                  </a:lnTo>
                  <a:lnTo>
                    <a:pt x="120987" y="93760"/>
                  </a:lnTo>
                  <a:lnTo>
                    <a:pt x="119431" y="94511"/>
                  </a:lnTo>
                  <a:lnTo>
                    <a:pt x="119205" y="95035"/>
                  </a:lnTo>
                  <a:lnTo>
                    <a:pt x="115152" y="96901"/>
                  </a:lnTo>
                  <a:lnTo>
                    <a:pt x="112168" y="98076"/>
                  </a:lnTo>
                  <a:lnTo>
                    <a:pt x="105807" y="98253"/>
                  </a:lnTo>
                  <a:lnTo>
                    <a:pt x="105634" y="98255"/>
                  </a:lnTo>
                  <a:lnTo>
                    <a:pt x="105397" y="98258"/>
                  </a:lnTo>
                  <a:lnTo>
                    <a:pt x="105222" y="98260"/>
                  </a:lnTo>
                  <a:lnTo>
                    <a:pt x="103485" y="98281"/>
                  </a:lnTo>
                  <a:lnTo>
                    <a:pt x="100617" y="97811"/>
                  </a:lnTo>
                  <a:lnTo>
                    <a:pt x="100147" y="97705"/>
                  </a:lnTo>
                  <a:lnTo>
                    <a:pt x="99796" y="97626"/>
                  </a:lnTo>
                  <a:lnTo>
                    <a:pt x="97055" y="97305"/>
                  </a:lnTo>
                  <a:lnTo>
                    <a:pt x="95117" y="97079"/>
                  </a:lnTo>
                  <a:lnTo>
                    <a:pt x="93823" y="96927"/>
                  </a:lnTo>
                  <a:lnTo>
                    <a:pt x="93044" y="96896"/>
                  </a:lnTo>
                  <a:lnTo>
                    <a:pt x="92818" y="96886"/>
                  </a:lnTo>
                  <a:lnTo>
                    <a:pt x="92965" y="97663"/>
                  </a:lnTo>
                  <a:lnTo>
                    <a:pt x="93362" y="99761"/>
                  </a:lnTo>
                  <a:lnTo>
                    <a:pt x="93336" y="100405"/>
                  </a:lnTo>
                  <a:lnTo>
                    <a:pt x="93195" y="103774"/>
                  </a:lnTo>
                  <a:lnTo>
                    <a:pt x="92947" y="108145"/>
                  </a:lnTo>
                  <a:lnTo>
                    <a:pt x="93058" y="108700"/>
                  </a:lnTo>
                  <a:lnTo>
                    <a:pt x="93754" y="109341"/>
                  </a:lnTo>
                  <a:lnTo>
                    <a:pt x="95648" y="110564"/>
                  </a:lnTo>
                  <a:lnTo>
                    <a:pt x="95893" y="110690"/>
                  </a:lnTo>
                  <a:lnTo>
                    <a:pt x="98852" y="112197"/>
                  </a:lnTo>
                  <a:lnTo>
                    <a:pt x="98124" y="114552"/>
                  </a:lnTo>
                  <a:lnTo>
                    <a:pt x="97905" y="115258"/>
                  </a:lnTo>
                  <a:lnTo>
                    <a:pt x="93289" y="113674"/>
                  </a:lnTo>
                  <a:lnTo>
                    <a:pt x="88932" y="112041"/>
                  </a:lnTo>
                  <a:lnTo>
                    <a:pt x="89015" y="113288"/>
                  </a:lnTo>
                  <a:lnTo>
                    <a:pt x="89038" y="113631"/>
                  </a:lnTo>
                  <a:lnTo>
                    <a:pt x="89027" y="115084"/>
                  </a:lnTo>
                  <a:lnTo>
                    <a:pt x="87145" y="118943"/>
                  </a:lnTo>
                  <a:lnTo>
                    <a:pt x="87176" y="119737"/>
                  </a:lnTo>
                  <a:lnTo>
                    <a:pt x="99622" y="122894"/>
                  </a:lnTo>
                  <a:lnTo>
                    <a:pt x="100825" y="122620"/>
                  </a:lnTo>
                  <a:lnTo>
                    <a:pt x="102980" y="122142"/>
                  </a:lnTo>
                  <a:lnTo>
                    <a:pt x="103448" y="122091"/>
                  </a:lnTo>
                  <a:lnTo>
                    <a:pt x="104334" y="122091"/>
                  </a:lnTo>
                  <a:lnTo>
                    <a:pt x="106374" y="122264"/>
                  </a:lnTo>
                  <a:lnTo>
                    <a:pt x="106956" y="122313"/>
                  </a:lnTo>
                  <a:lnTo>
                    <a:pt x="107792" y="122433"/>
                  </a:lnTo>
                  <a:lnTo>
                    <a:pt x="108460" y="122723"/>
                  </a:lnTo>
                  <a:lnTo>
                    <a:pt x="109396" y="123321"/>
                  </a:lnTo>
                  <a:lnTo>
                    <a:pt x="110047" y="123645"/>
                  </a:lnTo>
                  <a:lnTo>
                    <a:pt x="111417" y="123918"/>
                  </a:lnTo>
                  <a:lnTo>
                    <a:pt x="112503" y="124055"/>
                  </a:lnTo>
                  <a:lnTo>
                    <a:pt x="113171" y="123987"/>
                  </a:lnTo>
                  <a:lnTo>
                    <a:pt x="117495" y="121903"/>
                  </a:lnTo>
                  <a:lnTo>
                    <a:pt x="118175" y="121581"/>
                  </a:lnTo>
                  <a:lnTo>
                    <a:pt x="120044" y="125059"/>
                  </a:lnTo>
                  <a:lnTo>
                    <a:pt x="119726" y="126683"/>
                  </a:lnTo>
                  <a:lnTo>
                    <a:pt x="118775" y="126553"/>
                  </a:lnTo>
                  <a:lnTo>
                    <a:pt x="113251" y="129126"/>
                  </a:lnTo>
                  <a:lnTo>
                    <a:pt x="113824" y="131702"/>
                  </a:lnTo>
                  <a:lnTo>
                    <a:pt x="106506" y="137470"/>
                  </a:lnTo>
                  <a:lnTo>
                    <a:pt x="107913" y="138927"/>
                  </a:lnTo>
                  <a:lnTo>
                    <a:pt x="108943" y="139995"/>
                  </a:lnTo>
                  <a:lnTo>
                    <a:pt x="109182" y="140242"/>
                  </a:lnTo>
                  <a:lnTo>
                    <a:pt x="110882" y="142003"/>
                  </a:lnTo>
                  <a:lnTo>
                    <a:pt x="111529" y="142673"/>
                  </a:lnTo>
                  <a:lnTo>
                    <a:pt x="111659" y="142808"/>
                  </a:lnTo>
                  <a:lnTo>
                    <a:pt x="112025" y="143187"/>
                  </a:lnTo>
                  <a:lnTo>
                    <a:pt x="113481" y="144695"/>
                  </a:lnTo>
                  <a:lnTo>
                    <a:pt x="113627" y="144889"/>
                  </a:lnTo>
                  <a:lnTo>
                    <a:pt x="113877" y="145221"/>
                  </a:lnTo>
                  <a:lnTo>
                    <a:pt x="115496" y="147366"/>
                  </a:lnTo>
                  <a:lnTo>
                    <a:pt x="115704" y="147593"/>
                  </a:lnTo>
                  <a:lnTo>
                    <a:pt x="116055" y="147974"/>
                  </a:lnTo>
                  <a:lnTo>
                    <a:pt x="116669" y="148641"/>
                  </a:lnTo>
                  <a:lnTo>
                    <a:pt x="118053" y="150158"/>
                  </a:lnTo>
                  <a:lnTo>
                    <a:pt x="118764" y="151133"/>
                  </a:lnTo>
                  <a:lnTo>
                    <a:pt x="119155" y="151669"/>
                  </a:lnTo>
                  <a:lnTo>
                    <a:pt x="119535" y="152251"/>
                  </a:lnTo>
                  <a:lnTo>
                    <a:pt x="120085" y="153091"/>
                  </a:lnTo>
                  <a:lnTo>
                    <a:pt x="120755" y="154066"/>
                  </a:lnTo>
                  <a:lnTo>
                    <a:pt x="123294" y="154168"/>
                  </a:lnTo>
                  <a:lnTo>
                    <a:pt x="124601" y="156084"/>
                  </a:lnTo>
                  <a:lnTo>
                    <a:pt x="126082" y="158255"/>
                  </a:lnTo>
                  <a:lnTo>
                    <a:pt x="128562" y="158677"/>
                  </a:lnTo>
                  <a:lnTo>
                    <a:pt x="128965" y="158746"/>
                  </a:lnTo>
                  <a:lnTo>
                    <a:pt x="132105" y="159513"/>
                  </a:lnTo>
                  <a:lnTo>
                    <a:pt x="133999" y="159975"/>
                  </a:lnTo>
                  <a:lnTo>
                    <a:pt x="135767" y="160370"/>
                  </a:lnTo>
                  <a:lnTo>
                    <a:pt x="137875" y="160840"/>
                  </a:lnTo>
                  <a:lnTo>
                    <a:pt x="141638" y="162091"/>
                  </a:lnTo>
                  <a:lnTo>
                    <a:pt x="142569" y="160326"/>
                  </a:lnTo>
                  <a:lnTo>
                    <a:pt x="143772" y="160372"/>
                  </a:lnTo>
                  <a:lnTo>
                    <a:pt x="147158" y="161556"/>
                  </a:lnTo>
                  <a:lnTo>
                    <a:pt x="148094" y="162011"/>
                  </a:lnTo>
                  <a:lnTo>
                    <a:pt x="148628" y="162740"/>
                  </a:lnTo>
                  <a:lnTo>
                    <a:pt x="150054" y="163969"/>
                  </a:lnTo>
                  <a:lnTo>
                    <a:pt x="151568" y="164015"/>
                  </a:lnTo>
                  <a:lnTo>
                    <a:pt x="153662" y="163696"/>
                  </a:lnTo>
                  <a:lnTo>
                    <a:pt x="154776" y="163058"/>
                  </a:lnTo>
                  <a:lnTo>
                    <a:pt x="155934" y="162558"/>
                  </a:lnTo>
                  <a:lnTo>
                    <a:pt x="157642" y="161385"/>
                  </a:lnTo>
                  <a:lnTo>
                    <a:pt x="159284" y="166693"/>
                  </a:lnTo>
                  <a:lnTo>
                    <a:pt x="162211" y="170634"/>
                  </a:lnTo>
                  <a:lnTo>
                    <a:pt x="162373" y="171905"/>
                  </a:lnTo>
                  <a:lnTo>
                    <a:pt x="162462" y="172598"/>
                  </a:lnTo>
                  <a:lnTo>
                    <a:pt x="165116" y="174326"/>
                  </a:lnTo>
                  <a:lnTo>
                    <a:pt x="166230" y="175051"/>
                  </a:lnTo>
                  <a:lnTo>
                    <a:pt x="167177" y="177316"/>
                  </a:lnTo>
                  <a:lnTo>
                    <a:pt x="167724" y="178626"/>
                  </a:lnTo>
                  <a:lnTo>
                    <a:pt x="169425" y="182565"/>
                  </a:lnTo>
                  <a:lnTo>
                    <a:pt x="169545" y="182843"/>
                  </a:lnTo>
                  <a:lnTo>
                    <a:pt x="171251" y="186740"/>
                  </a:lnTo>
                  <a:lnTo>
                    <a:pt x="171586" y="187132"/>
                  </a:lnTo>
                  <a:lnTo>
                    <a:pt x="176127" y="192458"/>
                  </a:lnTo>
                  <a:lnTo>
                    <a:pt x="147881" y="193029"/>
                  </a:lnTo>
                  <a:lnTo>
                    <a:pt x="147263" y="214419"/>
                  </a:lnTo>
                  <a:lnTo>
                    <a:pt x="144839" y="217613"/>
                  </a:lnTo>
                  <a:lnTo>
                    <a:pt x="133498" y="205605"/>
                  </a:lnTo>
                  <a:lnTo>
                    <a:pt x="127801" y="205694"/>
                  </a:lnTo>
                  <a:lnTo>
                    <a:pt x="121653" y="207971"/>
                  </a:lnTo>
                  <a:lnTo>
                    <a:pt x="112565" y="203873"/>
                  </a:lnTo>
                  <a:lnTo>
                    <a:pt x="112702" y="193515"/>
                  </a:lnTo>
                  <a:lnTo>
                    <a:pt x="106963" y="192534"/>
                  </a:lnTo>
                  <a:lnTo>
                    <a:pt x="105741" y="192325"/>
                  </a:lnTo>
                  <a:lnTo>
                    <a:pt x="105671" y="199305"/>
                  </a:lnTo>
                  <a:lnTo>
                    <a:pt x="93251" y="198953"/>
                  </a:lnTo>
                  <a:lnTo>
                    <a:pt x="93365" y="199203"/>
                  </a:lnTo>
                  <a:lnTo>
                    <a:pt x="96427" y="205907"/>
                  </a:lnTo>
                  <a:lnTo>
                    <a:pt x="95536" y="208070"/>
                  </a:lnTo>
                  <a:lnTo>
                    <a:pt x="92600" y="209857"/>
                  </a:lnTo>
                  <a:lnTo>
                    <a:pt x="94644" y="213755"/>
                  </a:lnTo>
                  <a:lnTo>
                    <a:pt x="95154" y="214774"/>
                  </a:lnTo>
                  <a:lnTo>
                    <a:pt x="98063" y="220582"/>
                  </a:lnTo>
                  <a:lnTo>
                    <a:pt x="89827" y="223037"/>
                  </a:lnTo>
                  <a:lnTo>
                    <a:pt x="88928" y="223305"/>
                  </a:lnTo>
                  <a:lnTo>
                    <a:pt x="86418" y="224072"/>
                  </a:lnTo>
                  <a:lnTo>
                    <a:pt x="79846" y="216615"/>
                  </a:lnTo>
                  <a:lnTo>
                    <a:pt x="79373" y="216406"/>
                  </a:lnTo>
                  <a:lnTo>
                    <a:pt x="77856" y="215734"/>
                  </a:lnTo>
                  <a:lnTo>
                    <a:pt x="76505" y="215136"/>
                  </a:lnTo>
                  <a:lnTo>
                    <a:pt x="72607" y="213314"/>
                  </a:lnTo>
                  <a:lnTo>
                    <a:pt x="71311" y="211815"/>
                  </a:lnTo>
                  <a:lnTo>
                    <a:pt x="66259" y="205971"/>
                  </a:lnTo>
                  <a:lnTo>
                    <a:pt x="65489" y="204605"/>
                  </a:lnTo>
                  <a:lnTo>
                    <a:pt x="61821" y="198092"/>
                  </a:lnTo>
                  <a:lnTo>
                    <a:pt x="60509" y="195761"/>
                  </a:lnTo>
                  <a:lnTo>
                    <a:pt x="59220" y="194052"/>
                  </a:lnTo>
                  <a:lnTo>
                    <a:pt x="58405" y="188994"/>
                  </a:lnTo>
                  <a:lnTo>
                    <a:pt x="57284" y="181906"/>
                  </a:lnTo>
                  <a:lnTo>
                    <a:pt x="57005" y="181185"/>
                  </a:lnTo>
                  <a:lnTo>
                    <a:pt x="55602" y="178544"/>
                  </a:lnTo>
                  <a:lnTo>
                    <a:pt x="56603" y="177914"/>
                  </a:lnTo>
                  <a:lnTo>
                    <a:pt x="55984" y="176449"/>
                  </a:lnTo>
                  <a:lnTo>
                    <a:pt x="54837" y="173736"/>
                  </a:lnTo>
                  <a:lnTo>
                    <a:pt x="54768" y="173575"/>
                  </a:lnTo>
                  <a:lnTo>
                    <a:pt x="54253" y="172618"/>
                  </a:lnTo>
                  <a:lnTo>
                    <a:pt x="53908" y="171803"/>
                  </a:lnTo>
                  <a:lnTo>
                    <a:pt x="53783" y="171506"/>
                  </a:lnTo>
                  <a:lnTo>
                    <a:pt x="53510" y="170862"/>
                  </a:lnTo>
                  <a:lnTo>
                    <a:pt x="52829" y="169251"/>
                  </a:lnTo>
                  <a:lnTo>
                    <a:pt x="49942" y="165415"/>
                  </a:lnTo>
                  <a:lnTo>
                    <a:pt x="48820" y="163924"/>
                  </a:lnTo>
                  <a:lnTo>
                    <a:pt x="47908" y="164356"/>
                  </a:lnTo>
                  <a:lnTo>
                    <a:pt x="46477" y="163305"/>
                  </a:lnTo>
                  <a:lnTo>
                    <a:pt x="45833" y="162259"/>
                  </a:lnTo>
                  <a:lnTo>
                    <a:pt x="44610" y="159522"/>
                  </a:lnTo>
                  <a:lnTo>
                    <a:pt x="44336" y="158402"/>
                  </a:lnTo>
                  <a:lnTo>
                    <a:pt x="44078" y="157476"/>
                  </a:lnTo>
                  <a:lnTo>
                    <a:pt x="43719" y="156186"/>
                  </a:lnTo>
                  <a:lnTo>
                    <a:pt x="43634" y="155883"/>
                  </a:lnTo>
                  <a:lnTo>
                    <a:pt x="43021" y="153849"/>
                  </a:lnTo>
                  <a:lnTo>
                    <a:pt x="42853" y="153291"/>
                  </a:lnTo>
                  <a:lnTo>
                    <a:pt x="42612" y="153014"/>
                  </a:lnTo>
                  <a:lnTo>
                    <a:pt x="41665" y="151922"/>
                  </a:lnTo>
                  <a:lnTo>
                    <a:pt x="41013" y="151099"/>
                  </a:lnTo>
                  <a:lnTo>
                    <a:pt x="39265" y="148893"/>
                  </a:lnTo>
                  <a:lnTo>
                    <a:pt x="38458" y="147875"/>
                  </a:lnTo>
                  <a:lnTo>
                    <a:pt x="37903" y="147699"/>
                  </a:lnTo>
                  <a:lnTo>
                    <a:pt x="37322" y="147516"/>
                  </a:lnTo>
                  <a:lnTo>
                    <a:pt x="36776" y="146985"/>
                  </a:lnTo>
                  <a:lnTo>
                    <a:pt x="34706" y="144971"/>
                  </a:lnTo>
                  <a:lnTo>
                    <a:pt x="34537" y="142720"/>
                  </a:lnTo>
                  <a:lnTo>
                    <a:pt x="34459" y="141565"/>
                  </a:lnTo>
                  <a:lnTo>
                    <a:pt x="34616" y="141138"/>
                  </a:lnTo>
                  <a:lnTo>
                    <a:pt x="34842" y="140526"/>
                  </a:lnTo>
                  <a:lnTo>
                    <a:pt x="34694" y="139670"/>
                  </a:lnTo>
                  <a:lnTo>
                    <a:pt x="34642" y="139422"/>
                  </a:lnTo>
                  <a:lnTo>
                    <a:pt x="34137" y="137037"/>
                  </a:lnTo>
                  <a:lnTo>
                    <a:pt x="34138" y="135102"/>
                  </a:lnTo>
                  <a:lnTo>
                    <a:pt x="34346" y="132071"/>
                  </a:lnTo>
                  <a:lnTo>
                    <a:pt x="34363" y="131919"/>
                  </a:lnTo>
                  <a:lnTo>
                    <a:pt x="34472" y="130930"/>
                  </a:lnTo>
                  <a:lnTo>
                    <a:pt x="34784" y="129017"/>
                  </a:lnTo>
                  <a:lnTo>
                    <a:pt x="34510" y="124695"/>
                  </a:lnTo>
                  <a:lnTo>
                    <a:pt x="34466" y="124002"/>
                  </a:lnTo>
                  <a:lnTo>
                    <a:pt x="34060" y="123889"/>
                  </a:lnTo>
                  <a:lnTo>
                    <a:pt x="32073" y="123334"/>
                  </a:lnTo>
                  <a:lnTo>
                    <a:pt x="31854" y="122726"/>
                  </a:lnTo>
                  <a:lnTo>
                    <a:pt x="31444" y="121586"/>
                  </a:lnTo>
                  <a:lnTo>
                    <a:pt x="31244" y="121126"/>
                  </a:lnTo>
                  <a:lnTo>
                    <a:pt x="30550" y="119531"/>
                  </a:lnTo>
                  <a:lnTo>
                    <a:pt x="30107" y="118513"/>
                  </a:lnTo>
                  <a:lnTo>
                    <a:pt x="30089" y="117474"/>
                  </a:lnTo>
                  <a:lnTo>
                    <a:pt x="30074" y="116624"/>
                  </a:lnTo>
                  <a:lnTo>
                    <a:pt x="29425" y="113947"/>
                  </a:lnTo>
                  <a:lnTo>
                    <a:pt x="29465" y="113452"/>
                  </a:lnTo>
                  <a:lnTo>
                    <a:pt x="29573" y="113255"/>
                  </a:lnTo>
                  <a:lnTo>
                    <a:pt x="30673" y="112700"/>
                  </a:lnTo>
                  <a:lnTo>
                    <a:pt x="31944" y="111376"/>
                  </a:lnTo>
                  <a:lnTo>
                    <a:pt x="31591" y="110569"/>
                  </a:lnTo>
                  <a:lnTo>
                    <a:pt x="31201" y="110049"/>
                  </a:lnTo>
                  <a:lnTo>
                    <a:pt x="30032" y="108491"/>
                  </a:lnTo>
                  <a:lnTo>
                    <a:pt x="28529" y="106003"/>
                  </a:lnTo>
                  <a:lnTo>
                    <a:pt x="27471" y="104251"/>
                  </a:lnTo>
                  <a:lnTo>
                    <a:pt x="27164" y="103653"/>
                  </a:lnTo>
                  <a:lnTo>
                    <a:pt x="26917" y="103277"/>
                  </a:lnTo>
                  <a:lnTo>
                    <a:pt x="26516" y="102776"/>
                  </a:lnTo>
                  <a:lnTo>
                    <a:pt x="25680" y="101908"/>
                  </a:lnTo>
                  <a:lnTo>
                    <a:pt x="25851" y="101839"/>
                  </a:lnTo>
                  <a:lnTo>
                    <a:pt x="26531" y="101565"/>
                  </a:lnTo>
                  <a:lnTo>
                    <a:pt x="30803" y="99845"/>
                  </a:lnTo>
                  <a:lnTo>
                    <a:pt x="33184" y="99076"/>
                  </a:lnTo>
                  <a:lnTo>
                    <a:pt x="33500" y="99006"/>
                  </a:lnTo>
                  <a:lnTo>
                    <a:pt x="34214" y="98848"/>
                  </a:lnTo>
                  <a:lnTo>
                    <a:pt x="36450" y="98842"/>
                  </a:lnTo>
                  <a:lnTo>
                    <a:pt x="38209" y="98838"/>
                  </a:lnTo>
                  <a:lnTo>
                    <a:pt x="39407" y="98834"/>
                  </a:lnTo>
                  <a:lnTo>
                    <a:pt x="43638" y="97756"/>
                  </a:lnTo>
                  <a:lnTo>
                    <a:pt x="43820" y="97710"/>
                  </a:lnTo>
                  <a:lnTo>
                    <a:pt x="44234" y="97440"/>
                  </a:lnTo>
                  <a:lnTo>
                    <a:pt x="44654" y="97166"/>
                  </a:lnTo>
                  <a:lnTo>
                    <a:pt x="44874" y="97022"/>
                  </a:lnTo>
                  <a:lnTo>
                    <a:pt x="45477" y="96629"/>
                  </a:lnTo>
                  <a:lnTo>
                    <a:pt x="54320" y="94229"/>
                  </a:lnTo>
                  <a:lnTo>
                    <a:pt x="54273" y="93964"/>
                  </a:lnTo>
                  <a:lnTo>
                    <a:pt x="54038" y="92646"/>
                  </a:lnTo>
                  <a:lnTo>
                    <a:pt x="53866" y="92180"/>
                  </a:lnTo>
                  <a:lnTo>
                    <a:pt x="53642" y="91573"/>
                  </a:lnTo>
                  <a:lnTo>
                    <a:pt x="51978" y="87068"/>
                  </a:lnTo>
                  <a:lnTo>
                    <a:pt x="49973" y="83710"/>
                  </a:lnTo>
                  <a:lnTo>
                    <a:pt x="46576" y="79555"/>
                  </a:lnTo>
                  <a:lnTo>
                    <a:pt x="44947" y="78454"/>
                  </a:lnTo>
                  <a:lnTo>
                    <a:pt x="42730" y="76956"/>
                  </a:lnTo>
                  <a:lnTo>
                    <a:pt x="42410" y="76740"/>
                  </a:lnTo>
                  <a:lnTo>
                    <a:pt x="40415" y="75391"/>
                  </a:lnTo>
                  <a:lnTo>
                    <a:pt x="34973" y="71870"/>
                  </a:lnTo>
                  <a:lnTo>
                    <a:pt x="32145" y="70041"/>
                  </a:lnTo>
                  <a:lnTo>
                    <a:pt x="23530" y="64084"/>
                  </a:lnTo>
                  <a:lnTo>
                    <a:pt x="22396" y="65874"/>
                  </a:lnTo>
                  <a:lnTo>
                    <a:pt x="21764" y="66820"/>
                  </a:lnTo>
                  <a:lnTo>
                    <a:pt x="15251" y="62584"/>
                  </a:lnTo>
                  <a:lnTo>
                    <a:pt x="13678" y="61560"/>
                  </a:lnTo>
                  <a:lnTo>
                    <a:pt x="6545" y="56921"/>
                  </a:lnTo>
                  <a:lnTo>
                    <a:pt x="6308" y="56767"/>
                  </a:lnTo>
                  <a:lnTo>
                    <a:pt x="204" y="52797"/>
                  </a:lnTo>
                  <a:lnTo>
                    <a:pt x="0" y="52664"/>
                  </a:lnTo>
                  <a:lnTo>
                    <a:pt x="2123" y="49252"/>
                  </a:lnTo>
                  <a:lnTo>
                    <a:pt x="7009" y="42466"/>
                  </a:lnTo>
                  <a:lnTo>
                    <a:pt x="8914" y="39506"/>
                  </a:lnTo>
                  <a:lnTo>
                    <a:pt x="9368" y="38799"/>
                  </a:lnTo>
                  <a:lnTo>
                    <a:pt x="11950" y="34786"/>
                  </a:lnTo>
                  <a:lnTo>
                    <a:pt x="13439" y="32472"/>
                  </a:lnTo>
                  <a:lnTo>
                    <a:pt x="21390" y="20652"/>
                  </a:lnTo>
                  <a:lnTo>
                    <a:pt x="24137" y="16568"/>
                  </a:lnTo>
                  <a:lnTo>
                    <a:pt x="28586" y="9954"/>
                  </a:lnTo>
                  <a:lnTo>
                    <a:pt x="28959" y="9368"/>
                  </a:lnTo>
                  <a:lnTo>
                    <a:pt x="29861" y="7953"/>
                  </a:lnTo>
                  <a:lnTo>
                    <a:pt x="34333" y="938"/>
                  </a:lnTo>
                  <a:lnTo>
                    <a:pt x="34938" y="0"/>
                  </a:lnTo>
                  <a:lnTo>
                    <a:pt x="35341" y="275"/>
                  </a:lnTo>
                  <a:lnTo>
                    <a:pt x="40281" y="3503"/>
                  </a:lnTo>
                  <a:lnTo>
                    <a:pt x="40838" y="3867"/>
                  </a:lnTo>
                  <a:lnTo>
                    <a:pt x="41137" y="4063"/>
                  </a:lnTo>
                  <a:lnTo>
                    <a:pt x="42131" y="4711"/>
                  </a:lnTo>
                  <a:lnTo>
                    <a:pt x="43142" y="5453"/>
                  </a:lnTo>
                  <a:lnTo>
                    <a:pt x="48606" y="9460"/>
                  </a:lnTo>
                  <a:lnTo>
                    <a:pt x="48792" y="9596"/>
                  </a:lnTo>
                  <a:lnTo>
                    <a:pt x="49847" y="10077"/>
                  </a:lnTo>
                  <a:lnTo>
                    <a:pt x="50287" y="10278"/>
                  </a:lnTo>
                  <a:lnTo>
                    <a:pt x="51491" y="10828"/>
                  </a:lnTo>
                  <a:lnTo>
                    <a:pt x="52602" y="11553"/>
                  </a:lnTo>
                  <a:lnTo>
                    <a:pt x="57684" y="14874"/>
                  </a:lnTo>
                  <a:lnTo>
                    <a:pt x="58574" y="15456"/>
                  </a:lnTo>
                  <a:lnTo>
                    <a:pt x="59438" y="16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2195411" y="3916062"/>
              <a:ext cx="185539" cy="182977"/>
            </a:xfrm>
            <a:custGeom>
              <a:avLst/>
              <a:pathLst>
                <a:path w="185539" h="182977">
                  <a:moveTo>
                    <a:pt x="93571" y="33952"/>
                  </a:moveTo>
                  <a:lnTo>
                    <a:pt x="91501" y="37124"/>
                  </a:lnTo>
                  <a:lnTo>
                    <a:pt x="91289" y="37450"/>
                  </a:lnTo>
                  <a:lnTo>
                    <a:pt x="90700" y="38387"/>
                  </a:lnTo>
                  <a:lnTo>
                    <a:pt x="89243" y="40705"/>
                  </a:lnTo>
                  <a:lnTo>
                    <a:pt x="86087" y="45725"/>
                  </a:lnTo>
                  <a:lnTo>
                    <a:pt x="85858" y="46134"/>
                  </a:lnTo>
                  <a:lnTo>
                    <a:pt x="85498" y="46774"/>
                  </a:lnTo>
                  <a:lnTo>
                    <a:pt x="84652" y="48281"/>
                  </a:lnTo>
                  <a:lnTo>
                    <a:pt x="88112" y="50445"/>
                  </a:lnTo>
                  <a:lnTo>
                    <a:pt x="91967" y="52857"/>
                  </a:lnTo>
                  <a:lnTo>
                    <a:pt x="92131" y="52959"/>
                  </a:lnTo>
                  <a:lnTo>
                    <a:pt x="98876" y="57179"/>
                  </a:lnTo>
                  <a:lnTo>
                    <a:pt x="99039" y="57281"/>
                  </a:lnTo>
                  <a:lnTo>
                    <a:pt x="112871" y="65934"/>
                  </a:lnTo>
                  <a:lnTo>
                    <a:pt x="113514" y="66337"/>
                  </a:lnTo>
                  <a:lnTo>
                    <a:pt x="124613" y="73280"/>
                  </a:lnTo>
                  <a:lnTo>
                    <a:pt x="124803" y="73399"/>
                  </a:lnTo>
                  <a:lnTo>
                    <a:pt x="125050" y="73554"/>
                  </a:lnTo>
                  <a:lnTo>
                    <a:pt x="125188" y="73640"/>
                  </a:lnTo>
                  <a:lnTo>
                    <a:pt x="127666" y="69427"/>
                  </a:lnTo>
                  <a:lnTo>
                    <a:pt x="128507" y="67996"/>
                  </a:lnTo>
                  <a:lnTo>
                    <a:pt x="144371" y="43144"/>
                  </a:lnTo>
                  <a:lnTo>
                    <a:pt x="148162" y="37205"/>
                  </a:lnTo>
                  <a:lnTo>
                    <a:pt x="149476" y="35147"/>
                  </a:lnTo>
                  <a:lnTo>
                    <a:pt x="149898" y="35416"/>
                  </a:lnTo>
                  <a:lnTo>
                    <a:pt x="151196" y="36243"/>
                  </a:lnTo>
                  <a:lnTo>
                    <a:pt x="154494" y="38343"/>
                  </a:lnTo>
                  <a:lnTo>
                    <a:pt x="159959" y="41823"/>
                  </a:lnTo>
                  <a:lnTo>
                    <a:pt x="164379" y="44638"/>
                  </a:lnTo>
                  <a:lnTo>
                    <a:pt x="169983" y="48207"/>
                  </a:lnTo>
                  <a:lnTo>
                    <a:pt x="170124" y="48297"/>
                  </a:lnTo>
                  <a:lnTo>
                    <a:pt x="174645" y="52379"/>
                  </a:lnTo>
                  <a:lnTo>
                    <a:pt x="179008" y="56317"/>
                  </a:lnTo>
                  <a:lnTo>
                    <a:pt x="185539" y="62213"/>
                  </a:lnTo>
                  <a:lnTo>
                    <a:pt x="184786" y="64649"/>
                  </a:lnTo>
                  <a:lnTo>
                    <a:pt x="181574" y="75047"/>
                  </a:lnTo>
                  <a:lnTo>
                    <a:pt x="180040" y="80010"/>
                  </a:lnTo>
                  <a:lnTo>
                    <a:pt x="175540" y="96272"/>
                  </a:lnTo>
                  <a:lnTo>
                    <a:pt x="174583" y="99729"/>
                  </a:lnTo>
                  <a:lnTo>
                    <a:pt x="172050" y="108885"/>
                  </a:lnTo>
                  <a:lnTo>
                    <a:pt x="171585" y="110770"/>
                  </a:lnTo>
                  <a:lnTo>
                    <a:pt x="170231" y="115644"/>
                  </a:lnTo>
                  <a:lnTo>
                    <a:pt x="169560" y="118058"/>
                  </a:lnTo>
                  <a:lnTo>
                    <a:pt x="168707" y="121128"/>
                  </a:lnTo>
                  <a:lnTo>
                    <a:pt x="166932" y="127080"/>
                  </a:lnTo>
                  <a:lnTo>
                    <a:pt x="165327" y="131948"/>
                  </a:lnTo>
                  <a:lnTo>
                    <a:pt x="163613" y="137980"/>
                  </a:lnTo>
                  <a:lnTo>
                    <a:pt x="157664" y="159581"/>
                  </a:lnTo>
                  <a:lnTo>
                    <a:pt x="153466" y="174262"/>
                  </a:lnTo>
                  <a:lnTo>
                    <a:pt x="151147" y="182371"/>
                  </a:lnTo>
                  <a:lnTo>
                    <a:pt x="150973" y="182977"/>
                  </a:lnTo>
                  <a:lnTo>
                    <a:pt x="150657" y="182882"/>
                  </a:lnTo>
                  <a:lnTo>
                    <a:pt x="149114" y="182495"/>
                  </a:lnTo>
                  <a:lnTo>
                    <a:pt x="147230" y="182024"/>
                  </a:lnTo>
                  <a:lnTo>
                    <a:pt x="145854" y="181680"/>
                  </a:lnTo>
                  <a:lnTo>
                    <a:pt x="142868" y="180933"/>
                  </a:lnTo>
                  <a:lnTo>
                    <a:pt x="140716" y="180395"/>
                  </a:lnTo>
                  <a:lnTo>
                    <a:pt x="139365" y="180057"/>
                  </a:lnTo>
                  <a:lnTo>
                    <a:pt x="136422" y="179321"/>
                  </a:lnTo>
                  <a:lnTo>
                    <a:pt x="136029" y="179222"/>
                  </a:lnTo>
                  <a:lnTo>
                    <a:pt x="133254" y="178375"/>
                  </a:lnTo>
                  <a:lnTo>
                    <a:pt x="129060" y="177094"/>
                  </a:lnTo>
                  <a:lnTo>
                    <a:pt x="128744" y="176998"/>
                  </a:lnTo>
                  <a:lnTo>
                    <a:pt x="124960" y="175843"/>
                  </a:lnTo>
                  <a:lnTo>
                    <a:pt x="117677" y="173619"/>
                  </a:lnTo>
                  <a:lnTo>
                    <a:pt x="116027" y="173115"/>
                  </a:lnTo>
                  <a:lnTo>
                    <a:pt x="115558" y="172998"/>
                  </a:lnTo>
                  <a:lnTo>
                    <a:pt x="110196" y="171659"/>
                  </a:lnTo>
                  <a:lnTo>
                    <a:pt x="106398" y="170710"/>
                  </a:lnTo>
                  <a:lnTo>
                    <a:pt x="105818" y="170539"/>
                  </a:lnTo>
                  <a:lnTo>
                    <a:pt x="105065" y="170317"/>
                  </a:lnTo>
                  <a:lnTo>
                    <a:pt x="102583" y="169585"/>
                  </a:lnTo>
                  <a:lnTo>
                    <a:pt x="98439" y="168362"/>
                  </a:lnTo>
                  <a:lnTo>
                    <a:pt x="97444" y="168069"/>
                  </a:lnTo>
                  <a:lnTo>
                    <a:pt x="89223" y="165643"/>
                  </a:lnTo>
                  <a:lnTo>
                    <a:pt x="86432" y="164820"/>
                  </a:lnTo>
                  <a:lnTo>
                    <a:pt x="84507" y="164252"/>
                  </a:lnTo>
                  <a:lnTo>
                    <a:pt x="84049" y="164117"/>
                  </a:lnTo>
                  <a:lnTo>
                    <a:pt x="83416" y="163931"/>
                  </a:lnTo>
                  <a:lnTo>
                    <a:pt x="83117" y="163843"/>
                  </a:lnTo>
                  <a:lnTo>
                    <a:pt x="80150" y="163188"/>
                  </a:lnTo>
                  <a:lnTo>
                    <a:pt x="74533" y="161948"/>
                  </a:lnTo>
                  <a:lnTo>
                    <a:pt x="73223" y="161371"/>
                  </a:lnTo>
                  <a:lnTo>
                    <a:pt x="70158" y="160024"/>
                  </a:lnTo>
                  <a:lnTo>
                    <a:pt x="69594" y="159787"/>
                  </a:lnTo>
                  <a:lnTo>
                    <a:pt x="68281" y="159544"/>
                  </a:lnTo>
                  <a:lnTo>
                    <a:pt x="67446" y="159389"/>
                  </a:lnTo>
                  <a:lnTo>
                    <a:pt x="65390" y="159008"/>
                  </a:lnTo>
                  <a:lnTo>
                    <a:pt x="64971" y="158746"/>
                  </a:lnTo>
                  <a:lnTo>
                    <a:pt x="62211" y="157021"/>
                  </a:lnTo>
                  <a:lnTo>
                    <a:pt x="61705" y="156705"/>
                  </a:lnTo>
                  <a:lnTo>
                    <a:pt x="57210" y="153897"/>
                  </a:lnTo>
                  <a:lnTo>
                    <a:pt x="56803" y="153643"/>
                  </a:lnTo>
                  <a:lnTo>
                    <a:pt x="55358" y="152740"/>
                  </a:lnTo>
                  <a:lnTo>
                    <a:pt x="55127" y="152592"/>
                  </a:lnTo>
                  <a:lnTo>
                    <a:pt x="51330" y="150162"/>
                  </a:lnTo>
                  <a:lnTo>
                    <a:pt x="40953" y="143522"/>
                  </a:lnTo>
                  <a:lnTo>
                    <a:pt x="40669" y="143340"/>
                  </a:lnTo>
                  <a:lnTo>
                    <a:pt x="29955" y="136484"/>
                  </a:lnTo>
                  <a:lnTo>
                    <a:pt x="26535" y="134295"/>
                  </a:lnTo>
                  <a:lnTo>
                    <a:pt x="22360" y="131624"/>
                  </a:lnTo>
                  <a:lnTo>
                    <a:pt x="19834" y="130007"/>
                  </a:lnTo>
                  <a:lnTo>
                    <a:pt x="2322" y="118801"/>
                  </a:lnTo>
                  <a:lnTo>
                    <a:pt x="1418" y="118287"/>
                  </a:lnTo>
                  <a:lnTo>
                    <a:pt x="716" y="117888"/>
                  </a:lnTo>
                  <a:lnTo>
                    <a:pt x="0" y="117480"/>
                  </a:lnTo>
                  <a:lnTo>
                    <a:pt x="616" y="116718"/>
                  </a:lnTo>
                  <a:lnTo>
                    <a:pt x="744" y="116560"/>
                  </a:lnTo>
                  <a:lnTo>
                    <a:pt x="1350" y="115559"/>
                  </a:lnTo>
                  <a:lnTo>
                    <a:pt x="5426" y="108821"/>
                  </a:lnTo>
                  <a:lnTo>
                    <a:pt x="5784" y="108228"/>
                  </a:lnTo>
                  <a:lnTo>
                    <a:pt x="5871" y="108085"/>
                  </a:lnTo>
                  <a:lnTo>
                    <a:pt x="7471" y="105439"/>
                  </a:lnTo>
                  <a:lnTo>
                    <a:pt x="10733" y="100680"/>
                  </a:lnTo>
                  <a:lnTo>
                    <a:pt x="10878" y="100469"/>
                  </a:lnTo>
                  <a:lnTo>
                    <a:pt x="18320" y="88600"/>
                  </a:lnTo>
                  <a:lnTo>
                    <a:pt x="19924" y="86092"/>
                  </a:lnTo>
                  <a:lnTo>
                    <a:pt x="20046" y="85902"/>
                  </a:lnTo>
                  <a:lnTo>
                    <a:pt x="24094" y="79294"/>
                  </a:lnTo>
                  <a:lnTo>
                    <a:pt x="24316" y="78930"/>
                  </a:lnTo>
                  <a:lnTo>
                    <a:pt x="24583" y="78486"/>
                  </a:lnTo>
                  <a:lnTo>
                    <a:pt x="29078" y="71009"/>
                  </a:lnTo>
                  <a:lnTo>
                    <a:pt x="34950" y="61239"/>
                  </a:lnTo>
                  <a:lnTo>
                    <a:pt x="35245" y="60781"/>
                  </a:lnTo>
                  <a:lnTo>
                    <a:pt x="42092" y="50156"/>
                  </a:lnTo>
                  <a:lnTo>
                    <a:pt x="46354" y="43543"/>
                  </a:lnTo>
                  <a:lnTo>
                    <a:pt x="47036" y="42485"/>
                  </a:lnTo>
                  <a:lnTo>
                    <a:pt x="47131" y="42337"/>
                  </a:lnTo>
                  <a:lnTo>
                    <a:pt x="50724" y="36487"/>
                  </a:lnTo>
                  <a:lnTo>
                    <a:pt x="51090" y="35902"/>
                  </a:lnTo>
                  <a:lnTo>
                    <a:pt x="55547" y="28637"/>
                  </a:lnTo>
                  <a:lnTo>
                    <a:pt x="57643" y="25220"/>
                  </a:lnTo>
                  <a:lnTo>
                    <a:pt x="57797" y="24979"/>
                  </a:lnTo>
                  <a:lnTo>
                    <a:pt x="54920" y="23127"/>
                  </a:lnTo>
                  <a:lnTo>
                    <a:pt x="57002" y="19837"/>
                  </a:lnTo>
                  <a:lnTo>
                    <a:pt x="57490" y="19066"/>
                  </a:lnTo>
                  <a:lnTo>
                    <a:pt x="63611" y="9254"/>
                  </a:lnTo>
                  <a:lnTo>
                    <a:pt x="67035" y="3766"/>
                  </a:lnTo>
                  <a:lnTo>
                    <a:pt x="68680" y="1130"/>
                  </a:lnTo>
                  <a:lnTo>
                    <a:pt x="69356" y="0"/>
                  </a:lnTo>
                  <a:lnTo>
                    <a:pt x="70829" y="883"/>
                  </a:lnTo>
                  <a:lnTo>
                    <a:pt x="76212" y="4115"/>
                  </a:lnTo>
                  <a:lnTo>
                    <a:pt x="75231" y="5616"/>
                  </a:lnTo>
                  <a:lnTo>
                    <a:pt x="79004" y="7954"/>
                  </a:lnTo>
                  <a:lnTo>
                    <a:pt x="76690" y="12259"/>
                  </a:lnTo>
                  <a:lnTo>
                    <a:pt x="77060" y="12485"/>
                  </a:lnTo>
                  <a:lnTo>
                    <a:pt x="88761" y="19628"/>
                  </a:lnTo>
                  <a:lnTo>
                    <a:pt x="88071" y="20747"/>
                  </a:lnTo>
                  <a:lnTo>
                    <a:pt x="89960" y="21940"/>
                  </a:lnTo>
                  <a:lnTo>
                    <a:pt x="97723" y="26842"/>
                  </a:lnTo>
                  <a:lnTo>
                    <a:pt x="97633" y="26999"/>
                  </a:lnTo>
                  <a:lnTo>
                    <a:pt x="95584" y="30582"/>
                  </a:lnTo>
                  <a:lnTo>
                    <a:pt x="94627" y="32184"/>
                  </a:lnTo>
                  <a:lnTo>
                    <a:pt x="93648" y="338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2163669" y="4075858"/>
              <a:ext cx="230167" cy="235784"/>
            </a:xfrm>
            <a:custGeom>
              <a:avLst/>
              <a:pathLst>
                <a:path w="230167" h="235784">
                  <a:moveTo>
                    <a:pt x="110675" y="234259"/>
                  </a:moveTo>
                  <a:lnTo>
                    <a:pt x="109629" y="235784"/>
                  </a:lnTo>
                  <a:lnTo>
                    <a:pt x="109460" y="235665"/>
                  </a:lnTo>
                  <a:lnTo>
                    <a:pt x="83973" y="217747"/>
                  </a:lnTo>
                  <a:lnTo>
                    <a:pt x="53665" y="196440"/>
                  </a:lnTo>
                  <a:lnTo>
                    <a:pt x="50720" y="194370"/>
                  </a:lnTo>
                  <a:lnTo>
                    <a:pt x="48453" y="192776"/>
                  </a:lnTo>
                  <a:lnTo>
                    <a:pt x="38957" y="186100"/>
                  </a:lnTo>
                  <a:lnTo>
                    <a:pt x="33412" y="182201"/>
                  </a:lnTo>
                  <a:lnTo>
                    <a:pt x="29162" y="179214"/>
                  </a:lnTo>
                  <a:lnTo>
                    <a:pt x="20528" y="173144"/>
                  </a:lnTo>
                  <a:lnTo>
                    <a:pt x="20242" y="172943"/>
                  </a:lnTo>
                  <a:lnTo>
                    <a:pt x="18992" y="172064"/>
                  </a:lnTo>
                  <a:lnTo>
                    <a:pt x="15790" y="169813"/>
                  </a:lnTo>
                  <a:lnTo>
                    <a:pt x="15031" y="169279"/>
                  </a:lnTo>
                  <a:lnTo>
                    <a:pt x="10215" y="165893"/>
                  </a:lnTo>
                  <a:lnTo>
                    <a:pt x="7812" y="164204"/>
                  </a:lnTo>
                  <a:lnTo>
                    <a:pt x="6651" y="163388"/>
                  </a:lnTo>
                  <a:lnTo>
                    <a:pt x="4984" y="162216"/>
                  </a:lnTo>
                  <a:lnTo>
                    <a:pt x="2420" y="160413"/>
                  </a:lnTo>
                  <a:lnTo>
                    <a:pt x="0" y="158712"/>
                  </a:lnTo>
                  <a:lnTo>
                    <a:pt x="126" y="158510"/>
                  </a:lnTo>
                  <a:lnTo>
                    <a:pt x="6369" y="148558"/>
                  </a:lnTo>
                  <a:lnTo>
                    <a:pt x="8979" y="144516"/>
                  </a:lnTo>
                  <a:lnTo>
                    <a:pt x="9186" y="144195"/>
                  </a:lnTo>
                  <a:lnTo>
                    <a:pt x="12998" y="138290"/>
                  </a:lnTo>
                  <a:lnTo>
                    <a:pt x="13117" y="138106"/>
                  </a:lnTo>
                  <a:lnTo>
                    <a:pt x="17971" y="130587"/>
                  </a:lnTo>
                  <a:lnTo>
                    <a:pt x="18436" y="129866"/>
                  </a:lnTo>
                  <a:lnTo>
                    <a:pt x="18981" y="129023"/>
                  </a:lnTo>
                  <a:lnTo>
                    <a:pt x="19377" y="128323"/>
                  </a:lnTo>
                  <a:lnTo>
                    <a:pt x="19879" y="127437"/>
                  </a:lnTo>
                  <a:lnTo>
                    <a:pt x="20349" y="126607"/>
                  </a:lnTo>
                  <a:lnTo>
                    <a:pt x="21019" y="125425"/>
                  </a:lnTo>
                  <a:lnTo>
                    <a:pt x="21774" y="124092"/>
                  </a:lnTo>
                  <a:lnTo>
                    <a:pt x="22352" y="123070"/>
                  </a:lnTo>
                  <a:lnTo>
                    <a:pt x="24011" y="120141"/>
                  </a:lnTo>
                  <a:lnTo>
                    <a:pt x="24789" y="118768"/>
                  </a:lnTo>
                  <a:lnTo>
                    <a:pt x="25174" y="118271"/>
                  </a:lnTo>
                  <a:lnTo>
                    <a:pt x="26914" y="116025"/>
                  </a:lnTo>
                  <a:lnTo>
                    <a:pt x="27400" y="115398"/>
                  </a:lnTo>
                  <a:lnTo>
                    <a:pt x="27631" y="115099"/>
                  </a:lnTo>
                  <a:lnTo>
                    <a:pt x="28171" y="114401"/>
                  </a:lnTo>
                  <a:lnTo>
                    <a:pt x="29421" y="112215"/>
                  </a:lnTo>
                  <a:lnTo>
                    <a:pt x="31360" y="108823"/>
                  </a:lnTo>
                  <a:lnTo>
                    <a:pt x="32014" y="107680"/>
                  </a:lnTo>
                  <a:lnTo>
                    <a:pt x="32354" y="107084"/>
                  </a:lnTo>
                  <a:lnTo>
                    <a:pt x="34176" y="104176"/>
                  </a:lnTo>
                  <a:lnTo>
                    <a:pt x="34713" y="103318"/>
                  </a:lnTo>
                  <a:lnTo>
                    <a:pt x="35166" y="102595"/>
                  </a:lnTo>
                  <a:lnTo>
                    <a:pt x="35751" y="101660"/>
                  </a:lnTo>
                  <a:lnTo>
                    <a:pt x="37134" y="99454"/>
                  </a:lnTo>
                  <a:lnTo>
                    <a:pt x="37206" y="99211"/>
                  </a:lnTo>
                  <a:lnTo>
                    <a:pt x="37736" y="97440"/>
                  </a:lnTo>
                  <a:lnTo>
                    <a:pt x="38118" y="96160"/>
                  </a:lnTo>
                  <a:lnTo>
                    <a:pt x="38113" y="95824"/>
                  </a:lnTo>
                  <a:lnTo>
                    <a:pt x="38121" y="95653"/>
                  </a:lnTo>
                  <a:lnTo>
                    <a:pt x="38724" y="94655"/>
                  </a:lnTo>
                  <a:lnTo>
                    <a:pt x="38882" y="94393"/>
                  </a:lnTo>
                  <a:lnTo>
                    <a:pt x="40878" y="91085"/>
                  </a:lnTo>
                  <a:lnTo>
                    <a:pt x="41035" y="90826"/>
                  </a:lnTo>
                  <a:lnTo>
                    <a:pt x="43137" y="87344"/>
                  </a:lnTo>
                  <a:lnTo>
                    <a:pt x="43337" y="87013"/>
                  </a:lnTo>
                  <a:lnTo>
                    <a:pt x="43920" y="86047"/>
                  </a:lnTo>
                  <a:lnTo>
                    <a:pt x="44434" y="85195"/>
                  </a:lnTo>
                  <a:lnTo>
                    <a:pt x="45097" y="84098"/>
                  </a:lnTo>
                  <a:lnTo>
                    <a:pt x="45593" y="83275"/>
                  </a:lnTo>
                  <a:lnTo>
                    <a:pt x="46003" y="82596"/>
                  </a:lnTo>
                  <a:lnTo>
                    <a:pt x="46186" y="82309"/>
                  </a:lnTo>
                  <a:lnTo>
                    <a:pt x="46392" y="81985"/>
                  </a:lnTo>
                  <a:lnTo>
                    <a:pt x="46572" y="81703"/>
                  </a:lnTo>
                  <a:lnTo>
                    <a:pt x="47628" y="80046"/>
                  </a:lnTo>
                  <a:lnTo>
                    <a:pt x="48454" y="78750"/>
                  </a:lnTo>
                  <a:lnTo>
                    <a:pt x="49890" y="76315"/>
                  </a:lnTo>
                  <a:lnTo>
                    <a:pt x="50525" y="75238"/>
                  </a:lnTo>
                  <a:lnTo>
                    <a:pt x="54034" y="69288"/>
                  </a:lnTo>
                  <a:lnTo>
                    <a:pt x="57753" y="62983"/>
                  </a:lnTo>
                  <a:lnTo>
                    <a:pt x="59490" y="60037"/>
                  </a:lnTo>
                  <a:lnTo>
                    <a:pt x="60364" y="58681"/>
                  </a:lnTo>
                  <a:lnTo>
                    <a:pt x="60879" y="57881"/>
                  </a:lnTo>
                  <a:lnTo>
                    <a:pt x="61099" y="57541"/>
                  </a:lnTo>
                  <a:lnTo>
                    <a:pt x="61448" y="56999"/>
                  </a:lnTo>
                  <a:lnTo>
                    <a:pt x="62751" y="54977"/>
                  </a:lnTo>
                  <a:lnTo>
                    <a:pt x="63887" y="53215"/>
                  </a:lnTo>
                  <a:lnTo>
                    <a:pt x="65713" y="50381"/>
                  </a:lnTo>
                  <a:lnTo>
                    <a:pt x="65872" y="50135"/>
                  </a:lnTo>
                  <a:lnTo>
                    <a:pt x="67134" y="48177"/>
                  </a:lnTo>
                  <a:lnTo>
                    <a:pt x="69448" y="44586"/>
                  </a:lnTo>
                  <a:lnTo>
                    <a:pt x="70092" y="43587"/>
                  </a:lnTo>
                  <a:lnTo>
                    <a:pt x="71809" y="40924"/>
                  </a:lnTo>
                  <a:lnTo>
                    <a:pt x="74015" y="37500"/>
                  </a:lnTo>
                  <a:lnTo>
                    <a:pt x="76230" y="34064"/>
                  </a:lnTo>
                  <a:lnTo>
                    <a:pt x="76683" y="33361"/>
                  </a:lnTo>
                  <a:lnTo>
                    <a:pt x="79795" y="28933"/>
                  </a:lnTo>
                  <a:lnTo>
                    <a:pt x="80179" y="28387"/>
                  </a:lnTo>
                  <a:lnTo>
                    <a:pt x="83172" y="24130"/>
                  </a:lnTo>
                  <a:lnTo>
                    <a:pt x="84271" y="22566"/>
                  </a:lnTo>
                  <a:lnTo>
                    <a:pt x="85569" y="20720"/>
                  </a:lnTo>
                  <a:lnTo>
                    <a:pt x="89145" y="15633"/>
                  </a:lnTo>
                  <a:lnTo>
                    <a:pt x="89723" y="14812"/>
                  </a:lnTo>
                  <a:lnTo>
                    <a:pt x="93604" y="9475"/>
                  </a:lnTo>
                  <a:lnTo>
                    <a:pt x="94533" y="8197"/>
                  </a:lnTo>
                  <a:lnTo>
                    <a:pt x="95792" y="6466"/>
                  </a:lnTo>
                  <a:lnTo>
                    <a:pt x="96483" y="5517"/>
                  </a:lnTo>
                  <a:lnTo>
                    <a:pt x="97884" y="3938"/>
                  </a:lnTo>
                  <a:lnTo>
                    <a:pt x="98980" y="2704"/>
                  </a:lnTo>
                  <a:lnTo>
                    <a:pt x="99141" y="2522"/>
                  </a:lnTo>
                  <a:lnTo>
                    <a:pt x="101381" y="0"/>
                  </a:lnTo>
                  <a:lnTo>
                    <a:pt x="101899" y="227"/>
                  </a:lnTo>
                  <a:lnTo>
                    <a:pt x="104964" y="1575"/>
                  </a:lnTo>
                  <a:lnTo>
                    <a:pt x="106275" y="2152"/>
                  </a:lnTo>
                  <a:lnTo>
                    <a:pt x="111891" y="3392"/>
                  </a:lnTo>
                  <a:lnTo>
                    <a:pt x="114873" y="4050"/>
                  </a:lnTo>
                  <a:lnTo>
                    <a:pt x="115158" y="4134"/>
                  </a:lnTo>
                  <a:lnTo>
                    <a:pt x="115791" y="4321"/>
                  </a:lnTo>
                  <a:lnTo>
                    <a:pt x="116248" y="4456"/>
                  </a:lnTo>
                  <a:lnTo>
                    <a:pt x="118173" y="5024"/>
                  </a:lnTo>
                  <a:lnTo>
                    <a:pt x="120964" y="5847"/>
                  </a:lnTo>
                  <a:lnTo>
                    <a:pt x="129186" y="8273"/>
                  </a:lnTo>
                  <a:lnTo>
                    <a:pt x="130180" y="8566"/>
                  </a:lnTo>
                  <a:lnTo>
                    <a:pt x="134324" y="9789"/>
                  </a:lnTo>
                  <a:lnTo>
                    <a:pt x="136807" y="10521"/>
                  </a:lnTo>
                  <a:lnTo>
                    <a:pt x="137560" y="10743"/>
                  </a:lnTo>
                  <a:lnTo>
                    <a:pt x="138139" y="10914"/>
                  </a:lnTo>
                  <a:lnTo>
                    <a:pt x="141937" y="11863"/>
                  </a:lnTo>
                  <a:lnTo>
                    <a:pt x="147299" y="13202"/>
                  </a:lnTo>
                  <a:lnTo>
                    <a:pt x="147768" y="13319"/>
                  </a:lnTo>
                  <a:lnTo>
                    <a:pt x="149418" y="13823"/>
                  </a:lnTo>
                  <a:lnTo>
                    <a:pt x="156701" y="16047"/>
                  </a:lnTo>
                  <a:lnTo>
                    <a:pt x="160485" y="17202"/>
                  </a:lnTo>
                  <a:lnTo>
                    <a:pt x="160801" y="17298"/>
                  </a:lnTo>
                  <a:lnTo>
                    <a:pt x="164997" y="18580"/>
                  </a:lnTo>
                  <a:lnTo>
                    <a:pt x="167771" y="19426"/>
                  </a:lnTo>
                  <a:lnTo>
                    <a:pt x="168163" y="19525"/>
                  </a:lnTo>
                  <a:lnTo>
                    <a:pt x="171201" y="20285"/>
                  </a:lnTo>
                  <a:lnTo>
                    <a:pt x="172457" y="20599"/>
                  </a:lnTo>
                  <a:lnTo>
                    <a:pt x="174610" y="21137"/>
                  </a:lnTo>
                  <a:lnTo>
                    <a:pt x="177596" y="21884"/>
                  </a:lnTo>
                  <a:lnTo>
                    <a:pt x="178971" y="22228"/>
                  </a:lnTo>
                  <a:lnTo>
                    <a:pt x="180855" y="22699"/>
                  </a:lnTo>
                  <a:lnTo>
                    <a:pt x="182399" y="23086"/>
                  </a:lnTo>
                  <a:lnTo>
                    <a:pt x="182715" y="23181"/>
                  </a:lnTo>
                  <a:lnTo>
                    <a:pt x="182867" y="23227"/>
                  </a:lnTo>
                  <a:lnTo>
                    <a:pt x="184082" y="23594"/>
                  </a:lnTo>
                  <a:lnTo>
                    <a:pt x="184288" y="23657"/>
                  </a:lnTo>
                  <a:lnTo>
                    <a:pt x="186768" y="24406"/>
                  </a:lnTo>
                  <a:lnTo>
                    <a:pt x="187018" y="24482"/>
                  </a:lnTo>
                  <a:lnTo>
                    <a:pt x="188068" y="24799"/>
                  </a:lnTo>
                  <a:lnTo>
                    <a:pt x="191896" y="25956"/>
                  </a:lnTo>
                  <a:lnTo>
                    <a:pt x="192209" y="26046"/>
                  </a:lnTo>
                  <a:lnTo>
                    <a:pt x="194815" y="26786"/>
                  </a:lnTo>
                  <a:lnTo>
                    <a:pt x="201327" y="28637"/>
                  </a:lnTo>
                  <a:lnTo>
                    <a:pt x="208322" y="30626"/>
                  </a:lnTo>
                  <a:lnTo>
                    <a:pt x="216390" y="33232"/>
                  </a:lnTo>
                  <a:lnTo>
                    <a:pt x="219560" y="34643"/>
                  </a:lnTo>
                  <a:lnTo>
                    <a:pt x="221749" y="35569"/>
                  </a:lnTo>
                  <a:lnTo>
                    <a:pt x="222271" y="35790"/>
                  </a:lnTo>
                  <a:lnTo>
                    <a:pt x="229102" y="41452"/>
                  </a:lnTo>
                  <a:lnTo>
                    <a:pt x="229335" y="41743"/>
                  </a:lnTo>
                  <a:lnTo>
                    <a:pt x="230031" y="42610"/>
                  </a:lnTo>
                  <a:lnTo>
                    <a:pt x="230167" y="42780"/>
                  </a:lnTo>
                  <a:lnTo>
                    <a:pt x="229678" y="43741"/>
                  </a:lnTo>
                  <a:lnTo>
                    <a:pt x="228730" y="45602"/>
                  </a:lnTo>
                  <a:lnTo>
                    <a:pt x="228568" y="45922"/>
                  </a:lnTo>
                  <a:lnTo>
                    <a:pt x="228180" y="46683"/>
                  </a:lnTo>
                  <a:lnTo>
                    <a:pt x="228002" y="47033"/>
                  </a:lnTo>
                  <a:lnTo>
                    <a:pt x="227092" y="48820"/>
                  </a:lnTo>
                  <a:lnTo>
                    <a:pt x="226453" y="50074"/>
                  </a:lnTo>
                  <a:lnTo>
                    <a:pt x="226290" y="50394"/>
                  </a:lnTo>
                  <a:lnTo>
                    <a:pt x="225348" y="52245"/>
                  </a:lnTo>
                  <a:lnTo>
                    <a:pt x="222428" y="57981"/>
                  </a:lnTo>
                  <a:lnTo>
                    <a:pt x="214476" y="72276"/>
                  </a:lnTo>
                  <a:lnTo>
                    <a:pt x="210893" y="78716"/>
                  </a:lnTo>
                  <a:lnTo>
                    <a:pt x="209482" y="81204"/>
                  </a:lnTo>
                  <a:lnTo>
                    <a:pt x="208566" y="82820"/>
                  </a:lnTo>
                  <a:lnTo>
                    <a:pt x="207863" y="84058"/>
                  </a:lnTo>
                  <a:lnTo>
                    <a:pt x="206705" y="86100"/>
                  </a:lnTo>
                  <a:lnTo>
                    <a:pt x="202691" y="93177"/>
                  </a:lnTo>
                  <a:lnTo>
                    <a:pt x="202538" y="93445"/>
                  </a:lnTo>
                  <a:lnTo>
                    <a:pt x="199875" y="98141"/>
                  </a:lnTo>
                  <a:lnTo>
                    <a:pt x="199641" y="98553"/>
                  </a:lnTo>
                  <a:lnTo>
                    <a:pt x="197123" y="102742"/>
                  </a:lnTo>
                  <a:lnTo>
                    <a:pt x="196462" y="103841"/>
                  </a:lnTo>
                  <a:lnTo>
                    <a:pt x="195192" y="105953"/>
                  </a:lnTo>
                  <a:lnTo>
                    <a:pt x="193729" y="108173"/>
                  </a:lnTo>
                  <a:lnTo>
                    <a:pt x="191342" y="111794"/>
                  </a:lnTo>
                  <a:lnTo>
                    <a:pt x="190172" y="113569"/>
                  </a:lnTo>
                  <a:lnTo>
                    <a:pt x="189185" y="114980"/>
                  </a:lnTo>
                  <a:lnTo>
                    <a:pt x="184720" y="121367"/>
                  </a:lnTo>
                  <a:lnTo>
                    <a:pt x="183655" y="122890"/>
                  </a:lnTo>
                  <a:lnTo>
                    <a:pt x="183530" y="123022"/>
                  </a:lnTo>
                  <a:lnTo>
                    <a:pt x="181668" y="124989"/>
                  </a:lnTo>
                  <a:lnTo>
                    <a:pt x="181454" y="125236"/>
                  </a:lnTo>
                  <a:lnTo>
                    <a:pt x="180150" y="126737"/>
                  </a:lnTo>
                  <a:lnTo>
                    <a:pt x="179856" y="127075"/>
                  </a:lnTo>
                  <a:lnTo>
                    <a:pt x="178869" y="128036"/>
                  </a:lnTo>
                  <a:lnTo>
                    <a:pt x="178729" y="128171"/>
                  </a:lnTo>
                  <a:lnTo>
                    <a:pt x="171455" y="134801"/>
                  </a:lnTo>
                  <a:lnTo>
                    <a:pt x="171161" y="135069"/>
                  </a:lnTo>
                  <a:lnTo>
                    <a:pt x="163668" y="141274"/>
                  </a:lnTo>
                  <a:lnTo>
                    <a:pt x="153647" y="149571"/>
                  </a:lnTo>
                  <a:lnTo>
                    <a:pt x="152626" y="150448"/>
                  </a:lnTo>
                  <a:lnTo>
                    <a:pt x="150917" y="151916"/>
                  </a:lnTo>
                  <a:lnTo>
                    <a:pt x="150617" y="152174"/>
                  </a:lnTo>
                  <a:lnTo>
                    <a:pt x="148138" y="154303"/>
                  </a:lnTo>
                  <a:lnTo>
                    <a:pt x="155539" y="163731"/>
                  </a:lnTo>
                  <a:lnTo>
                    <a:pt x="156269" y="164660"/>
                  </a:lnTo>
                  <a:lnTo>
                    <a:pt x="157014" y="165609"/>
                  </a:lnTo>
                  <a:lnTo>
                    <a:pt x="157631" y="166375"/>
                  </a:lnTo>
                  <a:lnTo>
                    <a:pt x="158556" y="167522"/>
                  </a:lnTo>
                  <a:lnTo>
                    <a:pt x="159341" y="168495"/>
                  </a:lnTo>
                  <a:lnTo>
                    <a:pt x="159938" y="169235"/>
                  </a:lnTo>
                  <a:lnTo>
                    <a:pt x="160968" y="170512"/>
                  </a:lnTo>
                  <a:lnTo>
                    <a:pt x="163933" y="174189"/>
                  </a:lnTo>
                  <a:lnTo>
                    <a:pt x="167348" y="178424"/>
                  </a:lnTo>
                  <a:lnTo>
                    <a:pt x="167473" y="178579"/>
                  </a:lnTo>
                  <a:lnTo>
                    <a:pt x="166097" y="179588"/>
                  </a:lnTo>
                  <a:lnTo>
                    <a:pt x="165941" y="179703"/>
                  </a:lnTo>
                  <a:lnTo>
                    <a:pt x="163295" y="181645"/>
                  </a:lnTo>
                  <a:lnTo>
                    <a:pt x="162994" y="181866"/>
                  </a:lnTo>
                  <a:lnTo>
                    <a:pt x="161792" y="182748"/>
                  </a:lnTo>
                  <a:lnTo>
                    <a:pt x="159310" y="184570"/>
                  </a:lnTo>
                  <a:lnTo>
                    <a:pt x="158089" y="185465"/>
                  </a:lnTo>
                  <a:lnTo>
                    <a:pt x="156561" y="186586"/>
                  </a:lnTo>
                  <a:lnTo>
                    <a:pt x="155987" y="187008"/>
                  </a:lnTo>
                  <a:lnTo>
                    <a:pt x="155237" y="187559"/>
                  </a:lnTo>
                  <a:lnTo>
                    <a:pt x="154860" y="187856"/>
                  </a:lnTo>
                  <a:lnTo>
                    <a:pt x="153969" y="188558"/>
                  </a:lnTo>
                  <a:lnTo>
                    <a:pt x="152297" y="189876"/>
                  </a:lnTo>
                  <a:lnTo>
                    <a:pt x="151619" y="190411"/>
                  </a:lnTo>
                  <a:lnTo>
                    <a:pt x="150290" y="191459"/>
                  </a:lnTo>
                  <a:lnTo>
                    <a:pt x="149929" y="191743"/>
                  </a:lnTo>
                  <a:lnTo>
                    <a:pt x="147825" y="193402"/>
                  </a:lnTo>
                  <a:lnTo>
                    <a:pt x="147229" y="193872"/>
                  </a:lnTo>
                  <a:lnTo>
                    <a:pt x="146393" y="194531"/>
                  </a:lnTo>
                  <a:lnTo>
                    <a:pt x="145929" y="194897"/>
                  </a:lnTo>
                  <a:lnTo>
                    <a:pt x="144288" y="196191"/>
                  </a:lnTo>
                  <a:lnTo>
                    <a:pt x="143814" y="196565"/>
                  </a:lnTo>
                  <a:lnTo>
                    <a:pt x="143054" y="197164"/>
                  </a:lnTo>
                  <a:lnTo>
                    <a:pt x="141922" y="198056"/>
                  </a:lnTo>
                  <a:lnTo>
                    <a:pt x="139856" y="199685"/>
                  </a:lnTo>
                  <a:lnTo>
                    <a:pt x="139144" y="200246"/>
                  </a:lnTo>
                  <a:lnTo>
                    <a:pt x="138226" y="200970"/>
                  </a:lnTo>
                  <a:lnTo>
                    <a:pt x="137491" y="201549"/>
                  </a:lnTo>
                  <a:lnTo>
                    <a:pt x="137352" y="201659"/>
                  </a:lnTo>
                  <a:lnTo>
                    <a:pt x="136943" y="201982"/>
                  </a:lnTo>
                  <a:lnTo>
                    <a:pt x="135915" y="202792"/>
                  </a:lnTo>
                  <a:lnTo>
                    <a:pt x="134450" y="203947"/>
                  </a:lnTo>
                  <a:lnTo>
                    <a:pt x="133923" y="204363"/>
                  </a:lnTo>
                  <a:lnTo>
                    <a:pt x="132880" y="205185"/>
                  </a:lnTo>
                  <a:lnTo>
                    <a:pt x="132249" y="205682"/>
                  </a:lnTo>
                  <a:lnTo>
                    <a:pt x="132065" y="205870"/>
                  </a:lnTo>
                  <a:lnTo>
                    <a:pt x="131351" y="206600"/>
                  </a:lnTo>
                  <a:lnTo>
                    <a:pt x="131131" y="206824"/>
                  </a:lnTo>
                  <a:lnTo>
                    <a:pt x="130765" y="207199"/>
                  </a:lnTo>
                  <a:lnTo>
                    <a:pt x="130043" y="207937"/>
                  </a:lnTo>
                  <a:lnTo>
                    <a:pt x="129282" y="208714"/>
                  </a:lnTo>
                  <a:lnTo>
                    <a:pt x="128951" y="209053"/>
                  </a:lnTo>
                  <a:lnTo>
                    <a:pt x="128440" y="209576"/>
                  </a:lnTo>
                  <a:lnTo>
                    <a:pt x="127314" y="210726"/>
                  </a:lnTo>
                  <a:lnTo>
                    <a:pt x="126505" y="211554"/>
                  </a:lnTo>
                  <a:lnTo>
                    <a:pt x="125656" y="212421"/>
                  </a:lnTo>
                  <a:lnTo>
                    <a:pt x="116187" y="226224"/>
                  </a:lnTo>
                  <a:lnTo>
                    <a:pt x="114288" y="228992"/>
                  </a:lnTo>
                  <a:lnTo>
                    <a:pt x="113682" y="229875"/>
                  </a:lnTo>
                  <a:lnTo>
                    <a:pt x="112010" y="2323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2346385" y="3978276"/>
              <a:ext cx="249140" cy="207670"/>
            </a:xfrm>
            <a:custGeom>
              <a:avLst/>
              <a:pathLst>
                <a:path w="249140" h="207670">
                  <a:moveTo>
                    <a:pt x="157463" y="108732"/>
                  </a:moveTo>
                  <a:lnTo>
                    <a:pt x="159117" y="110139"/>
                  </a:lnTo>
                  <a:lnTo>
                    <a:pt x="161006" y="107533"/>
                  </a:lnTo>
                  <a:lnTo>
                    <a:pt x="166893" y="99414"/>
                  </a:lnTo>
                  <a:lnTo>
                    <a:pt x="167514" y="98558"/>
                  </a:lnTo>
                  <a:lnTo>
                    <a:pt x="174264" y="89249"/>
                  </a:lnTo>
                  <a:lnTo>
                    <a:pt x="178442" y="83486"/>
                  </a:lnTo>
                  <a:lnTo>
                    <a:pt x="181350" y="79476"/>
                  </a:lnTo>
                  <a:lnTo>
                    <a:pt x="187309" y="71256"/>
                  </a:lnTo>
                  <a:lnTo>
                    <a:pt x="190517" y="73480"/>
                  </a:lnTo>
                  <a:lnTo>
                    <a:pt x="192645" y="74955"/>
                  </a:lnTo>
                  <a:lnTo>
                    <a:pt x="201295" y="81298"/>
                  </a:lnTo>
                  <a:lnTo>
                    <a:pt x="208180" y="86348"/>
                  </a:lnTo>
                  <a:lnTo>
                    <a:pt x="208458" y="86552"/>
                  </a:lnTo>
                  <a:lnTo>
                    <a:pt x="219405" y="94581"/>
                  </a:lnTo>
                  <a:lnTo>
                    <a:pt x="221436" y="96070"/>
                  </a:lnTo>
                  <a:lnTo>
                    <a:pt x="221810" y="96344"/>
                  </a:lnTo>
                  <a:lnTo>
                    <a:pt x="228090" y="100950"/>
                  </a:lnTo>
                  <a:lnTo>
                    <a:pt x="229203" y="101767"/>
                  </a:lnTo>
                  <a:lnTo>
                    <a:pt x="233861" y="105183"/>
                  </a:lnTo>
                  <a:lnTo>
                    <a:pt x="238830" y="108827"/>
                  </a:lnTo>
                  <a:lnTo>
                    <a:pt x="249140" y="116389"/>
                  </a:lnTo>
                  <a:lnTo>
                    <a:pt x="247374" y="118822"/>
                  </a:lnTo>
                  <a:lnTo>
                    <a:pt x="241584" y="126801"/>
                  </a:lnTo>
                  <a:lnTo>
                    <a:pt x="241105" y="127461"/>
                  </a:lnTo>
                  <a:lnTo>
                    <a:pt x="236932" y="133212"/>
                  </a:lnTo>
                  <a:lnTo>
                    <a:pt x="231201" y="141109"/>
                  </a:lnTo>
                  <a:lnTo>
                    <a:pt x="227644" y="146012"/>
                  </a:lnTo>
                  <a:lnTo>
                    <a:pt x="227041" y="146843"/>
                  </a:lnTo>
                  <a:lnTo>
                    <a:pt x="226701" y="147311"/>
                  </a:lnTo>
                  <a:lnTo>
                    <a:pt x="222467" y="153146"/>
                  </a:lnTo>
                  <a:lnTo>
                    <a:pt x="221939" y="153706"/>
                  </a:lnTo>
                  <a:lnTo>
                    <a:pt x="220603" y="155126"/>
                  </a:lnTo>
                  <a:lnTo>
                    <a:pt x="219185" y="155922"/>
                  </a:lnTo>
                  <a:lnTo>
                    <a:pt x="218595" y="156253"/>
                  </a:lnTo>
                  <a:lnTo>
                    <a:pt x="217720" y="156744"/>
                  </a:lnTo>
                  <a:lnTo>
                    <a:pt x="215491" y="157995"/>
                  </a:lnTo>
                  <a:lnTo>
                    <a:pt x="203704" y="162892"/>
                  </a:lnTo>
                  <a:lnTo>
                    <a:pt x="196722" y="165793"/>
                  </a:lnTo>
                  <a:lnTo>
                    <a:pt x="196186" y="166026"/>
                  </a:lnTo>
                  <a:lnTo>
                    <a:pt x="197867" y="169600"/>
                  </a:lnTo>
                  <a:lnTo>
                    <a:pt x="200106" y="174359"/>
                  </a:lnTo>
                  <a:lnTo>
                    <a:pt x="200987" y="176993"/>
                  </a:lnTo>
                  <a:lnTo>
                    <a:pt x="201096" y="177320"/>
                  </a:lnTo>
                  <a:lnTo>
                    <a:pt x="200536" y="177540"/>
                  </a:lnTo>
                  <a:lnTo>
                    <a:pt x="177880" y="186447"/>
                  </a:lnTo>
                  <a:lnTo>
                    <a:pt x="176547" y="186971"/>
                  </a:lnTo>
                  <a:lnTo>
                    <a:pt x="175466" y="187506"/>
                  </a:lnTo>
                  <a:lnTo>
                    <a:pt x="173908" y="188277"/>
                  </a:lnTo>
                  <a:lnTo>
                    <a:pt x="167121" y="191816"/>
                  </a:lnTo>
                  <a:lnTo>
                    <a:pt x="165195" y="192975"/>
                  </a:lnTo>
                  <a:lnTo>
                    <a:pt x="163038" y="194273"/>
                  </a:lnTo>
                  <a:lnTo>
                    <a:pt x="159430" y="196612"/>
                  </a:lnTo>
                  <a:lnTo>
                    <a:pt x="148062" y="204300"/>
                  </a:lnTo>
                  <a:lnTo>
                    <a:pt x="143079" y="207670"/>
                  </a:lnTo>
                  <a:lnTo>
                    <a:pt x="139866" y="202355"/>
                  </a:lnTo>
                  <a:lnTo>
                    <a:pt x="135551" y="196023"/>
                  </a:lnTo>
                  <a:lnTo>
                    <a:pt x="130748" y="190473"/>
                  </a:lnTo>
                  <a:lnTo>
                    <a:pt x="123300" y="182362"/>
                  </a:lnTo>
                  <a:lnTo>
                    <a:pt x="116399" y="175996"/>
                  </a:lnTo>
                  <a:lnTo>
                    <a:pt x="115362" y="175040"/>
                  </a:lnTo>
                  <a:lnTo>
                    <a:pt x="114663" y="174395"/>
                  </a:lnTo>
                  <a:lnTo>
                    <a:pt x="114458" y="174205"/>
                  </a:lnTo>
                  <a:lnTo>
                    <a:pt x="113859" y="173653"/>
                  </a:lnTo>
                  <a:lnTo>
                    <a:pt x="111803" y="176271"/>
                  </a:lnTo>
                  <a:lnTo>
                    <a:pt x="108101" y="180553"/>
                  </a:lnTo>
                  <a:lnTo>
                    <a:pt x="102663" y="186842"/>
                  </a:lnTo>
                  <a:lnTo>
                    <a:pt x="102108" y="187581"/>
                  </a:lnTo>
                  <a:lnTo>
                    <a:pt x="98786" y="191056"/>
                  </a:lnTo>
                  <a:lnTo>
                    <a:pt x="98146" y="191726"/>
                  </a:lnTo>
                  <a:lnTo>
                    <a:pt x="97366" y="190966"/>
                  </a:lnTo>
                  <a:lnTo>
                    <a:pt x="96516" y="190138"/>
                  </a:lnTo>
                  <a:lnTo>
                    <a:pt x="93840" y="187530"/>
                  </a:lnTo>
                  <a:lnTo>
                    <a:pt x="93554" y="187251"/>
                  </a:lnTo>
                  <a:lnTo>
                    <a:pt x="92605" y="186326"/>
                  </a:lnTo>
                  <a:lnTo>
                    <a:pt x="88794" y="182247"/>
                  </a:lnTo>
                  <a:lnTo>
                    <a:pt x="86789" y="180100"/>
                  </a:lnTo>
                  <a:lnTo>
                    <a:pt x="85681" y="178974"/>
                  </a:lnTo>
                  <a:lnTo>
                    <a:pt x="84758" y="178035"/>
                  </a:lnTo>
                  <a:lnTo>
                    <a:pt x="78990" y="172171"/>
                  </a:lnTo>
                  <a:lnTo>
                    <a:pt x="78707" y="171883"/>
                  </a:lnTo>
                  <a:lnTo>
                    <a:pt x="73453" y="166541"/>
                  </a:lnTo>
                  <a:lnTo>
                    <a:pt x="72086" y="165151"/>
                  </a:lnTo>
                  <a:lnTo>
                    <a:pt x="71163" y="164214"/>
                  </a:lnTo>
                  <a:lnTo>
                    <a:pt x="57595" y="150744"/>
                  </a:lnTo>
                  <a:lnTo>
                    <a:pt x="57441" y="150591"/>
                  </a:lnTo>
                  <a:lnTo>
                    <a:pt x="49948" y="143153"/>
                  </a:lnTo>
                  <a:lnTo>
                    <a:pt x="49231" y="142441"/>
                  </a:lnTo>
                  <a:lnTo>
                    <a:pt x="48230" y="141272"/>
                  </a:lnTo>
                  <a:lnTo>
                    <a:pt x="47920" y="140910"/>
                  </a:lnTo>
                  <a:lnTo>
                    <a:pt x="47435" y="140342"/>
                  </a:lnTo>
                  <a:lnTo>
                    <a:pt x="47316" y="140193"/>
                  </a:lnTo>
                  <a:lnTo>
                    <a:pt x="46620" y="139325"/>
                  </a:lnTo>
                  <a:lnTo>
                    <a:pt x="46386" y="139035"/>
                  </a:lnTo>
                  <a:lnTo>
                    <a:pt x="39555" y="133372"/>
                  </a:lnTo>
                  <a:lnTo>
                    <a:pt x="39033" y="133151"/>
                  </a:lnTo>
                  <a:lnTo>
                    <a:pt x="36844" y="132225"/>
                  </a:lnTo>
                  <a:lnTo>
                    <a:pt x="33674" y="130815"/>
                  </a:lnTo>
                  <a:lnTo>
                    <a:pt x="25607" y="128208"/>
                  </a:lnTo>
                  <a:lnTo>
                    <a:pt x="18612" y="126220"/>
                  </a:lnTo>
                  <a:lnTo>
                    <a:pt x="12100" y="124369"/>
                  </a:lnTo>
                  <a:lnTo>
                    <a:pt x="9494" y="123628"/>
                  </a:lnTo>
                  <a:lnTo>
                    <a:pt x="9180" y="123539"/>
                  </a:lnTo>
                  <a:lnTo>
                    <a:pt x="5345" y="122380"/>
                  </a:lnTo>
                  <a:lnTo>
                    <a:pt x="4303" y="122064"/>
                  </a:lnTo>
                  <a:lnTo>
                    <a:pt x="4053" y="121989"/>
                  </a:lnTo>
                  <a:lnTo>
                    <a:pt x="1572" y="121239"/>
                  </a:lnTo>
                  <a:lnTo>
                    <a:pt x="1366" y="121177"/>
                  </a:lnTo>
                  <a:lnTo>
                    <a:pt x="151" y="120809"/>
                  </a:lnTo>
                  <a:lnTo>
                    <a:pt x="0" y="120764"/>
                  </a:lnTo>
                  <a:lnTo>
                    <a:pt x="173" y="120158"/>
                  </a:lnTo>
                  <a:lnTo>
                    <a:pt x="2492" y="112048"/>
                  </a:lnTo>
                  <a:lnTo>
                    <a:pt x="6690" y="97367"/>
                  </a:lnTo>
                  <a:lnTo>
                    <a:pt x="12639" y="75766"/>
                  </a:lnTo>
                  <a:lnTo>
                    <a:pt x="14353" y="69734"/>
                  </a:lnTo>
                  <a:lnTo>
                    <a:pt x="15958" y="64867"/>
                  </a:lnTo>
                  <a:lnTo>
                    <a:pt x="17733" y="58914"/>
                  </a:lnTo>
                  <a:lnTo>
                    <a:pt x="18586" y="55844"/>
                  </a:lnTo>
                  <a:lnTo>
                    <a:pt x="19257" y="53430"/>
                  </a:lnTo>
                  <a:lnTo>
                    <a:pt x="20611" y="48556"/>
                  </a:lnTo>
                  <a:lnTo>
                    <a:pt x="21076" y="46671"/>
                  </a:lnTo>
                  <a:lnTo>
                    <a:pt x="23609" y="37516"/>
                  </a:lnTo>
                  <a:lnTo>
                    <a:pt x="24566" y="34058"/>
                  </a:lnTo>
                  <a:lnTo>
                    <a:pt x="29066" y="17797"/>
                  </a:lnTo>
                  <a:lnTo>
                    <a:pt x="30600" y="12834"/>
                  </a:lnTo>
                  <a:lnTo>
                    <a:pt x="33812" y="2436"/>
                  </a:lnTo>
                  <a:lnTo>
                    <a:pt x="34565" y="0"/>
                  </a:lnTo>
                  <a:lnTo>
                    <a:pt x="35843" y="1175"/>
                  </a:lnTo>
                  <a:lnTo>
                    <a:pt x="46883" y="11324"/>
                  </a:lnTo>
                  <a:lnTo>
                    <a:pt x="47732" y="12105"/>
                  </a:lnTo>
                  <a:lnTo>
                    <a:pt x="57595" y="21172"/>
                  </a:lnTo>
                  <a:lnTo>
                    <a:pt x="61962" y="25188"/>
                  </a:lnTo>
                  <a:lnTo>
                    <a:pt x="63127" y="26233"/>
                  </a:lnTo>
                  <a:lnTo>
                    <a:pt x="66872" y="29597"/>
                  </a:lnTo>
                  <a:lnTo>
                    <a:pt x="73337" y="35403"/>
                  </a:lnTo>
                  <a:lnTo>
                    <a:pt x="81609" y="42833"/>
                  </a:lnTo>
                  <a:lnTo>
                    <a:pt x="82227" y="43357"/>
                  </a:lnTo>
                  <a:lnTo>
                    <a:pt x="91152" y="50926"/>
                  </a:lnTo>
                  <a:lnTo>
                    <a:pt x="99485" y="57992"/>
                  </a:lnTo>
                  <a:lnTo>
                    <a:pt x="100152" y="58551"/>
                  </a:lnTo>
                  <a:lnTo>
                    <a:pt x="100651" y="58969"/>
                  </a:lnTo>
                  <a:lnTo>
                    <a:pt x="100969" y="59214"/>
                  </a:lnTo>
                  <a:lnTo>
                    <a:pt x="101576" y="59683"/>
                  </a:lnTo>
                  <a:lnTo>
                    <a:pt x="102143" y="60192"/>
                  </a:lnTo>
                  <a:lnTo>
                    <a:pt x="103098" y="61049"/>
                  </a:lnTo>
                  <a:lnTo>
                    <a:pt x="111278" y="68390"/>
                  </a:lnTo>
                  <a:lnTo>
                    <a:pt x="111534" y="68621"/>
                  </a:lnTo>
                  <a:lnTo>
                    <a:pt x="111696" y="68766"/>
                  </a:lnTo>
                  <a:lnTo>
                    <a:pt x="127253" y="82766"/>
                  </a:lnTo>
                  <a:lnTo>
                    <a:pt x="130818" y="85973"/>
                  </a:lnTo>
                  <a:lnTo>
                    <a:pt x="132373" y="87373"/>
                  </a:lnTo>
                  <a:lnTo>
                    <a:pt x="132612" y="87588"/>
                  </a:lnTo>
                  <a:lnTo>
                    <a:pt x="142374" y="95894"/>
                  </a:lnTo>
                  <a:lnTo>
                    <a:pt x="145720" y="98741"/>
                  </a:lnTo>
                  <a:lnTo>
                    <a:pt x="146799" y="99659"/>
                  </a:lnTo>
                  <a:lnTo>
                    <a:pt x="147083" y="99900"/>
                  </a:lnTo>
                  <a:lnTo>
                    <a:pt x="155161" y="106774"/>
                  </a:lnTo>
                  <a:lnTo>
                    <a:pt x="155697" y="107230"/>
                  </a:lnTo>
                  <a:lnTo>
                    <a:pt x="156565" y="1079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2598535" y="4086487"/>
              <a:ext cx="193214" cy="145392"/>
            </a:xfrm>
            <a:custGeom>
              <a:avLst/>
              <a:pathLst>
                <a:path w="193214" h="145392">
                  <a:moveTo>
                    <a:pt x="62428" y="0"/>
                  </a:moveTo>
                  <a:lnTo>
                    <a:pt x="63083" y="73"/>
                  </a:lnTo>
                  <a:lnTo>
                    <a:pt x="68699" y="705"/>
                  </a:lnTo>
                  <a:lnTo>
                    <a:pt x="72349" y="1116"/>
                  </a:lnTo>
                  <a:lnTo>
                    <a:pt x="74677" y="2071"/>
                  </a:lnTo>
                  <a:lnTo>
                    <a:pt x="75319" y="2501"/>
                  </a:lnTo>
                  <a:lnTo>
                    <a:pt x="77566" y="4010"/>
                  </a:lnTo>
                  <a:lnTo>
                    <a:pt x="85367" y="9686"/>
                  </a:lnTo>
                  <a:lnTo>
                    <a:pt x="88734" y="12136"/>
                  </a:lnTo>
                  <a:lnTo>
                    <a:pt x="89465" y="12668"/>
                  </a:lnTo>
                  <a:lnTo>
                    <a:pt x="90096" y="13104"/>
                  </a:lnTo>
                  <a:lnTo>
                    <a:pt x="90288" y="13237"/>
                  </a:lnTo>
                  <a:lnTo>
                    <a:pt x="91311" y="13944"/>
                  </a:lnTo>
                  <a:lnTo>
                    <a:pt x="91899" y="14351"/>
                  </a:lnTo>
                  <a:lnTo>
                    <a:pt x="92469" y="14793"/>
                  </a:lnTo>
                  <a:lnTo>
                    <a:pt x="92624" y="14930"/>
                  </a:lnTo>
                  <a:lnTo>
                    <a:pt x="93066" y="15350"/>
                  </a:lnTo>
                  <a:lnTo>
                    <a:pt x="91001" y="18399"/>
                  </a:lnTo>
                  <a:lnTo>
                    <a:pt x="90608" y="18949"/>
                  </a:lnTo>
                  <a:lnTo>
                    <a:pt x="89372" y="20756"/>
                  </a:lnTo>
                  <a:lnTo>
                    <a:pt x="88840" y="21458"/>
                  </a:lnTo>
                  <a:lnTo>
                    <a:pt x="88270" y="22210"/>
                  </a:lnTo>
                  <a:lnTo>
                    <a:pt x="87849" y="22766"/>
                  </a:lnTo>
                  <a:lnTo>
                    <a:pt x="87709" y="22951"/>
                  </a:lnTo>
                  <a:lnTo>
                    <a:pt x="87472" y="23263"/>
                  </a:lnTo>
                  <a:lnTo>
                    <a:pt x="87151" y="23733"/>
                  </a:lnTo>
                  <a:lnTo>
                    <a:pt x="88324" y="25054"/>
                  </a:lnTo>
                  <a:lnTo>
                    <a:pt x="89203" y="26042"/>
                  </a:lnTo>
                  <a:lnTo>
                    <a:pt x="89558" y="26442"/>
                  </a:lnTo>
                  <a:lnTo>
                    <a:pt x="89949" y="26881"/>
                  </a:lnTo>
                  <a:lnTo>
                    <a:pt x="90898" y="27949"/>
                  </a:lnTo>
                  <a:lnTo>
                    <a:pt x="91067" y="28139"/>
                  </a:lnTo>
                  <a:lnTo>
                    <a:pt x="91231" y="28323"/>
                  </a:lnTo>
                  <a:lnTo>
                    <a:pt x="93070" y="30853"/>
                  </a:lnTo>
                  <a:lnTo>
                    <a:pt x="93504" y="31450"/>
                  </a:lnTo>
                  <a:lnTo>
                    <a:pt x="94291" y="32502"/>
                  </a:lnTo>
                  <a:lnTo>
                    <a:pt x="97554" y="36868"/>
                  </a:lnTo>
                  <a:lnTo>
                    <a:pt x="97240" y="37136"/>
                  </a:lnTo>
                  <a:lnTo>
                    <a:pt x="96896" y="37497"/>
                  </a:lnTo>
                  <a:lnTo>
                    <a:pt x="100219" y="43926"/>
                  </a:lnTo>
                  <a:lnTo>
                    <a:pt x="100313" y="43786"/>
                  </a:lnTo>
                  <a:lnTo>
                    <a:pt x="101480" y="42035"/>
                  </a:lnTo>
                  <a:lnTo>
                    <a:pt x="104685" y="37227"/>
                  </a:lnTo>
                  <a:lnTo>
                    <a:pt x="105702" y="35703"/>
                  </a:lnTo>
                  <a:lnTo>
                    <a:pt x="105812" y="35538"/>
                  </a:lnTo>
                  <a:lnTo>
                    <a:pt x="105944" y="35334"/>
                  </a:lnTo>
                  <a:lnTo>
                    <a:pt x="106052" y="35154"/>
                  </a:lnTo>
                  <a:lnTo>
                    <a:pt x="106389" y="34588"/>
                  </a:lnTo>
                  <a:lnTo>
                    <a:pt x="107356" y="35316"/>
                  </a:lnTo>
                  <a:lnTo>
                    <a:pt x="109408" y="36863"/>
                  </a:lnTo>
                  <a:lnTo>
                    <a:pt x="110793" y="37907"/>
                  </a:lnTo>
                  <a:lnTo>
                    <a:pt x="111781" y="38652"/>
                  </a:lnTo>
                  <a:lnTo>
                    <a:pt x="112516" y="39217"/>
                  </a:lnTo>
                  <a:lnTo>
                    <a:pt x="113261" y="39792"/>
                  </a:lnTo>
                  <a:lnTo>
                    <a:pt x="113483" y="39953"/>
                  </a:lnTo>
                  <a:lnTo>
                    <a:pt x="114302" y="40550"/>
                  </a:lnTo>
                  <a:lnTo>
                    <a:pt x="114463" y="40668"/>
                  </a:lnTo>
                  <a:lnTo>
                    <a:pt x="114788" y="40904"/>
                  </a:lnTo>
                  <a:lnTo>
                    <a:pt x="115422" y="42005"/>
                  </a:lnTo>
                  <a:lnTo>
                    <a:pt x="115922" y="42811"/>
                  </a:lnTo>
                  <a:lnTo>
                    <a:pt x="117019" y="44964"/>
                  </a:lnTo>
                  <a:lnTo>
                    <a:pt x="117199" y="45317"/>
                  </a:lnTo>
                  <a:lnTo>
                    <a:pt x="117979" y="46850"/>
                  </a:lnTo>
                  <a:lnTo>
                    <a:pt x="119042" y="48937"/>
                  </a:lnTo>
                  <a:lnTo>
                    <a:pt x="119742" y="50312"/>
                  </a:lnTo>
                  <a:lnTo>
                    <a:pt x="119977" y="50753"/>
                  </a:lnTo>
                  <a:lnTo>
                    <a:pt x="120203" y="51115"/>
                  </a:lnTo>
                  <a:lnTo>
                    <a:pt x="120715" y="52063"/>
                  </a:lnTo>
                  <a:lnTo>
                    <a:pt x="121042" y="52668"/>
                  </a:lnTo>
                  <a:lnTo>
                    <a:pt x="121754" y="53987"/>
                  </a:lnTo>
                  <a:lnTo>
                    <a:pt x="121920" y="54294"/>
                  </a:lnTo>
                  <a:lnTo>
                    <a:pt x="122058" y="54549"/>
                  </a:lnTo>
                  <a:lnTo>
                    <a:pt x="122258" y="54919"/>
                  </a:lnTo>
                  <a:lnTo>
                    <a:pt x="122571" y="55408"/>
                  </a:lnTo>
                  <a:lnTo>
                    <a:pt x="122860" y="55859"/>
                  </a:lnTo>
                  <a:lnTo>
                    <a:pt x="126400" y="61382"/>
                  </a:lnTo>
                  <a:lnTo>
                    <a:pt x="127216" y="62666"/>
                  </a:lnTo>
                  <a:lnTo>
                    <a:pt x="127938" y="63803"/>
                  </a:lnTo>
                  <a:lnTo>
                    <a:pt x="128584" y="64821"/>
                  </a:lnTo>
                  <a:lnTo>
                    <a:pt x="131020" y="68940"/>
                  </a:lnTo>
                  <a:lnTo>
                    <a:pt x="131288" y="69393"/>
                  </a:lnTo>
                  <a:lnTo>
                    <a:pt x="131433" y="69639"/>
                  </a:lnTo>
                  <a:lnTo>
                    <a:pt x="131818" y="70289"/>
                  </a:lnTo>
                  <a:lnTo>
                    <a:pt x="132321" y="70576"/>
                  </a:lnTo>
                  <a:lnTo>
                    <a:pt x="133750" y="71393"/>
                  </a:lnTo>
                  <a:lnTo>
                    <a:pt x="133959" y="71513"/>
                  </a:lnTo>
                  <a:lnTo>
                    <a:pt x="134400" y="71765"/>
                  </a:lnTo>
                  <a:lnTo>
                    <a:pt x="135638" y="72472"/>
                  </a:lnTo>
                  <a:lnTo>
                    <a:pt x="136005" y="72682"/>
                  </a:lnTo>
                  <a:lnTo>
                    <a:pt x="137624" y="73608"/>
                  </a:lnTo>
                  <a:lnTo>
                    <a:pt x="137832" y="73727"/>
                  </a:lnTo>
                  <a:lnTo>
                    <a:pt x="139712" y="74801"/>
                  </a:lnTo>
                  <a:lnTo>
                    <a:pt x="140027" y="74982"/>
                  </a:lnTo>
                  <a:lnTo>
                    <a:pt x="142381" y="76327"/>
                  </a:lnTo>
                  <a:lnTo>
                    <a:pt x="142868" y="76606"/>
                  </a:lnTo>
                  <a:lnTo>
                    <a:pt x="144542" y="77562"/>
                  </a:lnTo>
                  <a:lnTo>
                    <a:pt x="145217" y="78159"/>
                  </a:lnTo>
                  <a:lnTo>
                    <a:pt x="146288" y="79106"/>
                  </a:lnTo>
                  <a:lnTo>
                    <a:pt x="147093" y="79818"/>
                  </a:lnTo>
                  <a:lnTo>
                    <a:pt x="148631" y="81179"/>
                  </a:lnTo>
                  <a:lnTo>
                    <a:pt x="149350" y="81526"/>
                  </a:lnTo>
                  <a:lnTo>
                    <a:pt x="149875" y="81780"/>
                  </a:lnTo>
                  <a:lnTo>
                    <a:pt x="150077" y="81877"/>
                  </a:lnTo>
                  <a:lnTo>
                    <a:pt x="150346" y="82007"/>
                  </a:lnTo>
                  <a:lnTo>
                    <a:pt x="150994" y="82321"/>
                  </a:lnTo>
                  <a:lnTo>
                    <a:pt x="151653" y="82639"/>
                  </a:lnTo>
                  <a:lnTo>
                    <a:pt x="152722" y="82999"/>
                  </a:lnTo>
                  <a:lnTo>
                    <a:pt x="153306" y="83196"/>
                  </a:lnTo>
                  <a:lnTo>
                    <a:pt x="154971" y="83757"/>
                  </a:lnTo>
                  <a:lnTo>
                    <a:pt x="153767" y="85449"/>
                  </a:lnTo>
                  <a:lnTo>
                    <a:pt x="151723" y="88321"/>
                  </a:lnTo>
                  <a:lnTo>
                    <a:pt x="151586" y="88460"/>
                  </a:lnTo>
                  <a:lnTo>
                    <a:pt x="156838" y="92805"/>
                  </a:lnTo>
                  <a:lnTo>
                    <a:pt x="157577" y="93416"/>
                  </a:lnTo>
                  <a:lnTo>
                    <a:pt x="157975" y="93745"/>
                  </a:lnTo>
                  <a:lnTo>
                    <a:pt x="163717" y="92990"/>
                  </a:lnTo>
                  <a:lnTo>
                    <a:pt x="164404" y="92899"/>
                  </a:lnTo>
                  <a:lnTo>
                    <a:pt x="165641" y="93971"/>
                  </a:lnTo>
                  <a:lnTo>
                    <a:pt x="175776" y="102755"/>
                  </a:lnTo>
                  <a:lnTo>
                    <a:pt x="176394" y="103290"/>
                  </a:lnTo>
                  <a:lnTo>
                    <a:pt x="178859" y="99864"/>
                  </a:lnTo>
                  <a:lnTo>
                    <a:pt x="180656" y="96808"/>
                  </a:lnTo>
                  <a:lnTo>
                    <a:pt x="182001" y="94522"/>
                  </a:lnTo>
                  <a:lnTo>
                    <a:pt x="183626" y="91759"/>
                  </a:lnTo>
                  <a:lnTo>
                    <a:pt x="184163" y="90285"/>
                  </a:lnTo>
                  <a:lnTo>
                    <a:pt x="184177" y="90155"/>
                  </a:lnTo>
                  <a:lnTo>
                    <a:pt x="184695" y="85611"/>
                  </a:lnTo>
                  <a:lnTo>
                    <a:pt x="185542" y="82515"/>
                  </a:lnTo>
                  <a:lnTo>
                    <a:pt x="186797" y="76649"/>
                  </a:lnTo>
                  <a:lnTo>
                    <a:pt x="186834" y="76474"/>
                  </a:lnTo>
                  <a:lnTo>
                    <a:pt x="186903" y="76636"/>
                  </a:lnTo>
                  <a:lnTo>
                    <a:pt x="188050" y="79348"/>
                  </a:lnTo>
                  <a:lnTo>
                    <a:pt x="188669" y="80813"/>
                  </a:lnTo>
                  <a:lnTo>
                    <a:pt x="187668" y="81443"/>
                  </a:lnTo>
                  <a:lnTo>
                    <a:pt x="189072" y="84085"/>
                  </a:lnTo>
                  <a:lnTo>
                    <a:pt x="189350" y="84806"/>
                  </a:lnTo>
                  <a:lnTo>
                    <a:pt x="190477" y="91928"/>
                  </a:lnTo>
                  <a:lnTo>
                    <a:pt x="191287" y="96951"/>
                  </a:lnTo>
                  <a:lnTo>
                    <a:pt x="191405" y="97715"/>
                  </a:lnTo>
                  <a:lnTo>
                    <a:pt x="191410" y="99057"/>
                  </a:lnTo>
                  <a:lnTo>
                    <a:pt x="190619" y="100542"/>
                  </a:lnTo>
                  <a:lnTo>
                    <a:pt x="188638" y="104264"/>
                  </a:lnTo>
                  <a:lnTo>
                    <a:pt x="190910" y="106450"/>
                  </a:lnTo>
                  <a:lnTo>
                    <a:pt x="189774" y="113076"/>
                  </a:lnTo>
                  <a:lnTo>
                    <a:pt x="193214" y="117876"/>
                  </a:lnTo>
                  <a:lnTo>
                    <a:pt x="192705" y="119633"/>
                  </a:lnTo>
                  <a:lnTo>
                    <a:pt x="191718" y="123041"/>
                  </a:lnTo>
                  <a:lnTo>
                    <a:pt x="189044" y="132277"/>
                  </a:lnTo>
                  <a:lnTo>
                    <a:pt x="181633" y="133060"/>
                  </a:lnTo>
                  <a:lnTo>
                    <a:pt x="170751" y="134210"/>
                  </a:lnTo>
                  <a:lnTo>
                    <a:pt x="164471" y="135611"/>
                  </a:lnTo>
                  <a:lnTo>
                    <a:pt x="163695" y="135784"/>
                  </a:lnTo>
                  <a:lnTo>
                    <a:pt x="158082" y="137522"/>
                  </a:lnTo>
                  <a:lnTo>
                    <a:pt x="153606" y="141718"/>
                  </a:lnTo>
                  <a:lnTo>
                    <a:pt x="146218" y="141685"/>
                  </a:lnTo>
                  <a:lnTo>
                    <a:pt x="143734" y="141674"/>
                  </a:lnTo>
                  <a:lnTo>
                    <a:pt x="141541" y="141664"/>
                  </a:lnTo>
                  <a:lnTo>
                    <a:pt x="141074" y="144205"/>
                  </a:lnTo>
                  <a:lnTo>
                    <a:pt x="138787" y="143279"/>
                  </a:lnTo>
                  <a:lnTo>
                    <a:pt x="138159" y="143116"/>
                  </a:lnTo>
                  <a:lnTo>
                    <a:pt x="137606" y="142971"/>
                  </a:lnTo>
                  <a:lnTo>
                    <a:pt x="136532" y="142693"/>
                  </a:lnTo>
                  <a:lnTo>
                    <a:pt x="134502" y="142808"/>
                  </a:lnTo>
                  <a:lnTo>
                    <a:pt x="132246" y="143012"/>
                  </a:lnTo>
                  <a:lnTo>
                    <a:pt x="131606" y="143555"/>
                  </a:lnTo>
                  <a:lnTo>
                    <a:pt x="131385" y="143742"/>
                  </a:lnTo>
                  <a:lnTo>
                    <a:pt x="130792" y="143905"/>
                  </a:lnTo>
                  <a:lnTo>
                    <a:pt x="129600" y="144231"/>
                  </a:lnTo>
                  <a:lnTo>
                    <a:pt x="129206" y="144344"/>
                  </a:lnTo>
                  <a:lnTo>
                    <a:pt x="127348" y="144878"/>
                  </a:lnTo>
                  <a:lnTo>
                    <a:pt x="126350" y="145172"/>
                  </a:lnTo>
                  <a:lnTo>
                    <a:pt x="125596" y="145392"/>
                  </a:lnTo>
                  <a:lnTo>
                    <a:pt x="115424" y="144645"/>
                  </a:lnTo>
                  <a:lnTo>
                    <a:pt x="114844" y="144603"/>
                  </a:lnTo>
                  <a:lnTo>
                    <a:pt x="114080" y="144547"/>
                  </a:lnTo>
                  <a:lnTo>
                    <a:pt x="113821" y="144524"/>
                  </a:lnTo>
                  <a:lnTo>
                    <a:pt x="113420" y="144489"/>
                  </a:lnTo>
                  <a:lnTo>
                    <a:pt x="113212" y="144472"/>
                  </a:lnTo>
                  <a:lnTo>
                    <a:pt x="110387" y="144195"/>
                  </a:lnTo>
                  <a:lnTo>
                    <a:pt x="110981" y="142056"/>
                  </a:lnTo>
                  <a:lnTo>
                    <a:pt x="111050" y="141808"/>
                  </a:lnTo>
                  <a:lnTo>
                    <a:pt x="111367" y="140779"/>
                  </a:lnTo>
                  <a:lnTo>
                    <a:pt x="111436" y="140556"/>
                  </a:lnTo>
                  <a:lnTo>
                    <a:pt x="111672" y="139671"/>
                  </a:lnTo>
                  <a:lnTo>
                    <a:pt x="109407" y="138552"/>
                  </a:lnTo>
                  <a:lnTo>
                    <a:pt x="107488" y="137603"/>
                  </a:lnTo>
                  <a:lnTo>
                    <a:pt x="107695" y="134698"/>
                  </a:lnTo>
                  <a:lnTo>
                    <a:pt x="107763" y="133697"/>
                  </a:lnTo>
                  <a:lnTo>
                    <a:pt x="107773" y="133546"/>
                  </a:lnTo>
                  <a:lnTo>
                    <a:pt x="107684" y="133131"/>
                  </a:lnTo>
                  <a:lnTo>
                    <a:pt x="107027" y="133368"/>
                  </a:lnTo>
                  <a:lnTo>
                    <a:pt x="105408" y="133102"/>
                  </a:lnTo>
                  <a:lnTo>
                    <a:pt x="103052" y="132514"/>
                  </a:lnTo>
                  <a:lnTo>
                    <a:pt x="102089" y="132273"/>
                  </a:lnTo>
                  <a:lnTo>
                    <a:pt x="101299" y="132065"/>
                  </a:lnTo>
                  <a:lnTo>
                    <a:pt x="100513" y="131759"/>
                  </a:lnTo>
                  <a:lnTo>
                    <a:pt x="100176" y="131634"/>
                  </a:lnTo>
                  <a:lnTo>
                    <a:pt x="99911" y="131535"/>
                  </a:lnTo>
                  <a:lnTo>
                    <a:pt x="99733" y="131469"/>
                  </a:lnTo>
                  <a:lnTo>
                    <a:pt x="99733" y="131094"/>
                  </a:lnTo>
                  <a:lnTo>
                    <a:pt x="99733" y="130776"/>
                  </a:lnTo>
                  <a:lnTo>
                    <a:pt x="99733" y="129631"/>
                  </a:lnTo>
                  <a:lnTo>
                    <a:pt x="99733" y="128685"/>
                  </a:lnTo>
                  <a:lnTo>
                    <a:pt x="100027" y="128575"/>
                  </a:lnTo>
                  <a:lnTo>
                    <a:pt x="101692" y="127952"/>
                  </a:lnTo>
                  <a:lnTo>
                    <a:pt x="102306" y="127722"/>
                  </a:lnTo>
                  <a:lnTo>
                    <a:pt x="102603" y="127611"/>
                  </a:lnTo>
                  <a:lnTo>
                    <a:pt x="103292" y="127354"/>
                  </a:lnTo>
                  <a:lnTo>
                    <a:pt x="103609" y="127241"/>
                  </a:lnTo>
                  <a:lnTo>
                    <a:pt x="104930" y="126774"/>
                  </a:lnTo>
                  <a:lnTo>
                    <a:pt x="105865" y="126443"/>
                  </a:lnTo>
                  <a:lnTo>
                    <a:pt x="107635" y="125817"/>
                  </a:lnTo>
                  <a:lnTo>
                    <a:pt x="107857" y="125731"/>
                  </a:lnTo>
                  <a:lnTo>
                    <a:pt x="108242" y="125582"/>
                  </a:lnTo>
                  <a:lnTo>
                    <a:pt x="108549" y="125463"/>
                  </a:lnTo>
                  <a:lnTo>
                    <a:pt x="110592" y="124673"/>
                  </a:lnTo>
                  <a:lnTo>
                    <a:pt x="110762" y="124578"/>
                  </a:lnTo>
                  <a:lnTo>
                    <a:pt x="111503" y="124168"/>
                  </a:lnTo>
                  <a:lnTo>
                    <a:pt x="112589" y="123568"/>
                  </a:lnTo>
                  <a:lnTo>
                    <a:pt x="112848" y="123424"/>
                  </a:lnTo>
                  <a:lnTo>
                    <a:pt x="113616" y="122999"/>
                  </a:lnTo>
                  <a:lnTo>
                    <a:pt x="115241" y="122540"/>
                  </a:lnTo>
                  <a:lnTo>
                    <a:pt x="116345" y="122227"/>
                  </a:lnTo>
                  <a:lnTo>
                    <a:pt x="116757" y="122111"/>
                  </a:lnTo>
                  <a:lnTo>
                    <a:pt x="116718" y="121838"/>
                  </a:lnTo>
                  <a:lnTo>
                    <a:pt x="116667" y="121477"/>
                  </a:lnTo>
                  <a:lnTo>
                    <a:pt x="116609" y="121061"/>
                  </a:lnTo>
                  <a:lnTo>
                    <a:pt x="116569" y="120779"/>
                  </a:lnTo>
                  <a:lnTo>
                    <a:pt x="116389" y="119499"/>
                  </a:lnTo>
                  <a:lnTo>
                    <a:pt x="116307" y="118767"/>
                  </a:lnTo>
                  <a:lnTo>
                    <a:pt x="116245" y="118213"/>
                  </a:lnTo>
                  <a:lnTo>
                    <a:pt x="116214" y="117931"/>
                  </a:lnTo>
                  <a:lnTo>
                    <a:pt x="116189" y="117709"/>
                  </a:lnTo>
                  <a:lnTo>
                    <a:pt x="116173" y="117562"/>
                  </a:lnTo>
                  <a:lnTo>
                    <a:pt x="116153" y="117390"/>
                  </a:lnTo>
                  <a:lnTo>
                    <a:pt x="116075" y="117128"/>
                  </a:lnTo>
                  <a:lnTo>
                    <a:pt x="115815" y="117161"/>
                  </a:lnTo>
                  <a:lnTo>
                    <a:pt x="115640" y="117183"/>
                  </a:lnTo>
                  <a:lnTo>
                    <a:pt x="115339" y="117221"/>
                  </a:lnTo>
                  <a:lnTo>
                    <a:pt x="114519" y="117324"/>
                  </a:lnTo>
                  <a:lnTo>
                    <a:pt x="114133" y="117331"/>
                  </a:lnTo>
                  <a:lnTo>
                    <a:pt x="113956" y="117334"/>
                  </a:lnTo>
                  <a:lnTo>
                    <a:pt x="111971" y="117370"/>
                  </a:lnTo>
                  <a:lnTo>
                    <a:pt x="109291" y="117419"/>
                  </a:lnTo>
                  <a:lnTo>
                    <a:pt x="105165" y="117494"/>
                  </a:lnTo>
                  <a:lnTo>
                    <a:pt x="100660" y="117576"/>
                  </a:lnTo>
                  <a:lnTo>
                    <a:pt x="100007" y="117588"/>
                  </a:lnTo>
                  <a:lnTo>
                    <a:pt x="97531" y="117633"/>
                  </a:lnTo>
                  <a:lnTo>
                    <a:pt x="97335" y="117636"/>
                  </a:lnTo>
                  <a:lnTo>
                    <a:pt x="96855" y="117643"/>
                  </a:lnTo>
                  <a:lnTo>
                    <a:pt x="94701" y="117633"/>
                  </a:lnTo>
                  <a:lnTo>
                    <a:pt x="91698" y="117619"/>
                  </a:lnTo>
                  <a:lnTo>
                    <a:pt x="86881" y="117597"/>
                  </a:lnTo>
                  <a:lnTo>
                    <a:pt x="85351" y="117212"/>
                  </a:lnTo>
                  <a:lnTo>
                    <a:pt x="80197" y="115913"/>
                  </a:lnTo>
                  <a:lnTo>
                    <a:pt x="79991" y="115862"/>
                  </a:lnTo>
                  <a:lnTo>
                    <a:pt x="80907" y="114683"/>
                  </a:lnTo>
                  <a:lnTo>
                    <a:pt x="81258" y="114231"/>
                  </a:lnTo>
                  <a:lnTo>
                    <a:pt x="82131" y="112018"/>
                  </a:lnTo>
                  <a:lnTo>
                    <a:pt x="80935" y="111670"/>
                  </a:lnTo>
                  <a:lnTo>
                    <a:pt x="80321" y="111563"/>
                  </a:lnTo>
                  <a:lnTo>
                    <a:pt x="79557" y="111429"/>
                  </a:lnTo>
                  <a:lnTo>
                    <a:pt x="79285" y="111382"/>
                  </a:lnTo>
                  <a:lnTo>
                    <a:pt x="78237" y="111165"/>
                  </a:lnTo>
                  <a:lnTo>
                    <a:pt x="76652" y="110837"/>
                  </a:lnTo>
                  <a:lnTo>
                    <a:pt x="76259" y="110756"/>
                  </a:lnTo>
                  <a:lnTo>
                    <a:pt x="74257" y="110342"/>
                  </a:lnTo>
                  <a:lnTo>
                    <a:pt x="73595" y="110205"/>
                  </a:lnTo>
                  <a:lnTo>
                    <a:pt x="72901" y="110061"/>
                  </a:lnTo>
                  <a:lnTo>
                    <a:pt x="72180" y="109912"/>
                  </a:lnTo>
                  <a:lnTo>
                    <a:pt x="71662" y="109805"/>
                  </a:lnTo>
                  <a:lnTo>
                    <a:pt x="71061" y="109681"/>
                  </a:lnTo>
                  <a:lnTo>
                    <a:pt x="70585" y="109582"/>
                  </a:lnTo>
                  <a:lnTo>
                    <a:pt x="70456" y="109556"/>
                  </a:lnTo>
                  <a:lnTo>
                    <a:pt x="69915" y="109444"/>
                  </a:lnTo>
                  <a:lnTo>
                    <a:pt x="69281" y="109312"/>
                  </a:lnTo>
                  <a:lnTo>
                    <a:pt x="68796" y="109212"/>
                  </a:lnTo>
                  <a:lnTo>
                    <a:pt x="68218" y="109093"/>
                  </a:lnTo>
                  <a:lnTo>
                    <a:pt x="67676" y="108981"/>
                  </a:lnTo>
                  <a:lnTo>
                    <a:pt x="67146" y="108871"/>
                  </a:lnTo>
                  <a:lnTo>
                    <a:pt x="66773" y="108794"/>
                  </a:lnTo>
                  <a:lnTo>
                    <a:pt x="65960" y="108626"/>
                  </a:lnTo>
                  <a:lnTo>
                    <a:pt x="63919" y="108509"/>
                  </a:lnTo>
                  <a:lnTo>
                    <a:pt x="52180" y="107833"/>
                  </a:lnTo>
                  <a:lnTo>
                    <a:pt x="50883" y="107758"/>
                  </a:lnTo>
                  <a:lnTo>
                    <a:pt x="50337" y="107727"/>
                  </a:lnTo>
                  <a:lnTo>
                    <a:pt x="49091" y="107655"/>
                  </a:lnTo>
                  <a:lnTo>
                    <a:pt x="49322" y="103981"/>
                  </a:lnTo>
                  <a:lnTo>
                    <a:pt x="50081" y="91831"/>
                  </a:lnTo>
                  <a:lnTo>
                    <a:pt x="46680" y="92064"/>
                  </a:lnTo>
                  <a:lnTo>
                    <a:pt x="44855" y="92190"/>
                  </a:lnTo>
                  <a:lnTo>
                    <a:pt x="44652" y="92203"/>
                  </a:lnTo>
                  <a:lnTo>
                    <a:pt x="43779" y="92249"/>
                  </a:lnTo>
                  <a:lnTo>
                    <a:pt x="42092" y="92255"/>
                  </a:lnTo>
                  <a:lnTo>
                    <a:pt x="39987" y="92263"/>
                  </a:lnTo>
                  <a:lnTo>
                    <a:pt x="39363" y="92265"/>
                  </a:lnTo>
                  <a:lnTo>
                    <a:pt x="37599" y="92272"/>
                  </a:lnTo>
                  <a:lnTo>
                    <a:pt x="31524" y="92294"/>
                  </a:lnTo>
                  <a:lnTo>
                    <a:pt x="30728" y="92297"/>
                  </a:lnTo>
                  <a:lnTo>
                    <a:pt x="28988" y="92303"/>
                  </a:lnTo>
                  <a:lnTo>
                    <a:pt x="28757" y="92304"/>
                  </a:lnTo>
                  <a:lnTo>
                    <a:pt x="28084" y="92647"/>
                  </a:lnTo>
                  <a:lnTo>
                    <a:pt x="27019" y="93073"/>
                  </a:lnTo>
                  <a:lnTo>
                    <a:pt x="26386" y="93040"/>
                  </a:lnTo>
                  <a:lnTo>
                    <a:pt x="26237" y="93032"/>
                  </a:lnTo>
                  <a:lnTo>
                    <a:pt x="26094" y="93025"/>
                  </a:lnTo>
                  <a:lnTo>
                    <a:pt x="25864" y="93013"/>
                  </a:lnTo>
                  <a:lnTo>
                    <a:pt x="24109" y="92922"/>
                  </a:lnTo>
                  <a:lnTo>
                    <a:pt x="23817" y="92907"/>
                  </a:lnTo>
                  <a:lnTo>
                    <a:pt x="21073" y="92604"/>
                  </a:lnTo>
                  <a:lnTo>
                    <a:pt x="20766" y="92495"/>
                  </a:lnTo>
                  <a:lnTo>
                    <a:pt x="19298" y="91970"/>
                  </a:lnTo>
                  <a:lnTo>
                    <a:pt x="18999" y="91863"/>
                  </a:lnTo>
                  <a:lnTo>
                    <a:pt x="17214" y="91225"/>
                  </a:lnTo>
                  <a:lnTo>
                    <a:pt x="16026" y="90608"/>
                  </a:lnTo>
                  <a:lnTo>
                    <a:pt x="15538" y="90355"/>
                  </a:lnTo>
                  <a:lnTo>
                    <a:pt x="14343" y="89649"/>
                  </a:lnTo>
                  <a:lnTo>
                    <a:pt x="12986" y="88848"/>
                  </a:lnTo>
                  <a:lnTo>
                    <a:pt x="10663" y="87476"/>
                  </a:lnTo>
                  <a:lnTo>
                    <a:pt x="10330" y="87280"/>
                  </a:lnTo>
                  <a:lnTo>
                    <a:pt x="9990" y="87079"/>
                  </a:lnTo>
                  <a:lnTo>
                    <a:pt x="7764" y="85595"/>
                  </a:lnTo>
                  <a:lnTo>
                    <a:pt x="766" y="80929"/>
                  </a:lnTo>
                  <a:lnTo>
                    <a:pt x="514" y="80721"/>
                  </a:lnTo>
                  <a:lnTo>
                    <a:pt x="366" y="80598"/>
                  </a:lnTo>
                  <a:lnTo>
                    <a:pt x="0" y="80296"/>
                  </a:lnTo>
                  <a:lnTo>
                    <a:pt x="5426" y="73529"/>
                  </a:lnTo>
                  <a:lnTo>
                    <a:pt x="5724" y="73129"/>
                  </a:lnTo>
                  <a:lnTo>
                    <a:pt x="8715" y="69103"/>
                  </a:lnTo>
                  <a:lnTo>
                    <a:pt x="10321" y="66738"/>
                  </a:lnTo>
                  <a:lnTo>
                    <a:pt x="10817" y="66007"/>
                  </a:lnTo>
                  <a:lnTo>
                    <a:pt x="12005" y="64259"/>
                  </a:lnTo>
                  <a:lnTo>
                    <a:pt x="14942" y="60110"/>
                  </a:lnTo>
                  <a:lnTo>
                    <a:pt x="15156" y="59808"/>
                  </a:lnTo>
                  <a:lnTo>
                    <a:pt x="15759" y="58941"/>
                  </a:lnTo>
                  <a:lnTo>
                    <a:pt x="16349" y="58091"/>
                  </a:lnTo>
                  <a:lnTo>
                    <a:pt x="18286" y="55264"/>
                  </a:lnTo>
                  <a:lnTo>
                    <a:pt x="18687" y="54682"/>
                  </a:lnTo>
                  <a:lnTo>
                    <a:pt x="19099" y="54050"/>
                  </a:lnTo>
                  <a:lnTo>
                    <a:pt x="21421" y="50490"/>
                  </a:lnTo>
                  <a:lnTo>
                    <a:pt x="21569" y="50231"/>
                  </a:lnTo>
                  <a:lnTo>
                    <a:pt x="22264" y="49017"/>
                  </a:lnTo>
                  <a:lnTo>
                    <a:pt x="22645" y="48352"/>
                  </a:lnTo>
                  <a:lnTo>
                    <a:pt x="22830" y="48028"/>
                  </a:lnTo>
                  <a:lnTo>
                    <a:pt x="23086" y="47582"/>
                  </a:lnTo>
                  <a:lnTo>
                    <a:pt x="23518" y="46827"/>
                  </a:lnTo>
                  <a:lnTo>
                    <a:pt x="23797" y="46401"/>
                  </a:lnTo>
                  <a:lnTo>
                    <a:pt x="24657" y="45084"/>
                  </a:lnTo>
                  <a:lnTo>
                    <a:pt x="25192" y="44265"/>
                  </a:lnTo>
                  <a:lnTo>
                    <a:pt x="29147" y="39059"/>
                  </a:lnTo>
                  <a:lnTo>
                    <a:pt x="29725" y="38349"/>
                  </a:lnTo>
                  <a:lnTo>
                    <a:pt x="29848" y="38199"/>
                  </a:lnTo>
                  <a:lnTo>
                    <a:pt x="31818" y="35783"/>
                  </a:lnTo>
                  <a:lnTo>
                    <a:pt x="32374" y="35100"/>
                  </a:lnTo>
                  <a:lnTo>
                    <a:pt x="37382" y="29085"/>
                  </a:lnTo>
                  <a:lnTo>
                    <a:pt x="40878" y="24885"/>
                  </a:lnTo>
                  <a:lnTo>
                    <a:pt x="42632" y="22856"/>
                  </a:lnTo>
                  <a:lnTo>
                    <a:pt x="45391" y="19664"/>
                  </a:lnTo>
                  <a:lnTo>
                    <a:pt x="45669" y="19329"/>
                  </a:lnTo>
                  <a:lnTo>
                    <a:pt x="46951" y="17783"/>
                  </a:lnTo>
                  <a:lnTo>
                    <a:pt x="48329" y="16120"/>
                  </a:lnTo>
                  <a:lnTo>
                    <a:pt x="49821" y="14400"/>
                  </a:lnTo>
                  <a:lnTo>
                    <a:pt x="50612" y="13489"/>
                  </a:lnTo>
                  <a:lnTo>
                    <a:pt x="53457" y="10210"/>
                  </a:lnTo>
                  <a:lnTo>
                    <a:pt x="54181" y="9376"/>
                  </a:lnTo>
                  <a:lnTo>
                    <a:pt x="54825" y="8633"/>
                  </a:lnTo>
                  <a:lnTo>
                    <a:pt x="54960" y="8477"/>
                  </a:lnTo>
                  <a:lnTo>
                    <a:pt x="55830" y="7474"/>
                  </a:lnTo>
                  <a:lnTo>
                    <a:pt x="56562" y="6631"/>
                  </a:lnTo>
                  <a:lnTo>
                    <a:pt x="57309" y="5771"/>
                  </a:lnTo>
                  <a:lnTo>
                    <a:pt x="62027" y="3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2555079" y="4178318"/>
              <a:ext cx="186733" cy="175560"/>
            </a:xfrm>
            <a:custGeom>
              <a:avLst/>
              <a:pathLst>
                <a:path w="186733" h="175560">
                  <a:moveTo>
                    <a:pt x="93545" y="0"/>
                  </a:moveTo>
                  <a:lnTo>
                    <a:pt x="92778" y="12150"/>
                  </a:lnTo>
                  <a:lnTo>
                    <a:pt x="92551" y="15825"/>
                  </a:lnTo>
                  <a:lnTo>
                    <a:pt x="93793" y="15896"/>
                  </a:lnTo>
                  <a:lnTo>
                    <a:pt x="94338" y="15928"/>
                  </a:lnTo>
                  <a:lnTo>
                    <a:pt x="95636" y="16002"/>
                  </a:lnTo>
                  <a:lnTo>
                    <a:pt x="107375" y="16678"/>
                  </a:lnTo>
                  <a:lnTo>
                    <a:pt x="109420" y="16796"/>
                  </a:lnTo>
                  <a:lnTo>
                    <a:pt x="110228" y="16963"/>
                  </a:lnTo>
                  <a:lnTo>
                    <a:pt x="110601" y="17040"/>
                  </a:lnTo>
                  <a:lnTo>
                    <a:pt x="111132" y="17150"/>
                  </a:lnTo>
                  <a:lnTo>
                    <a:pt x="111673" y="17262"/>
                  </a:lnTo>
                  <a:lnTo>
                    <a:pt x="112251" y="17381"/>
                  </a:lnTo>
                  <a:lnTo>
                    <a:pt x="112736" y="17482"/>
                  </a:lnTo>
                  <a:lnTo>
                    <a:pt x="113371" y="17613"/>
                  </a:lnTo>
                  <a:lnTo>
                    <a:pt x="113912" y="17725"/>
                  </a:lnTo>
                  <a:lnTo>
                    <a:pt x="114041" y="17751"/>
                  </a:lnTo>
                  <a:lnTo>
                    <a:pt x="114517" y="17850"/>
                  </a:lnTo>
                  <a:lnTo>
                    <a:pt x="115117" y="17974"/>
                  </a:lnTo>
                  <a:lnTo>
                    <a:pt x="115635" y="18081"/>
                  </a:lnTo>
                  <a:lnTo>
                    <a:pt x="116357" y="18230"/>
                  </a:lnTo>
                  <a:lnTo>
                    <a:pt x="117051" y="18374"/>
                  </a:lnTo>
                  <a:lnTo>
                    <a:pt x="117712" y="18511"/>
                  </a:lnTo>
                  <a:lnTo>
                    <a:pt x="119714" y="18925"/>
                  </a:lnTo>
                  <a:lnTo>
                    <a:pt x="120108" y="19006"/>
                  </a:lnTo>
                  <a:lnTo>
                    <a:pt x="121693" y="19334"/>
                  </a:lnTo>
                  <a:lnTo>
                    <a:pt x="122740" y="19551"/>
                  </a:lnTo>
                  <a:lnTo>
                    <a:pt x="123013" y="19598"/>
                  </a:lnTo>
                  <a:lnTo>
                    <a:pt x="123777" y="19732"/>
                  </a:lnTo>
                  <a:lnTo>
                    <a:pt x="124433" y="19847"/>
                  </a:lnTo>
                  <a:lnTo>
                    <a:pt x="125583" y="20206"/>
                  </a:lnTo>
                  <a:lnTo>
                    <a:pt x="124713" y="22400"/>
                  </a:lnTo>
                  <a:lnTo>
                    <a:pt x="124362" y="22852"/>
                  </a:lnTo>
                  <a:lnTo>
                    <a:pt x="123487" y="24041"/>
                  </a:lnTo>
                  <a:lnTo>
                    <a:pt x="123652" y="24083"/>
                  </a:lnTo>
                  <a:lnTo>
                    <a:pt x="128806" y="25381"/>
                  </a:lnTo>
                  <a:lnTo>
                    <a:pt x="130341" y="25767"/>
                  </a:lnTo>
                  <a:lnTo>
                    <a:pt x="135154" y="25788"/>
                  </a:lnTo>
                  <a:lnTo>
                    <a:pt x="138156" y="25802"/>
                  </a:lnTo>
                  <a:lnTo>
                    <a:pt x="140431" y="25812"/>
                  </a:lnTo>
                  <a:lnTo>
                    <a:pt x="140791" y="25805"/>
                  </a:lnTo>
                  <a:lnTo>
                    <a:pt x="140995" y="25802"/>
                  </a:lnTo>
                  <a:lnTo>
                    <a:pt x="143463" y="25757"/>
                  </a:lnTo>
                  <a:lnTo>
                    <a:pt x="144124" y="25745"/>
                  </a:lnTo>
                  <a:lnTo>
                    <a:pt x="148621" y="25663"/>
                  </a:lnTo>
                  <a:lnTo>
                    <a:pt x="152872" y="25586"/>
                  </a:lnTo>
                  <a:lnTo>
                    <a:pt x="155427" y="25540"/>
                  </a:lnTo>
                  <a:lnTo>
                    <a:pt x="157411" y="25504"/>
                  </a:lnTo>
                  <a:lnTo>
                    <a:pt x="157588" y="25500"/>
                  </a:lnTo>
                  <a:lnTo>
                    <a:pt x="157979" y="25493"/>
                  </a:lnTo>
                  <a:lnTo>
                    <a:pt x="158795" y="25390"/>
                  </a:lnTo>
                  <a:lnTo>
                    <a:pt x="159112" y="25350"/>
                  </a:lnTo>
                  <a:lnTo>
                    <a:pt x="159354" y="25319"/>
                  </a:lnTo>
                  <a:lnTo>
                    <a:pt x="159581" y="25310"/>
                  </a:lnTo>
                  <a:lnTo>
                    <a:pt x="159609" y="25559"/>
                  </a:lnTo>
                  <a:lnTo>
                    <a:pt x="159628" y="25731"/>
                  </a:lnTo>
                  <a:lnTo>
                    <a:pt x="159645" y="25878"/>
                  </a:lnTo>
                  <a:lnTo>
                    <a:pt x="159684" y="26233"/>
                  </a:lnTo>
                  <a:lnTo>
                    <a:pt x="159701" y="26382"/>
                  </a:lnTo>
                  <a:lnTo>
                    <a:pt x="159763" y="26936"/>
                  </a:lnTo>
                  <a:lnTo>
                    <a:pt x="159859" y="27767"/>
                  </a:lnTo>
                  <a:lnTo>
                    <a:pt x="160025" y="28948"/>
                  </a:lnTo>
                  <a:lnTo>
                    <a:pt x="160065" y="29230"/>
                  </a:lnTo>
                  <a:lnTo>
                    <a:pt x="160123" y="29646"/>
                  </a:lnTo>
                  <a:lnTo>
                    <a:pt x="160181" y="30061"/>
                  </a:lnTo>
                  <a:lnTo>
                    <a:pt x="160062" y="30323"/>
                  </a:lnTo>
                  <a:lnTo>
                    <a:pt x="159801" y="30397"/>
                  </a:lnTo>
                  <a:lnTo>
                    <a:pt x="158696" y="30709"/>
                  </a:lnTo>
                  <a:lnTo>
                    <a:pt x="157072" y="31168"/>
                  </a:lnTo>
                  <a:lnTo>
                    <a:pt x="156304" y="31593"/>
                  </a:lnTo>
                  <a:lnTo>
                    <a:pt x="156044" y="31737"/>
                  </a:lnTo>
                  <a:lnTo>
                    <a:pt x="154959" y="32337"/>
                  </a:lnTo>
                  <a:lnTo>
                    <a:pt x="154218" y="32748"/>
                  </a:lnTo>
                  <a:lnTo>
                    <a:pt x="153589" y="33019"/>
                  </a:lnTo>
                  <a:lnTo>
                    <a:pt x="152004" y="33632"/>
                  </a:lnTo>
                  <a:lnTo>
                    <a:pt x="151698" y="33751"/>
                  </a:lnTo>
                  <a:lnTo>
                    <a:pt x="151313" y="33900"/>
                  </a:lnTo>
                  <a:lnTo>
                    <a:pt x="151091" y="33986"/>
                  </a:lnTo>
                  <a:lnTo>
                    <a:pt x="149320" y="34612"/>
                  </a:lnTo>
                  <a:lnTo>
                    <a:pt x="148385" y="34943"/>
                  </a:lnTo>
                  <a:lnTo>
                    <a:pt x="147065" y="35410"/>
                  </a:lnTo>
                  <a:lnTo>
                    <a:pt x="146747" y="35523"/>
                  </a:lnTo>
                  <a:lnTo>
                    <a:pt x="146059" y="35780"/>
                  </a:lnTo>
                  <a:lnTo>
                    <a:pt x="145762" y="35892"/>
                  </a:lnTo>
                  <a:lnTo>
                    <a:pt x="145148" y="36121"/>
                  </a:lnTo>
                  <a:lnTo>
                    <a:pt x="143359" y="36791"/>
                  </a:lnTo>
                  <a:lnTo>
                    <a:pt x="143189" y="36855"/>
                  </a:lnTo>
                  <a:lnTo>
                    <a:pt x="143189" y="37800"/>
                  </a:lnTo>
                  <a:lnTo>
                    <a:pt x="143189" y="39010"/>
                  </a:lnTo>
                  <a:lnTo>
                    <a:pt x="143189" y="39292"/>
                  </a:lnTo>
                  <a:lnTo>
                    <a:pt x="143189" y="39638"/>
                  </a:lnTo>
                  <a:lnTo>
                    <a:pt x="143367" y="39704"/>
                  </a:lnTo>
                  <a:lnTo>
                    <a:pt x="143633" y="39803"/>
                  </a:lnTo>
                  <a:lnTo>
                    <a:pt x="143968" y="39928"/>
                  </a:lnTo>
                  <a:lnTo>
                    <a:pt x="144876" y="40275"/>
                  </a:lnTo>
                  <a:lnTo>
                    <a:pt x="145544" y="40442"/>
                  </a:lnTo>
                  <a:lnTo>
                    <a:pt x="146508" y="40683"/>
                  </a:lnTo>
                  <a:lnTo>
                    <a:pt x="148863" y="41272"/>
                  </a:lnTo>
                  <a:lnTo>
                    <a:pt x="150528" y="41527"/>
                  </a:lnTo>
                  <a:lnTo>
                    <a:pt x="151256" y="41309"/>
                  </a:lnTo>
                  <a:lnTo>
                    <a:pt x="151228" y="41715"/>
                  </a:lnTo>
                  <a:lnTo>
                    <a:pt x="151218" y="41866"/>
                  </a:lnTo>
                  <a:lnTo>
                    <a:pt x="151150" y="42867"/>
                  </a:lnTo>
                  <a:lnTo>
                    <a:pt x="150944" y="45773"/>
                  </a:lnTo>
                  <a:lnTo>
                    <a:pt x="152863" y="46721"/>
                  </a:lnTo>
                  <a:lnTo>
                    <a:pt x="155158" y="47857"/>
                  </a:lnTo>
                  <a:lnTo>
                    <a:pt x="154891" y="48725"/>
                  </a:lnTo>
                  <a:lnTo>
                    <a:pt x="154802" y="49014"/>
                  </a:lnTo>
                  <a:lnTo>
                    <a:pt x="154477" y="50082"/>
                  </a:lnTo>
                  <a:lnTo>
                    <a:pt x="154437" y="50225"/>
                  </a:lnTo>
                  <a:lnTo>
                    <a:pt x="153834" y="52397"/>
                  </a:lnTo>
                  <a:lnTo>
                    <a:pt x="156668" y="52641"/>
                  </a:lnTo>
                  <a:lnTo>
                    <a:pt x="156875" y="52658"/>
                  </a:lnTo>
                  <a:lnTo>
                    <a:pt x="157366" y="52701"/>
                  </a:lnTo>
                  <a:lnTo>
                    <a:pt x="157626" y="52723"/>
                  </a:lnTo>
                  <a:lnTo>
                    <a:pt x="158364" y="52777"/>
                  </a:lnTo>
                  <a:lnTo>
                    <a:pt x="158880" y="52815"/>
                  </a:lnTo>
                  <a:lnTo>
                    <a:pt x="169078" y="53555"/>
                  </a:lnTo>
                  <a:lnTo>
                    <a:pt x="169805" y="53341"/>
                  </a:lnTo>
                  <a:lnTo>
                    <a:pt x="170804" y="53047"/>
                  </a:lnTo>
                  <a:lnTo>
                    <a:pt x="172661" y="52513"/>
                  </a:lnTo>
                  <a:lnTo>
                    <a:pt x="173056" y="52400"/>
                  </a:lnTo>
                  <a:lnTo>
                    <a:pt x="174248" y="52074"/>
                  </a:lnTo>
                  <a:lnTo>
                    <a:pt x="174876" y="51882"/>
                  </a:lnTo>
                  <a:lnTo>
                    <a:pt x="175140" y="51658"/>
                  </a:lnTo>
                  <a:lnTo>
                    <a:pt x="175706" y="51178"/>
                  </a:lnTo>
                  <a:lnTo>
                    <a:pt x="177966" y="50977"/>
                  </a:lnTo>
                  <a:lnTo>
                    <a:pt x="180012" y="50867"/>
                  </a:lnTo>
                  <a:lnTo>
                    <a:pt x="181061" y="51141"/>
                  </a:lnTo>
                  <a:lnTo>
                    <a:pt x="181615" y="51285"/>
                  </a:lnTo>
                  <a:lnTo>
                    <a:pt x="182242" y="51448"/>
                  </a:lnTo>
                  <a:lnTo>
                    <a:pt x="184530" y="52374"/>
                  </a:lnTo>
                  <a:lnTo>
                    <a:pt x="184634" y="53268"/>
                  </a:lnTo>
                  <a:lnTo>
                    <a:pt x="184642" y="53399"/>
                  </a:lnTo>
                  <a:lnTo>
                    <a:pt x="184684" y="53991"/>
                  </a:lnTo>
                  <a:lnTo>
                    <a:pt x="184855" y="56040"/>
                  </a:lnTo>
                  <a:lnTo>
                    <a:pt x="184928" y="56923"/>
                  </a:lnTo>
                  <a:lnTo>
                    <a:pt x="184953" y="58472"/>
                  </a:lnTo>
                  <a:lnTo>
                    <a:pt x="184959" y="58837"/>
                  </a:lnTo>
                  <a:lnTo>
                    <a:pt x="185227" y="60608"/>
                  </a:lnTo>
                  <a:lnTo>
                    <a:pt x="185338" y="61390"/>
                  </a:lnTo>
                  <a:lnTo>
                    <a:pt x="185977" y="65914"/>
                  </a:lnTo>
                  <a:lnTo>
                    <a:pt x="186733" y="69362"/>
                  </a:lnTo>
                  <a:lnTo>
                    <a:pt x="184438" y="71457"/>
                  </a:lnTo>
                  <a:lnTo>
                    <a:pt x="181164" y="74444"/>
                  </a:lnTo>
                  <a:lnTo>
                    <a:pt x="180451" y="75095"/>
                  </a:lnTo>
                  <a:lnTo>
                    <a:pt x="180315" y="75193"/>
                  </a:lnTo>
                  <a:lnTo>
                    <a:pt x="178519" y="76493"/>
                  </a:lnTo>
                  <a:lnTo>
                    <a:pt x="177664" y="77098"/>
                  </a:lnTo>
                  <a:lnTo>
                    <a:pt x="175615" y="78381"/>
                  </a:lnTo>
                  <a:lnTo>
                    <a:pt x="174500" y="79086"/>
                  </a:lnTo>
                  <a:lnTo>
                    <a:pt x="174203" y="79309"/>
                  </a:lnTo>
                  <a:lnTo>
                    <a:pt x="174014" y="79450"/>
                  </a:lnTo>
                  <a:lnTo>
                    <a:pt x="172829" y="80339"/>
                  </a:lnTo>
                  <a:lnTo>
                    <a:pt x="171725" y="81167"/>
                  </a:lnTo>
                  <a:lnTo>
                    <a:pt x="171059" y="81666"/>
                  </a:lnTo>
                  <a:lnTo>
                    <a:pt x="170503" y="82091"/>
                  </a:lnTo>
                  <a:lnTo>
                    <a:pt x="169784" y="82626"/>
                  </a:lnTo>
                  <a:lnTo>
                    <a:pt x="168739" y="83405"/>
                  </a:lnTo>
                  <a:lnTo>
                    <a:pt x="166628" y="84977"/>
                  </a:lnTo>
                  <a:lnTo>
                    <a:pt x="166166" y="86581"/>
                  </a:lnTo>
                  <a:lnTo>
                    <a:pt x="166061" y="87163"/>
                  </a:lnTo>
                  <a:lnTo>
                    <a:pt x="166625" y="88094"/>
                  </a:lnTo>
                  <a:lnTo>
                    <a:pt x="166923" y="88585"/>
                  </a:lnTo>
                  <a:lnTo>
                    <a:pt x="167236" y="89103"/>
                  </a:lnTo>
                  <a:lnTo>
                    <a:pt x="167826" y="90076"/>
                  </a:lnTo>
                  <a:lnTo>
                    <a:pt x="168546" y="90863"/>
                  </a:lnTo>
                  <a:lnTo>
                    <a:pt x="168716" y="91050"/>
                  </a:lnTo>
                  <a:lnTo>
                    <a:pt x="167980" y="91553"/>
                  </a:lnTo>
                  <a:lnTo>
                    <a:pt x="167339" y="91993"/>
                  </a:lnTo>
                  <a:lnTo>
                    <a:pt x="167082" y="92168"/>
                  </a:lnTo>
                  <a:lnTo>
                    <a:pt x="166789" y="92369"/>
                  </a:lnTo>
                  <a:lnTo>
                    <a:pt x="165853" y="93006"/>
                  </a:lnTo>
                  <a:lnTo>
                    <a:pt x="165668" y="93127"/>
                  </a:lnTo>
                  <a:lnTo>
                    <a:pt x="165021" y="93546"/>
                  </a:lnTo>
                  <a:lnTo>
                    <a:pt x="164882" y="93636"/>
                  </a:lnTo>
                  <a:lnTo>
                    <a:pt x="163830" y="94318"/>
                  </a:lnTo>
                  <a:lnTo>
                    <a:pt x="162522" y="95162"/>
                  </a:lnTo>
                  <a:lnTo>
                    <a:pt x="161576" y="94430"/>
                  </a:lnTo>
                  <a:lnTo>
                    <a:pt x="160626" y="93701"/>
                  </a:lnTo>
                  <a:lnTo>
                    <a:pt x="158860" y="95164"/>
                  </a:lnTo>
                  <a:lnTo>
                    <a:pt x="158681" y="95312"/>
                  </a:lnTo>
                  <a:lnTo>
                    <a:pt x="158490" y="95471"/>
                  </a:lnTo>
                  <a:lnTo>
                    <a:pt x="157743" y="96090"/>
                  </a:lnTo>
                  <a:lnTo>
                    <a:pt x="157353" y="96413"/>
                  </a:lnTo>
                  <a:lnTo>
                    <a:pt x="157218" y="96525"/>
                  </a:lnTo>
                  <a:lnTo>
                    <a:pt x="156989" y="96714"/>
                  </a:lnTo>
                  <a:lnTo>
                    <a:pt x="156792" y="96878"/>
                  </a:lnTo>
                  <a:lnTo>
                    <a:pt x="156483" y="97134"/>
                  </a:lnTo>
                  <a:lnTo>
                    <a:pt x="156230" y="97343"/>
                  </a:lnTo>
                  <a:lnTo>
                    <a:pt x="155718" y="97767"/>
                  </a:lnTo>
                  <a:lnTo>
                    <a:pt x="155533" y="97921"/>
                  </a:lnTo>
                  <a:lnTo>
                    <a:pt x="154815" y="98516"/>
                  </a:lnTo>
                  <a:lnTo>
                    <a:pt x="152710" y="100339"/>
                  </a:lnTo>
                  <a:lnTo>
                    <a:pt x="152011" y="101144"/>
                  </a:lnTo>
                  <a:lnTo>
                    <a:pt x="151870" y="101305"/>
                  </a:lnTo>
                  <a:lnTo>
                    <a:pt x="150483" y="102902"/>
                  </a:lnTo>
                  <a:lnTo>
                    <a:pt x="148663" y="104990"/>
                  </a:lnTo>
                  <a:lnTo>
                    <a:pt x="147119" y="104115"/>
                  </a:lnTo>
                  <a:lnTo>
                    <a:pt x="146427" y="104090"/>
                  </a:lnTo>
                  <a:lnTo>
                    <a:pt x="146130" y="104079"/>
                  </a:lnTo>
                  <a:lnTo>
                    <a:pt x="144537" y="104022"/>
                  </a:lnTo>
                  <a:lnTo>
                    <a:pt x="144225" y="104011"/>
                  </a:lnTo>
                  <a:lnTo>
                    <a:pt x="143724" y="103993"/>
                  </a:lnTo>
                  <a:lnTo>
                    <a:pt x="143442" y="103982"/>
                  </a:lnTo>
                  <a:lnTo>
                    <a:pt x="142919" y="103942"/>
                  </a:lnTo>
                  <a:lnTo>
                    <a:pt x="142261" y="103890"/>
                  </a:lnTo>
                  <a:lnTo>
                    <a:pt x="141173" y="103805"/>
                  </a:lnTo>
                  <a:lnTo>
                    <a:pt x="140504" y="103753"/>
                  </a:lnTo>
                  <a:lnTo>
                    <a:pt x="136299" y="103424"/>
                  </a:lnTo>
                  <a:lnTo>
                    <a:pt x="135322" y="103348"/>
                  </a:lnTo>
                  <a:lnTo>
                    <a:pt x="133223" y="103184"/>
                  </a:lnTo>
                  <a:lnTo>
                    <a:pt x="133107" y="103461"/>
                  </a:lnTo>
                  <a:lnTo>
                    <a:pt x="132840" y="104094"/>
                  </a:lnTo>
                  <a:lnTo>
                    <a:pt x="132713" y="104397"/>
                  </a:lnTo>
                  <a:lnTo>
                    <a:pt x="132549" y="104786"/>
                  </a:lnTo>
                  <a:lnTo>
                    <a:pt x="132316" y="105341"/>
                  </a:lnTo>
                  <a:lnTo>
                    <a:pt x="132011" y="106066"/>
                  </a:lnTo>
                  <a:lnTo>
                    <a:pt x="131789" y="106594"/>
                  </a:lnTo>
                  <a:lnTo>
                    <a:pt x="131562" y="107132"/>
                  </a:lnTo>
                  <a:lnTo>
                    <a:pt x="131436" y="107432"/>
                  </a:lnTo>
                  <a:lnTo>
                    <a:pt x="131264" y="107841"/>
                  </a:lnTo>
                  <a:lnTo>
                    <a:pt x="130597" y="109428"/>
                  </a:lnTo>
                  <a:lnTo>
                    <a:pt x="130490" y="109681"/>
                  </a:lnTo>
                  <a:lnTo>
                    <a:pt x="126460" y="119148"/>
                  </a:lnTo>
                  <a:lnTo>
                    <a:pt x="124845" y="118465"/>
                  </a:lnTo>
                  <a:lnTo>
                    <a:pt x="117923" y="115535"/>
                  </a:lnTo>
                  <a:lnTo>
                    <a:pt x="117744" y="115459"/>
                  </a:lnTo>
                  <a:lnTo>
                    <a:pt x="117456" y="115337"/>
                  </a:lnTo>
                  <a:lnTo>
                    <a:pt x="117499" y="115036"/>
                  </a:lnTo>
                  <a:lnTo>
                    <a:pt x="117704" y="113614"/>
                  </a:lnTo>
                  <a:lnTo>
                    <a:pt x="117732" y="113418"/>
                  </a:lnTo>
                  <a:lnTo>
                    <a:pt x="118355" y="109100"/>
                  </a:lnTo>
                  <a:lnTo>
                    <a:pt x="118765" y="106255"/>
                  </a:lnTo>
                  <a:lnTo>
                    <a:pt x="119956" y="98002"/>
                  </a:lnTo>
                  <a:lnTo>
                    <a:pt x="119987" y="97739"/>
                  </a:lnTo>
                  <a:lnTo>
                    <a:pt x="116008" y="97393"/>
                  </a:lnTo>
                  <a:lnTo>
                    <a:pt x="114587" y="97270"/>
                  </a:lnTo>
                  <a:lnTo>
                    <a:pt x="110462" y="96912"/>
                  </a:lnTo>
                  <a:lnTo>
                    <a:pt x="108644" y="96754"/>
                  </a:lnTo>
                  <a:lnTo>
                    <a:pt x="108603" y="97268"/>
                  </a:lnTo>
                  <a:lnTo>
                    <a:pt x="108564" y="97755"/>
                  </a:lnTo>
                  <a:lnTo>
                    <a:pt x="108436" y="99349"/>
                  </a:lnTo>
                  <a:lnTo>
                    <a:pt x="108152" y="102904"/>
                  </a:lnTo>
                  <a:lnTo>
                    <a:pt x="108024" y="105182"/>
                  </a:lnTo>
                  <a:lnTo>
                    <a:pt x="107989" y="105786"/>
                  </a:lnTo>
                  <a:lnTo>
                    <a:pt x="107583" y="108227"/>
                  </a:lnTo>
                  <a:lnTo>
                    <a:pt x="107197" y="110455"/>
                  </a:lnTo>
                  <a:lnTo>
                    <a:pt x="106983" y="111153"/>
                  </a:lnTo>
                  <a:lnTo>
                    <a:pt x="105675" y="115420"/>
                  </a:lnTo>
                  <a:lnTo>
                    <a:pt x="103621" y="120717"/>
                  </a:lnTo>
                  <a:lnTo>
                    <a:pt x="103407" y="121184"/>
                  </a:lnTo>
                  <a:lnTo>
                    <a:pt x="103035" y="121992"/>
                  </a:lnTo>
                  <a:lnTo>
                    <a:pt x="102843" y="122411"/>
                  </a:lnTo>
                  <a:lnTo>
                    <a:pt x="101724" y="125393"/>
                  </a:lnTo>
                  <a:lnTo>
                    <a:pt x="101415" y="126217"/>
                  </a:lnTo>
                  <a:lnTo>
                    <a:pt x="100894" y="127604"/>
                  </a:lnTo>
                  <a:lnTo>
                    <a:pt x="100335" y="129035"/>
                  </a:lnTo>
                  <a:lnTo>
                    <a:pt x="100127" y="129566"/>
                  </a:lnTo>
                  <a:lnTo>
                    <a:pt x="100005" y="129878"/>
                  </a:lnTo>
                  <a:lnTo>
                    <a:pt x="99936" y="130055"/>
                  </a:lnTo>
                  <a:lnTo>
                    <a:pt x="100239" y="130065"/>
                  </a:lnTo>
                  <a:lnTo>
                    <a:pt x="100415" y="130071"/>
                  </a:lnTo>
                  <a:lnTo>
                    <a:pt x="111321" y="135223"/>
                  </a:lnTo>
                  <a:lnTo>
                    <a:pt x="112390" y="135782"/>
                  </a:lnTo>
                  <a:lnTo>
                    <a:pt x="111885" y="136903"/>
                  </a:lnTo>
                  <a:lnTo>
                    <a:pt x="111221" y="138379"/>
                  </a:lnTo>
                  <a:lnTo>
                    <a:pt x="110500" y="139980"/>
                  </a:lnTo>
                  <a:lnTo>
                    <a:pt x="110011" y="141066"/>
                  </a:lnTo>
                  <a:lnTo>
                    <a:pt x="109388" y="142450"/>
                  </a:lnTo>
                  <a:lnTo>
                    <a:pt x="108073" y="145370"/>
                  </a:lnTo>
                  <a:lnTo>
                    <a:pt x="106904" y="147965"/>
                  </a:lnTo>
                  <a:lnTo>
                    <a:pt x="106452" y="148969"/>
                  </a:lnTo>
                  <a:lnTo>
                    <a:pt x="104408" y="153499"/>
                  </a:lnTo>
                  <a:lnTo>
                    <a:pt x="98513" y="150388"/>
                  </a:lnTo>
                  <a:lnTo>
                    <a:pt x="90201" y="146143"/>
                  </a:lnTo>
                  <a:lnTo>
                    <a:pt x="89993" y="146517"/>
                  </a:lnTo>
                  <a:lnTo>
                    <a:pt x="89846" y="146782"/>
                  </a:lnTo>
                  <a:lnTo>
                    <a:pt x="87357" y="151269"/>
                  </a:lnTo>
                  <a:lnTo>
                    <a:pt x="86707" y="152441"/>
                  </a:lnTo>
                  <a:lnTo>
                    <a:pt x="86326" y="153092"/>
                  </a:lnTo>
                  <a:lnTo>
                    <a:pt x="85980" y="153682"/>
                  </a:lnTo>
                  <a:lnTo>
                    <a:pt x="85784" y="154017"/>
                  </a:lnTo>
                  <a:lnTo>
                    <a:pt x="85139" y="155119"/>
                  </a:lnTo>
                  <a:lnTo>
                    <a:pt x="85049" y="155302"/>
                  </a:lnTo>
                  <a:lnTo>
                    <a:pt x="84726" y="155961"/>
                  </a:lnTo>
                  <a:lnTo>
                    <a:pt x="84456" y="156513"/>
                  </a:lnTo>
                  <a:lnTo>
                    <a:pt x="84262" y="156907"/>
                  </a:lnTo>
                  <a:lnTo>
                    <a:pt x="83658" y="158033"/>
                  </a:lnTo>
                  <a:lnTo>
                    <a:pt x="81917" y="161276"/>
                  </a:lnTo>
                  <a:lnTo>
                    <a:pt x="81509" y="162037"/>
                  </a:lnTo>
                  <a:lnTo>
                    <a:pt x="80363" y="164171"/>
                  </a:lnTo>
                  <a:lnTo>
                    <a:pt x="80253" y="164376"/>
                  </a:lnTo>
                  <a:lnTo>
                    <a:pt x="79614" y="165567"/>
                  </a:lnTo>
                  <a:lnTo>
                    <a:pt x="78502" y="167638"/>
                  </a:lnTo>
                  <a:lnTo>
                    <a:pt x="78212" y="168178"/>
                  </a:lnTo>
                  <a:lnTo>
                    <a:pt x="75155" y="173874"/>
                  </a:lnTo>
                  <a:lnTo>
                    <a:pt x="74578" y="174949"/>
                  </a:lnTo>
                  <a:lnTo>
                    <a:pt x="74245" y="175560"/>
                  </a:lnTo>
                  <a:lnTo>
                    <a:pt x="72142" y="173668"/>
                  </a:lnTo>
                  <a:lnTo>
                    <a:pt x="71611" y="173219"/>
                  </a:lnTo>
                  <a:lnTo>
                    <a:pt x="71224" y="172891"/>
                  </a:lnTo>
                  <a:lnTo>
                    <a:pt x="71006" y="172707"/>
                  </a:lnTo>
                  <a:lnTo>
                    <a:pt x="69395" y="171342"/>
                  </a:lnTo>
                  <a:lnTo>
                    <a:pt x="68875" y="170886"/>
                  </a:lnTo>
                  <a:lnTo>
                    <a:pt x="68187" y="170282"/>
                  </a:lnTo>
                  <a:lnTo>
                    <a:pt x="65566" y="167983"/>
                  </a:lnTo>
                  <a:lnTo>
                    <a:pt x="65338" y="167783"/>
                  </a:lnTo>
                  <a:lnTo>
                    <a:pt x="62830" y="165583"/>
                  </a:lnTo>
                  <a:lnTo>
                    <a:pt x="62499" y="165292"/>
                  </a:lnTo>
                  <a:lnTo>
                    <a:pt x="58327" y="161791"/>
                  </a:lnTo>
                  <a:lnTo>
                    <a:pt x="56735" y="160454"/>
                  </a:lnTo>
                  <a:lnTo>
                    <a:pt x="55901" y="159838"/>
                  </a:lnTo>
                  <a:lnTo>
                    <a:pt x="55712" y="159699"/>
                  </a:lnTo>
                  <a:lnTo>
                    <a:pt x="54229" y="158604"/>
                  </a:lnTo>
                  <a:lnTo>
                    <a:pt x="52498" y="157845"/>
                  </a:lnTo>
                  <a:lnTo>
                    <a:pt x="52144" y="157690"/>
                  </a:lnTo>
                  <a:lnTo>
                    <a:pt x="51085" y="157501"/>
                  </a:lnTo>
                  <a:lnTo>
                    <a:pt x="50396" y="157379"/>
                  </a:lnTo>
                  <a:lnTo>
                    <a:pt x="49437" y="157257"/>
                  </a:lnTo>
                  <a:lnTo>
                    <a:pt x="48583" y="157148"/>
                  </a:lnTo>
                  <a:lnTo>
                    <a:pt x="47578" y="157020"/>
                  </a:lnTo>
                  <a:lnTo>
                    <a:pt x="46794" y="156920"/>
                  </a:lnTo>
                  <a:lnTo>
                    <a:pt x="45588" y="156766"/>
                  </a:lnTo>
                  <a:lnTo>
                    <a:pt x="45215" y="156719"/>
                  </a:lnTo>
                  <a:lnTo>
                    <a:pt x="44033" y="156625"/>
                  </a:lnTo>
                  <a:lnTo>
                    <a:pt x="42933" y="156538"/>
                  </a:lnTo>
                  <a:lnTo>
                    <a:pt x="41986" y="156401"/>
                  </a:lnTo>
                  <a:lnTo>
                    <a:pt x="40951" y="156250"/>
                  </a:lnTo>
                  <a:lnTo>
                    <a:pt x="40813" y="156230"/>
                  </a:lnTo>
                  <a:lnTo>
                    <a:pt x="40012" y="156145"/>
                  </a:lnTo>
                  <a:lnTo>
                    <a:pt x="38874" y="156024"/>
                  </a:lnTo>
                  <a:lnTo>
                    <a:pt x="36614" y="155783"/>
                  </a:lnTo>
                  <a:lnTo>
                    <a:pt x="36366" y="155768"/>
                  </a:lnTo>
                  <a:lnTo>
                    <a:pt x="35902" y="155740"/>
                  </a:lnTo>
                  <a:lnTo>
                    <a:pt x="35309" y="155704"/>
                  </a:lnTo>
                  <a:lnTo>
                    <a:pt x="34423" y="155651"/>
                  </a:lnTo>
                  <a:lnTo>
                    <a:pt x="34208" y="155631"/>
                  </a:lnTo>
                  <a:lnTo>
                    <a:pt x="33393" y="155556"/>
                  </a:lnTo>
                  <a:lnTo>
                    <a:pt x="32138" y="155440"/>
                  </a:lnTo>
                  <a:lnTo>
                    <a:pt x="31589" y="155390"/>
                  </a:lnTo>
                  <a:lnTo>
                    <a:pt x="30426" y="155282"/>
                  </a:lnTo>
                  <a:lnTo>
                    <a:pt x="30289" y="155270"/>
                  </a:lnTo>
                  <a:lnTo>
                    <a:pt x="29998" y="155243"/>
                  </a:lnTo>
                  <a:lnTo>
                    <a:pt x="28344" y="155090"/>
                  </a:lnTo>
                  <a:lnTo>
                    <a:pt x="26594" y="154928"/>
                  </a:lnTo>
                  <a:lnTo>
                    <a:pt x="24432" y="154729"/>
                  </a:lnTo>
                  <a:lnTo>
                    <a:pt x="22027" y="154507"/>
                  </a:lnTo>
                  <a:lnTo>
                    <a:pt x="20404" y="154357"/>
                  </a:lnTo>
                  <a:lnTo>
                    <a:pt x="20156" y="154334"/>
                  </a:lnTo>
                  <a:lnTo>
                    <a:pt x="19261" y="154252"/>
                  </a:lnTo>
                  <a:lnTo>
                    <a:pt x="16064" y="153957"/>
                  </a:lnTo>
                  <a:lnTo>
                    <a:pt x="15684" y="153922"/>
                  </a:lnTo>
                  <a:lnTo>
                    <a:pt x="14754" y="153836"/>
                  </a:lnTo>
                  <a:lnTo>
                    <a:pt x="12133" y="153636"/>
                  </a:lnTo>
                  <a:lnTo>
                    <a:pt x="8229" y="153338"/>
                  </a:lnTo>
                  <a:lnTo>
                    <a:pt x="7056" y="153249"/>
                  </a:lnTo>
                  <a:lnTo>
                    <a:pt x="6805" y="153229"/>
                  </a:lnTo>
                  <a:lnTo>
                    <a:pt x="4304" y="153039"/>
                  </a:lnTo>
                  <a:lnTo>
                    <a:pt x="2504" y="152938"/>
                  </a:lnTo>
                  <a:lnTo>
                    <a:pt x="1348" y="152873"/>
                  </a:lnTo>
                  <a:lnTo>
                    <a:pt x="893" y="152847"/>
                  </a:lnTo>
                  <a:lnTo>
                    <a:pt x="0" y="152797"/>
                  </a:lnTo>
                  <a:lnTo>
                    <a:pt x="2" y="152497"/>
                  </a:lnTo>
                  <a:lnTo>
                    <a:pt x="8" y="151760"/>
                  </a:lnTo>
                  <a:lnTo>
                    <a:pt x="34" y="151464"/>
                  </a:lnTo>
                  <a:lnTo>
                    <a:pt x="111" y="150570"/>
                  </a:lnTo>
                  <a:lnTo>
                    <a:pt x="266" y="148767"/>
                  </a:lnTo>
                  <a:lnTo>
                    <a:pt x="712" y="143580"/>
                  </a:lnTo>
                  <a:lnTo>
                    <a:pt x="811" y="142433"/>
                  </a:lnTo>
                  <a:lnTo>
                    <a:pt x="1823" y="130673"/>
                  </a:lnTo>
                  <a:lnTo>
                    <a:pt x="1901" y="129768"/>
                  </a:lnTo>
                  <a:lnTo>
                    <a:pt x="1944" y="129266"/>
                  </a:lnTo>
                  <a:lnTo>
                    <a:pt x="2504" y="122759"/>
                  </a:lnTo>
                  <a:lnTo>
                    <a:pt x="2579" y="121894"/>
                  </a:lnTo>
                  <a:lnTo>
                    <a:pt x="2708" y="120397"/>
                  </a:lnTo>
                  <a:lnTo>
                    <a:pt x="2810" y="119211"/>
                  </a:lnTo>
                  <a:lnTo>
                    <a:pt x="2890" y="118284"/>
                  </a:lnTo>
                  <a:lnTo>
                    <a:pt x="2947" y="117623"/>
                  </a:lnTo>
                  <a:lnTo>
                    <a:pt x="2995" y="117064"/>
                  </a:lnTo>
                  <a:lnTo>
                    <a:pt x="3018" y="116789"/>
                  </a:lnTo>
                  <a:lnTo>
                    <a:pt x="3544" y="110684"/>
                  </a:lnTo>
                  <a:lnTo>
                    <a:pt x="3654" y="109403"/>
                  </a:lnTo>
                  <a:lnTo>
                    <a:pt x="4114" y="104060"/>
                  </a:lnTo>
                  <a:lnTo>
                    <a:pt x="4142" y="103734"/>
                  </a:lnTo>
                  <a:lnTo>
                    <a:pt x="4741" y="96772"/>
                  </a:lnTo>
                  <a:lnTo>
                    <a:pt x="5635" y="86392"/>
                  </a:lnTo>
                  <a:lnTo>
                    <a:pt x="5690" y="85746"/>
                  </a:lnTo>
                  <a:lnTo>
                    <a:pt x="6133" y="80608"/>
                  </a:lnTo>
                  <a:lnTo>
                    <a:pt x="6277" y="78934"/>
                  </a:lnTo>
                  <a:lnTo>
                    <a:pt x="6442" y="77010"/>
                  </a:lnTo>
                  <a:lnTo>
                    <a:pt x="6550" y="75758"/>
                  </a:lnTo>
                  <a:lnTo>
                    <a:pt x="6712" y="73874"/>
                  </a:lnTo>
                  <a:lnTo>
                    <a:pt x="7531" y="64363"/>
                  </a:lnTo>
                  <a:lnTo>
                    <a:pt x="7825" y="64388"/>
                  </a:lnTo>
                  <a:lnTo>
                    <a:pt x="7999" y="64402"/>
                  </a:lnTo>
                  <a:lnTo>
                    <a:pt x="14854" y="64973"/>
                  </a:lnTo>
                  <a:lnTo>
                    <a:pt x="15244" y="64234"/>
                  </a:lnTo>
                  <a:lnTo>
                    <a:pt x="15323" y="64074"/>
                  </a:lnTo>
                  <a:lnTo>
                    <a:pt x="15530" y="63659"/>
                  </a:lnTo>
                  <a:lnTo>
                    <a:pt x="15658" y="63403"/>
                  </a:lnTo>
                  <a:lnTo>
                    <a:pt x="15873" y="62970"/>
                  </a:lnTo>
                  <a:lnTo>
                    <a:pt x="15954" y="62809"/>
                  </a:lnTo>
                  <a:lnTo>
                    <a:pt x="16640" y="61431"/>
                  </a:lnTo>
                  <a:lnTo>
                    <a:pt x="17069" y="60605"/>
                  </a:lnTo>
                  <a:lnTo>
                    <a:pt x="17279" y="60200"/>
                  </a:lnTo>
                  <a:lnTo>
                    <a:pt x="18233" y="58363"/>
                  </a:lnTo>
                  <a:lnTo>
                    <a:pt x="20936" y="53155"/>
                  </a:lnTo>
                  <a:lnTo>
                    <a:pt x="27207" y="41074"/>
                  </a:lnTo>
                  <a:lnTo>
                    <a:pt x="29714" y="35864"/>
                  </a:lnTo>
                  <a:lnTo>
                    <a:pt x="30025" y="35218"/>
                  </a:lnTo>
                  <a:lnTo>
                    <a:pt x="30211" y="35338"/>
                  </a:lnTo>
                  <a:lnTo>
                    <a:pt x="31238" y="36004"/>
                  </a:lnTo>
                  <a:lnTo>
                    <a:pt x="32104" y="36566"/>
                  </a:lnTo>
                  <a:lnTo>
                    <a:pt x="32451" y="36791"/>
                  </a:lnTo>
                  <a:lnTo>
                    <a:pt x="33146" y="37241"/>
                  </a:lnTo>
                  <a:lnTo>
                    <a:pt x="33399" y="37405"/>
                  </a:lnTo>
                  <a:lnTo>
                    <a:pt x="34516" y="38129"/>
                  </a:lnTo>
                  <a:lnTo>
                    <a:pt x="39089" y="41197"/>
                  </a:lnTo>
                  <a:lnTo>
                    <a:pt x="40307" y="42014"/>
                  </a:lnTo>
                  <a:lnTo>
                    <a:pt x="42954" y="43790"/>
                  </a:lnTo>
                  <a:lnTo>
                    <a:pt x="45340" y="44765"/>
                  </a:lnTo>
                  <a:lnTo>
                    <a:pt x="48139" y="45908"/>
                  </a:lnTo>
                  <a:lnTo>
                    <a:pt x="54305" y="46863"/>
                  </a:lnTo>
                  <a:lnTo>
                    <a:pt x="55790" y="46848"/>
                  </a:lnTo>
                  <a:lnTo>
                    <a:pt x="56715" y="46839"/>
                  </a:lnTo>
                  <a:lnTo>
                    <a:pt x="57444" y="46926"/>
                  </a:lnTo>
                  <a:lnTo>
                    <a:pt x="63441" y="47641"/>
                  </a:lnTo>
                  <a:lnTo>
                    <a:pt x="64657" y="47785"/>
                  </a:lnTo>
                  <a:lnTo>
                    <a:pt x="65915" y="47939"/>
                  </a:lnTo>
                  <a:lnTo>
                    <a:pt x="67164" y="48092"/>
                  </a:lnTo>
                  <a:lnTo>
                    <a:pt x="67309" y="48110"/>
                  </a:lnTo>
                  <a:lnTo>
                    <a:pt x="67469" y="46990"/>
                  </a:lnTo>
                  <a:lnTo>
                    <a:pt x="67646" y="44427"/>
                  </a:lnTo>
                  <a:lnTo>
                    <a:pt x="67689" y="43801"/>
                  </a:lnTo>
                  <a:lnTo>
                    <a:pt x="67726" y="42744"/>
                  </a:lnTo>
                  <a:lnTo>
                    <a:pt x="67788" y="40990"/>
                  </a:lnTo>
                  <a:lnTo>
                    <a:pt x="67813" y="40289"/>
                  </a:lnTo>
                  <a:lnTo>
                    <a:pt x="67849" y="39258"/>
                  </a:lnTo>
                  <a:lnTo>
                    <a:pt x="67908" y="37593"/>
                  </a:lnTo>
                  <a:lnTo>
                    <a:pt x="67935" y="36822"/>
                  </a:lnTo>
                  <a:lnTo>
                    <a:pt x="67961" y="36099"/>
                  </a:lnTo>
                  <a:lnTo>
                    <a:pt x="67987" y="35358"/>
                  </a:lnTo>
                  <a:lnTo>
                    <a:pt x="68217" y="33215"/>
                  </a:lnTo>
                  <a:lnTo>
                    <a:pt x="69157" y="24480"/>
                  </a:lnTo>
                  <a:lnTo>
                    <a:pt x="69608" y="14899"/>
                  </a:lnTo>
                  <a:lnTo>
                    <a:pt x="69901" y="11027"/>
                  </a:lnTo>
                  <a:lnTo>
                    <a:pt x="70423" y="4124"/>
                  </a:lnTo>
                  <a:lnTo>
                    <a:pt x="70976" y="1103"/>
                  </a:lnTo>
                  <a:lnTo>
                    <a:pt x="71541" y="816"/>
                  </a:lnTo>
                  <a:lnTo>
                    <a:pt x="72222" y="473"/>
                  </a:lnTo>
                  <a:lnTo>
                    <a:pt x="72535" y="472"/>
                  </a:lnTo>
                  <a:lnTo>
                    <a:pt x="74184" y="466"/>
                  </a:lnTo>
                  <a:lnTo>
                    <a:pt x="74989" y="463"/>
                  </a:lnTo>
                  <a:lnTo>
                    <a:pt x="81055" y="441"/>
                  </a:lnTo>
                  <a:lnTo>
                    <a:pt x="82938" y="434"/>
                  </a:lnTo>
                  <a:lnTo>
                    <a:pt x="83451" y="432"/>
                  </a:lnTo>
                  <a:lnTo>
                    <a:pt x="85556" y="424"/>
                  </a:lnTo>
                  <a:lnTo>
                    <a:pt x="87949" y="383"/>
                  </a:lnTo>
                  <a:lnTo>
                    <a:pt x="88108" y="373"/>
                  </a:lnTo>
                  <a:lnTo>
                    <a:pt x="88456" y="349"/>
                  </a:lnTo>
                  <a:lnTo>
                    <a:pt x="90138" y="2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2629328" y="4234932"/>
              <a:ext cx="170741" cy="149388"/>
            </a:xfrm>
            <a:custGeom>
              <a:avLst/>
              <a:pathLst>
                <a:path w="170741" h="149388">
                  <a:moveTo>
                    <a:pt x="129679" y="0"/>
                  </a:moveTo>
                  <a:lnTo>
                    <a:pt x="150068" y="14934"/>
                  </a:lnTo>
                  <a:lnTo>
                    <a:pt x="163816" y="4021"/>
                  </a:lnTo>
                  <a:lnTo>
                    <a:pt x="170741" y="8239"/>
                  </a:lnTo>
                  <a:lnTo>
                    <a:pt x="165352" y="14046"/>
                  </a:lnTo>
                  <a:lnTo>
                    <a:pt x="170663" y="19367"/>
                  </a:lnTo>
                  <a:lnTo>
                    <a:pt x="156575" y="32839"/>
                  </a:lnTo>
                  <a:lnTo>
                    <a:pt x="159046" y="36564"/>
                  </a:lnTo>
                  <a:lnTo>
                    <a:pt x="169959" y="41028"/>
                  </a:lnTo>
                  <a:lnTo>
                    <a:pt x="167250" y="45325"/>
                  </a:lnTo>
                  <a:lnTo>
                    <a:pt x="165861" y="45798"/>
                  </a:lnTo>
                  <a:lnTo>
                    <a:pt x="164897" y="46126"/>
                  </a:lnTo>
                  <a:lnTo>
                    <a:pt x="164694" y="46194"/>
                  </a:lnTo>
                  <a:lnTo>
                    <a:pt x="164109" y="46386"/>
                  </a:lnTo>
                  <a:lnTo>
                    <a:pt x="160761" y="47480"/>
                  </a:lnTo>
                  <a:lnTo>
                    <a:pt x="159582" y="47865"/>
                  </a:lnTo>
                  <a:lnTo>
                    <a:pt x="158564" y="48197"/>
                  </a:lnTo>
                  <a:lnTo>
                    <a:pt x="158040" y="48368"/>
                  </a:lnTo>
                  <a:lnTo>
                    <a:pt x="157750" y="48463"/>
                  </a:lnTo>
                  <a:lnTo>
                    <a:pt x="157556" y="48527"/>
                  </a:lnTo>
                  <a:lnTo>
                    <a:pt x="156646" y="48824"/>
                  </a:lnTo>
                  <a:lnTo>
                    <a:pt x="156046" y="49022"/>
                  </a:lnTo>
                  <a:lnTo>
                    <a:pt x="154626" y="50780"/>
                  </a:lnTo>
                  <a:lnTo>
                    <a:pt x="154187" y="51312"/>
                  </a:lnTo>
                  <a:lnTo>
                    <a:pt x="153873" y="51692"/>
                  </a:lnTo>
                  <a:lnTo>
                    <a:pt x="153683" y="51922"/>
                  </a:lnTo>
                  <a:lnTo>
                    <a:pt x="152099" y="53840"/>
                  </a:lnTo>
                  <a:lnTo>
                    <a:pt x="150237" y="56096"/>
                  </a:lnTo>
                  <a:lnTo>
                    <a:pt x="149954" y="56241"/>
                  </a:lnTo>
                  <a:lnTo>
                    <a:pt x="149596" y="56425"/>
                  </a:lnTo>
                  <a:lnTo>
                    <a:pt x="149343" y="56555"/>
                  </a:lnTo>
                  <a:lnTo>
                    <a:pt x="148966" y="56749"/>
                  </a:lnTo>
                  <a:lnTo>
                    <a:pt x="148280" y="57102"/>
                  </a:lnTo>
                  <a:lnTo>
                    <a:pt x="146606" y="57963"/>
                  </a:lnTo>
                  <a:lnTo>
                    <a:pt x="145633" y="58463"/>
                  </a:lnTo>
                  <a:lnTo>
                    <a:pt x="143019" y="59807"/>
                  </a:lnTo>
                  <a:lnTo>
                    <a:pt x="142203" y="60227"/>
                  </a:lnTo>
                  <a:lnTo>
                    <a:pt x="142307" y="61125"/>
                  </a:lnTo>
                  <a:lnTo>
                    <a:pt x="142515" y="62922"/>
                  </a:lnTo>
                  <a:lnTo>
                    <a:pt x="142770" y="63911"/>
                  </a:lnTo>
                  <a:lnTo>
                    <a:pt x="142864" y="64276"/>
                  </a:lnTo>
                  <a:lnTo>
                    <a:pt x="142932" y="64542"/>
                  </a:lnTo>
                  <a:lnTo>
                    <a:pt x="143142" y="65359"/>
                  </a:lnTo>
                  <a:lnTo>
                    <a:pt x="143336" y="66111"/>
                  </a:lnTo>
                  <a:lnTo>
                    <a:pt x="144021" y="68773"/>
                  </a:lnTo>
                  <a:lnTo>
                    <a:pt x="143443" y="68995"/>
                  </a:lnTo>
                  <a:lnTo>
                    <a:pt x="143155" y="69105"/>
                  </a:lnTo>
                  <a:lnTo>
                    <a:pt x="142773" y="69252"/>
                  </a:lnTo>
                  <a:lnTo>
                    <a:pt x="141593" y="69704"/>
                  </a:lnTo>
                  <a:lnTo>
                    <a:pt x="140702" y="70046"/>
                  </a:lnTo>
                  <a:lnTo>
                    <a:pt x="139946" y="70336"/>
                  </a:lnTo>
                  <a:lnTo>
                    <a:pt x="138975" y="70708"/>
                  </a:lnTo>
                  <a:lnTo>
                    <a:pt x="138579" y="70860"/>
                  </a:lnTo>
                  <a:lnTo>
                    <a:pt x="137940" y="71449"/>
                  </a:lnTo>
                  <a:lnTo>
                    <a:pt x="137100" y="72223"/>
                  </a:lnTo>
                  <a:lnTo>
                    <a:pt x="136788" y="72510"/>
                  </a:lnTo>
                  <a:lnTo>
                    <a:pt x="136387" y="72880"/>
                  </a:lnTo>
                  <a:lnTo>
                    <a:pt x="135979" y="73256"/>
                  </a:lnTo>
                  <a:lnTo>
                    <a:pt x="135813" y="73747"/>
                  </a:lnTo>
                  <a:lnTo>
                    <a:pt x="135422" y="74904"/>
                  </a:lnTo>
                  <a:lnTo>
                    <a:pt x="135278" y="75258"/>
                  </a:lnTo>
                  <a:lnTo>
                    <a:pt x="134670" y="76754"/>
                  </a:lnTo>
                  <a:lnTo>
                    <a:pt x="134372" y="77485"/>
                  </a:lnTo>
                  <a:lnTo>
                    <a:pt x="133989" y="78429"/>
                  </a:lnTo>
                  <a:lnTo>
                    <a:pt x="133681" y="79187"/>
                  </a:lnTo>
                  <a:lnTo>
                    <a:pt x="133319" y="80075"/>
                  </a:lnTo>
                  <a:lnTo>
                    <a:pt x="133231" y="80292"/>
                  </a:lnTo>
                  <a:lnTo>
                    <a:pt x="132452" y="81157"/>
                  </a:lnTo>
                  <a:lnTo>
                    <a:pt x="132194" y="81444"/>
                  </a:lnTo>
                  <a:lnTo>
                    <a:pt x="130433" y="83402"/>
                  </a:lnTo>
                  <a:lnTo>
                    <a:pt x="125894" y="88337"/>
                  </a:lnTo>
                  <a:lnTo>
                    <a:pt x="122430" y="91114"/>
                  </a:lnTo>
                  <a:lnTo>
                    <a:pt x="120571" y="92359"/>
                  </a:lnTo>
                  <a:lnTo>
                    <a:pt x="114803" y="96223"/>
                  </a:lnTo>
                  <a:lnTo>
                    <a:pt x="114555" y="96347"/>
                  </a:lnTo>
                  <a:lnTo>
                    <a:pt x="113634" y="96985"/>
                  </a:lnTo>
                  <a:lnTo>
                    <a:pt x="112421" y="97391"/>
                  </a:lnTo>
                  <a:lnTo>
                    <a:pt x="111971" y="97542"/>
                  </a:lnTo>
                  <a:lnTo>
                    <a:pt x="111367" y="97745"/>
                  </a:lnTo>
                  <a:lnTo>
                    <a:pt x="109986" y="98208"/>
                  </a:lnTo>
                  <a:lnTo>
                    <a:pt x="108175" y="98522"/>
                  </a:lnTo>
                  <a:lnTo>
                    <a:pt x="106601" y="98490"/>
                  </a:lnTo>
                  <a:lnTo>
                    <a:pt x="106386" y="98485"/>
                  </a:lnTo>
                  <a:lnTo>
                    <a:pt x="102715" y="98404"/>
                  </a:lnTo>
                  <a:lnTo>
                    <a:pt x="101669" y="98252"/>
                  </a:lnTo>
                  <a:lnTo>
                    <a:pt x="101163" y="98178"/>
                  </a:lnTo>
                  <a:lnTo>
                    <a:pt x="100644" y="98113"/>
                  </a:lnTo>
                  <a:lnTo>
                    <a:pt x="99626" y="98190"/>
                  </a:lnTo>
                  <a:lnTo>
                    <a:pt x="100111" y="98636"/>
                  </a:lnTo>
                  <a:lnTo>
                    <a:pt x="100598" y="99085"/>
                  </a:lnTo>
                  <a:lnTo>
                    <a:pt x="101214" y="99652"/>
                  </a:lnTo>
                  <a:lnTo>
                    <a:pt x="101555" y="99966"/>
                  </a:lnTo>
                  <a:lnTo>
                    <a:pt x="102101" y="100418"/>
                  </a:lnTo>
                  <a:lnTo>
                    <a:pt x="102548" y="100788"/>
                  </a:lnTo>
                  <a:lnTo>
                    <a:pt x="102780" y="100980"/>
                  </a:lnTo>
                  <a:lnTo>
                    <a:pt x="103078" y="101227"/>
                  </a:lnTo>
                  <a:lnTo>
                    <a:pt x="103612" y="101669"/>
                  </a:lnTo>
                  <a:lnTo>
                    <a:pt x="104218" y="102171"/>
                  </a:lnTo>
                  <a:lnTo>
                    <a:pt x="106217" y="103825"/>
                  </a:lnTo>
                  <a:lnTo>
                    <a:pt x="106075" y="105330"/>
                  </a:lnTo>
                  <a:lnTo>
                    <a:pt x="105965" y="106485"/>
                  </a:lnTo>
                  <a:lnTo>
                    <a:pt x="105912" y="107045"/>
                  </a:lnTo>
                  <a:lnTo>
                    <a:pt x="105855" y="107653"/>
                  </a:lnTo>
                  <a:lnTo>
                    <a:pt x="105831" y="108135"/>
                  </a:lnTo>
                  <a:lnTo>
                    <a:pt x="105790" y="108973"/>
                  </a:lnTo>
                  <a:lnTo>
                    <a:pt x="105765" y="109462"/>
                  </a:lnTo>
                  <a:lnTo>
                    <a:pt x="105740" y="109975"/>
                  </a:lnTo>
                  <a:lnTo>
                    <a:pt x="105720" y="110371"/>
                  </a:lnTo>
                  <a:lnTo>
                    <a:pt x="105573" y="113327"/>
                  </a:lnTo>
                  <a:lnTo>
                    <a:pt x="105467" y="115439"/>
                  </a:lnTo>
                  <a:lnTo>
                    <a:pt x="105433" y="116036"/>
                  </a:lnTo>
                  <a:lnTo>
                    <a:pt x="105378" y="116991"/>
                  </a:lnTo>
                  <a:lnTo>
                    <a:pt x="104806" y="126932"/>
                  </a:lnTo>
                  <a:lnTo>
                    <a:pt x="103513" y="149388"/>
                  </a:lnTo>
                  <a:lnTo>
                    <a:pt x="103166" y="149366"/>
                  </a:lnTo>
                  <a:lnTo>
                    <a:pt x="94045" y="148802"/>
                  </a:lnTo>
                  <a:lnTo>
                    <a:pt x="90713" y="148596"/>
                  </a:lnTo>
                  <a:lnTo>
                    <a:pt x="79662" y="147913"/>
                  </a:lnTo>
                  <a:lnTo>
                    <a:pt x="78694" y="147853"/>
                  </a:lnTo>
                  <a:lnTo>
                    <a:pt x="78017" y="147811"/>
                  </a:lnTo>
                  <a:lnTo>
                    <a:pt x="72868" y="145401"/>
                  </a:lnTo>
                  <a:lnTo>
                    <a:pt x="71859" y="144928"/>
                  </a:lnTo>
                  <a:lnTo>
                    <a:pt x="69886" y="144005"/>
                  </a:lnTo>
                  <a:lnTo>
                    <a:pt x="69398" y="143776"/>
                  </a:lnTo>
                  <a:lnTo>
                    <a:pt x="66420" y="142382"/>
                  </a:lnTo>
                  <a:lnTo>
                    <a:pt x="65889" y="142134"/>
                  </a:lnTo>
                  <a:lnTo>
                    <a:pt x="61284" y="139978"/>
                  </a:lnTo>
                  <a:lnTo>
                    <a:pt x="60797" y="139751"/>
                  </a:lnTo>
                  <a:lnTo>
                    <a:pt x="60262" y="139472"/>
                  </a:lnTo>
                  <a:lnTo>
                    <a:pt x="58524" y="138565"/>
                  </a:lnTo>
                  <a:lnTo>
                    <a:pt x="58128" y="138359"/>
                  </a:lnTo>
                  <a:lnTo>
                    <a:pt x="53558" y="135976"/>
                  </a:lnTo>
                  <a:lnTo>
                    <a:pt x="52285" y="135396"/>
                  </a:lnTo>
                  <a:lnTo>
                    <a:pt x="41683" y="130568"/>
                  </a:lnTo>
                  <a:lnTo>
                    <a:pt x="39696" y="129688"/>
                  </a:lnTo>
                  <a:lnTo>
                    <a:pt x="38996" y="129624"/>
                  </a:lnTo>
                  <a:lnTo>
                    <a:pt x="36332" y="129380"/>
                  </a:lnTo>
                  <a:lnTo>
                    <a:pt x="27998" y="128815"/>
                  </a:lnTo>
                  <a:lnTo>
                    <a:pt x="23602" y="128518"/>
                  </a:lnTo>
                  <a:lnTo>
                    <a:pt x="21194" y="128242"/>
                  </a:lnTo>
                  <a:lnTo>
                    <a:pt x="20813" y="128198"/>
                  </a:lnTo>
                  <a:lnTo>
                    <a:pt x="20024" y="128107"/>
                  </a:lnTo>
                  <a:lnTo>
                    <a:pt x="13304" y="125832"/>
                  </a:lnTo>
                  <a:lnTo>
                    <a:pt x="9251" y="124277"/>
                  </a:lnTo>
                  <a:lnTo>
                    <a:pt x="9053" y="124174"/>
                  </a:lnTo>
                  <a:lnTo>
                    <a:pt x="8119" y="123685"/>
                  </a:lnTo>
                  <a:lnTo>
                    <a:pt x="6933" y="123066"/>
                  </a:lnTo>
                  <a:lnTo>
                    <a:pt x="6067" y="122613"/>
                  </a:lnTo>
                  <a:lnTo>
                    <a:pt x="5729" y="122436"/>
                  </a:lnTo>
                  <a:lnTo>
                    <a:pt x="5178" y="122148"/>
                  </a:lnTo>
                  <a:lnTo>
                    <a:pt x="4533" y="121829"/>
                  </a:lnTo>
                  <a:lnTo>
                    <a:pt x="4258" y="121693"/>
                  </a:lnTo>
                  <a:lnTo>
                    <a:pt x="3357" y="121247"/>
                  </a:lnTo>
                  <a:lnTo>
                    <a:pt x="0" y="118948"/>
                  </a:lnTo>
                  <a:lnTo>
                    <a:pt x="329" y="118334"/>
                  </a:lnTo>
                  <a:lnTo>
                    <a:pt x="906" y="117259"/>
                  </a:lnTo>
                  <a:lnTo>
                    <a:pt x="3963" y="111563"/>
                  </a:lnTo>
                  <a:lnTo>
                    <a:pt x="4253" y="111023"/>
                  </a:lnTo>
                  <a:lnTo>
                    <a:pt x="5365" y="108952"/>
                  </a:lnTo>
                  <a:lnTo>
                    <a:pt x="6004" y="107762"/>
                  </a:lnTo>
                  <a:lnTo>
                    <a:pt x="6115" y="107556"/>
                  </a:lnTo>
                  <a:lnTo>
                    <a:pt x="7260" y="105423"/>
                  </a:lnTo>
                  <a:lnTo>
                    <a:pt x="7668" y="104661"/>
                  </a:lnTo>
                  <a:lnTo>
                    <a:pt x="9449" y="101344"/>
                  </a:lnTo>
                  <a:lnTo>
                    <a:pt x="10013" y="100292"/>
                  </a:lnTo>
                  <a:lnTo>
                    <a:pt x="10207" y="99898"/>
                  </a:lnTo>
                  <a:lnTo>
                    <a:pt x="10477" y="99347"/>
                  </a:lnTo>
                  <a:lnTo>
                    <a:pt x="10800" y="98688"/>
                  </a:lnTo>
                  <a:lnTo>
                    <a:pt x="10890" y="98504"/>
                  </a:lnTo>
                  <a:lnTo>
                    <a:pt x="11535" y="97403"/>
                  </a:lnTo>
                  <a:lnTo>
                    <a:pt x="11731" y="97068"/>
                  </a:lnTo>
                  <a:lnTo>
                    <a:pt x="12077" y="96477"/>
                  </a:lnTo>
                  <a:lnTo>
                    <a:pt x="12459" y="95826"/>
                  </a:lnTo>
                  <a:lnTo>
                    <a:pt x="13109" y="94654"/>
                  </a:lnTo>
                  <a:lnTo>
                    <a:pt x="15597" y="90168"/>
                  </a:lnTo>
                  <a:lnTo>
                    <a:pt x="15797" y="89807"/>
                  </a:lnTo>
                  <a:lnTo>
                    <a:pt x="16299" y="89569"/>
                  </a:lnTo>
                  <a:lnTo>
                    <a:pt x="24264" y="93773"/>
                  </a:lnTo>
                  <a:lnTo>
                    <a:pt x="30163" y="96886"/>
                  </a:lnTo>
                  <a:lnTo>
                    <a:pt x="32203" y="92355"/>
                  </a:lnTo>
                  <a:lnTo>
                    <a:pt x="32655" y="91351"/>
                  </a:lnTo>
                  <a:lnTo>
                    <a:pt x="33824" y="88755"/>
                  </a:lnTo>
                  <a:lnTo>
                    <a:pt x="35139" y="85835"/>
                  </a:lnTo>
                  <a:lnTo>
                    <a:pt x="35762" y="84451"/>
                  </a:lnTo>
                  <a:lnTo>
                    <a:pt x="36251" y="83365"/>
                  </a:lnTo>
                  <a:lnTo>
                    <a:pt x="36972" y="81764"/>
                  </a:lnTo>
                  <a:lnTo>
                    <a:pt x="37636" y="80289"/>
                  </a:lnTo>
                  <a:lnTo>
                    <a:pt x="38065" y="79077"/>
                  </a:lnTo>
                  <a:lnTo>
                    <a:pt x="37072" y="78608"/>
                  </a:lnTo>
                  <a:lnTo>
                    <a:pt x="26166" y="73456"/>
                  </a:lnTo>
                  <a:lnTo>
                    <a:pt x="25990" y="73451"/>
                  </a:lnTo>
                  <a:lnTo>
                    <a:pt x="25687" y="73440"/>
                  </a:lnTo>
                  <a:lnTo>
                    <a:pt x="25756" y="73263"/>
                  </a:lnTo>
                  <a:lnTo>
                    <a:pt x="25878" y="72952"/>
                  </a:lnTo>
                  <a:lnTo>
                    <a:pt x="26086" y="72420"/>
                  </a:lnTo>
                  <a:lnTo>
                    <a:pt x="26645" y="70989"/>
                  </a:lnTo>
                  <a:lnTo>
                    <a:pt x="27166" y="69602"/>
                  </a:lnTo>
                  <a:lnTo>
                    <a:pt x="27475" y="68778"/>
                  </a:lnTo>
                  <a:lnTo>
                    <a:pt x="28594" y="65796"/>
                  </a:lnTo>
                  <a:lnTo>
                    <a:pt x="28786" y="65378"/>
                  </a:lnTo>
                  <a:lnTo>
                    <a:pt x="29158" y="64569"/>
                  </a:lnTo>
                  <a:lnTo>
                    <a:pt x="29372" y="64103"/>
                  </a:lnTo>
                  <a:lnTo>
                    <a:pt x="31445" y="58745"/>
                  </a:lnTo>
                  <a:lnTo>
                    <a:pt x="32734" y="54538"/>
                  </a:lnTo>
                  <a:lnTo>
                    <a:pt x="32983" y="53725"/>
                  </a:lnTo>
                  <a:lnTo>
                    <a:pt x="33334" y="51613"/>
                  </a:lnTo>
                  <a:lnTo>
                    <a:pt x="33740" y="49171"/>
                  </a:lnTo>
                  <a:lnTo>
                    <a:pt x="33775" y="48567"/>
                  </a:lnTo>
                  <a:lnTo>
                    <a:pt x="33903" y="46290"/>
                  </a:lnTo>
                  <a:lnTo>
                    <a:pt x="34188" y="42731"/>
                  </a:lnTo>
                  <a:lnTo>
                    <a:pt x="34315" y="41140"/>
                  </a:lnTo>
                  <a:lnTo>
                    <a:pt x="34354" y="40653"/>
                  </a:lnTo>
                  <a:lnTo>
                    <a:pt x="34395" y="40140"/>
                  </a:lnTo>
                  <a:lnTo>
                    <a:pt x="36213" y="40297"/>
                  </a:lnTo>
                  <a:lnTo>
                    <a:pt x="40338" y="40655"/>
                  </a:lnTo>
                  <a:lnTo>
                    <a:pt x="41760" y="40779"/>
                  </a:lnTo>
                  <a:lnTo>
                    <a:pt x="45745" y="41125"/>
                  </a:lnTo>
                  <a:lnTo>
                    <a:pt x="45697" y="41455"/>
                  </a:lnTo>
                  <a:lnTo>
                    <a:pt x="44516" y="49641"/>
                  </a:lnTo>
                  <a:lnTo>
                    <a:pt x="44106" y="52486"/>
                  </a:lnTo>
                  <a:lnTo>
                    <a:pt x="43483" y="56803"/>
                  </a:lnTo>
                  <a:lnTo>
                    <a:pt x="43455" y="56999"/>
                  </a:lnTo>
                  <a:lnTo>
                    <a:pt x="43250" y="58422"/>
                  </a:lnTo>
                  <a:lnTo>
                    <a:pt x="43315" y="58768"/>
                  </a:lnTo>
                  <a:lnTo>
                    <a:pt x="43496" y="58844"/>
                  </a:lnTo>
                  <a:lnTo>
                    <a:pt x="43681" y="58923"/>
                  </a:lnTo>
                  <a:lnTo>
                    <a:pt x="50596" y="61850"/>
                  </a:lnTo>
                  <a:lnTo>
                    <a:pt x="52288" y="62463"/>
                  </a:lnTo>
                  <a:lnTo>
                    <a:pt x="56241" y="53066"/>
                  </a:lnTo>
                  <a:lnTo>
                    <a:pt x="56348" y="52813"/>
                  </a:lnTo>
                  <a:lnTo>
                    <a:pt x="57015" y="51227"/>
                  </a:lnTo>
                  <a:lnTo>
                    <a:pt x="57187" y="50817"/>
                  </a:lnTo>
                  <a:lnTo>
                    <a:pt x="57313" y="50518"/>
                  </a:lnTo>
                  <a:lnTo>
                    <a:pt x="57573" y="49901"/>
                  </a:lnTo>
                  <a:lnTo>
                    <a:pt x="57762" y="49451"/>
                  </a:lnTo>
                  <a:lnTo>
                    <a:pt x="58067" y="48726"/>
                  </a:lnTo>
                  <a:lnTo>
                    <a:pt x="58351" y="48051"/>
                  </a:lnTo>
                  <a:lnTo>
                    <a:pt x="58488" y="47726"/>
                  </a:lnTo>
                  <a:lnTo>
                    <a:pt x="58705" y="47210"/>
                  </a:lnTo>
                  <a:lnTo>
                    <a:pt x="58877" y="46800"/>
                  </a:lnTo>
                  <a:lnTo>
                    <a:pt x="58974" y="46569"/>
                  </a:lnTo>
                  <a:lnTo>
                    <a:pt x="61073" y="46733"/>
                  </a:lnTo>
                  <a:lnTo>
                    <a:pt x="62050" y="46809"/>
                  </a:lnTo>
                  <a:lnTo>
                    <a:pt x="66255" y="47138"/>
                  </a:lnTo>
                  <a:lnTo>
                    <a:pt x="66925" y="47190"/>
                  </a:lnTo>
                  <a:lnTo>
                    <a:pt x="68012" y="47275"/>
                  </a:lnTo>
                  <a:lnTo>
                    <a:pt x="68671" y="47327"/>
                  </a:lnTo>
                  <a:lnTo>
                    <a:pt x="69197" y="47368"/>
                  </a:lnTo>
                  <a:lnTo>
                    <a:pt x="69475" y="47378"/>
                  </a:lnTo>
                  <a:lnTo>
                    <a:pt x="69976" y="47396"/>
                  </a:lnTo>
                  <a:lnTo>
                    <a:pt x="70288" y="47407"/>
                  </a:lnTo>
                  <a:lnTo>
                    <a:pt x="71881" y="47465"/>
                  </a:lnTo>
                  <a:lnTo>
                    <a:pt x="72178" y="47475"/>
                  </a:lnTo>
                  <a:lnTo>
                    <a:pt x="72875" y="47500"/>
                  </a:lnTo>
                  <a:lnTo>
                    <a:pt x="74417" y="48377"/>
                  </a:lnTo>
                  <a:lnTo>
                    <a:pt x="76234" y="46287"/>
                  </a:lnTo>
                  <a:lnTo>
                    <a:pt x="77621" y="44690"/>
                  </a:lnTo>
                  <a:lnTo>
                    <a:pt x="77762" y="44529"/>
                  </a:lnTo>
                  <a:lnTo>
                    <a:pt x="79852" y="42493"/>
                  </a:lnTo>
                  <a:lnTo>
                    <a:pt x="80693" y="41796"/>
                  </a:lnTo>
                  <a:lnTo>
                    <a:pt x="81284" y="41306"/>
                  </a:lnTo>
                  <a:lnTo>
                    <a:pt x="81469" y="41153"/>
                  </a:lnTo>
                  <a:lnTo>
                    <a:pt x="81981" y="40729"/>
                  </a:lnTo>
                  <a:lnTo>
                    <a:pt x="82234" y="40519"/>
                  </a:lnTo>
                  <a:lnTo>
                    <a:pt x="82543" y="40263"/>
                  </a:lnTo>
                  <a:lnTo>
                    <a:pt x="82740" y="40100"/>
                  </a:lnTo>
                  <a:lnTo>
                    <a:pt x="82969" y="39910"/>
                  </a:lnTo>
                  <a:lnTo>
                    <a:pt x="83104" y="39798"/>
                  </a:lnTo>
                  <a:lnTo>
                    <a:pt x="83494" y="39475"/>
                  </a:lnTo>
                  <a:lnTo>
                    <a:pt x="84241" y="38856"/>
                  </a:lnTo>
                  <a:lnTo>
                    <a:pt x="84432" y="38698"/>
                  </a:lnTo>
                  <a:lnTo>
                    <a:pt x="84611" y="38550"/>
                  </a:lnTo>
                  <a:lnTo>
                    <a:pt x="86615" y="37264"/>
                  </a:lnTo>
                  <a:lnTo>
                    <a:pt x="87327" y="37816"/>
                  </a:lnTo>
                  <a:lnTo>
                    <a:pt x="88275" y="38549"/>
                  </a:lnTo>
                  <a:lnTo>
                    <a:pt x="89581" y="37703"/>
                  </a:lnTo>
                  <a:lnTo>
                    <a:pt x="90633" y="37021"/>
                  </a:lnTo>
                  <a:lnTo>
                    <a:pt x="90772" y="36931"/>
                  </a:lnTo>
                  <a:lnTo>
                    <a:pt x="91419" y="36512"/>
                  </a:lnTo>
                  <a:lnTo>
                    <a:pt x="91683" y="36341"/>
                  </a:lnTo>
                  <a:lnTo>
                    <a:pt x="92540" y="35754"/>
                  </a:lnTo>
                  <a:lnTo>
                    <a:pt x="92833" y="35554"/>
                  </a:lnTo>
                  <a:lnTo>
                    <a:pt x="93090" y="35378"/>
                  </a:lnTo>
                  <a:lnTo>
                    <a:pt x="93731" y="34939"/>
                  </a:lnTo>
                  <a:lnTo>
                    <a:pt x="94467" y="34435"/>
                  </a:lnTo>
                  <a:lnTo>
                    <a:pt x="94297" y="34249"/>
                  </a:lnTo>
                  <a:lnTo>
                    <a:pt x="93578" y="33462"/>
                  </a:lnTo>
                  <a:lnTo>
                    <a:pt x="92927" y="32388"/>
                  </a:lnTo>
                  <a:lnTo>
                    <a:pt x="92674" y="31970"/>
                  </a:lnTo>
                  <a:lnTo>
                    <a:pt x="92376" y="31479"/>
                  </a:lnTo>
                  <a:lnTo>
                    <a:pt x="91812" y="30548"/>
                  </a:lnTo>
                  <a:lnTo>
                    <a:pt x="91917" y="29966"/>
                  </a:lnTo>
                  <a:lnTo>
                    <a:pt x="92379" y="28363"/>
                  </a:lnTo>
                  <a:lnTo>
                    <a:pt x="94490" y="26790"/>
                  </a:lnTo>
                  <a:lnTo>
                    <a:pt x="95535" y="26011"/>
                  </a:lnTo>
                  <a:lnTo>
                    <a:pt x="96346" y="25406"/>
                  </a:lnTo>
                  <a:lnTo>
                    <a:pt x="96810" y="25051"/>
                  </a:lnTo>
                  <a:lnTo>
                    <a:pt x="97476" y="24552"/>
                  </a:lnTo>
                  <a:lnTo>
                    <a:pt x="98580" y="23724"/>
                  </a:lnTo>
                  <a:lnTo>
                    <a:pt x="99766" y="22836"/>
                  </a:lnTo>
                  <a:lnTo>
                    <a:pt x="99954" y="22694"/>
                  </a:lnTo>
                  <a:lnTo>
                    <a:pt x="100252" y="22471"/>
                  </a:lnTo>
                  <a:lnTo>
                    <a:pt x="101366" y="21766"/>
                  </a:lnTo>
                  <a:lnTo>
                    <a:pt x="103415" y="20483"/>
                  </a:lnTo>
                  <a:lnTo>
                    <a:pt x="104271" y="19877"/>
                  </a:lnTo>
                  <a:lnTo>
                    <a:pt x="106066" y="18579"/>
                  </a:lnTo>
                  <a:lnTo>
                    <a:pt x="106202" y="18480"/>
                  </a:lnTo>
                  <a:lnTo>
                    <a:pt x="106915" y="17830"/>
                  </a:lnTo>
                  <a:lnTo>
                    <a:pt x="110189" y="14842"/>
                  </a:lnTo>
                  <a:lnTo>
                    <a:pt x="112613" y="12621"/>
                  </a:lnTo>
                  <a:lnTo>
                    <a:pt x="117407" y="90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2728833" y="4247461"/>
              <a:ext cx="344880" cy="150750"/>
            </a:xfrm>
            <a:custGeom>
              <a:avLst/>
              <a:pathLst>
                <a:path w="344880" h="150750">
                  <a:moveTo>
                    <a:pt x="170133" y="7600"/>
                  </a:moveTo>
                  <a:lnTo>
                    <a:pt x="170808" y="17099"/>
                  </a:lnTo>
                  <a:lnTo>
                    <a:pt x="177099" y="23750"/>
                  </a:lnTo>
                  <a:lnTo>
                    <a:pt x="161952" y="37593"/>
                  </a:lnTo>
                  <a:lnTo>
                    <a:pt x="155982" y="41418"/>
                  </a:lnTo>
                  <a:lnTo>
                    <a:pt x="166942" y="40781"/>
                  </a:lnTo>
                  <a:lnTo>
                    <a:pt x="199036" y="32773"/>
                  </a:lnTo>
                  <a:lnTo>
                    <a:pt x="206610" y="48027"/>
                  </a:lnTo>
                  <a:lnTo>
                    <a:pt x="191129" y="55882"/>
                  </a:lnTo>
                  <a:lnTo>
                    <a:pt x="169204" y="57838"/>
                  </a:lnTo>
                  <a:lnTo>
                    <a:pt x="156873" y="58176"/>
                  </a:lnTo>
                  <a:lnTo>
                    <a:pt x="158664" y="63694"/>
                  </a:lnTo>
                  <a:lnTo>
                    <a:pt x="165695" y="71030"/>
                  </a:lnTo>
                  <a:lnTo>
                    <a:pt x="163874" y="71520"/>
                  </a:lnTo>
                  <a:lnTo>
                    <a:pt x="157188" y="73319"/>
                  </a:lnTo>
                  <a:lnTo>
                    <a:pt x="152709" y="75790"/>
                  </a:lnTo>
                  <a:lnTo>
                    <a:pt x="151891" y="76241"/>
                  </a:lnTo>
                  <a:lnTo>
                    <a:pt x="154132" y="79625"/>
                  </a:lnTo>
                  <a:lnTo>
                    <a:pt x="157449" y="82305"/>
                  </a:lnTo>
                  <a:lnTo>
                    <a:pt x="160831" y="92128"/>
                  </a:lnTo>
                  <a:lnTo>
                    <a:pt x="160384" y="97359"/>
                  </a:lnTo>
                  <a:lnTo>
                    <a:pt x="174877" y="92420"/>
                  </a:lnTo>
                  <a:lnTo>
                    <a:pt x="187495" y="82536"/>
                  </a:lnTo>
                  <a:lnTo>
                    <a:pt x="185600" y="72307"/>
                  </a:lnTo>
                  <a:lnTo>
                    <a:pt x="216488" y="69032"/>
                  </a:lnTo>
                  <a:lnTo>
                    <a:pt x="221238" y="68528"/>
                  </a:lnTo>
                  <a:lnTo>
                    <a:pt x="221919" y="64762"/>
                  </a:lnTo>
                  <a:lnTo>
                    <a:pt x="238522" y="64555"/>
                  </a:lnTo>
                  <a:lnTo>
                    <a:pt x="244945" y="67359"/>
                  </a:lnTo>
                  <a:lnTo>
                    <a:pt x="247959" y="56697"/>
                  </a:lnTo>
                  <a:lnTo>
                    <a:pt x="256240" y="59318"/>
                  </a:lnTo>
                  <a:lnTo>
                    <a:pt x="250579" y="73363"/>
                  </a:lnTo>
                  <a:lnTo>
                    <a:pt x="253163" y="75053"/>
                  </a:lnTo>
                  <a:lnTo>
                    <a:pt x="258257" y="72023"/>
                  </a:lnTo>
                  <a:lnTo>
                    <a:pt x="267107" y="69145"/>
                  </a:lnTo>
                  <a:lnTo>
                    <a:pt x="271084" y="64792"/>
                  </a:lnTo>
                  <a:lnTo>
                    <a:pt x="272898" y="63225"/>
                  </a:lnTo>
                  <a:lnTo>
                    <a:pt x="274347" y="65648"/>
                  </a:lnTo>
                  <a:lnTo>
                    <a:pt x="274681" y="66208"/>
                  </a:lnTo>
                  <a:lnTo>
                    <a:pt x="275838" y="68143"/>
                  </a:lnTo>
                  <a:lnTo>
                    <a:pt x="273222" y="75201"/>
                  </a:lnTo>
                  <a:lnTo>
                    <a:pt x="267345" y="79170"/>
                  </a:lnTo>
                  <a:lnTo>
                    <a:pt x="271061" y="81084"/>
                  </a:lnTo>
                  <a:lnTo>
                    <a:pt x="274908" y="83126"/>
                  </a:lnTo>
                  <a:lnTo>
                    <a:pt x="287626" y="89179"/>
                  </a:lnTo>
                  <a:lnTo>
                    <a:pt x="291398" y="76854"/>
                  </a:lnTo>
                  <a:lnTo>
                    <a:pt x="304045" y="80502"/>
                  </a:lnTo>
                  <a:lnTo>
                    <a:pt x="302785" y="90831"/>
                  </a:lnTo>
                  <a:lnTo>
                    <a:pt x="310796" y="93581"/>
                  </a:lnTo>
                  <a:lnTo>
                    <a:pt x="314155" y="89361"/>
                  </a:lnTo>
                  <a:lnTo>
                    <a:pt x="327161" y="93073"/>
                  </a:lnTo>
                  <a:lnTo>
                    <a:pt x="328900" y="94942"/>
                  </a:lnTo>
                  <a:lnTo>
                    <a:pt x="332396" y="98699"/>
                  </a:lnTo>
                  <a:lnTo>
                    <a:pt x="344880" y="102300"/>
                  </a:lnTo>
                  <a:lnTo>
                    <a:pt x="343184" y="110670"/>
                  </a:lnTo>
                  <a:lnTo>
                    <a:pt x="342875" y="112196"/>
                  </a:lnTo>
                  <a:lnTo>
                    <a:pt x="339351" y="111312"/>
                  </a:lnTo>
                  <a:lnTo>
                    <a:pt x="329283" y="110310"/>
                  </a:lnTo>
                  <a:lnTo>
                    <a:pt x="321888" y="109490"/>
                  </a:lnTo>
                  <a:lnTo>
                    <a:pt x="318324" y="110310"/>
                  </a:lnTo>
                  <a:lnTo>
                    <a:pt x="309899" y="111611"/>
                  </a:lnTo>
                  <a:lnTo>
                    <a:pt x="307266" y="112542"/>
                  </a:lnTo>
                  <a:lnTo>
                    <a:pt x="305830" y="126893"/>
                  </a:lnTo>
                  <a:lnTo>
                    <a:pt x="264577" y="128478"/>
                  </a:lnTo>
                  <a:lnTo>
                    <a:pt x="253046" y="131444"/>
                  </a:lnTo>
                  <a:lnTo>
                    <a:pt x="238069" y="135297"/>
                  </a:lnTo>
                  <a:lnTo>
                    <a:pt x="223406" y="132491"/>
                  </a:lnTo>
                  <a:lnTo>
                    <a:pt x="201828" y="128362"/>
                  </a:lnTo>
                  <a:lnTo>
                    <a:pt x="199143" y="126946"/>
                  </a:lnTo>
                  <a:lnTo>
                    <a:pt x="196267" y="125430"/>
                  </a:lnTo>
                  <a:lnTo>
                    <a:pt x="194203" y="124342"/>
                  </a:lnTo>
                  <a:lnTo>
                    <a:pt x="192305" y="123341"/>
                  </a:lnTo>
                  <a:lnTo>
                    <a:pt x="189894" y="121727"/>
                  </a:lnTo>
                  <a:lnTo>
                    <a:pt x="188983" y="122576"/>
                  </a:lnTo>
                  <a:lnTo>
                    <a:pt x="188713" y="122828"/>
                  </a:lnTo>
                  <a:lnTo>
                    <a:pt x="187186" y="124250"/>
                  </a:lnTo>
                  <a:lnTo>
                    <a:pt x="184509" y="126745"/>
                  </a:lnTo>
                  <a:lnTo>
                    <a:pt x="183567" y="127623"/>
                  </a:lnTo>
                  <a:lnTo>
                    <a:pt x="182901" y="128243"/>
                  </a:lnTo>
                  <a:lnTo>
                    <a:pt x="182735" y="128359"/>
                  </a:lnTo>
                  <a:lnTo>
                    <a:pt x="182484" y="128536"/>
                  </a:lnTo>
                  <a:lnTo>
                    <a:pt x="181726" y="129068"/>
                  </a:lnTo>
                  <a:lnTo>
                    <a:pt x="181456" y="129258"/>
                  </a:lnTo>
                  <a:lnTo>
                    <a:pt x="179900" y="130350"/>
                  </a:lnTo>
                  <a:lnTo>
                    <a:pt x="179643" y="130530"/>
                  </a:lnTo>
                  <a:lnTo>
                    <a:pt x="178439" y="131376"/>
                  </a:lnTo>
                  <a:lnTo>
                    <a:pt x="178290" y="131487"/>
                  </a:lnTo>
                  <a:lnTo>
                    <a:pt x="177415" y="132138"/>
                  </a:lnTo>
                  <a:lnTo>
                    <a:pt x="175885" y="133275"/>
                  </a:lnTo>
                  <a:lnTo>
                    <a:pt x="173748" y="134865"/>
                  </a:lnTo>
                  <a:lnTo>
                    <a:pt x="171695" y="136392"/>
                  </a:lnTo>
                  <a:lnTo>
                    <a:pt x="170178" y="137520"/>
                  </a:lnTo>
                  <a:lnTo>
                    <a:pt x="168696" y="138622"/>
                  </a:lnTo>
                  <a:lnTo>
                    <a:pt x="166298" y="140406"/>
                  </a:lnTo>
                  <a:lnTo>
                    <a:pt x="165664" y="140877"/>
                  </a:lnTo>
                  <a:lnTo>
                    <a:pt x="165249" y="141186"/>
                  </a:lnTo>
                  <a:lnTo>
                    <a:pt x="163383" y="142574"/>
                  </a:lnTo>
                  <a:lnTo>
                    <a:pt x="162633" y="145136"/>
                  </a:lnTo>
                  <a:lnTo>
                    <a:pt x="162417" y="145875"/>
                  </a:lnTo>
                  <a:lnTo>
                    <a:pt x="162332" y="146167"/>
                  </a:lnTo>
                  <a:lnTo>
                    <a:pt x="162204" y="146366"/>
                  </a:lnTo>
                  <a:lnTo>
                    <a:pt x="155514" y="150527"/>
                  </a:lnTo>
                  <a:lnTo>
                    <a:pt x="155259" y="150731"/>
                  </a:lnTo>
                  <a:lnTo>
                    <a:pt x="155016" y="150750"/>
                  </a:lnTo>
                  <a:lnTo>
                    <a:pt x="154507" y="150387"/>
                  </a:lnTo>
                  <a:lnTo>
                    <a:pt x="153070" y="149942"/>
                  </a:lnTo>
                  <a:lnTo>
                    <a:pt x="151967" y="149602"/>
                  </a:lnTo>
                  <a:lnTo>
                    <a:pt x="148833" y="149102"/>
                  </a:lnTo>
                  <a:lnTo>
                    <a:pt x="147688" y="148919"/>
                  </a:lnTo>
                  <a:lnTo>
                    <a:pt x="126827" y="145930"/>
                  </a:lnTo>
                  <a:lnTo>
                    <a:pt x="126179" y="145831"/>
                  </a:lnTo>
                  <a:lnTo>
                    <a:pt x="125491" y="145725"/>
                  </a:lnTo>
                  <a:lnTo>
                    <a:pt x="124445" y="145564"/>
                  </a:lnTo>
                  <a:lnTo>
                    <a:pt x="118977" y="144722"/>
                  </a:lnTo>
                  <a:lnTo>
                    <a:pt x="116992" y="144416"/>
                  </a:lnTo>
                  <a:lnTo>
                    <a:pt x="104207" y="142539"/>
                  </a:lnTo>
                  <a:lnTo>
                    <a:pt x="103493" y="142434"/>
                  </a:lnTo>
                  <a:lnTo>
                    <a:pt x="103104" y="142377"/>
                  </a:lnTo>
                  <a:lnTo>
                    <a:pt x="101837" y="142191"/>
                  </a:lnTo>
                  <a:lnTo>
                    <a:pt x="90169" y="140393"/>
                  </a:lnTo>
                  <a:lnTo>
                    <a:pt x="85314" y="140012"/>
                  </a:lnTo>
                  <a:lnTo>
                    <a:pt x="83643" y="139801"/>
                  </a:lnTo>
                  <a:lnTo>
                    <a:pt x="82810" y="139695"/>
                  </a:lnTo>
                  <a:lnTo>
                    <a:pt x="82266" y="139626"/>
                  </a:lnTo>
                  <a:lnTo>
                    <a:pt x="81978" y="139625"/>
                  </a:lnTo>
                  <a:lnTo>
                    <a:pt x="81426" y="139622"/>
                  </a:lnTo>
                  <a:lnTo>
                    <a:pt x="81136" y="139620"/>
                  </a:lnTo>
                  <a:lnTo>
                    <a:pt x="80757" y="139618"/>
                  </a:lnTo>
                  <a:lnTo>
                    <a:pt x="80365" y="139615"/>
                  </a:lnTo>
                  <a:lnTo>
                    <a:pt x="80094" y="139614"/>
                  </a:lnTo>
                  <a:lnTo>
                    <a:pt x="79506" y="139610"/>
                  </a:lnTo>
                  <a:lnTo>
                    <a:pt x="79066" y="139608"/>
                  </a:lnTo>
                  <a:lnTo>
                    <a:pt x="78196" y="139603"/>
                  </a:lnTo>
                  <a:lnTo>
                    <a:pt x="77838" y="139584"/>
                  </a:lnTo>
                  <a:lnTo>
                    <a:pt x="77097" y="139545"/>
                  </a:lnTo>
                  <a:lnTo>
                    <a:pt x="76940" y="139536"/>
                  </a:lnTo>
                  <a:lnTo>
                    <a:pt x="74353" y="139400"/>
                  </a:lnTo>
                  <a:lnTo>
                    <a:pt x="73795" y="139371"/>
                  </a:lnTo>
                  <a:lnTo>
                    <a:pt x="68375" y="139085"/>
                  </a:lnTo>
                  <a:lnTo>
                    <a:pt x="60914" y="138692"/>
                  </a:lnTo>
                  <a:lnTo>
                    <a:pt x="59747" y="138646"/>
                  </a:lnTo>
                  <a:lnTo>
                    <a:pt x="58871" y="138612"/>
                  </a:lnTo>
                  <a:lnTo>
                    <a:pt x="47993" y="138191"/>
                  </a:lnTo>
                  <a:lnTo>
                    <a:pt x="44463" y="138054"/>
                  </a:lnTo>
                  <a:lnTo>
                    <a:pt x="44274" y="138047"/>
                  </a:lnTo>
                  <a:lnTo>
                    <a:pt x="43658" y="138023"/>
                  </a:lnTo>
                  <a:lnTo>
                    <a:pt x="43405" y="138013"/>
                  </a:lnTo>
                  <a:lnTo>
                    <a:pt x="42686" y="137985"/>
                  </a:lnTo>
                  <a:lnTo>
                    <a:pt x="41608" y="137944"/>
                  </a:lnTo>
                  <a:lnTo>
                    <a:pt x="41014" y="137921"/>
                  </a:lnTo>
                  <a:lnTo>
                    <a:pt x="40039" y="137883"/>
                  </a:lnTo>
                  <a:lnTo>
                    <a:pt x="38806" y="137835"/>
                  </a:lnTo>
                  <a:lnTo>
                    <a:pt x="38384" y="137819"/>
                  </a:lnTo>
                  <a:lnTo>
                    <a:pt x="38101" y="137808"/>
                  </a:lnTo>
                  <a:lnTo>
                    <a:pt x="37449" y="137782"/>
                  </a:lnTo>
                  <a:lnTo>
                    <a:pt x="37257" y="137775"/>
                  </a:lnTo>
                  <a:lnTo>
                    <a:pt x="36781" y="137757"/>
                  </a:lnTo>
                  <a:lnTo>
                    <a:pt x="36643" y="137751"/>
                  </a:lnTo>
                  <a:lnTo>
                    <a:pt x="36513" y="137746"/>
                  </a:lnTo>
                  <a:lnTo>
                    <a:pt x="36301" y="137738"/>
                  </a:lnTo>
                  <a:lnTo>
                    <a:pt x="35015" y="137688"/>
                  </a:lnTo>
                  <a:lnTo>
                    <a:pt x="34375" y="137663"/>
                  </a:lnTo>
                  <a:lnTo>
                    <a:pt x="33347" y="137624"/>
                  </a:lnTo>
                  <a:lnTo>
                    <a:pt x="25961" y="137488"/>
                  </a:lnTo>
                  <a:lnTo>
                    <a:pt x="25430" y="137459"/>
                  </a:lnTo>
                  <a:lnTo>
                    <a:pt x="22418" y="137292"/>
                  </a:lnTo>
                  <a:lnTo>
                    <a:pt x="16271" y="137038"/>
                  </a:lnTo>
                  <a:lnTo>
                    <a:pt x="15334" y="137009"/>
                  </a:lnTo>
                  <a:lnTo>
                    <a:pt x="14761" y="137038"/>
                  </a:lnTo>
                  <a:lnTo>
                    <a:pt x="14416" y="137056"/>
                  </a:lnTo>
                  <a:lnTo>
                    <a:pt x="12649" y="137147"/>
                  </a:lnTo>
                  <a:lnTo>
                    <a:pt x="12321" y="137164"/>
                  </a:lnTo>
                  <a:lnTo>
                    <a:pt x="10259" y="137094"/>
                  </a:lnTo>
                  <a:lnTo>
                    <a:pt x="9983" y="137085"/>
                  </a:lnTo>
                  <a:lnTo>
                    <a:pt x="8399" y="137031"/>
                  </a:lnTo>
                  <a:lnTo>
                    <a:pt x="7113" y="136987"/>
                  </a:lnTo>
                  <a:lnTo>
                    <a:pt x="5930" y="136946"/>
                  </a:lnTo>
                  <a:lnTo>
                    <a:pt x="5120" y="136919"/>
                  </a:lnTo>
                  <a:lnTo>
                    <a:pt x="4742" y="136905"/>
                  </a:lnTo>
                  <a:lnTo>
                    <a:pt x="4008" y="136859"/>
                  </a:lnTo>
                  <a:lnTo>
                    <a:pt x="5301" y="114404"/>
                  </a:lnTo>
                  <a:lnTo>
                    <a:pt x="5873" y="104462"/>
                  </a:lnTo>
                  <a:lnTo>
                    <a:pt x="5928" y="103507"/>
                  </a:lnTo>
                  <a:lnTo>
                    <a:pt x="5962" y="102910"/>
                  </a:lnTo>
                  <a:lnTo>
                    <a:pt x="6067" y="100797"/>
                  </a:lnTo>
                  <a:lnTo>
                    <a:pt x="6215" y="97843"/>
                  </a:lnTo>
                  <a:lnTo>
                    <a:pt x="6234" y="97447"/>
                  </a:lnTo>
                  <a:lnTo>
                    <a:pt x="6260" y="96934"/>
                  </a:lnTo>
                  <a:lnTo>
                    <a:pt x="6290" y="96329"/>
                  </a:lnTo>
                  <a:lnTo>
                    <a:pt x="6326" y="95606"/>
                  </a:lnTo>
                  <a:lnTo>
                    <a:pt x="6350" y="95125"/>
                  </a:lnTo>
                  <a:lnTo>
                    <a:pt x="6407" y="94517"/>
                  </a:lnTo>
                  <a:lnTo>
                    <a:pt x="6465" y="93903"/>
                  </a:lnTo>
                  <a:lnTo>
                    <a:pt x="6569" y="92801"/>
                  </a:lnTo>
                  <a:lnTo>
                    <a:pt x="6712" y="91297"/>
                  </a:lnTo>
                  <a:lnTo>
                    <a:pt x="4598" y="89548"/>
                  </a:lnTo>
                  <a:lnTo>
                    <a:pt x="4107" y="89141"/>
                  </a:lnTo>
                  <a:lnTo>
                    <a:pt x="3572" y="88698"/>
                  </a:lnTo>
                  <a:lnTo>
                    <a:pt x="3275" y="88452"/>
                  </a:lnTo>
                  <a:lnTo>
                    <a:pt x="3043" y="88260"/>
                  </a:lnTo>
                  <a:lnTo>
                    <a:pt x="2596" y="87890"/>
                  </a:lnTo>
                  <a:lnTo>
                    <a:pt x="2050" y="87438"/>
                  </a:lnTo>
                  <a:lnTo>
                    <a:pt x="1708" y="87123"/>
                  </a:lnTo>
                  <a:lnTo>
                    <a:pt x="1093" y="86556"/>
                  </a:lnTo>
                  <a:lnTo>
                    <a:pt x="605" y="86108"/>
                  </a:lnTo>
                  <a:lnTo>
                    <a:pt x="0" y="85550"/>
                  </a:lnTo>
                  <a:lnTo>
                    <a:pt x="1234" y="85588"/>
                  </a:lnTo>
                  <a:lnTo>
                    <a:pt x="1657" y="85650"/>
                  </a:lnTo>
                  <a:lnTo>
                    <a:pt x="2164" y="85723"/>
                  </a:lnTo>
                  <a:lnTo>
                    <a:pt x="3255" y="85882"/>
                  </a:lnTo>
                  <a:lnTo>
                    <a:pt x="6881" y="85957"/>
                  </a:lnTo>
                  <a:lnTo>
                    <a:pt x="7096" y="85961"/>
                  </a:lnTo>
                  <a:lnTo>
                    <a:pt x="8670" y="85994"/>
                  </a:lnTo>
                  <a:lnTo>
                    <a:pt x="10481" y="85680"/>
                  </a:lnTo>
                  <a:lnTo>
                    <a:pt x="11861" y="85217"/>
                  </a:lnTo>
                  <a:lnTo>
                    <a:pt x="12466" y="85014"/>
                  </a:lnTo>
                  <a:lnTo>
                    <a:pt x="12916" y="84863"/>
                  </a:lnTo>
                  <a:lnTo>
                    <a:pt x="14129" y="84456"/>
                  </a:lnTo>
                  <a:lnTo>
                    <a:pt x="15145" y="83753"/>
                  </a:lnTo>
                  <a:lnTo>
                    <a:pt x="15297" y="83695"/>
                  </a:lnTo>
                  <a:lnTo>
                    <a:pt x="21066" y="79831"/>
                  </a:lnTo>
                  <a:lnTo>
                    <a:pt x="22924" y="78586"/>
                  </a:lnTo>
                  <a:lnTo>
                    <a:pt x="26400" y="75799"/>
                  </a:lnTo>
                  <a:lnTo>
                    <a:pt x="30927" y="70874"/>
                  </a:lnTo>
                  <a:lnTo>
                    <a:pt x="32689" y="68916"/>
                  </a:lnTo>
                  <a:lnTo>
                    <a:pt x="33008" y="68561"/>
                  </a:lnTo>
                  <a:lnTo>
                    <a:pt x="33726" y="67763"/>
                  </a:lnTo>
                  <a:lnTo>
                    <a:pt x="33814" y="67546"/>
                  </a:lnTo>
                  <a:lnTo>
                    <a:pt x="34175" y="66658"/>
                  </a:lnTo>
                  <a:lnTo>
                    <a:pt x="34483" y="65901"/>
                  </a:lnTo>
                  <a:lnTo>
                    <a:pt x="34867" y="64957"/>
                  </a:lnTo>
                  <a:lnTo>
                    <a:pt x="35164" y="64226"/>
                  </a:lnTo>
                  <a:lnTo>
                    <a:pt x="35773" y="62729"/>
                  </a:lnTo>
                  <a:lnTo>
                    <a:pt x="35916" y="62376"/>
                  </a:lnTo>
                  <a:lnTo>
                    <a:pt x="36323" y="61175"/>
                  </a:lnTo>
                  <a:lnTo>
                    <a:pt x="36474" y="60728"/>
                  </a:lnTo>
                  <a:lnTo>
                    <a:pt x="36982" y="60260"/>
                  </a:lnTo>
                  <a:lnTo>
                    <a:pt x="37340" y="59929"/>
                  </a:lnTo>
                  <a:lnTo>
                    <a:pt x="37595" y="59695"/>
                  </a:lnTo>
                  <a:lnTo>
                    <a:pt x="38434" y="58921"/>
                  </a:lnTo>
                  <a:lnTo>
                    <a:pt x="39074" y="58332"/>
                  </a:lnTo>
                  <a:lnTo>
                    <a:pt x="39620" y="58122"/>
                  </a:lnTo>
                  <a:lnTo>
                    <a:pt x="40441" y="57807"/>
                  </a:lnTo>
                  <a:lnTo>
                    <a:pt x="41196" y="57518"/>
                  </a:lnTo>
                  <a:lnTo>
                    <a:pt x="42088" y="57176"/>
                  </a:lnTo>
                  <a:lnTo>
                    <a:pt x="43268" y="56723"/>
                  </a:lnTo>
                  <a:lnTo>
                    <a:pt x="43747" y="56540"/>
                  </a:lnTo>
                  <a:lnTo>
                    <a:pt x="43938" y="56466"/>
                  </a:lnTo>
                  <a:lnTo>
                    <a:pt x="44515" y="56245"/>
                  </a:lnTo>
                  <a:lnTo>
                    <a:pt x="43807" y="53492"/>
                  </a:lnTo>
                  <a:lnTo>
                    <a:pt x="43637" y="52830"/>
                  </a:lnTo>
                  <a:lnTo>
                    <a:pt x="43427" y="52013"/>
                  </a:lnTo>
                  <a:lnTo>
                    <a:pt x="43358" y="51748"/>
                  </a:lnTo>
                  <a:lnTo>
                    <a:pt x="43264" y="51383"/>
                  </a:lnTo>
                  <a:lnTo>
                    <a:pt x="43010" y="50393"/>
                  </a:lnTo>
                  <a:lnTo>
                    <a:pt x="42801" y="48596"/>
                  </a:lnTo>
                  <a:lnTo>
                    <a:pt x="42697" y="47699"/>
                  </a:lnTo>
                  <a:lnTo>
                    <a:pt x="43514" y="47279"/>
                  </a:lnTo>
                  <a:lnTo>
                    <a:pt x="46157" y="45920"/>
                  </a:lnTo>
                  <a:lnTo>
                    <a:pt x="47101" y="45434"/>
                  </a:lnTo>
                  <a:lnTo>
                    <a:pt x="48901" y="44508"/>
                  </a:lnTo>
                  <a:lnTo>
                    <a:pt x="49461" y="44221"/>
                  </a:lnTo>
                  <a:lnTo>
                    <a:pt x="49837" y="44027"/>
                  </a:lnTo>
                  <a:lnTo>
                    <a:pt x="50090" y="43897"/>
                  </a:lnTo>
                  <a:lnTo>
                    <a:pt x="50448" y="43713"/>
                  </a:lnTo>
                  <a:lnTo>
                    <a:pt x="50731" y="43567"/>
                  </a:lnTo>
                  <a:lnTo>
                    <a:pt x="52594" y="41311"/>
                  </a:lnTo>
                  <a:lnTo>
                    <a:pt x="54177" y="39394"/>
                  </a:lnTo>
                  <a:lnTo>
                    <a:pt x="54368" y="39163"/>
                  </a:lnTo>
                  <a:lnTo>
                    <a:pt x="54681" y="38784"/>
                  </a:lnTo>
                  <a:lnTo>
                    <a:pt x="55121" y="38251"/>
                  </a:lnTo>
                  <a:lnTo>
                    <a:pt x="56541" y="36493"/>
                  </a:lnTo>
                  <a:lnTo>
                    <a:pt x="57141" y="36296"/>
                  </a:lnTo>
                  <a:lnTo>
                    <a:pt x="58051" y="35998"/>
                  </a:lnTo>
                  <a:lnTo>
                    <a:pt x="58245" y="35935"/>
                  </a:lnTo>
                  <a:lnTo>
                    <a:pt x="58535" y="35840"/>
                  </a:lnTo>
                  <a:lnTo>
                    <a:pt x="59058" y="35669"/>
                  </a:lnTo>
                  <a:lnTo>
                    <a:pt x="60076" y="35336"/>
                  </a:lnTo>
                  <a:lnTo>
                    <a:pt x="61255" y="34951"/>
                  </a:lnTo>
                  <a:lnTo>
                    <a:pt x="64604" y="33857"/>
                  </a:lnTo>
                  <a:lnTo>
                    <a:pt x="65189" y="33666"/>
                  </a:lnTo>
                  <a:lnTo>
                    <a:pt x="65391" y="33597"/>
                  </a:lnTo>
                  <a:lnTo>
                    <a:pt x="66356" y="33269"/>
                  </a:lnTo>
                  <a:lnTo>
                    <a:pt x="67749" y="32796"/>
                  </a:lnTo>
                  <a:lnTo>
                    <a:pt x="78706" y="32480"/>
                  </a:lnTo>
                  <a:lnTo>
                    <a:pt x="81105" y="49782"/>
                  </a:lnTo>
                  <a:lnTo>
                    <a:pt x="87131" y="47044"/>
                  </a:lnTo>
                  <a:lnTo>
                    <a:pt x="90966" y="53233"/>
                  </a:lnTo>
                  <a:lnTo>
                    <a:pt x="101483" y="49070"/>
                  </a:lnTo>
                  <a:lnTo>
                    <a:pt x="99037" y="40335"/>
                  </a:lnTo>
                  <a:lnTo>
                    <a:pt x="111398" y="37310"/>
                  </a:lnTo>
                  <a:lnTo>
                    <a:pt x="110507" y="27405"/>
                  </a:lnTo>
                  <a:lnTo>
                    <a:pt x="112735" y="18754"/>
                  </a:lnTo>
                  <a:lnTo>
                    <a:pt x="117558" y="10224"/>
                  </a:lnTo>
                  <a:lnTo>
                    <a:pt x="126024" y="14468"/>
                  </a:lnTo>
                  <a:lnTo>
                    <a:pt x="121590" y="27587"/>
                  </a:lnTo>
                  <a:lnTo>
                    <a:pt x="121055" y="31139"/>
                  </a:lnTo>
                  <a:lnTo>
                    <a:pt x="125867" y="28954"/>
                  </a:lnTo>
                  <a:lnTo>
                    <a:pt x="126623" y="34167"/>
                  </a:lnTo>
                  <a:lnTo>
                    <a:pt x="132906" y="30957"/>
                  </a:lnTo>
                  <a:lnTo>
                    <a:pt x="136773" y="25387"/>
                  </a:lnTo>
                  <a:lnTo>
                    <a:pt x="140212" y="26768"/>
                  </a:lnTo>
                  <a:lnTo>
                    <a:pt x="145989" y="24887"/>
                  </a:lnTo>
                  <a:lnTo>
                    <a:pt x="148235" y="18212"/>
                  </a:lnTo>
                  <a:lnTo>
                    <a:pt x="146574" y="14373"/>
                  </a:lnTo>
                  <a:lnTo>
                    <a:pt x="140349" y="13439"/>
                  </a:lnTo>
                  <a:lnTo>
                    <a:pt x="135576" y="14269"/>
                  </a:lnTo>
                  <a:lnTo>
                    <a:pt x="132125" y="5356"/>
                  </a:lnTo>
                  <a:lnTo>
                    <a:pt x="142767" y="0"/>
                  </a:lnTo>
                  <a:lnTo>
                    <a:pt x="167600" y="15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2311808" y="4118638"/>
              <a:ext cx="186325" cy="243729"/>
            </a:xfrm>
            <a:custGeom>
              <a:avLst/>
              <a:pathLst>
                <a:path w="186325" h="243729">
                  <a:moveTo>
                    <a:pt x="173581" y="111581"/>
                  </a:moveTo>
                  <a:lnTo>
                    <a:pt x="179065" y="124683"/>
                  </a:lnTo>
                  <a:lnTo>
                    <a:pt x="179941" y="126774"/>
                  </a:lnTo>
                  <a:lnTo>
                    <a:pt x="180645" y="128456"/>
                  </a:lnTo>
                  <a:lnTo>
                    <a:pt x="183375" y="134738"/>
                  </a:lnTo>
                  <a:lnTo>
                    <a:pt x="185568" y="139783"/>
                  </a:lnTo>
                  <a:lnTo>
                    <a:pt x="185783" y="140278"/>
                  </a:lnTo>
                  <a:lnTo>
                    <a:pt x="185869" y="140476"/>
                  </a:lnTo>
                  <a:lnTo>
                    <a:pt x="186325" y="141525"/>
                  </a:lnTo>
                  <a:lnTo>
                    <a:pt x="179604" y="144672"/>
                  </a:lnTo>
                  <a:lnTo>
                    <a:pt x="179148" y="144886"/>
                  </a:lnTo>
                  <a:lnTo>
                    <a:pt x="176125" y="146301"/>
                  </a:lnTo>
                  <a:lnTo>
                    <a:pt x="175021" y="146819"/>
                  </a:lnTo>
                  <a:lnTo>
                    <a:pt x="174001" y="147446"/>
                  </a:lnTo>
                  <a:lnTo>
                    <a:pt x="172065" y="148637"/>
                  </a:lnTo>
                  <a:lnTo>
                    <a:pt x="169842" y="150006"/>
                  </a:lnTo>
                  <a:lnTo>
                    <a:pt x="159809" y="159696"/>
                  </a:lnTo>
                  <a:lnTo>
                    <a:pt x="159427" y="160080"/>
                  </a:lnTo>
                  <a:lnTo>
                    <a:pt x="157678" y="161835"/>
                  </a:lnTo>
                  <a:lnTo>
                    <a:pt x="155719" y="163801"/>
                  </a:lnTo>
                  <a:lnTo>
                    <a:pt x="155396" y="164125"/>
                  </a:lnTo>
                  <a:lnTo>
                    <a:pt x="155145" y="164377"/>
                  </a:lnTo>
                  <a:lnTo>
                    <a:pt x="155006" y="164529"/>
                  </a:lnTo>
                  <a:lnTo>
                    <a:pt x="154785" y="164771"/>
                  </a:lnTo>
                  <a:lnTo>
                    <a:pt x="154359" y="165240"/>
                  </a:lnTo>
                  <a:lnTo>
                    <a:pt x="153139" y="166578"/>
                  </a:lnTo>
                  <a:lnTo>
                    <a:pt x="152907" y="166832"/>
                  </a:lnTo>
                  <a:lnTo>
                    <a:pt x="152712" y="167047"/>
                  </a:lnTo>
                  <a:lnTo>
                    <a:pt x="146368" y="175508"/>
                  </a:lnTo>
                  <a:lnTo>
                    <a:pt x="144536" y="177816"/>
                  </a:lnTo>
                  <a:lnTo>
                    <a:pt x="143468" y="179161"/>
                  </a:lnTo>
                  <a:lnTo>
                    <a:pt x="142179" y="180784"/>
                  </a:lnTo>
                  <a:lnTo>
                    <a:pt x="141850" y="181244"/>
                  </a:lnTo>
                  <a:lnTo>
                    <a:pt x="141247" y="182086"/>
                  </a:lnTo>
                  <a:lnTo>
                    <a:pt x="140440" y="183213"/>
                  </a:lnTo>
                  <a:lnTo>
                    <a:pt x="138201" y="186340"/>
                  </a:lnTo>
                  <a:lnTo>
                    <a:pt x="135106" y="190374"/>
                  </a:lnTo>
                  <a:lnTo>
                    <a:pt x="134420" y="191268"/>
                  </a:lnTo>
                  <a:lnTo>
                    <a:pt x="133644" y="192439"/>
                  </a:lnTo>
                  <a:lnTo>
                    <a:pt x="131675" y="195411"/>
                  </a:lnTo>
                  <a:lnTo>
                    <a:pt x="129829" y="198196"/>
                  </a:lnTo>
                  <a:lnTo>
                    <a:pt x="128798" y="199751"/>
                  </a:lnTo>
                  <a:lnTo>
                    <a:pt x="128070" y="200849"/>
                  </a:lnTo>
                  <a:lnTo>
                    <a:pt x="126059" y="203884"/>
                  </a:lnTo>
                  <a:lnTo>
                    <a:pt x="124882" y="205605"/>
                  </a:lnTo>
                  <a:lnTo>
                    <a:pt x="124068" y="206793"/>
                  </a:lnTo>
                  <a:lnTo>
                    <a:pt x="123927" y="207000"/>
                  </a:lnTo>
                  <a:lnTo>
                    <a:pt x="121509" y="210534"/>
                  </a:lnTo>
                  <a:lnTo>
                    <a:pt x="120890" y="211438"/>
                  </a:lnTo>
                  <a:lnTo>
                    <a:pt x="119772" y="212936"/>
                  </a:lnTo>
                  <a:lnTo>
                    <a:pt x="117047" y="216589"/>
                  </a:lnTo>
                  <a:lnTo>
                    <a:pt x="116657" y="217112"/>
                  </a:lnTo>
                  <a:lnTo>
                    <a:pt x="116196" y="217786"/>
                  </a:lnTo>
                  <a:lnTo>
                    <a:pt x="113788" y="221312"/>
                  </a:lnTo>
                  <a:lnTo>
                    <a:pt x="110537" y="226074"/>
                  </a:lnTo>
                  <a:lnTo>
                    <a:pt x="109634" y="227396"/>
                  </a:lnTo>
                  <a:lnTo>
                    <a:pt x="107878" y="229967"/>
                  </a:lnTo>
                  <a:lnTo>
                    <a:pt x="104902" y="234325"/>
                  </a:lnTo>
                  <a:lnTo>
                    <a:pt x="104296" y="235213"/>
                  </a:lnTo>
                  <a:lnTo>
                    <a:pt x="102427" y="237950"/>
                  </a:lnTo>
                  <a:lnTo>
                    <a:pt x="100972" y="240081"/>
                  </a:lnTo>
                  <a:lnTo>
                    <a:pt x="100548" y="240702"/>
                  </a:lnTo>
                  <a:lnTo>
                    <a:pt x="100309" y="241052"/>
                  </a:lnTo>
                  <a:lnTo>
                    <a:pt x="99596" y="242096"/>
                  </a:lnTo>
                  <a:lnTo>
                    <a:pt x="99401" y="242381"/>
                  </a:lnTo>
                  <a:lnTo>
                    <a:pt x="98481" y="243729"/>
                  </a:lnTo>
                  <a:lnTo>
                    <a:pt x="97968" y="243364"/>
                  </a:lnTo>
                  <a:lnTo>
                    <a:pt x="96925" y="242579"/>
                  </a:lnTo>
                  <a:lnTo>
                    <a:pt x="87348" y="235367"/>
                  </a:lnTo>
                  <a:lnTo>
                    <a:pt x="85288" y="233816"/>
                  </a:lnTo>
                  <a:lnTo>
                    <a:pt x="83378" y="232046"/>
                  </a:lnTo>
                  <a:lnTo>
                    <a:pt x="79981" y="228899"/>
                  </a:lnTo>
                  <a:lnTo>
                    <a:pt x="79329" y="228295"/>
                  </a:lnTo>
                  <a:lnTo>
                    <a:pt x="76522" y="225118"/>
                  </a:lnTo>
                  <a:lnTo>
                    <a:pt x="73771" y="222005"/>
                  </a:lnTo>
                  <a:lnTo>
                    <a:pt x="73222" y="221384"/>
                  </a:lnTo>
                  <a:lnTo>
                    <a:pt x="72949" y="220999"/>
                  </a:lnTo>
                  <a:lnTo>
                    <a:pt x="66680" y="212158"/>
                  </a:lnTo>
                  <a:lnTo>
                    <a:pt x="66272" y="211583"/>
                  </a:lnTo>
                  <a:lnTo>
                    <a:pt x="66172" y="211441"/>
                  </a:lnTo>
                  <a:lnTo>
                    <a:pt x="60143" y="202939"/>
                  </a:lnTo>
                  <a:lnTo>
                    <a:pt x="59394" y="201882"/>
                  </a:lnTo>
                  <a:lnTo>
                    <a:pt x="52913" y="192705"/>
                  </a:lnTo>
                  <a:lnTo>
                    <a:pt x="53050" y="192603"/>
                  </a:lnTo>
                  <a:lnTo>
                    <a:pt x="62360" y="185695"/>
                  </a:lnTo>
                  <a:lnTo>
                    <a:pt x="62575" y="185536"/>
                  </a:lnTo>
                  <a:lnTo>
                    <a:pt x="71710" y="178759"/>
                  </a:lnTo>
                  <a:lnTo>
                    <a:pt x="83678" y="169879"/>
                  </a:lnTo>
                  <a:lnTo>
                    <a:pt x="84092" y="169572"/>
                  </a:lnTo>
                  <a:lnTo>
                    <a:pt x="83863" y="169254"/>
                  </a:lnTo>
                  <a:lnTo>
                    <a:pt x="69703" y="149564"/>
                  </a:lnTo>
                  <a:lnTo>
                    <a:pt x="56931" y="131803"/>
                  </a:lnTo>
                  <a:lnTo>
                    <a:pt x="56836" y="131670"/>
                  </a:lnTo>
                  <a:lnTo>
                    <a:pt x="52787" y="126039"/>
                  </a:lnTo>
                  <a:lnTo>
                    <a:pt x="50250" y="122511"/>
                  </a:lnTo>
                  <a:lnTo>
                    <a:pt x="46079" y="116710"/>
                  </a:lnTo>
                  <a:lnTo>
                    <a:pt x="45368" y="116693"/>
                  </a:lnTo>
                  <a:lnTo>
                    <a:pt x="44966" y="116988"/>
                  </a:lnTo>
                  <a:lnTo>
                    <a:pt x="44710" y="117176"/>
                  </a:lnTo>
                  <a:lnTo>
                    <a:pt x="43906" y="117765"/>
                  </a:lnTo>
                  <a:lnTo>
                    <a:pt x="43441" y="118107"/>
                  </a:lnTo>
                  <a:lnTo>
                    <a:pt x="43307" y="118205"/>
                  </a:lnTo>
                  <a:lnTo>
                    <a:pt x="43177" y="118301"/>
                  </a:lnTo>
                  <a:lnTo>
                    <a:pt x="42704" y="118648"/>
                  </a:lnTo>
                  <a:lnTo>
                    <a:pt x="42069" y="119114"/>
                  </a:lnTo>
                  <a:lnTo>
                    <a:pt x="41856" y="119270"/>
                  </a:lnTo>
                  <a:lnTo>
                    <a:pt x="41283" y="119691"/>
                  </a:lnTo>
                  <a:lnTo>
                    <a:pt x="40578" y="120208"/>
                  </a:lnTo>
                  <a:lnTo>
                    <a:pt x="40142" y="120528"/>
                  </a:lnTo>
                  <a:lnTo>
                    <a:pt x="39921" y="120690"/>
                  </a:lnTo>
                  <a:lnTo>
                    <a:pt x="39756" y="120811"/>
                  </a:lnTo>
                  <a:lnTo>
                    <a:pt x="39430" y="121050"/>
                  </a:lnTo>
                  <a:lnTo>
                    <a:pt x="39077" y="121309"/>
                  </a:lnTo>
                  <a:lnTo>
                    <a:pt x="38824" y="121495"/>
                  </a:lnTo>
                  <a:lnTo>
                    <a:pt x="38518" y="121720"/>
                  </a:lnTo>
                  <a:lnTo>
                    <a:pt x="38185" y="121964"/>
                  </a:lnTo>
                  <a:lnTo>
                    <a:pt x="38043" y="122069"/>
                  </a:lnTo>
                  <a:lnTo>
                    <a:pt x="37513" y="122458"/>
                  </a:lnTo>
                  <a:lnTo>
                    <a:pt x="37131" y="122737"/>
                  </a:lnTo>
                  <a:lnTo>
                    <a:pt x="36696" y="123057"/>
                  </a:lnTo>
                  <a:lnTo>
                    <a:pt x="36298" y="123349"/>
                  </a:lnTo>
                  <a:lnTo>
                    <a:pt x="36097" y="123497"/>
                  </a:lnTo>
                  <a:lnTo>
                    <a:pt x="35785" y="123725"/>
                  </a:lnTo>
                  <a:lnTo>
                    <a:pt x="35394" y="124012"/>
                  </a:lnTo>
                  <a:lnTo>
                    <a:pt x="35167" y="124179"/>
                  </a:lnTo>
                  <a:lnTo>
                    <a:pt x="34915" y="124364"/>
                  </a:lnTo>
                  <a:lnTo>
                    <a:pt x="34473" y="124689"/>
                  </a:lnTo>
                  <a:lnTo>
                    <a:pt x="34186" y="124899"/>
                  </a:lnTo>
                  <a:lnTo>
                    <a:pt x="33817" y="125170"/>
                  </a:lnTo>
                  <a:lnTo>
                    <a:pt x="33638" y="125301"/>
                  </a:lnTo>
                  <a:lnTo>
                    <a:pt x="33415" y="125465"/>
                  </a:lnTo>
                  <a:lnTo>
                    <a:pt x="31884" y="126588"/>
                  </a:lnTo>
                  <a:lnTo>
                    <a:pt x="30677" y="127474"/>
                  </a:lnTo>
                  <a:lnTo>
                    <a:pt x="30311" y="127742"/>
                  </a:lnTo>
                  <a:lnTo>
                    <a:pt x="29192" y="128564"/>
                  </a:lnTo>
                  <a:lnTo>
                    <a:pt x="28425" y="129127"/>
                  </a:lnTo>
                  <a:lnTo>
                    <a:pt x="28052" y="129400"/>
                  </a:lnTo>
                  <a:lnTo>
                    <a:pt x="27765" y="129611"/>
                  </a:lnTo>
                  <a:lnTo>
                    <a:pt x="26651" y="130428"/>
                  </a:lnTo>
                  <a:lnTo>
                    <a:pt x="25221" y="131478"/>
                  </a:lnTo>
                  <a:lnTo>
                    <a:pt x="24718" y="131847"/>
                  </a:lnTo>
                  <a:lnTo>
                    <a:pt x="24323" y="132137"/>
                  </a:lnTo>
                  <a:lnTo>
                    <a:pt x="23780" y="132536"/>
                  </a:lnTo>
                  <a:lnTo>
                    <a:pt x="23029" y="133087"/>
                  </a:lnTo>
                  <a:lnTo>
                    <a:pt x="22630" y="133379"/>
                  </a:lnTo>
                  <a:lnTo>
                    <a:pt x="22469" y="133498"/>
                  </a:lnTo>
                  <a:lnTo>
                    <a:pt x="21980" y="133857"/>
                  </a:lnTo>
                  <a:lnTo>
                    <a:pt x="21728" y="134042"/>
                  </a:lnTo>
                  <a:lnTo>
                    <a:pt x="21114" y="134492"/>
                  </a:lnTo>
                  <a:lnTo>
                    <a:pt x="20526" y="134924"/>
                  </a:lnTo>
                  <a:lnTo>
                    <a:pt x="20026" y="135291"/>
                  </a:lnTo>
                  <a:lnTo>
                    <a:pt x="19334" y="135798"/>
                  </a:lnTo>
                  <a:lnTo>
                    <a:pt x="19209" y="135643"/>
                  </a:lnTo>
                  <a:lnTo>
                    <a:pt x="15794" y="131409"/>
                  </a:lnTo>
                  <a:lnTo>
                    <a:pt x="12829" y="127732"/>
                  </a:lnTo>
                  <a:lnTo>
                    <a:pt x="11799" y="126455"/>
                  </a:lnTo>
                  <a:lnTo>
                    <a:pt x="11202" y="125714"/>
                  </a:lnTo>
                  <a:lnTo>
                    <a:pt x="10418" y="124742"/>
                  </a:lnTo>
                  <a:lnTo>
                    <a:pt x="9492" y="123594"/>
                  </a:lnTo>
                  <a:lnTo>
                    <a:pt x="8875" y="122829"/>
                  </a:lnTo>
                  <a:lnTo>
                    <a:pt x="8130" y="121880"/>
                  </a:lnTo>
                  <a:lnTo>
                    <a:pt x="7401" y="120951"/>
                  </a:lnTo>
                  <a:lnTo>
                    <a:pt x="0" y="111522"/>
                  </a:lnTo>
                  <a:lnTo>
                    <a:pt x="2478" y="109394"/>
                  </a:lnTo>
                  <a:lnTo>
                    <a:pt x="2778" y="109136"/>
                  </a:lnTo>
                  <a:lnTo>
                    <a:pt x="4487" y="107668"/>
                  </a:lnTo>
                  <a:lnTo>
                    <a:pt x="5509" y="106791"/>
                  </a:lnTo>
                  <a:lnTo>
                    <a:pt x="15529" y="98494"/>
                  </a:lnTo>
                  <a:lnTo>
                    <a:pt x="23022" y="92289"/>
                  </a:lnTo>
                  <a:lnTo>
                    <a:pt x="23317" y="92021"/>
                  </a:lnTo>
                  <a:lnTo>
                    <a:pt x="30596" y="85386"/>
                  </a:lnTo>
                  <a:lnTo>
                    <a:pt x="30730" y="85255"/>
                  </a:lnTo>
                  <a:lnTo>
                    <a:pt x="31718" y="84294"/>
                  </a:lnTo>
                  <a:lnTo>
                    <a:pt x="32011" y="83957"/>
                  </a:lnTo>
                  <a:lnTo>
                    <a:pt x="33315" y="82455"/>
                  </a:lnTo>
                  <a:lnTo>
                    <a:pt x="33529" y="82208"/>
                  </a:lnTo>
                  <a:lnTo>
                    <a:pt x="35392" y="80241"/>
                  </a:lnTo>
                  <a:lnTo>
                    <a:pt x="35516" y="80110"/>
                  </a:lnTo>
                  <a:lnTo>
                    <a:pt x="36581" y="78586"/>
                  </a:lnTo>
                  <a:lnTo>
                    <a:pt x="41046" y="72200"/>
                  </a:lnTo>
                  <a:lnTo>
                    <a:pt x="42033" y="70788"/>
                  </a:lnTo>
                  <a:lnTo>
                    <a:pt x="43203" y="69013"/>
                  </a:lnTo>
                  <a:lnTo>
                    <a:pt x="45590" y="65392"/>
                  </a:lnTo>
                  <a:lnTo>
                    <a:pt x="47054" y="63172"/>
                  </a:lnTo>
                  <a:lnTo>
                    <a:pt x="48323" y="61061"/>
                  </a:lnTo>
                  <a:lnTo>
                    <a:pt x="48984" y="59961"/>
                  </a:lnTo>
                  <a:lnTo>
                    <a:pt x="51502" y="55773"/>
                  </a:lnTo>
                  <a:lnTo>
                    <a:pt x="51736" y="55360"/>
                  </a:lnTo>
                  <a:lnTo>
                    <a:pt x="54400" y="50665"/>
                  </a:lnTo>
                  <a:lnTo>
                    <a:pt x="54552" y="50396"/>
                  </a:lnTo>
                  <a:lnTo>
                    <a:pt x="58566" y="43320"/>
                  </a:lnTo>
                  <a:lnTo>
                    <a:pt x="59724" y="41278"/>
                  </a:lnTo>
                  <a:lnTo>
                    <a:pt x="60427" y="40039"/>
                  </a:lnTo>
                  <a:lnTo>
                    <a:pt x="61343" y="38424"/>
                  </a:lnTo>
                  <a:lnTo>
                    <a:pt x="62755" y="35934"/>
                  </a:lnTo>
                  <a:lnTo>
                    <a:pt x="66337" y="29496"/>
                  </a:lnTo>
                  <a:lnTo>
                    <a:pt x="74289" y="15201"/>
                  </a:lnTo>
                  <a:lnTo>
                    <a:pt x="77209" y="9465"/>
                  </a:lnTo>
                  <a:lnTo>
                    <a:pt x="78152" y="7614"/>
                  </a:lnTo>
                  <a:lnTo>
                    <a:pt x="78315" y="7294"/>
                  </a:lnTo>
                  <a:lnTo>
                    <a:pt x="78953" y="6039"/>
                  </a:lnTo>
                  <a:lnTo>
                    <a:pt x="79863" y="4253"/>
                  </a:lnTo>
                  <a:lnTo>
                    <a:pt x="80041" y="3903"/>
                  </a:lnTo>
                  <a:lnTo>
                    <a:pt x="80496" y="3010"/>
                  </a:lnTo>
                  <a:lnTo>
                    <a:pt x="80592" y="2821"/>
                  </a:lnTo>
                  <a:lnTo>
                    <a:pt x="81539" y="960"/>
                  </a:lnTo>
                  <a:lnTo>
                    <a:pt x="82029" y="0"/>
                  </a:lnTo>
                  <a:lnTo>
                    <a:pt x="82497" y="547"/>
                  </a:lnTo>
                  <a:lnTo>
                    <a:pt x="82807" y="909"/>
                  </a:lnTo>
                  <a:lnTo>
                    <a:pt x="83808" y="2078"/>
                  </a:lnTo>
                  <a:lnTo>
                    <a:pt x="84525" y="2790"/>
                  </a:lnTo>
                  <a:lnTo>
                    <a:pt x="92018" y="10228"/>
                  </a:lnTo>
                  <a:lnTo>
                    <a:pt x="92171" y="10381"/>
                  </a:lnTo>
                  <a:lnTo>
                    <a:pt x="105740" y="23851"/>
                  </a:lnTo>
                  <a:lnTo>
                    <a:pt x="106662" y="24788"/>
                  </a:lnTo>
                  <a:lnTo>
                    <a:pt x="108030" y="26178"/>
                  </a:lnTo>
                  <a:lnTo>
                    <a:pt x="113284" y="31520"/>
                  </a:lnTo>
                  <a:lnTo>
                    <a:pt x="113567" y="31808"/>
                  </a:lnTo>
                  <a:lnTo>
                    <a:pt x="119334" y="37672"/>
                  </a:lnTo>
                  <a:lnTo>
                    <a:pt x="120258" y="38611"/>
                  </a:lnTo>
                  <a:lnTo>
                    <a:pt x="121365" y="39737"/>
                  </a:lnTo>
                  <a:lnTo>
                    <a:pt x="123370" y="41884"/>
                  </a:lnTo>
                  <a:lnTo>
                    <a:pt x="127181" y="45963"/>
                  </a:lnTo>
                  <a:lnTo>
                    <a:pt x="128130" y="46888"/>
                  </a:lnTo>
                  <a:lnTo>
                    <a:pt x="128417" y="47167"/>
                  </a:lnTo>
                  <a:lnTo>
                    <a:pt x="131092" y="49775"/>
                  </a:lnTo>
                  <a:lnTo>
                    <a:pt x="131942" y="50603"/>
                  </a:lnTo>
                  <a:lnTo>
                    <a:pt x="132723" y="51363"/>
                  </a:lnTo>
                  <a:lnTo>
                    <a:pt x="133118" y="51748"/>
                  </a:lnTo>
                  <a:lnTo>
                    <a:pt x="133644" y="52261"/>
                  </a:lnTo>
                  <a:lnTo>
                    <a:pt x="133997" y="52605"/>
                  </a:lnTo>
                  <a:lnTo>
                    <a:pt x="134822" y="53503"/>
                  </a:lnTo>
                  <a:lnTo>
                    <a:pt x="136362" y="55179"/>
                  </a:lnTo>
                  <a:lnTo>
                    <a:pt x="138328" y="57320"/>
                  </a:lnTo>
                  <a:lnTo>
                    <a:pt x="139997" y="59269"/>
                  </a:lnTo>
                  <a:lnTo>
                    <a:pt x="141039" y="60485"/>
                  </a:lnTo>
                  <a:lnTo>
                    <a:pt x="142874" y="62628"/>
                  </a:lnTo>
                  <a:lnTo>
                    <a:pt x="143406" y="63250"/>
                  </a:lnTo>
                  <a:lnTo>
                    <a:pt x="145607" y="66110"/>
                  </a:lnTo>
                  <a:lnTo>
                    <a:pt x="148942" y="70445"/>
                  </a:lnTo>
                  <a:lnTo>
                    <a:pt x="149749" y="71495"/>
                  </a:lnTo>
                  <a:lnTo>
                    <a:pt x="153307" y="76119"/>
                  </a:lnTo>
                  <a:lnTo>
                    <a:pt x="159257" y="83855"/>
                  </a:lnTo>
                  <a:lnTo>
                    <a:pt x="160154" y="85312"/>
                  </a:lnTo>
                  <a:lnTo>
                    <a:pt x="160432" y="85763"/>
                  </a:lnTo>
                  <a:lnTo>
                    <a:pt x="163066" y="90043"/>
                  </a:lnTo>
                  <a:lnTo>
                    <a:pt x="163588" y="90999"/>
                  </a:lnTo>
                  <a:lnTo>
                    <a:pt x="166275" y="95914"/>
                  </a:lnTo>
                  <a:lnTo>
                    <a:pt x="166474" y="96279"/>
                  </a:lnTo>
                  <a:lnTo>
                    <a:pt x="166722" y="96733"/>
                  </a:lnTo>
                  <a:lnTo>
                    <a:pt x="166898" y="97054"/>
                  </a:lnTo>
                  <a:lnTo>
                    <a:pt x="167443" y="98074"/>
                  </a:lnTo>
                  <a:lnTo>
                    <a:pt x="168479" y="100009"/>
                  </a:lnTo>
                  <a:lnTo>
                    <a:pt x="169090" y="101150"/>
                  </a:lnTo>
                  <a:lnTo>
                    <a:pt x="169340" y="101618"/>
                  </a:lnTo>
                  <a:lnTo>
                    <a:pt x="171020" y="105564"/>
                  </a:lnTo>
                  <a:lnTo>
                    <a:pt x="171716" y="1072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1766549" y="4122496"/>
              <a:ext cx="204391" cy="198295"/>
            </a:xfrm>
            <a:custGeom>
              <a:avLst/>
              <a:pathLst>
                <a:path w="204391" h="198295">
                  <a:moveTo>
                    <a:pt x="20568" y="22539"/>
                  </a:moveTo>
                  <a:lnTo>
                    <a:pt x="27339" y="25635"/>
                  </a:lnTo>
                  <a:lnTo>
                    <a:pt x="37325" y="20539"/>
                  </a:lnTo>
                  <a:lnTo>
                    <a:pt x="40221" y="23044"/>
                  </a:lnTo>
                  <a:lnTo>
                    <a:pt x="31200" y="33859"/>
                  </a:lnTo>
                  <a:lnTo>
                    <a:pt x="38551" y="41828"/>
                  </a:lnTo>
                  <a:lnTo>
                    <a:pt x="48574" y="41714"/>
                  </a:lnTo>
                  <a:lnTo>
                    <a:pt x="49131" y="32151"/>
                  </a:lnTo>
                  <a:lnTo>
                    <a:pt x="49573" y="32198"/>
                  </a:lnTo>
                  <a:lnTo>
                    <a:pt x="52361" y="32493"/>
                  </a:lnTo>
                  <a:lnTo>
                    <a:pt x="58315" y="34611"/>
                  </a:lnTo>
                  <a:lnTo>
                    <a:pt x="61368" y="35698"/>
                  </a:lnTo>
                  <a:lnTo>
                    <a:pt x="64459" y="36798"/>
                  </a:lnTo>
                  <a:lnTo>
                    <a:pt x="65085" y="37021"/>
                  </a:lnTo>
                  <a:lnTo>
                    <a:pt x="65674" y="37230"/>
                  </a:lnTo>
                  <a:lnTo>
                    <a:pt x="67396" y="37843"/>
                  </a:lnTo>
                  <a:lnTo>
                    <a:pt x="65914" y="42551"/>
                  </a:lnTo>
                  <a:lnTo>
                    <a:pt x="64278" y="47747"/>
                  </a:lnTo>
                  <a:lnTo>
                    <a:pt x="66183" y="48509"/>
                  </a:lnTo>
                  <a:lnTo>
                    <a:pt x="66373" y="48585"/>
                  </a:lnTo>
                  <a:lnTo>
                    <a:pt x="66840" y="48772"/>
                  </a:lnTo>
                  <a:lnTo>
                    <a:pt x="66913" y="48585"/>
                  </a:lnTo>
                  <a:lnTo>
                    <a:pt x="69401" y="42283"/>
                  </a:lnTo>
                  <a:lnTo>
                    <a:pt x="85439" y="38071"/>
                  </a:lnTo>
                  <a:lnTo>
                    <a:pt x="92121" y="40689"/>
                  </a:lnTo>
                  <a:lnTo>
                    <a:pt x="98358" y="47861"/>
                  </a:lnTo>
                  <a:lnTo>
                    <a:pt x="100140" y="54805"/>
                  </a:lnTo>
                  <a:lnTo>
                    <a:pt x="105264" y="52073"/>
                  </a:lnTo>
                  <a:lnTo>
                    <a:pt x="111389" y="54919"/>
                  </a:lnTo>
                  <a:lnTo>
                    <a:pt x="115064" y="60384"/>
                  </a:lnTo>
                  <a:lnTo>
                    <a:pt x="118406" y="61181"/>
                  </a:lnTo>
                  <a:lnTo>
                    <a:pt x="118089" y="62515"/>
                  </a:lnTo>
                  <a:lnTo>
                    <a:pt x="116512" y="69149"/>
                  </a:lnTo>
                  <a:lnTo>
                    <a:pt x="121079" y="69263"/>
                  </a:lnTo>
                  <a:lnTo>
                    <a:pt x="121524" y="66645"/>
                  </a:lnTo>
                  <a:lnTo>
                    <a:pt x="122530" y="66393"/>
                  </a:lnTo>
                  <a:lnTo>
                    <a:pt x="127427" y="65165"/>
                  </a:lnTo>
                  <a:lnTo>
                    <a:pt x="128433" y="65437"/>
                  </a:lnTo>
                  <a:lnTo>
                    <a:pt x="131214" y="66190"/>
                  </a:lnTo>
                  <a:lnTo>
                    <a:pt x="132942" y="62951"/>
                  </a:lnTo>
                  <a:lnTo>
                    <a:pt x="133887" y="61181"/>
                  </a:lnTo>
                  <a:lnTo>
                    <a:pt x="140569" y="64482"/>
                  </a:lnTo>
                  <a:lnTo>
                    <a:pt x="139850" y="65583"/>
                  </a:lnTo>
                  <a:lnTo>
                    <a:pt x="138389" y="67817"/>
                  </a:lnTo>
                  <a:lnTo>
                    <a:pt x="144567" y="70709"/>
                  </a:lnTo>
                  <a:lnTo>
                    <a:pt x="147223" y="71952"/>
                  </a:lnTo>
                  <a:lnTo>
                    <a:pt x="149409" y="72976"/>
                  </a:lnTo>
                  <a:lnTo>
                    <a:pt x="153051" y="74830"/>
                  </a:lnTo>
                  <a:lnTo>
                    <a:pt x="153715" y="75168"/>
                  </a:lnTo>
                  <a:lnTo>
                    <a:pt x="148703" y="85467"/>
                  </a:lnTo>
                  <a:lnTo>
                    <a:pt x="149234" y="85740"/>
                  </a:lnTo>
                  <a:lnTo>
                    <a:pt x="149133" y="86100"/>
                  </a:lnTo>
                  <a:lnTo>
                    <a:pt x="148315" y="89015"/>
                  </a:lnTo>
                  <a:lnTo>
                    <a:pt x="148105" y="89765"/>
                  </a:lnTo>
                  <a:lnTo>
                    <a:pt x="147903" y="90158"/>
                  </a:lnTo>
                  <a:lnTo>
                    <a:pt x="147645" y="90661"/>
                  </a:lnTo>
                  <a:lnTo>
                    <a:pt x="147233" y="91126"/>
                  </a:lnTo>
                  <a:lnTo>
                    <a:pt x="145051" y="93874"/>
                  </a:lnTo>
                  <a:lnTo>
                    <a:pt x="145225" y="94023"/>
                  </a:lnTo>
                  <a:lnTo>
                    <a:pt x="145513" y="94271"/>
                  </a:lnTo>
                  <a:lnTo>
                    <a:pt x="146056" y="94738"/>
                  </a:lnTo>
                  <a:lnTo>
                    <a:pt x="146221" y="94879"/>
                  </a:lnTo>
                  <a:lnTo>
                    <a:pt x="150612" y="97688"/>
                  </a:lnTo>
                  <a:lnTo>
                    <a:pt x="152117" y="95789"/>
                  </a:lnTo>
                  <a:lnTo>
                    <a:pt x="152589" y="95043"/>
                  </a:lnTo>
                  <a:lnTo>
                    <a:pt x="153815" y="93102"/>
                  </a:lnTo>
                  <a:lnTo>
                    <a:pt x="154048" y="93276"/>
                  </a:lnTo>
                  <a:lnTo>
                    <a:pt x="154564" y="93647"/>
                  </a:lnTo>
                  <a:lnTo>
                    <a:pt x="155193" y="94100"/>
                  </a:lnTo>
                  <a:lnTo>
                    <a:pt x="155623" y="94791"/>
                  </a:lnTo>
                  <a:lnTo>
                    <a:pt x="158368" y="99196"/>
                  </a:lnTo>
                  <a:lnTo>
                    <a:pt x="158627" y="99610"/>
                  </a:lnTo>
                  <a:lnTo>
                    <a:pt x="159091" y="98992"/>
                  </a:lnTo>
                  <a:lnTo>
                    <a:pt x="160027" y="97748"/>
                  </a:lnTo>
                  <a:lnTo>
                    <a:pt x="160986" y="96152"/>
                  </a:lnTo>
                  <a:lnTo>
                    <a:pt x="161243" y="95726"/>
                  </a:lnTo>
                  <a:lnTo>
                    <a:pt x="161424" y="95344"/>
                  </a:lnTo>
                  <a:lnTo>
                    <a:pt x="162199" y="93709"/>
                  </a:lnTo>
                  <a:lnTo>
                    <a:pt x="162700" y="92652"/>
                  </a:lnTo>
                  <a:lnTo>
                    <a:pt x="163704" y="90830"/>
                  </a:lnTo>
                  <a:lnTo>
                    <a:pt x="164218" y="89896"/>
                  </a:lnTo>
                  <a:lnTo>
                    <a:pt x="165145" y="88213"/>
                  </a:lnTo>
                  <a:lnTo>
                    <a:pt x="165435" y="87746"/>
                  </a:lnTo>
                  <a:lnTo>
                    <a:pt x="166767" y="85603"/>
                  </a:lnTo>
                  <a:lnTo>
                    <a:pt x="166822" y="84131"/>
                  </a:lnTo>
                  <a:lnTo>
                    <a:pt x="166835" y="83788"/>
                  </a:lnTo>
                  <a:lnTo>
                    <a:pt x="166960" y="80499"/>
                  </a:lnTo>
                  <a:lnTo>
                    <a:pt x="166982" y="80299"/>
                  </a:lnTo>
                  <a:lnTo>
                    <a:pt x="167150" y="79546"/>
                  </a:lnTo>
                  <a:lnTo>
                    <a:pt x="167344" y="78674"/>
                  </a:lnTo>
                  <a:lnTo>
                    <a:pt x="167456" y="78173"/>
                  </a:lnTo>
                  <a:lnTo>
                    <a:pt x="171169" y="80805"/>
                  </a:lnTo>
                  <a:lnTo>
                    <a:pt x="172244" y="81567"/>
                  </a:lnTo>
                  <a:lnTo>
                    <a:pt x="173938" y="82690"/>
                  </a:lnTo>
                  <a:lnTo>
                    <a:pt x="174817" y="83243"/>
                  </a:lnTo>
                  <a:lnTo>
                    <a:pt x="175127" y="82788"/>
                  </a:lnTo>
                  <a:lnTo>
                    <a:pt x="175268" y="82581"/>
                  </a:lnTo>
                  <a:lnTo>
                    <a:pt x="175693" y="81956"/>
                  </a:lnTo>
                  <a:lnTo>
                    <a:pt x="177167" y="79790"/>
                  </a:lnTo>
                  <a:lnTo>
                    <a:pt x="178949" y="77170"/>
                  </a:lnTo>
                  <a:lnTo>
                    <a:pt x="179592" y="76430"/>
                  </a:lnTo>
                  <a:lnTo>
                    <a:pt x="181000" y="74811"/>
                  </a:lnTo>
                  <a:lnTo>
                    <a:pt x="181864" y="73818"/>
                  </a:lnTo>
                  <a:lnTo>
                    <a:pt x="182066" y="73968"/>
                  </a:lnTo>
                  <a:lnTo>
                    <a:pt x="182662" y="74410"/>
                  </a:lnTo>
                  <a:lnTo>
                    <a:pt x="184985" y="76133"/>
                  </a:lnTo>
                  <a:lnTo>
                    <a:pt x="186078" y="76517"/>
                  </a:lnTo>
                  <a:lnTo>
                    <a:pt x="187951" y="77176"/>
                  </a:lnTo>
                  <a:lnTo>
                    <a:pt x="188426" y="77343"/>
                  </a:lnTo>
                  <a:lnTo>
                    <a:pt x="189053" y="77499"/>
                  </a:lnTo>
                  <a:lnTo>
                    <a:pt x="190772" y="77929"/>
                  </a:lnTo>
                  <a:lnTo>
                    <a:pt x="192370" y="78328"/>
                  </a:lnTo>
                  <a:lnTo>
                    <a:pt x="194931" y="79075"/>
                  </a:lnTo>
                  <a:lnTo>
                    <a:pt x="195640" y="79282"/>
                  </a:lnTo>
                  <a:lnTo>
                    <a:pt x="196606" y="78383"/>
                  </a:lnTo>
                  <a:lnTo>
                    <a:pt x="196798" y="78204"/>
                  </a:lnTo>
                  <a:lnTo>
                    <a:pt x="197025" y="77993"/>
                  </a:lnTo>
                  <a:lnTo>
                    <a:pt x="197789" y="80332"/>
                  </a:lnTo>
                  <a:lnTo>
                    <a:pt x="197772" y="80467"/>
                  </a:lnTo>
                  <a:lnTo>
                    <a:pt x="197637" y="81538"/>
                  </a:lnTo>
                  <a:lnTo>
                    <a:pt x="197408" y="83353"/>
                  </a:lnTo>
                  <a:lnTo>
                    <a:pt x="197317" y="83686"/>
                  </a:lnTo>
                  <a:lnTo>
                    <a:pt x="197205" y="84098"/>
                  </a:lnTo>
                  <a:lnTo>
                    <a:pt x="196894" y="85235"/>
                  </a:lnTo>
                  <a:lnTo>
                    <a:pt x="196138" y="87997"/>
                  </a:lnTo>
                  <a:lnTo>
                    <a:pt x="195005" y="92135"/>
                  </a:lnTo>
                  <a:lnTo>
                    <a:pt x="195060" y="92799"/>
                  </a:lnTo>
                  <a:lnTo>
                    <a:pt x="195082" y="93073"/>
                  </a:lnTo>
                  <a:lnTo>
                    <a:pt x="195137" y="93737"/>
                  </a:lnTo>
                  <a:lnTo>
                    <a:pt x="194236" y="95092"/>
                  </a:lnTo>
                  <a:lnTo>
                    <a:pt x="194012" y="95430"/>
                  </a:lnTo>
                  <a:lnTo>
                    <a:pt x="193801" y="95747"/>
                  </a:lnTo>
                  <a:lnTo>
                    <a:pt x="192868" y="97150"/>
                  </a:lnTo>
                  <a:lnTo>
                    <a:pt x="192498" y="97708"/>
                  </a:lnTo>
                  <a:lnTo>
                    <a:pt x="191834" y="98707"/>
                  </a:lnTo>
                  <a:lnTo>
                    <a:pt x="191365" y="99412"/>
                  </a:lnTo>
                  <a:lnTo>
                    <a:pt x="191983" y="99531"/>
                  </a:lnTo>
                  <a:lnTo>
                    <a:pt x="196337" y="100371"/>
                  </a:lnTo>
                  <a:lnTo>
                    <a:pt x="197116" y="100587"/>
                  </a:lnTo>
                  <a:lnTo>
                    <a:pt x="198609" y="101327"/>
                  </a:lnTo>
                  <a:lnTo>
                    <a:pt x="202004" y="102088"/>
                  </a:lnTo>
                  <a:lnTo>
                    <a:pt x="204391" y="103183"/>
                  </a:lnTo>
                  <a:lnTo>
                    <a:pt x="204178" y="103477"/>
                  </a:lnTo>
                  <a:lnTo>
                    <a:pt x="203909" y="103850"/>
                  </a:lnTo>
                  <a:lnTo>
                    <a:pt x="203023" y="105078"/>
                  </a:lnTo>
                  <a:lnTo>
                    <a:pt x="202136" y="106305"/>
                  </a:lnTo>
                  <a:lnTo>
                    <a:pt x="201215" y="107582"/>
                  </a:lnTo>
                  <a:lnTo>
                    <a:pt x="200614" y="108632"/>
                  </a:lnTo>
                  <a:lnTo>
                    <a:pt x="200373" y="109052"/>
                  </a:lnTo>
                  <a:lnTo>
                    <a:pt x="199781" y="110086"/>
                  </a:lnTo>
                  <a:lnTo>
                    <a:pt x="198855" y="111297"/>
                  </a:lnTo>
                  <a:lnTo>
                    <a:pt x="198941" y="111444"/>
                  </a:lnTo>
                  <a:lnTo>
                    <a:pt x="199410" y="112251"/>
                  </a:lnTo>
                  <a:lnTo>
                    <a:pt x="200726" y="114510"/>
                  </a:lnTo>
                  <a:lnTo>
                    <a:pt x="200992" y="114967"/>
                  </a:lnTo>
                  <a:lnTo>
                    <a:pt x="200602" y="115194"/>
                  </a:lnTo>
                  <a:lnTo>
                    <a:pt x="197689" y="116925"/>
                  </a:lnTo>
                  <a:lnTo>
                    <a:pt x="196979" y="115645"/>
                  </a:lnTo>
                  <a:lnTo>
                    <a:pt x="196827" y="115371"/>
                  </a:lnTo>
                  <a:lnTo>
                    <a:pt x="194259" y="110745"/>
                  </a:lnTo>
                  <a:lnTo>
                    <a:pt x="193989" y="110258"/>
                  </a:lnTo>
                  <a:lnTo>
                    <a:pt x="191738" y="111679"/>
                  </a:lnTo>
                  <a:lnTo>
                    <a:pt x="191413" y="111884"/>
                  </a:lnTo>
                  <a:lnTo>
                    <a:pt x="190754" y="112349"/>
                  </a:lnTo>
                  <a:lnTo>
                    <a:pt x="190483" y="112541"/>
                  </a:lnTo>
                  <a:lnTo>
                    <a:pt x="189913" y="112943"/>
                  </a:lnTo>
                  <a:lnTo>
                    <a:pt x="189360" y="113334"/>
                  </a:lnTo>
                  <a:lnTo>
                    <a:pt x="187837" y="114409"/>
                  </a:lnTo>
                  <a:lnTo>
                    <a:pt x="186636" y="115257"/>
                  </a:lnTo>
                  <a:lnTo>
                    <a:pt x="187859" y="117663"/>
                  </a:lnTo>
                  <a:lnTo>
                    <a:pt x="187970" y="117882"/>
                  </a:lnTo>
                  <a:lnTo>
                    <a:pt x="188992" y="119893"/>
                  </a:lnTo>
                  <a:lnTo>
                    <a:pt x="190063" y="121998"/>
                  </a:lnTo>
                  <a:lnTo>
                    <a:pt x="190456" y="122771"/>
                  </a:lnTo>
                  <a:lnTo>
                    <a:pt x="191046" y="123933"/>
                  </a:lnTo>
                  <a:lnTo>
                    <a:pt x="193607" y="128971"/>
                  </a:lnTo>
                  <a:lnTo>
                    <a:pt x="192594" y="129335"/>
                  </a:lnTo>
                  <a:lnTo>
                    <a:pt x="192822" y="129476"/>
                  </a:lnTo>
                  <a:lnTo>
                    <a:pt x="193883" y="130132"/>
                  </a:lnTo>
                  <a:lnTo>
                    <a:pt x="195289" y="131002"/>
                  </a:lnTo>
                  <a:lnTo>
                    <a:pt x="191126" y="137506"/>
                  </a:lnTo>
                  <a:lnTo>
                    <a:pt x="188479" y="141642"/>
                  </a:lnTo>
                  <a:lnTo>
                    <a:pt x="186915" y="144086"/>
                  </a:lnTo>
                  <a:lnTo>
                    <a:pt x="186496" y="144818"/>
                  </a:lnTo>
                  <a:lnTo>
                    <a:pt x="180733" y="154912"/>
                  </a:lnTo>
                  <a:lnTo>
                    <a:pt x="181034" y="155083"/>
                  </a:lnTo>
                  <a:lnTo>
                    <a:pt x="181472" y="155390"/>
                  </a:lnTo>
                  <a:lnTo>
                    <a:pt x="182250" y="155936"/>
                  </a:lnTo>
                  <a:lnTo>
                    <a:pt x="189897" y="161297"/>
                  </a:lnTo>
                  <a:lnTo>
                    <a:pt x="189018" y="162629"/>
                  </a:lnTo>
                  <a:lnTo>
                    <a:pt x="188631" y="163215"/>
                  </a:lnTo>
                  <a:lnTo>
                    <a:pt x="186735" y="166089"/>
                  </a:lnTo>
                  <a:lnTo>
                    <a:pt x="185182" y="168442"/>
                  </a:lnTo>
                  <a:lnTo>
                    <a:pt x="183142" y="171535"/>
                  </a:lnTo>
                  <a:lnTo>
                    <a:pt x="180213" y="175974"/>
                  </a:lnTo>
                  <a:lnTo>
                    <a:pt x="181357" y="176730"/>
                  </a:lnTo>
                  <a:lnTo>
                    <a:pt x="185749" y="179633"/>
                  </a:lnTo>
                  <a:lnTo>
                    <a:pt x="176747" y="193836"/>
                  </a:lnTo>
                  <a:lnTo>
                    <a:pt x="173921" y="198295"/>
                  </a:lnTo>
                  <a:lnTo>
                    <a:pt x="160224" y="189012"/>
                  </a:lnTo>
                  <a:lnTo>
                    <a:pt x="156524" y="186505"/>
                  </a:lnTo>
                  <a:lnTo>
                    <a:pt x="155385" y="185733"/>
                  </a:lnTo>
                  <a:lnTo>
                    <a:pt x="151378" y="183017"/>
                  </a:lnTo>
                  <a:lnTo>
                    <a:pt x="151214" y="182916"/>
                  </a:lnTo>
                  <a:lnTo>
                    <a:pt x="145867" y="179599"/>
                  </a:lnTo>
                  <a:lnTo>
                    <a:pt x="144153" y="178536"/>
                  </a:lnTo>
                  <a:lnTo>
                    <a:pt x="141935" y="177160"/>
                  </a:lnTo>
                  <a:lnTo>
                    <a:pt x="141288" y="176759"/>
                  </a:lnTo>
                  <a:lnTo>
                    <a:pt x="137419" y="174359"/>
                  </a:lnTo>
                  <a:lnTo>
                    <a:pt x="137232" y="174243"/>
                  </a:lnTo>
                  <a:lnTo>
                    <a:pt x="134646" y="172638"/>
                  </a:lnTo>
                  <a:lnTo>
                    <a:pt x="133246" y="171770"/>
                  </a:lnTo>
                  <a:lnTo>
                    <a:pt x="132316" y="171210"/>
                  </a:lnTo>
                  <a:lnTo>
                    <a:pt x="130631" y="170196"/>
                  </a:lnTo>
                  <a:lnTo>
                    <a:pt x="123963" y="166182"/>
                  </a:lnTo>
                  <a:lnTo>
                    <a:pt x="123064" y="165641"/>
                  </a:lnTo>
                  <a:lnTo>
                    <a:pt x="122797" y="165480"/>
                  </a:lnTo>
                  <a:lnTo>
                    <a:pt x="118917" y="163070"/>
                  </a:lnTo>
                  <a:lnTo>
                    <a:pt x="113415" y="159654"/>
                  </a:lnTo>
                  <a:lnTo>
                    <a:pt x="104233" y="153952"/>
                  </a:lnTo>
                  <a:lnTo>
                    <a:pt x="101489" y="152248"/>
                  </a:lnTo>
                  <a:lnTo>
                    <a:pt x="97919" y="153575"/>
                  </a:lnTo>
                  <a:lnTo>
                    <a:pt x="84630" y="158494"/>
                  </a:lnTo>
                  <a:lnTo>
                    <a:pt x="84457" y="158009"/>
                  </a:lnTo>
                  <a:lnTo>
                    <a:pt x="84400" y="157849"/>
                  </a:lnTo>
                  <a:lnTo>
                    <a:pt x="81107" y="148654"/>
                  </a:lnTo>
                  <a:lnTo>
                    <a:pt x="76911" y="150158"/>
                  </a:lnTo>
                  <a:lnTo>
                    <a:pt x="76060" y="150463"/>
                  </a:lnTo>
                  <a:lnTo>
                    <a:pt x="75178" y="150813"/>
                  </a:lnTo>
                  <a:lnTo>
                    <a:pt x="74491" y="151085"/>
                  </a:lnTo>
                  <a:lnTo>
                    <a:pt x="70844" y="151941"/>
                  </a:lnTo>
                  <a:lnTo>
                    <a:pt x="68963" y="152382"/>
                  </a:lnTo>
                  <a:lnTo>
                    <a:pt x="66467" y="152967"/>
                  </a:lnTo>
                  <a:lnTo>
                    <a:pt x="54816" y="156391"/>
                  </a:lnTo>
                  <a:lnTo>
                    <a:pt x="49594" y="157925"/>
                  </a:lnTo>
                  <a:lnTo>
                    <a:pt x="49176" y="158048"/>
                  </a:lnTo>
                  <a:lnTo>
                    <a:pt x="48602" y="156907"/>
                  </a:lnTo>
                  <a:lnTo>
                    <a:pt x="47286" y="154294"/>
                  </a:lnTo>
                  <a:lnTo>
                    <a:pt x="46605" y="152941"/>
                  </a:lnTo>
                  <a:lnTo>
                    <a:pt x="46317" y="152369"/>
                  </a:lnTo>
                  <a:lnTo>
                    <a:pt x="45901" y="151542"/>
                  </a:lnTo>
                  <a:lnTo>
                    <a:pt x="45657" y="151297"/>
                  </a:lnTo>
                  <a:lnTo>
                    <a:pt x="43061" y="148696"/>
                  </a:lnTo>
                  <a:lnTo>
                    <a:pt x="42539" y="148127"/>
                  </a:lnTo>
                  <a:lnTo>
                    <a:pt x="41906" y="147439"/>
                  </a:lnTo>
                  <a:lnTo>
                    <a:pt x="41606" y="147113"/>
                  </a:lnTo>
                  <a:lnTo>
                    <a:pt x="39609" y="144939"/>
                  </a:lnTo>
                  <a:lnTo>
                    <a:pt x="37098" y="142138"/>
                  </a:lnTo>
                  <a:lnTo>
                    <a:pt x="34736" y="139503"/>
                  </a:lnTo>
                  <a:lnTo>
                    <a:pt x="34139" y="138275"/>
                  </a:lnTo>
                  <a:lnTo>
                    <a:pt x="33698" y="137368"/>
                  </a:lnTo>
                  <a:lnTo>
                    <a:pt x="32077" y="134034"/>
                  </a:lnTo>
                  <a:lnTo>
                    <a:pt x="45790" y="125501"/>
                  </a:lnTo>
                  <a:lnTo>
                    <a:pt x="70292" y="127550"/>
                  </a:lnTo>
                  <a:lnTo>
                    <a:pt x="81652" y="120264"/>
                  </a:lnTo>
                  <a:lnTo>
                    <a:pt x="72074" y="111612"/>
                  </a:lnTo>
                  <a:lnTo>
                    <a:pt x="81207" y="104098"/>
                  </a:lnTo>
                  <a:lnTo>
                    <a:pt x="75638" y="99317"/>
                  </a:lnTo>
                  <a:lnTo>
                    <a:pt x="76084" y="94308"/>
                  </a:lnTo>
                  <a:lnTo>
                    <a:pt x="66060" y="87933"/>
                  </a:lnTo>
                  <a:lnTo>
                    <a:pt x="60937" y="88388"/>
                  </a:lnTo>
                  <a:lnTo>
                    <a:pt x="44008" y="83835"/>
                  </a:lnTo>
                  <a:lnTo>
                    <a:pt x="44453" y="54692"/>
                  </a:lnTo>
                  <a:lnTo>
                    <a:pt x="31534" y="48317"/>
                  </a:lnTo>
                  <a:lnTo>
                    <a:pt x="16387" y="35339"/>
                  </a:lnTo>
                  <a:lnTo>
                    <a:pt x="0" y="28922"/>
                  </a:lnTo>
                  <a:lnTo>
                    <a:pt x="2467" y="24520"/>
                  </a:lnTo>
                  <a:lnTo>
                    <a:pt x="26181" y="0"/>
                  </a:lnTo>
                  <a:lnTo>
                    <a:pt x="28142" y="1416"/>
                  </a:lnTo>
                  <a:lnTo>
                    <a:pt x="28542" y="1705"/>
                  </a:lnTo>
                  <a:lnTo>
                    <a:pt x="34818" y="6238"/>
                  </a:lnTo>
                  <a:lnTo>
                    <a:pt x="36086" y="71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2023214" y="4087776"/>
              <a:ext cx="178574" cy="208603"/>
            </a:xfrm>
            <a:custGeom>
              <a:avLst/>
              <a:pathLst>
                <a:path w="178574" h="208603">
                  <a:moveTo>
                    <a:pt x="87148" y="8168"/>
                  </a:moveTo>
                  <a:lnTo>
                    <a:pt x="90933" y="10589"/>
                  </a:lnTo>
                  <a:lnTo>
                    <a:pt x="91117" y="10706"/>
                  </a:lnTo>
                  <a:lnTo>
                    <a:pt x="93219" y="12050"/>
                  </a:lnTo>
                  <a:lnTo>
                    <a:pt x="94467" y="12849"/>
                  </a:lnTo>
                  <a:lnTo>
                    <a:pt x="95257" y="13354"/>
                  </a:lnTo>
                  <a:lnTo>
                    <a:pt x="96063" y="13869"/>
                  </a:lnTo>
                  <a:lnTo>
                    <a:pt x="98791" y="15614"/>
                  </a:lnTo>
                  <a:lnTo>
                    <a:pt x="99764" y="16236"/>
                  </a:lnTo>
                  <a:lnTo>
                    <a:pt x="100245" y="16544"/>
                  </a:lnTo>
                  <a:lnTo>
                    <a:pt x="101657" y="17447"/>
                  </a:lnTo>
                  <a:lnTo>
                    <a:pt x="103208" y="18311"/>
                  </a:lnTo>
                  <a:lnTo>
                    <a:pt x="104005" y="18755"/>
                  </a:lnTo>
                  <a:lnTo>
                    <a:pt x="104691" y="19137"/>
                  </a:lnTo>
                  <a:lnTo>
                    <a:pt x="106917" y="20376"/>
                  </a:lnTo>
                  <a:lnTo>
                    <a:pt x="108250" y="21119"/>
                  </a:lnTo>
                  <a:lnTo>
                    <a:pt x="108812" y="21525"/>
                  </a:lnTo>
                  <a:lnTo>
                    <a:pt x="112130" y="23919"/>
                  </a:lnTo>
                  <a:lnTo>
                    <a:pt x="113045" y="24580"/>
                  </a:lnTo>
                  <a:lnTo>
                    <a:pt x="114336" y="25512"/>
                  </a:lnTo>
                  <a:lnTo>
                    <a:pt x="115287" y="26198"/>
                  </a:lnTo>
                  <a:lnTo>
                    <a:pt x="116075" y="26767"/>
                  </a:lnTo>
                  <a:lnTo>
                    <a:pt x="116869" y="27340"/>
                  </a:lnTo>
                  <a:lnTo>
                    <a:pt x="117503" y="27797"/>
                  </a:lnTo>
                  <a:lnTo>
                    <a:pt x="116449" y="29361"/>
                  </a:lnTo>
                  <a:lnTo>
                    <a:pt x="113290" y="34050"/>
                  </a:lnTo>
                  <a:lnTo>
                    <a:pt x="112714" y="34904"/>
                  </a:lnTo>
                  <a:lnTo>
                    <a:pt x="114908" y="36775"/>
                  </a:lnTo>
                  <a:lnTo>
                    <a:pt x="117660" y="39121"/>
                  </a:lnTo>
                  <a:lnTo>
                    <a:pt x="122671" y="43393"/>
                  </a:lnTo>
                  <a:lnTo>
                    <a:pt x="123242" y="43880"/>
                  </a:lnTo>
                  <a:lnTo>
                    <a:pt x="125289" y="45625"/>
                  </a:lnTo>
                  <a:lnTo>
                    <a:pt x="125809" y="46068"/>
                  </a:lnTo>
                  <a:lnTo>
                    <a:pt x="127779" y="47748"/>
                  </a:lnTo>
                  <a:lnTo>
                    <a:pt x="130150" y="49768"/>
                  </a:lnTo>
                  <a:lnTo>
                    <a:pt x="131788" y="51165"/>
                  </a:lnTo>
                  <a:lnTo>
                    <a:pt x="132223" y="51536"/>
                  </a:lnTo>
                  <a:lnTo>
                    <a:pt x="133010" y="52207"/>
                  </a:lnTo>
                  <a:lnTo>
                    <a:pt x="134328" y="53330"/>
                  </a:lnTo>
                  <a:lnTo>
                    <a:pt x="136310" y="55020"/>
                  </a:lnTo>
                  <a:lnTo>
                    <a:pt x="140037" y="58197"/>
                  </a:lnTo>
                  <a:lnTo>
                    <a:pt x="142670" y="59976"/>
                  </a:lnTo>
                  <a:lnTo>
                    <a:pt x="143735" y="60695"/>
                  </a:lnTo>
                  <a:lnTo>
                    <a:pt x="145685" y="62013"/>
                  </a:lnTo>
                  <a:lnTo>
                    <a:pt x="146418" y="62508"/>
                  </a:lnTo>
                  <a:lnTo>
                    <a:pt x="146601" y="62628"/>
                  </a:lnTo>
                  <a:lnTo>
                    <a:pt x="147427" y="63170"/>
                  </a:lnTo>
                  <a:lnTo>
                    <a:pt x="149340" y="64401"/>
                  </a:lnTo>
                  <a:lnTo>
                    <a:pt x="154856" y="68017"/>
                  </a:lnTo>
                  <a:lnTo>
                    <a:pt x="155139" y="68202"/>
                  </a:lnTo>
                  <a:lnTo>
                    <a:pt x="169290" y="77369"/>
                  </a:lnTo>
                  <a:lnTo>
                    <a:pt x="177433" y="82951"/>
                  </a:lnTo>
                  <a:lnTo>
                    <a:pt x="178567" y="83751"/>
                  </a:lnTo>
                  <a:lnTo>
                    <a:pt x="178569" y="83906"/>
                  </a:lnTo>
                  <a:lnTo>
                    <a:pt x="178574" y="84242"/>
                  </a:lnTo>
                  <a:lnTo>
                    <a:pt x="178191" y="85522"/>
                  </a:lnTo>
                  <a:lnTo>
                    <a:pt x="177662" y="87293"/>
                  </a:lnTo>
                  <a:lnTo>
                    <a:pt x="177589" y="87536"/>
                  </a:lnTo>
                  <a:lnTo>
                    <a:pt x="176207" y="89742"/>
                  </a:lnTo>
                  <a:lnTo>
                    <a:pt x="175621" y="90677"/>
                  </a:lnTo>
                  <a:lnTo>
                    <a:pt x="175169" y="91400"/>
                  </a:lnTo>
                  <a:lnTo>
                    <a:pt x="174631" y="92258"/>
                  </a:lnTo>
                  <a:lnTo>
                    <a:pt x="172810" y="95166"/>
                  </a:lnTo>
                  <a:lnTo>
                    <a:pt x="172469" y="95762"/>
                  </a:lnTo>
                  <a:lnTo>
                    <a:pt x="171816" y="96905"/>
                  </a:lnTo>
                  <a:lnTo>
                    <a:pt x="169877" y="100297"/>
                  </a:lnTo>
                  <a:lnTo>
                    <a:pt x="168627" y="102483"/>
                  </a:lnTo>
                  <a:lnTo>
                    <a:pt x="168087" y="103181"/>
                  </a:lnTo>
                  <a:lnTo>
                    <a:pt x="167855" y="103480"/>
                  </a:lnTo>
                  <a:lnTo>
                    <a:pt x="167369" y="104107"/>
                  </a:lnTo>
                  <a:lnTo>
                    <a:pt x="165630" y="106353"/>
                  </a:lnTo>
                  <a:lnTo>
                    <a:pt x="165245" y="106850"/>
                  </a:lnTo>
                  <a:lnTo>
                    <a:pt x="164467" y="108223"/>
                  </a:lnTo>
                  <a:lnTo>
                    <a:pt x="162808" y="111152"/>
                  </a:lnTo>
                  <a:lnTo>
                    <a:pt x="162229" y="112174"/>
                  </a:lnTo>
                  <a:lnTo>
                    <a:pt x="161474" y="113507"/>
                  </a:lnTo>
                  <a:lnTo>
                    <a:pt x="160805" y="114689"/>
                  </a:lnTo>
                  <a:lnTo>
                    <a:pt x="160334" y="115519"/>
                  </a:lnTo>
                  <a:lnTo>
                    <a:pt x="159832" y="116405"/>
                  </a:lnTo>
                  <a:lnTo>
                    <a:pt x="159436" y="117105"/>
                  </a:lnTo>
                  <a:lnTo>
                    <a:pt x="158892" y="117948"/>
                  </a:lnTo>
                  <a:lnTo>
                    <a:pt x="158416" y="118685"/>
                  </a:lnTo>
                  <a:lnTo>
                    <a:pt x="153573" y="126188"/>
                  </a:lnTo>
                  <a:lnTo>
                    <a:pt x="153453" y="126372"/>
                  </a:lnTo>
                  <a:lnTo>
                    <a:pt x="149642" y="132277"/>
                  </a:lnTo>
                  <a:lnTo>
                    <a:pt x="149435" y="132598"/>
                  </a:lnTo>
                  <a:lnTo>
                    <a:pt x="146825" y="136640"/>
                  </a:lnTo>
                  <a:lnTo>
                    <a:pt x="140576" y="146600"/>
                  </a:lnTo>
                  <a:lnTo>
                    <a:pt x="140455" y="146794"/>
                  </a:lnTo>
                  <a:lnTo>
                    <a:pt x="138153" y="150532"/>
                  </a:lnTo>
                  <a:lnTo>
                    <a:pt x="135875" y="154232"/>
                  </a:lnTo>
                  <a:lnTo>
                    <a:pt x="135064" y="155550"/>
                  </a:lnTo>
                  <a:lnTo>
                    <a:pt x="134441" y="156561"/>
                  </a:lnTo>
                  <a:lnTo>
                    <a:pt x="133986" y="157207"/>
                  </a:lnTo>
                  <a:lnTo>
                    <a:pt x="133268" y="158226"/>
                  </a:lnTo>
                  <a:lnTo>
                    <a:pt x="132338" y="159547"/>
                  </a:lnTo>
                  <a:lnTo>
                    <a:pt x="132156" y="159805"/>
                  </a:lnTo>
                  <a:lnTo>
                    <a:pt x="131930" y="160167"/>
                  </a:lnTo>
                  <a:lnTo>
                    <a:pt x="113959" y="188903"/>
                  </a:lnTo>
                  <a:lnTo>
                    <a:pt x="111210" y="192813"/>
                  </a:lnTo>
                  <a:lnTo>
                    <a:pt x="110803" y="193391"/>
                  </a:lnTo>
                  <a:lnTo>
                    <a:pt x="110434" y="193917"/>
                  </a:lnTo>
                  <a:lnTo>
                    <a:pt x="110222" y="194217"/>
                  </a:lnTo>
                  <a:lnTo>
                    <a:pt x="101363" y="208603"/>
                  </a:lnTo>
                  <a:lnTo>
                    <a:pt x="101020" y="208402"/>
                  </a:lnTo>
                  <a:lnTo>
                    <a:pt x="100763" y="208251"/>
                  </a:lnTo>
                  <a:lnTo>
                    <a:pt x="92630" y="203477"/>
                  </a:lnTo>
                  <a:lnTo>
                    <a:pt x="88738" y="200403"/>
                  </a:lnTo>
                  <a:lnTo>
                    <a:pt x="81521" y="197056"/>
                  </a:lnTo>
                  <a:lnTo>
                    <a:pt x="79566" y="196749"/>
                  </a:lnTo>
                  <a:lnTo>
                    <a:pt x="77110" y="196749"/>
                  </a:lnTo>
                  <a:lnTo>
                    <a:pt x="72951" y="196459"/>
                  </a:lnTo>
                  <a:lnTo>
                    <a:pt x="64679" y="190275"/>
                  </a:lnTo>
                  <a:lnTo>
                    <a:pt x="67860" y="182671"/>
                  </a:lnTo>
                  <a:lnTo>
                    <a:pt x="70869" y="175479"/>
                  </a:lnTo>
                  <a:lnTo>
                    <a:pt x="71229" y="174616"/>
                  </a:lnTo>
                  <a:lnTo>
                    <a:pt x="71355" y="174316"/>
                  </a:lnTo>
                  <a:lnTo>
                    <a:pt x="73311" y="169641"/>
                  </a:lnTo>
                  <a:lnTo>
                    <a:pt x="77184" y="167261"/>
                  </a:lnTo>
                  <a:lnTo>
                    <a:pt x="83981" y="155866"/>
                  </a:lnTo>
                  <a:lnTo>
                    <a:pt x="82669" y="155035"/>
                  </a:lnTo>
                  <a:lnTo>
                    <a:pt x="82431" y="154884"/>
                  </a:lnTo>
                  <a:lnTo>
                    <a:pt x="76094" y="150870"/>
                  </a:lnTo>
                  <a:lnTo>
                    <a:pt x="60799" y="141181"/>
                  </a:lnTo>
                  <a:lnTo>
                    <a:pt x="59899" y="140610"/>
                  </a:lnTo>
                  <a:lnTo>
                    <a:pt x="50331" y="134549"/>
                  </a:lnTo>
                  <a:lnTo>
                    <a:pt x="49678" y="134135"/>
                  </a:lnTo>
                  <a:lnTo>
                    <a:pt x="48468" y="133369"/>
                  </a:lnTo>
                  <a:lnTo>
                    <a:pt x="48333" y="133283"/>
                  </a:lnTo>
                  <a:lnTo>
                    <a:pt x="38774" y="127228"/>
                  </a:lnTo>
                  <a:lnTo>
                    <a:pt x="35299" y="132685"/>
                  </a:lnTo>
                  <a:lnTo>
                    <a:pt x="34484" y="133863"/>
                  </a:lnTo>
                  <a:lnTo>
                    <a:pt x="34070" y="133579"/>
                  </a:lnTo>
                  <a:lnTo>
                    <a:pt x="24195" y="126777"/>
                  </a:lnTo>
                  <a:lnTo>
                    <a:pt x="23029" y="125974"/>
                  </a:lnTo>
                  <a:lnTo>
                    <a:pt x="22635" y="125555"/>
                  </a:lnTo>
                  <a:lnTo>
                    <a:pt x="22375" y="125277"/>
                  </a:lnTo>
                  <a:lnTo>
                    <a:pt x="21326" y="123150"/>
                  </a:lnTo>
                  <a:lnTo>
                    <a:pt x="20344" y="121024"/>
                  </a:lnTo>
                  <a:lnTo>
                    <a:pt x="19896" y="120056"/>
                  </a:lnTo>
                  <a:lnTo>
                    <a:pt x="19796" y="119839"/>
                  </a:lnTo>
                  <a:lnTo>
                    <a:pt x="18846" y="117782"/>
                  </a:lnTo>
                  <a:lnTo>
                    <a:pt x="16215" y="112090"/>
                  </a:lnTo>
                  <a:lnTo>
                    <a:pt x="14786" y="108997"/>
                  </a:lnTo>
                  <a:lnTo>
                    <a:pt x="15370" y="107974"/>
                  </a:lnTo>
                  <a:lnTo>
                    <a:pt x="16451" y="106079"/>
                  </a:lnTo>
                  <a:lnTo>
                    <a:pt x="17112" y="104922"/>
                  </a:lnTo>
                  <a:lnTo>
                    <a:pt x="18723" y="102100"/>
                  </a:lnTo>
                  <a:lnTo>
                    <a:pt x="13886" y="98971"/>
                  </a:lnTo>
                  <a:lnTo>
                    <a:pt x="11646" y="97725"/>
                  </a:lnTo>
                  <a:lnTo>
                    <a:pt x="9398" y="96476"/>
                  </a:lnTo>
                  <a:lnTo>
                    <a:pt x="9194" y="96362"/>
                  </a:lnTo>
                  <a:lnTo>
                    <a:pt x="12704" y="90588"/>
                  </a:lnTo>
                  <a:lnTo>
                    <a:pt x="15684" y="85685"/>
                  </a:lnTo>
                  <a:lnTo>
                    <a:pt x="18594" y="80977"/>
                  </a:lnTo>
                  <a:lnTo>
                    <a:pt x="19027" y="80276"/>
                  </a:lnTo>
                  <a:lnTo>
                    <a:pt x="20344" y="78146"/>
                  </a:lnTo>
                  <a:lnTo>
                    <a:pt x="21888" y="75646"/>
                  </a:lnTo>
                  <a:lnTo>
                    <a:pt x="15493" y="71861"/>
                  </a:lnTo>
                  <a:lnTo>
                    <a:pt x="13520" y="70625"/>
                  </a:lnTo>
                  <a:lnTo>
                    <a:pt x="5690" y="65720"/>
                  </a:lnTo>
                  <a:lnTo>
                    <a:pt x="5171" y="65309"/>
                  </a:lnTo>
                  <a:lnTo>
                    <a:pt x="3994" y="64379"/>
                  </a:lnTo>
                  <a:lnTo>
                    <a:pt x="1948" y="62760"/>
                  </a:lnTo>
                  <a:lnTo>
                    <a:pt x="0" y="60581"/>
                  </a:lnTo>
                  <a:lnTo>
                    <a:pt x="5621" y="53582"/>
                  </a:lnTo>
                  <a:lnTo>
                    <a:pt x="5731" y="53445"/>
                  </a:lnTo>
                  <a:lnTo>
                    <a:pt x="5837" y="53312"/>
                  </a:lnTo>
                  <a:lnTo>
                    <a:pt x="7993" y="50629"/>
                  </a:lnTo>
                  <a:lnTo>
                    <a:pt x="8121" y="50668"/>
                  </a:lnTo>
                  <a:lnTo>
                    <a:pt x="9402" y="51067"/>
                  </a:lnTo>
                  <a:lnTo>
                    <a:pt x="12827" y="51266"/>
                  </a:lnTo>
                  <a:lnTo>
                    <a:pt x="15516" y="51291"/>
                  </a:lnTo>
                  <a:lnTo>
                    <a:pt x="15890" y="51294"/>
                  </a:lnTo>
                  <a:lnTo>
                    <a:pt x="18496" y="52519"/>
                  </a:lnTo>
                  <a:lnTo>
                    <a:pt x="19238" y="52867"/>
                  </a:lnTo>
                  <a:lnTo>
                    <a:pt x="19794" y="53253"/>
                  </a:lnTo>
                  <a:lnTo>
                    <a:pt x="21842" y="54814"/>
                  </a:lnTo>
                  <a:lnTo>
                    <a:pt x="23679" y="56215"/>
                  </a:lnTo>
                  <a:lnTo>
                    <a:pt x="25663" y="57726"/>
                  </a:lnTo>
                  <a:lnTo>
                    <a:pt x="25818" y="57837"/>
                  </a:lnTo>
                  <a:lnTo>
                    <a:pt x="31120" y="50299"/>
                  </a:lnTo>
                  <a:lnTo>
                    <a:pt x="31753" y="48694"/>
                  </a:lnTo>
                  <a:lnTo>
                    <a:pt x="32560" y="46647"/>
                  </a:lnTo>
                  <a:lnTo>
                    <a:pt x="33053" y="45397"/>
                  </a:lnTo>
                  <a:lnTo>
                    <a:pt x="33155" y="45140"/>
                  </a:lnTo>
                  <a:lnTo>
                    <a:pt x="34813" y="42159"/>
                  </a:lnTo>
                  <a:lnTo>
                    <a:pt x="35613" y="43198"/>
                  </a:lnTo>
                  <a:lnTo>
                    <a:pt x="36536" y="42076"/>
                  </a:lnTo>
                  <a:lnTo>
                    <a:pt x="36427" y="38924"/>
                  </a:lnTo>
                  <a:lnTo>
                    <a:pt x="36295" y="38918"/>
                  </a:lnTo>
                  <a:lnTo>
                    <a:pt x="31037" y="38666"/>
                  </a:lnTo>
                  <a:lnTo>
                    <a:pt x="31116" y="37705"/>
                  </a:lnTo>
                  <a:lnTo>
                    <a:pt x="31100" y="30973"/>
                  </a:lnTo>
                  <a:lnTo>
                    <a:pt x="30282" y="28610"/>
                  </a:lnTo>
                  <a:lnTo>
                    <a:pt x="31374" y="28384"/>
                  </a:lnTo>
                  <a:lnTo>
                    <a:pt x="29962" y="27685"/>
                  </a:lnTo>
                  <a:lnTo>
                    <a:pt x="28473" y="26801"/>
                  </a:lnTo>
                  <a:lnTo>
                    <a:pt x="30634" y="22549"/>
                  </a:lnTo>
                  <a:lnTo>
                    <a:pt x="32201" y="19629"/>
                  </a:lnTo>
                  <a:lnTo>
                    <a:pt x="32457" y="19913"/>
                  </a:lnTo>
                  <a:lnTo>
                    <a:pt x="34381" y="21933"/>
                  </a:lnTo>
                  <a:lnTo>
                    <a:pt x="34722" y="21674"/>
                  </a:lnTo>
                  <a:lnTo>
                    <a:pt x="35198" y="21313"/>
                  </a:lnTo>
                  <a:lnTo>
                    <a:pt x="36985" y="19955"/>
                  </a:lnTo>
                  <a:lnTo>
                    <a:pt x="37251" y="19746"/>
                  </a:lnTo>
                  <a:lnTo>
                    <a:pt x="39703" y="17822"/>
                  </a:lnTo>
                  <a:lnTo>
                    <a:pt x="39884" y="17680"/>
                  </a:lnTo>
                  <a:lnTo>
                    <a:pt x="41679" y="16271"/>
                  </a:lnTo>
                  <a:lnTo>
                    <a:pt x="42172" y="15884"/>
                  </a:lnTo>
                  <a:lnTo>
                    <a:pt x="45079" y="11291"/>
                  </a:lnTo>
                  <a:lnTo>
                    <a:pt x="45772" y="10247"/>
                  </a:lnTo>
                  <a:lnTo>
                    <a:pt x="46870" y="8596"/>
                  </a:lnTo>
                  <a:lnTo>
                    <a:pt x="48120" y="6714"/>
                  </a:lnTo>
                  <a:lnTo>
                    <a:pt x="48369" y="6235"/>
                  </a:lnTo>
                  <a:lnTo>
                    <a:pt x="47829" y="2574"/>
                  </a:lnTo>
                  <a:lnTo>
                    <a:pt x="50276" y="2711"/>
                  </a:lnTo>
                  <a:lnTo>
                    <a:pt x="55299" y="2993"/>
                  </a:lnTo>
                  <a:lnTo>
                    <a:pt x="59673" y="3768"/>
                  </a:lnTo>
                  <a:lnTo>
                    <a:pt x="60012" y="3967"/>
                  </a:lnTo>
                  <a:lnTo>
                    <a:pt x="63204" y="5838"/>
                  </a:lnTo>
                  <a:lnTo>
                    <a:pt x="68839" y="9149"/>
                  </a:lnTo>
                  <a:lnTo>
                    <a:pt x="73055" y="2179"/>
                  </a:lnTo>
                  <a:lnTo>
                    <a:pt x="74374" y="0"/>
                  </a:lnTo>
                  <a:lnTo>
                    <a:pt x="75813" y="920"/>
                  </a:lnTo>
                  <a:lnTo>
                    <a:pt x="77067" y="1721"/>
                  </a:lnTo>
                  <a:lnTo>
                    <a:pt x="78304" y="2513"/>
                  </a:lnTo>
                  <a:lnTo>
                    <a:pt x="80638" y="40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1896308" y="4112275"/>
              <a:ext cx="228269" cy="266448"/>
            </a:xfrm>
            <a:custGeom>
              <a:avLst/>
              <a:pathLst>
                <a:path w="228269" h="266448">
                  <a:moveTo>
                    <a:pt x="106797" y="12459"/>
                  </a:moveTo>
                  <a:lnTo>
                    <a:pt x="114171" y="13839"/>
                  </a:lnTo>
                  <a:lnTo>
                    <a:pt x="114691" y="11209"/>
                  </a:lnTo>
                  <a:lnTo>
                    <a:pt x="120689" y="13046"/>
                  </a:lnTo>
                  <a:lnTo>
                    <a:pt x="122610" y="13701"/>
                  </a:lnTo>
                  <a:lnTo>
                    <a:pt x="123529" y="14071"/>
                  </a:lnTo>
                  <a:lnTo>
                    <a:pt x="124309" y="14669"/>
                  </a:lnTo>
                  <a:lnTo>
                    <a:pt x="125671" y="16099"/>
                  </a:lnTo>
                  <a:lnTo>
                    <a:pt x="127726" y="18258"/>
                  </a:lnTo>
                  <a:lnTo>
                    <a:pt x="131437" y="22155"/>
                  </a:lnTo>
                  <a:lnTo>
                    <a:pt x="132743" y="23527"/>
                  </a:lnTo>
                  <a:lnTo>
                    <a:pt x="134342" y="25206"/>
                  </a:lnTo>
                  <a:lnTo>
                    <a:pt x="134622" y="25501"/>
                  </a:lnTo>
                  <a:lnTo>
                    <a:pt x="134899" y="26130"/>
                  </a:lnTo>
                  <a:lnTo>
                    <a:pt x="132743" y="28814"/>
                  </a:lnTo>
                  <a:lnTo>
                    <a:pt x="132637" y="28946"/>
                  </a:lnTo>
                  <a:lnTo>
                    <a:pt x="132527" y="29083"/>
                  </a:lnTo>
                  <a:lnTo>
                    <a:pt x="126905" y="36082"/>
                  </a:lnTo>
                  <a:lnTo>
                    <a:pt x="128854" y="38261"/>
                  </a:lnTo>
                  <a:lnTo>
                    <a:pt x="130900" y="39880"/>
                  </a:lnTo>
                  <a:lnTo>
                    <a:pt x="132077" y="40811"/>
                  </a:lnTo>
                  <a:lnTo>
                    <a:pt x="132596" y="41221"/>
                  </a:lnTo>
                  <a:lnTo>
                    <a:pt x="140426" y="46126"/>
                  </a:lnTo>
                  <a:lnTo>
                    <a:pt x="142399" y="47363"/>
                  </a:lnTo>
                  <a:lnTo>
                    <a:pt x="148794" y="51147"/>
                  </a:lnTo>
                  <a:lnTo>
                    <a:pt x="147250" y="53647"/>
                  </a:lnTo>
                  <a:lnTo>
                    <a:pt x="145933" y="55777"/>
                  </a:lnTo>
                  <a:lnTo>
                    <a:pt x="145500" y="56478"/>
                  </a:lnTo>
                  <a:lnTo>
                    <a:pt x="142590" y="61187"/>
                  </a:lnTo>
                  <a:lnTo>
                    <a:pt x="139610" y="66089"/>
                  </a:lnTo>
                  <a:lnTo>
                    <a:pt x="136100" y="71863"/>
                  </a:lnTo>
                  <a:lnTo>
                    <a:pt x="136304" y="71977"/>
                  </a:lnTo>
                  <a:lnTo>
                    <a:pt x="138552" y="73226"/>
                  </a:lnTo>
                  <a:lnTo>
                    <a:pt x="140792" y="74472"/>
                  </a:lnTo>
                  <a:lnTo>
                    <a:pt x="145629" y="77601"/>
                  </a:lnTo>
                  <a:lnTo>
                    <a:pt x="144018" y="80424"/>
                  </a:lnTo>
                  <a:lnTo>
                    <a:pt x="143357" y="81580"/>
                  </a:lnTo>
                  <a:lnTo>
                    <a:pt x="142231" y="83554"/>
                  </a:lnTo>
                  <a:lnTo>
                    <a:pt x="141719" y="84557"/>
                  </a:lnTo>
                  <a:lnTo>
                    <a:pt x="143121" y="87591"/>
                  </a:lnTo>
                  <a:lnTo>
                    <a:pt x="145752" y="93283"/>
                  </a:lnTo>
                  <a:lnTo>
                    <a:pt x="146702" y="95340"/>
                  </a:lnTo>
                  <a:lnTo>
                    <a:pt x="146802" y="95557"/>
                  </a:lnTo>
                  <a:lnTo>
                    <a:pt x="147250" y="96525"/>
                  </a:lnTo>
                  <a:lnTo>
                    <a:pt x="148232" y="98652"/>
                  </a:lnTo>
                  <a:lnTo>
                    <a:pt x="149281" y="100778"/>
                  </a:lnTo>
                  <a:lnTo>
                    <a:pt x="149541" y="101056"/>
                  </a:lnTo>
                  <a:lnTo>
                    <a:pt x="149935" y="101476"/>
                  </a:lnTo>
                  <a:lnTo>
                    <a:pt x="151101" y="102279"/>
                  </a:lnTo>
                  <a:lnTo>
                    <a:pt x="160976" y="109080"/>
                  </a:lnTo>
                  <a:lnTo>
                    <a:pt x="161390" y="109364"/>
                  </a:lnTo>
                  <a:lnTo>
                    <a:pt x="162205" y="108186"/>
                  </a:lnTo>
                  <a:lnTo>
                    <a:pt x="165680" y="102729"/>
                  </a:lnTo>
                  <a:lnTo>
                    <a:pt x="175239" y="108784"/>
                  </a:lnTo>
                  <a:lnTo>
                    <a:pt x="175374" y="108870"/>
                  </a:lnTo>
                  <a:lnTo>
                    <a:pt x="176584" y="109636"/>
                  </a:lnTo>
                  <a:lnTo>
                    <a:pt x="177237" y="110050"/>
                  </a:lnTo>
                  <a:lnTo>
                    <a:pt x="186805" y="116111"/>
                  </a:lnTo>
                  <a:lnTo>
                    <a:pt x="187705" y="116682"/>
                  </a:lnTo>
                  <a:lnTo>
                    <a:pt x="203000" y="126371"/>
                  </a:lnTo>
                  <a:lnTo>
                    <a:pt x="209337" y="130386"/>
                  </a:lnTo>
                  <a:lnTo>
                    <a:pt x="209575" y="130537"/>
                  </a:lnTo>
                  <a:lnTo>
                    <a:pt x="210887" y="131367"/>
                  </a:lnTo>
                  <a:lnTo>
                    <a:pt x="204090" y="142762"/>
                  </a:lnTo>
                  <a:lnTo>
                    <a:pt x="200217" y="145142"/>
                  </a:lnTo>
                  <a:lnTo>
                    <a:pt x="198261" y="149817"/>
                  </a:lnTo>
                  <a:lnTo>
                    <a:pt x="198135" y="150117"/>
                  </a:lnTo>
                  <a:lnTo>
                    <a:pt x="197775" y="150980"/>
                  </a:lnTo>
                  <a:lnTo>
                    <a:pt x="194766" y="158173"/>
                  </a:lnTo>
                  <a:lnTo>
                    <a:pt x="191585" y="165776"/>
                  </a:lnTo>
                  <a:lnTo>
                    <a:pt x="199857" y="171960"/>
                  </a:lnTo>
                  <a:lnTo>
                    <a:pt x="204016" y="172250"/>
                  </a:lnTo>
                  <a:lnTo>
                    <a:pt x="206472" y="172250"/>
                  </a:lnTo>
                  <a:lnTo>
                    <a:pt x="208427" y="172558"/>
                  </a:lnTo>
                  <a:lnTo>
                    <a:pt x="215644" y="175904"/>
                  </a:lnTo>
                  <a:lnTo>
                    <a:pt x="219536" y="178978"/>
                  </a:lnTo>
                  <a:lnTo>
                    <a:pt x="227669" y="183752"/>
                  </a:lnTo>
                  <a:lnTo>
                    <a:pt x="227926" y="183903"/>
                  </a:lnTo>
                  <a:lnTo>
                    <a:pt x="228269" y="184104"/>
                  </a:lnTo>
                  <a:lnTo>
                    <a:pt x="224468" y="190275"/>
                  </a:lnTo>
                  <a:lnTo>
                    <a:pt x="212742" y="209104"/>
                  </a:lnTo>
                  <a:lnTo>
                    <a:pt x="210811" y="212205"/>
                  </a:lnTo>
                  <a:lnTo>
                    <a:pt x="210199" y="213189"/>
                  </a:lnTo>
                  <a:lnTo>
                    <a:pt x="201850" y="226595"/>
                  </a:lnTo>
                  <a:lnTo>
                    <a:pt x="193132" y="240595"/>
                  </a:lnTo>
                  <a:lnTo>
                    <a:pt x="187327" y="249952"/>
                  </a:lnTo>
                  <a:lnTo>
                    <a:pt x="187212" y="250136"/>
                  </a:lnTo>
                  <a:lnTo>
                    <a:pt x="178958" y="263441"/>
                  </a:lnTo>
                  <a:lnTo>
                    <a:pt x="178057" y="264894"/>
                  </a:lnTo>
                  <a:lnTo>
                    <a:pt x="177110" y="266448"/>
                  </a:lnTo>
                  <a:lnTo>
                    <a:pt x="176407" y="265994"/>
                  </a:lnTo>
                  <a:lnTo>
                    <a:pt x="156048" y="252850"/>
                  </a:lnTo>
                  <a:lnTo>
                    <a:pt x="155912" y="252762"/>
                  </a:lnTo>
                  <a:lnTo>
                    <a:pt x="145112" y="245789"/>
                  </a:lnTo>
                  <a:lnTo>
                    <a:pt x="137770" y="241049"/>
                  </a:lnTo>
                  <a:lnTo>
                    <a:pt x="136355" y="240135"/>
                  </a:lnTo>
                  <a:lnTo>
                    <a:pt x="135541" y="239623"/>
                  </a:lnTo>
                  <a:lnTo>
                    <a:pt x="133900" y="238590"/>
                  </a:lnTo>
                  <a:lnTo>
                    <a:pt x="130887" y="236694"/>
                  </a:lnTo>
                  <a:lnTo>
                    <a:pt x="127438" y="234525"/>
                  </a:lnTo>
                  <a:lnTo>
                    <a:pt x="124294" y="232547"/>
                  </a:lnTo>
                  <a:lnTo>
                    <a:pt x="123749" y="232204"/>
                  </a:lnTo>
                  <a:lnTo>
                    <a:pt x="122719" y="231556"/>
                  </a:lnTo>
                  <a:lnTo>
                    <a:pt x="117695" y="228328"/>
                  </a:lnTo>
                  <a:lnTo>
                    <a:pt x="117126" y="227963"/>
                  </a:lnTo>
                  <a:lnTo>
                    <a:pt x="115868" y="227155"/>
                  </a:lnTo>
                  <a:lnTo>
                    <a:pt x="111708" y="224483"/>
                  </a:lnTo>
                  <a:lnTo>
                    <a:pt x="111351" y="224254"/>
                  </a:lnTo>
                  <a:lnTo>
                    <a:pt x="110284" y="223620"/>
                  </a:lnTo>
                  <a:lnTo>
                    <a:pt x="101957" y="218675"/>
                  </a:lnTo>
                  <a:lnTo>
                    <a:pt x="100676" y="217915"/>
                  </a:lnTo>
                  <a:lnTo>
                    <a:pt x="95706" y="214963"/>
                  </a:lnTo>
                  <a:lnTo>
                    <a:pt x="95536" y="214862"/>
                  </a:lnTo>
                  <a:lnTo>
                    <a:pt x="94661" y="214309"/>
                  </a:lnTo>
                  <a:lnTo>
                    <a:pt x="94172" y="213999"/>
                  </a:lnTo>
                  <a:lnTo>
                    <a:pt x="94035" y="213913"/>
                  </a:lnTo>
                  <a:lnTo>
                    <a:pt x="85230" y="208345"/>
                  </a:lnTo>
                  <a:lnTo>
                    <a:pt x="82598" y="206681"/>
                  </a:lnTo>
                  <a:lnTo>
                    <a:pt x="82350" y="206524"/>
                  </a:lnTo>
                  <a:lnTo>
                    <a:pt x="68716" y="197902"/>
                  </a:lnTo>
                  <a:lnTo>
                    <a:pt x="60515" y="192716"/>
                  </a:lnTo>
                  <a:lnTo>
                    <a:pt x="60330" y="192599"/>
                  </a:lnTo>
                  <a:lnTo>
                    <a:pt x="55925" y="189814"/>
                  </a:lnTo>
                  <a:lnTo>
                    <a:pt x="51598" y="186952"/>
                  </a:lnTo>
                  <a:lnTo>
                    <a:pt x="50454" y="186195"/>
                  </a:lnTo>
                  <a:lnTo>
                    <a:pt x="53382" y="181757"/>
                  </a:lnTo>
                  <a:lnTo>
                    <a:pt x="55423" y="178664"/>
                  </a:lnTo>
                  <a:lnTo>
                    <a:pt x="56976" y="176311"/>
                  </a:lnTo>
                  <a:lnTo>
                    <a:pt x="58872" y="173436"/>
                  </a:lnTo>
                  <a:lnTo>
                    <a:pt x="59259" y="172850"/>
                  </a:lnTo>
                  <a:lnTo>
                    <a:pt x="60137" y="171519"/>
                  </a:lnTo>
                  <a:lnTo>
                    <a:pt x="52491" y="166157"/>
                  </a:lnTo>
                  <a:lnTo>
                    <a:pt x="51713" y="165612"/>
                  </a:lnTo>
                  <a:lnTo>
                    <a:pt x="51275" y="165304"/>
                  </a:lnTo>
                  <a:lnTo>
                    <a:pt x="50974" y="165134"/>
                  </a:lnTo>
                  <a:lnTo>
                    <a:pt x="56737" y="155040"/>
                  </a:lnTo>
                  <a:lnTo>
                    <a:pt x="57155" y="154307"/>
                  </a:lnTo>
                  <a:lnTo>
                    <a:pt x="58719" y="151864"/>
                  </a:lnTo>
                  <a:lnTo>
                    <a:pt x="61367" y="147728"/>
                  </a:lnTo>
                  <a:lnTo>
                    <a:pt x="65530" y="141224"/>
                  </a:lnTo>
                  <a:lnTo>
                    <a:pt x="64124" y="140354"/>
                  </a:lnTo>
                  <a:lnTo>
                    <a:pt x="63063" y="139697"/>
                  </a:lnTo>
                  <a:lnTo>
                    <a:pt x="62835" y="139557"/>
                  </a:lnTo>
                  <a:lnTo>
                    <a:pt x="63848" y="139193"/>
                  </a:lnTo>
                  <a:lnTo>
                    <a:pt x="61287" y="134154"/>
                  </a:lnTo>
                  <a:lnTo>
                    <a:pt x="60696" y="132993"/>
                  </a:lnTo>
                  <a:lnTo>
                    <a:pt x="60304" y="132220"/>
                  </a:lnTo>
                  <a:lnTo>
                    <a:pt x="59233" y="130114"/>
                  </a:lnTo>
                  <a:lnTo>
                    <a:pt x="58211" y="128103"/>
                  </a:lnTo>
                  <a:lnTo>
                    <a:pt x="58100" y="127885"/>
                  </a:lnTo>
                  <a:lnTo>
                    <a:pt x="56877" y="125479"/>
                  </a:lnTo>
                  <a:lnTo>
                    <a:pt x="58078" y="124631"/>
                  </a:lnTo>
                  <a:lnTo>
                    <a:pt x="59601" y="123555"/>
                  </a:lnTo>
                  <a:lnTo>
                    <a:pt x="60154" y="123164"/>
                  </a:lnTo>
                  <a:lnTo>
                    <a:pt x="60723" y="122762"/>
                  </a:lnTo>
                  <a:lnTo>
                    <a:pt x="60995" y="122571"/>
                  </a:lnTo>
                  <a:lnTo>
                    <a:pt x="61654" y="122105"/>
                  </a:lnTo>
                  <a:lnTo>
                    <a:pt x="61979" y="121900"/>
                  </a:lnTo>
                  <a:lnTo>
                    <a:pt x="64230" y="120480"/>
                  </a:lnTo>
                  <a:lnTo>
                    <a:pt x="64500" y="120966"/>
                  </a:lnTo>
                  <a:lnTo>
                    <a:pt x="67068" y="125593"/>
                  </a:lnTo>
                  <a:lnTo>
                    <a:pt x="67219" y="125866"/>
                  </a:lnTo>
                  <a:lnTo>
                    <a:pt x="67930" y="127147"/>
                  </a:lnTo>
                  <a:lnTo>
                    <a:pt x="70843" y="125416"/>
                  </a:lnTo>
                  <a:lnTo>
                    <a:pt x="71233" y="125189"/>
                  </a:lnTo>
                  <a:lnTo>
                    <a:pt x="70967" y="124732"/>
                  </a:lnTo>
                  <a:lnTo>
                    <a:pt x="69651" y="122472"/>
                  </a:lnTo>
                  <a:lnTo>
                    <a:pt x="69182" y="121666"/>
                  </a:lnTo>
                  <a:lnTo>
                    <a:pt x="69096" y="121518"/>
                  </a:lnTo>
                  <a:lnTo>
                    <a:pt x="70022" y="120308"/>
                  </a:lnTo>
                  <a:lnTo>
                    <a:pt x="70614" y="119274"/>
                  </a:lnTo>
                  <a:lnTo>
                    <a:pt x="70854" y="118853"/>
                  </a:lnTo>
                  <a:lnTo>
                    <a:pt x="71456" y="117804"/>
                  </a:lnTo>
                  <a:lnTo>
                    <a:pt x="72377" y="116527"/>
                  </a:lnTo>
                  <a:lnTo>
                    <a:pt x="73263" y="115299"/>
                  </a:lnTo>
                  <a:lnTo>
                    <a:pt x="74150" y="114072"/>
                  </a:lnTo>
                  <a:lnTo>
                    <a:pt x="74419" y="113699"/>
                  </a:lnTo>
                  <a:lnTo>
                    <a:pt x="74632" y="113405"/>
                  </a:lnTo>
                  <a:lnTo>
                    <a:pt x="72245" y="112309"/>
                  </a:lnTo>
                  <a:lnTo>
                    <a:pt x="68850" y="111549"/>
                  </a:lnTo>
                  <a:lnTo>
                    <a:pt x="67357" y="110809"/>
                  </a:lnTo>
                  <a:lnTo>
                    <a:pt x="66578" y="110593"/>
                  </a:lnTo>
                  <a:lnTo>
                    <a:pt x="62224" y="109753"/>
                  </a:lnTo>
                  <a:lnTo>
                    <a:pt x="61606" y="109634"/>
                  </a:lnTo>
                  <a:lnTo>
                    <a:pt x="62168" y="108788"/>
                  </a:lnTo>
                  <a:lnTo>
                    <a:pt x="62739" y="107930"/>
                  </a:lnTo>
                  <a:lnTo>
                    <a:pt x="63109" y="107372"/>
                  </a:lnTo>
                  <a:lnTo>
                    <a:pt x="64042" y="105969"/>
                  </a:lnTo>
                  <a:lnTo>
                    <a:pt x="64253" y="105651"/>
                  </a:lnTo>
                  <a:lnTo>
                    <a:pt x="64477" y="105314"/>
                  </a:lnTo>
                  <a:lnTo>
                    <a:pt x="65378" y="103959"/>
                  </a:lnTo>
                  <a:lnTo>
                    <a:pt x="65323" y="103295"/>
                  </a:lnTo>
                  <a:lnTo>
                    <a:pt x="65301" y="103020"/>
                  </a:lnTo>
                  <a:lnTo>
                    <a:pt x="65246" y="102357"/>
                  </a:lnTo>
                  <a:lnTo>
                    <a:pt x="66378" y="98219"/>
                  </a:lnTo>
                  <a:lnTo>
                    <a:pt x="67156" y="95377"/>
                  </a:lnTo>
                  <a:lnTo>
                    <a:pt x="67445" y="94319"/>
                  </a:lnTo>
                  <a:lnTo>
                    <a:pt x="67558" y="93907"/>
                  </a:lnTo>
                  <a:lnTo>
                    <a:pt x="67649" y="93575"/>
                  </a:lnTo>
                  <a:lnTo>
                    <a:pt x="67878" y="91760"/>
                  </a:lnTo>
                  <a:lnTo>
                    <a:pt x="68013" y="90688"/>
                  </a:lnTo>
                  <a:lnTo>
                    <a:pt x="68030" y="90553"/>
                  </a:lnTo>
                  <a:lnTo>
                    <a:pt x="67370" y="88118"/>
                  </a:lnTo>
                  <a:lnTo>
                    <a:pt x="67526" y="88040"/>
                  </a:lnTo>
                  <a:lnTo>
                    <a:pt x="68237" y="87686"/>
                  </a:lnTo>
                  <a:lnTo>
                    <a:pt x="71706" y="86093"/>
                  </a:lnTo>
                  <a:lnTo>
                    <a:pt x="72215" y="85860"/>
                  </a:lnTo>
                  <a:lnTo>
                    <a:pt x="72937" y="85528"/>
                  </a:lnTo>
                  <a:lnTo>
                    <a:pt x="73504" y="85268"/>
                  </a:lnTo>
                  <a:lnTo>
                    <a:pt x="74059" y="83816"/>
                  </a:lnTo>
                  <a:lnTo>
                    <a:pt x="73896" y="83424"/>
                  </a:lnTo>
                  <a:lnTo>
                    <a:pt x="75005" y="83024"/>
                  </a:lnTo>
                  <a:lnTo>
                    <a:pt x="76452" y="82502"/>
                  </a:lnTo>
                  <a:lnTo>
                    <a:pt x="81176" y="80387"/>
                  </a:lnTo>
                  <a:lnTo>
                    <a:pt x="81796" y="80047"/>
                  </a:lnTo>
                  <a:lnTo>
                    <a:pt x="83216" y="79271"/>
                  </a:lnTo>
                  <a:lnTo>
                    <a:pt x="86423" y="77563"/>
                  </a:lnTo>
                  <a:lnTo>
                    <a:pt x="87034" y="77480"/>
                  </a:lnTo>
                  <a:lnTo>
                    <a:pt x="87195" y="77458"/>
                  </a:lnTo>
                  <a:lnTo>
                    <a:pt x="88177" y="77324"/>
                  </a:lnTo>
                  <a:lnTo>
                    <a:pt x="89564" y="77495"/>
                  </a:lnTo>
                  <a:lnTo>
                    <a:pt x="91958" y="77191"/>
                  </a:lnTo>
                  <a:lnTo>
                    <a:pt x="92463" y="76751"/>
                  </a:lnTo>
                  <a:lnTo>
                    <a:pt x="92739" y="76510"/>
                  </a:lnTo>
                  <a:lnTo>
                    <a:pt x="93532" y="75819"/>
                  </a:lnTo>
                  <a:lnTo>
                    <a:pt x="93974" y="75433"/>
                  </a:lnTo>
                  <a:lnTo>
                    <a:pt x="94347" y="75021"/>
                  </a:lnTo>
                  <a:lnTo>
                    <a:pt x="94511" y="73987"/>
                  </a:lnTo>
                  <a:lnTo>
                    <a:pt x="93819" y="73015"/>
                  </a:lnTo>
                  <a:lnTo>
                    <a:pt x="93620" y="72735"/>
                  </a:lnTo>
                  <a:lnTo>
                    <a:pt x="93376" y="72579"/>
                  </a:lnTo>
                  <a:lnTo>
                    <a:pt x="93174" y="72449"/>
                  </a:lnTo>
                  <a:lnTo>
                    <a:pt x="93046" y="72367"/>
                  </a:lnTo>
                  <a:lnTo>
                    <a:pt x="92043" y="71855"/>
                  </a:lnTo>
                  <a:lnTo>
                    <a:pt x="90358" y="71818"/>
                  </a:lnTo>
                  <a:lnTo>
                    <a:pt x="89276" y="72024"/>
                  </a:lnTo>
                  <a:lnTo>
                    <a:pt x="82283" y="71792"/>
                  </a:lnTo>
                  <a:lnTo>
                    <a:pt x="80713" y="71741"/>
                  </a:lnTo>
                  <a:lnTo>
                    <a:pt x="79559" y="71702"/>
                  </a:lnTo>
                  <a:lnTo>
                    <a:pt x="79134" y="71688"/>
                  </a:lnTo>
                  <a:lnTo>
                    <a:pt x="78298" y="70660"/>
                  </a:lnTo>
                  <a:lnTo>
                    <a:pt x="76014" y="67849"/>
                  </a:lnTo>
                  <a:lnTo>
                    <a:pt x="75441" y="67144"/>
                  </a:lnTo>
                  <a:lnTo>
                    <a:pt x="74681" y="66895"/>
                  </a:lnTo>
                  <a:lnTo>
                    <a:pt x="74350" y="66816"/>
                  </a:lnTo>
                  <a:lnTo>
                    <a:pt x="73031" y="66501"/>
                  </a:lnTo>
                  <a:lnTo>
                    <a:pt x="70895" y="65991"/>
                  </a:lnTo>
                  <a:lnTo>
                    <a:pt x="70062" y="65789"/>
                  </a:lnTo>
                  <a:lnTo>
                    <a:pt x="69819" y="65717"/>
                  </a:lnTo>
                  <a:lnTo>
                    <a:pt x="67621" y="65063"/>
                  </a:lnTo>
                  <a:lnTo>
                    <a:pt x="64022" y="63992"/>
                  </a:lnTo>
                  <a:lnTo>
                    <a:pt x="63603" y="63580"/>
                  </a:lnTo>
                  <a:lnTo>
                    <a:pt x="62285" y="62284"/>
                  </a:lnTo>
                  <a:lnTo>
                    <a:pt x="61122" y="61443"/>
                  </a:lnTo>
                  <a:lnTo>
                    <a:pt x="60666" y="61112"/>
                  </a:lnTo>
                  <a:lnTo>
                    <a:pt x="60108" y="60950"/>
                  </a:lnTo>
                  <a:lnTo>
                    <a:pt x="59293" y="60715"/>
                  </a:lnTo>
                  <a:lnTo>
                    <a:pt x="57707" y="60255"/>
                  </a:lnTo>
                  <a:lnTo>
                    <a:pt x="57356" y="60110"/>
                  </a:lnTo>
                  <a:lnTo>
                    <a:pt x="53651" y="57499"/>
                  </a:lnTo>
                  <a:lnTo>
                    <a:pt x="51001" y="56247"/>
                  </a:lnTo>
                  <a:lnTo>
                    <a:pt x="50710" y="56687"/>
                  </a:lnTo>
                  <a:lnTo>
                    <a:pt x="49386" y="58694"/>
                  </a:lnTo>
                  <a:lnTo>
                    <a:pt x="43729" y="54953"/>
                  </a:lnTo>
                  <a:lnTo>
                    <a:pt x="44131" y="53917"/>
                  </a:lnTo>
                  <a:lnTo>
                    <a:pt x="43900" y="53758"/>
                  </a:lnTo>
                  <a:lnTo>
                    <a:pt x="39515" y="50748"/>
                  </a:lnTo>
                  <a:lnTo>
                    <a:pt x="38665" y="51680"/>
                  </a:lnTo>
                  <a:lnTo>
                    <a:pt x="37636" y="50697"/>
                  </a:lnTo>
                  <a:lnTo>
                    <a:pt x="35426" y="49440"/>
                  </a:lnTo>
                  <a:lnTo>
                    <a:pt x="32717" y="48566"/>
                  </a:lnTo>
                  <a:lnTo>
                    <a:pt x="19349" y="47720"/>
                  </a:lnTo>
                  <a:lnTo>
                    <a:pt x="17755" y="47620"/>
                  </a:lnTo>
                  <a:lnTo>
                    <a:pt x="17396" y="47597"/>
                  </a:lnTo>
                  <a:lnTo>
                    <a:pt x="9630" y="44408"/>
                  </a:lnTo>
                  <a:lnTo>
                    <a:pt x="1353" y="41009"/>
                  </a:lnTo>
                  <a:lnTo>
                    <a:pt x="8" y="40457"/>
                  </a:lnTo>
                  <a:lnTo>
                    <a:pt x="6" y="39663"/>
                  </a:lnTo>
                  <a:lnTo>
                    <a:pt x="6" y="39364"/>
                  </a:lnTo>
                  <a:lnTo>
                    <a:pt x="0" y="36573"/>
                  </a:lnTo>
                  <a:lnTo>
                    <a:pt x="186" y="36310"/>
                  </a:lnTo>
                  <a:lnTo>
                    <a:pt x="549" y="35799"/>
                  </a:lnTo>
                  <a:lnTo>
                    <a:pt x="3131" y="32210"/>
                  </a:lnTo>
                  <a:lnTo>
                    <a:pt x="3407" y="31886"/>
                  </a:lnTo>
                  <a:lnTo>
                    <a:pt x="8458" y="33924"/>
                  </a:lnTo>
                  <a:lnTo>
                    <a:pt x="19506" y="38383"/>
                  </a:lnTo>
                  <a:lnTo>
                    <a:pt x="20015" y="38589"/>
                  </a:lnTo>
                  <a:lnTo>
                    <a:pt x="21405" y="37897"/>
                  </a:lnTo>
                  <a:lnTo>
                    <a:pt x="34026" y="38627"/>
                  </a:lnTo>
                  <a:lnTo>
                    <a:pt x="41022" y="39031"/>
                  </a:lnTo>
                  <a:lnTo>
                    <a:pt x="42081" y="33818"/>
                  </a:lnTo>
                  <a:lnTo>
                    <a:pt x="42805" y="30251"/>
                  </a:lnTo>
                  <a:lnTo>
                    <a:pt x="45144" y="30650"/>
                  </a:lnTo>
                  <a:lnTo>
                    <a:pt x="44504" y="34393"/>
                  </a:lnTo>
                  <a:lnTo>
                    <a:pt x="43640" y="39444"/>
                  </a:lnTo>
                  <a:lnTo>
                    <a:pt x="52131" y="40343"/>
                  </a:lnTo>
                  <a:lnTo>
                    <a:pt x="52990" y="40434"/>
                  </a:lnTo>
                  <a:lnTo>
                    <a:pt x="53580" y="40497"/>
                  </a:lnTo>
                  <a:lnTo>
                    <a:pt x="56524" y="40994"/>
                  </a:lnTo>
                  <a:lnTo>
                    <a:pt x="56736" y="41030"/>
                  </a:lnTo>
                  <a:lnTo>
                    <a:pt x="57119" y="41089"/>
                  </a:lnTo>
                  <a:lnTo>
                    <a:pt x="57528" y="41078"/>
                  </a:lnTo>
                  <a:lnTo>
                    <a:pt x="59233" y="41032"/>
                  </a:lnTo>
                  <a:lnTo>
                    <a:pt x="64434" y="41380"/>
                  </a:lnTo>
                  <a:lnTo>
                    <a:pt x="70420" y="41781"/>
                  </a:lnTo>
                  <a:lnTo>
                    <a:pt x="70803" y="41803"/>
                  </a:lnTo>
                  <a:lnTo>
                    <a:pt x="73106" y="41855"/>
                  </a:lnTo>
                  <a:lnTo>
                    <a:pt x="76626" y="41935"/>
                  </a:lnTo>
                  <a:lnTo>
                    <a:pt x="82706" y="42074"/>
                  </a:lnTo>
                  <a:lnTo>
                    <a:pt x="87900" y="42244"/>
                  </a:lnTo>
                  <a:lnTo>
                    <a:pt x="88719" y="42539"/>
                  </a:lnTo>
                  <a:lnTo>
                    <a:pt x="89705" y="42893"/>
                  </a:lnTo>
                  <a:lnTo>
                    <a:pt x="92394" y="43593"/>
                  </a:lnTo>
                  <a:lnTo>
                    <a:pt x="94385" y="42576"/>
                  </a:lnTo>
                  <a:lnTo>
                    <a:pt x="95769" y="41869"/>
                  </a:lnTo>
                  <a:lnTo>
                    <a:pt x="100041" y="39118"/>
                  </a:lnTo>
                  <a:lnTo>
                    <a:pt x="101232" y="38351"/>
                  </a:lnTo>
                  <a:lnTo>
                    <a:pt x="102846" y="25436"/>
                  </a:lnTo>
                  <a:lnTo>
                    <a:pt x="102561" y="23797"/>
                  </a:lnTo>
                  <a:lnTo>
                    <a:pt x="97995" y="19720"/>
                  </a:lnTo>
                  <a:lnTo>
                    <a:pt x="97208" y="17304"/>
                  </a:lnTo>
                  <a:lnTo>
                    <a:pt x="72885" y="2234"/>
                  </a:lnTo>
                  <a:lnTo>
                    <a:pt x="73450" y="2178"/>
                  </a:lnTo>
                  <a:lnTo>
                    <a:pt x="75607" y="1964"/>
                  </a:lnTo>
                  <a:lnTo>
                    <a:pt x="77561" y="246"/>
                  </a:lnTo>
                  <a:lnTo>
                    <a:pt x="81158" y="0"/>
                  </a:lnTo>
                  <a:lnTo>
                    <a:pt x="83302" y="369"/>
                  </a:lnTo>
                  <a:lnTo>
                    <a:pt x="86281" y="1252"/>
                  </a:lnTo>
                  <a:lnTo>
                    <a:pt x="87618" y="1878"/>
                  </a:lnTo>
                  <a:lnTo>
                    <a:pt x="90346" y="4297"/>
                  </a:lnTo>
                  <a:lnTo>
                    <a:pt x="95720" y="7456"/>
                  </a:lnTo>
                  <a:lnTo>
                    <a:pt x="100008" y="97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2871073" y="2333453"/>
              <a:ext cx="271858" cy="253523"/>
            </a:xfrm>
            <a:custGeom>
              <a:avLst/>
              <a:pathLst>
                <a:path w="271858" h="253523">
                  <a:moveTo>
                    <a:pt x="13988" y="24953"/>
                  </a:moveTo>
                  <a:lnTo>
                    <a:pt x="15847" y="25453"/>
                  </a:lnTo>
                  <a:lnTo>
                    <a:pt x="19423" y="23132"/>
                  </a:lnTo>
                  <a:lnTo>
                    <a:pt x="25749" y="25136"/>
                  </a:lnTo>
                  <a:lnTo>
                    <a:pt x="27175" y="34425"/>
                  </a:lnTo>
                  <a:lnTo>
                    <a:pt x="28798" y="34574"/>
                  </a:lnTo>
                  <a:lnTo>
                    <a:pt x="53219" y="36811"/>
                  </a:lnTo>
                  <a:lnTo>
                    <a:pt x="53441" y="40909"/>
                  </a:lnTo>
                  <a:lnTo>
                    <a:pt x="62703" y="42739"/>
                  </a:lnTo>
                  <a:lnTo>
                    <a:pt x="69502" y="47927"/>
                  </a:lnTo>
                  <a:lnTo>
                    <a:pt x="67180" y="59834"/>
                  </a:lnTo>
                  <a:lnTo>
                    <a:pt x="74343" y="60397"/>
                  </a:lnTo>
                  <a:lnTo>
                    <a:pt x="78763" y="60745"/>
                  </a:lnTo>
                  <a:lnTo>
                    <a:pt x="81740" y="73168"/>
                  </a:lnTo>
                  <a:lnTo>
                    <a:pt x="85209" y="74070"/>
                  </a:lnTo>
                  <a:lnTo>
                    <a:pt x="85128" y="78013"/>
                  </a:lnTo>
                  <a:lnTo>
                    <a:pt x="84856" y="91286"/>
                  </a:lnTo>
                  <a:lnTo>
                    <a:pt x="95095" y="106481"/>
                  </a:lnTo>
                  <a:lnTo>
                    <a:pt x="110347" y="94668"/>
                  </a:lnTo>
                  <a:lnTo>
                    <a:pt x="129169" y="86358"/>
                  </a:lnTo>
                  <a:lnTo>
                    <a:pt x="136408" y="94554"/>
                  </a:lnTo>
                  <a:lnTo>
                    <a:pt x="151110" y="88748"/>
                  </a:lnTo>
                  <a:lnTo>
                    <a:pt x="155419" y="95929"/>
                  </a:lnTo>
                  <a:lnTo>
                    <a:pt x="144389" y="102417"/>
                  </a:lnTo>
                  <a:lnTo>
                    <a:pt x="145949" y="106516"/>
                  </a:lnTo>
                  <a:lnTo>
                    <a:pt x="142719" y="121656"/>
                  </a:lnTo>
                  <a:lnTo>
                    <a:pt x="150069" y="137025"/>
                  </a:lnTo>
                  <a:lnTo>
                    <a:pt x="161875" y="139643"/>
                  </a:lnTo>
                  <a:lnTo>
                    <a:pt x="167729" y="136135"/>
                  </a:lnTo>
                  <a:lnTo>
                    <a:pt x="168335" y="135773"/>
                  </a:lnTo>
                  <a:lnTo>
                    <a:pt x="184150" y="154898"/>
                  </a:lnTo>
                  <a:lnTo>
                    <a:pt x="192837" y="184269"/>
                  </a:lnTo>
                  <a:lnTo>
                    <a:pt x="198353" y="184291"/>
                  </a:lnTo>
                  <a:lnTo>
                    <a:pt x="202474" y="177386"/>
                  </a:lnTo>
                  <a:lnTo>
                    <a:pt x="209825" y="180346"/>
                  </a:lnTo>
                  <a:lnTo>
                    <a:pt x="218281" y="179407"/>
                  </a:lnTo>
                  <a:lnTo>
                    <a:pt x="219790" y="168673"/>
                  </a:lnTo>
                  <a:lnTo>
                    <a:pt x="214572" y="163280"/>
                  </a:lnTo>
                  <a:lnTo>
                    <a:pt x="214041" y="161358"/>
                  </a:lnTo>
                  <a:lnTo>
                    <a:pt x="213808" y="160517"/>
                  </a:lnTo>
                  <a:lnTo>
                    <a:pt x="212624" y="156236"/>
                  </a:lnTo>
                  <a:lnTo>
                    <a:pt x="214174" y="152903"/>
                  </a:lnTo>
                  <a:lnTo>
                    <a:pt x="217061" y="153906"/>
                  </a:lnTo>
                  <a:lnTo>
                    <a:pt x="231716" y="158976"/>
                  </a:lnTo>
                  <a:lnTo>
                    <a:pt x="240728" y="159089"/>
                  </a:lnTo>
                  <a:lnTo>
                    <a:pt x="247136" y="163266"/>
                  </a:lnTo>
                  <a:lnTo>
                    <a:pt x="247695" y="163631"/>
                  </a:lnTo>
                  <a:lnTo>
                    <a:pt x="254622" y="168147"/>
                  </a:lnTo>
                  <a:lnTo>
                    <a:pt x="254872" y="168310"/>
                  </a:lnTo>
                  <a:lnTo>
                    <a:pt x="261964" y="173041"/>
                  </a:lnTo>
                  <a:lnTo>
                    <a:pt x="262167" y="173177"/>
                  </a:lnTo>
                  <a:lnTo>
                    <a:pt x="269149" y="178519"/>
                  </a:lnTo>
                  <a:lnTo>
                    <a:pt x="269319" y="178648"/>
                  </a:lnTo>
                  <a:lnTo>
                    <a:pt x="262638" y="189059"/>
                  </a:lnTo>
                  <a:lnTo>
                    <a:pt x="257791" y="196612"/>
                  </a:lnTo>
                  <a:lnTo>
                    <a:pt x="255486" y="206585"/>
                  </a:lnTo>
                  <a:lnTo>
                    <a:pt x="253580" y="213418"/>
                  </a:lnTo>
                  <a:lnTo>
                    <a:pt x="253448" y="213893"/>
                  </a:lnTo>
                  <a:lnTo>
                    <a:pt x="253123" y="214074"/>
                  </a:lnTo>
                  <a:lnTo>
                    <a:pt x="252213" y="214581"/>
                  </a:lnTo>
                  <a:lnTo>
                    <a:pt x="250849" y="214800"/>
                  </a:lnTo>
                  <a:lnTo>
                    <a:pt x="247385" y="221160"/>
                  </a:lnTo>
                  <a:lnTo>
                    <a:pt x="249403" y="222570"/>
                  </a:lnTo>
                  <a:lnTo>
                    <a:pt x="268011" y="235567"/>
                  </a:lnTo>
                  <a:lnTo>
                    <a:pt x="271858" y="238255"/>
                  </a:lnTo>
                  <a:lnTo>
                    <a:pt x="269549" y="239750"/>
                  </a:lnTo>
                  <a:lnTo>
                    <a:pt x="265002" y="242693"/>
                  </a:lnTo>
                  <a:lnTo>
                    <a:pt x="254831" y="249277"/>
                  </a:lnTo>
                  <a:lnTo>
                    <a:pt x="252396" y="250853"/>
                  </a:lnTo>
                  <a:lnTo>
                    <a:pt x="248683" y="253257"/>
                  </a:lnTo>
                  <a:lnTo>
                    <a:pt x="248273" y="253523"/>
                  </a:lnTo>
                  <a:lnTo>
                    <a:pt x="229796" y="250995"/>
                  </a:lnTo>
                  <a:lnTo>
                    <a:pt x="224240" y="250455"/>
                  </a:lnTo>
                  <a:lnTo>
                    <a:pt x="221644" y="250202"/>
                  </a:lnTo>
                  <a:lnTo>
                    <a:pt x="213290" y="249390"/>
                  </a:lnTo>
                  <a:lnTo>
                    <a:pt x="209479" y="248800"/>
                  </a:lnTo>
                  <a:lnTo>
                    <a:pt x="206075" y="248274"/>
                  </a:lnTo>
                  <a:lnTo>
                    <a:pt x="191439" y="246009"/>
                  </a:lnTo>
                  <a:lnTo>
                    <a:pt x="188986" y="243865"/>
                  </a:lnTo>
                  <a:lnTo>
                    <a:pt x="188287" y="243254"/>
                  </a:lnTo>
                  <a:lnTo>
                    <a:pt x="184450" y="242343"/>
                  </a:lnTo>
                  <a:lnTo>
                    <a:pt x="182084" y="241780"/>
                  </a:lnTo>
                  <a:lnTo>
                    <a:pt x="172462" y="239495"/>
                  </a:lnTo>
                  <a:lnTo>
                    <a:pt x="169598" y="238814"/>
                  </a:lnTo>
                  <a:lnTo>
                    <a:pt x="169070" y="238813"/>
                  </a:lnTo>
                  <a:lnTo>
                    <a:pt x="166263" y="238808"/>
                  </a:lnTo>
                  <a:lnTo>
                    <a:pt x="162058" y="238799"/>
                  </a:lnTo>
                  <a:lnTo>
                    <a:pt x="154624" y="240848"/>
                  </a:lnTo>
                  <a:lnTo>
                    <a:pt x="150904" y="243152"/>
                  </a:lnTo>
                  <a:lnTo>
                    <a:pt x="150748" y="241909"/>
                  </a:lnTo>
                  <a:lnTo>
                    <a:pt x="149252" y="230042"/>
                  </a:lnTo>
                  <a:lnTo>
                    <a:pt x="149078" y="228669"/>
                  </a:lnTo>
                  <a:lnTo>
                    <a:pt x="145205" y="228754"/>
                  </a:lnTo>
                  <a:lnTo>
                    <a:pt x="145186" y="228473"/>
                  </a:lnTo>
                  <a:lnTo>
                    <a:pt x="144700" y="221131"/>
                  </a:lnTo>
                  <a:lnTo>
                    <a:pt x="144231" y="215874"/>
                  </a:lnTo>
                  <a:lnTo>
                    <a:pt x="144056" y="213913"/>
                  </a:lnTo>
                  <a:lnTo>
                    <a:pt x="133921" y="213757"/>
                  </a:lnTo>
                  <a:lnTo>
                    <a:pt x="133684" y="207035"/>
                  </a:lnTo>
                  <a:lnTo>
                    <a:pt x="133454" y="200513"/>
                  </a:lnTo>
                  <a:lnTo>
                    <a:pt x="132987" y="200496"/>
                  </a:lnTo>
                  <a:lnTo>
                    <a:pt x="132039" y="200461"/>
                  </a:lnTo>
                  <a:lnTo>
                    <a:pt x="127394" y="200291"/>
                  </a:lnTo>
                  <a:lnTo>
                    <a:pt x="122640" y="200758"/>
                  </a:lnTo>
                  <a:lnTo>
                    <a:pt x="122428" y="200780"/>
                  </a:lnTo>
                  <a:lnTo>
                    <a:pt x="112046" y="201859"/>
                  </a:lnTo>
                  <a:lnTo>
                    <a:pt x="101258" y="202871"/>
                  </a:lnTo>
                  <a:lnTo>
                    <a:pt x="90452" y="203970"/>
                  </a:lnTo>
                  <a:lnTo>
                    <a:pt x="79747" y="205217"/>
                  </a:lnTo>
                  <a:lnTo>
                    <a:pt x="81478" y="217550"/>
                  </a:lnTo>
                  <a:lnTo>
                    <a:pt x="81572" y="218221"/>
                  </a:lnTo>
                  <a:lnTo>
                    <a:pt x="77335" y="218279"/>
                  </a:lnTo>
                  <a:lnTo>
                    <a:pt x="76880" y="218285"/>
                  </a:lnTo>
                  <a:lnTo>
                    <a:pt x="76044" y="216619"/>
                  </a:lnTo>
                  <a:lnTo>
                    <a:pt x="72637" y="209833"/>
                  </a:lnTo>
                  <a:lnTo>
                    <a:pt x="71700" y="208239"/>
                  </a:lnTo>
                  <a:lnTo>
                    <a:pt x="71399" y="207979"/>
                  </a:lnTo>
                  <a:lnTo>
                    <a:pt x="71031" y="207662"/>
                  </a:lnTo>
                  <a:lnTo>
                    <a:pt x="70469" y="207178"/>
                  </a:lnTo>
                  <a:lnTo>
                    <a:pt x="65674" y="203042"/>
                  </a:lnTo>
                  <a:lnTo>
                    <a:pt x="51355" y="193752"/>
                  </a:lnTo>
                  <a:lnTo>
                    <a:pt x="51145" y="193134"/>
                  </a:lnTo>
                  <a:lnTo>
                    <a:pt x="50796" y="192107"/>
                  </a:lnTo>
                  <a:lnTo>
                    <a:pt x="50610" y="191560"/>
                  </a:lnTo>
                  <a:lnTo>
                    <a:pt x="39967" y="157003"/>
                  </a:lnTo>
                  <a:lnTo>
                    <a:pt x="38301" y="155960"/>
                  </a:lnTo>
                  <a:lnTo>
                    <a:pt x="36403" y="154772"/>
                  </a:lnTo>
                  <a:lnTo>
                    <a:pt x="34889" y="154897"/>
                  </a:lnTo>
                  <a:lnTo>
                    <a:pt x="32468" y="155097"/>
                  </a:lnTo>
                  <a:lnTo>
                    <a:pt x="27791" y="157266"/>
                  </a:lnTo>
                  <a:lnTo>
                    <a:pt x="24943" y="160374"/>
                  </a:lnTo>
                  <a:lnTo>
                    <a:pt x="24675" y="160425"/>
                  </a:lnTo>
                  <a:lnTo>
                    <a:pt x="24699" y="160049"/>
                  </a:lnTo>
                  <a:lnTo>
                    <a:pt x="24726" y="159627"/>
                  </a:lnTo>
                  <a:lnTo>
                    <a:pt x="24747" y="159300"/>
                  </a:lnTo>
                  <a:lnTo>
                    <a:pt x="24767" y="158983"/>
                  </a:lnTo>
                  <a:lnTo>
                    <a:pt x="24783" y="158726"/>
                  </a:lnTo>
                  <a:lnTo>
                    <a:pt x="24792" y="158481"/>
                  </a:lnTo>
                  <a:lnTo>
                    <a:pt x="24803" y="158184"/>
                  </a:lnTo>
                  <a:lnTo>
                    <a:pt x="24812" y="157944"/>
                  </a:lnTo>
                  <a:lnTo>
                    <a:pt x="24819" y="157733"/>
                  </a:lnTo>
                  <a:lnTo>
                    <a:pt x="24825" y="157568"/>
                  </a:lnTo>
                  <a:lnTo>
                    <a:pt x="24930" y="157054"/>
                  </a:lnTo>
                  <a:lnTo>
                    <a:pt x="25018" y="156911"/>
                  </a:lnTo>
                  <a:lnTo>
                    <a:pt x="25119" y="156747"/>
                  </a:lnTo>
                  <a:lnTo>
                    <a:pt x="25259" y="156518"/>
                  </a:lnTo>
                  <a:lnTo>
                    <a:pt x="25349" y="156372"/>
                  </a:lnTo>
                  <a:lnTo>
                    <a:pt x="25727" y="155756"/>
                  </a:lnTo>
                  <a:lnTo>
                    <a:pt x="25796" y="155611"/>
                  </a:lnTo>
                  <a:lnTo>
                    <a:pt x="25882" y="155430"/>
                  </a:lnTo>
                  <a:lnTo>
                    <a:pt x="26053" y="155068"/>
                  </a:lnTo>
                  <a:lnTo>
                    <a:pt x="26122" y="154922"/>
                  </a:lnTo>
                  <a:lnTo>
                    <a:pt x="26358" y="154425"/>
                  </a:lnTo>
                  <a:lnTo>
                    <a:pt x="26520" y="154083"/>
                  </a:lnTo>
                  <a:lnTo>
                    <a:pt x="26634" y="153843"/>
                  </a:lnTo>
                  <a:lnTo>
                    <a:pt x="26909" y="153262"/>
                  </a:lnTo>
                  <a:lnTo>
                    <a:pt x="27142" y="152770"/>
                  </a:lnTo>
                  <a:lnTo>
                    <a:pt x="27241" y="152562"/>
                  </a:lnTo>
                  <a:lnTo>
                    <a:pt x="27338" y="152356"/>
                  </a:lnTo>
                  <a:lnTo>
                    <a:pt x="27486" y="152044"/>
                  </a:lnTo>
                  <a:lnTo>
                    <a:pt x="27587" y="151831"/>
                  </a:lnTo>
                  <a:lnTo>
                    <a:pt x="27735" y="151518"/>
                  </a:lnTo>
                  <a:lnTo>
                    <a:pt x="27806" y="151368"/>
                  </a:lnTo>
                  <a:lnTo>
                    <a:pt x="27885" y="151178"/>
                  </a:lnTo>
                  <a:lnTo>
                    <a:pt x="28156" y="150530"/>
                  </a:lnTo>
                  <a:lnTo>
                    <a:pt x="28220" y="150377"/>
                  </a:lnTo>
                  <a:lnTo>
                    <a:pt x="28293" y="150204"/>
                  </a:lnTo>
                  <a:lnTo>
                    <a:pt x="28538" y="149618"/>
                  </a:lnTo>
                  <a:lnTo>
                    <a:pt x="28664" y="149318"/>
                  </a:lnTo>
                  <a:lnTo>
                    <a:pt x="28783" y="149032"/>
                  </a:lnTo>
                  <a:lnTo>
                    <a:pt x="30022" y="146073"/>
                  </a:lnTo>
                  <a:lnTo>
                    <a:pt x="30311" y="145381"/>
                  </a:lnTo>
                  <a:lnTo>
                    <a:pt x="30526" y="144856"/>
                  </a:lnTo>
                  <a:lnTo>
                    <a:pt x="30629" y="144589"/>
                  </a:lnTo>
                  <a:lnTo>
                    <a:pt x="30994" y="143636"/>
                  </a:lnTo>
                  <a:lnTo>
                    <a:pt x="31107" y="143341"/>
                  </a:lnTo>
                  <a:lnTo>
                    <a:pt x="31300" y="142836"/>
                  </a:lnTo>
                  <a:lnTo>
                    <a:pt x="31364" y="142669"/>
                  </a:lnTo>
                  <a:lnTo>
                    <a:pt x="31574" y="142122"/>
                  </a:lnTo>
                  <a:lnTo>
                    <a:pt x="31652" y="141918"/>
                  </a:lnTo>
                  <a:lnTo>
                    <a:pt x="31915" y="141232"/>
                  </a:lnTo>
                  <a:lnTo>
                    <a:pt x="32434" y="139961"/>
                  </a:lnTo>
                  <a:lnTo>
                    <a:pt x="32551" y="139766"/>
                  </a:lnTo>
                  <a:lnTo>
                    <a:pt x="32697" y="139522"/>
                  </a:lnTo>
                  <a:lnTo>
                    <a:pt x="32802" y="139347"/>
                  </a:lnTo>
                  <a:lnTo>
                    <a:pt x="33016" y="138989"/>
                  </a:lnTo>
                  <a:lnTo>
                    <a:pt x="33415" y="138321"/>
                  </a:lnTo>
                  <a:lnTo>
                    <a:pt x="33654" y="137923"/>
                  </a:lnTo>
                  <a:lnTo>
                    <a:pt x="33914" y="137487"/>
                  </a:lnTo>
                  <a:lnTo>
                    <a:pt x="34162" y="137074"/>
                  </a:lnTo>
                  <a:lnTo>
                    <a:pt x="34282" y="136873"/>
                  </a:lnTo>
                  <a:lnTo>
                    <a:pt x="34439" y="136610"/>
                  </a:lnTo>
                  <a:lnTo>
                    <a:pt x="34613" y="136319"/>
                  </a:lnTo>
                  <a:lnTo>
                    <a:pt x="34740" y="136107"/>
                  </a:lnTo>
                  <a:lnTo>
                    <a:pt x="35100" y="135505"/>
                  </a:lnTo>
                  <a:lnTo>
                    <a:pt x="35422" y="134966"/>
                  </a:lnTo>
                  <a:lnTo>
                    <a:pt x="35535" y="134778"/>
                  </a:lnTo>
                  <a:lnTo>
                    <a:pt x="35700" y="134502"/>
                  </a:lnTo>
                  <a:lnTo>
                    <a:pt x="36003" y="133995"/>
                  </a:lnTo>
                  <a:lnTo>
                    <a:pt x="36445" y="133256"/>
                  </a:lnTo>
                  <a:lnTo>
                    <a:pt x="36620" y="132965"/>
                  </a:lnTo>
                  <a:lnTo>
                    <a:pt x="37219" y="132629"/>
                  </a:lnTo>
                  <a:lnTo>
                    <a:pt x="37431" y="132510"/>
                  </a:lnTo>
                  <a:lnTo>
                    <a:pt x="37748" y="132332"/>
                  </a:lnTo>
                  <a:lnTo>
                    <a:pt x="38252" y="132050"/>
                  </a:lnTo>
                  <a:lnTo>
                    <a:pt x="38918" y="131677"/>
                  </a:lnTo>
                  <a:lnTo>
                    <a:pt x="39664" y="131258"/>
                  </a:lnTo>
                  <a:lnTo>
                    <a:pt x="40641" y="130711"/>
                  </a:lnTo>
                  <a:lnTo>
                    <a:pt x="40736" y="130573"/>
                  </a:lnTo>
                  <a:lnTo>
                    <a:pt x="40835" y="130430"/>
                  </a:lnTo>
                  <a:lnTo>
                    <a:pt x="40939" y="130274"/>
                  </a:lnTo>
                  <a:lnTo>
                    <a:pt x="30494" y="106674"/>
                  </a:lnTo>
                  <a:lnTo>
                    <a:pt x="28543" y="102268"/>
                  </a:lnTo>
                  <a:lnTo>
                    <a:pt x="25735" y="95923"/>
                  </a:lnTo>
                  <a:lnTo>
                    <a:pt x="15325" y="72402"/>
                  </a:lnTo>
                  <a:lnTo>
                    <a:pt x="13543" y="68577"/>
                  </a:lnTo>
                  <a:lnTo>
                    <a:pt x="8356" y="57445"/>
                  </a:lnTo>
                  <a:lnTo>
                    <a:pt x="7306" y="55189"/>
                  </a:lnTo>
                  <a:lnTo>
                    <a:pt x="6041" y="50117"/>
                  </a:lnTo>
                  <a:lnTo>
                    <a:pt x="9800" y="46902"/>
                  </a:lnTo>
                  <a:lnTo>
                    <a:pt x="9995" y="42951"/>
                  </a:lnTo>
                  <a:lnTo>
                    <a:pt x="10513" y="32421"/>
                  </a:lnTo>
                  <a:lnTo>
                    <a:pt x="3207" y="29598"/>
                  </a:lnTo>
                  <a:lnTo>
                    <a:pt x="1280" y="12531"/>
                  </a:lnTo>
                  <a:lnTo>
                    <a:pt x="1112" y="11042"/>
                  </a:lnTo>
                  <a:lnTo>
                    <a:pt x="0" y="1183"/>
                  </a:lnTo>
                  <a:lnTo>
                    <a:pt x="9979" y="0"/>
                  </a:lnTo>
                  <a:lnTo>
                    <a:pt x="9415" y="2764"/>
                  </a:lnTo>
                  <a:lnTo>
                    <a:pt x="9088" y="4371"/>
                  </a:lnTo>
                  <a:lnTo>
                    <a:pt x="15001" y="206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2824601" y="2488225"/>
              <a:ext cx="656191" cy="255306"/>
            </a:xfrm>
            <a:custGeom>
              <a:avLst/>
              <a:pathLst>
                <a:path w="656191" h="255306">
                  <a:moveTo>
                    <a:pt x="119108" y="55061"/>
                  </a:moveTo>
                  <a:lnTo>
                    <a:pt x="122515" y="61847"/>
                  </a:lnTo>
                  <a:lnTo>
                    <a:pt x="123351" y="63513"/>
                  </a:lnTo>
                  <a:lnTo>
                    <a:pt x="123806" y="63507"/>
                  </a:lnTo>
                  <a:lnTo>
                    <a:pt x="128044" y="63449"/>
                  </a:lnTo>
                  <a:lnTo>
                    <a:pt x="127949" y="62778"/>
                  </a:lnTo>
                  <a:lnTo>
                    <a:pt x="126218" y="50445"/>
                  </a:lnTo>
                  <a:lnTo>
                    <a:pt x="136924" y="49198"/>
                  </a:lnTo>
                  <a:lnTo>
                    <a:pt x="147729" y="48099"/>
                  </a:lnTo>
                  <a:lnTo>
                    <a:pt x="158517" y="47087"/>
                  </a:lnTo>
                  <a:lnTo>
                    <a:pt x="168899" y="46008"/>
                  </a:lnTo>
                  <a:lnTo>
                    <a:pt x="169111" y="45986"/>
                  </a:lnTo>
                  <a:lnTo>
                    <a:pt x="173865" y="45519"/>
                  </a:lnTo>
                  <a:lnTo>
                    <a:pt x="178510" y="45689"/>
                  </a:lnTo>
                  <a:lnTo>
                    <a:pt x="179458" y="45724"/>
                  </a:lnTo>
                  <a:lnTo>
                    <a:pt x="179925" y="45741"/>
                  </a:lnTo>
                  <a:lnTo>
                    <a:pt x="180156" y="52263"/>
                  </a:lnTo>
                  <a:lnTo>
                    <a:pt x="180393" y="58985"/>
                  </a:lnTo>
                  <a:lnTo>
                    <a:pt x="190528" y="59141"/>
                  </a:lnTo>
                  <a:lnTo>
                    <a:pt x="190703" y="61102"/>
                  </a:lnTo>
                  <a:lnTo>
                    <a:pt x="191171" y="66359"/>
                  </a:lnTo>
                  <a:lnTo>
                    <a:pt x="191658" y="73701"/>
                  </a:lnTo>
                  <a:lnTo>
                    <a:pt x="191676" y="73982"/>
                  </a:lnTo>
                  <a:lnTo>
                    <a:pt x="195550" y="73897"/>
                  </a:lnTo>
                  <a:lnTo>
                    <a:pt x="195723" y="75270"/>
                  </a:lnTo>
                  <a:lnTo>
                    <a:pt x="197219" y="87137"/>
                  </a:lnTo>
                  <a:lnTo>
                    <a:pt x="197375" y="88380"/>
                  </a:lnTo>
                  <a:lnTo>
                    <a:pt x="201095" y="86076"/>
                  </a:lnTo>
                  <a:lnTo>
                    <a:pt x="208530" y="84027"/>
                  </a:lnTo>
                  <a:lnTo>
                    <a:pt x="212734" y="84036"/>
                  </a:lnTo>
                  <a:lnTo>
                    <a:pt x="215541" y="84041"/>
                  </a:lnTo>
                  <a:lnTo>
                    <a:pt x="216070" y="84042"/>
                  </a:lnTo>
                  <a:lnTo>
                    <a:pt x="218933" y="84723"/>
                  </a:lnTo>
                  <a:lnTo>
                    <a:pt x="228555" y="87008"/>
                  </a:lnTo>
                  <a:lnTo>
                    <a:pt x="230921" y="87571"/>
                  </a:lnTo>
                  <a:lnTo>
                    <a:pt x="234758" y="88482"/>
                  </a:lnTo>
                  <a:lnTo>
                    <a:pt x="235457" y="89093"/>
                  </a:lnTo>
                  <a:lnTo>
                    <a:pt x="237910" y="91237"/>
                  </a:lnTo>
                  <a:lnTo>
                    <a:pt x="252546" y="93502"/>
                  </a:lnTo>
                  <a:lnTo>
                    <a:pt x="255950" y="94028"/>
                  </a:lnTo>
                  <a:lnTo>
                    <a:pt x="259762" y="94618"/>
                  </a:lnTo>
                  <a:lnTo>
                    <a:pt x="268115" y="95430"/>
                  </a:lnTo>
                  <a:lnTo>
                    <a:pt x="270711" y="95683"/>
                  </a:lnTo>
                  <a:lnTo>
                    <a:pt x="276267" y="96223"/>
                  </a:lnTo>
                  <a:lnTo>
                    <a:pt x="294744" y="98750"/>
                  </a:lnTo>
                  <a:lnTo>
                    <a:pt x="295154" y="98485"/>
                  </a:lnTo>
                  <a:lnTo>
                    <a:pt x="298867" y="96081"/>
                  </a:lnTo>
                  <a:lnTo>
                    <a:pt x="301302" y="94505"/>
                  </a:lnTo>
                  <a:lnTo>
                    <a:pt x="311473" y="87921"/>
                  </a:lnTo>
                  <a:lnTo>
                    <a:pt x="316020" y="84978"/>
                  </a:lnTo>
                  <a:lnTo>
                    <a:pt x="318330" y="83483"/>
                  </a:lnTo>
                  <a:lnTo>
                    <a:pt x="314482" y="80795"/>
                  </a:lnTo>
                  <a:lnTo>
                    <a:pt x="295875" y="67798"/>
                  </a:lnTo>
                  <a:lnTo>
                    <a:pt x="293856" y="66388"/>
                  </a:lnTo>
                  <a:lnTo>
                    <a:pt x="297321" y="60028"/>
                  </a:lnTo>
                  <a:lnTo>
                    <a:pt x="298684" y="59809"/>
                  </a:lnTo>
                  <a:lnTo>
                    <a:pt x="299595" y="59302"/>
                  </a:lnTo>
                  <a:lnTo>
                    <a:pt x="299919" y="59121"/>
                  </a:lnTo>
                  <a:lnTo>
                    <a:pt x="300052" y="58646"/>
                  </a:lnTo>
                  <a:lnTo>
                    <a:pt x="301957" y="51813"/>
                  </a:lnTo>
                  <a:lnTo>
                    <a:pt x="304263" y="41840"/>
                  </a:lnTo>
                  <a:lnTo>
                    <a:pt x="309110" y="34287"/>
                  </a:lnTo>
                  <a:lnTo>
                    <a:pt x="315790" y="23876"/>
                  </a:lnTo>
                  <a:lnTo>
                    <a:pt x="327094" y="6942"/>
                  </a:lnTo>
                  <a:lnTo>
                    <a:pt x="367124" y="34597"/>
                  </a:lnTo>
                  <a:lnTo>
                    <a:pt x="388571" y="49551"/>
                  </a:lnTo>
                  <a:lnTo>
                    <a:pt x="427503" y="76059"/>
                  </a:lnTo>
                  <a:lnTo>
                    <a:pt x="444799" y="50721"/>
                  </a:lnTo>
                  <a:lnTo>
                    <a:pt x="453031" y="38660"/>
                  </a:lnTo>
                  <a:lnTo>
                    <a:pt x="457797" y="32487"/>
                  </a:lnTo>
                  <a:lnTo>
                    <a:pt x="467753" y="39626"/>
                  </a:lnTo>
                  <a:lnTo>
                    <a:pt x="468689" y="40993"/>
                  </a:lnTo>
                  <a:lnTo>
                    <a:pt x="468321" y="51443"/>
                  </a:lnTo>
                  <a:lnTo>
                    <a:pt x="468628" y="56929"/>
                  </a:lnTo>
                  <a:lnTo>
                    <a:pt x="469290" y="68758"/>
                  </a:lnTo>
                  <a:lnTo>
                    <a:pt x="494663" y="79053"/>
                  </a:lnTo>
                  <a:lnTo>
                    <a:pt x="504798" y="75866"/>
                  </a:lnTo>
                  <a:lnTo>
                    <a:pt x="507842" y="69659"/>
                  </a:lnTo>
                  <a:lnTo>
                    <a:pt x="509579" y="64968"/>
                  </a:lnTo>
                  <a:lnTo>
                    <a:pt x="512965" y="65970"/>
                  </a:lnTo>
                  <a:lnTo>
                    <a:pt x="512665" y="68718"/>
                  </a:lnTo>
                  <a:lnTo>
                    <a:pt x="513361" y="71080"/>
                  </a:lnTo>
                  <a:lnTo>
                    <a:pt x="514976" y="72674"/>
                  </a:lnTo>
                  <a:lnTo>
                    <a:pt x="517482" y="73556"/>
                  </a:lnTo>
                  <a:lnTo>
                    <a:pt x="524777" y="73756"/>
                  </a:lnTo>
                  <a:lnTo>
                    <a:pt x="528425" y="72446"/>
                  </a:lnTo>
                  <a:lnTo>
                    <a:pt x="530457" y="70483"/>
                  </a:lnTo>
                  <a:lnTo>
                    <a:pt x="532601" y="69828"/>
                  </a:lnTo>
                  <a:lnTo>
                    <a:pt x="534523" y="70483"/>
                  </a:lnTo>
                  <a:lnTo>
                    <a:pt x="534963" y="70746"/>
                  </a:lnTo>
                  <a:lnTo>
                    <a:pt x="537418" y="72219"/>
                  </a:lnTo>
                  <a:lnTo>
                    <a:pt x="539785" y="73414"/>
                  </a:lnTo>
                  <a:lnTo>
                    <a:pt x="542931" y="73812"/>
                  </a:lnTo>
                  <a:lnTo>
                    <a:pt x="545660" y="73613"/>
                  </a:lnTo>
                  <a:lnTo>
                    <a:pt x="549391" y="73414"/>
                  </a:lnTo>
                  <a:lnTo>
                    <a:pt x="551786" y="74439"/>
                  </a:lnTo>
                  <a:lnTo>
                    <a:pt x="554709" y="75748"/>
                  </a:lnTo>
                  <a:lnTo>
                    <a:pt x="557772" y="76203"/>
                  </a:lnTo>
                  <a:lnTo>
                    <a:pt x="561392" y="76146"/>
                  </a:lnTo>
                  <a:lnTo>
                    <a:pt x="566515" y="75520"/>
                  </a:lnTo>
                  <a:lnTo>
                    <a:pt x="568739" y="76126"/>
                  </a:lnTo>
                  <a:lnTo>
                    <a:pt x="569856" y="76431"/>
                  </a:lnTo>
                  <a:lnTo>
                    <a:pt x="571833" y="78480"/>
                  </a:lnTo>
                  <a:lnTo>
                    <a:pt x="574450" y="80301"/>
                  </a:lnTo>
                  <a:lnTo>
                    <a:pt x="577397" y="81874"/>
                  </a:lnTo>
                  <a:lnTo>
                    <a:pt x="577596" y="81981"/>
                  </a:lnTo>
                  <a:lnTo>
                    <a:pt x="580631" y="83375"/>
                  </a:lnTo>
                  <a:lnTo>
                    <a:pt x="583583" y="83603"/>
                  </a:lnTo>
                  <a:lnTo>
                    <a:pt x="591268" y="83233"/>
                  </a:lnTo>
                  <a:lnTo>
                    <a:pt x="594943" y="83119"/>
                  </a:lnTo>
                  <a:lnTo>
                    <a:pt x="596924" y="82845"/>
                  </a:lnTo>
                  <a:lnTo>
                    <a:pt x="597616" y="82749"/>
                  </a:lnTo>
                  <a:lnTo>
                    <a:pt x="598313" y="81527"/>
                  </a:lnTo>
                  <a:lnTo>
                    <a:pt x="598781" y="80709"/>
                  </a:lnTo>
                  <a:lnTo>
                    <a:pt x="599449" y="78147"/>
                  </a:lnTo>
                  <a:lnTo>
                    <a:pt x="600785" y="76212"/>
                  </a:lnTo>
                  <a:lnTo>
                    <a:pt x="601732" y="74220"/>
                  </a:lnTo>
                  <a:lnTo>
                    <a:pt x="601676" y="72227"/>
                  </a:lnTo>
                  <a:lnTo>
                    <a:pt x="601955" y="71032"/>
                  </a:lnTo>
                  <a:lnTo>
                    <a:pt x="603681" y="69211"/>
                  </a:lnTo>
                  <a:lnTo>
                    <a:pt x="604182" y="68243"/>
                  </a:lnTo>
                  <a:lnTo>
                    <a:pt x="604182" y="67731"/>
                  </a:lnTo>
                  <a:lnTo>
                    <a:pt x="603347" y="66592"/>
                  </a:lnTo>
                  <a:lnTo>
                    <a:pt x="602848" y="65017"/>
                  </a:lnTo>
                  <a:lnTo>
                    <a:pt x="602734" y="64657"/>
                  </a:lnTo>
                  <a:lnTo>
                    <a:pt x="602734" y="63405"/>
                  </a:lnTo>
                  <a:lnTo>
                    <a:pt x="603904" y="62494"/>
                  </a:lnTo>
                  <a:lnTo>
                    <a:pt x="605797" y="61413"/>
                  </a:lnTo>
                  <a:lnTo>
                    <a:pt x="605741" y="59933"/>
                  </a:lnTo>
                  <a:lnTo>
                    <a:pt x="605964" y="57827"/>
                  </a:lnTo>
                  <a:lnTo>
                    <a:pt x="605964" y="55011"/>
                  </a:lnTo>
                  <a:lnTo>
                    <a:pt x="606588" y="51914"/>
                  </a:lnTo>
                  <a:lnTo>
                    <a:pt x="605875" y="50002"/>
                  </a:lnTo>
                  <a:lnTo>
                    <a:pt x="604870" y="48339"/>
                  </a:lnTo>
                  <a:lnTo>
                    <a:pt x="604004" y="46905"/>
                  </a:lnTo>
                  <a:lnTo>
                    <a:pt x="604004" y="45084"/>
                  </a:lnTo>
                  <a:lnTo>
                    <a:pt x="604984" y="44264"/>
                  </a:lnTo>
                  <a:lnTo>
                    <a:pt x="607568" y="43354"/>
                  </a:lnTo>
                  <a:lnTo>
                    <a:pt x="610241" y="41896"/>
                  </a:lnTo>
                  <a:lnTo>
                    <a:pt x="611034" y="40102"/>
                  </a:lnTo>
                  <a:lnTo>
                    <a:pt x="610481" y="37599"/>
                  </a:lnTo>
                  <a:lnTo>
                    <a:pt x="610098" y="35867"/>
                  </a:lnTo>
                  <a:lnTo>
                    <a:pt x="611371" y="33892"/>
                  </a:lnTo>
                  <a:lnTo>
                    <a:pt x="613757" y="30188"/>
                  </a:lnTo>
                  <a:lnTo>
                    <a:pt x="617491" y="41934"/>
                  </a:lnTo>
                  <a:lnTo>
                    <a:pt x="612546" y="49038"/>
                  </a:lnTo>
                  <a:lnTo>
                    <a:pt x="617039" y="69408"/>
                  </a:lnTo>
                  <a:lnTo>
                    <a:pt x="620619" y="70561"/>
                  </a:lnTo>
                  <a:lnTo>
                    <a:pt x="626815" y="71272"/>
                  </a:lnTo>
                  <a:lnTo>
                    <a:pt x="630574" y="77249"/>
                  </a:lnTo>
                  <a:lnTo>
                    <a:pt x="639901" y="81589"/>
                  </a:lnTo>
                  <a:lnTo>
                    <a:pt x="652068" y="91342"/>
                  </a:lnTo>
                  <a:lnTo>
                    <a:pt x="648616" y="95326"/>
                  </a:lnTo>
                  <a:lnTo>
                    <a:pt x="655798" y="104413"/>
                  </a:lnTo>
                  <a:lnTo>
                    <a:pt x="656191" y="104909"/>
                  </a:lnTo>
                  <a:lnTo>
                    <a:pt x="655823" y="105916"/>
                  </a:lnTo>
                  <a:lnTo>
                    <a:pt x="655040" y="108060"/>
                  </a:lnTo>
                  <a:lnTo>
                    <a:pt x="654427" y="109739"/>
                  </a:lnTo>
                  <a:lnTo>
                    <a:pt x="654172" y="110440"/>
                  </a:lnTo>
                  <a:lnTo>
                    <a:pt x="652973" y="113051"/>
                  </a:lnTo>
                  <a:lnTo>
                    <a:pt x="652117" y="113269"/>
                  </a:lnTo>
                  <a:lnTo>
                    <a:pt x="649393" y="113331"/>
                  </a:lnTo>
                  <a:lnTo>
                    <a:pt x="649234" y="113335"/>
                  </a:lnTo>
                  <a:lnTo>
                    <a:pt x="648108" y="113360"/>
                  </a:lnTo>
                  <a:lnTo>
                    <a:pt x="646538" y="113423"/>
                  </a:lnTo>
                  <a:lnTo>
                    <a:pt x="643564" y="113542"/>
                  </a:lnTo>
                  <a:lnTo>
                    <a:pt x="642619" y="115397"/>
                  </a:lnTo>
                  <a:lnTo>
                    <a:pt x="641970" y="116673"/>
                  </a:lnTo>
                  <a:lnTo>
                    <a:pt x="641284" y="118022"/>
                  </a:lnTo>
                  <a:lnTo>
                    <a:pt x="641048" y="118484"/>
                  </a:lnTo>
                  <a:lnTo>
                    <a:pt x="640712" y="119143"/>
                  </a:lnTo>
                  <a:lnTo>
                    <a:pt x="640293" y="119380"/>
                  </a:lnTo>
                  <a:lnTo>
                    <a:pt x="639020" y="120100"/>
                  </a:lnTo>
                  <a:lnTo>
                    <a:pt x="635951" y="119197"/>
                  </a:lnTo>
                  <a:lnTo>
                    <a:pt x="634982" y="118912"/>
                  </a:lnTo>
                  <a:lnTo>
                    <a:pt x="634311" y="118484"/>
                  </a:lnTo>
                  <a:lnTo>
                    <a:pt x="633587" y="118022"/>
                  </a:lnTo>
                  <a:lnTo>
                    <a:pt x="630624" y="116131"/>
                  </a:lnTo>
                  <a:lnTo>
                    <a:pt x="629665" y="114877"/>
                  </a:lnTo>
                  <a:lnTo>
                    <a:pt x="627907" y="112579"/>
                  </a:lnTo>
                  <a:lnTo>
                    <a:pt x="626323" y="111932"/>
                  </a:lnTo>
                  <a:lnTo>
                    <a:pt x="625902" y="111760"/>
                  </a:lnTo>
                  <a:lnTo>
                    <a:pt x="625296" y="111711"/>
                  </a:lnTo>
                  <a:lnTo>
                    <a:pt x="622472" y="111487"/>
                  </a:lnTo>
                  <a:lnTo>
                    <a:pt x="620690" y="112397"/>
                  </a:lnTo>
                  <a:lnTo>
                    <a:pt x="619873" y="114066"/>
                  </a:lnTo>
                  <a:lnTo>
                    <a:pt x="620081" y="114924"/>
                  </a:lnTo>
                  <a:lnTo>
                    <a:pt x="620144" y="115182"/>
                  </a:lnTo>
                  <a:lnTo>
                    <a:pt x="621716" y="121657"/>
                  </a:lnTo>
                  <a:lnTo>
                    <a:pt x="624893" y="134740"/>
                  </a:lnTo>
                  <a:lnTo>
                    <a:pt x="621034" y="140772"/>
                  </a:lnTo>
                  <a:lnTo>
                    <a:pt x="619256" y="143550"/>
                  </a:lnTo>
                  <a:lnTo>
                    <a:pt x="615385" y="141388"/>
                  </a:lnTo>
                  <a:lnTo>
                    <a:pt x="609992" y="138376"/>
                  </a:lnTo>
                  <a:lnTo>
                    <a:pt x="599874" y="143590"/>
                  </a:lnTo>
                  <a:lnTo>
                    <a:pt x="599439" y="154063"/>
                  </a:lnTo>
                  <a:lnTo>
                    <a:pt x="597128" y="157836"/>
                  </a:lnTo>
                  <a:lnTo>
                    <a:pt x="592327" y="165674"/>
                  </a:lnTo>
                  <a:lnTo>
                    <a:pt x="590485" y="168680"/>
                  </a:lnTo>
                  <a:lnTo>
                    <a:pt x="568700" y="172505"/>
                  </a:lnTo>
                  <a:lnTo>
                    <a:pt x="559426" y="173225"/>
                  </a:lnTo>
                  <a:lnTo>
                    <a:pt x="537025" y="174964"/>
                  </a:lnTo>
                  <a:lnTo>
                    <a:pt x="511499" y="176740"/>
                  </a:lnTo>
                  <a:lnTo>
                    <a:pt x="506150" y="182636"/>
                  </a:lnTo>
                  <a:lnTo>
                    <a:pt x="503033" y="183542"/>
                  </a:lnTo>
                  <a:lnTo>
                    <a:pt x="502303" y="183754"/>
                  </a:lnTo>
                  <a:lnTo>
                    <a:pt x="495264" y="186486"/>
                  </a:lnTo>
                  <a:lnTo>
                    <a:pt x="480922" y="196318"/>
                  </a:lnTo>
                  <a:lnTo>
                    <a:pt x="479883" y="197030"/>
                  </a:lnTo>
                  <a:lnTo>
                    <a:pt x="479039" y="197961"/>
                  </a:lnTo>
                  <a:lnTo>
                    <a:pt x="477740" y="202685"/>
                  </a:lnTo>
                  <a:lnTo>
                    <a:pt x="477095" y="205028"/>
                  </a:lnTo>
                  <a:lnTo>
                    <a:pt x="476494" y="207213"/>
                  </a:lnTo>
                  <a:lnTo>
                    <a:pt x="476393" y="207578"/>
                  </a:lnTo>
                  <a:lnTo>
                    <a:pt x="473367" y="214220"/>
                  </a:lnTo>
                  <a:lnTo>
                    <a:pt x="471145" y="215509"/>
                  </a:lnTo>
                  <a:lnTo>
                    <a:pt x="464086" y="213343"/>
                  </a:lnTo>
                  <a:lnTo>
                    <a:pt x="461504" y="212550"/>
                  </a:lnTo>
                  <a:lnTo>
                    <a:pt x="459187" y="211753"/>
                  </a:lnTo>
                  <a:lnTo>
                    <a:pt x="456290" y="210419"/>
                  </a:lnTo>
                  <a:lnTo>
                    <a:pt x="453778" y="209263"/>
                  </a:lnTo>
                  <a:lnTo>
                    <a:pt x="448402" y="206104"/>
                  </a:lnTo>
                  <a:lnTo>
                    <a:pt x="446724" y="205073"/>
                  </a:lnTo>
                  <a:lnTo>
                    <a:pt x="446559" y="205021"/>
                  </a:lnTo>
                  <a:lnTo>
                    <a:pt x="441142" y="203336"/>
                  </a:lnTo>
                  <a:lnTo>
                    <a:pt x="437987" y="202583"/>
                  </a:lnTo>
                  <a:lnTo>
                    <a:pt x="437718" y="202580"/>
                  </a:lnTo>
                  <a:lnTo>
                    <a:pt x="436102" y="202559"/>
                  </a:lnTo>
                  <a:lnTo>
                    <a:pt x="435272" y="202774"/>
                  </a:lnTo>
                  <a:lnTo>
                    <a:pt x="435363" y="202441"/>
                  </a:lnTo>
                  <a:lnTo>
                    <a:pt x="435464" y="202071"/>
                  </a:lnTo>
                  <a:lnTo>
                    <a:pt x="435516" y="201879"/>
                  </a:lnTo>
                  <a:lnTo>
                    <a:pt x="438019" y="192700"/>
                  </a:lnTo>
                  <a:lnTo>
                    <a:pt x="438083" y="192466"/>
                  </a:lnTo>
                  <a:lnTo>
                    <a:pt x="440970" y="181702"/>
                  </a:lnTo>
                  <a:lnTo>
                    <a:pt x="430866" y="180925"/>
                  </a:lnTo>
                  <a:lnTo>
                    <a:pt x="423614" y="180368"/>
                  </a:lnTo>
                  <a:lnTo>
                    <a:pt x="422055" y="180013"/>
                  </a:lnTo>
                  <a:lnTo>
                    <a:pt x="421868" y="179925"/>
                  </a:lnTo>
                  <a:lnTo>
                    <a:pt x="405735" y="172278"/>
                  </a:lnTo>
                  <a:lnTo>
                    <a:pt x="405571" y="172200"/>
                  </a:lnTo>
                  <a:lnTo>
                    <a:pt x="397701" y="168470"/>
                  </a:lnTo>
                  <a:lnTo>
                    <a:pt x="391590" y="164441"/>
                  </a:lnTo>
                  <a:lnTo>
                    <a:pt x="389731" y="163216"/>
                  </a:lnTo>
                  <a:lnTo>
                    <a:pt x="384997" y="160095"/>
                  </a:lnTo>
                  <a:lnTo>
                    <a:pt x="380701" y="157262"/>
                  </a:lnTo>
                  <a:lnTo>
                    <a:pt x="376813" y="154699"/>
                  </a:lnTo>
                  <a:lnTo>
                    <a:pt x="375724" y="153981"/>
                  </a:lnTo>
                  <a:lnTo>
                    <a:pt x="375033" y="155019"/>
                  </a:lnTo>
                  <a:lnTo>
                    <a:pt x="368170" y="165333"/>
                  </a:lnTo>
                  <a:lnTo>
                    <a:pt x="364104" y="171443"/>
                  </a:lnTo>
                  <a:lnTo>
                    <a:pt x="362778" y="173435"/>
                  </a:lnTo>
                  <a:lnTo>
                    <a:pt x="361334" y="175606"/>
                  </a:lnTo>
                  <a:lnTo>
                    <a:pt x="358271" y="180209"/>
                  </a:lnTo>
                  <a:lnTo>
                    <a:pt x="354255" y="186243"/>
                  </a:lnTo>
                  <a:lnTo>
                    <a:pt x="352344" y="189115"/>
                  </a:lnTo>
                  <a:lnTo>
                    <a:pt x="348915" y="194268"/>
                  </a:lnTo>
                  <a:lnTo>
                    <a:pt x="347120" y="196965"/>
                  </a:lnTo>
                  <a:lnTo>
                    <a:pt x="345961" y="198707"/>
                  </a:lnTo>
                  <a:lnTo>
                    <a:pt x="327966" y="225750"/>
                  </a:lnTo>
                  <a:lnTo>
                    <a:pt x="323241" y="232851"/>
                  </a:lnTo>
                  <a:lnTo>
                    <a:pt x="303046" y="218580"/>
                  </a:lnTo>
                  <a:lnTo>
                    <a:pt x="283761" y="204953"/>
                  </a:lnTo>
                  <a:lnTo>
                    <a:pt x="283497" y="205342"/>
                  </a:lnTo>
                  <a:lnTo>
                    <a:pt x="269008" y="226632"/>
                  </a:lnTo>
                  <a:lnTo>
                    <a:pt x="257796" y="243006"/>
                  </a:lnTo>
                  <a:lnTo>
                    <a:pt x="237762" y="229036"/>
                  </a:lnTo>
                  <a:lnTo>
                    <a:pt x="237588" y="229307"/>
                  </a:lnTo>
                  <a:lnTo>
                    <a:pt x="233532" y="235638"/>
                  </a:lnTo>
                  <a:lnTo>
                    <a:pt x="233372" y="235540"/>
                  </a:lnTo>
                  <a:lnTo>
                    <a:pt x="223325" y="229297"/>
                  </a:lnTo>
                  <a:lnTo>
                    <a:pt x="222150" y="228567"/>
                  </a:lnTo>
                  <a:lnTo>
                    <a:pt x="219444" y="226886"/>
                  </a:lnTo>
                  <a:lnTo>
                    <a:pt x="216323" y="227236"/>
                  </a:lnTo>
                  <a:lnTo>
                    <a:pt x="211803" y="227736"/>
                  </a:lnTo>
                  <a:lnTo>
                    <a:pt x="206486" y="226780"/>
                  </a:lnTo>
                  <a:lnTo>
                    <a:pt x="205065" y="226524"/>
                  </a:lnTo>
                  <a:lnTo>
                    <a:pt x="200116" y="225634"/>
                  </a:lnTo>
                  <a:lnTo>
                    <a:pt x="198987" y="225431"/>
                  </a:lnTo>
                  <a:lnTo>
                    <a:pt x="196256" y="224940"/>
                  </a:lnTo>
                  <a:lnTo>
                    <a:pt x="177612" y="225396"/>
                  </a:lnTo>
                  <a:lnTo>
                    <a:pt x="174563" y="226264"/>
                  </a:lnTo>
                  <a:lnTo>
                    <a:pt x="174535" y="233345"/>
                  </a:lnTo>
                  <a:lnTo>
                    <a:pt x="174944" y="238937"/>
                  </a:lnTo>
                  <a:lnTo>
                    <a:pt x="174968" y="239269"/>
                  </a:lnTo>
                  <a:lnTo>
                    <a:pt x="175656" y="239370"/>
                  </a:lnTo>
                  <a:lnTo>
                    <a:pt x="176312" y="253393"/>
                  </a:lnTo>
                  <a:lnTo>
                    <a:pt x="175508" y="253461"/>
                  </a:lnTo>
                  <a:lnTo>
                    <a:pt x="172653" y="253704"/>
                  </a:lnTo>
                  <a:lnTo>
                    <a:pt x="166404" y="254237"/>
                  </a:lnTo>
                  <a:lnTo>
                    <a:pt x="164568" y="254381"/>
                  </a:lnTo>
                  <a:lnTo>
                    <a:pt x="157585" y="254929"/>
                  </a:lnTo>
                  <a:lnTo>
                    <a:pt x="152780" y="255306"/>
                  </a:lnTo>
                  <a:lnTo>
                    <a:pt x="152663" y="253659"/>
                  </a:lnTo>
                  <a:lnTo>
                    <a:pt x="151704" y="244689"/>
                  </a:lnTo>
                  <a:lnTo>
                    <a:pt x="123245" y="239928"/>
                  </a:lnTo>
                  <a:lnTo>
                    <a:pt x="108562" y="232115"/>
                  </a:lnTo>
                  <a:lnTo>
                    <a:pt x="99404" y="227242"/>
                  </a:lnTo>
                  <a:lnTo>
                    <a:pt x="95010" y="207359"/>
                  </a:lnTo>
                  <a:lnTo>
                    <a:pt x="59905" y="224845"/>
                  </a:lnTo>
                  <a:lnTo>
                    <a:pt x="40481" y="225574"/>
                  </a:lnTo>
                  <a:lnTo>
                    <a:pt x="41630" y="245429"/>
                  </a:lnTo>
                  <a:lnTo>
                    <a:pt x="8743" y="247274"/>
                  </a:lnTo>
                  <a:lnTo>
                    <a:pt x="0" y="156947"/>
                  </a:lnTo>
                  <a:lnTo>
                    <a:pt x="5574" y="149391"/>
                  </a:lnTo>
                  <a:lnTo>
                    <a:pt x="55984" y="180220"/>
                  </a:lnTo>
                  <a:lnTo>
                    <a:pt x="69171" y="174755"/>
                  </a:lnTo>
                  <a:lnTo>
                    <a:pt x="73804" y="163280"/>
                  </a:lnTo>
                  <a:lnTo>
                    <a:pt x="93584" y="161276"/>
                  </a:lnTo>
                  <a:lnTo>
                    <a:pt x="96970" y="140330"/>
                  </a:lnTo>
                  <a:lnTo>
                    <a:pt x="90555" y="130858"/>
                  </a:lnTo>
                  <a:lnTo>
                    <a:pt x="95188" y="125940"/>
                  </a:lnTo>
                  <a:lnTo>
                    <a:pt x="88417" y="114101"/>
                  </a:lnTo>
                  <a:lnTo>
                    <a:pt x="64716" y="110458"/>
                  </a:lnTo>
                  <a:lnTo>
                    <a:pt x="49085" y="104373"/>
                  </a:lnTo>
                  <a:lnTo>
                    <a:pt x="49969" y="102604"/>
                  </a:lnTo>
                  <a:lnTo>
                    <a:pt x="54692" y="94823"/>
                  </a:lnTo>
                  <a:lnTo>
                    <a:pt x="54801" y="94643"/>
                  </a:lnTo>
                  <a:lnTo>
                    <a:pt x="59795" y="97184"/>
                  </a:lnTo>
                  <a:lnTo>
                    <a:pt x="60843" y="97717"/>
                  </a:lnTo>
                  <a:lnTo>
                    <a:pt x="54996" y="82519"/>
                  </a:lnTo>
                  <a:lnTo>
                    <a:pt x="55937" y="82724"/>
                  </a:lnTo>
                  <a:lnTo>
                    <a:pt x="62248" y="84102"/>
                  </a:lnTo>
                  <a:lnTo>
                    <a:pt x="62408" y="84108"/>
                  </a:lnTo>
                  <a:lnTo>
                    <a:pt x="62362" y="83666"/>
                  </a:lnTo>
                  <a:lnTo>
                    <a:pt x="61631" y="76729"/>
                  </a:lnTo>
                  <a:lnTo>
                    <a:pt x="61520" y="56920"/>
                  </a:lnTo>
                  <a:lnTo>
                    <a:pt x="62101" y="56921"/>
                  </a:lnTo>
                  <a:lnTo>
                    <a:pt x="60891" y="43594"/>
                  </a:lnTo>
                  <a:lnTo>
                    <a:pt x="60476" y="39022"/>
                  </a:lnTo>
                  <a:lnTo>
                    <a:pt x="60413" y="37947"/>
                  </a:lnTo>
                  <a:lnTo>
                    <a:pt x="59992" y="30717"/>
                  </a:lnTo>
                  <a:lnTo>
                    <a:pt x="59860" y="28454"/>
                  </a:lnTo>
                  <a:lnTo>
                    <a:pt x="64393" y="25223"/>
                  </a:lnTo>
                  <a:lnTo>
                    <a:pt x="64873" y="24881"/>
                  </a:lnTo>
                  <a:lnTo>
                    <a:pt x="65151" y="24416"/>
                  </a:lnTo>
                  <a:lnTo>
                    <a:pt x="68313" y="19131"/>
                  </a:lnTo>
                  <a:lnTo>
                    <a:pt x="68761" y="16819"/>
                  </a:lnTo>
                  <a:lnTo>
                    <a:pt x="70804" y="6268"/>
                  </a:lnTo>
                  <a:lnTo>
                    <a:pt x="70992" y="6063"/>
                  </a:lnTo>
                  <a:lnTo>
                    <a:pt x="71129" y="5912"/>
                  </a:lnTo>
                  <a:lnTo>
                    <a:pt x="71414" y="5602"/>
                  </a:lnTo>
                  <a:lnTo>
                    <a:pt x="74262" y="2494"/>
                  </a:lnTo>
                  <a:lnTo>
                    <a:pt x="78940" y="325"/>
                  </a:lnTo>
                  <a:lnTo>
                    <a:pt x="81360" y="125"/>
                  </a:lnTo>
                  <a:lnTo>
                    <a:pt x="82875" y="0"/>
                  </a:lnTo>
                  <a:lnTo>
                    <a:pt x="84772" y="1187"/>
                  </a:lnTo>
                  <a:lnTo>
                    <a:pt x="86439" y="2231"/>
                  </a:lnTo>
                  <a:lnTo>
                    <a:pt x="97081" y="36787"/>
                  </a:lnTo>
                  <a:lnTo>
                    <a:pt x="97267" y="37335"/>
                  </a:lnTo>
                  <a:lnTo>
                    <a:pt x="97616" y="38362"/>
                  </a:lnTo>
                  <a:lnTo>
                    <a:pt x="97827" y="38980"/>
                  </a:lnTo>
                  <a:lnTo>
                    <a:pt x="112145" y="48270"/>
                  </a:lnTo>
                  <a:lnTo>
                    <a:pt x="116941" y="52406"/>
                  </a:lnTo>
                  <a:lnTo>
                    <a:pt x="117503" y="52890"/>
                  </a:lnTo>
                  <a:lnTo>
                    <a:pt x="117870" y="53207"/>
                  </a:lnTo>
                  <a:lnTo>
                    <a:pt x="118171" y="534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3066545" y="2245248"/>
              <a:ext cx="375958" cy="326579"/>
            </a:xfrm>
            <a:custGeom>
              <a:avLst/>
              <a:pathLst>
                <a:path w="375958" h="326579">
                  <a:moveTo>
                    <a:pt x="68001" y="41123"/>
                  </a:moveTo>
                  <a:lnTo>
                    <a:pt x="72150" y="48422"/>
                  </a:lnTo>
                  <a:lnTo>
                    <a:pt x="78785" y="41355"/>
                  </a:lnTo>
                  <a:lnTo>
                    <a:pt x="82420" y="46575"/>
                  </a:lnTo>
                  <a:lnTo>
                    <a:pt x="87152" y="51062"/>
                  </a:lnTo>
                  <a:lnTo>
                    <a:pt x="97312" y="54545"/>
                  </a:lnTo>
                  <a:lnTo>
                    <a:pt x="100601" y="55673"/>
                  </a:lnTo>
                  <a:lnTo>
                    <a:pt x="104890" y="50940"/>
                  </a:lnTo>
                  <a:lnTo>
                    <a:pt x="119061" y="44744"/>
                  </a:lnTo>
                  <a:lnTo>
                    <a:pt x="123937" y="50005"/>
                  </a:lnTo>
                  <a:lnTo>
                    <a:pt x="130619" y="60510"/>
                  </a:lnTo>
                  <a:lnTo>
                    <a:pt x="129372" y="61420"/>
                  </a:lnTo>
                  <a:lnTo>
                    <a:pt x="134520" y="69755"/>
                  </a:lnTo>
                  <a:lnTo>
                    <a:pt x="137391" y="74753"/>
                  </a:lnTo>
                  <a:lnTo>
                    <a:pt x="141158" y="80280"/>
                  </a:lnTo>
                  <a:lnTo>
                    <a:pt x="142862" y="92267"/>
                  </a:lnTo>
                  <a:lnTo>
                    <a:pt x="140053" y="92485"/>
                  </a:lnTo>
                  <a:lnTo>
                    <a:pt x="138798" y="92582"/>
                  </a:lnTo>
                  <a:lnTo>
                    <a:pt x="131699" y="96334"/>
                  </a:lnTo>
                  <a:lnTo>
                    <a:pt x="127578" y="98512"/>
                  </a:lnTo>
                  <a:lnTo>
                    <a:pt x="131444" y="100488"/>
                  </a:lnTo>
                  <a:lnTo>
                    <a:pt x="138047" y="103863"/>
                  </a:lnTo>
                  <a:lnTo>
                    <a:pt x="147068" y="111205"/>
                  </a:lnTo>
                  <a:lnTo>
                    <a:pt x="151551" y="115190"/>
                  </a:lnTo>
                  <a:lnTo>
                    <a:pt x="155338" y="119487"/>
                  </a:lnTo>
                  <a:lnTo>
                    <a:pt x="159069" y="131640"/>
                  </a:lnTo>
                  <a:lnTo>
                    <a:pt x="161441" y="133485"/>
                  </a:lnTo>
                  <a:lnTo>
                    <a:pt x="162521" y="134237"/>
                  </a:lnTo>
                  <a:lnTo>
                    <a:pt x="169212" y="138506"/>
                  </a:lnTo>
                  <a:lnTo>
                    <a:pt x="169293" y="138373"/>
                  </a:lnTo>
                  <a:lnTo>
                    <a:pt x="179105" y="122177"/>
                  </a:lnTo>
                  <a:lnTo>
                    <a:pt x="179850" y="120947"/>
                  </a:lnTo>
                  <a:lnTo>
                    <a:pt x="180445" y="121280"/>
                  </a:lnTo>
                  <a:lnTo>
                    <a:pt x="186195" y="124586"/>
                  </a:lnTo>
                  <a:lnTo>
                    <a:pt x="197700" y="103344"/>
                  </a:lnTo>
                  <a:lnTo>
                    <a:pt x="198338" y="102368"/>
                  </a:lnTo>
                  <a:lnTo>
                    <a:pt x="200538" y="103830"/>
                  </a:lnTo>
                  <a:lnTo>
                    <a:pt x="203999" y="106129"/>
                  </a:lnTo>
                  <a:lnTo>
                    <a:pt x="205466" y="107104"/>
                  </a:lnTo>
                  <a:lnTo>
                    <a:pt x="228802" y="123387"/>
                  </a:lnTo>
                  <a:lnTo>
                    <a:pt x="249758" y="138040"/>
                  </a:lnTo>
                  <a:lnTo>
                    <a:pt x="270084" y="151871"/>
                  </a:lnTo>
                  <a:lnTo>
                    <a:pt x="277120" y="156359"/>
                  </a:lnTo>
                  <a:lnTo>
                    <a:pt x="277668" y="156730"/>
                  </a:lnTo>
                  <a:lnTo>
                    <a:pt x="283435" y="160629"/>
                  </a:lnTo>
                  <a:lnTo>
                    <a:pt x="290024" y="165572"/>
                  </a:lnTo>
                  <a:lnTo>
                    <a:pt x="297869" y="170499"/>
                  </a:lnTo>
                  <a:lnTo>
                    <a:pt x="304417" y="175143"/>
                  </a:lnTo>
                  <a:lnTo>
                    <a:pt x="310565" y="179685"/>
                  </a:lnTo>
                  <a:lnTo>
                    <a:pt x="311467" y="180164"/>
                  </a:lnTo>
                  <a:lnTo>
                    <a:pt x="317348" y="184638"/>
                  </a:lnTo>
                  <a:lnTo>
                    <a:pt x="313026" y="191994"/>
                  </a:lnTo>
                  <a:lnTo>
                    <a:pt x="321403" y="197719"/>
                  </a:lnTo>
                  <a:lnTo>
                    <a:pt x="331160" y="204387"/>
                  </a:lnTo>
                  <a:lnTo>
                    <a:pt x="331915" y="204903"/>
                  </a:lnTo>
                  <a:lnTo>
                    <a:pt x="351994" y="217188"/>
                  </a:lnTo>
                  <a:lnTo>
                    <a:pt x="353232" y="217945"/>
                  </a:lnTo>
                  <a:lnTo>
                    <a:pt x="357066" y="211456"/>
                  </a:lnTo>
                  <a:lnTo>
                    <a:pt x="363300" y="215517"/>
                  </a:lnTo>
                  <a:lnTo>
                    <a:pt x="368343" y="218803"/>
                  </a:lnTo>
                  <a:lnTo>
                    <a:pt x="369178" y="219347"/>
                  </a:lnTo>
                  <a:lnTo>
                    <a:pt x="375016" y="221734"/>
                  </a:lnTo>
                  <a:lnTo>
                    <a:pt x="365238" y="239478"/>
                  </a:lnTo>
                  <a:lnTo>
                    <a:pt x="367602" y="240846"/>
                  </a:lnTo>
                  <a:lnTo>
                    <a:pt x="375065" y="245165"/>
                  </a:lnTo>
                  <a:lnTo>
                    <a:pt x="375958" y="245682"/>
                  </a:lnTo>
                  <a:lnTo>
                    <a:pt x="368556" y="253981"/>
                  </a:lnTo>
                  <a:lnTo>
                    <a:pt x="361071" y="256713"/>
                  </a:lnTo>
                  <a:lnTo>
                    <a:pt x="361080" y="263145"/>
                  </a:lnTo>
                  <a:lnTo>
                    <a:pt x="370828" y="265456"/>
                  </a:lnTo>
                  <a:lnTo>
                    <a:pt x="371190" y="268291"/>
                  </a:lnTo>
                  <a:lnTo>
                    <a:pt x="371813" y="273165"/>
                  </a:lnTo>
                  <a:lnTo>
                    <a:pt x="369427" y="276869"/>
                  </a:lnTo>
                  <a:lnTo>
                    <a:pt x="368155" y="278844"/>
                  </a:lnTo>
                  <a:lnTo>
                    <a:pt x="368537" y="280575"/>
                  </a:lnTo>
                  <a:lnTo>
                    <a:pt x="369090" y="283079"/>
                  </a:lnTo>
                  <a:lnTo>
                    <a:pt x="368297" y="284873"/>
                  </a:lnTo>
                  <a:lnTo>
                    <a:pt x="365624" y="286330"/>
                  </a:lnTo>
                  <a:lnTo>
                    <a:pt x="363040" y="287241"/>
                  </a:lnTo>
                  <a:lnTo>
                    <a:pt x="362060" y="288061"/>
                  </a:lnTo>
                  <a:lnTo>
                    <a:pt x="362060" y="289882"/>
                  </a:lnTo>
                  <a:lnTo>
                    <a:pt x="362927" y="291316"/>
                  </a:lnTo>
                  <a:lnTo>
                    <a:pt x="363931" y="292979"/>
                  </a:lnTo>
                  <a:lnTo>
                    <a:pt x="364644" y="294891"/>
                  </a:lnTo>
                  <a:lnTo>
                    <a:pt x="364021" y="297988"/>
                  </a:lnTo>
                  <a:lnTo>
                    <a:pt x="364021" y="300803"/>
                  </a:lnTo>
                  <a:lnTo>
                    <a:pt x="363798" y="302909"/>
                  </a:lnTo>
                  <a:lnTo>
                    <a:pt x="363854" y="304389"/>
                  </a:lnTo>
                  <a:lnTo>
                    <a:pt x="361960" y="305471"/>
                  </a:lnTo>
                  <a:lnTo>
                    <a:pt x="360791" y="306381"/>
                  </a:lnTo>
                  <a:lnTo>
                    <a:pt x="360791" y="307634"/>
                  </a:lnTo>
                  <a:lnTo>
                    <a:pt x="360905" y="307994"/>
                  </a:lnTo>
                  <a:lnTo>
                    <a:pt x="361403" y="309569"/>
                  </a:lnTo>
                  <a:lnTo>
                    <a:pt x="362239" y="310707"/>
                  </a:lnTo>
                  <a:lnTo>
                    <a:pt x="362239" y="311220"/>
                  </a:lnTo>
                  <a:lnTo>
                    <a:pt x="361737" y="312187"/>
                  </a:lnTo>
                  <a:lnTo>
                    <a:pt x="360011" y="314009"/>
                  </a:lnTo>
                  <a:lnTo>
                    <a:pt x="359733" y="315204"/>
                  </a:lnTo>
                  <a:lnTo>
                    <a:pt x="359788" y="317196"/>
                  </a:lnTo>
                  <a:lnTo>
                    <a:pt x="358842" y="319188"/>
                  </a:lnTo>
                  <a:lnTo>
                    <a:pt x="357505" y="321124"/>
                  </a:lnTo>
                  <a:lnTo>
                    <a:pt x="356837" y="323685"/>
                  </a:lnTo>
                  <a:lnTo>
                    <a:pt x="356370" y="324503"/>
                  </a:lnTo>
                  <a:lnTo>
                    <a:pt x="355672" y="325726"/>
                  </a:lnTo>
                  <a:lnTo>
                    <a:pt x="354981" y="325821"/>
                  </a:lnTo>
                  <a:lnTo>
                    <a:pt x="352999" y="326096"/>
                  </a:lnTo>
                  <a:lnTo>
                    <a:pt x="349324" y="326209"/>
                  </a:lnTo>
                  <a:lnTo>
                    <a:pt x="341639" y="326579"/>
                  </a:lnTo>
                  <a:lnTo>
                    <a:pt x="338688" y="326352"/>
                  </a:lnTo>
                  <a:lnTo>
                    <a:pt x="335653" y="324957"/>
                  </a:lnTo>
                  <a:lnTo>
                    <a:pt x="335453" y="324851"/>
                  </a:lnTo>
                  <a:lnTo>
                    <a:pt x="332507" y="323278"/>
                  </a:lnTo>
                  <a:lnTo>
                    <a:pt x="329889" y="321457"/>
                  </a:lnTo>
                  <a:lnTo>
                    <a:pt x="327912" y="319407"/>
                  </a:lnTo>
                  <a:lnTo>
                    <a:pt x="326795" y="319103"/>
                  </a:lnTo>
                  <a:lnTo>
                    <a:pt x="324571" y="318497"/>
                  </a:lnTo>
                  <a:lnTo>
                    <a:pt x="319448" y="319123"/>
                  </a:lnTo>
                  <a:lnTo>
                    <a:pt x="315828" y="319180"/>
                  </a:lnTo>
                  <a:lnTo>
                    <a:pt x="312765" y="318724"/>
                  </a:lnTo>
                  <a:lnTo>
                    <a:pt x="309842" y="317415"/>
                  </a:lnTo>
                  <a:lnTo>
                    <a:pt x="307447" y="316391"/>
                  </a:lnTo>
                  <a:lnTo>
                    <a:pt x="303716" y="316590"/>
                  </a:lnTo>
                  <a:lnTo>
                    <a:pt x="300988" y="316789"/>
                  </a:lnTo>
                  <a:lnTo>
                    <a:pt x="297841" y="316391"/>
                  </a:lnTo>
                  <a:lnTo>
                    <a:pt x="295475" y="315195"/>
                  </a:lnTo>
                  <a:lnTo>
                    <a:pt x="293019" y="313723"/>
                  </a:lnTo>
                  <a:lnTo>
                    <a:pt x="292579" y="313459"/>
                  </a:lnTo>
                  <a:lnTo>
                    <a:pt x="290658" y="312805"/>
                  </a:lnTo>
                  <a:lnTo>
                    <a:pt x="288514" y="313459"/>
                  </a:lnTo>
                  <a:lnTo>
                    <a:pt x="286481" y="315423"/>
                  </a:lnTo>
                  <a:lnTo>
                    <a:pt x="282834" y="316732"/>
                  </a:lnTo>
                  <a:lnTo>
                    <a:pt x="275539" y="316533"/>
                  </a:lnTo>
                  <a:lnTo>
                    <a:pt x="273033" y="315651"/>
                  </a:lnTo>
                  <a:lnTo>
                    <a:pt x="271418" y="314057"/>
                  </a:lnTo>
                  <a:lnTo>
                    <a:pt x="270722" y="311695"/>
                  </a:lnTo>
                  <a:lnTo>
                    <a:pt x="271022" y="308947"/>
                  </a:lnTo>
                  <a:lnTo>
                    <a:pt x="267636" y="307945"/>
                  </a:lnTo>
                  <a:lnTo>
                    <a:pt x="265898" y="312635"/>
                  </a:lnTo>
                  <a:lnTo>
                    <a:pt x="262855" y="318842"/>
                  </a:lnTo>
                  <a:lnTo>
                    <a:pt x="252720" y="322030"/>
                  </a:lnTo>
                  <a:lnTo>
                    <a:pt x="227346" y="311735"/>
                  </a:lnTo>
                  <a:lnTo>
                    <a:pt x="226685" y="299905"/>
                  </a:lnTo>
                  <a:lnTo>
                    <a:pt x="226378" y="294420"/>
                  </a:lnTo>
                  <a:lnTo>
                    <a:pt x="226745" y="283969"/>
                  </a:lnTo>
                  <a:lnTo>
                    <a:pt x="225810" y="282603"/>
                  </a:lnTo>
                  <a:lnTo>
                    <a:pt x="215854" y="275463"/>
                  </a:lnTo>
                  <a:lnTo>
                    <a:pt x="211088" y="281636"/>
                  </a:lnTo>
                  <a:lnTo>
                    <a:pt x="202855" y="293697"/>
                  </a:lnTo>
                  <a:lnTo>
                    <a:pt x="185560" y="319036"/>
                  </a:lnTo>
                  <a:lnTo>
                    <a:pt x="146627" y="292528"/>
                  </a:lnTo>
                  <a:lnTo>
                    <a:pt x="125180" y="277573"/>
                  </a:lnTo>
                  <a:lnTo>
                    <a:pt x="85151" y="249919"/>
                  </a:lnTo>
                  <a:lnTo>
                    <a:pt x="73846" y="266853"/>
                  </a:lnTo>
                  <a:lnTo>
                    <a:pt x="73677" y="266723"/>
                  </a:lnTo>
                  <a:lnTo>
                    <a:pt x="66695" y="261381"/>
                  </a:lnTo>
                  <a:lnTo>
                    <a:pt x="66491" y="261246"/>
                  </a:lnTo>
                  <a:lnTo>
                    <a:pt x="59400" y="256515"/>
                  </a:lnTo>
                  <a:lnTo>
                    <a:pt x="59150" y="256352"/>
                  </a:lnTo>
                  <a:lnTo>
                    <a:pt x="52223" y="251836"/>
                  </a:lnTo>
                  <a:lnTo>
                    <a:pt x="51663" y="251471"/>
                  </a:lnTo>
                  <a:lnTo>
                    <a:pt x="45255" y="247294"/>
                  </a:lnTo>
                  <a:lnTo>
                    <a:pt x="36178" y="247180"/>
                  </a:lnTo>
                  <a:lnTo>
                    <a:pt x="21589" y="242111"/>
                  </a:lnTo>
                  <a:lnTo>
                    <a:pt x="18702" y="241108"/>
                  </a:lnTo>
                  <a:lnTo>
                    <a:pt x="17152" y="244440"/>
                  </a:lnTo>
                  <a:lnTo>
                    <a:pt x="18336" y="248721"/>
                  </a:lnTo>
                  <a:lnTo>
                    <a:pt x="18572" y="249575"/>
                  </a:lnTo>
                  <a:lnTo>
                    <a:pt x="19100" y="251484"/>
                  </a:lnTo>
                  <a:lnTo>
                    <a:pt x="1726" y="253761"/>
                  </a:lnTo>
                  <a:lnTo>
                    <a:pt x="0" y="242320"/>
                  </a:lnTo>
                  <a:lnTo>
                    <a:pt x="971" y="239669"/>
                  </a:lnTo>
                  <a:lnTo>
                    <a:pt x="6425" y="224779"/>
                  </a:lnTo>
                  <a:lnTo>
                    <a:pt x="8715" y="218528"/>
                  </a:lnTo>
                  <a:lnTo>
                    <a:pt x="18905" y="211526"/>
                  </a:lnTo>
                  <a:lnTo>
                    <a:pt x="12728" y="194817"/>
                  </a:lnTo>
                  <a:lnTo>
                    <a:pt x="19168" y="178438"/>
                  </a:lnTo>
                  <a:lnTo>
                    <a:pt x="22044" y="176740"/>
                  </a:lnTo>
                  <a:lnTo>
                    <a:pt x="29835" y="172140"/>
                  </a:lnTo>
                  <a:lnTo>
                    <a:pt x="38200" y="161094"/>
                  </a:lnTo>
                  <a:lnTo>
                    <a:pt x="33505" y="157614"/>
                  </a:lnTo>
                  <a:lnTo>
                    <a:pt x="23977" y="150551"/>
                  </a:lnTo>
                  <a:lnTo>
                    <a:pt x="22633" y="149555"/>
                  </a:lnTo>
                  <a:lnTo>
                    <a:pt x="27480" y="143115"/>
                  </a:lnTo>
                  <a:lnTo>
                    <a:pt x="27689" y="142815"/>
                  </a:lnTo>
                  <a:lnTo>
                    <a:pt x="32435" y="135973"/>
                  </a:lnTo>
                  <a:lnTo>
                    <a:pt x="32693" y="135601"/>
                  </a:lnTo>
                  <a:lnTo>
                    <a:pt x="37304" y="129146"/>
                  </a:lnTo>
                  <a:lnTo>
                    <a:pt x="37456" y="128947"/>
                  </a:lnTo>
                  <a:lnTo>
                    <a:pt x="42905" y="121785"/>
                  </a:lnTo>
                  <a:lnTo>
                    <a:pt x="43151" y="121462"/>
                  </a:lnTo>
                  <a:lnTo>
                    <a:pt x="43966" y="120736"/>
                  </a:lnTo>
                  <a:lnTo>
                    <a:pt x="49550" y="115762"/>
                  </a:lnTo>
                  <a:lnTo>
                    <a:pt x="49806" y="115534"/>
                  </a:lnTo>
                  <a:lnTo>
                    <a:pt x="50167" y="115212"/>
                  </a:lnTo>
                  <a:lnTo>
                    <a:pt x="56115" y="109680"/>
                  </a:lnTo>
                  <a:lnTo>
                    <a:pt x="60722" y="105640"/>
                  </a:lnTo>
                  <a:lnTo>
                    <a:pt x="63825" y="102920"/>
                  </a:lnTo>
                  <a:lnTo>
                    <a:pt x="71964" y="108399"/>
                  </a:lnTo>
                  <a:lnTo>
                    <a:pt x="74123" y="109853"/>
                  </a:lnTo>
                  <a:lnTo>
                    <a:pt x="75839" y="111202"/>
                  </a:lnTo>
                  <a:lnTo>
                    <a:pt x="76125" y="111427"/>
                  </a:lnTo>
                  <a:lnTo>
                    <a:pt x="76649" y="111839"/>
                  </a:lnTo>
                  <a:lnTo>
                    <a:pt x="77598" y="112585"/>
                  </a:lnTo>
                  <a:lnTo>
                    <a:pt x="78067" y="112050"/>
                  </a:lnTo>
                  <a:lnTo>
                    <a:pt x="78356" y="111720"/>
                  </a:lnTo>
                  <a:lnTo>
                    <a:pt x="79106" y="110747"/>
                  </a:lnTo>
                  <a:lnTo>
                    <a:pt x="79242" y="110570"/>
                  </a:lnTo>
                  <a:lnTo>
                    <a:pt x="80004" y="109582"/>
                  </a:lnTo>
                  <a:lnTo>
                    <a:pt x="81129" y="108121"/>
                  </a:lnTo>
                  <a:lnTo>
                    <a:pt x="82127" y="106826"/>
                  </a:lnTo>
                  <a:lnTo>
                    <a:pt x="82419" y="106447"/>
                  </a:lnTo>
                  <a:lnTo>
                    <a:pt x="83552" y="105003"/>
                  </a:lnTo>
                  <a:lnTo>
                    <a:pt x="83938" y="104511"/>
                  </a:lnTo>
                  <a:lnTo>
                    <a:pt x="84069" y="104345"/>
                  </a:lnTo>
                  <a:lnTo>
                    <a:pt x="83536" y="103878"/>
                  </a:lnTo>
                  <a:lnTo>
                    <a:pt x="81411" y="102506"/>
                  </a:lnTo>
                  <a:lnTo>
                    <a:pt x="73158" y="97178"/>
                  </a:lnTo>
                  <a:lnTo>
                    <a:pt x="64330" y="91464"/>
                  </a:lnTo>
                  <a:lnTo>
                    <a:pt x="64636" y="91019"/>
                  </a:lnTo>
                  <a:lnTo>
                    <a:pt x="65001" y="90490"/>
                  </a:lnTo>
                  <a:lnTo>
                    <a:pt x="65324" y="90022"/>
                  </a:lnTo>
                  <a:lnTo>
                    <a:pt x="65509" y="89753"/>
                  </a:lnTo>
                  <a:lnTo>
                    <a:pt x="66285" y="88627"/>
                  </a:lnTo>
                  <a:lnTo>
                    <a:pt x="66470" y="88358"/>
                  </a:lnTo>
                  <a:lnTo>
                    <a:pt x="67141" y="87385"/>
                  </a:lnTo>
                  <a:lnTo>
                    <a:pt x="67275" y="87191"/>
                  </a:lnTo>
                  <a:lnTo>
                    <a:pt x="68271" y="85746"/>
                  </a:lnTo>
                  <a:lnTo>
                    <a:pt x="68668" y="85170"/>
                  </a:lnTo>
                  <a:lnTo>
                    <a:pt x="68973" y="84609"/>
                  </a:lnTo>
                  <a:lnTo>
                    <a:pt x="69150" y="84283"/>
                  </a:lnTo>
                  <a:lnTo>
                    <a:pt x="69220" y="84141"/>
                  </a:lnTo>
                  <a:lnTo>
                    <a:pt x="69071" y="83993"/>
                  </a:lnTo>
                  <a:lnTo>
                    <a:pt x="68664" y="83589"/>
                  </a:lnTo>
                  <a:lnTo>
                    <a:pt x="67868" y="82800"/>
                  </a:lnTo>
                  <a:lnTo>
                    <a:pt x="67732" y="82666"/>
                  </a:lnTo>
                  <a:lnTo>
                    <a:pt x="66800" y="81945"/>
                  </a:lnTo>
                  <a:lnTo>
                    <a:pt x="64644" y="80277"/>
                  </a:lnTo>
                  <a:lnTo>
                    <a:pt x="64436" y="80116"/>
                  </a:lnTo>
                  <a:lnTo>
                    <a:pt x="64257" y="79959"/>
                  </a:lnTo>
                  <a:lnTo>
                    <a:pt x="60735" y="76867"/>
                  </a:lnTo>
                  <a:lnTo>
                    <a:pt x="59223" y="75539"/>
                  </a:lnTo>
                  <a:lnTo>
                    <a:pt x="58601" y="74572"/>
                  </a:lnTo>
                  <a:lnTo>
                    <a:pt x="57992" y="73625"/>
                  </a:lnTo>
                  <a:lnTo>
                    <a:pt x="57290" y="72532"/>
                  </a:lnTo>
                  <a:lnTo>
                    <a:pt x="56664" y="71560"/>
                  </a:lnTo>
                  <a:lnTo>
                    <a:pt x="55592" y="69893"/>
                  </a:lnTo>
                  <a:lnTo>
                    <a:pt x="53883" y="66469"/>
                  </a:lnTo>
                  <a:lnTo>
                    <a:pt x="52983" y="64666"/>
                  </a:lnTo>
                  <a:lnTo>
                    <a:pt x="51068" y="60374"/>
                  </a:lnTo>
                  <a:lnTo>
                    <a:pt x="50174" y="59178"/>
                  </a:lnTo>
                  <a:lnTo>
                    <a:pt x="49146" y="57803"/>
                  </a:lnTo>
                  <a:lnTo>
                    <a:pt x="48416" y="56826"/>
                  </a:lnTo>
                  <a:lnTo>
                    <a:pt x="47877" y="56105"/>
                  </a:lnTo>
                  <a:lnTo>
                    <a:pt x="46036" y="53642"/>
                  </a:lnTo>
                  <a:lnTo>
                    <a:pt x="44777" y="51958"/>
                  </a:lnTo>
                  <a:lnTo>
                    <a:pt x="43803" y="50927"/>
                  </a:lnTo>
                  <a:lnTo>
                    <a:pt x="41139" y="48107"/>
                  </a:lnTo>
                  <a:lnTo>
                    <a:pt x="40497" y="47427"/>
                  </a:lnTo>
                  <a:lnTo>
                    <a:pt x="39510" y="46381"/>
                  </a:lnTo>
                  <a:lnTo>
                    <a:pt x="38367" y="45172"/>
                  </a:lnTo>
                  <a:lnTo>
                    <a:pt x="37631" y="44393"/>
                  </a:lnTo>
                  <a:lnTo>
                    <a:pt x="36981" y="43705"/>
                  </a:lnTo>
                  <a:lnTo>
                    <a:pt x="36638" y="43277"/>
                  </a:lnTo>
                  <a:lnTo>
                    <a:pt x="36213" y="42748"/>
                  </a:lnTo>
                  <a:lnTo>
                    <a:pt x="35756" y="42179"/>
                  </a:lnTo>
                  <a:lnTo>
                    <a:pt x="34577" y="40711"/>
                  </a:lnTo>
                  <a:lnTo>
                    <a:pt x="33637" y="39540"/>
                  </a:lnTo>
                  <a:lnTo>
                    <a:pt x="31877" y="37348"/>
                  </a:lnTo>
                  <a:lnTo>
                    <a:pt x="31396" y="36749"/>
                  </a:lnTo>
                  <a:lnTo>
                    <a:pt x="30925" y="36163"/>
                  </a:lnTo>
                  <a:lnTo>
                    <a:pt x="30687" y="35761"/>
                  </a:lnTo>
                  <a:lnTo>
                    <a:pt x="29386" y="33567"/>
                  </a:lnTo>
                  <a:lnTo>
                    <a:pt x="28621" y="32277"/>
                  </a:lnTo>
                  <a:lnTo>
                    <a:pt x="28436" y="31966"/>
                  </a:lnTo>
                  <a:lnTo>
                    <a:pt x="27847" y="30973"/>
                  </a:lnTo>
                  <a:lnTo>
                    <a:pt x="27734" y="30783"/>
                  </a:lnTo>
                  <a:lnTo>
                    <a:pt x="27175" y="29840"/>
                  </a:lnTo>
                  <a:lnTo>
                    <a:pt x="26533" y="28758"/>
                  </a:lnTo>
                  <a:lnTo>
                    <a:pt x="26397" y="28449"/>
                  </a:lnTo>
                  <a:lnTo>
                    <a:pt x="26064" y="27691"/>
                  </a:lnTo>
                  <a:lnTo>
                    <a:pt x="26006" y="27558"/>
                  </a:lnTo>
                  <a:lnTo>
                    <a:pt x="25861" y="27208"/>
                  </a:lnTo>
                  <a:lnTo>
                    <a:pt x="25129" y="25445"/>
                  </a:lnTo>
                  <a:lnTo>
                    <a:pt x="24878" y="24840"/>
                  </a:lnTo>
                  <a:lnTo>
                    <a:pt x="24634" y="24254"/>
                  </a:lnTo>
                  <a:lnTo>
                    <a:pt x="24533" y="24011"/>
                  </a:lnTo>
                  <a:lnTo>
                    <a:pt x="24319" y="23495"/>
                  </a:lnTo>
                  <a:lnTo>
                    <a:pt x="24131" y="23042"/>
                  </a:lnTo>
                  <a:lnTo>
                    <a:pt x="24074" y="22904"/>
                  </a:lnTo>
                  <a:lnTo>
                    <a:pt x="23658" y="21922"/>
                  </a:lnTo>
                  <a:lnTo>
                    <a:pt x="23434" y="21665"/>
                  </a:lnTo>
                  <a:lnTo>
                    <a:pt x="22554" y="20654"/>
                  </a:lnTo>
                  <a:lnTo>
                    <a:pt x="22076" y="20104"/>
                  </a:lnTo>
                  <a:lnTo>
                    <a:pt x="21565" y="19517"/>
                  </a:lnTo>
                  <a:lnTo>
                    <a:pt x="20227" y="17965"/>
                  </a:lnTo>
                  <a:lnTo>
                    <a:pt x="20409" y="17798"/>
                  </a:lnTo>
                  <a:lnTo>
                    <a:pt x="20894" y="17351"/>
                  </a:lnTo>
                  <a:lnTo>
                    <a:pt x="21035" y="17234"/>
                  </a:lnTo>
                  <a:lnTo>
                    <a:pt x="21271" y="17039"/>
                  </a:lnTo>
                  <a:lnTo>
                    <a:pt x="22398" y="16107"/>
                  </a:lnTo>
                  <a:lnTo>
                    <a:pt x="22592" y="15946"/>
                  </a:lnTo>
                  <a:lnTo>
                    <a:pt x="23519" y="15180"/>
                  </a:lnTo>
                  <a:lnTo>
                    <a:pt x="32918" y="7407"/>
                  </a:lnTo>
                  <a:lnTo>
                    <a:pt x="33074" y="7278"/>
                  </a:lnTo>
                  <a:lnTo>
                    <a:pt x="33205" y="7169"/>
                  </a:lnTo>
                  <a:lnTo>
                    <a:pt x="33372" y="7031"/>
                  </a:lnTo>
                  <a:lnTo>
                    <a:pt x="34101" y="6597"/>
                  </a:lnTo>
                  <a:lnTo>
                    <a:pt x="34493" y="6364"/>
                  </a:lnTo>
                  <a:lnTo>
                    <a:pt x="34743" y="6190"/>
                  </a:lnTo>
                  <a:lnTo>
                    <a:pt x="35071" y="5962"/>
                  </a:lnTo>
                  <a:lnTo>
                    <a:pt x="36299" y="5108"/>
                  </a:lnTo>
                  <a:lnTo>
                    <a:pt x="36782" y="4773"/>
                  </a:lnTo>
                  <a:lnTo>
                    <a:pt x="37860" y="4023"/>
                  </a:lnTo>
                  <a:lnTo>
                    <a:pt x="38473" y="3597"/>
                  </a:lnTo>
                  <a:lnTo>
                    <a:pt x="39468" y="2906"/>
                  </a:lnTo>
                  <a:lnTo>
                    <a:pt x="39841" y="2647"/>
                  </a:lnTo>
                  <a:lnTo>
                    <a:pt x="40949" y="1876"/>
                  </a:lnTo>
                  <a:lnTo>
                    <a:pt x="41396" y="1565"/>
                  </a:lnTo>
                  <a:lnTo>
                    <a:pt x="41838" y="1258"/>
                  </a:lnTo>
                  <a:lnTo>
                    <a:pt x="42006" y="1146"/>
                  </a:lnTo>
                  <a:lnTo>
                    <a:pt x="42545" y="785"/>
                  </a:lnTo>
                  <a:lnTo>
                    <a:pt x="43628" y="60"/>
                  </a:lnTo>
                  <a:lnTo>
                    <a:pt x="46471" y="0"/>
                  </a:lnTo>
                  <a:lnTo>
                    <a:pt x="48934" y="380"/>
                  </a:lnTo>
                  <a:lnTo>
                    <a:pt x="52389" y="4736"/>
                  </a:lnTo>
                  <a:lnTo>
                    <a:pt x="53033" y="6482"/>
                  </a:lnTo>
                  <a:lnTo>
                    <a:pt x="52738" y="6614"/>
                  </a:lnTo>
                  <a:lnTo>
                    <a:pt x="52383" y="6772"/>
                  </a:lnTo>
                  <a:lnTo>
                    <a:pt x="49469" y="8075"/>
                  </a:lnTo>
                  <a:lnTo>
                    <a:pt x="53265" y="10422"/>
                  </a:lnTo>
                  <a:lnTo>
                    <a:pt x="54633" y="11268"/>
                  </a:lnTo>
                  <a:lnTo>
                    <a:pt x="60740" y="15043"/>
                  </a:lnTo>
                  <a:lnTo>
                    <a:pt x="59267" y="15695"/>
                  </a:lnTo>
                  <a:lnTo>
                    <a:pt x="54912" y="17623"/>
                  </a:lnTo>
                  <a:lnTo>
                    <a:pt x="54040" y="18009"/>
                  </a:lnTo>
                  <a:lnTo>
                    <a:pt x="55228" y="20008"/>
                  </a:lnTo>
                  <a:lnTo>
                    <a:pt x="57750" y="24258"/>
                  </a:lnTo>
                  <a:lnTo>
                    <a:pt x="63452" y="33861"/>
                  </a:lnTo>
                  <a:lnTo>
                    <a:pt x="64801" y="360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3200652" y="2050318"/>
              <a:ext cx="168540" cy="261961"/>
            </a:xfrm>
            <a:custGeom>
              <a:avLst/>
              <a:pathLst>
                <a:path w="168540" h="261961">
                  <a:moveTo>
                    <a:pt x="51019" y="0"/>
                  </a:moveTo>
                  <a:lnTo>
                    <a:pt x="63255" y="13192"/>
                  </a:lnTo>
                  <a:lnTo>
                    <a:pt x="69098" y="7370"/>
                  </a:lnTo>
                  <a:lnTo>
                    <a:pt x="71467" y="5009"/>
                  </a:lnTo>
                  <a:lnTo>
                    <a:pt x="73116" y="6921"/>
                  </a:lnTo>
                  <a:lnTo>
                    <a:pt x="79967" y="837"/>
                  </a:lnTo>
                  <a:lnTo>
                    <a:pt x="98893" y="24023"/>
                  </a:lnTo>
                  <a:lnTo>
                    <a:pt x="96087" y="26208"/>
                  </a:lnTo>
                  <a:lnTo>
                    <a:pt x="108351" y="41233"/>
                  </a:lnTo>
                  <a:lnTo>
                    <a:pt x="113715" y="47804"/>
                  </a:lnTo>
                  <a:lnTo>
                    <a:pt x="124817" y="61407"/>
                  </a:lnTo>
                  <a:lnTo>
                    <a:pt x="143599" y="84413"/>
                  </a:lnTo>
                  <a:lnTo>
                    <a:pt x="152485" y="95236"/>
                  </a:lnTo>
                  <a:lnTo>
                    <a:pt x="156795" y="100485"/>
                  </a:lnTo>
                  <a:lnTo>
                    <a:pt x="152179" y="104733"/>
                  </a:lnTo>
                  <a:lnTo>
                    <a:pt x="159842" y="114934"/>
                  </a:lnTo>
                  <a:lnTo>
                    <a:pt x="154486" y="122375"/>
                  </a:lnTo>
                  <a:lnTo>
                    <a:pt x="155165" y="122598"/>
                  </a:lnTo>
                  <a:lnTo>
                    <a:pt x="168540" y="126984"/>
                  </a:lnTo>
                  <a:lnTo>
                    <a:pt x="166031" y="136465"/>
                  </a:lnTo>
                  <a:lnTo>
                    <a:pt x="165586" y="136324"/>
                  </a:lnTo>
                  <a:lnTo>
                    <a:pt x="157749" y="133829"/>
                  </a:lnTo>
                  <a:lnTo>
                    <a:pt x="156754" y="135160"/>
                  </a:lnTo>
                  <a:lnTo>
                    <a:pt x="149931" y="144280"/>
                  </a:lnTo>
                  <a:lnTo>
                    <a:pt x="145152" y="151026"/>
                  </a:lnTo>
                  <a:lnTo>
                    <a:pt x="145019" y="151213"/>
                  </a:lnTo>
                  <a:lnTo>
                    <a:pt x="144748" y="151581"/>
                  </a:lnTo>
                  <a:lnTo>
                    <a:pt x="140041" y="157975"/>
                  </a:lnTo>
                  <a:lnTo>
                    <a:pt x="128480" y="169006"/>
                  </a:lnTo>
                  <a:lnTo>
                    <a:pt x="125774" y="170133"/>
                  </a:lnTo>
                  <a:lnTo>
                    <a:pt x="125177" y="171036"/>
                  </a:lnTo>
                  <a:lnTo>
                    <a:pt x="108023" y="196987"/>
                  </a:lnTo>
                  <a:lnTo>
                    <a:pt x="106687" y="199009"/>
                  </a:lnTo>
                  <a:lnTo>
                    <a:pt x="106459" y="198862"/>
                  </a:lnTo>
                  <a:lnTo>
                    <a:pt x="99069" y="194091"/>
                  </a:lnTo>
                  <a:lnTo>
                    <a:pt x="98483" y="194971"/>
                  </a:lnTo>
                  <a:lnTo>
                    <a:pt x="95418" y="199578"/>
                  </a:lnTo>
                  <a:lnTo>
                    <a:pt x="83954" y="216810"/>
                  </a:lnTo>
                  <a:lnTo>
                    <a:pt x="84132" y="216923"/>
                  </a:lnTo>
                  <a:lnTo>
                    <a:pt x="91517" y="221641"/>
                  </a:lnTo>
                  <a:lnTo>
                    <a:pt x="85130" y="231873"/>
                  </a:lnTo>
                  <a:lnTo>
                    <a:pt x="80708" y="238956"/>
                  </a:lnTo>
                  <a:lnTo>
                    <a:pt x="80669" y="239494"/>
                  </a:lnTo>
                  <a:lnTo>
                    <a:pt x="79756" y="252208"/>
                  </a:lnTo>
                  <a:lnTo>
                    <a:pt x="79739" y="255196"/>
                  </a:lnTo>
                  <a:lnTo>
                    <a:pt x="79038" y="254969"/>
                  </a:lnTo>
                  <a:lnTo>
                    <a:pt x="78078" y="254658"/>
                  </a:lnTo>
                  <a:lnTo>
                    <a:pt x="71567" y="252551"/>
                  </a:lnTo>
                  <a:lnTo>
                    <a:pt x="71333" y="253371"/>
                  </a:lnTo>
                  <a:lnTo>
                    <a:pt x="68642" y="257272"/>
                  </a:lnTo>
                  <a:lnTo>
                    <a:pt x="68328" y="257565"/>
                  </a:lnTo>
                  <a:lnTo>
                    <a:pt x="63617" y="261961"/>
                  </a:lnTo>
                  <a:lnTo>
                    <a:pt x="57974" y="256181"/>
                  </a:lnTo>
                  <a:lnTo>
                    <a:pt x="46213" y="245936"/>
                  </a:lnTo>
                  <a:lnTo>
                    <a:pt x="30130" y="231045"/>
                  </a:lnTo>
                  <a:lnTo>
                    <a:pt x="28215" y="229529"/>
                  </a:lnTo>
                  <a:lnTo>
                    <a:pt x="23821" y="226050"/>
                  </a:lnTo>
                  <a:lnTo>
                    <a:pt x="30594" y="217952"/>
                  </a:lnTo>
                  <a:lnTo>
                    <a:pt x="31063" y="217391"/>
                  </a:lnTo>
                  <a:lnTo>
                    <a:pt x="17207" y="204570"/>
                  </a:lnTo>
                  <a:lnTo>
                    <a:pt x="0" y="188496"/>
                  </a:lnTo>
                  <a:lnTo>
                    <a:pt x="5986" y="181633"/>
                  </a:lnTo>
                  <a:lnTo>
                    <a:pt x="12293" y="175117"/>
                  </a:lnTo>
                  <a:lnTo>
                    <a:pt x="19353" y="167823"/>
                  </a:lnTo>
                  <a:lnTo>
                    <a:pt x="20244" y="168604"/>
                  </a:lnTo>
                  <a:lnTo>
                    <a:pt x="23242" y="171233"/>
                  </a:lnTo>
                  <a:lnTo>
                    <a:pt x="26971" y="174504"/>
                  </a:lnTo>
                  <a:lnTo>
                    <a:pt x="35871" y="182308"/>
                  </a:lnTo>
                  <a:lnTo>
                    <a:pt x="42929" y="188972"/>
                  </a:lnTo>
                  <a:lnTo>
                    <a:pt x="43771" y="189725"/>
                  </a:lnTo>
                  <a:lnTo>
                    <a:pt x="62739" y="206695"/>
                  </a:lnTo>
                  <a:lnTo>
                    <a:pt x="66115" y="209716"/>
                  </a:lnTo>
                  <a:lnTo>
                    <a:pt x="66435" y="209332"/>
                  </a:lnTo>
                  <a:lnTo>
                    <a:pt x="69676" y="205440"/>
                  </a:lnTo>
                  <a:lnTo>
                    <a:pt x="71227" y="203578"/>
                  </a:lnTo>
                  <a:lnTo>
                    <a:pt x="73453" y="200905"/>
                  </a:lnTo>
                  <a:lnTo>
                    <a:pt x="76891" y="196775"/>
                  </a:lnTo>
                  <a:lnTo>
                    <a:pt x="78675" y="194633"/>
                  </a:lnTo>
                  <a:lnTo>
                    <a:pt x="81906" y="190753"/>
                  </a:lnTo>
                  <a:lnTo>
                    <a:pt x="83601" y="188718"/>
                  </a:lnTo>
                  <a:lnTo>
                    <a:pt x="87304" y="186793"/>
                  </a:lnTo>
                  <a:lnTo>
                    <a:pt x="86493" y="184975"/>
                  </a:lnTo>
                  <a:lnTo>
                    <a:pt x="87551" y="184676"/>
                  </a:lnTo>
                  <a:lnTo>
                    <a:pt x="89932" y="180934"/>
                  </a:lnTo>
                  <a:lnTo>
                    <a:pt x="89075" y="179844"/>
                  </a:lnTo>
                  <a:lnTo>
                    <a:pt x="88750" y="179431"/>
                  </a:lnTo>
                  <a:lnTo>
                    <a:pt x="95711" y="166543"/>
                  </a:lnTo>
                  <a:lnTo>
                    <a:pt x="93953" y="159516"/>
                  </a:lnTo>
                  <a:lnTo>
                    <a:pt x="93093" y="156080"/>
                  </a:lnTo>
                  <a:lnTo>
                    <a:pt x="94049" y="155173"/>
                  </a:lnTo>
                  <a:lnTo>
                    <a:pt x="99542" y="149966"/>
                  </a:lnTo>
                  <a:lnTo>
                    <a:pt x="97271" y="149154"/>
                  </a:lnTo>
                  <a:lnTo>
                    <a:pt x="96491" y="148875"/>
                  </a:lnTo>
                  <a:lnTo>
                    <a:pt x="95532" y="148532"/>
                  </a:lnTo>
                  <a:lnTo>
                    <a:pt x="96685" y="142010"/>
                  </a:lnTo>
                  <a:lnTo>
                    <a:pt x="103702" y="142147"/>
                  </a:lnTo>
                  <a:lnTo>
                    <a:pt x="104390" y="144555"/>
                  </a:lnTo>
                  <a:lnTo>
                    <a:pt x="105975" y="150100"/>
                  </a:lnTo>
                  <a:lnTo>
                    <a:pt x="110569" y="152781"/>
                  </a:lnTo>
                  <a:lnTo>
                    <a:pt x="110527" y="154635"/>
                  </a:lnTo>
                  <a:lnTo>
                    <a:pt x="115037" y="159245"/>
                  </a:lnTo>
                  <a:lnTo>
                    <a:pt x="115485" y="158488"/>
                  </a:lnTo>
                  <a:lnTo>
                    <a:pt x="118611" y="153194"/>
                  </a:lnTo>
                  <a:lnTo>
                    <a:pt x="120549" y="144110"/>
                  </a:lnTo>
                  <a:lnTo>
                    <a:pt x="122053" y="134035"/>
                  </a:lnTo>
                  <a:lnTo>
                    <a:pt x="119246" y="131815"/>
                  </a:lnTo>
                  <a:lnTo>
                    <a:pt x="124046" y="125319"/>
                  </a:lnTo>
                  <a:lnTo>
                    <a:pt x="106344" y="112012"/>
                  </a:lnTo>
                  <a:lnTo>
                    <a:pt x="104068" y="110300"/>
                  </a:lnTo>
                  <a:lnTo>
                    <a:pt x="104344" y="105620"/>
                  </a:lnTo>
                  <a:lnTo>
                    <a:pt x="111070" y="98153"/>
                  </a:lnTo>
                  <a:lnTo>
                    <a:pt x="95621" y="82252"/>
                  </a:lnTo>
                  <a:lnTo>
                    <a:pt x="82439" y="67301"/>
                  </a:lnTo>
                  <a:lnTo>
                    <a:pt x="74911" y="70538"/>
                  </a:lnTo>
                  <a:lnTo>
                    <a:pt x="72949" y="69496"/>
                  </a:lnTo>
                  <a:lnTo>
                    <a:pt x="70587" y="61562"/>
                  </a:lnTo>
                  <a:lnTo>
                    <a:pt x="68494" y="52966"/>
                  </a:lnTo>
                  <a:lnTo>
                    <a:pt x="67476" y="53246"/>
                  </a:lnTo>
                  <a:lnTo>
                    <a:pt x="53724" y="57032"/>
                  </a:lnTo>
                  <a:lnTo>
                    <a:pt x="53058" y="54754"/>
                  </a:lnTo>
                  <a:lnTo>
                    <a:pt x="52171" y="51721"/>
                  </a:lnTo>
                  <a:lnTo>
                    <a:pt x="49832" y="49224"/>
                  </a:lnTo>
                  <a:lnTo>
                    <a:pt x="40981" y="39774"/>
                  </a:lnTo>
                  <a:lnTo>
                    <a:pt x="38193" y="36798"/>
                  </a:lnTo>
                  <a:lnTo>
                    <a:pt x="32175" y="30372"/>
                  </a:lnTo>
                  <a:lnTo>
                    <a:pt x="50095" y="13941"/>
                  </a:lnTo>
                  <a:lnTo>
                    <a:pt x="48499" y="12297"/>
                  </a:lnTo>
                  <a:lnTo>
                    <a:pt x="44481" y="8158"/>
                  </a:lnTo>
                  <a:lnTo>
                    <a:pt x="44834" y="77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185607" y="2054040"/>
              <a:ext cx="364541" cy="410555"/>
            </a:xfrm>
            <a:custGeom>
              <a:avLst/>
              <a:pathLst>
                <a:path w="364541" h="410555">
                  <a:moveTo>
                    <a:pt x="314469" y="8082"/>
                  </a:moveTo>
                  <a:lnTo>
                    <a:pt x="321375" y="22881"/>
                  </a:lnTo>
                  <a:lnTo>
                    <a:pt x="259451" y="58628"/>
                  </a:lnTo>
                  <a:lnTo>
                    <a:pt x="254533" y="50507"/>
                  </a:lnTo>
                  <a:lnTo>
                    <a:pt x="253659" y="49065"/>
                  </a:lnTo>
                  <a:lnTo>
                    <a:pt x="234479" y="55631"/>
                  </a:lnTo>
                  <a:lnTo>
                    <a:pt x="232916" y="56166"/>
                  </a:lnTo>
                  <a:lnTo>
                    <a:pt x="232553" y="53841"/>
                  </a:lnTo>
                  <a:lnTo>
                    <a:pt x="232150" y="51256"/>
                  </a:lnTo>
                  <a:lnTo>
                    <a:pt x="228461" y="50972"/>
                  </a:lnTo>
                  <a:lnTo>
                    <a:pt x="227544" y="56327"/>
                  </a:lnTo>
                  <a:lnTo>
                    <a:pt x="226742" y="61013"/>
                  </a:lnTo>
                  <a:lnTo>
                    <a:pt x="226025" y="65202"/>
                  </a:lnTo>
                  <a:lnTo>
                    <a:pt x="231858" y="66864"/>
                  </a:lnTo>
                  <a:lnTo>
                    <a:pt x="233264" y="67265"/>
                  </a:lnTo>
                  <a:lnTo>
                    <a:pt x="230827" y="81993"/>
                  </a:lnTo>
                  <a:lnTo>
                    <a:pt x="228461" y="96295"/>
                  </a:lnTo>
                  <a:lnTo>
                    <a:pt x="221430" y="94729"/>
                  </a:lnTo>
                  <a:lnTo>
                    <a:pt x="217463" y="106540"/>
                  </a:lnTo>
                  <a:lnTo>
                    <a:pt x="220562" y="106363"/>
                  </a:lnTo>
                  <a:lnTo>
                    <a:pt x="224046" y="106163"/>
                  </a:lnTo>
                  <a:lnTo>
                    <a:pt x="233612" y="105615"/>
                  </a:lnTo>
                  <a:lnTo>
                    <a:pt x="233810" y="104641"/>
                  </a:lnTo>
                  <a:lnTo>
                    <a:pt x="234378" y="101844"/>
                  </a:lnTo>
                  <a:lnTo>
                    <a:pt x="238174" y="101512"/>
                  </a:lnTo>
                  <a:lnTo>
                    <a:pt x="242998" y="101090"/>
                  </a:lnTo>
                  <a:lnTo>
                    <a:pt x="249831" y="100492"/>
                  </a:lnTo>
                  <a:lnTo>
                    <a:pt x="279414" y="104335"/>
                  </a:lnTo>
                  <a:lnTo>
                    <a:pt x="281294" y="106754"/>
                  </a:lnTo>
                  <a:lnTo>
                    <a:pt x="298278" y="109030"/>
                  </a:lnTo>
                  <a:lnTo>
                    <a:pt x="323848" y="111396"/>
                  </a:lnTo>
                  <a:lnTo>
                    <a:pt x="345148" y="100012"/>
                  </a:lnTo>
                  <a:lnTo>
                    <a:pt x="356613" y="105675"/>
                  </a:lnTo>
                  <a:lnTo>
                    <a:pt x="333091" y="122615"/>
                  </a:lnTo>
                  <a:lnTo>
                    <a:pt x="317410" y="122615"/>
                  </a:lnTo>
                  <a:lnTo>
                    <a:pt x="314915" y="138826"/>
                  </a:lnTo>
                  <a:lnTo>
                    <a:pt x="304968" y="137990"/>
                  </a:lnTo>
                  <a:lnTo>
                    <a:pt x="305292" y="127715"/>
                  </a:lnTo>
                  <a:lnTo>
                    <a:pt x="293105" y="128019"/>
                  </a:lnTo>
                  <a:lnTo>
                    <a:pt x="291811" y="133181"/>
                  </a:lnTo>
                  <a:lnTo>
                    <a:pt x="289740" y="153233"/>
                  </a:lnTo>
                  <a:lnTo>
                    <a:pt x="279438" y="151952"/>
                  </a:lnTo>
                  <a:lnTo>
                    <a:pt x="276793" y="151667"/>
                  </a:lnTo>
                  <a:lnTo>
                    <a:pt x="277489" y="155794"/>
                  </a:lnTo>
                  <a:lnTo>
                    <a:pt x="294334" y="180981"/>
                  </a:lnTo>
                  <a:lnTo>
                    <a:pt x="299485" y="178847"/>
                  </a:lnTo>
                  <a:lnTo>
                    <a:pt x="315356" y="203750"/>
                  </a:lnTo>
                  <a:lnTo>
                    <a:pt x="312432" y="206453"/>
                  </a:lnTo>
                  <a:lnTo>
                    <a:pt x="322734" y="212999"/>
                  </a:lnTo>
                  <a:lnTo>
                    <a:pt x="326493" y="210295"/>
                  </a:lnTo>
                  <a:lnTo>
                    <a:pt x="363539" y="242173"/>
                  </a:lnTo>
                  <a:lnTo>
                    <a:pt x="364541" y="263575"/>
                  </a:lnTo>
                  <a:lnTo>
                    <a:pt x="351956" y="264031"/>
                  </a:lnTo>
                  <a:lnTo>
                    <a:pt x="337812" y="259819"/>
                  </a:lnTo>
                  <a:lnTo>
                    <a:pt x="318989" y="245133"/>
                  </a:lnTo>
                  <a:lnTo>
                    <a:pt x="321996" y="240352"/>
                  </a:lnTo>
                  <a:lnTo>
                    <a:pt x="283350" y="217242"/>
                  </a:lnTo>
                  <a:lnTo>
                    <a:pt x="265196" y="214965"/>
                  </a:lnTo>
                  <a:lnTo>
                    <a:pt x="227217" y="203126"/>
                  </a:lnTo>
                  <a:lnTo>
                    <a:pt x="236127" y="215990"/>
                  </a:lnTo>
                  <a:lnTo>
                    <a:pt x="226438" y="236823"/>
                  </a:lnTo>
                  <a:lnTo>
                    <a:pt x="231482" y="238332"/>
                  </a:lnTo>
                  <a:lnTo>
                    <a:pt x="245641" y="242569"/>
                  </a:lnTo>
                  <a:lnTo>
                    <a:pt x="278561" y="252419"/>
                  </a:lnTo>
                  <a:lnTo>
                    <a:pt x="273105" y="268090"/>
                  </a:lnTo>
                  <a:lnTo>
                    <a:pt x="262065" y="265977"/>
                  </a:lnTo>
                  <a:lnTo>
                    <a:pt x="258166" y="275368"/>
                  </a:lnTo>
                  <a:lnTo>
                    <a:pt x="247363" y="275312"/>
                  </a:lnTo>
                  <a:lnTo>
                    <a:pt x="249312" y="278954"/>
                  </a:lnTo>
                  <a:lnTo>
                    <a:pt x="259948" y="285330"/>
                  </a:lnTo>
                  <a:lnTo>
                    <a:pt x="265224" y="279488"/>
                  </a:lnTo>
                  <a:lnTo>
                    <a:pt x="288341" y="292540"/>
                  </a:lnTo>
                  <a:lnTo>
                    <a:pt x="285577" y="301257"/>
                  </a:lnTo>
                  <a:lnTo>
                    <a:pt x="304399" y="301598"/>
                  </a:lnTo>
                  <a:lnTo>
                    <a:pt x="304065" y="305924"/>
                  </a:lnTo>
                  <a:lnTo>
                    <a:pt x="325947" y="299427"/>
                  </a:lnTo>
                  <a:lnTo>
                    <a:pt x="327118" y="302503"/>
                  </a:lnTo>
                  <a:lnTo>
                    <a:pt x="336698" y="327668"/>
                  </a:lnTo>
                  <a:lnTo>
                    <a:pt x="329013" y="333132"/>
                  </a:lnTo>
                  <a:lnTo>
                    <a:pt x="330039" y="340166"/>
                  </a:lnTo>
                  <a:lnTo>
                    <a:pt x="335398" y="342016"/>
                  </a:lnTo>
                  <a:lnTo>
                    <a:pt x="333867" y="352333"/>
                  </a:lnTo>
                  <a:lnTo>
                    <a:pt x="332376" y="351983"/>
                  </a:lnTo>
                  <a:lnTo>
                    <a:pt x="315699" y="348064"/>
                  </a:lnTo>
                  <a:lnTo>
                    <a:pt x="316072" y="348943"/>
                  </a:lnTo>
                  <a:lnTo>
                    <a:pt x="318414" y="354468"/>
                  </a:lnTo>
                  <a:lnTo>
                    <a:pt x="312142" y="359100"/>
                  </a:lnTo>
                  <a:lnTo>
                    <a:pt x="309305" y="357421"/>
                  </a:lnTo>
                  <a:lnTo>
                    <a:pt x="302134" y="362076"/>
                  </a:lnTo>
                  <a:lnTo>
                    <a:pt x="301917" y="361853"/>
                  </a:lnTo>
                  <a:lnTo>
                    <a:pt x="300675" y="360579"/>
                  </a:lnTo>
                  <a:lnTo>
                    <a:pt x="266426" y="325432"/>
                  </a:lnTo>
                  <a:lnTo>
                    <a:pt x="242925" y="308298"/>
                  </a:lnTo>
                  <a:lnTo>
                    <a:pt x="242152" y="309978"/>
                  </a:lnTo>
                  <a:lnTo>
                    <a:pt x="231802" y="332477"/>
                  </a:lnTo>
                  <a:lnTo>
                    <a:pt x="212077" y="327439"/>
                  </a:lnTo>
                  <a:lnTo>
                    <a:pt x="223894" y="305042"/>
                  </a:lnTo>
                  <a:lnTo>
                    <a:pt x="216655" y="300830"/>
                  </a:lnTo>
                  <a:lnTo>
                    <a:pt x="208970" y="317337"/>
                  </a:lnTo>
                  <a:lnTo>
                    <a:pt x="185247" y="308571"/>
                  </a:lnTo>
                  <a:lnTo>
                    <a:pt x="178231" y="314718"/>
                  </a:lnTo>
                  <a:lnTo>
                    <a:pt x="176337" y="324622"/>
                  </a:lnTo>
                  <a:lnTo>
                    <a:pt x="211309" y="348074"/>
                  </a:lnTo>
                  <a:lnTo>
                    <a:pt x="219996" y="349212"/>
                  </a:lnTo>
                  <a:lnTo>
                    <a:pt x="230559" y="359790"/>
                  </a:lnTo>
                  <a:lnTo>
                    <a:pt x="265325" y="378128"/>
                  </a:lnTo>
                  <a:lnTo>
                    <a:pt x="268938" y="380167"/>
                  </a:lnTo>
                  <a:lnTo>
                    <a:pt x="272992" y="382454"/>
                  </a:lnTo>
                  <a:lnTo>
                    <a:pt x="285665" y="389607"/>
                  </a:lnTo>
                  <a:lnTo>
                    <a:pt x="280590" y="399471"/>
                  </a:lnTo>
                  <a:lnTo>
                    <a:pt x="264086" y="389820"/>
                  </a:lnTo>
                  <a:lnTo>
                    <a:pt x="250116" y="410555"/>
                  </a:lnTo>
                  <a:lnTo>
                    <a:pt x="249282" y="410011"/>
                  </a:lnTo>
                  <a:lnTo>
                    <a:pt x="244238" y="406725"/>
                  </a:lnTo>
                  <a:lnTo>
                    <a:pt x="238004" y="402664"/>
                  </a:lnTo>
                  <a:lnTo>
                    <a:pt x="234170" y="409154"/>
                  </a:lnTo>
                  <a:lnTo>
                    <a:pt x="232932" y="408396"/>
                  </a:lnTo>
                  <a:lnTo>
                    <a:pt x="212853" y="396111"/>
                  </a:lnTo>
                  <a:lnTo>
                    <a:pt x="212098" y="395595"/>
                  </a:lnTo>
                  <a:lnTo>
                    <a:pt x="202341" y="388927"/>
                  </a:lnTo>
                  <a:lnTo>
                    <a:pt x="193965" y="383202"/>
                  </a:lnTo>
                  <a:lnTo>
                    <a:pt x="198286" y="375846"/>
                  </a:lnTo>
                  <a:lnTo>
                    <a:pt x="192406" y="371372"/>
                  </a:lnTo>
                  <a:lnTo>
                    <a:pt x="191504" y="370894"/>
                  </a:lnTo>
                  <a:lnTo>
                    <a:pt x="185356" y="366352"/>
                  </a:lnTo>
                  <a:lnTo>
                    <a:pt x="178807" y="361707"/>
                  </a:lnTo>
                  <a:lnTo>
                    <a:pt x="170963" y="356780"/>
                  </a:lnTo>
                  <a:lnTo>
                    <a:pt x="164373" y="351837"/>
                  </a:lnTo>
                  <a:lnTo>
                    <a:pt x="158606" y="347938"/>
                  </a:lnTo>
                  <a:lnTo>
                    <a:pt x="158058" y="347568"/>
                  </a:lnTo>
                  <a:lnTo>
                    <a:pt x="151022" y="343080"/>
                  </a:lnTo>
                  <a:lnTo>
                    <a:pt x="130696" y="329248"/>
                  </a:lnTo>
                  <a:lnTo>
                    <a:pt x="109741" y="314596"/>
                  </a:lnTo>
                  <a:lnTo>
                    <a:pt x="86405" y="298312"/>
                  </a:lnTo>
                  <a:lnTo>
                    <a:pt x="84937" y="297337"/>
                  </a:lnTo>
                  <a:lnTo>
                    <a:pt x="81477" y="295038"/>
                  </a:lnTo>
                  <a:lnTo>
                    <a:pt x="79277" y="293577"/>
                  </a:lnTo>
                  <a:lnTo>
                    <a:pt x="78639" y="294552"/>
                  </a:lnTo>
                  <a:lnTo>
                    <a:pt x="67133" y="315795"/>
                  </a:lnTo>
                  <a:lnTo>
                    <a:pt x="61383" y="312488"/>
                  </a:lnTo>
                  <a:lnTo>
                    <a:pt x="60789" y="312155"/>
                  </a:lnTo>
                  <a:lnTo>
                    <a:pt x="60044" y="313385"/>
                  </a:lnTo>
                  <a:lnTo>
                    <a:pt x="50231" y="329582"/>
                  </a:lnTo>
                  <a:lnTo>
                    <a:pt x="50145" y="329712"/>
                  </a:lnTo>
                  <a:lnTo>
                    <a:pt x="43460" y="325445"/>
                  </a:lnTo>
                  <a:lnTo>
                    <a:pt x="42379" y="324694"/>
                  </a:lnTo>
                  <a:lnTo>
                    <a:pt x="40007" y="322848"/>
                  </a:lnTo>
                  <a:lnTo>
                    <a:pt x="36276" y="310696"/>
                  </a:lnTo>
                  <a:lnTo>
                    <a:pt x="32489" y="306398"/>
                  </a:lnTo>
                  <a:lnTo>
                    <a:pt x="28006" y="302414"/>
                  </a:lnTo>
                  <a:lnTo>
                    <a:pt x="18985" y="295071"/>
                  </a:lnTo>
                  <a:lnTo>
                    <a:pt x="12382" y="291696"/>
                  </a:lnTo>
                  <a:lnTo>
                    <a:pt x="8516" y="289720"/>
                  </a:lnTo>
                  <a:lnTo>
                    <a:pt x="12637" y="287542"/>
                  </a:lnTo>
                  <a:lnTo>
                    <a:pt x="19736" y="283790"/>
                  </a:lnTo>
                  <a:lnTo>
                    <a:pt x="20991" y="283693"/>
                  </a:lnTo>
                  <a:lnTo>
                    <a:pt x="23800" y="283476"/>
                  </a:lnTo>
                  <a:lnTo>
                    <a:pt x="22096" y="271488"/>
                  </a:lnTo>
                  <a:lnTo>
                    <a:pt x="18329" y="265961"/>
                  </a:lnTo>
                  <a:lnTo>
                    <a:pt x="15458" y="260964"/>
                  </a:lnTo>
                  <a:lnTo>
                    <a:pt x="10310" y="252629"/>
                  </a:lnTo>
                  <a:lnTo>
                    <a:pt x="11558" y="251718"/>
                  </a:lnTo>
                  <a:lnTo>
                    <a:pt x="4875" y="241213"/>
                  </a:lnTo>
                  <a:lnTo>
                    <a:pt x="0" y="235952"/>
                  </a:lnTo>
                  <a:lnTo>
                    <a:pt x="7211" y="211423"/>
                  </a:lnTo>
                  <a:lnTo>
                    <a:pt x="7316" y="211064"/>
                  </a:lnTo>
                  <a:lnTo>
                    <a:pt x="15045" y="184774"/>
                  </a:lnTo>
                  <a:lnTo>
                    <a:pt x="32252" y="200848"/>
                  </a:lnTo>
                  <a:lnTo>
                    <a:pt x="46109" y="213669"/>
                  </a:lnTo>
                  <a:lnTo>
                    <a:pt x="45639" y="214230"/>
                  </a:lnTo>
                  <a:lnTo>
                    <a:pt x="38867" y="222328"/>
                  </a:lnTo>
                  <a:lnTo>
                    <a:pt x="43261" y="225807"/>
                  </a:lnTo>
                  <a:lnTo>
                    <a:pt x="45176" y="227323"/>
                  </a:lnTo>
                  <a:lnTo>
                    <a:pt x="61258" y="242213"/>
                  </a:lnTo>
                  <a:lnTo>
                    <a:pt x="73020" y="252459"/>
                  </a:lnTo>
                  <a:lnTo>
                    <a:pt x="78663" y="258239"/>
                  </a:lnTo>
                  <a:lnTo>
                    <a:pt x="83374" y="253843"/>
                  </a:lnTo>
                  <a:lnTo>
                    <a:pt x="83687" y="253550"/>
                  </a:lnTo>
                  <a:lnTo>
                    <a:pt x="86379" y="249649"/>
                  </a:lnTo>
                  <a:lnTo>
                    <a:pt x="86612" y="248829"/>
                  </a:lnTo>
                  <a:lnTo>
                    <a:pt x="93124" y="250936"/>
                  </a:lnTo>
                  <a:lnTo>
                    <a:pt x="94083" y="251247"/>
                  </a:lnTo>
                  <a:lnTo>
                    <a:pt x="94784" y="251474"/>
                  </a:lnTo>
                  <a:lnTo>
                    <a:pt x="94801" y="248485"/>
                  </a:lnTo>
                  <a:lnTo>
                    <a:pt x="95715" y="235772"/>
                  </a:lnTo>
                  <a:lnTo>
                    <a:pt x="95753" y="235234"/>
                  </a:lnTo>
                  <a:lnTo>
                    <a:pt x="100175" y="228151"/>
                  </a:lnTo>
                  <a:lnTo>
                    <a:pt x="106562" y="217919"/>
                  </a:lnTo>
                  <a:lnTo>
                    <a:pt x="99178" y="213201"/>
                  </a:lnTo>
                  <a:lnTo>
                    <a:pt x="99000" y="213087"/>
                  </a:lnTo>
                  <a:lnTo>
                    <a:pt x="110464" y="195856"/>
                  </a:lnTo>
                  <a:lnTo>
                    <a:pt x="113529" y="191249"/>
                  </a:lnTo>
                  <a:lnTo>
                    <a:pt x="114115" y="190368"/>
                  </a:lnTo>
                  <a:lnTo>
                    <a:pt x="121505" y="195139"/>
                  </a:lnTo>
                  <a:lnTo>
                    <a:pt x="121733" y="195286"/>
                  </a:lnTo>
                  <a:lnTo>
                    <a:pt x="123069" y="193265"/>
                  </a:lnTo>
                  <a:lnTo>
                    <a:pt x="140222" y="167314"/>
                  </a:lnTo>
                  <a:lnTo>
                    <a:pt x="140819" y="166411"/>
                  </a:lnTo>
                  <a:lnTo>
                    <a:pt x="143526" y="165284"/>
                  </a:lnTo>
                  <a:lnTo>
                    <a:pt x="155087" y="154253"/>
                  </a:lnTo>
                  <a:lnTo>
                    <a:pt x="159794" y="147859"/>
                  </a:lnTo>
                  <a:lnTo>
                    <a:pt x="160065" y="147491"/>
                  </a:lnTo>
                  <a:lnTo>
                    <a:pt x="160197" y="147304"/>
                  </a:lnTo>
                  <a:lnTo>
                    <a:pt x="164977" y="140558"/>
                  </a:lnTo>
                  <a:lnTo>
                    <a:pt x="171800" y="131437"/>
                  </a:lnTo>
                  <a:lnTo>
                    <a:pt x="172795" y="130107"/>
                  </a:lnTo>
                  <a:lnTo>
                    <a:pt x="180632" y="132601"/>
                  </a:lnTo>
                  <a:lnTo>
                    <a:pt x="181077" y="132743"/>
                  </a:lnTo>
                  <a:lnTo>
                    <a:pt x="183586" y="123262"/>
                  </a:lnTo>
                  <a:lnTo>
                    <a:pt x="188464" y="104824"/>
                  </a:lnTo>
                  <a:lnTo>
                    <a:pt x="190925" y="94003"/>
                  </a:lnTo>
                  <a:lnTo>
                    <a:pt x="194741" y="76935"/>
                  </a:lnTo>
                  <a:lnTo>
                    <a:pt x="186817" y="74999"/>
                  </a:lnTo>
                  <a:lnTo>
                    <a:pt x="193402" y="47493"/>
                  </a:lnTo>
                  <a:lnTo>
                    <a:pt x="196034" y="32443"/>
                  </a:lnTo>
                  <a:lnTo>
                    <a:pt x="196124" y="32068"/>
                  </a:lnTo>
                  <a:lnTo>
                    <a:pt x="220740" y="37973"/>
                  </a:lnTo>
                  <a:lnTo>
                    <a:pt x="221850" y="38239"/>
                  </a:lnTo>
                  <a:lnTo>
                    <a:pt x="225247" y="22985"/>
                  </a:lnTo>
                  <a:lnTo>
                    <a:pt x="228870" y="7721"/>
                  </a:lnTo>
                  <a:lnTo>
                    <a:pt x="228922" y="7502"/>
                  </a:lnTo>
                  <a:lnTo>
                    <a:pt x="233444" y="8731"/>
                  </a:lnTo>
                  <a:lnTo>
                    <a:pt x="237651" y="9873"/>
                  </a:lnTo>
                  <a:lnTo>
                    <a:pt x="237798" y="9913"/>
                  </a:lnTo>
                  <a:lnTo>
                    <a:pt x="240060" y="10495"/>
                  </a:lnTo>
                  <a:lnTo>
                    <a:pt x="237644" y="22404"/>
                  </a:lnTo>
                  <a:lnTo>
                    <a:pt x="235795" y="31522"/>
                  </a:lnTo>
                  <a:lnTo>
                    <a:pt x="247155" y="29814"/>
                  </a:lnTo>
                  <a:lnTo>
                    <a:pt x="250329" y="25716"/>
                  </a:lnTo>
                  <a:lnTo>
                    <a:pt x="250162" y="18886"/>
                  </a:lnTo>
                  <a:lnTo>
                    <a:pt x="257947" y="14476"/>
                  </a:lnTo>
                  <a:lnTo>
                    <a:pt x="261790" y="21629"/>
                  </a:lnTo>
                  <a:lnTo>
                    <a:pt x="285066" y="9767"/>
                  </a:lnTo>
                  <a:lnTo>
                    <a:pt x="300659" y="1821"/>
                  </a:lnTo>
                  <a:lnTo>
                    <a:pt x="31469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103206" y="2115145"/>
              <a:ext cx="221492" cy="185776"/>
            </a:xfrm>
            <a:custGeom>
              <a:avLst/>
              <a:pathLst>
                <a:path w="221492" h="185776">
                  <a:moveTo>
                    <a:pt x="33136" y="7516"/>
                  </a:moveTo>
                  <a:lnTo>
                    <a:pt x="34214" y="21723"/>
                  </a:lnTo>
                  <a:lnTo>
                    <a:pt x="43836" y="20630"/>
                  </a:lnTo>
                  <a:lnTo>
                    <a:pt x="50786" y="14619"/>
                  </a:lnTo>
                  <a:lnTo>
                    <a:pt x="59607" y="18991"/>
                  </a:lnTo>
                  <a:lnTo>
                    <a:pt x="72704" y="30193"/>
                  </a:lnTo>
                  <a:lnTo>
                    <a:pt x="78050" y="23909"/>
                  </a:lnTo>
                  <a:lnTo>
                    <a:pt x="86874" y="23364"/>
                  </a:lnTo>
                  <a:lnTo>
                    <a:pt x="101305" y="34291"/>
                  </a:lnTo>
                  <a:lnTo>
                    <a:pt x="103711" y="32378"/>
                  </a:lnTo>
                  <a:lnTo>
                    <a:pt x="115225" y="40937"/>
                  </a:lnTo>
                  <a:lnTo>
                    <a:pt x="115472" y="41121"/>
                  </a:lnTo>
                  <a:lnTo>
                    <a:pt x="114694" y="42144"/>
                  </a:lnTo>
                  <a:lnTo>
                    <a:pt x="111730" y="46039"/>
                  </a:lnTo>
                  <a:lnTo>
                    <a:pt x="129683" y="59331"/>
                  </a:lnTo>
                  <a:lnTo>
                    <a:pt x="123040" y="68556"/>
                  </a:lnTo>
                  <a:lnTo>
                    <a:pt x="145288" y="88942"/>
                  </a:lnTo>
                  <a:lnTo>
                    <a:pt x="146428" y="89987"/>
                  </a:lnTo>
                  <a:lnTo>
                    <a:pt x="140204" y="98802"/>
                  </a:lnTo>
                  <a:lnTo>
                    <a:pt x="144591" y="102281"/>
                  </a:lnTo>
                  <a:lnTo>
                    <a:pt x="140999" y="109880"/>
                  </a:lnTo>
                  <a:lnTo>
                    <a:pt x="165724" y="126530"/>
                  </a:lnTo>
                  <a:lnTo>
                    <a:pt x="169149" y="122175"/>
                  </a:lnTo>
                  <a:lnTo>
                    <a:pt x="153361" y="112869"/>
                  </a:lnTo>
                  <a:lnTo>
                    <a:pt x="163051" y="103135"/>
                  </a:lnTo>
                  <a:lnTo>
                    <a:pt x="162266" y="95629"/>
                  </a:lnTo>
                  <a:lnTo>
                    <a:pt x="161562" y="88885"/>
                  </a:lnTo>
                  <a:lnTo>
                    <a:pt x="171418" y="73118"/>
                  </a:lnTo>
                  <a:lnTo>
                    <a:pt x="175746" y="75058"/>
                  </a:lnTo>
                  <a:lnTo>
                    <a:pt x="183224" y="78411"/>
                  </a:lnTo>
                  <a:lnTo>
                    <a:pt x="201155" y="67084"/>
                  </a:lnTo>
                  <a:lnTo>
                    <a:pt x="194605" y="61698"/>
                  </a:lnTo>
                  <a:lnTo>
                    <a:pt x="186064" y="54675"/>
                  </a:lnTo>
                  <a:lnTo>
                    <a:pt x="151975" y="15887"/>
                  </a:lnTo>
                  <a:lnTo>
                    <a:pt x="172357" y="5711"/>
                  </a:lnTo>
                  <a:lnTo>
                    <a:pt x="179885" y="2474"/>
                  </a:lnTo>
                  <a:lnTo>
                    <a:pt x="193067" y="17425"/>
                  </a:lnTo>
                  <a:lnTo>
                    <a:pt x="208608" y="33427"/>
                  </a:lnTo>
                  <a:lnTo>
                    <a:pt x="201790" y="40793"/>
                  </a:lnTo>
                  <a:lnTo>
                    <a:pt x="201585" y="45527"/>
                  </a:lnTo>
                  <a:lnTo>
                    <a:pt x="203790" y="47185"/>
                  </a:lnTo>
                  <a:lnTo>
                    <a:pt x="221492" y="60492"/>
                  </a:lnTo>
                  <a:lnTo>
                    <a:pt x="216692" y="66988"/>
                  </a:lnTo>
                  <a:lnTo>
                    <a:pt x="219499" y="69208"/>
                  </a:lnTo>
                  <a:lnTo>
                    <a:pt x="217995" y="79283"/>
                  </a:lnTo>
                  <a:lnTo>
                    <a:pt x="216057" y="88367"/>
                  </a:lnTo>
                  <a:lnTo>
                    <a:pt x="212931" y="93661"/>
                  </a:lnTo>
                  <a:lnTo>
                    <a:pt x="212483" y="94418"/>
                  </a:lnTo>
                  <a:lnTo>
                    <a:pt x="207973" y="89807"/>
                  </a:lnTo>
                  <a:lnTo>
                    <a:pt x="208015" y="87954"/>
                  </a:lnTo>
                  <a:lnTo>
                    <a:pt x="203421" y="85273"/>
                  </a:lnTo>
                  <a:lnTo>
                    <a:pt x="201836" y="79728"/>
                  </a:lnTo>
                  <a:lnTo>
                    <a:pt x="201148" y="77320"/>
                  </a:lnTo>
                  <a:lnTo>
                    <a:pt x="194131" y="77183"/>
                  </a:lnTo>
                  <a:lnTo>
                    <a:pt x="192978" y="83705"/>
                  </a:lnTo>
                  <a:lnTo>
                    <a:pt x="193937" y="84048"/>
                  </a:lnTo>
                  <a:lnTo>
                    <a:pt x="194717" y="84327"/>
                  </a:lnTo>
                  <a:lnTo>
                    <a:pt x="196988" y="85139"/>
                  </a:lnTo>
                  <a:lnTo>
                    <a:pt x="191495" y="90346"/>
                  </a:lnTo>
                  <a:lnTo>
                    <a:pt x="190539" y="91253"/>
                  </a:lnTo>
                  <a:lnTo>
                    <a:pt x="191399" y="94689"/>
                  </a:lnTo>
                  <a:lnTo>
                    <a:pt x="193157" y="101716"/>
                  </a:lnTo>
                  <a:lnTo>
                    <a:pt x="186196" y="114604"/>
                  </a:lnTo>
                  <a:lnTo>
                    <a:pt x="186609" y="115129"/>
                  </a:lnTo>
                  <a:lnTo>
                    <a:pt x="187378" y="116107"/>
                  </a:lnTo>
                  <a:lnTo>
                    <a:pt x="184997" y="119849"/>
                  </a:lnTo>
                  <a:lnTo>
                    <a:pt x="183939" y="120148"/>
                  </a:lnTo>
                  <a:lnTo>
                    <a:pt x="184750" y="121966"/>
                  </a:lnTo>
                  <a:lnTo>
                    <a:pt x="181047" y="123891"/>
                  </a:lnTo>
                  <a:lnTo>
                    <a:pt x="179352" y="125926"/>
                  </a:lnTo>
                  <a:lnTo>
                    <a:pt x="176121" y="129806"/>
                  </a:lnTo>
                  <a:lnTo>
                    <a:pt x="174337" y="131948"/>
                  </a:lnTo>
                  <a:lnTo>
                    <a:pt x="170899" y="136078"/>
                  </a:lnTo>
                  <a:lnTo>
                    <a:pt x="168673" y="138751"/>
                  </a:lnTo>
                  <a:lnTo>
                    <a:pt x="167122" y="140613"/>
                  </a:lnTo>
                  <a:lnTo>
                    <a:pt x="163881" y="144505"/>
                  </a:lnTo>
                  <a:lnTo>
                    <a:pt x="163561" y="144889"/>
                  </a:lnTo>
                  <a:lnTo>
                    <a:pt x="160185" y="141868"/>
                  </a:lnTo>
                  <a:lnTo>
                    <a:pt x="141217" y="124898"/>
                  </a:lnTo>
                  <a:lnTo>
                    <a:pt x="140375" y="124145"/>
                  </a:lnTo>
                  <a:lnTo>
                    <a:pt x="133317" y="117481"/>
                  </a:lnTo>
                  <a:lnTo>
                    <a:pt x="124417" y="109677"/>
                  </a:lnTo>
                  <a:lnTo>
                    <a:pt x="120688" y="106406"/>
                  </a:lnTo>
                  <a:lnTo>
                    <a:pt x="117690" y="103777"/>
                  </a:lnTo>
                  <a:lnTo>
                    <a:pt x="116799" y="102996"/>
                  </a:lnTo>
                  <a:lnTo>
                    <a:pt x="109739" y="110290"/>
                  </a:lnTo>
                  <a:lnTo>
                    <a:pt x="103432" y="116805"/>
                  </a:lnTo>
                  <a:lnTo>
                    <a:pt x="97445" y="123669"/>
                  </a:lnTo>
                  <a:lnTo>
                    <a:pt x="89717" y="149959"/>
                  </a:lnTo>
                  <a:lnTo>
                    <a:pt x="89611" y="150318"/>
                  </a:lnTo>
                  <a:lnTo>
                    <a:pt x="82400" y="174847"/>
                  </a:lnTo>
                  <a:lnTo>
                    <a:pt x="68229" y="181044"/>
                  </a:lnTo>
                  <a:lnTo>
                    <a:pt x="63940" y="185776"/>
                  </a:lnTo>
                  <a:lnTo>
                    <a:pt x="60651" y="184649"/>
                  </a:lnTo>
                  <a:lnTo>
                    <a:pt x="50491" y="181166"/>
                  </a:lnTo>
                  <a:lnTo>
                    <a:pt x="45758" y="176679"/>
                  </a:lnTo>
                  <a:lnTo>
                    <a:pt x="42123" y="171458"/>
                  </a:lnTo>
                  <a:lnTo>
                    <a:pt x="35489" y="178525"/>
                  </a:lnTo>
                  <a:lnTo>
                    <a:pt x="31340" y="171227"/>
                  </a:lnTo>
                  <a:lnTo>
                    <a:pt x="28140" y="166119"/>
                  </a:lnTo>
                  <a:lnTo>
                    <a:pt x="26790" y="163965"/>
                  </a:lnTo>
                  <a:lnTo>
                    <a:pt x="21089" y="154361"/>
                  </a:lnTo>
                  <a:lnTo>
                    <a:pt x="18566" y="150112"/>
                  </a:lnTo>
                  <a:lnTo>
                    <a:pt x="17379" y="148112"/>
                  </a:lnTo>
                  <a:lnTo>
                    <a:pt x="18250" y="147727"/>
                  </a:lnTo>
                  <a:lnTo>
                    <a:pt x="22605" y="145798"/>
                  </a:lnTo>
                  <a:lnTo>
                    <a:pt x="24079" y="145146"/>
                  </a:lnTo>
                  <a:lnTo>
                    <a:pt x="17972" y="141371"/>
                  </a:lnTo>
                  <a:lnTo>
                    <a:pt x="16604" y="140526"/>
                  </a:lnTo>
                  <a:lnTo>
                    <a:pt x="12808" y="138179"/>
                  </a:lnTo>
                  <a:lnTo>
                    <a:pt x="15722" y="136876"/>
                  </a:lnTo>
                  <a:lnTo>
                    <a:pt x="16076" y="136717"/>
                  </a:lnTo>
                  <a:lnTo>
                    <a:pt x="16371" y="136585"/>
                  </a:lnTo>
                  <a:lnTo>
                    <a:pt x="15727" y="134840"/>
                  </a:lnTo>
                  <a:lnTo>
                    <a:pt x="12273" y="130483"/>
                  </a:lnTo>
                  <a:lnTo>
                    <a:pt x="9810" y="130103"/>
                  </a:lnTo>
                  <a:lnTo>
                    <a:pt x="6967" y="130164"/>
                  </a:lnTo>
                  <a:lnTo>
                    <a:pt x="7366" y="129726"/>
                  </a:lnTo>
                  <a:lnTo>
                    <a:pt x="7064" y="129386"/>
                  </a:lnTo>
                  <a:lnTo>
                    <a:pt x="6269" y="128495"/>
                  </a:lnTo>
                  <a:lnTo>
                    <a:pt x="4554" y="126573"/>
                  </a:lnTo>
                  <a:lnTo>
                    <a:pt x="4337" y="126329"/>
                  </a:lnTo>
                  <a:lnTo>
                    <a:pt x="4081" y="126042"/>
                  </a:lnTo>
                  <a:lnTo>
                    <a:pt x="3713" y="125606"/>
                  </a:lnTo>
                  <a:lnTo>
                    <a:pt x="4240" y="114029"/>
                  </a:lnTo>
                  <a:lnTo>
                    <a:pt x="23983" y="112229"/>
                  </a:lnTo>
                  <a:lnTo>
                    <a:pt x="25431" y="123272"/>
                  </a:lnTo>
                  <a:lnTo>
                    <a:pt x="26088" y="123406"/>
                  </a:lnTo>
                  <a:lnTo>
                    <a:pt x="35232" y="125264"/>
                  </a:lnTo>
                  <a:lnTo>
                    <a:pt x="52217" y="108530"/>
                  </a:lnTo>
                  <a:lnTo>
                    <a:pt x="53630" y="107378"/>
                  </a:lnTo>
                  <a:lnTo>
                    <a:pt x="59902" y="102268"/>
                  </a:lnTo>
                  <a:lnTo>
                    <a:pt x="58843" y="86046"/>
                  </a:lnTo>
                  <a:lnTo>
                    <a:pt x="52869" y="86820"/>
                  </a:lnTo>
                  <a:lnTo>
                    <a:pt x="44906" y="74181"/>
                  </a:lnTo>
                  <a:lnTo>
                    <a:pt x="19372" y="75268"/>
                  </a:lnTo>
                  <a:lnTo>
                    <a:pt x="1336" y="41121"/>
                  </a:lnTo>
                  <a:lnTo>
                    <a:pt x="0" y="10521"/>
                  </a:lnTo>
                  <a:lnTo>
                    <a:pt x="10959" y="10794"/>
                  </a:lnTo>
                  <a:lnTo>
                    <a:pt x="11199" y="703"/>
                  </a:lnTo>
                  <a:lnTo>
                    <a:pt x="21651" y="359"/>
                  </a:lnTo>
                  <a:lnTo>
                    <a:pt x="3256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153801" y="1956781"/>
              <a:ext cx="158155" cy="192988"/>
            </a:xfrm>
            <a:custGeom>
              <a:avLst/>
              <a:pathLst>
                <a:path w="158155" h="192988">
                  <a:moveTo>
                    <a:pt x="137171" y="639"/>
                  </a:moveTo>
                  <a:lnTo>
                    <a:pt x="142702" y="4695"/>
                  </a:lnTo>
                  <a:lnTo>
                    <a:pt x="149034" y="4147"/>
                  </a:lnTo>
                  <a:lnTo>
                    <a:pt x="150916" y="3984"/>
                  </a:lnTo>
                  <a:lnTo>
                    <a:pt x="150777" y="24475"/>
                  </a:lnTo>
                  <a:lnTo>
                    <a:pt x="158155" y="43003"/>
                  </a:lnTo>
                  <a:lnTo>
                    <a:pt x="154938" y="43764"/>
                  </a:lnTo>
                  <a:lnTo>
                    <a:pt x="152697" y="43149"/>
                  </a:lnTo>
                  <a:lnTo>
                    <a:pt x="148696" y="44395"/>
                  </a:lnTo>
                  <a:lnTo>
                    <a:pt x="144807" y="45607"/>
                  </a:lnTo>
                  <a:lnTo>
                    <a:pt x="146843" y="56060"/>
                  </a:lnTo>
                  <a:lnTo>
                    <a:pt x="149000" y="66824"/>
                  </a:lnTo>
                  <a:lnTo>
                    <a:pt x="140226" y="69060"/>
                  </a:lnTo>
                  <a:lnTo>
                    <a:pt x="133123" y="73051"/>
                  </a:lnTo>
                  <a:lnTo>
                    <a:pt x="138341" y="82244"/>
                  </a:lnTo>
                  <a:lnTo>
                    <a:pt x="138472" y="82475"/>
                  </a:lnTo>
                  <a:lnTo>
                    <a:pt x="139413" y="84133"/>
                  </a:lnTo>
                  <a:lnTo>
                    <a:pt x="137335" y="86011"/>
                  </a:lnTo>
                  <a:lnTo>
                    <a:pt x="133510" y="88914"/>
                  </a:lnTo>
                  <a:lnTo>
                    <a:pt x="131365" y="90621"/>
                  </a:lnTo>
                  <a:lnTo>
                    <a:pt x="130671" y="91173"/>
                  </a:lnTo>
                  <a:lnTo>
                    <a:pt x="126800" y="94350"/>
                  </a:lnTo>
                  <a:lnTo>
                    <a:pt x="119967" y="100458"/>
                  </a:lnTo>
                  <a:lnTo>
                    <a:pt x="118319" y="98545"/>
                  </a:lnTo>
                  <a:lnTo>
                    <a:pt x="115949" y="100906"/>
                  </a:lnTo>
                  <a:lnTo>
                    <a:pt x="110106" y="106728"/>
                  </a:lnTo>
                  <a:lnTo>
                    <a:pt x="97789" y="93638"/>
                  </a:lnTo>
                  <a:lnTo>
                    <a:pt x="91685" y="101255"/>
                  </a:lnTo>
                  <a:lnTo>
                    <a:pt x="91333" y="101695"/>
                  </a:lnTo>
                  <a:lnTo>
                    <a:pt x="95350" y="105834"/>
                  </a:lnTo>
                  <a:lnTo>
                    <a:pt x="96946" y="107478"/>
                  </a:lnTo>
                  <a:lnTo>
                    <a:pt x="79026" y="123909"/>
                  </a:lnTo>
                  <a:lnTo>
                    <a:pt x="85044" y="130334"/>
                  </a:lnTo>
                  <a:lnTo>
                    <a:pt x="87832" y="133310"/>
                  </a:lnTo>
                  <a:lnTo>
                    <a:pt x="96683" y="142760"/>
                  </a:lnTo>
                  <a:lnTo>
                    <a:pt x="99022" y="145258"/>
                  </a:lnTo>
                  <a:lnTo>
                    <a:pt x="99909" y="148291"/>
                  </a:lnTo>
                  <a:lnTo>
                    <a:pt x="100576" y="150569"/>
                  </a:lnTo>
                  <a:lnTo>
                    <a:pt x="114327" y="146783"/>
                  </a:lnTo>
                  <a:lnTo>
                    <a:pt x="115345" y="146503"/>
                  </a:lnTo>
                  <a:lnTo>
                    <a:pt x="117438" y="155099"/>
                  </a:lnTo>
                  <a:lnTo>
                    <a:pt x="119800" y="163032"/>
                  </a:lnTo>
                  <a:lnTo>
                    <a:pt x="121762" y="164075"/>
                  </a:lnTo>
                  <a:lnTo>
                    <a:pt x="101380" y="174251"/>
                  </a:lnTo>
                  <a:lnTo>
                    <a:pt x="94377" y="179668"/>
                  </a:lnTo>
                  <a:lnTo>
                    <a:pt x="79219" y="191394"/>
                  </a:lnTo>
                  <a:lnTo>
                    <a:pt x="73363" y="192087"/>
                  </a:lnTo>
                  <a:lnTo>
                    <a:pt x="65743" y="192988"/>
                  </a:lnTo>
                  <a:lnTo>
                    <a:pt x="66399" y="190939"/>
                  </a:lnTo>
                  <a:lnTo>
                    <a:pt x="75655" y="162023"/>
                  </a:lnTo>
                  <a:lnTo>
                    <a:pt x="84231" y="162706"/>
                  </a:lnTo>
                  <a:lnTo>
                    <a:pt x="74430" y="150184"/>
                  </a:lnTo>
                  <a:lnTo>
                    <a:pt x="73170" y="151324"/>
                  </a:lnTo>
                  <a:lnTo>
                    <a:pt x="68797" y="155280"/>
                  </a:lnTo>
                  <a:lnTo>
                    <a:pt x="57947" y="165097"/>
                  </a:lnTo>
                  <a:lnTo>
                    <a:pt x="49830" y="156959"/>
                  </a:lnTo>
                  <a:lnTo>
                    <a:pt x="46252" y="153371"/>
                  </a:lnTo>
                  <a:lnTo>
                    <a:pt x="47239" y="158103"/>
                  </a:lnTo>
                  <a:lnTo>
                    <a:pt x="47700" y="160316"/>
                  </a:lnTo>
                  <a:lnTo>
                    <a:pt x="37943" y="162206"/>
                  </a:lnTo>
                  <a:lnTo>
                    <a:pt x="31184" y="163516"/>
                  </a:lnTo>
                  <a:lnTo>
                    <a:pt x="30660" y="163617"/>
                  </a:lnTo>
                  <a:lnTo>
                    <a:pt x="23360" y="157137"/>
                  </a:lnTo>
                  <a:lnTo>
                    <a:pt x="19462" y="143191"/>
                  </a:lnTo>
                  <a:lnTo>
                    <a:pt x="0" y="116050"/>
                  </a:lnTo>
                  <a:lnTo>
                    <a:pt x="3118" y="104893"/>
                  </a:lnTo>
                  <a:lnTo>
                    <a:pt x="10914" y="91232"/>
                  </a:lnTo>
                  <a:lnTo>
                    <a:pt x="27398" y="90094"/>
                  </a:lnTo>
                  <a:lnTo>
                    <a:pt x="43677" y="52584"/>
                  </a:lnTo>
                  <a:lnTo>
                    <a:pt x="50693" y="48314"/>
                  </a:lnTo>
                  <a:lnTo>
                    <a:pt x="73915" y="48144"/>
                  </a:lnTo>
                  <a:lnTo>
                    <a:pt x="98473" y="39776"/>
                  </a:lnTo>
                  <a:lnTo>
                    <a:pt x="103613" y="36796"/>
                  </a:lnTo>
                  <a:lnTo>
                    <a:pt x="111035" y="32451"/>
                  </a:lnTo>
                  <a:lnTo>
                    <a:pt x="106222" y="21223"/>
                  </a:lnTo>
                  <a:lnTo>
                    <a:pt x="121648" y="13254"/>
                  </a:lnTo>
                  <a:lnTo>
                    <a:pt x="135171" y="1019"/>
                  </a:lnTo>
                  <a:lnTo>
                    <a:pt x="136298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280601" y="1999930"/>
              <a:ext cx="99747" cy="177372"/>
            </a:xfrm>
            <a:custGeom>
              <a:avLst/>
              <a:pathLst>
                <a:path w="99747" h="177372">
                  <a:moveTo>
                    <a:pt x="49268" y="78848"/>
                  </a:moveTo>
                  <a:lnTo>
                    <a:pt x="63212" y="95059"/>
                  </a:lnTo>
                  <a:lnTo>
                    <a:pt x="67934" y="91781"/>
                  </a:lnTo>
                  <a:lnTo>
                    <a:pt x="81789" y="110997"/>
                  </a:lnTo>
                  <a:lnTo>
                    <a:pt x="88618" y="99516"/>
                  </a:lnTo>
                  <a:lnTo>
                    <a:pt x="89766" y="99754"/>
                  </a:lnTo>
                  <a:lnTo>
                    <a:pt x="97493" y="101356"/>
                  </a:lnTo>
                  <a:lnTo>
                    <a:pt x="98407" y="101603"/>
                  </a:lnTo>
                  <a:lnTo>
                    <a:pt x="91822" y="129109"/>
                  </a:lnTo>
                  <a:lnTo>
                    <a:pt x="99747" y="131044"/>
                  </a:lnTo>
                  <a:lnTo>
                    <a:pt x="95930" y="148113"/>
                  </a:lnTo>
                  <a:lnTo>
                    <a:pt x="93470" y="158934"/>
                  </a:lnTo>
                  <a:lnTo>
                    <a:pt x="88591" y="177372"/>
                  </a:lnTo>
                  <a:lnTo>
                    <a:pt x="75216" y="172986"/>
                  </a:lnTo>
                  <a:lnTo>
                    <a:pt x="74537" y="172763"/>
                  </a:lnTo>
                  <a:lnTo>
                    <a:pt x="79893" y="165321"/>
                  </a:lnTo>
                  <a:lnTo>
                    <a:pt x="72230" y="155121"/>
                  </a:lnTo>
                  <a:lnTo>
                    <a:pt x="76846" y="150872"/>
                  </a:lnTo>
                  <a:lnTo>
                    <a:pt x="72536" y="145623"/>
                  </a:lnTo>
                  <a:lnTo>
                    <a:pt x="63650" y="134800"/>
                  </a:lnTo>
                  <a:lnTo>
                    <a:pt x="44869" y="111793"/>
                  </a:lnTo>
                  <a:lnTo>
                    <a:pt x="33766" y="98191"/>
                  </a:lnTo>
                  <a:lnTo>
                    <a:pt x="28402" y="91620"/>
                  </a:lnTo>
                  <a:lnTo>
                    <a:pt x="16138" y="76596"/>
                  </a:lnTo>
                  <a:lnTo>
                    <a:pt x="18944" y="74410"/>
                  </a:lnTo>
                  <a:lnTo>
                    <a:pt x="0" y="51201"/>
                  </a:lnTo>
                  <a:lnTo>
                    <a:pt x="3870" y="48023"/>
                  </a:lnTo>
                  <a:lnTo>
                    <a:pt x="4564" y="47471"/>
                  </a:lnTo>
                  <a:lnTo>
                    <a:pt x="6710" y="45765"/>
                  </a:lnTo>
                  <a:lnTo>
                    <a:pt x="10535" y="42862"/>
                  </a:lnTo>
                  <a:lnTo>
                    <a:pt x="12613" y="40984"/>
                  </a:lnTo>
                  <a:lnTo>
                    <a:pt x="11672" y="39326"/>
                  </a:lnTo>
                  <a:lnTo>
                    <a:pt x="11541" y="39095"/>
                  </a:lnTo>
                  <a:lnTo>
                    <a:pt x="6323" y="29902"/>
                  </a:lnTo>
                  <a:lnTo>
                    <a:pt x="13426" y="25911"/>
                  </a:lnTo>
                  <a:lnTo>
                    <a:pt x="22200" y="23675"/>
                  </a:lnTo>
                  <a:lnTo>
                    <a:pt x="20043" y="12911"/>
                  </a:lnTo>
                  <a:lnTo>
                    <a:pt x="18007" y="2458"/>
                  </a:lnTo>
                  <a:lnTo>
                    <a:pt x="21896" y="1246"/>
                  </a:lnTo>
                  <a:lnTo>
                    <a:pt x="25896" y="0"/>
                  </a:lnTo>
                  <a:lnTo>
                    <a:pt x="28138" y="615"/>
                  </a:lnTo>
                  <a:lnTo>
                    <a:pt x="32296" y="19486"/>
                  </a:lnTo>
                  <a:lnTo>
                    <a:pt x="29354" y="19742"/>
                  </a:lnTo>
                  <a:lnTo>
                    <a:pt x="31493" y="32083"/>
                  </a:lnTo>
                  <a:lnTo>
                    <a:pt x="52259" y="59195"/>
                  </a:lnTo>
                  <a:lnTo>
                    <a:pt x="52698" y="59769"/>
                  </a:lnTo>
                  <a:lnTo>
                    <a:pt x="49713" y="62774"/>
                  </a:lnTo>
                  <a:lnTo>
                    <a:pt x="48644" y="71335"/>
                  </a:lnTo>
                  <a:lnTo>
                    <a:pt x="51852" y="762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328085" y="1741260"/>
              <a:ext cx="445936" cy="360273"/>
            </a:xfrm>
            <a:custGeom>
              <a:avLst/>
              <a:pathLst>
                <a:path w="445936" h="360273">
                  <a:moveTo>
                    <a:pt x="159911" y="5896"/>
                  </a:moveTo>
                  <a:lnTo>
                    <a:pt x="153554" y="27086"/>
                  </a:lnTo>
                  <a:lnTo>
                    <a:pt x="161651" y="28977"/>
                  </a:lnTo>
                  <a:lnTo>
                    <a:pt x="164623" y="37949"/>
                  </a:lnTo>
                  <a:lnTo>
                    <a:pt x="178060" y="38252"/>
                  </a:lnTo>
                  <a:lnTo>
                    <a:pt x="178695" y="31086"/>
                  </a:lnTo>
                  <a:lnTo>
                    <a:pt x="191171" y="32081"/>
                  </a:lnTo>
                  <a:lnTo>
                    <a:pt x="190893" y="34386"/>
                  </a:lnTo>
                  <a:lnTo>
                    <a:pt x="194813" y="43613"/>
                  </a:lnTo>
                  <a:lnTo>
                    <a:pt x="198444" y="47028"/>
                  </a:lnTo>
                  <a:lnTo>
                    <a:pt x="201006" y="47779"/>
                  </a:lnTo>
                  <a:lnTo>
                    <a:pt x="212020" y="53190"/>
                  </a:lnTo>
                  <a:lnTo>
                    <a:pt x="211530" y="59065"/>
                  </a:lnTo>
                  <a:lnTo>
                    <a:pt x="211266" y="62237"/>
                  </a:lnTo>
                  <a:lnTo>
                    <a:pt x="215577" y="63339"/>
                  </a:lnTo>
                  <a:lnTo>
                    <a:pt x="217280" y="63774"/>
                  </a:lnTo>
                  <a:lnTo>
                    <a:pt x="218450" y="70832"/>
                  </a:lnTo>
                  <a:lnTo>
                    <a:pt x="218893" y="72528"/>
                  </a:lnTo>
                  <a:lnTo>
                    <a:pt x="219991" y="76723"/>
                  </a:lnTo>
                  <a:lnTo>
                    <a:pt x="243303" y="72702"/>
                  </a:lnTo>
                  <a:lnTo>
                    <a:pt x="265438" y="69144"/>
                  </a:lnTo>
                  <a:lnTo>
                    <a:pt x="280543" y="66370"/>
                  </a:lnTo>
                  <a:lnTo>
                    <a:pt x="300451" y="64093"/>
                  </a:lnTo>
                  <a:lnTo>
                    <a:pt x="319422" y="65426"/>
                  </a:lnTo>
                  <a:lnTo>
                    <a:pt x="329103" y="66896"/>
                  </a:lnTo>
                  <a:lnTo>
                    <a:pt x="330887" y="67167"/>
                  </a:lnTo>
                  <a:lnTo>
                    <a:pt x="329423" y="84467"/>
                  </a:lnTo>
                  <a:lnTo>
                    <a:pt x="326320" y="95045"/>
                  </a:lnTo>
                  <a:lnTo>
                    <a:pt x="339574" y="93223"/>
                  </a:lnTo>
                  <a:lnTo>
                    <a:pt x="355166" y="100167"/>
                  </a:lnTo>
                  <a:lnTo>
                    <a:pt x="351491" y="115764"/>
                  </a:lnTo>
                  <a:lnTo>
                    <a:pt x="342024" y="112690"/>
                  </a:lnTo>
                  <a:lnTo>
                    <a:pt x="329550" y="129652"/>
                  </a:lnTo>
                  <a:lnTo>
                    <a:pt x="344697" y="150940"/>
                  </a:lnTo>
                  <a:lnTo>
                    <a:pt x="353495" y="149802"/>
                  </a:lnTo>
                  <a:lnTo>
                    <a:pt x="364076" y="143882"/>
                  </a:lnTo>
                  <a:lnTo>
                    <a:pt x="363073" y="141492"/>
                  </a:lnTo>
                  <a:lnTo>
                    <a:pt x="386573" y="119520"/>
                  </a:lnTo>
                  <a:lnTo>
                    <a:pt x="390601" y="121183"/>
                  </a:lnTo>
                  <a:lnTo>
                    <a:pt x="399501" y="104054"/>
                  </a:lnTo>
                  <a:lnTo>
                    <a:pt x="402834" y="101306"/>
                  </a:lnTo>
                  <a:lnTo>
                    <a:pt x="443597" y="97891"/>
                  </a:lnTo>
                  <a:lnTo>
                    <a:pt x="445936" y="116105"/>
                  </a:lnTo>
                  <a:lnTo>
                    <a:pt x="409962" y="121569"/>
                  </a:lnTo>
                  <a:lnTo>
                    <a:pt x="407178" y="125782"/>
                  </a:lnTo>
                  <a:lnTo>
                    <a:pt x="413637" y="155039"/>
                  </a:lnTo>
                  <a:lnTo>
                    <a:pt x="422324" y="160275"/>
                  </a:lnTo>
                  <a:lnTo>
                    <a:pt x="408069" y="173026"/>
                  </a:lnTo>
                  <a:lnTo>
                    <a:pt x="413526" y="184182"/>
                  </a:lnTo>
                  <a:lnTo>
                    <a:pt x="399827" y="191923"/>
                  </a:lnTo>
                  <a:lnTo>
                    <a:pt x="388133" y="176896"/>
                  </a:lnTo>
                  <a:lnTo>
                    <a:pt x="371204" y="191695"/>
                  </a:lnTo>
                  <a:lnTo>
                    <a:pt x="321085" y="194769"/>
                  </a:lnTo>
                  <a:lnTo>
                    <a:pt x="316853" y="200461"/>
                  </a:lnTo>
                  <a:lnTo>
                    <a:pt x="325763" y="210707"/>
                  </a:lnTo>
                  <a:lnTo>
                    <a:pt x="325875" y="228011"/>
                  </a:lnTo>
                  <a:lnTo>
                    <a:pt x="336164" y="234571"/>
                  </a:lnTo>
                  <a:lnTo>
                    <a:pt x="345676" y="240635"/>
                  </a:lnTo>
                  <a:lnTo>
                    <a:pt x="340865" y="250334"/>
                  </a:lnTo>
                  <a:lnTo>
                    <a:pt x="321753" y="243914"/>
                  </a:lnTo>
                  <a:lnTo>
                    <a:pt x="288207" y="224379"/>
                  </a:lnTo>
                  <a:lnTo>
                    <a:pt x="288735" y="227829"/>
                  </a:lnTo>
                  <a:lnTo>
                    <a:pt x="289544" y="233122"/>
                  </a:lnTo>
                  <a:lnTo>
                    <a:pt x="288508" y="233478"/>
                  </a:lnTo>
                  <a:lnTo>
                    <a:pt x="283941" y="235047"/>
                  </a:lnTo>
                  <a:lnTo>
                    <a:pt x="276035" y="237764"/>
                  </a:lnTo>
                  <a:lnTo>
                    <a:pt x="274041" y="238449"/>
                  </a:lnTo>
                  <a:lnTo>
                    <a:pt x="252425" y="244333"/>
                  </a:lnTo>
                  <a:lnTo>
                    <a:pt x="249917" y="245016"/>
                  </a:lnTo>
                  <a:lnTo>
                    <a:pt x="249449" y="245143"/>
                  </a:lnTo>
                  <a:lnTo>
                    <a:pt x="250251" y="248285"/>
                  </a:lnTo>
                  <a:lnTo>
                    <a:pt x="288484" y="275427"/>
                  </a:lnTo>
                  <a:lnTo>
                    <a:pt x="291816" y="277793"/>
                  </a:lnTo>
                  <a:lnTo>
                    <a:pt x="295157" y="278476"/>
                  </a:lnTo>
                  <a:lnTo>
                    <a:pt x="298608" y="286896"/>
                  </a:lnTo>
                  <a:lnTo>
                    <a:pt x="304445" y="301136"/>
                  </a:lnTo>
                  <a:lnTo>
                    <a:pt x="304235" y="313839"/>
                  </a:lnTo>
                  <a:lnTo>
                    <a:pt x="293019" y="316043"/>
                  </a:lnTo>
                  <a:lnTo>
                    <a:pt x="280990" y="307437"/>
                  </a:lnTo>
                  <a:lnTo>
                    <a:pt x="278314" y="309856"/>
                  </a:lnTo>
                  <a:lnTo>
                    <a:pt x="263616" y="313174"/>
                  </a:lnTo>
                  <a:lnTo>
                    <a:pt x="249984" y="303612"/>
                  </a:lnTo>
                  <a:lnTo>
                    <a:pt x="241163" y="289814"/>
                  </a:lnTo>
                  <a:lnTo>
                    <a:pt x="229764" y="279842"/>
                  </a:lnTo>
                  <a:lnTo>
                    <a:pt x="239559" y="265498"/>
                  </a:lnTo>
                  <a:lnTo>
                    <a:pt x="235550" y="262902"/>
                  </a:lnTo>
                  <a:lnTo>
                    <a:pt x="217324" y="265577"/>
                  </a:lnTo>
                  <a:lnTo>
                    <a:pt x="215424" y="265856"/>
                  </a:lnTo>
                  <a:lnTo>
                    <a:pt x="206147" y="280605"/>
                  </a:lnTo>
                  <a:lnTo>
                    <a:pt x="197015" y="275482"/>
                  </a:lnTo>
                  <a:lnTo>
                    <a:pt x="181200" y="293014"/>
                  </a:lnTo>
                  <a:lnTo>
                    <a:pt x="171510" y="280947"/>
                  </a:lnTo>
                  <a:lnTo>
                    <a:pt x="173960" y="277759"/>
                  </a:lnTo>
                  <a:lnTo>
                    <a:pt x="155250" y="278897"/>
                  </a:lnTo>
                  <a:lnTo>
                    <a:pt x="154804" y="285500"/>
                  </a:lnTo>
                  <a:lnTo>
                    <a:pt x="145560" y="286069"/>
                  </a:lnTo>
                  <a:lnTo>
                    <a:pt x="145114" y="294266"/>
                  </a:lnTo>
                  <a:lnTo>
                    <a:pt x="143112" y="294235"/>
                  </a:lnTo>
                  <a:lnTo>
                    <a:pt x="115378" y="293811"/>
                  </a:lnTo>
                  <a:lnTo>
                    <a:pt x="113596" y="303715"/>
                  </a:lnTo>
                  <a:lnTo>
                    <a:pt x="106356" y="301438"/>
                  </a:lnTo>
                  <a:lnTo>
                    <a:pt x="97581" y="323275"/>
                  </a:lnTo>
                  <a:lnTo>
                    <a:pt x="95319" y="322693"/>
                  </a:lnTo>
                  <a:lnTo>
                    <a:pt x="95172" y="322653"/>
                  </a:lnTo>
                  <a:lnTo>
                    <a:pt x="90965" y="321511"/>
                  </a:lnTo>
                  <a:lnTo>
                    <a:pt x="86444" y="320282"/>
                  </a:lnTo>
                  <a:lnTo>
                    <a:pt x="86392" y="320501"/>
                  </a:lnTo>
                  <a:lnTo>
                    <a:pt x="82768" y="335765"/>
                  </a:lnTo>
                  <a:lnTo>
                    <a:pt x="79371" y="351019"/>
                  </a:lnTo>
                  <a:lnTo>
                    <a:pt x="78261" y="350753"/>
                  </a:lnTo>
                  <a:lnTo>
                    <a:pt x="53645" y="344848"/>
                  </a:lnTo>
                  <a:lnTo>
                    <a:pt x="53555" y="345223"/>
                  </a:lnTo>
                  <a:lnTo>
                    <a:pt x="50923" y="360273"/>
                  </a:lnTo>
                  <a:lnTo>
                    <a:pt x="50008" y="360027"/>
                  </a:lnTo>
                  <a:lnTo>
                    <a:pt x="42282" y="358424"/>
                  </a:lnTo>
                  <a:lnTo>
                    <a:pt x="41134" y="358186"/>
                  </a:lnTo>
                  <a:lnTo>
                    <a:pt x="38953" y="357630"/>
                  </a:lnTo>
                  <a:lnTo>
                    <a:pt x="48280" y="316576"/>
                  </a:lnTo>
                  <a:lnTo>
                    <a:pt x="35941" y="309555"/>
                  </a:lnTo>
                  <a:lnTo>
                    <a:pt x="30428" y="301359"/>
                  </a:lnTo>
                  <a:lnTo>
                    <a:pt x="19235" y="270451"/>
                  </a:lnTo>
                  <a:lnTo>
                    <a:pt x="23066" y="258395"/>
                  </a:lnTo>
                  <a:lnTo>
                    <a:pt x="34538" y="253500"/>
                  </a:lnTo>
                  <a:lnTo>
                    <a:pt x="38509" y="253830"/>
                  </a:lnTo>
                  <a:lnTo>
                    <a:pt x="47371" y="229966"/>
                  </a:lnTo>
                  <a:lnTo>
                    <a:pt x="54990" y="212960"/>
                  </a:lnTo>
                  <a:lnTo>
                    <a:pt x="52874" y="206471"/>
                  </a:lnTo>
                  <a:lnTo>
                    <a:pt x="57329" y="202486"/>
                  </a:lnTo>
                  <a:lnTo>
                    <a:pt x="69358" y="199982"/>
                  </a:lnTo>
                  <a:lnTo>
                    <a:pt x="68912" y="194176"/>
                  </a:lnTo>
                  <a:lnTo>
                    <a:pt x="65056" y="185161"/>
                  </a:lnTo>
                  <a:lnTo>
                    <a:pt x="58304" y="174631"/>
                  </a:lnTo>
                  <a:lnTo>
                    <a:pt x="51761" y="177050"/>
                  </a:lnTo>
                  <a:lnTo>
                    <a:pt x="41737" y="155491"/>
                  </a:lnTo>
                  <a:lnTo>
                    <a:pt x="45983" y="144321"/>
                  </a:lnTo>
                  <a:lnTo>
                    <a:pt x="57190" y="142613"/>
                  </a:lnTo>
                  <a:lnTo>
                    <a:pt x="57329" y="151080"/>
                  </a:lnTo>
                  <a:lnTo>
                    <a:pt x="51761" y="152859"/>
                  </a:lnTo>
                  <a:lnTo>
                    <a:pt x="54963" y="156487"/>
                  </a:lnTo>
                  <a:lnTo>
                    <a:pt x="63037" y="157057"/>
                  </a:lnTo>
                  <a:lnTo>
                    <a:pt x="68188" y="153997"/>
                  </a:lnTo>
                  <a:lnTo>
                    <a:pt x="61506" y="142186"/>
                  </a:lnTo>
                  <a:lnTo>
                    <a:pt x="62202" y="133008"/>
                  </a:lnTo>
                  <a:lnTo>
                    <a:pt x="59905" y="118280"/>
                  </a:lnTo>
                  <a:lnTo>
                    <a:pt x="81653" y="114965"/>
                  </a:lnTo>
                  <a:lnTo>
                    <a:pt x="81704" y="112266"/>
                  </a:lnTo>
                  <a:lnTo>
                    <a:pt x="80054" y="107045"/>
                  </a:lnTo>
                  <a:lnTo>
                    <a:pt x="61478" y="108987"/>
                  </a:lnTo>
                  <a:lnTo>
                    <a:pt x="60921" y="95099"/>
                  </a:lnTo>
                  <a:lnTo>
                    <a:pt x="0" y="83373"/>
                  </a:lnTo>
                  <a:lnTo>
                    <a:pt x="1447" y="67891"/>
                  </a:lnTo>
                  <a:lnTo>
                    <a:pt x="14255" y="65500"/>
                  </a:lnTo>
                  <a:lnTo>
                    <a:pt x="24056" y="39544"/>
                  </a:lnTo>
                  <a:lnTo>
                    <a:pt x="40317" y="41821"/>
                  </a:lnTo>
                  <a:lnTo>
                    <a:pt x="41431" y="34991"/>
                  </a:lnTo>
                  <a:lnTo>
                    <a:pt x="101238" y="41252"/>
                  </a:lnTo>
                  <a:lnTo>
                    <a:pt x="100570" y="49107"/>
                  </a:lnTo>
                  <a:lnTo>
                    <a:pt x="105025" y="49449"/>
                  </a:lnTo>
                  <a:lnTo>
                    <a:pt x="106250" y="41935"/>
                  </a:lnTo>
                  <a:lnTo>
                    <a:pt x="112821" y="42504"/>
                  </a:lnTo>
                  <a:lnTo>
                    <a:pt x="114715" y="29868"/>
                  </a:lnTo>
                  <a:lnTo>
                    <a:pt x="118837" y="12485"/>
                  </a:lnTo>
                  <a:lnTo>
                    <a:pt x="134000" y="16364"/>
                  </a:lnTo>
                  <a:lnTo>
                    <a:pt x="137735" y="4098"/>
                  </a:lnTo>
                  <a:lnTo>
                    <a:pt x="138984" y="0"/>
                  </a:lnTo>
                  <a:lnTo>
                    <a:pt x="146513" y="1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3427693" y="1614908"/>
              <a:ext cx="166093" cy="174131"/>
            </a:xfrm>
            <a:custGeom>
              <a:avLst/>
              <a:pathLst>
                <a:path w="166093" h="174131">
                  <a:moveTo>
                    <a:pt x="156426" y="53217"/>
                  </a:moveTo>
                  <a:lnTo>
                    <a:pt x="149256" y="82882"/>
                  </a:lnTo>
                  <a:lnTo>
                    <a:pt x="148537" y="85107"/>
                  </a:lnTo>
                  <a:lnTo>
                    <a:pt x="147301" y="88934"/>
                  </a:lnTo>
                  <a:lnTo>
                    <a:pt x="150308" y="92964"/>
                  </a:lnTo>
                  <a:lnTo>
                    <a:pt x="151778" y="93510"/>
                  </a:lnTo>
                  <a:lnTo>
                    <a:pt x="153802" y="93941"/>
                  </a:lnTo>
                  <a:lnTo>
                    <a:pt x="155302" y="97395"/>
                  </a:lnTo>
                  <a:lnTo>
                    <a:pt x="162108" y="113072"/>
                  </a:lnTo>
                  <a:lnTo>
                    <a:pt x="162600" y="113631"/>
                  </a:lnTo>
                  <a:lnTo>
                    <a:pt x="165761" y="117216"/>
                  </a:lnTo>
                  <a:lnTo>
                    <a:pt x="165864" y="121476"/>
                  </a:lnTo>
                  <a:lnTo>
                    <a:pt x="166093" y="130960"/>
                  </a:lnTo>
                  <a:lnTo>
                    <a:pt x="162420" y="141513"/>
                  </a:lnTo>
                  <a:lnTo>
                    <a:pt x="150213" y="155401"/>
                  </a:lnTo>
                  <a:lnTo>
                    <a:pt x="145001" y="156904"/>
                  </a:lnTo>
                  <a:lnTo>
                    <a:pt x="141618" y="153370"/>
                  </a:lnTo>
                  <a:lnTo>
                    <a:pt x="140947" y="152669"/>
                  </a:lnTo>
                  <a:lnTo>
                    <a:pt x="137338" y="155265"/>
                  </a:lnTo>
                  <a:lnTo>
                    <a:pt x="136492" y="159636"/>
                  </a:lnTo>
                  <a:lnTo>
                    <a:pt x="133195" y="160410"/>
                  </a:lnTo>
                  <a:lnTo>
                    <a:pt x="131057" y="157951"/>
                  </a:lnTo>
                  <a:lnTo>
                    <a:pt x="128072" y="156767"/>
                  </a:lnTo>
                  <a:lnTo>
                    <a:pt x="118583" y="161458"/>
                  </a:lnTo>
                  <a:lnTo>
                    <a:pt x="116444" y="165055"/>
                  </a:lnTo>
                  <a:lnTo>
                    <a:pt x="113207" y="160662"/>
                  </a:lnTo>
                  <a:lnTo>
                    <a:pt x="111410" y="158224"/>
                  </a:lnTo>
                  <a:lnTo>
                    <a:pt x="102679" y="162596"/>
                  </a:lnTo>
                  <a:lnTo>
                    <a:pt x="99248" y="169244"/>
                  </a:lnTo>
                  <a:lnTo>
                    <a:pt x="99738" y="171794"/>
                  </a:lnTo>
                  <a:lnTo>
                    <a:pt x="101398" y="174131"/>
                  </a:lnTo>
                  <a:lnTo>
                    <a:pt x="98836" y="173380"/>
                  </a:lnTo>
                  <a:lnTo>
                    <a:pt x="95205" y="169964"/>
                  </a:lnTo>
                  <a:lnTo>
                    <a:pt x="91285" y="160738"/>
                  </a:lnTo>
                  <a:lnTo>
                    <a:pt x="91563" y="158432"/>
                  </a:lnTo>
                  <a:lnTo>
                    <a:pt x="79087" y="157437"/>
                  </a:lnTo>
                  <a:lnTo>
                    <a:pt x="78452" y="164604"/>
                  </a:lnTo>
                  <a:lnTo>
                    <a:pt x="65015" y="164300"/>
                  </a:lnTo>
                  <a:lnTo>
                    <a:pt x="62043" y="155328"/>
                  </a:lnTo>
                  <a:lnTo>
                    <a:pt x="53946" y="153438"/>
                  </a:lnTo>
                  <a:lnTo>
                    <a:pt x="60303" y="132248"/>
                  </a:lnTo>
                  <a:lnTo>
                    <a:pt x="46905" y="127705"/>
                  </a:lnTo>
                  <a:lnTo>
                    <a:pt x="39376" y="126351"/>
                  </a:lnTo>
                  <a:lnTo>
                    <a:pt x="38128" y="130450"/>
                  </a:lnTo>
                  <a:lnTo>
                    <a:pt x="34392" y="142716"/>
                  </a:lnTo>
                  <a:lnTo>
                    <a:pt x="19230" y="138836"/>
                  </a:lnTo>
                  <a:lnTo>
                    <a:pt x="2202" y="133921"/>
                  </a:lnTo>
                  <a:lnTo>
                    <a:pt x="1082" y="133598"/>
                  </a:lnTo>
                  <a:lnTo>
                    <a:pt x="0" y="115415"/>
                  </a:lnTo>
                  <a:lnTo>
                    <a:pt x="14835" y="91782"/>
                  </a:lnTo>
                  <a:lnTo>
                    <a:pt x="6971" y="86691"/>
                  </a:lnTo>
                  <a:lnTo>
                    <a:pt x="14835" y="73886"/>
                  </a:lnTo>
                  <a:lnTo>
                    <a:pt x="23522" y="73886"/>
                  </a:lnTo>
                  <a:lnTo>
                    <a:pt x="28600" y="71564"/>
                  </a:lnTo>
                  <a:lnTo>
                    <a:pt x="30872" y="66100"/>
                  </a:lnTo>
                  <a:lnTo>
                    <a:pt x="30338" y="59133"/>
                  </a:lnTo>
                  <a:lnTo>
                    <a:pt x="45574" y="54351"/>
                  </a:lnTo>
                  <a:lnTo>
                    <a:pt x="66824" y="58313"/>
                  </a:lnTo>
                  <a:lnTo>
                    <a:pt x="61745" y="79897"/>
                  </a:lnTo>
                  <a:lnTo>
                    <a:pt x="63884" y="81673"/>
                  </a:lnTo>
                  <a:lnTo>
                    <a:pt x="76848" y="67876"/>
                  </a:lnTo>
                  <a:lnTo>
                    <a:pt x="105582" y="41920"/>
                  </a:lnTo>
                  <a:lnTo>
                    <a:pt x="115739" y="24161"/>
                  </a:lnTo>
                  <a:lnTo>
                    <a:pt x="124026" y="8587"/>
                  </a:lnTo>
                  <a:lnTo>
                    <a:pt x="141459" y="0"/>
                  </a:lnTo>
                  <a:lnTo>
                    <a:pt x="155144" y="10616"/>
                  </a:lnTo>
                  <a:lnTo>
                    <a:pt x="144608" y="28942"/>
                  </a:lnTo>
                  <a:lnTo>
                    <a:pt x="151557" y="33997"/>
                  </a:lnTo>
                  <a:lnTo>
                    <a:pt x="147281" y="42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526942" y="1687064"/>
              <a:ext cx="167012" cy="130918"/>
            </a:xfrm>
            <a:custGeom>
              <a:avLst/>
              <a:pathLst>
                <a:path w="167012" h="130918">
                  <a:moveTo>
                    <a:pt x="91599" y="17082"/>
                  </a:moveTo>
                  <a:lnTo>
                    <a:pt x="90265" y="33561"/>
                  </a:lnTo>
                  <a:lnTo>
                    <a:pt x="109717" y="33431"/>
                  </a:lnTo>
                  <a:lnTo>
                    <a:pt x="110446" y="45036"/>
                  </a:lnTo>
                  <a:lnTo>
                    <a:pt x="117309" y="47444"/>
                  </a:lnTo>
                  <a:lnTo>
                    <a:pt x="119400" y="48178"/>
                  </a:lnTo>
                  <a:lnTo>
                    <a:pt x="117007" y="53010"/>
                  </a:lnTo>
                  <a:lnTo>
                    <a:pt x="108708" y="69762"/>
                  </a:lnTo>
                  <a:lnTo>
                    <a:pt x="129290" y="82603"/>
                  </a:lnTo>
                  <a:lnTo>
                    <a:pt x="134262" y="77939"/>
                  </a:lnTo>
                  <a:lnTo>
                    <a:pt x="153885" y="75769"/>
                  </a:lnTo>
                  <a:lnTo>
                    <a:pt x="158325" y="89839"/>
                  </a:lnTo>
                  <a:lnTo>
                    <a:pt x="163881" y="88756"/>
                  </a:lnTo>
                  <a:lnTo>
                    <a:pt x="165692" y="88403"/>
                  </a:lnTo>
                  <a:lnTo>
                    <a:pt x="167012" y="97303"/>
                  </a:lnTo>
                  <a:lnTo>
                    <a:pt x="141720" y="102958"/>
                  </a:lnTo>
                  <a:lnTo>
                    <a:pt x="133834" y="110198"/>
                  </a:lnTo>
                  <a:lnTo>
                    <a:pt x="134102" y="111974"/>
                  </a:lnTo>
                  <a:lnTo>
                    <a:pt x="152976" y="114605"/>
                  </a:lnTo>
                  <a:lnTo>
                    <a:pt x="151388" y="124631"/>
                  </a:lnTo>
                  <a:lnTo>
                    <a:pt x="147397" y="123696"/>
                  </a:lnTo>
                  <a:lnTo>
                    <a:pt x="132030" y="121363"/>
                  </a:lnTo>
                  <a:lnTo>
                    <a:pt x="130246" y="121092"/>
                  </a:lnTo>
                  <a:lnTo>
                    <a:pt x="120565" y="119622"/>
                  </a:lnTo>
                  <a:lnTo>
                    <a:pt x="101595" y="118289"/>
                  </a:lnTo>
                  <a:lnTo>
                    <a:pt x="81687" y="120565"/>
                  </a:lnTo>
                  <a:lnTo>
                    <a:pt x="66582" y="123340"/>
                  </a:lnTo>
                  <a:lnTo>
                    <a:pt x="44446" y="126898"/>
                  </a:lnTo>
                  <a:lnTo>
                    <a:pt x="21134" y="130918"/>
                  </a:lnTo>
                  <a:lnTo>
                    <a:pt x="20037" y="126724"/>
                  </a:lnTo>
                  <a:lnTo>
                    <a:pt x="19593" y="125028"/>
                  </a:lnTo>
                  <a:lnTo>
                    <a:pt x="18424" y="117970"/>
                  </a:lnTo>
                  <a:lnTo>
                    <a:pt x="16720" y="117535"/>
                  </a:lnTo>
                  <a:lnTo>
                    <a:pt x="12409" y="116433"/>
                  </a:lnTo>
                  <a:lnTo>
                    <a:pt x="12674" y="113261"/>
                  </a:lnTo>
                  <a:lnTo>
                    <a:pt x="13164" y="107385"/>
                  </a:lnTo>
                  <a:lnTo>
                    <a:pt x="2149" y="101975"/>
                  </a:lnTo>
                  <a:lnTo>
                    <a:pt x="490" y="99639"/>
                  </a:lnTo>
                  <a:lnTo>
                    <a:pt x="0" y="97089"/>
                  </a:lnTo>
                  <a:lnTo>
                    <a:pt x="3430" y="90440"/>
                  </a:lnTo>
                  <a:lnTo>
                    <a:pt x="12162" y="86069"/>
                  </a:lnTo>
                  <a:lnTo>
                    <a:pt x="13958" y="88507"/>
                  </a:lnTo>
                  <a:lnTo>
                    <a:pt x="17196" y="92899"/>
                  </a:lnTo>
                  <a:lnTo>
                    <a:pt x="19334" y="89302"/>
                  </a:lnTo>
                  <a:lnTo>
                    <a:pt x="28823" y="84612"/>
                  </a:lnTo>
                  <a:lnTo>
                    <a:pt x="31808" y="85796"/>
                  </a:lnTo>
                  <a:lnTo>
                    <a:pt x="33946" y="88255"/>
                  </a:lnTo>
                  <a:lnTo>
                    <a:pt x="37243" y="87480"/>
                  </a:lnTo>
                  <a:lnTo>
                    <a:pt x="38089" y="83109"/>
                  </a:lnTo>
                  <a:lnTo>
                    <a:pt x="41698" y="80513"/>
                  </a:lnTo>
                  <a:lnTo>
                    <a:pt x="42369" y="81214"/>
                  </a:lnTo>
                  <a:lnTo>
                    <a:pt x="45752" y="84748"/>
                  </a:lnTo>
                  <a:lnTo>
                    <a:pt x="50964" y="83246"/>
                  </a:lnTo>
                  <a:lnTo>
                    <a:pt x="63171" y="69357"/>
                  </a:lnTo>
                  <a:lnTo>
                    <a:pt x="66844" y="58805"/>
                  </a:lnTo>
                  <a:lnTo>
                    <a:pt x="66615" y="49320"/>
                  </a:lnTo>
                  <a:lnTo>
                    <a:pt x="66512" y="45061"/>
                  </a:lnTo>
                  <a:lnTo>
                    <a:pt x="63352" y="41476"/>
                  </a:lnTo>
                  <a:lnTo>
                    <a:pt x="62859" y="40917"/>
                  </a:lnTo>
                  <a:lnTo>
                    <a:pt x="56053" y="25239"/>
                  </a:lnTo>
                  <a:lnTo>
                    <a:pt x="54554" y="21786"/>
                  </a:lnTo>
                  <a:lnTo>
                    <a:pt x="52529" y="21355"/>
                  </a:lnTo>
                  <a:lnTo>
                    <a:pt x="51059" y="20808"/>
                  </a:lnTo>
                  <a:lnTo>
                    <a:pt x="48052" y="16778"/>
                  </a:lnTo>
                  <a:lnTo>
                    <a:pt x="49289" y="12951"/>
                  </a:lnTo>
                  <a:lnTo>
                    <a:pt x="60194" y="9654"/>
                  </a:lnTo>
                  <a:lnTo>
                    <a:pt x="70886" y="5009"/>
                  </a:lnTo>
                  <a:lnTo>
                    <a:pt x="77517" y="0"/>
                  </a:lnTo>
                  <a:lnTo>
                    <a:pt x="85752" y="7891"/>
                  </a:lnTo>
                  <a:lnTo>
                    <a:pt x="91869" y="13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361944" y="2354870"/>
              <a:ext cx="167406" cy="205014"/>
            </a:xfrm>
            <a:custGeom>
              <a:avLst/>
              <a:pathLst>
                <a:path w="167406" h="205014">
                  <a:moveTo>
                    <a:pt x="47556" y="4212"/>
                  </a:moveTo>
                  <a:lnTo>
                    <a:pt x="35739" y="26608"/>
                  </a:lnTo>
                  <a:lnTo>
                    <a:pt x="55464" y="31647"/>
                  </a:lnTo>
                  <a:lnTo>
                    <a:pt x="65814" y="9148"/>
                  </a:lnTo>
                  <a:lnTo>
                    <a:pt x="66587" y="7468"/>
                  </a:lnTo>
                  <a:lnTo>
                    <a:pt x="90088" y="24602"/>
                  </a:lnTo>
                  <a:lnTo>
                    <a:pt x="124338" y="59749"/>
                  </a:lnTo>
                  <a:lnTo>
                    <a:pt x="125579" y="61022"/>
                  </a:lnTo>
                  <a:lnTo>
                    <a:pt x="125796" y="61246"/>
                  </a:lnTo>
                  <a:lnTo>
                    <a:pt x="133699" y="65126"/>
                  </a:lnTo>
                  <a:lnTo>
                    <a:pt x="139069" y="66956"/>
                  </a:lnTo>
                  <a:lnTo>
                    <a:pt x="144124" y="68678"/>
                  </a:lnTo>
                  <a:lnTo>
                    <a:pt x="156286" y="70454"/>
                  </a:lnTo>
                  <a:lnTo>
                    <a:pt x="167406" y="95080"/>
                  </a:lnTo>
                  <a:lnTo>
                    <a:pt x="161173" y="101116"/>
                  </a:lnTo>
                  <a:lnTo>
                    <a:pt x="165183" y="109881"/>
                  </a:lnTo>
                  <a:lnTo>
                    <a:pt x="160358" y="115609"/>
                  </a:lnTo>
                  <a:lnTo>
                    <a:pt x="157823" y="118619"/>
                  </a:lnTo>
                  <a:lnTo>
                    <a:pt x="153747" y="123458"/>
                  </a:lnTo>
                  <a:lnTo>
                    <a:pt x="159894" y="138485"/>
                  </a:lnTo>
                  <a:lnTo>
                    <a:pt x="159226" y="156791"/>
                  </a:lnTo>
                  <a:lnTo>
                    <a:pt x="156954" y="166490"/>
                  </a:lnTo>
                  <a:lnTo>
                    <a:pt x="152276" y="171408"/>
                  </a:lnTo>
                  <a:lnTo>
                    <a:pt x="149203" y="168812"/>
                  </a:lnTo>
                  <a:lnTo>
                    <a:pt x="144418" y="172786"/>
                  </a:lnTo>
                  <a:lnTo>
                    <a:pt x="142787" y="174140"/>
                  </a:lnTo>
                  <a:lnTo>
                    <a:pt x="138445" y="188033"/>
                  </a:lnTo>
                  <a:lnTo>
                    <a:pt x="135570" y="197227"/>
                  </a:lnTo>
                  <a:lnTo>
                    <a:pt x="121404" y="205014"/>
                  </a:lnTo>
                  <a:lnTo>
                    <a:pt x="108573" y="200642"/>
                  </a:lnTo>
                  <a:lnTo>
                    <a:pt x="100103" y="177414"/>
                  </a:lnTo>
                  <a:lnTo>
                    <a:pt x="95759" y="169331"/>
                  </a:lnTo>
                  <a:lnTo>
                    <a:pt x="95648" y="156239"/>
                  </a:lnTo>
                  <a:lnTo>
                    <a:pt x="98432" y="150775"/>
                  </a:lnTo>
                  <a:lnTo>
                    <a:pt x="98184" y="146260"/>
                  </a:lnTo>
                  <a:lnTo>
                    <a:pt x="97127" y="145648"/>
                  </a:lnTo>
                  <a:lnTo>
                    <a:pt x="91289" y="142269"/>
                  </a:lnTo>
                  <a:lnTo>
                    <a:pt x="86013" y="139216"/>
                  </a:lnTo>
                  <a:lnTo>
                    <a:pt x="80559" y="136060"/>
                  </a:lnTo>
                  <a:lnTo>
                    <a:pt x="79665" y="135543"/>
                  </a:lnTo>
                  <a:lnTo>
                    <a:pt x="72202" y="131224"/>
                  </a:lnTo>
                  <a:lnTo>
                    <a:pt x="69838" y="129856"/>
                  </a:lnTo>
                  <a:lnTo>
                    <a:pt x="79617" y="112112"/>
                  </a:lnTo>
                  <a:lnTo>
                    <a:pt x="73778" y="109725"/>
                  </a:lnTo>
                  <a:lnTo>
                    <a:pt x="87748" y="88990"/>
                  </a:lnTo>
                  <a:lnTo>
                    <a:pt x="104252" y="98640"/>
                  </a:lnTo>
                  <a:lnTo>
                    <a:pt x="109327" y="88776"/>
                  </a:lnTo>
                  <a:lnTo>
                    <a:pt x="96654" y="81624"/>
                  </a:lnTo>
                  <a:lnTo>
                    <a:pt x="92601" y="79337"/>
                  </a:lnTo>
                  <a:lnTo>
                    <a:pt x="88987" y="77297"/>
                  </a:lnTo>
                  <a:lnTo>
                    <a:pt x="54221" y="58960"/>
                  </a:lnTo>
                  <a:lnTo>
                    <a:pt x="43658" y="48382"/>
                  </a:lnTo>
                  <a:lnTo>
                    <a:pt x="34971" y="47243"/>
                  </a:lnTo>
                  <a:lnTo>
                    <a:pt x="0" y="23792"/>
                  </a:lnTo>
                  <a:lnTo>
                    <a:pt x="1893" y="13888"/>
                  </a:lnTo>
                  <a:lnTo>
                    <a:pt x="8909" y="7741"/>
                  </a:lnTo>
                  <a:lnTo>
                    <a:pt x="32632" y="16506"/>
                  </a:lnTo>
                  <a:lnTo>
                    <a:pt x="4031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3525876" y="2767469"/>
              <a:ext cx="221703" cy="168868"/>
            </a:xfrm>
            <a:custGeom>
              <a:avLst/>
              <a:pathLst>
                <a:path w="221703" h="168868">
                  <a:moveTo>
                    <a:pt x="207574" y="24924"/>
                  </a:moveTo>
                  <a:lnTo>
                    <a:pt x="221703" y="31455"/>
                  </a:lnTo>
                  <a:lnTo>
                    <a:pt x="220920" y="33297"/>
                  </a:lnTo>
                  <a:lnTo>
                    <a:pt x="220815" y="33559"/>
                  </a:lnTo>
                  <a:lnTo>
                    <a:pt x="214409" y="49623"/>
                  </a:lnTo>
                  <a:lnTo>
                    <a:pt x="215024" y="49868"/>
                  </a:lnTo>
                  <a:lnTo>
                    <a:pt x="212030" y="56815"/>
                  </a:lnTo>
                  <a:lnTo>
                    <a:pt x="211931" y="57045"/>
                  </a:lnTo>
                  <a:lnTo>
                    <a:pt x="210069" y="61368"/>
                  </a:lnTo>
                  <a:lnTo>
                    <a:pt x="209971" y="61594"/>
                  </a:lnTo>
                  <a:lnTo>
                    <a:pt x="208213" y="65814"/>
                  </a:lnTo>
                  <a:lnTo>
                    <a:pt x="207937" y="66478"/>
                  </a:lnTo>
                  <a:lnTo>
                    <a:pt x="204751" y="74891"/>
                  </a:lnTo>
                  <a:lnTo>
                    <a:pt x="200927" y="84990"/>
                  </a:lnTo>
                  <a:lnTo>
                    <a:pt x="200622" y="85825"/>
                  </a:lnTo>
                  <a:lnTo>
                    <a:pt x="196947" y="84003"/>
                  </a:lnTo>
                  <a:lnTo>
                    <a:pt x="192469" y="87373"/>
                  </a:lnTo>
                  <a:lnTo>
                    <a:pt x="192130" y="87506"/>
                  </a:lnTo>
                  <a:lnTo>
                    <a:pt x="190959" y="87967"/>
                  </a:lnTo>
                  <a:lnTo>
                    <a:pt x="189683" y="88470"/>
                  </a:lnTo>
                  <a:lnTo>
                    <a:pt x="184337" y="76972"/>
                  </a:lnTo>
                  <a:lnTo>
                    <a:pt x="182110" y="79249"/>
                  </a:lnTo>
                  <a:lnTo>
                    <a:pt x="181219" y="84599"/>
                  </a:lnTo>
                  <a:lnTo>
                    <a:pt x="172977" y="90405"/>
                  </a:lnTo>
                  <a:lnTo>
                    <a:pt x="168856" y="82322"/>
                  </a:lnTo>
                  <a:lnTo>
                    <a:pt x="165292" y="85282"/>
                  </a:lnTo>
                  <a:lnTo>
                    <a:pt x="159055" y="79363"/>
                  </a:lnTo>
                  <a:lnTo>
                    <a:pt x="157162" y="81639"/>
                  </a:lnTo>
                  <a:lnTo>
                    <a:pt x="149366" y="76289"/>
                  </a:lnTo>
                  <a:lnTo>
                    <a:pt x="147250" y="71052"/>
                  </a:lnTo>
                  <a:lnTo>
                    <a:pt x="133996" y="73784"/>
                  </a:lnTo>
                  <a:lnTo>
                    <a:pt x="124418" y="70028"/>
                  </a:lnTo>
                  <a:lnTo>
                    <a:pt x="109271" y="75834"/>
                  </a:lnTo>
                  <a:lnTo>
                    <a:pt x="110162" y="86193"/>
                  </a:lnTo>
                  <a:lnTo>
                    <a:pt x="111944" y="86079"/>
                  </a:lnTo>
                  <a:lnTo>
                    <a:pt x="114172" y="101334"/>
                  </a:lnTo>
                  <a:lnTo>
                    <a:pt x="104593" y="103497"/>
                  </a:lnTo>
                  <a:lnTo>
                    <a:pt x="108491" y="108278"/>
                  </a:lnTo>
                  <a:lnTo>
                    <a:pt x="91117" y="120231"/>
                  </a:lnTo>
                  <a:lnTo>
                    <a:pt x="91588" y="122089"/>
                  </a:lnTo>
                  <a:lnTo>
                    <a:pt x="94540" y="125675"/>
                  </a:lnTo>
                  <a:lnTo>
                    <a:pt x="94672" y="125924"/>
                  </a:lnTo>
                  <a:lnTo>
                    <a:pt x="94970" y="127229"/>
                  </a:lnTo>
                  <a:lnTo>
                    <a:pt x="94803" y="128014"/>
                  </a:lnTo>
                  <a:lnTo>
                    <a:pt x="94273" y="128670"/>
                  </a:lnTo>
                  <a:lnTo>
                    <a:pt x="91963" y="129825"/>
                  </a:lnTo>
                  <a:lnTo>
                    <a:pt x="89490" y="131600"/>
                  </a:lnTo>
                  <a:lnTo>
                    <a:pt x="87841" y="133648"/>
                  </a:lnTo>
                  <a:lnTo>
                    <a:pt x="87061" y="134618"/>
                  </a:lnTo>
                  <a:lnTo>
                    <a:pt x="85853" y="137799"/>
                  </a:lnTo>
                  <a:lnTo>
                    <a:pt x="85073" y="140361"/>
                  </a:lnTo>
                  <a:lnTo>
                    <a:pt x="81787" y="145199"/>
                  </a:lnTo>
                  <a:lnTo>
                    <a:pt x="81230" y="146849"/>
                  </a:lnTo>
                  <a:lnTo>
                    <a:pt x="81230" y="148557"/>
                  </a:lnTo>
                  <a:lnTo>
                    <a:pt x="79423" y="155963"/>
                  </a:lnTo>
                  <a:lnTo>
                    <a:pt x="74160" y="157244"/>
                  </a:lnTo>
                  <a:lnTo>
                    <a:pt x="68898" y="158525"/>
                  </a:lnTo>
                  <a:lnTo>
                    <a:pt x="53519" y="168868"/>
                  </a:lnTo>
                  <a:lnTo>
                    <a:pt x="46474" y="165249"/>
                  </a:lnTo>
                  <a:lnTo>
                    <a:pt x="46686" y="165081"/>
                  </a:lnTo>
                  <a:lnTo>
                    <a:pt x="49207" y="163079"/>
                  </a:lnTo>
                  <a:lnTo>
                    <a:pt x="50933" y="159152"/>
                  </a:lnTo>
                  <a:lnTo>
                    <a:pt x="39618" y="158007"/>
                  </a:lnTo>
                  <a:lnTo>
                    <a:pt x="38433" y="159941"/>
                  </a:lnTo>
                  <a:lnTo>
                    <a:pt x="37919" y="160781"/>
                  </a:lnTo>
                  <a:lnTo>
                    <a:pt x="35764" y="164299"/>
                  </a:lnTo>
                  <a:lnTo>
                    <a:pt x="31180" y="161541"/>
                  </a:lnTo>
                  <a:lnTo>
                    <a:pt x="26316" y="158684"/>
                  </a:lnTo>
                  <a:lnTo>
                    <a:pt x="26148" y="159253"/>
                  </a:lnTo>
                  <a:lnTo>
                    <a:pt x="20685" y="155601"/>
                  </a:lnTo>
                  <a:lnTo>
                    <a:pt x="13918" y="151076"/>
                  </a:lnTo>
                  <a:lnTo>
                    <a:pt x="11455" y="149429"/>
                  </a:lnTo>
                  <a:lnTo>
                    <a:pt x="6560" y="146156"/>
                  </a:lnTo>
                  <a:lnTo>
                    <a:pt x="0" y="141769"/>
                  </a:lnTo>
                  <a:lnTo>
                    <a:pt x="4508" y="134710"/>
                  </a:lnTo>
                  <a:lnTo>
                    <a:pt x="14904" y="118437"/>
                  </a:lnTo>
                  <a:lnTo>
                    <a:pt x="16228" y="116364"/>
                  </a:lnTo>
                  <a:lnTo>
                    <a:pt x="22362" y="106761"/>
                  </a:lnTo>
                  <a:lnTo>
                    <a:pt x="23638" y="105491"/>
                  </a:lnTo>
                  <a:lnTo>
                    <a:pt x="26103" y="102826"/>
                  </a:lnTo>
                  <a:lnTo>
                    <a:pt x="26659" y="102225"/>
                  </a:lnTo>
                  <a:lnTo>
                    <a:pt x="34119" y="90150"/>
                  </a:lnTo>
                  <a:lnTo>
                    <a:pt x="37238" y="85100"/>
                  </a:lnTo>
                  <a:lnTo>
                    <a:pt x="42774" y="76140"/>
                  </a:lnTo>
                  <a:lnTo>
                    <a:pt x="50150" y="64199"/>
                  </a:lnTo>
                  <a:lnTo>
                    <a:pt x="49630" y="63860"/>
                  </a:lnTo>
                  <a:lnTo>
                    <a:pt x="46120" y="61484"/>
                  </a:lnTo>
                  <a:lnTo>
                    <a:pt x="47635" y="59207"/>
                  </a:lnTo>
                  <a:lnTo>
                    <a:pt x="53036" y="51084"/>
                  </a:lnTo>
                  <a:lnTo>
                    <a:pt x="59646" y="41144"/>
                  </a:lnTo>
                  <a:lnTo>
                    <a:pt x="64102" y="34442"/>
                  </a:lnTo>
                  <a:lnTo>
                    <a:pt x="69030" y="27032"/>
                  </a:lnTo>
                  <a:lnTo>
                    <a:pt x="71859" y="22778"/>
                  </a:lnTo>
                  <a:lnTo>
                    <a:pt x="73003" y="21057"/>
                  </a:lnTo>
                  <a:lnTo>
                    <a:pt x="78759" y="17496"/>
                  </a:lnTo>
                  <a:lnTo>
                    <a:pt x="83649" y="14471"/>
                  </a:lnTo>
                  <a:lnTo>
                    <a:pt x="86129" y="10332"/>
                  </a:lnTo>
                  <a:lnTo>
                    <a:pt x="87913" y="10773"/>
                  </a:lnTo>
                  <a:lnTo>
                    <a:pt x="88312" y="10872"/>
                  </a:lnTo>
                  <a:lnTo>
                    <a:pt x="89040" y="11052"/>
                  </a:lnTo>
                  <a:lnTo>
                    <a:pt x="92663" y="12569"/>
                  </a:lnTo>
                  <a:lnTo>
                    <a:pt x="91270" y="16132"/>
                  </a:lnTo>
                  <a:lnTo>
                    <a:pt x="94324" y="18804"/>
                  </a:lnTo>
                  <a:lnTo>
                    <a:pt x="97030" y="21004"/>
                  </a:lnTo>
                  <a:lnTo>
                    <a:pt x="101296" y="24474"/>
                  </a:lnTo>
                  <a:lnTo>
                    <a:pt x="101910" y="25271"/>
                  </a:lnTo>
                  <a:lnTo>
                    <a:pt x="102171" y="25534"/>
                  </a:lnTo>
                  <a:lnTo>
                    <a:pt x="109757" y="22485"/>
                  </a:lnTo>
                  <a:lnTo>
                    <a:pt x="110569" y="22159"/>
                  </a:lnTo>
                  <a:lnTo>
                    <a:pt x="113900" y="20355"/>
                  </a:lnTo>
                  <a:lnTo>
                    <a:pt x="115442" y="19520"/>
                  </a:lnTo>
                  <a:lnTo>
                    <a:pt x="117316" y="18864"/>
                  </a:lnTo>
                  <a:lnTo>
                    <a:pt x="120569" y="18135"/>
                  </a:lnTo>
                  <a:lnTo>
                    <a:pt x="122573" y="17765"/>
                  </a:lnTo>
                  <a:lnTo>
                    <a:pt x="124288" y="17247"/>
                  </a:lnTo>
                  <a:lnTo>
                    <a:pt x="127190" y="15429"/>
                  </a:lnTo>
                  <a:lnTo>
                    <a:pt x="134205" y="2802"/>
                  </a:lnTo>
                  <a:lnTo>
                    <a:pt x="135343" y="0"/>
                  </a:lnTo>
                  <a:lnTo>
                    <a:pt x="139650" y="14"/>
                  </a:lnTo>
                  <a:lnTo>
                    <a:pt x="149890" y="885"/>
                  </a:lnTo>
                  <a:lnTo>
                    <a:pt x="151670" y="1582"/>
                  </a:lnTo>
                  <a:lnTo>
                    <a:pt x="153528" y="2311"/>
                  </a:lnTo>
                  <a:lnTo>
                    <a:pt x="164073" y="6926"/>
                  </a:lnTo>
                  <a:lnTo>
                    <a:pt x="165706" y="7594"/>
                  </a:lnTo>
                  <a:lnTo>
                    <a:pt x="179039" y="13055"/>
                  </a:lnTo>
                  <a:lnTo>
                    <a:pt x="193603" y="19177"/>
                  </a:lnTo>
                  <a:lnTo>
                    <a:pt x="204662" y="237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3711439" y="2744024"/>
              <a:ext cx="381211" cy="168835"/>
            </a:xfrm>
            <a:custGeom>
              <a:avLst/>
              <a:pathLst>
                <a:path w="381211" h="168835">
                  <a:moveTo>
                    <a:pt x="327585" y="44227"/>
                  </a:moveTo>
                  <a:lnTo>
                    <a:pt x="334912" y="55804"/>
                  </a:lnTo>
                  <a:lnTo>
                    <a:pt x="329566" y="64684"/>
                  </a:lnTo>
                  <a:lnTo>
                    <a:pt x="317872" y="71970"/>
                  </a:lnTo>
                  <a:lnTo>
                    <a:pt x="273956" y="82226"/>
                  </a:lnTo>
                  <a:lnTo>
                    <a:pt x="267571" y="73611"/>
                  </a:lnTo>
                  <a:lnTo>
                    <a:pt x="255098" y="69285"/>
                  </a:lnTo>
                  <a:lnTo>
                    <a:pt x="243737" y="74977"/>
                  </a:lnTo>
                  <a:lnTo>
                    <a:pt x="242401" y="88638"/>
                  </a:lnTo>
                  <a:lnTo>
                    <a:pt x="249077" y="90570"/>
                  </a:lnTo>
                  <a:lnTo>
                    <a:pt x="243697" y="100771"/>
                  </a:lnTo>
                  <a:lnTo>
                    <a:pt x="257507" y="106350"/>
                  </a:lnTo>
                  <a:lnTo>
                    <a:pt x="273990" y="109309"/>
                  </a:lnTo>
                  <a:lnTo>
                    <a:pt x="284459" y="109992"/>
                  </a:lnTo>
                  <a:lnTo>
                    <a:pt x="306066" y="105894"/>
                  </a:lnTo>
                  <a:lnTo>
                    <a:pt x="304952" y="95079"/>
                  </a:lnTo>
                  <a:lnTo>
                    <a:pt x="331905" y="91664"/>
                  </a:lnTo>
                  <a:lnTo>
                    <a:pt x="332239" y="88249"/>
                  </a:lnTo>
                  <a:lnTo>
                    <a:pt x="339701" y="83581"/>
                  </a:lnTo>
                  <a:lnTo>
                    <a:pt x="343098" y="93713"/>
                  </a:lnTo>
                  <a:lnTo>
                    <a:pt x="344769" y="92859"/>
                  </a:lnTo>
                  <a:lnTo>
                    <a:pt x="357409" y="92176"/>
                  </a:lnTo>
                  <a:lnTo>
                    <a:pt x="363201" y="95079"/>
                  </a:lnTo>
                  <a:lnTo>
                    <a:pt x="361310" y="98849"/>
                  </a:lnTo>
                  <a:lnTo>
                    <a:pt x="348165" y="97925"/>
                  </a:lnTo>
                  <a:lnTo>
                    <a:pt x="339534" y="99234"/>
                  </a:lnTo>
                  <a:lnTo>
                    <a:pt x="339812" y="102934"/>
                  </a:lnTo>
                  <a:lnTo>
                    <a:pt x="348500" y="101739"/>
                  </a:lnTo>
                  <a:lnTo>
                    <a:pt x="349168" y="107659"/>
                  </a:lnTo>
                  <a:lnTo>
                    <a:pt x="339256" y="109594"/>
                  </a:lnTo>
                  <a:lnTo>
                    <a:pt x="340221" y="117208"/>
                  </a:lnTo>
                  <a:lnTo>
                    <a:pt x="347081" y="115707"/>
                  </a:lnTo>
                  <a:lnTo>
                    <a:pt x="355818" y="120557"/>
                  </a:lnTo>
                  <a:lnTo>
                    <a:pt x="381211" y="135925"/>
                  </a:lnTo>
                  <a:lnTo>
                    <a:pt x="373379" y="158849"/>
                  </a:lnTo>
                  <a:lnTo>
                    <a:pt x="370691" y="165930"/>
                  </a:lnTo>
                  <a:lnTo>
                    <a:pt x="361469" y="164063"/>
                  </a:lnTo>
                  <a:lnTo>
                    <a:pt x="321314" y="149255"/>
                  </a:lnTo>
                  <a:lnTo>
                    <a:pt x="281664" y="158703"/>
                  </a:lnTo>
                  <a:lnTo>
                    <a:pt x="261951" y="159956"/>
                  </a:lnTo>
                  <a:lnTo>
                    <a:pt x="259724" y="148913"/>
                  </a:lnTo>
                  <a:lnTo>
                    <a:pt x="221968" y="161777"/>
                  </a:lnTo>
                  <a:lnTo>
                    <a:pt x="222302" y="167583"/>
                  </a:lnTo>
                  <a:lnTo>
                    <a:pt x="206264" y="168835"/>
                  </a:lnTo>
                  <a:lnTo>
                    <a:pt x="206153" y="165420"/>
                  </a:lnTo>
                  <a:lnTo>
                    <a:pt x="192342" y="156085"/>
                  </a:lnTo>
                  <a:lnTo>
                    <a:pt x="161158" y="144018"/>
                  </a:lnTo>
                  <a:lnTo>
                    <a:pt x="167283" y="129560"/>
                  </a:lnTo>
                  <a:lnTo>
                    <a:pt x="155589" y="123527"/>
                  </a:lnTo>
                  <a:lnTo>
                    <a:pt x="152136" y="129446"/>
                  </a:lnTo>
                  <a:lnTo>
                    <a:pt x="147013" y="146295"/>
                  </a:lnTo>
                  <a:lnTo>
                    <a:pt x="109703" y="124551"/>
                  </a:lnTo>
                  <a:lnTo>
                    <a:pt x="92106" y="124665"/>
                  </a:lnTo>
                  <a:lnTo>
                    <a:pt x="90324" y="133089"/>
                  </a:lnTo>
                  <a:lnTo>
                    <a:pt x="84421" y="132634"/>
                  </a:lnTo>
                  <a:lnTo>
                    <a:pt x="84310" y="123982"/>
                  </a:lnTo>
                  <a:lnTo>
                    <a:pt x="50675" y="139920"/>
                  </a:lnTo>
                  <a:lnTo>
                    <a:pt x="35973" y="126828"/>
                  </a:lnTo>
                  <a:lnTo>
                    <a:pt x="40428" y="119770"/>
                  </a:lnTo>
                  <a:lnTo>
                    <a:pt x="37533" y="116469"/>
                  </a:lnTo>
                  <a:lnTo>
                    <a:pt x="38424" y="112029"/>
                  </a:lnTo>
                  <a:lnTo>
                    <a:pt x="31518" y="112940"/>
                  </a:lnTo>
                  <a:lnTo>
                    <a:pt x="31184" y="120339"/>
                  </a:lnTo>
                  <a:lnTo>
                    <a:pt x="23834" y="126145"/>
                  </a:lnTo>
                  <a:lnTo>
                    <a:pt x="14924" y="126600"/>
                  </a:lnTo>
                  <a:lnTo>
                    <a:pt x="0" y="120111"/>
                  </a:lnTo>
                  <a:lnTo>
                    <a:pt x="4120" y="111915"/>
                  </a:lnTo>
                  <a:lnTo>
                    <a:pt x="5396" y="111413"/>
                  </a:lnTo>
                  <a:lnTo>
                    <a:pt x="6567" y="110951"/>
                  </a:lnTo>
                  <a:lnTo>
                    <a:pt x="6907" y="110818"/>
                  </a:lnTo>
                  <a:lnTo>
                    <a:pt x="11384" y="107448"/>
                  </a:lnTo>
                  <a:lnTo>
                    <a:pt x="15059" y="109270"/>
                  </a:lnTo>
                  <a:lnTo>
                    <a:pt x="15364" y="108435"/>
                  </a:lnTo>
                  <a:lnTo>
                    <a:pt x="19188" y="98336"/>
                  </a:lnTo>
                  <a:lnTo>
                    <a:pt x="22374" y="89923"/>
                  </a:lnTo>
                  <a:lnTo>
                    <a:pt x="22650" y="89259"/>
                  </a:lnTo>
                  <a:lnTo>
                    <a:pt x="24414" y="85026"/>
                  </a:lnTo>
                  <a:lnTo>
                    <a:pt x="24506" y="84813"/>
                  </a:lnTo>
                  <a:lnTo>
                    <a:pt x="26369" y="80490"/>
                  </a:lnTo>
                  <a:lnTo>
                    <a:pt x="26467" y="80261"/>
                  </a:lnTo>
                  <a:lnTo>
                    <a:pt x="29461" y="73313"/>
                  </a:lnTo>
                  <a:lnTo>
                    <a:pt x="28847" y="73068"/>
                  </a:lnTo>
                  <a:lnTo>
                    <a:pt x="35252" y="57004"/>
                  </a:lnTo>
                  <a:lnTo>
                    <a:pt x="35357" y="56742"/>
                  </a:lnTo>
                  <a:lnTo>
                    <a:pt x="36140" y="54900"/>
                  </a:lnTo>
                  <a:lnTo>
                    <a:pt x="39455" y="56316"/>
                  </a:lnTo>
                  <a:lnTo>
                    <a:pt x="49786" y="60730"/>
                  </a:lnTo>
                  <a:lnTo>
                    <a:pt x="49920" y="60787"/>
                  </a:lnTo>
                  <a:lnTo>
                    <a:pt x="50461" y="61018"/>
                  </a:lnTo>
                  <a:lnTo>
                    <a:pt x="63803" y="66718"/>
                  </a:lnTo>
                  <a:lnTo>
                    <a:pt x="64482" y="67008"/>
                  </a:lnTo>
                  <a:lnTo>
                    <a:pt x="65022" y="67239"/>
                  </a:lnTo>
                  <a:lnTo>
                    <a:pt x="69432" y="67138"/>
                  </a:lnTo>
                  <a:lnTo>
                    <a:pt x="101933" y="66398"/>
                  </a:lnTo>
                  <a:lnTo>
                    <a:pt x="102113" y="66393"/>
                  </a:lnTo>
                  <a:lnTo>
                    <a:pt x="104356" y="67678"/>
                  </a:lnTo>
                  <a:lnTo>
                    <a:pt x="115198" y="73891"/>
                  </a:lnTo>
                  <a:lnTo>
                    <a:pt x="115571" y="74104"/>
                  </a:lnTo>
                  <a:lnTo>
                    <a:pt x="115809" y="74240"/>
                  </a:lnTo>
                  <a:lnTo>
                    <a:pt x="128940" y="81023"/>
                  </a:lnTo>
                  <a:lnTo>
                    <a:pt x="138747" y="86304"/>
                  </a:lnTo>
                  <a:lnTo>
                    <a:pt x="152287" y="93328"/>
                  </a:lnTo>
                  <a:lnTo>
                    <a:pt x="161951" y="98342"/>
                  </a:lnTo>
                  <a:lnTo>
                    <a:pt x="163837" y="99321"/>
                  </a:lnTo>
                  <a:lnTo>
                    <a:pt x="178904" y="107238"/>
                  </a:lnTo>
                  <a:lnTo>
                    <a:pt x="192309" y="114282"/>
                  </a:lnTo>
                  <a:lnTo>
                    <a:pt x="193129" y="114713"/>
                  </a:lnTo>
                  <a:lnTo>
                    <a:pt x="194230" y="112430"/>
                  </a:lnTo>
                  <a:lnTo>
                    <a:pt x="206386" y="85287"/>
                  </a:lnTo>
                  <a:lnTo>
                    <a:pt x="209494" y="79550"/>
                  </a:lnTo>
                  <a:lnTo>
                    <a:pt x="212801" y="75178"/>
                  </a:lnTo>
                  <a:lnTo>
                    <a:pt x="213243" y="75311"/>
                  </a:lnTo>
                  <a:lnTo>
                    <a:pt x="211864" y="70998"/>
                  </a:lnTo>
                  <a:lnTo>
                    <a:pt x="209692" y="67139"/>
                  </a:lnTo>
                  <a:lnTo>
                    <a:pt x="208121" y="66388"/>
                  </a:lnTo>
                  <a:lnTo>
                    <a:pt x="204560" y="67673"/>
                  </a:lnTo>
                  <a:lnTo>
                    <a:pt x="201354" y="69980"/>
                  </a:lnTo>
                  <a:lnTo>
                    <a:pt x="199690" y="66303"/>
                  </a:lnTo>
                  <a:lnTo>
                    <a:pt x="196888" y="44391"/>
                  </a:lnTo>
                  <a:lnTo>
                    <a:pt x="196475" y="41160"/>
                  </a:lnTo>
                  <a:lnTo>
                    <a:pt x="194358" y="36549"/>
                  </a:lnTo>
                  <a:lnTo>
                    <a:pt x="194559" y="35799"/>
                  </a:lnTo>
                  <a:lnTo>
                    <a:pt x="200591" y="42121"/>
                  </a:lnTo>
                  <a:lnTo>
                    <a:pt x="207524" y="39645"/>
                  </a:lnTo>
                  <a:lnTo>
                    <a:pt x="210364" y="42035"/>
                  </a:lnTo>
                  <a:lnTo>
                    <a:pt x="211617" y="46817"/>
                  </a:lnTo>
                  <a:lnTo>
                    <a:pt x="222726" y="41011"/>
                  </a:lnTo>
                  <a:lnTo>
                    <a:pt x="224982" y="44597"/>
                  </a:lnTo>
                  <a:lnTo>
                    <a:pt x="238096" y="45877"/>
                  </a:lnTo>
                  <a:lnTo>
                    <a:pt x="265271" y="65060"/>
                  </a:lnTo>
                  <a:lnTo>
                    <a:pt x="271954" y="60107"/>
                  </a:lnTo>
                  <a:lnTo>
                    <a:pt x="281142" y="34493"/>
                  </a:lnTo>
                  <a:lnTo>
                    <a:pt x="272956" y="23223"/>
                  </a:lnTo>
                  <a:lnTo>
                    <a:pt x="282311" y="10416"/>
                  </a:lnTo>
                  <a:lnTo>
                    <a:pt x="286321" y="16393"/>
                  </a:lnTo>
                  <a:lnTo>
                    <a:pt x="294340" y="50374"/>
                  </a:lnTo>
                  <a:lnTo>
                    <a:pt x="308039" y="42007"/>
                  </a:lnTo>
                  <a:lnTo>
                    <a:pt x="300354" y="13490"/>
                  </a:lnTo>
                  <a:lnTo>
                    <a:pt x="331761" y="0"/>
                  </a:lnTo>
                  <a:lnTo>
                    <a:pt x="340282" y="18100"/>
                  </a:lnTo>
                  <a:lnTo>
                    <a:pt x="322573" y="254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3407276" y="2050693"/>
              <a:ext cx="517406" cy="863627"/>
            </a:xfrm>
            <a:custGeom>
              <a:avLst/>
              <a:pathLst>
                <a:path w="517406" h="863627">
                  <a:moveTo>
                    <a:pt x="451724" y="49775"/>
                  </a:moveTo>
                  <a:lnTo>
                    <a:pt x="437023" y="75276"/>
                  </a:lnTo>
                  <a:lnTo>
                    <a:pt x="414853" y="62802"/>
                  </a:lnTo>
                  <a:lnTo>
                    <a:pt x="403388" y="82106"/>
                  </a:lnTo>
                  <a:lnTo>
                    <a:pt x="380698" y="100660"/>
                  </a:lnTo>
                  <a:lnTo>
                    <a:pt x="380052" y="101302"/>
                  </a:lnTo>
                  <a:lnTo>
                    <a:pt x="383786" y="106240"/>
                  </a:lnTo>
                  <a:lnTo>
                    <a:pt x="345250" y="145857"/>
                  </a:lnTo>
                  <a:lnTo>
                    <a:pt x="341204" y="140859"/>
                  </a:lnTo>
                  <a:lnTo>
                    <a:pt x="332566" y="148067"/>
                  </a:lnTo>
                  <a:lnTo>
                    <a:pt x="338791" y="158789"/>
                  </a:lnTo>
                  <a:lnTo>
                    <a:pt x="327297" y="166303"/>
                  </a:lnTo>
                  <a:lnTo>
                    <a:pt x="319018" y="157433"/>
                  </a:lnTo>
                  <a:lnTo>
                    <a:pt x="311835" y="162641"/>
                  </a:lnTo>
                  <a:lnTo>
                    <a:pt x="309078" y="170240"/>
                  </a:lnTo>
                  <a:lnTo>
                    <a:pt x="322777" y="172802"/>
                  </a:lnTo>
                  <a:lnTo>
                    <a:pt x="320271" y="200209"/>
                  </a:lnTo>
                  <a:lnTo>
                    <a:pt x="317097" y="214126"/>
                  </a:lnTo>
                  <a:lnTo>
                    <a:pt x="308911" y="226848"/>
                  </a:lnTo>
                  <a:lnTo>
                    <a:pt x="303732" y="224457"/>
                  </a:lnTo>
                  <a:lnTo>
                    <a:pt x="287277" y="240338"/>
                  </a:lnTo>
                  <a:lnTo>
                    <a:pt x="285021" y="240338"/>
                  </a:lnTo>
                  <a:lnTo>
                    <a:pt x="286191" y="250242"/>
                  </a:lnTo>
                  <a:lnTo>
                    <a:pt x="288363" y="250327"/>
                  </a:lnTo>
                  <a:lnTo>
                    <a:pt x="289866" y="283796"/>
                  </a:lnTo>
                  <a:lnTo>
                    <a:pt x="285773" y="282601"/>
                  </a:lnTo>
                  <a:lnTo>
                    <a:pt x="284854" y="289944"/>
                  </a:lnTo>
                  <a:lnTo>
                    <a:pt x="282868" y="290883"/>
                  </a:lnTo>
                  <a:lnTo>
                    <a:pt x="285408" y="302859"/>
                  </a:lnTo>
                  <a:lnTo>
                    <a:pt x="285904" y="304331"/>
                  </a:lnTo>
                  <a:lnTo>
                    <a:pt x="289174" y="314042"/>
                  </a:lnTo>
                  <a:lnTo>
                    <a:pt x="289708" y="315626"/>
                  </a:lnTo>
                  <a:lnTo>
                    <a:pt x="290298" y="320218"/>
                  </a:lnTo>
                  <a:lnTo>
                    <a:pt x="291610" y="324088"/>
                  </a:lnTo>
                  <a:lnTo>
                    <a:pt x="291849" y="324792"/>
                  </a:lnTo>
                  <a:lnTo>
                    <a:pt x="295047" y="333855"/>
                  </a:lnTo>
                  <a:lnTo>
                    <a:pt x="295093" y="333986"/>
                  </a:lnTo>
                  <a:lnTo>
                    <a:pt x="295524" y="335209"/>
                  </a:lnTo>
                  <a:lnTo>
                    <a:pt x="296456" y="337556"/>
                  </a:lnTo>
                  <a:lnTo>
                    <a:pt x="298446" y="342566"/>
                  </a:lnTo>
                  <a:lnTo>
                    <a:pt x="299080" y="344162"/>
                  </a:lnTo>
                  <a:lnTo>
                    <a:pt x="302933" y="353613"/>
                  </a:lnTo>
                  <a:lnTo>
                    <a:pt x="303066" y="353940"/>
                  </a:lnTo>
                  <a:lnTo>
                    <a:pt x="305856" y="361196"/>
                  </a:lnTo>
                  <a:lnTo>
                    <a:pt x="306467" y="362787"/>
                  </a:lnTo>
                  <a:lnTo>
                    <a:pt x="306976" y="364108"/>
                  </a:lnTo>
                  <a:lnTo>
                    <a:pt x="309029" y="369345"/>
                  </a:lnTo>
                  <a:lnTo>
                    <a:pt x="310419" y="372891"/>
                  </a:lnTo>
                  <a:lnTo>
                    <a:pt x="309174" y="374093"/>
                  </a:lnTo>
                  <a:lnTo>
                    <a:pt x="308298" y="374940"/>
                  </a:lnTo>
                  <a:lnTo>
                    <a:pt x="307613" y="377399"/>
                  </a:lnTo>
                  <a:lnTo>
                    <a:pt x="308782" y="378219"/>
                  </a:lnTo>
                  <a:lnTo>
                    <a:pt x="310252" y="379296"/>
                  </a:lnTo>
                  <a:lnTo>
                    <a:pt x="315807" y="381728"/>
                  </a:lnTo>
                  <a:lnTo>
                    <a:pt x="321408" y="390370"/>
                  </a:lnTo>
                  <a:lnTo>
                    <a:pt x="322577" y="396688"/>
                  </a:lnTo>
                  <a:lnTo>
                    <a:pt x="338114" y="399335"/>
                  </a:lnTo>
                  <a:lnTo>
                    <a:pt x="347971" y="414106"/>
                  </a:lnTo>
                  <a:lnTo>
                    <a:pt x="345345" y="415511"/>
                  </a:lnTo>
                  <a:lnTo>
                    <a:pt x="347971" y="425461"/>
                  </a:lnTo>
                  <a:lnTo>
                    <a:pt x="349808" y="425120"/>
                  </a:lnTo>
                  <a:lnTo>
                    <a:pt x="354737" y="431865"/>
                  </a:lnTo>
                  <a:lnTo>
                    <a:pt x="375118" y="436732"/>
                  </a:lnTo>
                  <a:lnTo>
                    <a:pt x="376234" y="440622"/>
                  </a:lnTo>
                  <a:lnTo>
                    <a:pt x="375899" y="442646"/>
                  </a:lnTo>
                  <a:lnTo>
                    <a:pt x="373482" y="441414"/>
                  </a:lnTo>
                  <a:lnTo>
                    <a:pt x="373901" y="443098"/>
                  </a:lnTo>
                  <a:lnTo>
                    <a:pt x="375220" y="448398"/>
                  </a:lnTo>
                  <a:lnTo>
                    <a:pt x="376466" y="451891"/>
                  </a:lnTo>
                  <a:lnTo>
                    <a:pt x="377649" y="451727"/>
                  </a:lnTo>
                  <a:lnTo>
                    <a:pt x="379610" y="451205"/>
                  </a:lnTo>
                  <a:lnTo>
                    <a:pt x="383236" y="462174"/>
                  </a:lnTo>
                  <a:lnTo>
                    <a:pt x="384201" y="465091"/>
                  </a:lnTo>
                  <a:lnTo>
                    <a:pt x="385360" y="468597"/>
                  </a:lnTo>
                  <a:lnTo>
                    <a:pt x="386797" y="472943"/>
                  </a:lnTo>
                  <a:lnTo>
                    <a:pt x="387091" y="473831"/>
                  </a:lnTo>
                  <a:lnTo>
                    <a:pt x="390475" y="484067"/>
                  </a:lnTo>
                  <a:lnTo>
                    <a:pt x="390706" y="484826"/>
                  </a:lnTo>
                  <a:lnTo>
                    <a:pt x="392547" y="488867"/>
                  </a:lnTo>
                  <a:lnTo>
                    <a:pt x="393013" y="491234"/>
                  </a:lnTo>
                  <a:lnTo>
                    <a:pt x="392860" y="491616"/>
                  </a:lnTo>
                  <a:lnTo>
                    <a:pt x="392569" y="492340"/>
                  </a:lnTo>
                  <a:lnTo>
                    <a:pt x="390467" y="495154"/>
                  </a:lnTo>
                  <a:lnTo>
                    <a:pt x="391490" y="509988"/>
                  </a:lnTo>
                  <a:lnTo>
                    <a:pt x="393077" y="518953"/>
                  </a:lnTo>
                  <a:lnTo>
                    <a:pt x="376872" y="526723"/>
                  </a:lnTo>
                  <a:lnTo>
                    <a:pt x="374951" y="521941"/>
                  </a:lnTo>
                  <a:lnTo>
                    <a:pt x="370524" y="522795"/>
                  </a:lnTo>
                  <a:lnTo>
                    <a:pt x="371526" y="528345"/>
                  </a:lnTo>
                  <a:lnTo>
                    <a:pt x="363674" y="529967"/>
                  </a:lnTo>
                  <a:lnTo>
                    <a:pt x="363925" y="533553"/>
                  </a:lnTo>
                  <a:lnTo>
                    <a:pt x="352815" y="533638"/>
                  </a:lnTo>
                  <a:lnTo>
                    <a:pt x="349975" y="521258"/>
                  </a:lnTo>
                  <a:lnTo>
                    <a:pt x="348742" y="521136"/>
                  </a:lnTo>
                  <a:lnTo>
                    <a:pt x="348074" y="515216"/>
                  </a:lnTo>
                  <a:lnTo>
                    <a:pt x="343285" y="515387"/>
                  </a:lnTo>
                  <a:lnTo>
                    <a:pt x="341781" y="504686"/>
                  </a:lnTo>
                  <a:lnTo>
                    <a:pt x="319840" y="505255"/>
                  </a:lnTo>
                  <a:lnTo>
                    <a:pt x="314996" y="511232"/>
                  </a:lnTo>
                  <a:lnTo>
                    <a:pt x="299881" y="524589"/>
                  </a:lnTo>
                  <a:lnTo>
                    <a:pt x="268418" y="525870"/>
                  </a:lnTo>
                  <a:lnTo>
                    <a:pt x="261920" y="524509"/>
                  </a:lnTo>
                  <a:lnTo>
                    <a:pt x="256574" y="525738"/>
                  </a:lnTo>
                  <a:lnTo>
                    <a:pt x="254703" y="531339"/>
                  </a:lnTo>
                  <a:lnTo>
                    <a:pt x="268049" y="539036"/>
                  </a:lnTo>
                  <a:lnTo>
                    <a:pt x="274822" y="548069"/>
                  </a:lnTo>
                  <a:lnTo>
                    <a:pt x="277746" y="563437"/>
                  </a:lnTo>
                  <a:lnTo>
                    <a:pt x="268720" y="563996"/>
                  </a:lnTo>
                  <a:lnTo>
                    <a:pt x="261519" y="563442"/>
                  </a:lnTo>
                  <a:lnTo>
                    <a:pt x="258360" y="572515"/>
                  </a:lnTo>
                  <a:lnTo>
                    <a:pt x="252163" y="571776"/>
                  </a:lnTo>
                  <a:lnTo>
                    <a:pt x="246015" y="587349"/>
                  </a:lnTo>
                  <a:lnTo>
                    <a:pt x="245347" y="595136"/>
                  </a:lnTo>
                  <a:lnTo>
                    <a:pt x="247753" y="595955"/>
                  </a:lnTo>
                  <a:lnTo>
                    <a:pt x="253366" y="592130"/>
                  </a:lnTo>
                  <a:lnTo>
                    <a:pt x="264726" y="592813"/>
                  </a:lnTo>
                  <a:lnTo>
                    <a:pt x="267898" y="588983"/>
                  </a:lnTo>
                  <a:lnTo>
                    <a:pt x="281472" y="597954"/>
                  </a:lnTo>
                  <a:lnTo>
                    <a:pt x="287046" y="603059"/>
                  </a:lnTo>
                  <a:lnTo>
                    <a:pt x="292330" y="600887"/>
                  </a:lnTo>
                  <a:lnTo>
                    <a:pt x="298211" y="606554"/>
                  </a:lnTo>
                  <a:lnTo>
                    <a:pt x="291478" y="614436"/>
                  </a:lnTo>
                  <a:lnTo>
                    <a:pt x="293550" y="616007"/>
                  </a:lnTo>
                  <a:lnTo>
                    <a:pt x="292748" y="619696"/>
                  </a:lnTo>
                  <a:lnTo>
                    <a:pt x="292748" y="621335"/>
                  </a:lnTo>
                  <a:lnTo>
                    <a:pt x="292748" y="623931"/>
                  </a:lnTo>
                  <a:lnTo>
                    <a:pt x="292547" y="627824"/>
                  </a:lnTo>
                  <a:lnTo>
                    <a:pt x="291819" y="631395"/>
                  </a:lnTo>
                  <a:lnTo>
                    <a:pt x="290516" y="633072"/>
                  </a:lnTo>
                  <a:lnTo>
                    <a:pt x="288952" y="634516"/>
                  </a:lnTo>
                  <a:lnTo>
                    <a:pt x="286658" y="635631"/>
                  </a:lnTo>
                  <a:lnTo>
                    <a:pt x="284980" y="636609"/>
                  </a:lnTo>
                  <a:lnTo>
                    <a:pt x="282699" y="637938"/>
                  </a:lnTo>
                  <a:lnTo>
                    <a:pt x="281844" y="638436"/>
                  </a:lnTo>
                  <a:lnTo>
                    <a:pt x="280011" y="639882"/>
                  </a:lnTo>
                  <a:lnTo>
                    <a:pt x="279195" y="640283"/>
                  </a:lnTo>
                  <a:lnTo>
                    <a:pt x="277339" y="641196"/>
                  </a:lnTo>
                  <a:lnTo>
                    <a:pt x="276562" y="641471"/>
                  </a:lnTo>
                  <a:lnTo>
                    <a:pt x="274328" y="642263"/>
                  </a:lnTo>
                  <a:lnTo>
                    <a:pt x="275702" y="643725"/>
                  </a:lnTo>
                  <a:lnTo>
                    <a:pt x="275966" y="644005"/>
                  </a:lnTo>
                  <a:lnTo>
                    <a:pt x="277169" y="645667"/>
                  </a:lnTo>
                  <a:lnTo>
                    <a:pt x="278309" y="647232"/>
                  </a:lnTo>
                  <a:lnTo>
                    <a:pt x="279716" y="648167"/>
                  </a:lnTo>
                  <a:lnTo>
                    <a:pt x="280118" y="648434"/>
                  </a:lnTo>
                  <a:lnTo>
                    <a:pt x="280833" y="648910"/>
                  </a:lnTo>
                  <a:lnTo>
                    <a:pt x="280969" y="649001"/>
                  </a:lnTo>
                  <a:lnTo>
                    <a:pt x="283429" y="650451"/>
                  </a:lnTo>
                  <a:lnTo>
                    <a:pt x="284373" y="651008"/>
                  </a:lnTo>
                  <a:lnTo>
                    <a:pt x="286489" y="652255"/>
                  </a:lnTo>
                  <a:lnTo>
                    <a:pt x="286905" y="652501"/>
                  </a:lnTo>
                  <a:lnTo>
                    <a:pt x="287771" y="653011"/>
                  </a:lnTo>
                  <a:lnTo>
                    <a:pt x="288714" y="653608"/>
                  </a:lnTo>
                  <a:lnTo>
                    <a:pt x="291438" y="655298"/>
                  </a:lnTo>
                  <a:lnTo>
                    <a:pt x="292017" y="655657"/>
                  </a:lnTo>
                  <a:lnTo>
                    <a:pt x="294610" y="657265"/>
                  </a:lnTo>
                  <a:lnTo>
                    <a:pt x="295772" y="657919"/>
                  </a:lnTo>
                  <a:lnTo>
                    <a:pt x="293660" y="661399"/>
                  </a:lnTo>
                  <a:lnTo>
                    <a:pt x="289401" y="668414"/>
                  </a:lnTo>
                  <a:lnTo>
                    <a:pt x="282650" y="679534"/>
                  </a:lnTo>
                  <a:lnTo>
                    <a:pt x="280482" y="683106"/>
                  </a:lnTo>
                  <a:lnTo>
                    <a:pt x="279345" y="684977"/>
                  </a:lnTo>
                  <a:lnTo>
                    <a:pt x="279048" y="685467"/>
                  </a:lnTo>
                  <a:lnTo>
                    <a:pt x="278805" y="685833"/>
                  </a:lnTo>
                  <a:lnTo>
                    <a:pt x="280170" y="686614"/>
                  </a:lnTo>
                  <a:lnTo>
                    <a:pt x="290994" y="693651"/>
                  </a:lnTo>
                  <a:lnTo>
                    <a:pt x="293590" y="695338"/>
                  </a:lnTo>
                  <a:lnTo>
                    <a:pt x="294681" y="696098"/>
                  </a:lnTo>
                  <a:lnTo>
                    <a:pt x="295083" y="695157"/>
                  </a:lnTo>
                  <a:lnTo>
                    <a:pt x="298157" y="687961"/>
                  </a:lnTo>
                  <a:lnTo>
                    <a:pt x="298533" y="687222"/>
                  </a:lnTo>
                  <a:lnTo>
                    <a:pt x="305043" y="689713"/>
                  </a:lnTo>
                  <a:lnTo>
                    <a:pt x="305787" y="690018"/>
                  </a:lnTo>
                  <a:lnTo>
                    <a:pt x="313000" y="692978"/>
                  </a:lnTo>
                  <a:lnTo>
                    <a:pt x="313170" y="692593"/>
                  </a:lnTo>
                  <a:lnTo>
                    <a:pt x="317568" y="682752"/>
                  </a:lnTo>
                  <a:lnTo>
                    <a:pt x="318444" y="681790"/>
                  </a:lnTo>
                  <a:lnTo>
                    <a:pt x="321601" y="679844"/>
                  </a:lnTo>
                  <a:lnTo>
                    <a:pt x="327154" y="677099"/>
                  </a:lnTo>
                  <a:lnTo>
                    <a:pt x="328753" y="676403"/>
                  </a:lnTo>
                  <a:lnTo>
                    <a:pt x="331702" y="675119"/>
                  </a:lnTo>
                  <a:lnTo>
                    <a:pt x="338006" y="672873"/>
                  </a:lnTo>
                  <a:lnTo>
                    <a:pt x="339373" y="672386"/>
                  </a:lnTo>
                  <a:lnTo>
                    <a:pt x="342728" y="671191"/>
                  </a:lnTo>
                  <a:lnTo>
                    <a:pt x="344370" y="670862"/>
                  </a:lnTo>
                  <a:lnTo>
                    <a:pt x="345564" y="670622"/>
                  </a:lnTo>
                  <a:lnTo>
                    <a:pt x="350258" y="669681"/>
                  </a:lnTo>
                  <a:lnTo>
                    <a:pt x="350760" y="669668"/>
                  </a:lnTo>
                  <a:lnTo>
                    <a:pt x="351008" y="669662"/>
                  </a:lnTo>
                  <a:lnTo>
                    <a:pt x="351509" y="669697"/>
                  </a:lnTo>
                  <a:lnTo>
                    <a:pt x="352025" y="669733"/>
                  </a:lnTo>
                  <a:lnTo>
                    <a:pt x="352703" y="669782"/>
                  </a:lnTo>
                  <a:lnTo>
                    <a:pt x="355704" y="669998"/>
                  </a:lnTo>
                  <a:lnTo>
                    <a:pt x="356956" y="669641"/>
                  </a:lnTo>
                  <a:lnTo>
                    <a:pt x="359142" y="669592"/>
                  </a:lnTo>
                  <a:lnTo>
                    <a:pt x="362546" y="669349"/>
                  </a:lnTo>
                  <a:lnTo>
                    <a:pt x="365190" y="669290"/>
                  </a:lnTo>
                  <a:lnTo>
                    <a:pt x="366172" y="669267"/>
                  </a:lnTo>
                  <a:lnTo>
                    <a:pt x="369061" y="670741"/>
                  </a:lnTo>
                  <a:lnTo>
                    <a:pt x="371491" y="672053"/>
                  </a:lnTo>
                  <a:lnTo>
                    <a:pt x="374630" y="673747"/>
                  </a:lnTo>
                  <a:lnTo>
                    <a:pt x="375940" y="673710"/>
                  </a:lnTo>
                  <a:lnTo>
                    <a:pt x="377927" y="673655"/>
                  </a:lnTo>
                  <a:lnTo>
                    <a:pt x="382604" y="672927"/>
                  </a:lnTo>
                  <a:lnTo>
                    <a:pt x="386625" y="670849"/>
                  </a:lnTo>
                  <a:lnTo>
                    <a:pt x="393274" y="675375"/>
                  </a:lnTo>
                  <a:lnTo>
                    <a:pt x="393695" y="675708"/>
                  </a:lnTo>
                  <a:lnTo>
                    <a:pt x="394323" y="676207"/>
                  </a:lnTo>
                  <a:lnTo>
                    <a:pt x="396173" y="674359"/>
                  </a:lnTo>
                  <a:lnTo>
                    <a:pt x="397718" y="672816"/>
                  </a:lnTo>
                  <a:lnTo>
                    <a:pt x="401117" y="669422"/>
                  </a:lnTo>
                  <a:lnTo>
                    <a:pt x="410032" y="661171"/>
                  </a:lnTo>
                  <a:lnTo>
                    <a:pt x="411547" y="662510"/>
                  </a:lnTo>
                  <a:lnTo>
                    <a:pt x="412605" y="664617"/>
                  </a:lnTo>
                  <a:lnTo>
                    <a:pt x="412549" y="666893"/>
                  </a:lnTo>
                  <a:lnTo>
                    <a:pt x="411937" y="669512"/>
                  </a:lnTo>
                  <a:lnTo>
                    <a:pt x="410266" y="673781"/>
                  </a:lnTo>
                  <a:lnTo>
                    <a:pt x="409542" y="676171"/>
                  </a:lnTo>
                  <a:lnTo>
                    <a:pt x="409988" y="677424"/>
                  </a:lnTo>
                  <a:lnTo>
                    <a:pt x="411807" y="674616"/>
                  </a:lnTo>
                  <a:lnTo>
                    <a:pt x="413867" y="672054"/>
                  </a:lnTo>
                  <a:lnTo>
                    <a:pt x="426736" y="651387"/>
                  </a:lnTo>
                  <a:lnTo>
                    <a:pt x="440224" y="657055"/>
                  </a:lnTo>
                  <a:lnTo>
                    <a:pt x="438960" y="663902"/>
                  </a:lnTo>
                  <a:lnTo>
                    <a:pt x="441883" y="669594"/>
                  </a:lnTo>
                  <a:lnTo>
                    <a:pt x="447869" y="673151"/>
                  </a:lnTo>
                  <a:lnTo>
                    <a:pt x="450932" y="677847"/>
                  </a:lnTo>
                  <a:lnTo>
                    <a:pt x="451489" y="684820"/>
                  </a:lnTo>
                  <a:lnTo>
                    <a:pt x="455109" y="687951"/>
                  </a:lnTo>
                  <a:lnTo>
                    <a:pt x="450960" y="696354"/>
                  </a:lnTo>
                  <a:lnTo>
                    <a:pt x="458338" y="703967"/>
                  </a:lnTo>
                  <a:lnTo>
                    <a:pt x="463489" y="703825"/>
                  </a:lnTo>
                  <a:lnTo>
                    <a:pt x="463420" y="711082"/>
                  </a:lnTo>
                  <a:lnTo>
                    <a:pt x="469824" y="707453"/>
                  </a:lnTo>
                  <a:lnTo>
                    <a:pt x="477133" y="709232"/>
                  </a:lnTo>
                  <a:lnTo>
                    <a:pt x="482144" y="714070"/>
                  </a:lnTo>
                  <a:lnTo>
                    <a:pt x="481657" y="717841"/>
                  </a:lnTo>
                  <a:lnTo>
                    <a:pt x="475671" y="726806"/>
                  </a:lnTo>
                  <a:lnTo>
                    <a:pt x="477272" y="728158"/>
                  </a:lnTo>
                  <a:lnTo>
                    <a:pt x="485138" y="719976"/>
                  </a:lnTo>
                  <a:lnTo>
                    <a:pt x="488660" y="714134"/>
                  </a:lnTo>
                  <a:lnTo>
                    <a:pt x="494396" y="716411"/>
                  </a:lnTo>
                  <a:lnTo>
                    <a:pt x="493561" y="720253"/>
                  </a:lnTo>
                  <a:lnTo>
                    <a:pt x="495148" y="723924"/>
                  </a:lnTo>
                  <a:lnTo>
                    <a:pt x="498155" y="728535"/>
                  </a:lnTo>
                  <a:lnTo>
                    <a:pt x="498722" y="729129"/>
                  </a:lnTo>
                  <a:lnTo>
                    <a:pt x="498521" y="729879"/>
                  </a:lnTo>
                  <a:lnTo>
                    <a:pt x="500638" y="734490"/>
                  </a:lnTo>
                  <a:lnTo>
                    <a:pt x="501051" y="737721"/>
                  </a:lnTo>
                  <a:lnTo>
                    <a:pt x="503854" y="759634"/>
                  </a:lnTo>
                  <a:lnTo>
                    <a:pt x="505578" y="763267"/>
                  </a:lnTo>
                  <a:lnTo>
                    <a:pt x="508724" y="761003"/>
                  </a:lnTo>
                  <a:lnTo>
                    <a:pt x="512285" y="759718"/>
                  </a:lnTo>
                  <a:lnTo>
                    <a:pt x="513855" y="760469"/>
                  </a:lnTo>
                  <a:lnTo>
                    <a:pt x="516027" y="764328"/>
                  </a:lnTo>
                  <a:lnTo>
                    <a:pt x="517406" y="768641"/>
                  </a:lnTo>
                  <a:lnTo>
                    <a:pt x="516964" y="768508"/>
                  </a:lnTo>
                  <a:lnTo>
                    <a:pt x="513657" y="772880"/>
                  </a:lnTo>
                  <a:lnTo>
                    <a:pt x="510549" y="778617"/>
                  </a:lnTo>
                  <a:lnTo>
                    <a:pt x="498393" y="805760"/>
                  </a:lnTo>
                  <a:lnTo>
                    <a:pt x="497292" y="808044"/>
                  </a:lnTo>
                  <a:lnTo>
                    <a:pt x="496472" y="807612"/>
                  </a:lnTo>
                  <a:lnTo>
                    <a:pt x="483067" y="800568"/>
                  </a:lnTo>
                  <a:lnTo>
                    <a:pt x="468001" y="792651"/>
                  </a:lnTo>
                  <a:lnTo>
                    <a:pt x="466114" y="791672"/>
                  </a:lnTo>
                  <a:lnTo>
                    <a:pt x="456450" y="786659"/>
                  </a:lnTo>
                  <a:lnTo>
                    <a:pt x="442910" y="779634"/>
                  </a:lnTo>
                  <a:lnTo>
                    <a:pt x="433103" y="774353"/>
                  </a:lnTo>
                  <a:lnTo>
                    <a:pt x="419972" y="767570"/>
                  </a:lnTo>
                  <a:lnTo>
                    <a:pt x="419734" y="767434"/>
                  </a:lnTo>
                  <a:lnTo>
                    <a:pt x="419362" y="767221"/>
                  </a:lnTo>
                  <a:lnTo>
                    <a:pt x="408519" y="761008"/>
                  </a:lnTo>
                  <a:lnTo>
                    <a:pt x="406276" y="759724"/>
                  </a:lnTo>
                  <a:lnTo>
                    <a:pt x="406040" y="759729"/>
                  </a:lnTo>
                  <a:lnTo>
                    <a:pt x="373595" y="760469"/>
                  </a:lnTo>
                  <a:lnTo>
                    <a:pt x="369185" y="760569"/>
                  </a:lnTo>
                  <a:lnTo>
                    <a:pt x="368645" y="760338"/>
                  </a:lnTo>
                  <a:lnTo>
                    <a:pt x="367966" y="760048"/>
                  </a:lnTo>
                  <a:lnTo>
                    <a:pt x="354624" y="754348"/>
                  </a:lnTo>
                  <a:lnTo>
                    <a:pt x="354083" y="754117"/>
                  </a:lnTo>
                  <a:lnTo>
                    <a:pt x="353949" y="754060"/>
                  </a:lnTo>
                  <a:lnTo>
                    <a:pt x="343618" y="749647"/>
                  </a:lnTo>
                  <a:lnTo>
                    <a:pt x="340303" y="748231"/>
                  </a:lnTo>
                  <a:lnTo>
                    <a:pt x="326174" y="741699"/>
                  </a:lnTo>
                  <a:lnTo>
                    <a:pt x="323262" y="740501"/>
                  </a:lnTo>
                  <a:lnTo>
                    <a:pt x="312203" y="735952"/>
                  </a:lnTo>
                  <a:lnTo>
                    <a:pt x="297639" y="729831"/>
                  </a:lnTo>
                  <a:lnTo>
                    <a:pt x="284307" y="724370"/>
                  </a:lnTo>
                  <a:lnTo>
                    <a:pt x="282674" y="723701"/>
                  </a:lnTo>
                  <a:lnTo>
                    <a:pt x="272129" y="719086"/>
                  </a:lnTo>
                  <a:lnTo>
                    <a:pt x="270270" y="718357"/>
                  </a:lnTo>
                  <a:lnTo>
                    <a:pt x="268491" y="717660"/>
                  </a:lnTo>
                  <a:lnTo>
                    <a:pt x="258250" y="716789"/>
                  </a:lnTo>
                  <a:lnTo>
                    <a:pt x="253943" y="716775"/>
                  </a:lnTo>
                  <a:lnTo>
                    <a:pt x="252805" y="719577"/>
                  </a:lnTo>
                  <a:lnTo>
                    <a:pt x="245791" y="732204"/>
                  </a:lnTo>
                  <a:lnTo>
                    <a:pt x="242889" y="734023"/>
                  </a:lnTo>
                  <a:lnTo>
                    <a:pt x="241151" y="734546"/>
                  </a:lnTo>
                  <a:lnTo>
                    <a:pt x="239169" y="734911"/>
                  </a:lnTo>
                  <a:lnTo>
                    <a:pt x="235917" y="735639"/>
                  </a:lnTo>
                  <a:lnTo>
                    <a:pt x="234043" y="736295"/>
                  </a:lnTo>
                  <a:lnTo>
                    <a:pt x="232501" y="737130"/>
                  </a:lnTo>
                  <a:lnTo>
                    <a:pt x="229169" y="738934"/>
                  </a:lnTo>
                  <a:lnTo>
                    <a:pt x="228358" y="739260"/>
                  </a:lnTo>
                  <a:lnTo>
                    <a:pt x="220771" y="742309"/>
                  </a:lnTo>
                  <a:lnTo>
                    <a:pt x="220510" y="742047"/>
                  </a:lnTo>
                  <a:lnTo>
                    <a:pt x="219897" y="741249"/>
                  </a:lnTo>
                  <a:lnTo>
                    <a:pt x="215630" y="737780"/>
                  </a:lnTo>
                  <a:lnTo>
                    <a:pt x="212925" y="735579"/>
                  </a:lnTo>
                  <a:lnTo>
                    <a:pt x="209870" y="732907"/>
                  </a:lnTo>
                  <a:lnTo>
                    <a:pt x="211263" y="729344"/>
                  </a:lnTo>
                  <a:lnTo>
                    <a:pt x="207640" y="727827"/>
                  </a:lnTo>
                  <a:lnTo>
                    <a:pt x="206912" y="727647"/>
                  </a:lnTo>
                  <a:lnTo>
                    <a:pt x="206513" y="727548"/>
                  </a:lnTo>
                  <a:lnTo>
                    <a:pt x="204729" y="727107"/>
                  </a:lnTo>
                  <a:lnTo>
                    <a:pt x="202250" y="731246"/>
                  </a:lnTo>
                  <a:lnTo>
                    <a:pt x="197359" y="734271"/>
                  </a:lnTo>
                  <a:lnTo>
                    <a:pt x="191603" y="737832"/>
                  </a:lnTo>
                  <a:lnTo>
                    <a:pt x="190459" y="739553"/>
                  </a:lnTo>
                  <a:lnTo>
                    <a:pt x="187630" y="743807"/>
                  </a:lnTo>
                  <a:lnTo>
                    <a:pt x="182703" y="751217"/>
                  </a:lnTo>
                  <a:lnTo>
                    <a:pt x="178246" y="757919"/>
                  </a:lnTo>
                  <a:lnTo>
                    <a:pt x="171637" y="767859"/>
                  </a:lnTo>
                  <a:lnTo>
                    <a:pt x="166235" y="775982"/>
                  </a:lnTo>
                  <a:lnTo>
                    <a:pt x="164721" y="778259"/>
                  </a:lnTo>
                  <a:lnTo>
                    <a:pt x="168230" y="780635"/>
                  </a:lnTo>
                  <a:lnTo>
                    <a:pt x="168746" y="780982"/>
                  </a:lnTo>
                  <a:lnTo>
                    <a:pt x="161374" y="792915"/>
                  </a:lnTo>
                  <a:lnTo>
                    <a:pt x="155839" y="801875"/>
                  </a:lnTo>
                  <a:lnTo>
                    <a:pt x="152719" y="806925"/>
                  </a:lnTo>
                  <a:lnTo>
                    <a:pt x="145260" y="819000"/>
                  </a:lnTo>
                  <a:lnTo>
                    <a:pt x="144703" y="819602"/>
                  </a:lnTo>
                  <a:lnTo>
                    <a:pt x="142238" y="822266"/>
                  </a:lnTo>
                  <a:lnTo>
                    <a:pt x="140962" y="823537"/>
                  </a:lnTo>
                  <a:lnTo>
                    <a:pt x="134828" y="833139"/>
                  </a:lnTo>
                  <a:lnTo>
                    <a:pt x="133504" y="835212"/>
                  </a:lnTo>
                  <a:lnTo>
                    <a:pt x="123109" y="851486"/>
                  </a:lnTo>
                  <a:lnTo>
                    <a:pt x="118600" y="858544"/>
                  </a:lnTo>
                  <a:lnTo>
                    <a:pt x="116008" y="862602"/>
                  </a:lnTo>
                  <a:lnTo>
                    <a:pt x="115311" y="863627"/>
                  </a:lnTo>
                  <a:lnTo>
                    <a:pt x="106800" y="857758"/>
                  </a:lnTo>
                  <a:lnTo>
                    <a:pt x="99458" y="852694"/>
                  </a:lnTo>
                  <a:lnTo>
                    <a:pt x="89954" y="846141"/>
                  </a:lnTo>
                  <a:lnTo>
                    <a:pt x="73635" y="834888"/>
                  </a:lnTo>
                  <a:lnTo>
                    <a:pt x="74229" y="833994"/>
                  </a:lnTo>
                  <a:lnTo>
                    <a:pt x="50479" y="817642"/>
                  </a:lnTo>
                  <a:lnTo>
                    <a:pt x="33721" y="806021"/>
                  </a:lnTo>
                  <a:lnTo>
                    <a:pt x="34576" y="804607"/>
                  </a:lnTo>
                  <a:lnTo>
                    <a:pt x="36368" y="801647"/>
                  </a:lnTo>
                  <a:lnTo>
                    <a:pt x="54370" y="774961"/>
                  </a:lnTo>
                  <a:lnTo>
                    <a:pt x="58604" y="768686"/>
                  </a:lnTo>
                  <a:lnTo>
                    <a:pt x="60177" y="766354"/>
                  </a:lnTo>
                  <a:lnTo>
                    <a:pt x="62092" y="763516"/>
                  </a:lnTo>
                  <a:lnTo>
                    <a:pt x="63480" y="761458"/>
                  </a:lnTo>
                  <a:lnTo>
                    <a:pt x="64765" y="759553"/>
                  </a:lnTo>
                  <a:lnTo>
                    <a:pt x="65373" y="756161"/>
                  </a:lnTo>
                  <a:lnTo>
                    <a:pt x="66072" y="754321"/>
                  </a:lnTo>
                  <a:lnTo>
                    <a:pt x="66169" y="754065"/>
                  </a:lnTo>
                  <a:lnTo>
                    <a:pt x="66919" y="752090"/>
                  </a:lnTo>
                  <a:lnTo>
                    <a:pt x="67291" y="751112"/>
                  </a:lnTo>
                  <a:lnTo>
                    <a:pt x="67480" y="750612"/>
                  </a:lnTo>
                  <a:lnTo>
                    <a:pt x="66554" y="749935"/>
                  </a:lnTo>
                  <a:lnTo>
                    <a:pt x="66002" y="749136"/>
                  </a:lnTo>
                  <a:lnTo>
                    <a:pt x="64103" y="746384"/>
                  </a:lnTo>
                  <a:lnTo>
                    <a:pt x="63062" y="744850"/>
                  </a:lnTo>
                  <a:lnTo>
                    <a:pt x="62722" y="744349"/>
                  </a:lnTo>
                  <a:lnTo>
                    <a:pt x="62515" y="744108"/>
                  </a:lnTo>
                  <a:lnTo>
                    <a:pt x="61770" y="743660"/>
                  </a:lnTo>
                  <a:lnTo>
                    <a:pt x="59487" y="742289"/>
                  </a:lnTo>
                  <a:lnTo>
                    <a:pt x="56107" y="740259"/>
                  </a:lnTo>
                  <a:lnTo>
                    <a:pt x="53501" y="738073"/>
                  </a:lnTo>
                  <a:lnTo>
                    <a:pt x="51621" y="735688"/>
                  </a:lnTo>
                  <a:lnTo>
                    <a:pt x="50828" y="734681"/>
                  </a:lnTo>
                  <a:lnTo>
                    <a:pt x="41539" y="740942"/>
                  </a:lnTo>
                  <a:lnTo>
                    <a:pt x="41118" y="740534"/>
                  </a:lnTo>
                  <a:lnTo>
                    <a:pt x="40494" y="739730"/>
                  </a:lnTo>
                  <a:lnTo>
                    <a:pt x="39314" y="738211"/>
                  </a:lnTo>
                  <a:lnTo>
                    <a:pt x="36610" y="735848"/>
                  </a:lnTo>
                  <a:lnTo>
                    <a:pt x="36103" y="735494"/>
                  </a:lnTo>
                  <a:lnTo>
                    <a:pt x="34255" y="734205"/>
                  </a:lnTo>
                  <a:lnTo>
                    <a:pt x="29196" y="730674"/>
                  </a:lnTo>
                  <a:lnTo>
                    <a:pt x="23262" y="726534"/>
                  </a:lnTo>
                  <a:lnTo>
                    <a:pt x="19610" y="723985"/>
                  </a:lnTo>
                  <a:lnTo>
                    <a:pt x="18803" y="724552"/>
                  </a:lnTo>
                  <a:lnTo>
                    <a:pt x="17328" y="726508"/>
                  </a:lnTo>
                  <a:lnTo>
                    <a:pt x="14338" y="730471"/>
                  </a:lnTo>
                  <a:lnTo>
                    <a:pt x="0" y="723922"/>
                  </a:lnTo>
                  <a:lnTo>
                    <a:pt x="3506" y="716307"/>
                  </a:lnTo>
                  <a:lnTo>
                    <a:pt x="3634" y="716082"/>
                  </a:lnTo>
                  <a:lnTo>
                    <a:pt x="3969" y="715493"/>
                  </a:lnTo>
                  <a:lnTo>
                    <a:pt x="5236" y="713265"/>
                  </a:lnTo>
                  <a:lnTo>
                    <a:pt x="6405" y="711208"/>
                  </a:lnTo>
                  <a:lnTo>
                    <a:pt x="8311" y="707857"/>
                  </a:lnTo>
                  <a:lnTo>
                    <a:pt x="8756" y="706946"/>
                  </a:lnTo>
                  <a:lnTo>
                    <a:pt x="9701" y="708141"/>
                  </a:lnTo>
                  <a:lnTo>
                    <a:pt x="9873" y="708237"/>
                  </a:lnTo>
                  <a:lnTo>
                    <a:pt x="11260" y="709004"/>
                  </a:lnTo>
                  <a:lnTo>
                    <a:pt x="14543" y="710819"/>
                  </a:lnTo>
                  <a:lnTo>
                    <a:pt x="17324" y="712357"/>
                  </a:lnTo>
                  <a:lnTo>
                    <a:pt x="18489" y="713001"/>
                  </a:lnTo>
                  <a:lnTo>
                    <a:pt x="18719" y="713129"/>
                  </a:lnTo>
                  <a:lnTo>
                    <a:pt x="19739" y="713693"/>
                  </a:lnTo>
                  <a:lnTo>
                    <a:pt x="26853" y="709010"/>
                  </a:lnTo>
                  <a:lnTo>
                    <a:pt x="33443" y="704672"/>
                  </a:lnTo>
                  <a:lnTo>
                    <a:pt x="38294" y="701479"/>
                  </a:lnTo>
                  <a:lnTo>
                    <a:pt x="40044" y="700356"/>
                  </a:lnTo>
                  <a:lnTo>
                    <a:pt x="41572" y="702845"/>
                  </a:lnTo>
                  <a:lnTo>
                    <a:pt x="48050" y="698227"/>
                  </a:lnTo>
                  <a:lnTo>
                    <a:pt x="55223" y="708336"/>
                  </a:lnTo>
                  <a:lnTo>
                    <a:pt x="50144" y="712161"/>
                  </a:lnTo>
                  <a:lnTo>
                    <a:pt x="52238" y="715121"/>
                  </a:lnTo>
                  <a:lnTo>
                    <a:pt x="59009" y="710203"/>
                  </a:lnTo>
                  <a:lnTo>
                    <a:pt x="69398" y="723380"/>
                  </a:lnTo>
                  <a:lnTo>
                    <a:pt x="69880" y="722696"/>
                  </a:lnTo>
                  <a:lnTo>
                    <a:pt x="71581" y="720284"/>
                  </a:lnTo>
                  <a:lnTo>
                    <a:pt x="84858" y="728235"/>
                  </a:lnTo>
                  <a:lnTo>
                    <a:pt x="85185" y="727716"/>
                  </a:lnTo>
                  <a:lnTo>
                    <a:pt x="87220" y="725248"/>
                  </a:lnTo>
                  <a:lnTo>
                    <a:pt x="87451" y="725041"/>
                  </a:lnTo>
                  <a:lnTo>
                    <a:pt x="89790" y="721967"/>
                  </a:lnTo>
                  <a:lnTo>
                    <a:pt x="90120" y="720798"/>
                  </a:lnTo>
                  <a:lnTo>
                    <a:pt x="77937" y="711105"/>
                  </a:lnTo>
                  <a:lnTo>
                    <a:pt x="73399" y="704882"/>
                  </a:lnTo>
                  <a:lnTo>
                    <a:pt x="73023" y="704395"/>
                  </a:lnTo>
                  <a:lnTo>
                    <a:pt x="72744" y="704032"/>
                  </a:lnTo>
                  <a:lnTo>
                    <a:pt x="77065" y="702219"/>
                  </a:lnTo>
                  <a:lnTo>
                    <a:pt x="81993" y="697893"/>
                  </a:lnTo>
                  <a:lnTo>
                    <a:pt x="79181" y="694990"/>
                  </a:lnTo>
                  <a:lnTo>
                    <a:pt x="83497" y="689127"/>
                  </a:lnTo>
                  <a:lnTo>
                    <a:pt x="88620" y="686964"/>
                  </a:lnTo>
                  <a:lnTo>
                    <a:pt x="86749" y="674684"/>
                  </a:lnTo>
                  <a:lnTo>
                    <a:pt x="91482" y="662446"/>
                  </a:lnTo>
                  <a:lnTo>
                    <a:pt x="96564" y="659813"/>
                  </a:lnTo>
                  <a:lnTo>
                    <a:pt x="96968" y="655293"/>
                  </a:lnTo>
                  <a:lnTo>
                    <a:pt x="99864" y="653244"/>
                  </a:lnTo>
                  <a:lnTo>
                    <a:pt x="101423" y="648463"/>
                  </a:lnTo>
                  <a:lnTo>
                    <a:pt x="98527" y="637306"/>
                  </a:lnTo>
                  <a:lnTo>
                    <a:pt x="96522" y="628882"/>
                  </a:lnTo>
                  <a:lnTo>
                    <a:pt x="93627" y="619320"/>
                  </a:lnTo>
                  <a:lnTo>
                    <a:pt x="92067" y="610440"/>
                  </a:lnTo>
                  <a:lnTo>
                    <a:pt x="83130" y="599809"/>
                  </a:lnTo>
                  <a:lnTo>
                    <a:pt x="83799" y="591841"/>
                  </a:lnTo>
                  <a:lnTo>
                    <a:pt x="85030" y="590712"/>
                  </a:lnTo>
                  <a:lnTo>
                    <a:pt x="87046" y="588864"/>
                  </a:lnTo>
                  <a:lnTo>
                    <a:pt x="88172" y="588794"/>
                  </a:lnTo>
                  <a:lnTo>
                    <a:pt x="93408" y="585718"/>
                  </a:lnTo>
                  <a:lnTo>
                    <a:pt x="94259" y="585217"/>
                  </a:lnTo>
                  <a:lnTo>
                    <a:pt x="96446" y="585355"/>
                  </a:lnTo>
                  <a:lnTo>
                    <a:pt x="98557" y="585488"/>
                  </a:lnTo>
                  <a:lnTo>
                    <a:pt x="100615" y="585618"/>
                  </a:lnTo>
                  <a:lnTo>
                    <a:pt x="106013" y="588661"/>
                  </a:lnTo>
                  <a:lnTo>
                    <a:pt x="109460" y="590605"/>
                  </a:lnTo>
                  <a:lnTo>
                    <a:pt x="110532" y="591414"/>
                  </a:lnTo>
                  <a:lnTo>
                    <a:pt x="117156" y="596413"/>
                  </a:lnTo>
                  <a:lnTo>
                    <a:pt x="117260" y="596256"/>
                  </a:lnTo>
                  <a:lnTo>
                    <a:pt x="127796" y="581856"/>
                  </a:lnTo>
                  <a:lnTo>
                    <a:pt x="126707" y="580501"/>
                  </a:lnTo>
                  <a:lnTo>
                    <a:pt x="125521" y="579025"/>
                  </a:lnTo>
                  <a:lnTo>
                    <a:pt x="129685" y="571918"/>
                  </a:lnTo>
                  <a:lnTo>
                    <a:pt x="125787" y="545963"/>
                  </a:lnTo>
                  <a:lnTo>
                    <a:pt x="118102" y="546304"/>
                  </a:lnTo>
                  <a:lnTo>
                    <a:pt x="117322" y="533668"/>
                  </a:lnTo>
                  <a:lnTo>
                    <a:pt x="118770" y="520121"/>
                  </a:lnTo>
                  <a:lnTo>
                    <a:pt x="128014" y="511469"/>
                  </a:lnTo>
                  <a:lnTo>
                    <a:pt x="119216" y="509648"/>
                  </a:lnTo>
                  <a:lnTo>
                    <a:pt x="112422" y="510103"/>
                  </a:lnTo>
                  <a:lnTo>
                    <a:pt x="113090" y="503728"/>
                  </a:lnTo>
                  <a:lnTo>
                    <a:pt x="121109" y="503159"/>
                  </a:lnTo>
                  <a:lnTo>
                    <a:pt x="127346" y="490522"/>
                  </a:lnTo>
                  <a:lnTo>
                    <a:pt x="137258" y="495531"/>
                  </a:lnTo>
                  <a:lnTo>
                    <a:pt x="140711" y="489270"/>
                  </a:lnTo>
                  <a:lnTo>
                    <a:pt x="135699" y="485741"/>
                  </a:lnTo>
                  <a:lnTo>
                    <a:pt x="143161" y="476861"/>
                  </a:lnTo>
                  <a:lnTo>
                    <a:pt x="144163" y="470714"/>
                  </a:lnTo>
                  <a:lnTo>
                    <a:pt x="140377" y="465250"/>
                  </a:lnTo>
                  <a:lnTo>
                    <a:pt x="142938" y="462176"/>
                  </a:lnTo>
                  <a:lnTo>
                    <a:pt x="130910" y="449540"/>
                  </a:lnTo>
                  <a:lnTo>
                    <a:pt x="127680" y="443392"/>
                  </a:lnTo>
                  <a:lnTo>
                    <a:pt x="125675" y="442937"/>
                  </a:lnTo>
                  <a:lnTo>
                    <a:pt x="122780" y="435651"/>
                  </a:lnTo>
                  <a:lnTo>
                    <a:pt x="123448" y="432464"/>
                  </a:lnTo>
                  <a:lnTo>
                    <a:pt x="127235" y="432691"/>
                  </a:lnTo>
                  <a:lnTo>
                    <a:pt x="130464" y="408443"/>
                  </a:lnTo>
                  <a:lnTo>
                    <a:pt x="127235" y="405939"/>
                  </a:lnTo>
                  <a:lnTo>
                    <a:pt x="143161" y="392619"/>
                  </a:lnTo>
                  <a:lnTo>
                    <a:pt x="148061" y="398653"/>
                  </a:lnTo>
                  <a:lnTo>
                    <a:pt x="141156" y="422559"/>
                  </a:lnTo>
                  <a:lnTo>
                    <a:pt x="143606" y="429276"/>
                  </a:lnTo>
                  <a:lnTo>
                    <a:pt x="149509" y="433260"/>
                  </a:lnTo>
                  <a:lnTo>
                    <a:pt x="163877" y="428593"/>
                  </a:lnTo>
                  <a:lnTo>
                    <a:pt x="170670" y="432464"/>
                  </a:lnTo>
                  <a:lnTo>
                    <a:pt x="172007" y="436789"/>
                  </a:lnTo>
                  <a:lnTo>
                    <a:pt x="180249" y="481074"/>
                  </a:lnTo>
                  <a:lnTo>
                    <a:pt x="221457" y="437586"/>
                  </a:lnTo>
                  <a:lnTo>
                    <a:pt x="233040" y="438611"/>
                  </a:lnTo>
                  <a:lnTo>
                    <a:pt x="241282" y="433033"/>
                  </a:lnTo>
                  <a:lnTo>
                    <a:pt x="236827" y="418006"/>
                  </a:lnTo>
                  <a:lnTo>
                    <a:pt x="232483" y="420169"/>
                  </a:lnTo>
                  <a:lnTo>
                    <a:pt x="228251" y="403093"/>
                  </a:lnTo>
                  <a:lnTo>
                    <a:pt x="224910" y="402296"/>
                  </a:lnTo>
                  <a:lnTo>
                    <a:pt x="226135" y="378958"/>
                  </a:lnTo>
                  <a:lnTo>
                    <a:pt x="231369" y="379072"/>
                  </a:lnTo>
                  <a:lnTo>
                    <a:pt x="231815" y="370193"/>
                  </a:lnTo>
                  <a:lnTo>
                    <a:pt x="226135" y="369623"/>
                  </a:lnTo>
                  <a:lnTo>
                    <a:pt x="227996" y="351500"/>
                  </a:lnTo>
                  <a:lnTo>
                    <a:pt x="209898" y="323751"/>
                  </a:lnTo>
                  <a:lnTo>
                    <a:pt x="212265" y="316067"/>
                  </a:lnTo>
                  <a:lnTo>
                    <a:pt x="222289" y="318628"/>
                  </a:lnTo>
                  <a:lnTo>
                    <a:pt x="239851" y="320749"/>
                  </a:lnTo>
                  <a:lnTo>
                    <a:pt x="248137" y="294050"/>
                  </a:lnTo>
                  <a:lnTo>
                    <a:pt x="259497" y="268436"/>
                  </a:lnTo>
                  <a:lnTo>
                    <a:pt x="252147" y="268607"/>
                  </a:lnTo>
                  <a:lnTo>
                    <a:pt x="247302" y="257337"/>
                  </a:lnTo>
                  <a:lnTo>
                    <a:pt x="248972" y="248969"/>
                  </a:lnTo>
                  <a:lnTo>
                    <a:pt x="252815" y="249140"/>
                  </a:lnTo>
                  <a:lnTo>
                    <a:pt x="257158" y="233430"/>
                  </a:lnTo>
                  <a:lnTo>
                    <a:pt x="261836" y="224209"/>
                  </a:lnTo>
                  <a:lnTo>
                    <a:pt x="265344" y="220964"/>
                  </a:lnTo>
                  <a:lnTo>
                    <a:pt x="258161" y="211914"/>
                  </a:lnTo>
                  <a:lnTo>
                    <a:pt x="275368" y="196375"/>
                  </a:lnTo>
                  <a:lnTo>
                    <a:pt x="287731" y="196716"/>
                  </a:lnTo>
                  <a:lnTo>
                    <a:pt x="294079" y="181860"/>
                  </a:lnTo>
                  <a:lnTo>
                    <a:pt x="299592" y="157441"/>
                  </a:lnTo>
                  <a:lnTo>
                    <a:pt x="305439" y="149928"/>
                  </a:lnTo>
                  <a:lnTo>
                    <a:pt x="301430" y="144976"/>
                  </a:lnTo>
                  <a:lnTo>
                    <a:pt x="317133" y="128583"/>
                  </a:lnTo>
                  <a:lnTo>
                    <a:pt x="326823" y="126704"/>
                  </a:lnTo>
                  <a:lnTo>
                    <a:pt x="368649" y="83802"/>
                  </a:lnTo>
                  <a:lnTo>
                    <a:pt x="380365" y="66408"/>
                  </a:lnTo>
                  <a:lnTo>
                    <a:pt x="400997" y="37157"/>
                  </a:lnTo>
                  <a:lnTo>
                    <a:pt x="407847" y="25272"/>
                  </a:lnTo>
                  <a:lnTo>
                    <a:pt x="427895" y="0"/>
                  </a:lnTo>
                  <a:lnTo>
                    <a:pt x="444175" y="13247"/>
                  </a:lnTo>
                  <a:lnTo>
                    <a:pt x="430533" y="3601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3780758" y="2456858"/>
              <a:ext cx="133504" cy="103824"/>
            </a:xfrm>
            <a:custGeom>
              <a:avLst/>
              <a:pathLst>
                <a:path w="133504" h="103824">
                  <a:moveTo>
                    <a:pt x="8352" y="51767"/>
                  </a:moveTo>
                  <a:lnTo>
                    <a:pt x="6128" y="45041"/>
                  </a:lnTo>
                  <a:lnTo>
                    <a:pt x="4167" y="45562"/>
                  </a:lnTo>
                  <a:lnTo>
                    <a:pt x="2983" y="45726"/>
                  </a:lnTo>
                  <a:lnTo>
                    <a:pt x="1738" y="42234"/>
                  </a:lnTo>
                  <a:lnTo>
                    <a:pt x="419" y="36934"/>
                  </a:lnTo>
                  <a:lnTo>
                    <a:pt x="0" y="35250"/>
                  </a:lnTo>
                  <a:lnTo>
                    <a:pt x="2417" y="36482"/>
                  </a:lnTo>
                  <a:lnTo>
                    <a:pt x="2751" y="34458"/>
                  </a:lnTo>
                  <a:lnTo>
                    <a:pt x="3056" y="35519"/>
                  </a:lnTo>
                  <a:lnTo>
                    <a:pt x="9488" y="33982"/>
                  </a:lnTo>
                  <a:lnTo>
                    <a:pt x="13998" y="36714"/>
                  </a:lnTo>
                  <a:lnTo>
                    <a:pt x="15669" y="40813"/>
                  </a:lnTo>
                  <a:lnTo>
                    <a:pt x="37136" y="34495"/>
                  </a:lnTo>
                  <a:lnTo>
                    <a:pt x="36134" y="32019"/>
                  </a:lnTo>
                  <a:lnTo>
                    <a:pt x="65620" y="21858"/>
                  </a:lnTo>
                  <a:lnTo>
                    <a:pt x="65119" y="20236"/>
                  </a:lnTo>
                  <a:lnTo>
                    <a:pt x="75811" y="17418"/>
                  </a:lnTo>
                  <a:lnTo>
                    <a:pt x="75477" y="15625"/>
                  </a:lnTo>
                  <a:lnTo>
                    <a:pt x="97111" y="8539"/>
                  </a:lnTo>
                  <a:lnTo>
                    <a:pt x="100870" y="18870"/>
                  </a:lnTo>
                  <a:lnTo>
                    <a:pt x="126765" y="2221"/>
                  </a:lnTo>
                  <a:lnTo>
                    <a:pt x="127583" y="1729"/>
                  </a:lnTo>
                  <a:lnTo>
                    <a:pt x="130464" y="0"/>
                  </a:lnTo>
                  <a:lnTo>
                    <a:pt x="130714" y="353"/>
                  </a:lnTo>
                  <a:lnTo>
                    <a:pt x="133504" y="4303"/>
                  </a:lnTo>
                  <a:lnTo>
                    <a:pt x="122948" y="11655"/>
                  </a:lnTo>
                  <a:lnTo>
                    <a:pt x="128259" y="19589"/>
                  </a:lnTo>
                  <a:lnTo>
                    <a:pt x="117170" y="28547"/>
                  </a:lnTo>
                  <a:lnTo>
                    <a:pt x="122459" y="36549"/>
                  </a:lnTo>
                  <a:lnTo>
                    <a:pt x="116753" y="51505"/>
                  </a:lnTo>
                  <a:lnTo>
                    <a:pt x="113271" y="58004"/>
                  </a:lnTo>
                  <a:lnTo>
                    <a:pt x="101445" y="66241"/>
                  </a:lnTo>
                  <a:lnTo>
                    <a:pt x="86430" y="69627"/>
                  </a:lnTo>
                  <a:lnTo>
                    <a:pt x="84578" y="65367"/>
                  </a:lnTo>
                  <a:lnTo>
                    <a:pt x="79753" y="70250"/>
                  </a:lnTo>
                  <a:lnTo>
                    <a:pt x="75668" y="71887"/>
                  </a:lnTo>
                  <a:lnTo>
                    <a:pt x="76350" y="75554"/>
                  </a:lnTo>
                  <a:lnTo>
                    <a:pt x="65853" y="81823"/>
                  </a:lnTo>
                  <a:lnTo>
                    <a:pt x="66654" y="95218"/>
                  </a:lnTo>
                  <a:lnTo>
                    <a:pt x="43885" y="101706"/>
                  </a:lnTo>
                  <a:lnTo>
                    <a:pt x="31096" y="97403"/>
                  </a:lnTo>
                  <a:lnTo>
                    <a:pt x="21958" y="101905"/>
                  </a:lnTo>
                  <a:lnTo>
                    <a:pt x="18179" y="103767"/>
                  </a:lnTo>
                  <a:lnTo>
                    <a:pt x="18008" y="103824"/>
                  </a:lnTo>
                  <a:lnTo>
                    <a:pt x="16985" y="88989"/>
                  </a:lnTo>
                  <a:lnTo>
                    <a:pt x="19087" y="86176"/>
                  </a:lnTo>
                  <a:lnTo>
                    <a:pt x="19378" y="85451"/>
                  </a:lnTo>
                  <a:lnTo>
                    <a:pt x="19531" y="85070"/>
                  </a:lnTo>
                  <a:lnTo>
                    <a:pt x="19064" y="82703"/>
                  </a:lnTo>
                  <a:lnTo>
                    <a:pt x="17204" y="78617"/>
                  </a:lnTo>
                  <a:lnTo>
                    <a:pt x="16993" y="77902"/>
                  </a:lnTo>
                  <a:lnTo>
                    <a:pt x="13608" y="67666"/>
                  </a:lnTo>
                  <a:lnTo>
                    <a:pt x="13315" y="66778"/>
                  </a:lnTo>
                  <a:lnTo>
                    <a:pt x="11878" y="62433"/>
                  </a:lnTo>
                  <a:lnTo>
                    <a:pt x="10719" y="58926"/>
                  </a:lnTo>
                  <a:lnTo>
                    <a:pt x="9754" y="56009"/>
                  </a:lnTo>
                  <a:lnTo>
                    <a:pt x="9383" y="548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690145" y="2325184"/>
              <a:ext cx="337277" cy="115879"/>
            </a:xfrm>
            <a:custGeom>
              <a:avLst/>
              <a:pathLst>
                <a:path w="337277" h="115879">
                  <a:moveTo>
                    <a:pt x="337277" y="30822"/>
                  </a:moveTo>
                  <a:lnTo>
                    <a:pt x="336107" y="39275"/>
                  </a:lnTo>
                  <a:lnTo>
                    <a:pt x="330427" y="42092"/>
                  </a:lnTo>
                  <a:lnTo>
                    <a:pt x="328023" y="41147"/>
                  </a:lnTo>
                  <a:lnTo>
                    <a:pt x="324926" y="31448"/>
                  </a:lnTo>
                  <a:lnTo>
                    <a:pt x="306215" y="40840"/>
                  </a:lnTo>
                  <a:lnTo>
                    <a:pt x="287115" y="47670"/>
                  </a:lnTo>
                  <a:lnTo>
                    <a:pt x="276534" y="49435"/>
                  </a:lnTo>
                  <a:lnTo>
                    <a:pt x="275253" y="46817"/>
                  </a:lnTo>
                  <a:lnTo>
                    <a:pt x="254482" y="51769"/>
                  </a:lnTo>
                  <a:lnTo>
                    <a:pt x="246741" y="49093"/>
                  </a:lnTo>
                  <a:lnTo>
                    <a:pt x="245127" y="43914"/>
                  </a:lnTo>
                  <a:lnTo>
                    <a:pt x="202248" y="48638"/>
                  </a:lnTo>
                  <a:lnTo>
                    <a:pt x="201468" y="51427"/>
                  </a:lnTo>
                  <a:lnTo>
                    <a:pt x="182367" y="63096"/>
                  </a:lnTo>
                  <a:lnTo>
                    <a:pt x="185207" y="75163"/>
                  </a:lnTo>
                  <a:lnTo>
                    <a:pt x="164213" y="80513"/>
                  </a:lnTo>
                  <a:lnTo>
                    <a:pt x="164993" y="83189"/>
                  </a:lnTo>
                  <a:lnTo>
                    <a:pt x="153132" y="87287"/>
                  </a:lnTo>
                  <a:lnTo>
                    <a:pt x="150960" y="80456"/>
                  </a:lnTo>
                  <a:lnTo>
                    <a:pt x="130634" y="85124"/>
                  </a:lnTo>
                  <a:lnTo>
                    <a:pt x="70531" y="96327"/>
                  </a:lnTo>
                  <a:lnTo>
                    <a:pt x="67524" y="112379"/>
                  </a:lnTo>
                  <a:lnTo>
                    <a:pt x="64935" y="114513"/>
                  </a:lnTo>
                  <a:lnTo>
                    <a:pt x="49398" y="112806"/>
                  </a:lnTo>
                  <a:lnTo>
                    <a:pt x="38539" y="115879"/>
                  </a:lnTo>
                  <a:lnTo>
                    <a:pt x="32938" y="107238"/>
                  </a:lnTo>
                  <a:lnTo>
                    <a:pt x="27383" y="104805"/>
                  </a:lnTo>
                  <a:lnTo>
                    <a:pt x="25913" y="103728"/>
                  </a:lnTo>
                  <a:lnTo>
                    <a:pt x="24744" y="102909"/>
                  </a:lnTo>
                  <a:lnTo>
                    <a:pt x="25429" y="100450"/>
                  </a:lnTo>
                  <a:lnTo>
                    <a:pt x="26306" y="99603"/>
                  </a:lnTo>
                  <a:lnTo>
                    <a:pt x="27516" y="98312"/>
                  </a:lnTo>
                  <a:lnTo>
                    <a:pt x="26160" y="94854"/>
                  </a:lnTo>
                  <a:lnTo>
                    <a:pt x="24107" y="89617"/>
                  </a:lnTo>
                  <a:lnTo>
                    <a:pt x="23598" y="88296"/>
                  </a:lnTo>
                  <a:lnTo>
                    <a:pt x="22987" y="86706"/>
                  </a:lnTo>
                  <a:lnTo>
                    <a:pt x="20197" y="79449"/>
                  </a:lnTo>
                  <a:lnTo>
                    <a:pt x="20064" y="79123"/>
                  </a:lnTo>
                  <a:lnTo>
                    <a:pt x="16211" y="69672"/>
                  </a:lnTo>
                  <a:lnTo>
                    <a:pt x="15577" y="68076"/>
                  </a:lnTo>
                  <a:lnTo>
                    <a:pt x="13587" y="63065"/>
                  </a:lnTo>
                  <a:lnTo>
                    <a:pt x="12655" y="60718"/>
                  </a:lnTo>
                  <a:lnTo>
                    <a:pt x="12224" y="59495"/>
                  </a:lnTo>
                  <a:lnTo>
                    <a:pt x="12178" y="59365"/>
                  </a:lnTo>
                  <a:lnTo>
                    <a:pt x="8980" y="50302"/>
                  </a:lnTo>
                  <a:lnTo>
                    <a:pt x="8741" y="49598"/>
                  </a:lnTo>
                  <a:lnTo>
                    <a:pt x="7429" y="45728"/>
                  </a:lnTo>
                  <a:lnTo>
                    <a:pt x="6839" y="41135"/>
                  </a:lnTo>
                  <a:lnTo>
                    <a:pt x="6305" y="39552"/>
                  </a:lnTo>
                  <a:lnTo>
                    <a:pt x="3035" y="29841"/>
                  </a:lnTo>
                  <a:lnTo>
                    <a:pt x="2539" y="28368"/>
                  </a:lnTo>
                  <a:lnTo>
                    <a:pt x="0" y="16392"/>
                  </a:lnTo>
                  <a:lnTo>
                    <a:pt x="1985" y="15453"/>
                  </a:lnTo>
                  <a:lnTo>
                    <a:pt x="9587" y="17929"/>
                  </a:lnTo>
                  <a:lnTo>
                    <a:pt x="19777" y="16819"/>
                  </a:lnTo>
                  <a:lnTo>
                    <a:pt x="20359" y="18060"/>
                  </a:lnTo>
                  <a:lnTo>
                    <a:pt x="26627" y="31420"/>
                  </a:lnTo>
                  <a:lnTo>
                    <a:pt x="33226" y="29456"/>
                  </a:lnTo>
                  <a:lnTo>
                    <a:pt x="36567" y="38250"/>
                  </a:lnTo>
                  <a:lnTo>
                    <a:pt x="38739" y="38079"/>
                  </a:lnTo>
                  <a:lnTo>
                    <a:pt x="42414" y="50289"/>
                  </a:lnTo>
                  <a:lnTo>
                    <a:pt x="46925" y="52935"/>
                  </a:lnTo>
                  <a:lnTo>
                    <a:pt x="54860" y="51484"/>
                  </a:lnTo>
                  <a:lnTo>
                    <a:pt x="54025" y="48069"/>
                  </a:lnTo>
                  <a:lnTo>
                    <a:pt x="58368" y="47215"/>
                  </a:lnTo>
                  <a:lnTo>
                    <a:pt x="57283" y="42861"/>
                  </a:lnTo>
                  <a:lnTo>
                    <a:pt x="66638" y="40641"/>
                  </a:lnTo>
                  <a:lnTo>
                    <a:pt x="68726" y="47898"/>
                  </a:lnTo>
                  <a:lnTo>
                    <a:pt x="76411" y="46617"/>
                  </a:lnTo>
                  <a:lnTo>
                    <a:pt x="75659" y="42434"/>
                  </a:lnTo>
                  <a:lnTo>
                    <a:pt x="87855" y="37140"/>
                  </a:lnTo>
                  <a:lnTo>
                    <a:pt x="90361" y="47386"/>
                  </a:lnTo>
                  <a:lnTo>
                    <a:pt x="108737" y="43458"/>
                  </a:lnTo>
                  <a:lnTo>
                    <a:pt x="107317" y="36286"/>
                  </a:lnTo>
                  <a:lnTo>
                    <a:pt x="133546" y="30737"/>
                  </a:lnTo>
                  <a:lnTo>
                    <a:pt x="134715" y="33639"/>
                  </a:lnTo>
                  <a:lnTo>
                    <a:pt x="149250" y="31078"/>
                  </a:lnTo>
                  <a:lnTo>
                    <a:pt x="148581" y="27663"/>
                  </a:lnTo>
                  <a:lnTo>
                    <a:pt x="159106" y="23308"/>
                  </a:lnTo>
                  <a:lnTo>
                    <a:pt x="155431" y="8111"/>
                  </a:lnTo>
                  <a:lnTo>
                    <a:pt x="168378" y="4952"/>
                  </a:lnTo>
                  <a:lnTo>
                    <a:pt x="174058" y="26553"/>
                  </a:lnTo>
                  <a:lnTo>
                    <a:pt x="181827" y="24931"/>
                  </a:lnTo>
                  <a:lnTo>
                    <a:pt x="180490" y="14343"/>
                  </a:lnTo>
                  <a:lnTo>
                    <a:pt x="194690" y="12807"/>
                  </a:lnTo>
                  <a:lnTo>
                    <a:pt x="194273" y="6403"/>
                  </a:lnTo>
                  <a:lnTo>
                    <a:pt x="206468" y="5549"/>
                  </a:lnTo>
                  <a:lnTo>
                    <a:pt x="208807" y="25272"/>
                  </a:lnTo>
                  <a:lnTo>
                    <a:pt x="250906" y="21942"/>
                  </a:lnTo>
                  <a:lnTo>
                    <a:pt x="253746" y="38079"/>
                  </a:lnTo>
                  <a:lnTo>
                    <a:pt x="320153" y="16819"/>
                  </a:lnTo>
                  <a:lnTo>
                    <a:pt x="320153" y="0"/>
                  </a:lnTo>
                  <a:lnTo>
                    <a:pt x="334186" y="14002"/>
                  </a:lnTo>
                  <a:lnTo>
                    <a:pt x="333017" y="198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98594" y="2715468"/>
              <a:ext cx="156335" cy="126560"/>
            </a:xfrm>
            <a:custGeom>
              <a:avLst/>
              <a:pathLst>
                <a:path w="156335" h="126560">
                  <a:moveTo>
                    <a:pt x="78671" y="26417"/>
                  </a:moveTo>
                  <a:lnTo>
                    <a:pt x="78788" y="28063"/>
                  </a:lnTo>
                  <a:lnTo>
                    <a:pt x="83592" y="27686"/>
                  </a:lnTo>
                  <a:lnTo>
                    <a:pt x="90575" y="27138"/>
                  </a:lnTo>
                  <a:lnTo>
                    <a:pt x="92411" y="26994"/>
                  </a:lnTo>
                  <a:lnTo>
                    <a:pt x="98660" y="26461"/>
                  </a:lnTo>
                  <a:lnTo>
                    <a:pt x="101515" y="26218"/>
                  </a:lnTo>
                  <a:lnTo>
                    <a:pt x="101895" y="30531"/>
                  </a:lnTo>
                  <a:lnTo>
                    <a:pt x="110181" y="31646"/>
                  </a:lnTo>
                  <a:lnTo>
                    <a:pt x="109602" y="36268"/>
                  </a:lnTo>
                  <a:lnTo>
                    <a:pt x="109516" y="36790"/>
                  </a:lnTo>
                  <a:lnTo>
                    <a:pt x="108174" y="44925"/>
                  </a:lnTo>
                  <a:lnTo>
                    <a:pt x="107159" y="51076"/>
                  </a:lnTo>
                  <a:lnTo>
                    <a:pt x="106433" y="55462"/>
                  </a:lnTo>
                  <a:lnTo>
                    <a:pt x="105481" y="58854"/>
                  </a:lnTo>
                  <a:lnTo>
                    <a:pt x="99851" y="55052"/>
                  </a:lnTo>
                  <a:lnTo>
                    <a:pt x="99244" y="54642"/>
                  </a:lnTo>
                  <a:lnTo>
                    <a:pt x="95961" y="54789"/>
                  </a:lnTo>
                  <a:lnTo>
                    <a:pt x="95255" y="54820"/>
                  </a:lnTo>
                  <a:lnTo>
                    <a:pt x="93795" y="55237"/>
                  </a:lnTo>
                  <a:lnTo>
                    <a:pt x="92245" y="55678"/>
                  </a:lnTo>
                  <a:lnTo>
                    <a:pt x="91495" y="55998"/>
                  </a:lnTo>
                  <a:lnTo>
                    <a:pt x="89599" y="56805"/>
                  </a:lnTo>
                  <a:lnTo>
                    <a:pt x="87531" y="57705"/>
                  </a:lnTo>
                  <a:lnTo>
                    <a:pt x="86817" y="58016"/>
                  </a:lnTo>
                  <a:lnTo>
                    <a:pt x="85256" y="58695"/>
                  </a:lnTo>
                  <a:lnTo>
                    <a:pt x="93074" y="67165"/>
                  </a:lnTo>
                  <a:lnTo>
                    <a:pt x="94951" y="71711"/>
                  </a:lnTo>
                  <a:lnTo>
                    <a:pt x="96188" y="71276"/>
                  </a:lnTo>
                  <a:lnTo>
                    <a:pt x="96541" y="71286"/>
                  </a:lnTo>
                  <a:lnTo>
                    <a:pt x="97808" y="71322"/>
                  </a:lnTo>
                  <a:lnTo>
                    <a:pt x="100706" y="72871"/>
                  </a:lnTo>
                  <a:lnTo>
                    <a:pt x="103997" y="75252"/>
                  </a:lnTo>
                  <a:lnTo>
                    <a:pt x="107572" y="77199"/>
                  </a:lnTo>
                  <a:lnTo>
                    <a:pt x="111469" y="78534"/>
                  </a:lnTo>
                  <a:lnTo>
                    <a:pt x="113171" y="79117"/>
                  </a:lnTo>
                  <a:lnTo>
                    <a:pt x="113250" y="78972"/>
                  </a:lnTo>
                  <a:lnTo>
                    <a:pt x="113725" y="78106"/>
                  </a:lnTo>
                  <a:lnTo>
                    <a:pt x="115140" y="75523"/>
                  </a:lnTo>
                  <a:lnTo>
                    <a:pt x="118036" y="71482"/>
                  </a:lnTo>
                  <a:lnTo>
                    <a:pt x="120040" y="72165"/>
                  </a:lnTo>
                  <a:lnTo>
                    <a:pt x="122045" y="74442"/>
                  </a:lnTo>
                  <a:lnTo>
                    <a:pt x="125108" y="78939"/>
                  </a:lnTo>
                  <a:lnTo>
                    <a:pt x="126389" y="79223"/>
                  </a:lnTo>
                  <a:lnTo>
                    <a:pt x="128393" y="78085"/>
                  </a:lnTo>
                  <a:lnTo>
                    <a:pt x="134897" y="81269"/>
                  </a:lnTo>
                  <a:lnTo>
                    <a:pt x="146047" y="81963"/>
                  </a:lnTo>
                  <a:lnTo>
                    <a:pt x="146238" y="77321"/>
                  </a:lnTo>
                  <a:lnTo>
                    <a:pt x="146317" y="75394"/>
                  </a:lnTo>
                  <a:lnTo>
                    <a:pt x="146908" y="67273"/>
                  </a:lnTo>
                  <a:lnTo>
                    <a:pt x="147013" y="65831"/>
                  </a:lnTo>
                  <a:lnTo>
                    <a:pt x="147059" y="65102"/>
                  </a:lnTo>
                  <a:lnTo>
                    <a:pt x="147131" y="63937"/>
                  </a:lnTo>
                  <a:lnTo>
                    <a:pt x="148104" y="49345"/>
                  </a:lnTo>
                  <a:lnTo>
                    <a:pt x="149755" y="48400"/>
                  </a:lnTo>
                  <a:lnTo>
                    <a:pt x="152783" y="51957"/>
                  </a:lnTo>
                  <a:lnTo>
                    <a:pt x="156335" y="53871"/>
                  </a:lnTo>
                  <a:lnTo>
                    <a:pt x="155436" y="63075"/>
                  </a:lnTo>
                  <a:lnTo>
                    <a:pt x="155570" y="72262"/>
                  </a:lnTo>
                  <a:lnTo>
                    <a:pt x="155570" y="84796"/>
                  </a:lnTo>
                  <a:lnTo>
                    <a:pt x="154932" y="89423"/>
                  </a:lnTo>
                  <a:lnTo>
                    <a:pt x="154835" y="90124"/>
                  </a:lnTo>
                  <a:lnTo>
                    <a:pt x="151732" y="96366"/>
                  </a:lnTo>
                  <a:lnTo>
                    <a:pt x="151483" y="96866"/>
                  </a:lnTo>
                  <a:lnTo>
                    <a:pt x="147984" y="102675"/>
                  </a:lnTo>
                  <a:lnTo>
                    <a:pt x="147545" y="102360"/>
                  </a:lnTo>
                  <a:lnTo>
                    <a:pt x="144512" y="107175"/>
                  </a:lnTo>
                  <a:lnTo>
                    <a:pt x="143612" y="108604"/>
                  </a:lnTo>
                  <a:lnTo>
                    <a:pt x="139772" y="114701"/>
                  </a:lnTo>
                  <a:lnTo>
                    <a:pt x="133936" y="112790"/>
                  </a:lnTo>
                  <a:lnTo>
                    <a:pt x="124241" y="111812"/>
                  </a:lnTo>
                  <a:lnTo>
                    <a:pt x="119133" y="111297"/>
                  </a:lnTo>
                  <a:lnTo>
                    <a:pt x="118272" y="111210"/>
                  </a:lnTo>
                  <a:lnTo>
                    <a:pt x="111314" y="109994"/>
                  </a:lnTo>
                  <a:lnTo>
                    <a:pt x="103776" y="109557"/>
                  </a:lnTo>
                  <a:lnTo>
                    <a:pt x="99767" y="109447"/>
                  </a:lnTo>
                  <a:lnTo>
                    <a:pt x="96359" y="110023"/>
                  </a:lnTo>
                  <a:lnTo>
                    <a:pt x="96343" y="108695"/>
                  </a:lnTo>
                  <a:lnTo>
                    <a:pt x="96307" y="107630"/>
                  </a:lnTo>
                  <a:lnTo>
                    <a:pt x="96050" y="100045"/>
                  </a:lnTo>
                  <a:lnTo>
                    <a:pt x="89990" y="99076"/>
                  </a:lnTo>
                  <a:lnTo>
                    <a:pt x="90179" y="98150"/>
                  </a:lnTo>
                  <a:lnTo>
                    <a:pt x="88242" y="98396"/>
                  </a:lnTo>
                  <a:lnTo>
                    <a:pt x="87899" y="98440"/>
                  </a:lnTo>
                  <a:lnTo>
                    <a:pt x="84799" y="98833"/>
                  </a:lnTo>
                  <a:lnTo>
                    <a:pt x="80227" y="99413"/>
                  </a:lnTo>
                  <a:lnTo>
                    <a:pt x="78855" y="99587"/>
                  </a:lnTo>
                  <a:lnTo>
                    <a:pt x="77897" y="99709"/>
                  </a:lnTo>
                  <a:lnTo>
                    <a:pt x="71315" y="101587"/>
                  </a:lnTo>
                  <a:lnTo>
                    <a:pt x="64760" y="102799"/>
                  </a:lnTo>
                  <a:lnTo>
                    <a:pt x="57674" y="104691"/>
                  </a:lnTo>
                  <a:lnTo>
                    <a:pt x="53275" y="105488"/>
                  </a:lnTo>
                  <a:lnTo>
                    <a:pt x="53353" y="106706"/>
                  </a:lnTo>
                  <a:lnTo>
                    <a:pt x="53353" y="120731"/>
                  </a:lnTo>
                  <a:lnTo>
                    <a:pt x="53010" y="124051"/>
                  </a:lnTo>
                  <a:lnTo>
                    <a:pt x="51074" y="124191"/>
                  </a:lnTo>
                  <a:lnTo>
                    <a:pt x="48363" y="118819"/>
                  </a:lnTo>
                  <a:lnTo>
                    <a:pt x="42171" y="120458"/>
                  </a:lnTo>
                  <a:lnTo>
                    <a:pt x="36157" y="122780"/>
                  </a:lnTo>
                  <a:lnTo>
                    <a:pt x="35711" y="125604"/>
                  </a:lnTo>
                  <a:lnTo>
                    <a:pt x="24618" y="126560"/>
                  </a:lnTo>
                  <a:lnTo>
                    <a:pt x="9925" y="125786"/>
                  </a:lnTo>
                  <a:lnTo>
                    <a:pt x="9941" y="123767"/>
                  </a:lnTo>
                  <a:lnTo>
                    <a:pt x="9981" y="118899"/>
                  </a:lnTo>
                  <a:lnTo>
                    <a:pt x="9855" y="118496"/>
                  </a:lnTo>
                  <a:lnTo>
                    <a:pt x="9653" y="117848"/>
                  </a:lnTo>
                  <a:lnTo>
                    <a:pt x="9541" y="111757"/>
                  </a:lnTo>
                  <a:lnTo>
                    <a:pt x="0" y="111078"/>
                  </a:lnTo>
                  <a:lnTo>
                    <a:pt x="101" y="93787"/>
                  </a:lnTo>
                  <a:lnTo>
                    <a:pt x="1692" y="90944"/>
                  </a:lnTo>
                  <a:lnTo>
                    <a:pt x="4251" y="86371"/>
                  </a:lnTo>
                  <a:lnTo>
                    <a:pt x="13050" y="86940"/>
                  </a:lnTo>
                  <a:lnTo>
                    <a:pt x="26166" y="79853"/>
                  </a:lnTo>
                  <a:lnTo>
                    <a:pt x="27430" y="79169"/>
                  </a:lnTo>
                  <a:lnTo>
                    <a:pt x="40112" y="72317"/>
                  </a:lnTo>
                  <a:lnTo>
                    <a:pt x="42201" y="71188"/>
                  </a:lnTo>
                  <a:lnTo>
                    <a:pt x="41138" y="68826"/>
                  </a:lnTo>
                  <a:lnTo>
                    <a:pt x="38325" y="62581"/>
                  </a:lnTo>
                  <a:lnTo>
                    <a:pt x="44942" y="58192"/>
                  </a:lnTo>
                  <a:lnTo>
                    <a:pt x="46201" y="57357"/>
                  </a:lnTo>
                  <a:lnTo>
                    <a:pt x="57740" y="49702"/>
                  </a:lnTo>
                  <a:lnTo>
                    <a:pt x="56913" y="42842"/>
                  </a:lnTo>
                  <a:lnTo>
                    <a:pt x="49120" y="37807"/>
                  </a:lnTo>
                  <a:lnTo>
                    <a:pt x="36372" y="22626"/>
                  </a:lnTo>
                  <a:lnTo>
                    <a:pt x="35214" y="21246"/>
                  </a:lnTo>
                  <a:lnTo>
                    <a:pt x="25411" y="0"/>
                  </a:lnTo>
                  <a:lnTo>
                    <a:pt x="34569" y="4873"/>
                  </a:lnTo>
                  <a:lnTo>
                    <a:pt x="49252" y="12686"/>
                  </a:lnTo>
                  <a:lnTo>
                    <a:pt x="77712" y="1744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3681604" y="2668851"/>
              <a:ext cx="158506" cy="77941"/>
            </a:xfrm>
            <a:custGeom>
              <a:avLst/>
              <a:pathLst>
                <a:path w="158506" h="77941">
                  <a:moveTo>
                    <a:pt x="52790" y="15070"/>
                  </a:moveTo>
                  <a:lnTo>
                    <a:pt x="54661" y="25589"/>
                  </a:lnTo>
                  <a:lnTo>
                    <a:pt x="57334" y="24837"/>
                  </a:lnTo>
                  <a:lnTo>
                    <a:pt x="58136" y="21764"/>
                  </a:lnTo>
                  <a:lnTo>
                    <a:pt x="62531" y="10748"/>
                  </a:lnTo>
                  <a:lnTo>
                    <a:pt x="66132" y="7641"/>
                  </a:lnTo>
                  <a:lnTo>
                    <a:pt x="69830" y="4961"/>
                  </a:lnTo>
                  <a:lnTo>
                    <a:pt x="71099" y="6471"/>
                  </a:lnTo>
                  <a:lnTo>
                    <a:pt x="73440" y="9257"/>
                  </a:lnTo>
                  <a:lnTo>
                    <a:pt x="71624" y="11452"/>
                  </a:lnTo>
                  <a:lnTo>
                    <a:pt x="73584" y="13182"/>
                  </a:lnTo>
                  <a:lnTo>
                    <a:pt x="74653" y="15277"/>
                  </a:lnTo>
                  <a:lnTo>
                    <a:pt x="78306" y="16006"/>
                  </a:lnTo>
                  <a:lnTo>
                    <a:pt x="81056" y="14592"/>
                  </a:lnTo>
                  <a:lnTo>
                    <a:pt x="84064" y="13225"/>
                  </a:lnTo>
                  <a:lnTo>
                    <a:pt x="85801" y="12611"/>
                  </a:lnTo>
                  <a:lnTo>
                    <a:pt x="88340" y="11586"/>
                  </a:lnTo>
                  <a:lnTo>
                    <a:pt x="89276" y="15070"/>
                  </a:lnTo>
                  <a:lnTo>
                    <a:pt x="85698" y="19615"/>
                  </a:lnTo>
                  <a:lnTo>
                    <a:pt x="93909" y="15719"/>
                  </a:lnTo>
                  <a:lnTo>
                    <a:pt x="104072" y="32511"/>
                  </a:lnTo>
                  <a:lnTo>
                    <a:pt x="117686" y="27917"/>
                  </a:lnTo>
                  <a:lnTo>
                    <a:pt x="116693" y="23426"/>
                  </a:lnTo>
                  <a:lnTo>
                    <a:pt x="118280" y="23134"/>
                  </a:lnTo>
                  <a:lnTo>
                    <a:pt x="128991" y="21163"/>
                  </a:lnTo>
                  <a:lnTo>
                    <a:pt x="128544" y="18600"/>
                  </a:lnTo>
                  <a:lnTo>
                    <a:pt x="134960" y="16153"/>
                  </a:lnTo>
                  <a:lnTo>
                    <a:pt x="144306" y="12588"/>
                  </a:lnTo>
                  <a:lnTo>
                    <a:pt x="158506" y="17142"/>
                  </a:lnTo>
                  <a:lnTo>
                    <a:pt x="152408" y="33230"/>
                  </a:lnTo>
                  <a:lnTo>
                    <a:pt x="139539" y="53897"/>
                  </a:lnTo>
                  <a:lnTo>
                    <a:pt x="137479" y="56458"/>
                  </a:lnTo>
                  <a:lnTo>
                    <a:pt x="135659" y="59266"/>
                  </a:lnTo>
                  <a:lnTo>
                    <a:pt x="135214" y="58014"/>
                  </a:lnTo>
                  <a:lnTo>
                    <a:pt x="135938" y="55624"/>
                  </a:lnTo>
                  <a:lnTo>
                    <a:pt x="137608" y="51355"/>
                  </a:lnTo>
                  <a:lnTo>
                    <a:pt x="138221" y="48736"/>
                  </a:lnTo>
                  <a:lnTo>
                    <a:pt x="138277" y="46459"/>
                  </a:lnTo>
                  <a:lnTo>
                    <a:pt x="137219" y="44353"/>
                  </a:lnTo>
                  <a:lnTo>
                    <a:pt x="135703" y="43014"/>
                  </a:lnTo>
                  <a:lnTo>
                    <a:pt x="126789" y="51265"/>
                  </a:lnTo>
                  <a:lnTo>
                    <a:pt x="123390" y="54659"/>
                  </a:lnTo>
                  <a:lnTo>
                    <a:pt x="121845" y="56202"/>
                  </a:lnTo>
                  <a:lnTo>
                    <a:pt x="119995" y="58050"/>
                  </a:lnTo>
                  <a:lnTo>
                    <a:pt x="119366" y="57551"/>
                  </a:lnTo>
                  <a:lnTo>
                    <a:pt x="118946" y="57217"/>
                  </a:lnTo>
                  <a:lnTo>
                    <a:pt x="112297" y="52692"/>
                  </a:lnTo>
                  <a:lnTo>
                    <a:pt x="108276" y="54770"/>
                  </a:lnTo>
                  <a:lnTo>
                    <a:pt x="103599" y="55498"/>
                  </a:lnTo>
                  <a:lnTo>
                    <a:pt x="101612" y="55553"/>
                  </a:lnTo>
                  <a:lnTo>
                    <a:pt x="100302" y="55589"/>
                  </a:lnTo>
                  <a:lnTo>
                    <a:pt x="97163" y="53895"/>
                  </a:lnTo>
                  <a:lnTo>
                    <a:pt x="94733" y="52584"/>
                  </a:lnTo>
                  <a:lnTo>
                    <a:pt x="91844" y="51110"/>
                  </a:lnTo>
                  <a:lnTo>
                    <a:pt x="90861" y="51132"/>
                  </a:lnTo>
                  <a:lnTo>
                    <a:pt x="88218" y="51192"/>
                  </a:lnTo>
                  <a:lnTo>
                    <a:pt x="84814" y="51435"/>
                  </a:lnTo>
                  <a:lnTo>
                    <a:pt x="82628" y="51484"/>
                  </a:lnTo>
                  <a:lnTo>
                    <a:pt x="81376" y="51841"/>
                  </a:lnTo>
                  <a:lnTo>
                    <a:pt x="78375" y="51625"/>
                  </a:lnTo>
                  <a:lnTo>
                    <a:pt x="77697" y="51576"/>
                  </a:lnTo>
                  <a:lnTo>
                    <a:pt x="77180" y="51540"/>
                  </a:lnTo>
                  <a:lnTo>
                    <a:pt x="76680" y="51505"/>
                  </a:lnTo>
                  <a:lnTo>
                    <a:pt x="76432" y="51511"/>
                  </a:lnTo>
                  <a:lnTo>
                    <a:pt x="75930" y="51524"/>
                  </a:lnTo>
                  <a:lnTo>
                    <a:pt x="71236" y="52465"/>
                  </a:lnTo>
                  <a:lnTo>
                    <a:pt x="70041" y="52705"/>
                  </a:lnTo>
                  <a:lnTo>
                    <a:pt x="68400" y="53034"/>
                  </a:lnTo>
                  <a:lnTo>
                    <a:pt x="65045" y="54229"/>
                  </a:lnTo>
                  <a:lnTo>
                    <a:pt x="63677" y="54716"/>
                  </a:lnTo>
                  <a:lnTo>
                    <a:pt x="57374" y="56962"/>
                  </a:lnTo>
                  <a:lnTo>
                    <a:pt x="54425" y="58246"/>
                  </a:lnTo>
                  <a:lnTo>
                    <a:pt x="52826" y="58942"/>
                  </a:lnTo>
                  <a:lnTo>
                    <a:pt x="47170" y="61738"/>
                  </a:lnTo>
                  <a:lnTo>
                    <a:pt x="44081" y="63671"/>
                  </a:lnTo>
                  <a:lnTo>
                    <a:pt x="43156" y="64687"/>
                  </a:lnTo>
                  <a:lnTo>
                    <a:pt x="38842" y="74436"/>
                  </a:lnTo>
                  <a:lnTo>
                    <a:pt x="38672" y="74821"/>
                  </a:lnTo>
                  <a:lnTo>
                    <a:pt x="31459" y="71861"/>
                  </a:lnTo>
                  <a:lnTo>
                    <a:pt x="30715" y="71556"/>
                  </a:lnTo>
                  <a:lnTo>
                    <a:pt x="24199" y="69063"/>
                  </a:lnTo>
                  <a:lnTo>
                    <a:pt x="23829" y="69803"/>
                  </a:lnTo>
                  <a:lnTo>
                    <a:pt x="20755" y="77000"/>
                  </a:lnTo>
                  <a:lnTo>
                    <a:pt x="20353" y="77941"/>
                  </a:lnTo>
                  <a:lnTo>
                    <a:pt x="19262" y="77181"/>
                  </a:lnTo>
                  <a:lnTo>
                    <a:pt x="16666" y="75494"/>
                  </a:lnTo>
                  <a:lnTo>
                    <a:pt x="5842" y="68457"/>
                  </a:lnTo>
                  <a:lnTo>
                    <a:pt x="4477" y="67676"/>
                  </a:lnTo>
                  <a:lnTo>
                    <a:pt x="4720" y="67310"/>
                  </a:lnTo>
                  <a:lnTo>
                    <a:pt x="5017" y="66820"/>
                  </a:lnTo>
                  <a:lnTo>
                    <a:pt x="6153" y="64949"/>
                  </a:lnTo>
                  <a:lnTo>
                    <a:pt x="8322" y="61377"/>
                  </a:lnTo>
                  <a:lnTo>
                    <a:pt x="15073" y="50257"/>
                  </a:lnTo>
                  <a:lnTo>
                    <a:pt x="19332" y="43241"/>
                  </a:lnTo>
                  <a:lnTo>
                    <a:pt x="21444" y="39762"/>
                  </a:lnTo>
                  <a:lnTo>
                    <a:pt x="20282" y="39108"/>
                  </a:lnTo>
                  <a:lnTo>
                    <a:pt x="17689" y="37500"/>
                  </a:lnTo>
                  <a:lnTo>
                    <a:pt x="17110" y="37140"/>
                  </a:lnTo>
                  <a:lnTo>
                    <a:pt x="14386" y="35451"/>
                  </a:lnTo>
                  <a:lnTo>
                    <a:pt x="13443" y="34854"/>
                  </a:lnTo>
                  <a:lnTo>
                    <a:pt x="12577" y="34344"/>
                  </a:lnTo>
                  <a:lnTo>
                    <a:pt x="12161" y="34098"/>
                  </a:lnTo>
                  <a:lnTo>
                    <a:pt x="10045" y="32850"/>
                  </a:lnTo>
                  <a:lnTo>
                    <a:pt x="9101" y="32294"/>
                  </a:lnTo>
                  <a:lnTo>
                    <a:pt x="6641" y="30843"/>
                  </a:lnTo>
                  <a:lnTo>
                    <a:pt x="6504" y="30752"/>
                  </a:lnTo>
                  <a:lnTo>
                    <a:pt x="5790" y="30277"/>
                  </a:lnTo>
                  <a:lnTo>
                    <a:pt x="5388" y="30010"/>
                  </a:lnTo>
                  <a:lnTo>
                    <a:pt x="3981" y="29074"/>
                  </a:lnTo>
                  <a:lnTo>
                    <a:pt x="2841" y="27510"/>
                  </a:lnTo>
                  <a:lnTo>
                    <a:pt x="1638" y="25848"/>
                  </a:lnTo>
                  <a:lnTo>
                    <a:pt x="1374" y="25568"/>
                  </a:lnTo>
                  <a:lnTo>
                    <a:pt x="0" y="24106"/>
                  </a:lnTo>
                  <a:lnTo>
                    <a:pt x="2234" y="23314"/>
                  </a:lnTo>
                  <a:lnTo>
                    <a:pt x="3011" y="23039"/>
                  </a:lnTo>
                  <a:lnTo>
                    <a:pt x="4867" y="22126"/>
                  </a:lnTo>
                  <a:lnTo>
                    <a:pt x="5683" y="21725"/>
                  </a:lnTo>
                  <a:lnTo>
                    <a:pt x="7516" y="20279"/>
                  </a:lnTo>
                  <a:lnTo>
                    <a:pt x="8370" y="19781"/>
                  </a:lnTo>
                  <a:lnTo>
                    <a:pt x="10727" y="18408"/>
                  </a:lnTo>
                  <a:lnTo>
                    <a:pt x="12330" y="17474"/>
                  </a:lnTo>
                  <a:lnTo>
                    <a:pt x="14624" y="16358"/>
                  </a:lnTo>
                  <a:lnTo>
                    <a:pt x="16188" y="14915"/>
                  </a:lnTo>
                  <a:lnTo>
                    <a:pt x="17490" y="13238"/>
                  </a:lnTo>
                  <a:lnTo>
                    <a:pt x="19541" y="10598"/>
                  </a:lnTo>
                  <a:lnTo>
                    <a:pt x="24937" y="5361"/>
                  </a:lnTo>
                  <a:lnTo>
                    <a:pt x="31877" y="0"/>
                  </a:lnTo>
                  <a:lnTo>
                    <a:pt x="34823" y="998"/>
                  </a:lnTo>
                  <a:lnTo>
                    <a:pt x="39967" y="3632"/>
                  </a:lnTo>
                  <a:lnTo>
                    <a:pt x="46267" y="6859"/>
                  </a:lnTo>
                  <a:lnTo>
                    <a:pt x="46988" y="7216"/>
                  </a:lnTo>
                  <a:lnTo>
                    <a:pt x="51320" y="9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3017827" y="2189653"/>
              <a:ext cx="132786" cy="171130"/>
            </a:xfrm>
            <a:custGeom>
              <a:avLst/>
              <a:pathLst>
                <a:path w="132786" h="171130">
                  <a:moveTo>
                    <a:pt x="28854" y="26043"/>
                  </a:moveTo>
                  <a:lnTo>
                    <a:pt x="31909" y="27965"/>
                  </a:lnTo>
                  <a:lnTo>
                    <a:pt x="32517" y="26413"/>
                  </a:lnTo>
                  <a:lnTo>
                    <a:pt x="34226" y="22046"/>
                  </a:lnTo>
                  <a:lnTo>
                    <a:pt x="36940" y="22653"/>
                  </a:lnTo>
                  <a:lnTo>
                    <a:pt x="46432" y="24778"/>
                  </a:lnTo>
                  <a:lnTo>
                    <a:pt x="51689" y="28239"/>
                  </a:lnTo>
                  <a:lnTo>
                    <a:pt x="54362" y="40989"/>
                  </a:lnTo>
                  <a:lnTo>
                    <a:pt x="66658" y="27510"/>
                  </a:lnTo>
                  <a:lnTo>
                    <a:pt x="68974" y="30424"/>
                  </a:lnTo>
                  <a:lnTo>
                    <a:pt x="72449" y="22592"/>
                  </a:lnTo>
                  <a:lnTo>
                    <a:pt x="87773" y="34577"/>
                  </a:lnTo>
                  <a:lnTo>
                    <a:pt x="82757" y="44145"/>
                  </a:lnTo>
                  <a:lnTo>
                    <a:pt x="83150" y="44561"/>
                  </a:lnTo>
                  <a:lnTo>
                    <a:pt x="84776" y="46282"/>
                  </a:lnTo>
                  <a:lnTo>
                    <a:pt x="85362" y="46940"/>
                  </a:lnTo>
                  <a:lnTo>
                    <a:pt x="85806" y="47437"/>
                  </a:lnTo>
                  <a:lnTo>
                    <a:pt x="87479" y="49313"/>
                  </a:lnTo>
                  <a:lnTo>
                    <a:pt x="87745" y="49612"/>
                  </a:lnTo>
                  <a:lnTo>
                    <a:pt x="89137" y="51172"/>
                  </a:lnTo>
                  <a:lnTo>
                    <a:pt x="89459" y="51534"/>
                  </a:lnTo>
                  <a:lnTo>
                    <a:pt x="89715" y="51821"/>
                  </a:lnTo>
                  <a:lnTo>
                    <a:pt x="89933" y="52065"/>
                  </a:lnTo>
                  <a:lnTo>
                    <a:pt x="91648" y="53987"/>
                  </a:lnTo>
                  <a:lnTo>
                    <a:pt x="92442" y="54878"/>
                  </a:lnTo>
                  <a:lnTo>
                    <a:pt x="92817" y="55299"/>
                  </a:lnTo>
                  <a:lnTo>
                    <a:pt x="92346" y="55656"/>
                  </a:lnTo>
                  <a:lnTo>
                    <a:pt x="91262" y="56381"/>
                  </a:lnTo>
                  <a:lnTo>
                    <a:pt x="90723" y="56742"/>
                  </a:lnTo>
                  <a:lnTo>
                    <a:pt x="90555" y="56854"/>
                  </a:lnTo>
                  <a:lnTo>
                    <a:pt x="90114" y="57161"/>
                  </a:lnTo>
                  <a:lnTo>
                    <a:pt x="89666" y="57472"/>
                  </a:lnTo>
                  <a:lnTo>
                    <a:pt x="88558" y="58242"/>
                  </a:lnTo>
                  <a:lnTo>
                    <a:pt x="88185" y="58502"/>
                  </a:lnTo>
                  <a:lnTo>
                    <a:pt x="87191" y="59193"/>
                  </a:lnTo>
                  <a:lnTo>
                    <a:pt x="86578" y="59619"/>
                  </a:lnTo>
                  <a:lnTo>
                    <a:pt x="85500" y="60368"/>
                  </a:lnTo>
                  <a:lnTo>
                    <a:pt x="85017" y="60704"/>
                  </a:lnTo>
                  <a:lnTo>
                    <a:pt x="83788" y="61558"/>
                  </a:lnTo>
                  <a:lnTo>
                    <a:pt x="83461" y="61786"/>
                  </a:lnTo>
                  <a:lnTo>
                    <a:pt x="83210" y="61960"/>
                  </a:lnTo>
                  <a:lnTo>
                    <a:pt x="82819" y="62193"/>
                  </a:lnTo>
                  <a:lnTo>
                    <a:pt x="82090" y="62627"/>
                  </a:lnTo>
                  <a:lnTo>
                    <a:pt x="81923" y="62765"/>
                  </a:lnTo>
                  <a:lnTo>
                    <a:pt x="81792" y="62873"/>
                  </a:lnTo>
                  <a:lnTo>
                    <a:pt x="81619" y="63016"/>
                  </a:lnTo>
                  <a:lnTo>
                    <a:pt x="72236" y="70775"/>
                  </a:lnTo>
                  <a:lnTo>
                    <a:pt x="71310" y="71542"/>
                  </a:lnTo>
                  <a:lnTo>
                    <a:pt x="71115" y="71702"/>
                  </a:lnTo>
                  <a:lnTo>
                    <a:pt x="69989" y="72635"/>
                  </a:lnTo>
                  <a:lnTo>
                    <a:pt x="69753" y="72830"/>
                  </a:lnTo>
                  <a:lnTo>
                    <a:pt x="69611" y="72947"/>
                  </a:lnTo>
                  <a:lnTo>
                    <a:pt x="69126" y="73393"/>
                  </a:lnTo>
                  <a:lnTo>
                    <a:pt x="68938" y="73567"/>
                  </a:lnTo>
                  <a:lnTo>
                    <a:pt x="70282" y="75112"/>
                  </a:lnTo>
                  <a:lnTo>
                    <a:pt x="70866" y="75783"/>
                  </a:lnTo>
                  <a:lnTo>
                    <a:pt x="71272" y="76250"/>
                  </a:lnTo>
                  <a:lnTo>
                    <a:pt x="72233" y="77354"/>
                  </a:lnTo>
                  <a:lnTo>
                    <a:pt x="72391" y="77536"/>
                  </a:lnTo>
                  <a:lnTo>
                    <a:pt x="72791" y="78500"/>
                  </a:lnTo>
                  <a:lnTo>
                    <a:pt x="72849" y="78638"/>
                  </a:lnTo>
                  <a:lnTo>
                    <a:pt x="73037" y="79091"/>
                  </a:lnTo>
                  <a:lnTo>
                    <a:pt x="73251" y="79607"/>
                  </a:lnTo>
                  <a:lnTo>
                    <a:pt x="73352" y="79849"/>
                  </a:lnTo>
                  <a:lnTo>
                    <a:pt x="73595" y="80436"/>
                  </a:lnTo>
                  <a:lnTo>
                    <a:pt x="73846" y="81040"/>
                  </a:lnTo>
                  <a:lnTo>
                    <a:pt x="74617" y="82898"/>
                  </a:lnTo>
                  <a:lnTo>
                    <a:pt x="74723" y="83154"/>
                  </a:lnTo>
                  <a:lnTo>
                    <a:pt x="74782" y="83286"/>
                  </a:lnTo>
                  <a:lnTo>
                    <a:pt x="75115" y="84045"/>
                  </a:lnTo>
                  <a:lnTo>
                    <a:pt x="75251" y="84354"/>
                  </a:lnTo>
                  <a:lnTo>
                    <a:pt x="75893" y="85436"/>
                  </a:lnTo>
                  <a:lnTo>
                    <a:pt x="76452" y="86379"/>
                  </a:lnTo>
                  <a:lnTo>
                    <a:pt x="76564" y="86568"/>
                  </a:lnTo>
                  <a:lnTo>
                    <a:pt x="77154" y="87562"/>
                  </a:lnTo>
                  <a:lnTo>
                    <a:pt x="77338" y="87873"/>
                  </a:lnTo>
                  <a:lnTo>
                    <a:pt x="78103" y="89162"/>
                  </a:lnTo>
                  <a:lnTo>
                    <a:pt x="79404" y="91356"/>
                  </a:lnTo>
                  <a:lnTo>
                    <a:pt x="79643" y="91758"/>
                  </a:lnTo>
                  <a:lnTo>
                    <a:pt x="80113" y="92344"/>
                  </a:lnTo>
                  <a:lnTo>
                    <a:pt x="80595" y="92944"/>
                  </a:lnTo>
                  <a:lnTo>
                    <a:pt x="82355" y="95136"/>
                  </a:lnTo>
                  <a:lnTo>
                    <a:pt x="83295" y="96306"/>
                  </a:lnTo>
                  <a:lnTo>
                    <a:pt x="84473" y="97774"/>
                  </a:lnTo>
                  <a:lnTo>
                    <a:pt x="84931" y="98344"/>
                  </a:lnTo>
                  <a:lnTo>
                    <a:pt x="85356" y="98873"/>
                  </a:lnTo>
                  <a:lnTo>
                    <a:pt x="85760" y="99365"/>
                  </a:lnTo>
                  <a:lnTo>
                    <a:pt x="86375" y="100017"/>
                  </a:lnTo>
                  <a:lnTo>
                    <a:pt x="87085" y="100768"/>
                  </a:lnTo>
                  <a:lnTo>
                    <a:pt x="88227" y="101977"/>
                  </a:lnTo>
                  <a:lnTo>
                    <a:pt x="89215" y="103022"/>
                  </a:lnTo>
                  <a:lnTo>
                    <a:pt x="89957" y="103808"/>
                  </a:lnTo>
                  <a:lnTo>
                    <a:pt x="92521" y="106522"/>
                  </a:lnTo>
                  <a:lnTo>
                    <a:pt x="93579" y="107666"/>
                  </a:lnTo>
                  <a:lnTo>
                    <a:pt x="94754" y="109238"/>
                  </a:lnTo>
                  <a:lnTo>
                    <a:pt x="96594" y="111701"/>
                  </a:lnTo>
                  <a:lnTo>
                    <a:pt x="97133" y="112422"/>
                  </a:lnTo>
                  <a:lnTo>
                    <a:pt x="97863" y="113398"/>
                  </a:lnTo>
                  <a:lnTo>
                    <a:pt x="98892" y="114774"/>
                  </a:lnTo>
                  <a:lnTo>
                    <a:pt x="99786" y="115970"/>
                  </a:lnTo>
                  <a:lnTo>
                    <a:pt x="101701" y="120262"/>
                  </a:lnTo>
                  <a:lnTo>
                    <a:pt x="102601" y="122065"/>
                  </a:lnTo>
                  <a:lnTo>
                    <a:pt x="104310" y="125488"/>
                  </a:lnTo>
                  <a:lnTo>
                    <a:pt x="105382" y="127155"/>
                  </a:lnTo>
                  <a:lnTo>
                    <a:pt x="106007" y="128128"/>
                  </a:lnTo>
                  <a:lnTo>
                    <a:pt x="106710" y="129221"/>
                  </a:lnTo>
                  <a:lnTo>
                    <a:pt x="107319" y="130168"/>
                  </a:lnTo>
                  <a:lnTo>
                    <a:pt x="107941" y="131135"/>
                  </a:lnTo>
                  <a:lnTo>
                    <a:pt x="109453" y="132462"/>
                  </a:lnTo>
                  <a:lnTo>
                    <a:pt x="112975" y="135555"/>
                  </a:lnTo>
                  <a:lnTo>
                    <a:pt x="113153" y="135711"/>
                  </a:lnTo>
                  <a:lnTo>
                    <a:pt x="113361" y="135872"/>
                  </a:lnTo>
                  <a:lnTo>
                    <a:pt x="115517" y="137540"/>
                  </a:lnTo>
                  <a:lnTo>
                    <a:pt x="116450" y="138261"/>
                  </a:lnTo>
                  <a:lnTo>
                    <a:pt x="116585" y="138396"/>
                  </a:lnTo>
                  <a:lnTo>
                    <a:pt x="117381" y="139185"/>
                  </a:lnTo>
                  <a:lnTo>
                    <a:pt x="117788" y="139589"/>
                  </a:lnTo>
                  <a:lnTo>
                    <a:pt x="117942" y="139741"/>
                  </a:lnTo>
                  <a:lnTo>
                    <a:pt x="117868" y="139878"/>
                  </a:lnTo>
                  <a:lnTo>
                    <a:pt x="117691" y="140204"/>
                  </a:lnTo>
                  <a:lnTo>
                    <a:pt x="117385" y="140766"/>
                  </a:lnTo>
                  <a:lnTo>
                    <a:pt x="116936" y="141418"/>
                  </a:lnTo>
                  <a:lnTo>
                    <a:pt x="115992" y="142787"/>
                  </a:lnTo>
                  <a:lnTo>
                    <a:pt x="115859" y="142981"/>
                  </a:lnTo>
                  <a:lnTo>
                    <a:pt x="115188" y="143954"/>
                  </a:lnTo>
                  <a:lnTo>
                    <a:pt x="115003" y="144223"/>
                  </a:lnTo>
                  <a:lnTo>
                    <a:pt x="114227" y="145348"/>
                  </a:lnTo>
                  <a:lnTo>
                    <a:pt x="114041" y="145618"/>
                  </a:lnTo>
                  <a:lnTo>
                    <a:pt x="113719" y="146086"/>
                  </a:lnTo>
                  <a:lnTo>
                    <a:pt x="113293" y="146703"/>
                  </a:lnTo>
                  <a:lnTo>
                    <a:pt x="113041" y="147069"/>
                  </a:lnTo>
                  <a:lnTo>
                    <a:pt x="121876" y="152774"/>
                  </a:lnTo>
                  <a:lnTo>
                    <a:pt x="130129" y="158102"/>
                  </a:lnTo>
                  <a:lnTo>
                    <a:pt x="132254" y="159474"/>
                  </a:lnTo>
                  <a:lnTo>
                    <a:pt x="132786" y="159941"/>
                  </a:lnTo>
                  <a:lnTo>
                    <a:pt x="132656" y="160106"/>
                  </a:lnTo>
                  <a:lnTo>
                    <a:pt x="132270" y="160598"/>
                  </a:lnTo>
                  <a:lnTo>
                    <a:pt x="131136" y="162043"/>
                  </a:lnTo>
                  <a:lnTo>
                    <a:pt x="130844" y="162422"/>
                  </a:lnTo>
                  <a:lnTo>
                    <a:pt x="129744" y="163849"/>
                  </a:lnTo>
                  <a:lnTo>
                    <a:pt x="128655" y="165263"/>
                  </a:lnTo>
                  <a:lnTo>
                    <a:pt x="127959" y="166166"/>
                  </a:lnTo>
                  <a:lnTo>
                    <a:pt x="127823" y="166343"/>
                  </a:lnTo>
                  <a:lnTo>
                    <a:pt x="126964" y="167441"/>
                  </a:lnTo>
                  <a:lnTo>
                    <a:pt x="126777" y="167654"/>
                  </a:lnTo>
                  <a:lnTo>
                    <a:pt x="126316" y="168181"/>
                  </a:lnTo>
                  <a:lnTo>
                    <a:pt x="125366" y="167434"/>
                  </a:lnTo>
                  <a:lnTo>
                    <a:pt x="124843" y="167023"/>
                  </a:lnTo>
                  <a:lnTo>
                    <a:pt x="124443" y="166708"/>
                  </a:lnTo>
                  <a:lnTo>
                    <a:pt x="122841" y="165449"/>
                  </a:lnTo>
                  <a:lnTo>
                    <a:pt x="120681" y="163995"/>
                  </a:lnTo>
                  <a:lnTo>
                    <a:pt x="112542" y="158515"/>
                  </a:lnTo>
                  <a:lnTo>
                    <a:pt x="109439" y="161236"/>
                  </a:lnTo>
                  <a:lnTo>
                    <a:pt x="104832" y="165275"/>
                  </a:lnTo>
                  <a:lnTo>
                    <a:pt x="98885" y="170808"/>
                  </a:lnTo>
                  <a:lnTo>
                    <a:pt x="98523" y="171130"/>
                  </a:lnTo>
                  <a:lnTo>
                    <a:pt x="97944" y="170471"/>
                  </a:lnTo>
                  <a:lnTo>
                    <a:pt x="97347" y="169791"/>
                  </a:lnTo>
                  <a:lnTo>
                    <a:pt x="94553" y="166610"/>
                  </a:lnTo>
                  <a:lnTo>
                    <a:pt x="93523" y="165438"/>
                  </a:lnTo>
                  <a:lnTo>
                    <a:pt x="90594" y="162103"/>
                  </a:lnTo>
                  <a:lnTo>
                    <a:pt x="87011" y="160027"/>
                  </a:lnTo>
                  <a:lnTo>
                    <a:pt x="85883" y="159372"/>
                  </a:lnTo>
                  <a:lnTo>
                    <a:pt x="80574" y="156295"/>
                  </a:lnTo>
                  <a:lnTo>
                    <a:pt x="78161" y="154896"/>
                  </a:lnTo>
                  <a:lnTo>
                    <a:pt x="76700" y="154049"/>
                  </a:lnTo>
                  <a:lnTo>
                    <a:pt x="76077" y="153755"/>
                  </a:lnTo>
                  <a:lnTo>
                    <a:pt x="75838" y="153642"/>
                  </a:lnTo>
                  <a:lnTo>
                    <a:pt x="75070" y="153279"/>
                  </a:lnTo>
                  <a:lnTo>
                    <a:pt x="74840" y="153170"/>
                  </a:lnTo>
                  <a:lnTo>
                    <a:pt x="75479" y="151919"/>
                  </a:lnTo>
                  <a:lnTo>
                    <a:pt x="78408" y="146984"/>
                  </a:lnTo>
                  <a:lnTo>
                    <a:pt x="79242" y="145513"/>
                  </a:lnTo>
                  <a:lnTo>
                    <a:pt x="78971" y="145373"/>
                  </a:lnTo>
                  <a:lnTo>
                    <a:pt x="78759" y="145263"/>
                  </a:lnTo>
                  <a:lnTo>
                    <a:pt x="74448" y="143026"/>
                  </a:lnTo>
                  <a:lnTo>
                    <a:pt x="72320" y="141922"/>
                  </a:lnTo>
                  <a:lnTo>
                    <a:pt x="70602" y="141015"/>
                  </a:lnTo>
                  <a:lnTo>
                    <a:pt x="63557" y="137295"/>
                  </a:lnTo>
                  <a:lnTo>
                    <a:pt x="61691" y="136310"/>
                  </a:lnTo>
                  <a:lnTo>
                    <a:pt x="59574" y="135192"/>
                  </a:lnTo>
                  <a:lnTo>
                    <a:pt x="58509" y="134079"/>
                  </a:lnTo>
                  <a:lnTo>
                    <a:pt x="58595" y="133930"/>
                  </a:lnTo>
                  <a:lnTo>
                    <a:pt x="58708" y="133737"/>
                  </a:lnTo>
                  <a:lnTo>
                    <a:pt x="58951" y="133346"/>
                  </a:lnTo>
                  <a:lnTo>
                    <a:pt x="59067" y="133178"/>
                  </a:lnTo>
                  <a:lnTo>
                    <a:pt x="59223" y="132953"/>
                  </a:lnTo>
                  <a:lnTo>
                    <a:pt x="59373" y="132738"/>
                  </a:lnTo>
                  <a:lnTo>
                    <a:pt x="59551" y="132481"/>
                  </a:lnTo>
                  <a:lnTo>
                    <a:pt x="59777" y="132066"/>
                  </a:lnTo>
                  <a:lnTo>
                    <a:pt x="59830" y="131846"/>
                  </a:lnTo>
                  <a:lnTo>
                    <a:pt x="60538" y="130270"/>
                  </a:lnTo>
                  <a:lnTo>
                    <a:pt x="61249" y="128687"/>
                  </a:lnTo>
                  <a:lnTo>
                    <a:pt x="61298" y="128441"/>
                  </a:lnTo>
                  <a:lnTo>
                    <a:pt x="61444" y="127705"/>
                  </a:lnTo>
                  <a:lnTo>
                    <a:pt x="61672" y="126722"/>
                  </a:lnTo>
                  <a:lnTo>
                    <a:pt x="61764" y="126324"/>
                  </a:lnTo>
                  <a:lnTo>
                    <a:pt x="61997" y="125627"/>
                  </a:lnTo>
                  <a:lnTo>
                    <a:pt x="62182" y="125072"/>
                  </a:lnTo>
                  <a:lnTo>
                    <a:pt x="62482" y="123990"/>
                  </a:lnTo>
                  <a:lnTo>
                    <a:pt x="63165" y="121524"/>
                  </a:lnTo>
                  <a:lnTo>
                    <a:pt x="63584" y="120012"/>
                  </a:lnTo>
                  <a:lnTo>
                    <a:pt x="63853" y="118795"/>
                  </a:lnTo>
                  <a:lnTo>
                    <a:pt x="64235" y="117074"/>
                  </a:lnTo>
                  <a:lnTo>
                    <a:pt x="64712" y="114926"/>
                  </a:lnTo>
                  <a:lnTo>
                    <a:pt x="65127" y="112585"/>
                  </a:lnTo>
                  <a:lnTo>
                    <a:pt x="63609" y="110056"/>
                  </a:lnTo>
                  <a:lnTo>
                    <a:pt x="62754" y="108630"/>
                  </a:lnTo>
                  <a:lnTo>
                    <a:pt x="61588" y="106687"/>
                  </a:lnTo>
                  <a:lnTo>
                    <a:pt x="61290" y="106164"/>
                  </a:lnTo>
                  <a:lnTo>
                    <a:pt x="59793" y="103533"/>
                  </a:lnTo>
                  <a:lnTo>
                    <a:pt x="59367" y="102785"/>
                  </a:lnTo>
                  <a:lnTo>
                    <a:pt x="58234" y="101000"/>
                  </a:lnTo>
                  <a:lnTo>
                    <a:pt x="58106" y="100798"/>
                  </a:lnTo>
                  <a:lnTo>
                    <a:pt x="55166" y="96169"/>
                  </a:lnTo>
                  <a:lnTo>
                    <a:pt x="54995" y="95900"/>
                  </a:lnTo>
                  <a:lnTo>
                    <a:pt x="52846" y="92516"/>
                  </a:lnTo>
                  <a:lnTo>
                    <a:pt x="52305" y="91742"/>
                  </a:lnTo>
                  <a:lnTo>
                    <a:pt x="51103" y="90022"/>
                  </a:lnTo>
                  <a:lnTo>
                    <a:pt x="49787" y="88589"/>
                  </a:lnTo>
                  <a:lnTo>
                    <a:pt x="49480" y="88505"/>
                  </a:lnTo>
                  <a:lnTo>
                    <a:pt x="48867" y="88338"/>
                  </a:lnTo>
                  <a:lnTo>
                    <a:pt x="47534" y="87974"/>
                  </a:lnTo>
                  <a:lnTo>
                    <a:pt x="44425" y="87924"/>
                  </a:lnTo>
                  <a:lnTo>
                    <a:pt x="39119" y="87838"/>
                  </a:lnTo>
                  <a:lnTo>
                    <a:pt x="37313" y="87809"/>
                  </a:lnTo>
                  <a:lnTo>
                    <a:pt x="35978" y="87788"/>
                  </a:lnTo>
                  <a:lnTo>
                    <a:pt x="35470" y="88118"/>
                  </a:lnTo>
                  <a:lnTo>
                    <a:pt x="34778" y="88567"/>
                  </a:lnTo>
                  <a:lnTo>
                    <a:pt x="30719" y="91203"/>
                  </a:lnTo>
                  <a:lnTo>
                    <a:pt x="28506" y="92314"/>
                  </a:lnTo>
                  <a:lnTo>
                    <a:pt x="24780" y="93634"/>
                  </a:lnTo>
                  <a:lnTo>
                    <a:pt x="24358" y="88944"/>
                  </a:lnTo>
                  <a:lnTo>
                    <a:pt x="24293" y="88226"/>
                  </a:lnTo>
                  <a:lnTo>
                    <a:pt x="22274" y="84740"/>
                  </a:lnTo>
                  <a:lnTo>
                    <a:pt x="16427" y="81396"/>
                  </a:lnTo>
                  <a:lnTo>
                    <a:pt x="11903" y="80400"/>
                  </a:lnTo>
                  <a:lnTo>
                    <a:pt x="5585" y="81578"/>
                  </a:lnTo>
                  <a:lnTo>
                    <a:pt x="139" y="58983"/>
                  </a:lnTo>
                  <a:lnTo>
                    <a:pt x="0" y="49591"/>
                  </a:lnTo>
                  <a:lnTo>
                    <a:pt x="2297" y="18570"/>
                  </a:lnTo>
                  <a:lnTo>
                    <a:pt x="5220" y="1707"/>
                  </a:lnTo>
                  <a:lnTo>
                    <a:pt x="5220" y="0"/>
                  </a:lnTo>
                  <a:lnTo>
                    <a:pt x="18901" y="8385"/>
                  </a:lnTo>
                  <a:lnTo>
                    <a:pt x="24660" y="23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30210" y="4002290"/>
              <a:ext cx="163641" cy="117188"/>
            </a:xfrm>
            <a:custGeom>
              <a:avLst/>
              <a:pathLst>
                <a:path w="163641" h="117188">
                  <a:moveTo>
                    <a:pt x="93791" y="17022"/>
                  </a:moveTo>
                  <a:lnTo>
                    <a:pt x="97172" y="19228"/>
                  </a:lnTo>
                  <a:lnTo>
                    <a:pt x="97633" y="19552"/>
                  </a:lnTo>
                  <a:lnTo>
                    <a:pt x="98871" y="20420"/>
                  </a:lnTo>
                  <a:lnTo>
                    <a:pt x="99344" y="20752"/>
                  </a:lnTo>
                  <a:lnTo>
                    <a:pt x="100495" y="21559"/>
                  </a:lnTo>
                  <a:lnTo>
                    <a:pt x="103109" y="23394"/>
                  </a:lnTo>
                  <a:lnTo>
                    <a:pt x="104312" y="24056"/>
                  </a:lnTo>
                  <a:lnTo>
                    <a:pt x="110128" y="15455"/>
                  </a:lnTo>
                  <a:lnTo>
                    <a:pt x="112291" y="12255"/>
                  </a:lnTo>
                  <a:lnTo>
                    <a:pt x="111712" y="13087"/>
                  </a:lnTo>
                  <a:lnTo>
                    <a:pt x="112393" y="12083"/>
                  </a:lnTo>
                  <a:lnTo>
                    <a:pt x="116241" y="6414"/>
                  </a:lnTo>
                  <a:lnTo>
                    <a:pt x="116475" y="6069"/>
                  </a:lnTo>
                  <a:lnTo>
                    <a:pt x="118730" y="4788"/>
                  </a:lnTo>
                  <a:lnTo>
                    <a:pt x="122207" y="3897"/>
                  </a:lnTo>
                  <a:lnTo>
                    <a:pt x="127963" y="2421"/>
                  </a:lnTo>
                  <a:lnTo>
                    <a:pt x="131641" y="8890"/>
                  </a:lnTo>
                  <a:lnTo>
                    <a:pt x="131619" y="9163"/>
                  </a:lnTo>
                  <a:lnTo>
                    <a:pt x="130996" y="9492"/>
                  </a:lnTo>
                  <a:lnTo>
                    <a:pt x="127906" y="11123"/>
                  </a:lnTo>
                  <a:lnTo>
                    <a:pt x="128424" y="12083"/>
                  </a:lnTo>
                  <a:lnTo>
                    <a:pt x="128565" y="12344"/>
                  </a:lnTo>
                  <a:lnTo>
                    <a:pt x="128730" y="12649"/>
                  </a:lnTo>
                  <a:lnTo>
                    <a:pt x="129688" y="14368"/>
                  </a:lnTo>
                  <a:lnTo>
                    <a:pt x="130222" y="16377"/>
                  </a:lnTo>
                  <a:lnTo>
                    <a:pt x="129835" y="16928"/>
                  </a:lnTo>
                  <a:lnTo>
                    <a:pt x="128409" y="18953"/>
                  </a:lnTo>
                  <a:lnTo>
                    <a:pt x="131305" y="21913"/>
                  </a:lnTo>
                  <a:lnTo>
                    <a:pt x="131001" y="23151"/>
                  </a:lnTo>
                  <a:lnTo>
                    <a:pt x="134092" y="26832"/>
                  </a:lnTo>
                  <a:lnTo>
                    <a:pt x="137486" y="30537"/>
                  </a:lnTo>
                  <a:lnTo>
                    <a:pt x="138915" y="32020"/>
                  </a:lnTo>
                  <a:lnTo>
                    <a:pt x="139379" y="32500"/>
                  </a:lnTo>
                  <a:lnTo>
                    <a:pt x="140047" y="35318"/>
                  </a:lnTo>
                  <a:lnTo>
                    <a:pt x="139916" y="35361"/>
                  </a:lnTo>
                  <a:lnTo>
                    <a:pt x="138210" y="35916"/>
                  </a:lnTo>
                  <a:lnTo>
                    <a:pt x="139134" y="44038"/>
                  </a:lnTo>
                  <a:lnTo>
                    <a:pt x="140390" y="43770"/>
                  </a:lnTo>
                  <a:lnTo>
                    <a:pt x="143376" y="43133"/>
                  </a:lnTo>
                  <a:lnTo>
                    <a:pt x="145144" y="42755"/>
                  </a:lnTo>
                  <a:lnTo>
                    <a:pt x="146429" y="42324"/>
                  </a:lnTo>
                  <a:lnTo>
                    <a:pt x="147085" y="41730"/>
                  </a:lnTo>
                  <a:lnTo>
                    <a:pt x="147326" y="41512"/>
                  </a:lnTo>
                  <a:lnTo>
                    <a:pt x="148296" y="41294"/>
                  </a:lnTo>
                  <a:lnTo>
                    <a:pt x="154524" y="40041"/>
                  </a:lnTo>
                  <a:lnTo>
                    <a:pt x="155672" y="39810"/>
                  </a:lnTo>
                  <a:lnTo>
                    <a:pt x="159795" y="38980"/>
                  </a:lnTo>
                  <a:lnTo>
                    <a:pt x="160191" y="44239"/>
                  </a:lnTo>
                  <a:lnTo>
                    <a:pt x="160240" y="44893"/>
                  </a:lnTo>
                  <a:lnTo>
                    <a:pt x="160346" y="45741"/>
                  </a:lnTo>
                  <a:lnTo>
                    <a:pt x="160421" y="46342"/>
                  </a:lnTo>
                  <a:lnTo>
                    <a:pt x="160452" y="46591"/>
                  </a:lnTo>
                  <a:lnTo>
                    <a:pt x="160595" y="47777"/>
                  </a:lnTo>
                  <a:lnTo>
                    <a:pt x="160612" y="47984"/>
                  </a:lnTo>
                  <a:lnTo>
                    <a:pt x="160853" y="51083"/>
                  </a:lnTo>
                  <a:lnTo>
                    <a:pt x="160985" y="53500"/>
                  </a:lnTo>
                  <a:lnTo>
                    <a:pt x="161201" y="57444"/>
                  </a:lnTo>
                  <a:lnTo>
                    <a:pt x="161173" y="59991"/>
                  </a:lnTo>
                  <a:lnTo>
                    <a:pt x="161109" y="62139"/>
                  </a:lnTo>
                  <a:lnTo>
                    <a:pt x="161081" y="63068"/>
                  </a:lnTo>
                  <a:lnTo>
                    <a:pt x="161075" y="63250"/>
                  </a:lnTo>
                  <a:lnTo>
                    <a:pt x="161777" y="63341"/>
                  </a:lnTo>
                  <a:lnTo>
                    <a:pt x="163181" y="63891"/>
                  </a:lnTo>
                  <a:lnTo>
                    <a:pt x="163641" y="63979"/>
                  </a:lnTo>
                  <a:lnTo>
                    <a:pt x="163555" y="64220"/>
                  </a:lnTo>
                  <a:lnTo>
                    <a:pt x="162762" y="66454"/>
                  </a:lnTo>
                  <a:lnTo>
                    <a:pt x="161898" y="69813"/>
                  </a:lnTo>
                  <a:lnTo>
                    <a:pt x="161365" y="73099"/>
                  </a:lnTo>
                  <a:lnTo>
                    <a:pt x="161107" y="73048"/>
                  </a:lnTo>
                  <a:lnTo>
                    <a:pt x="155221" y="72435"/>
                  </a:lnTo>
                  <a:lnTo>
                    <a:pt x="153671" y="72312"/>
                  </a:lnTo>
                  <a:lnTo>
                    <a:pt x="152315" y="72356"/>
                  </a:lnTo>
                  <a:lnTo>
                    <a:pt x="151526" y="72396"/>
                  </a:lnTo>
                  <a:lnTo>
                    <a:pt x="151376" y="72439"/>
                  </a:lnTo>
                  <a:lnTo>
                    <a:pt x="150331" y="72735"/>
                  </a:lnTo>
                  <a:lnTo>
                    <a:pt x="147606" y="73885"/>
                  </a:lnTo>
                  <a:lnTo>
                    <a:pt x="146436" y="74653"/>
                  </a:lnTo>
                  <a:lnTo>
                    <a:pt x="145367" y="75490"/>
                  </a:lnTo>
                  <a:lnTo>
                    <a:pt x="143426" y="77725"/>
                  </a:lnTo>
                  <a:lnTo>
                    <a:pt x="141725" y="80049"/>
                  </a:lnTo>
                  <a:lnTo>
                    <a:pt x="140205" y="84370"/>
                  </a:lnTo>
                  <a:lnTo>
                    <a:pt x="140038" y="85864"/>
                  </a:lnTo>
                  <a:lnTo>
                    <a:pt x="139887" y="87218"/>
                  </a:lnTo>
                  <a:lnTo>
                    <a:pt x="139010" y="89751"/>
                  </a:lnTo>
                  <a:lnTo>
                    <a:pt x="138250" y="92853"/>
                  </a:lnTo>
                  <a:lnTo>
                    <a:pt x="137934" y="93616"/>
                  </a:lnTo>
                  <a:lnTo>
                    <a:pt x="134709" y="92815"/>
                  </a:lnTo>
                  <a:lnTo>
                    <a:pt x="133752" y="92433"/>
                  </a:lnTo>
                  <a:lnTo>
                    <a:pt x="132472" y="91841"/>
                  </a:lnTo>
                  <a:lnTo>
                    <a:pt x="133187" y="94868"/>
                  </a:lnTo>
                  <a:lnTo>
                    <a:pt x="135966" y="105233"/>
                  </a:lnTo>
                  <a:lnTo>
                    <a:pt x="134217" y="106667"/>
                  </a:lnTo>
                  <a:lnTo>
                    <a:pt x="135609" y="110680"/>
                  </a:lnTo>
                  <a:lnTo>
                    <a:pt x="138366" y="114956"/>
                  </a:lnTo>
                  <a:lnTo>
                    <a:pt x="132322" y="116111"/>
                  </a:lnTo>
                  <a:lnTo>
                    <a:pt x="132025" y="116202"/>
                  </a:lnTo>
                  <a:lnTo>
                    <a:pt x="128811" y="117188"/>
                  </a:lnTo>
                  <a:lnTo>
                    <a:pt x="119899" y="97415"/>
                  </a:lnTo>
                  <a:lnTo>
                    <a:pt x="116516" y="96690"/>
                  </a:lnTo>
                  <a:lnTo>
                    <a:pt x="113030" y="97554"/>
                  </a:lnTo>
                  <a:lnTo>
                    <a:pt x="110252" y="92482"/>
                  </a:lnTo>
                  <a:lnTo>
                    <a:pt x="110097" y="85471"/>
                  </a:lnTo>
                  <a:lnTo>
                    <a:pt x="109893" y="76241"/>
                  </a:lnTo>
                  <a:lnTo>
                    <a:pt x="110784" y="76139"/>
                  </a:lnTo>
                  <a:lnTo>
                    <a:pt x="111839" y="76144"/>
                  </a:lnTo>
                  <a:lnTo>
                    <a:pt x="112784" y="76149"/>
                  </a:lnTo>
                  <a:lnTo>
                    <a:pt x="113484" y="76214"/>
                  </a:lnTo>
                  <a:lnTo>
                    <a:pt x="114023" y="76263"/>
                  </a:lnTo>
                  <a:lnTo>
                    <a:pt x="113784" y="73790"/>
                  </a:lnTo>
                  <a:lnTo>
                    <a:pt x="112817" y="60994"/>
                  </a:lnTo>
                  <a:lnTo>
                    <a:pt x="112560" y="57656"/>
                  </a:lnTo>
                  <a:lnTo>
                    <a:pt x="111944" y="49652"/>
                  </a:lnTo>
                  <a:lnTo>
                    <a:pt x="108045" y="39293"/>
                  </a:lnTo>
                  <a:lnTo>
                    <a:pt x="102784" y="35218"/>
                  </a:lnTo>
                  <a:lnTo>
                    <a:pt x="101288" y="36682"/>
                  </a:lnTo>
                  <a:lnTo>
                    <a:pt x="100562" y="37010"/>
                  </a:lnTo>
                  <a:lnTo>
                    <a:pt x="98086" y="38129"/>
                  </a:lnTo>
                  <a:lnTo>
                    <a:pt x="97106" y="38572"/>
                  </a:lnTo>
                  <a:lnTo>
                    <a:pt x="94398" y="38735"/>
                  </a:lnTo>
                  <a:lnTo>
                    <a:pt x="92981" y="38820"/>
                  </a:lnTo>
                  <a:lnTo>
                    <a:pt x="88594" y="39043"/>
                  </a:lnTo>
                  <a:lnTo>
                    <a:pt x="81401" y="39409"/>
                  </a:lnTo>
                  <a:lnTo>
                    <a:pt x="79741" y="39493"/>
                  </a:lnTo>
                  <a:lnTo>
                    <a:pt x="70073" y="39546"/>
                  </a:lnTo>
                  <a:lnTo>
                    <a:pt x="64325" y="39578"/>
                  </a:lnTo>
                  <a:lnTo>
                    <a:pt x="62663" y="39592"/>
                  </a:lnTo>
                  <a:lnTo>
                    <a:pt x="62796" y="40585"/>
                  </a:lnTo>
                  <a:lnTo>
                    <a:pt x="63310" y="42792"/>
                  </a:lnTo>
                  <a:lnTo>
                    <a:pt x="63429" y="44850"/>
                  </a:lnTo>
                  <a:lnTo>
                    <a:pt x="63313" y="47739"/>
                  </a:lnTo>
                  <a:lnTo>
                    <a:pt x="63240" y="49546"/>
                  </a:lnTo>
                  <a:lnTo>
                    <a:pt x="62981" y="50700"/>
                  </a:lnTo>
                  <a:lnTo>
                    <a:pt x="62287" y="53792"/>
                  </a:lnTo>
                  <a:lnTo>
                    <a:pt x="61057" y="59268"/>
                  </a:lnTo>
                  <a:lnTo>
                    <a:pt x="59732" y="58013"/>
                  </a:lnTo>
                  <a:lnTo>
                    <a:pt x="57895" y="56578"/>
                  </a:lnTo>
                  <a:lnTo>
                    <a:pt x="57393" y="56655"/>
                  </a:lnTo>
                  <a:lnTo>
                    <a:pt x="54833" y="59574"/>
                  </a:lnTo>
                  <a:lnTo>
                    <a:pt x="53956" y="60361"/>
                  </a:lnTo>
                  <a:lnTo>
                    <a:pt x="53374" y="60883"/>
                  </a:lnTo>
                  <a:lnTo>
                    <a:pt x="52667" y="61694"/>
                  </a:lnTo>
                  <a:lnTo>
                    <a:pt x="50871" y="64625"/>
                  </a:lnTo>
                  <a:lnTo>
                    <a:pt x="49386" y="66457"/>
                  </a:lnTo>
                  <a:lnTo>
                    <a:pt x="48974" y="66643"/>
                  </a:lnTo>
                  <a:lnTo>
                    <a:pt x="46287" y="67857"/>
                  </a:lnTo>
                  <a:lnTo>
                    <a:pt x="45586" y="67874"/>
                  </a:lnTo>
                  <a:lnTo>
                    <a:pt x="44923" y="68279"/>
                  </a:lnTo>
                  <a:lnTo>
                    <a:pt x="44617" y="68466"/>
                  </a:lnTo>
                  <a:lnTo>
                    <a:pt x="44024" y="68284"/>
                  </a:lnTo>
                  <a:lnTo>
                    <a:pt x="41187" y="67415"/>
                  </a:lnTo>
                  <a:lnTo>
                    <a:pt x="39079" y="66769"/>
                  </a:lnTo>
                  <a:lnTo>
                    <a:pt x="35137" y="65745"/>
                  </a:lnTo>
                  <a:lnTo>
                    <a:pt x="32907" y="65052"/>
                  </a:lnTo>
                  <a:lnTo>
                    <a:pt x="32352" y="64879"/>
                  </a:lnTo>
                  <a:lnTo>
                    <a:pt x="30882" y="64196"/>
                  </a:lnTo>
                  <a:lnTo>
                    <a:pt x="27519" y="62853"/>
                  </a:lnTo>
                  <a:lnTo>
                    <a:pt x="24159" y="61337"/>
                  </a:lnTo>
                  <a:lnTo>
                    <a:pt x="23331" y="60963"/>
                  </a:lnTo>
                  <a:lnTo>
                    <a:pt x="20874" y="59736"/>
                  </a:lnTo>
                  <a:lnTo>
                    <a:pt x="16211" y="57406"/>
                  </a:lnTo>
                  <a:lnTo>
                    <a:pt x="15847" y="57224"/>
                  </a:lnTo>
                  <a:lnTo>
                    <a:pt x="13274" y="56045"/>
                  </a:lnTo>
                  <a:lnTo>
                    <a:pt x="11761" y="55442"/>
                  </a:lnTo>
                  <a:lnTo>
                    <a:pt x="4899" y="52701"/>
                  </a:lnTo>
                  <a:lnTo>
                    <a:pt x="4420" y="52511"/>
                  </a:lnTo>
                  <a:lnTo>
                    <a:pt x="3782" y="52173"/>
                  </a:lnTo>
                  <a:lnTo>
                    <a:pt x="3517" y="52032"/>
                  </a:lnTo>
                  <a:lnTo>
                    <a:pt x="2548" y="51230"/>
                  </a:lnTo>
                  <a:lnTo>
                    <a:pt x="1246" y="49552"/>
                  </a:lnTo>
                  <a:lnTo>
                    <a:pt x="1599" y="48016"/>
                  </a:lnTo>
                  <a:lnTo>
                    <a:pt x="1949" y="46489"/>
                  </a:lnTo>
                  <a:lnTo>
                    <a:pt x="2036" y="46109"/>
                  </a:lnTo>
                  <a:lnTo>
                    <a:pt x="2345" y="44791"/>
                  </a:lnTo>
                  <a:lnTo>
                    <a:pt x="2463" y="44288"/>
                  </a:lnTo>
                  <a:lnTo>
                    <a:pt x="2962" y="43787"/>
                  </a:lnTo>
                  <a:lnTo>
                    <a:pt x="3229" y="43519"/>
                  </a:lnTo>
                  <a:lnTo>
                    <a:pt x="4037" y="42651"/>
                  </a:lnTo>
                  <a:lnTo>
                    <a:pt x="4412" y="42053"/>
                  </a:lnTo>
                  <a:lnTo>
                    <a:pt x="4691" y="41242"/>
                  </a:lnTo>
                  <a:lnTo>
                    <a:pt x="4834" y="39093"/>
                  </a:lnTo>
                  <a:lnTo>
                    <a:pt x="4858" y="38738"/>
                  </a:lnTo>
                  <a:lnTo>
                    <a:pt x="5247" y="38057"/>
                  </a:lnTo>
                  <a:lnTo>
                    <a:pt x="4702" y="37958"/>
                  </a:lnTo>
                  <a:lnTo>
                    <a:pt x="2861" y="37079"/>
                  </a:lnTo>
                  <a:lnTo>
                    <a:pt x="4639" y="36744"/>
                  </a:lnTo>
                  <a:lnTo>
                    <a:pt x="7601" y="36187"/>
                  </a:lnTo>
                  <a:lnTo>
                    <a:pt x="7260" y="34379"/>
                  </a:lnTo>
                  <a:lnTo>
                    <a:pt x="6546" y="30590"/>
                  </a:lnTo>
                  <a:lnTo>
                    <a:pt x="6193" y="28719"/>
                  </a:lnTo>
                  <a:lnTo>
                    <a:pt x="6051" y="28191"/>
                  </a:lnTo>
                  <a:lnTo>
                    <a:pt x="5905" y="27649"/>
                  </a:lnTo>
                  <a:lnTo>
                    <a:pt x="5973" y="27342"/>
                  </a:lnTo>
                  <a:lnTo>
                    <a:pt x="5623" y="25581"/>
                  </a:lnTo>
                  <a:lnTo>
                    <a:pt x="4583" y="20999"/>
                  </a:lnTo>
                  <a:lnTo>
                    <a:pt x="4476" y="20529"/>
                  </a:lnTo>
                  <a:lnTo>
                    <a:pt x="3876" y="17664"/>
                  </a:lnTo>
                  <a:lnTo>
                    <a:pt x="3221" y="17849"/>
                  </a:lnTo>
                  <a:lnTo>
                    <a:pt x="1596" y="10392"/>
                  </a:lnTo>
                  <a:lnTo>
                    <a:pt x="1184" y="8138"/>
                  </a:lnTo>
                  <a:lnTo>
                    <a:pt x="972" y="6976"/>
                  </a:lnTo>
                  <a:lnTo>
                    <a:pt x="248" y="6021"/>
                  </a:lnTo>
                  <a:lnTo>
                    <a:pt x="27" y="5729"/>
                  </a:lnTo>
                  <a:lnTo>
                    <a:pt x="0" y="5580"/>
                  </a:lnTo>
                  <a:lnTo>
                    <a:pt x="461" y="5453"/>
                  </a:lnTo>
                  <a:lnTo>
                    <a:pt x="1226" y="5244"/>
                  </a:lnTo>
                  <a:lnTo>
                    <a:pt x="2434" y="4913"/>
                  </a:lnTo>
                  <a:lnTo>
                    <a:pt x="3238" y="4766"/>
                  </a:lnTo>
                  <a:lnTo>
                    <a:pt x="10816" y="3380"/>
                  </a:lnTo>
                  <a:lnTo>
                    <a:pt x="11466" y="3261"/>
                  </a:lnTo>
                  <a:lnTo>
                    <a:pt x="12892" y="3001"/>
                  </a:lnTo>
                  <a:lnTo>
                    <a:pt x="18382" y="1931"/>
                  </a:lnTo>
                  <a:lnTo>
                    <a:pt x="23973" y="940"/>
                  </a:lnTo>
                  <a:lnTo>
                    <a:pt x="26368" y="473"/>
                  </a:lnTo>
                  <a:lnTo>
                    <a:pt x="27838" y="312"/>
                  </a:lnTo>
                  <a:lnTo>
                    <a:pt x="28334" y="258"/>
                  </a:lnTo>
                  <a:lnTo>
                    <a:pt x="29084" y="176"/>
                  </a:lnTo>
                  <a:lnTo>
                    <a:pt x="29517" y="112"/>
                  </a:lnTo>
                  <a:lnTo>
                    <a:pt x="29960" y="87"/>
                  </a:lnTo>
                  <a:lnTo>
                    <a:pt x="30631" y="48"/>
                  </a:lnTo>
                  <a:lnTo>
                    <a:pt x="31484" y="0"/>
                  </a:lnTo>
                  <a:lnTo>
                    <a:pt x="33087" y="0"/>
                  </a:lnTo>
                  <a:lnTo>
                    <a:pt x="35176" y="221"/>
                  </a:lnTo>
                  <a:lnTo>
                    <a:pt x="35847" y="388"/>
                  </a:lnTo>
                  <a:lnTo>
                    <a:pt x="36763" y="614"/>
                  </a:lnTo>
                  <a:lnTo>
                    <a:pt x="38918" y="1331"/>
                  </a:lnTo>
                  <a:lnTo>
                    <a:pt x="39684" y="1650"/>
                  </a:lnTo>
                  <a:lnTo>
                    <a:pt x="40973" y="2185"/>
                  </a:lnTo>
                  <a:lnTo>
                    <a:pt x="44522" y="4156"/>
                  </a:lnTo>
                  <a:lnTo>
                    <a:pt x="46003" y="4979"/>
                  </a:lnTo>
                  <a:lnTo>
                    <a:pt x="46473" y="5240"/>
                  </a:lnTo>
                  <a:lnTo>
                    <a:pt x="46669" y="5348"/>
                  </a:lnTo>
                  <a:lnTo>
                    <a:pt x="47171" y="5686"/>
                  </a:lnTo>
                  <a:lnTo>
                    <a:pt x="52989" y="9589"/>
                  </a:lnTo>
                  <a:lnTo>
                    <a:pt x="55056" y="10730"/>
                  </a:lnTo>
                  <a:lnTo>
                    <a:pt x="55411" y="10927"/>
                  </a:lnTo>
                  <a:lnTo>
                    <a:pt x="57611" y="11638"/>
                  </a:lnTo>
                  <a:lnTo>
                    <a:pt x="58698" y="11872"/>
                  </a:lnTo>
                  <a:lnTo>
                    <a:pt x="59036" y="11945"/>
                  </a:lnTo>
                  <a:lnTo>
                    <a:pt x="59449" y="12034"/>
                  </a:lnTo>
                  <a:lnTo>
                    <a:pt x="60785" y="12321"/>
                  </a:lnTo>
                  <a:lnTo>
                    <a:pt x="61107" y="12356"/>
                  </a:lnTo>
                  <a:lnTo>
                    <a:pt x="63753" y="12638"/>
                  </a:lnTo>
                  <a:lnTo>
                    <a:pt x="64737" y="12743"/>
                  </a:lnTo>
                  <a:lnTo>
                    <a:pt x="65853" y="12862"/>
                  </a:lnTo>
                  <a:lnTo>
                    <a:pt x="66414" y="12895"/>
                  </a:lnTo>
                  <a:lnTo>
                    <a:pt x="68070" y="12993"/>
                  </a:lnTo>
                  <a:lnTo>
                    <a:pt x="69181" y="13058"/>
                  </a:lnTo>
                  <a:lnTo>
                    <a:pt x="82253" y="13830"/>
                  </a:lnTo>
                  <a:lnTo>
                    <a:pt x="84263" y="13996"/>
                  </a:lnTo>
                  <a:lnTo>
                    <a:pt x="87766" y="14285"/>
                  </a:lnTo>
                  <a:lnTo>
                    <a:pt x="88574" y="14489"/>
                  </a:lnTo>
                  <a:lnTo>
                    <a:pt x="89798" y="14797"/>
                  </a:lnTo>
                  <a:lnTo>
                    <a:pt x="89992" y="14885"/>
                  </a:lnTo>
                  <a:lnTo>
                    <a:pt x="90992" y="15334"/>
                  </a:lnTo>
                  <a:lnTo>
                    <a:pt x="91724" y="156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660852" y="3973938"/>
              <a:ext cx="124518" cy="215780"/>
            </a:xfrm>
            <a:custGeom>
              <a:avLst/>
              <a:pathLst>
                <a:path w="124518" h="215780">
                  <a:moveTo>
                    <a:pt x="91519" y="82272"/>
                  </a:moveTo>
                  <a:lnTo>
                    <a:pt x="92145" y="81322"/>
                  </a:lnTo>
                  <a:lnTo>
                    <a:pt x="93280" y="79532"/>
                  </a:lnTo>
                  <a:lnTo>
                    <a:pt x="101895" y="85489"/>
                  </a:lnTo>
                  <a:lnTo>
                    <a:pt x="104723" y="87319"/>
                  </a:lnTo>
                  <a:lnTo>
                    <a:pt x="110164" y="90840"/>
                  </a:lnTo>
                  <a:lnTo>
                    <a:pt x="112221" y="92230"/>
                  </a:lnTo>
                  <a:lnTo>
                    <a:pt x="112479" y="92404"/>
                  </a:lnTo>
                  <a:lnTo>
                    <a:pt x="114696" y="93903"/>
                  </a:lnTo>
                  <a:lnTo>
                    <a:pt x="116325" y="95003"/>
                  </a:lnTo>
                  <a:lnTo>
                    <a:pt x="119722" y="99158"/>
                  </a:lnTo>
                  <a:lnTo>
                    <a:pt x="121727" y="102517"/>
                  </a:lnTo>
                  <a:lnTo>
                    <a:pt x="123391" y="107022"/>
                  </a:lnTo>
                  <a:lnTo>
                    <a:pt x="123615" y="107629"/>
                  </a:lnTo>
                  <a:lnTo>
                    <a:pt x="123787" y="108095"/>
                  </a:lnTo>
                  <a:lnTo>
                    <a:pt x="124022" y="109413"/>
                  </a:lnTo>
                  <a:lnTo>
                    <a:pt x="124069" y="109678"/>
                  </a:lnTo>
                  <a:lnTo>
                    <a:pt x="115226" y="112077"/>
                  </a:lnTo>
                  <a:lnTo>
                    <a:pt x="114624" y="112471"/>
                  </a:lnTo>
                  <a:lnTo>
                    <a:pt x="114403" y="112615"/>
                  </a:lnTo>
                  <a:lnTo>
                    <a:pt x="113984" y="112888"/>
                  </a:lnTo>
                  <a:lnTo>
                    <a:pt x="113569" y="113159"/>
                  </a:lnTo>
                  <a:lnTo>
                    <a:pt x="113388" y="113205"/>
                  </a:lnTo>
                  <a:lnTo>
                    <a:pt x="109156" y="114283"/>
                  </a:lnTo>
                  <a:lnTo>
                    <a:pt x="107959" y="114286"/>
                  </a:lnTo>
                  <a:lnTo>
                    <a:pt x="106199" y="114291"/>
                  </a:lnTo>
                  <a:lnTo>
                    <a:pt x="103963" y="114297"/>
                  </a:lnTo>
                  <a:lnTo>
                    <a:pt x="103142" y="114479"/>
                  </a:lnTo>
                  <a:lnTo>
                    <a:pt x="102933" y="114525"/>
                  </a:lnTo>
                  <a:lnTo>
                    <a:pt x="100552" y="115293"/>
                  </a:lnTo>
                  <a:lnTo>
                    <a:pt x="96171" y="117058"/>
                  </a:lnTo>
                  <a:lnTo>
                    <a:pt x="95601" y="117288"/>
                  </a:lnTo>
                  <a:lnTo>
                    <a:pt x="95407" y="117405"/>
                  </a:lnTo>
                  <a:lnTo>
                    <a:pt x="96265" y="118225"/>
                  </a:lnTo>
                  <a:lnTo>
                    <a:pt x="96666" y="118726"/>
                  </a:lnTo>
                  <a:lnTo>
                    <a:pt x="96914" y="119102"/>
                  </a:lnTo>
                  <a:lnTo>
                    <a:pt x="97220" y="119699"/>
                  </a:lnTo>
                  <a:lnTo>
                    <a:pt x="98278" y="121452"/>
                  </a:lnTo>
                  <a:lnTo>
                    <a:pt x="99781" y="123940"/>
                  </a:lnTo>
                  <a:lnTo>
                    <a:pt x="100951" y="125498"/>
                  </a:lnTo>
                  <a:lnTo>
                    <a:pt x="101341" y="126017"/>
                  </a:lnTo>
                  <a:lnTo>
                    <a:pt x="101694" y="126824"/>
                  </a:lnTo>
                  <a:lnTo>
                    <a:pt x="100422" y="128149"/>
                  </a:lnTo>
                  <a:lnTo>
                    <a:pt x="99322" y="128703"/>
                  </a:lnTo>
                  <a:lnTo>
                    <a:pt x="99169" y="128984"/>
                  </a:lnTo>
                  <a:lnTo>
                    <a:pt x="99174" y="129396"/>
                  </a:lnTo>
                  <a:lnTo>
                    <a:pt x="99823" y="132073"/>
                  </a:lnTo>
                  <a:lnTo>
                    <a:pt x="99838" y="132923"/>
                  </a:lnTo>
                  <a:lnTo>
                    <a:pt x="99857" y="133961"/>
                  </a:lnTo>
                  <a:lnTo>
                    <a:pt x="100299" y="134980"/>
                  </a:lnTo>
                  <a:lnTo>
                    <a:pt x="100993" y="136575"/>
                  </a:lnTo>
                  <a:lnTo>
                    <a:pt x="101193" y="137035"/>
                  </a:lnTo>
                  <a:lnTo>
                    <a:pt x="101603" y="138175"/>
                  </a:lnTo>
                  <a:lnTo>
                    <a:pt x="101822" y="138783"/>
                  </a:lnTo>
                  <a:lnTo>
                    <a:pt x="103809" y="139338"/>
                  </a:lnTo>
                  <a:lnTo>
                    <a:pt x="104215" y="139451"/>
                  </a:lnTo>
                  <a:lnTo>
                    <a:pt x="104259" y="140144"/>
                  </a:lnTo>
                  <a:lnTo>
                    <a:pt x="104533" y="144466"/>
                  </a:lnTo>
                  <a:lnTo>
                    <a:pt x="104221" y="146378"/>
                  </a:lnTo>
                  <a:lnTo>
                    <a:pt x="104112" y="147368"/>
                  </a:lnTo>
                  <a:lnTo>
                    <a:pt x="104096" y="147520"/>
                  </a:lnTo>
                  <a:lnTo>
                    <a:pt x="103887" y="150551"/>
                  </a:lnTo>
                  <a:lnTo>
                    <a:pt x="103886" y="152486"/>
                  </a:lnTo>
                  <a:lnTo>
                    <a:pt x="104391" y="154871"/>
                  </a:lnTo>
                  <a:lnTo>
                    <a:pt x="104444" y="155118"/>
                  </a:lnTo>
                  <a:lnTo>
                    <a:pt x="104591" y="155975"/>
                  </a:lnTo>
                  <a:lnTo>
                    <a:pt x="104366" y="156587"/>
                  </a:lnTo>
                  <a:lnTo>
                    <a:pt x="104203" y="157058"/>
                  </a:lnTo>
                  <a:lnTo>
                    <a:pt x="104286" y="158169"/>
                  </a:lnTo>
                  <a:lnTo>
                    <a:pt x="104455" y="160420"/>
                  </a:lnTo>
                  <a:lnTo>
                    <a:pt x="106525" y="162434"/>
                  </a:lnTo>
                  <a:lnTo>
                    <a:pt x="107071" y="162965"/>
                  </a:lnTo>
                  <a:lnTo>
                    <a:pt x="107652" y="163148"/>
                  </a:lnTo>
                  <a:lnTo>
                    <a:pt x="108207" y="163323"/>
                  </a:lnTo>
                  <a:lnTo>
                    <a:pt x="109014" y="164341"/>
                  </a:lnTo>
                  <a:lnTo>
                    <a:pt x="110762" y="166547"/>
                  </a:lnTo>
                  <a:lnTo>
                    <a:pt x="111415" y="167370"/>
                  </a:lnTo>
                  <a:lnTo>
                    <a:pt x="112362" y="168463"/>
                  </a:lnTo>
                  <a:lnTo>
                    <a:pt x="112602" y="168740"/>
                  </a:lnTo>
                  <a:lnTo>
                    <a:pt x="112770" y="169298"/>
                  </a:lnTo>
                  <a:lnTo>
                    <a:pt x="113383" y="171332"/>
                  </a:lnTo>
                  <a:lnTo>
                    <a:pt x="113468" y="171635"/>
                  </a:lnTo>
                  <a:lnTo>
                    <a:pt x="113827" y="172925"/>
                  </a:lnTo>
                  <a:lnTo>
                    <a:pt x="114085" y="173851"/>
                  </a:lnTo>
                  <a:lnTo>
                    <a:pt x="114359" y="174971"/>
                  </a:lnTo>
                  <a:lnTo>
                    <a:pt x="115582" y="177707"/>
                  </a:lnTo>
                  <a:lnTo>
                    <a:pt x="116227" y="178753"/>
                  </a:lnTo>
                  <a:lnTo>
                    <a:pt x="117657" y="179805"/>
                  </a:lnTo>
                  <a:lnTo>
                    <a:pt x="118569" y="179372"/>
                  </a:lnTo>
                  <a:lnTo>
                    <a:pt x="119691" y="180864"/>
                  </a:lnTo>
                  <a:lnTo>
                    <a:pt x="122578" y="184700"/>
                  </a:lnTo>
                  <a:lnTo>
                    <a:pt x="123259" y="186311"/>
                  </a:lnTo>
                  <a:lnTo>
                    <a:pt x="123582" y="187074"/>
                  </a:lnTo>
                  <a:lnTo>
                    <a:pt x="123657" y="187251"/>
                  </a:lnTo>
                  <a:lnTo>
                    <a:pt x="124002" y="188067"/>
                  </a:lnTo>
                  <a:lnTo>
                    <a:pt x="124518" y="189023"/>
                  </a:lnTo>
                  <a:lnTo>
                    <a:pt x="124480" y="189198"/>
                  </a:lnTo>
                  <a:lnTo>
                    <a:pt x="123225" y="195064"/>
                  </a:lnTo>
                  <a:lnTo>
                    <a:pt x="122378" y="198161"/>
                  </a:lnTo>
                  <a:lnTo>
                    <a:pt x="121860" y="202704"/>
                  </a:lnTo>
                  <a:lnTo>
                    <a:pt x="121844" y="202851"/>
                  </a:lnTo>
                  <a:lnTo>
                    <a:pt x="121309" y="204308"/>
                  </a:lnTo>
                  <a:lnTo>
                    <a:pt x="119684" y="207071"/>
                  </a:lnTo>
                  <a:lnTo>
                    <a:pt x="118339" y="209358"/>
                  </a:lnTo>
                  <a:lnTo>
                    <a:pt x="116542" y="212414"/>
                  </a:lnTo>
                  <a:lnTo>
                    <a:pt x="114008" y="215780"/>
                  </a:lnTo>
                  <a:lnTo>
                    <a:pt x="113459" y="215304"/>
                  </a:lnTo>
                  <a:lnTo>
                    <a:pt x="103324" y="206520"/>
                  </a:lnTo>
                  <a:lnTo>
                    <a:pt x="101990" y="205461"/>
                  </a:lnTo>
                  <a:lnTo>
                    <a:pt x="101400" y="205539"/>
                  </a:lnTo>
                  <a:lnTo>
                    <a:pt x="95642" y="206282"/>
                  </a:lnTo>
                  <a:lnTo>
                    <a:pt x="95260" y="205965"/>
                  </a:lnTo>
                  <a:lnTo>
                    <a:pt x="94521" y="205354"/>
                  </a:lnTo>
                  <a:lnTo>
                    <a:pt x="89269" y="201010"/>
                  </a:lnTo>
                  <a:lnTo>
                    <a:pt x="89406" y="200870"/>
                  </a:lnTo>
                  <a:lnTo>
                    <a:pt x="91450" y="197998"/>
                  </a:lnTo>
                  <a:lnTo>
                    <a:pt x="92654" y="196306"/>
                  </a:lnTo>
                  <a:lnTo>
                    <a:pt x="90989" y="195745"/>
                  </a:lnTo>
                  <a:lnTo>
                    <a:pt x="90405" y="195548"/>
                  </a:lnTo>
                  <a:lnTo>
                    <a:pt x="89336" y="195188"/>
                  </a:lnTo>
                  <a:lnTo>
                    <a:pt x="88677" y="194870"/>
                  </a:lnTo>
                  <a:lnTo>
                    <a:pt x="88029" y="194557"/>
                  </a:lnTo>
                  <a:lnTo>
                    <a:pt x="87760" y="194427"/>
                  </a:lnTo>
                  <a:lnTo>
                    <a:pt x="87558" y="194329"/>
                  </a:lnTo>
                  <a:lnTo>
                    <a:pt x="87033" y="194075"/>
                  </a:lnTo>
                  <a:lnTo>
                    <a:pt x="86314" y="193728"/>
                  </a:lnTo>
                  <a:lnTo>
                    <a:pt x="84595" y="192208"/>
                  </a:lnTo>
                  <a:lnTo>
                    <a:pt x="83971" y="191656"/>
                  </a:lnTo>
                  <a:lnTo>
                    <a:pt x="82900" y="190709"/>
                  </a:lnTo>
                  <a:lnTo>
                    <a:pt x="82225" y="190112"/>
                  </a:lnTo>
                  <a:lnTo>
                    <a:pt x="80551" y="189155"/>
                  </a:lnTo>
                  <a:lnTo>
                    <a:pt x="80064" y="188877"/>
                  </a:lnTo>
                  <a:lnTo>
                    <a:pt x="77711" y="187531"/>
                  </a:lnTo>
                  <a:lnTo>
                    <a:pt x="77395" y="187351"/>
                  </a:lnTo>
                  <a:lnTo>
                    <a:pt x="75515" y="186276"/>
                  </a:lnTo>
                  <a:lnTo>
                    <a:pt x="75307" y="186157"/>
                  </a:lnTo>
                  <a:lnTo>
                    <a:pt x="73688" y="185232"/>
                  </a:lnTo>
                  <a:lnTo>
                    <a:pt x="73321" y="185022"/>
                  </a:lnTo>
                  <a:lnTo>
                    <a:pt x="72083" y="184314"/>
                  </a:lnTo>
                  <a:lnTo>
                    <a:pt x="71643" y="184062"/>
                  </a:lnTo>
                  <a:lnTo>
                    <a:pt x="71433" y="183942"/>
                  </a:lnTo>
                  <a:lnTo>
                    <a:pt x="70004" y="183126"/>
                  </a:lnTo>
                  <a:lnTo>
                    <a:pt x="69448" y="182748"/>
                  </a:lnTo>
                  <a:lnTo>
                    <a:pt x="69117" y="182188"/>
                  </a:lnTo>
                  <a:lnTo>
                    <a:pt x="68971" y="181942"/>
                  </a:lnTo>
                  <a:lnTo>
                    <a:pt x="68703" y="181489"/>
                  </a:lnTo>
                  <a:lnTo>
                    <a:pt x="66202" y="177268"/>
                  </a:lnTo>
                  <a:lnTo>
                    <a:pt x="65621" y="176352"/>
                  </a:lnTo>
                  <a:lnTo>
                    <a:pt x="64899" y="175215"/>
                  </a:lnTo>
                  <a:lnTo>
                    <a:pt x="64046" y="173874"/>
                  </a:lnTo>
                  <a:lnTo>
                    <a:pt x="60543" y="168409"/>
                  </a:lnTo>
                  <a:lnTo>
                    <a:pt x="60209" y="167887"/>
                  </a:lnTo>
                  <a:lnTo>
                    <a:pt x="59941" y="167468"/>
                  </a:lnTo>
                  <a:lnTo>
                    <a:pt x="59741" y="167098"/>
                  </a:lnTo>
                  <a:lnTo>
                    <a:pt x="59603" y="166843"/>
                  </a:lnTo>
                  <a:lnTo>
                    <a:pt x="59437" y="166536"/>
                  </a:lnTo>
                  <a:lnTo>
                    <a:pt x="58725" y="165218"/>
                  </a:lnTo>
                  <a:lnTo>
                    <a:pt x="58398" y="164613"/>
                  </a:lnTo>
                  <a:lnTo>
                    <a:pt x="57848" y="163595"/>
                  </a:lnTo>
                  <a:lnTo>
                    <a:pt x="57615" y="163233"/>
                  </a:lnTo>
                  <a:lnTo>
                    <a:pt x="57425" y="162861"/>
                  </a:lnTo>
                  <a:lnTo>
                    <a:pt x="56725" y="161486"/>
                  </a:lnTo>
                  <a:lnTo>
                    <a:pt x="55663" y="159400"/>
                  </a:lnTo>
                  <a:lnTo>
                    <a:pt x="54882" y="157866"/>
                  </a:lnTo>
                  <a:lnTo>
                    <a:pt x="54702" y="157513"/>
                  </a:lnTo>
                  <a:lnTo>
                    <a:pt x="53605" y="155361"/>
                  </a:lnTo>
                  <a:lnTo>
                    <a:pt x="53106" y="154554"/>
                  </a:lnTo>
                  <a:lnTo>
                    <a:pt x="52384" y="153390"/>
                  </a:lnTo>
                  <a:lnTo>
                    <a:pt x="52146" y="153217"/>
                  </a:lnTo>
                  <a:lnTo>
                    <a:pt x="51985" y="153099"/>
                  </a:lnTo>
                  <a:lnTo>
                    <a:pt x="51166" y="152503"/>
                  </a:lnTo>
                  <a:lnTo>
                    <a:pt x="50945" y="152341"/>
                  </a:lnTo>
                  <a:lnTo>
                    <a:pt x="50199" y="151767"/>
                  </a:lnTo>
                  <a:lnTo>
                    <a:pt x="49464" y="151201"/>
                  </a:lnTo>
                  <a:lnTo>
                    <a:pt x="48476" y="150456"/>
                  </a:lnTo>
                  <a:lnTo>
                    <a:pt x="47091" y="149412"/>
                  </a:lnTo>
                  <a:lnTo>
                    <a:pt x="45039" y="147866"/>
                  </a:lnTo>
                  <a:lnTo>
                    <a:pt x="44014" y="147235"/>
                  </a:lnTo>
                  <a:lnTo>
                    <a:pt x="43735" y="147703"/>
                  </a:lnTo>
                  <a:lnTo>
                    <a:pt x="43602" y="147926"/>
                  </a:lnTo>
                  <a:lnTo>
                    <a:pt x="43495" y="148087"/>
                  </a:lnTo>
                  <a:lnTo>
                    <a:pt x="43385" y="148252"/>
                  </a:lnTo>
                  <a:lnTo>
                    <a:pt x="42368" y="149776"/>
                  </a:lnTo>
                  <a:lnTo>
                    <a:pt x="39163" y="154585"/>
                  </a:lnTo>
                  <a:lnTo>
                    <a:pt x="37996" y="156335"/>
                  </a:lnTo>
                  <a:lnTo>
                    <a:pt x="37853" y="156381"/>
                  </a:lnTo>
                  <a:lnTo>
                    <a:pt x="34555" y="149999"/>
                  </a:lnTo>
                  <a:lnTo>
                    <a:pt x="34923" y="149685"/>
                  </a:lnTo>
                  <a:lnTo>
                    <a:pt x="35237" y="149417"/>
                  </a:lnTo>
                  <a:lnTo>
                    <a:pt x="31974" y="145052"/>
                  </a:lnTo>
                  <a:lnTo>
                    <a:pt x="31187" y="143999"/>
                  </a:lnTo>
                  <a:lnTo>
                    <a:pt x="30752" y="143401"/>
                  </a:lnTo>
                  <a:lnTo>
                    <a:pt x="28914" y="140872"/>
                  </a:lnTo>
                  <a:lnTo>
                    <a:pt x="28750" y="140689"/>
                  </a:lnTo>
                  <a:lnTo>
                    <a:pt x="28506" y="140414"/>
                  </a:lnTo>
                  <a:lnTo>
                    <a:pt x="27632" y="139431"/>
                  </a:lnTo>
                  <a:lnTo>
                    <a:pt x="27241" y="138991"/>
                  </a:lnTo>
                  <a:lnTo>
                    <a:pt x="26886" y="138592"/>
                  </a:lnTo>
                  <a:lnTo>
                    <a:pt x="26008" y="137603"/>
                  </a:lnTo>
                  <a:lnTo>
                    <a:pt x="24815" y="136262"/>
                  </a:lnTo>
                  <a:lnTo>
                    <a:pt x="25155" y="135812"/>
                  </a:lnTo>
                  <a:lnTo>
                    <a:pt x="25392" y="135501"/>
                  </a:lnTo>
                  <a:lnTo>
                    <a:pt x="25745" y="135034"/>
                  </a:lnTo>
                  <a:lnTo>
                    <a:pt x="25969" y="134738"/>
                  </a:lnTo>
                  <a:lnTo>
                    <a:pt x="26643" y="133848"/>
                  </a:lnTo>
                  <a:lnTo>
                    <a:pt x="27083" y="133269"/>
                  </a:lnTo>
                  <a:lnTo>
                    <a:pt x="28291" y="131499"/>
                  </a:lnTo>
                  <a:lnTo>
                    <a:pt x="28684" y="130948"/>
                  </a:lnTo>
                  <a:lnTo>
                    <a:pt x="30690" y="127819"/>
                  </a:lnTo>
                  <a:lnTo>
                    <a:pt x="30307" y="127480"/>
                  </a:lnTo>
                  <a:lnTo>
                    <a:pt x="30152" y="127342"/>
                  </a:lnTo>
                  <a:lnTo>
                    <a:pt x="29582" y="126900"/>
                  </a:lnTo>
                  <a:lnTo>
                    <a:pt x="28994" y="126493"/>
                  </a:lnTo>
                  <a:lnTo>
                    <a:pt x="27971" y="125786"/>
                  </a:lnTo>
                  <a:lnTo>
                    <a:pt x="27779" y="125653"/>
                  </a:lnTo>
                  <a:lnTo>
                    <a:pt x="27098" y="125181"/>
                  </a:lnTo>
                  <a:lnTo>
                    <a:pt x="26417" y="124685"/>
                  </a:lnTo>
                  <a:lnTo>
                    <a:pt x="23050" y="122235"/>
                  </a:lnTo>
                  <a:lnTo>
                    <a:pt x="15135" y="116482"/>
                  </a:lnTo>
                  <a:lnTo>
                    <a:pt x="13002" y="115051"/>
                  </a:lnTo>
                  <a:lnTo>
                    <a:pt x="12097" y="114444"/>
                  </a:lnTo>
                  <a:lnTo>
                    <a:pt x="10032" y="113665"/>
                  </a:lnTo>
                  <a:lnTo>
                    <a:pt x="6382" y="113254"/>
                  </a:lnTo>
                  <a:lnTo>
                    <a:pt x="766" y="112623"/>
                  </a:lnTo>
                  <a:lnTo>
                    <a:pt x="0" y="112549"/>
                  </a:lnTo>
                  <a:lnTo>
                    <a:pt x="309" y="112185"/>
                  </a:lnTo>
                  <a:lnTo>
                    <a:pt x="7625" y="103578"/>
                  </a:lnTo>
                  <a:lnTo>
                    <a:pt x="8286" y="102800"/>
                  </a:lnTo>
                  <a:lnTo>
                    <a:pt x="9092" y="101852"/>
                  </a:lnTo>
                  <a:lnTo>
                    <a:pt x="9709" y="101126"/>
                  </a:lnTo>
                  <a:lnTo>
                    <a:pt x="10253" y="100501"/>
                  </a:lnTo>
                  <a:lnTo>
                    <a:pt x="10586" y="100119"/>
                  </a:lnTo>
                  <a:lnTo>
                    <a:pt x="22645" y="86281"/>
                  </a:lnTo>
                  <a:lnTo>
                    <a:pt x="24651" y="83979"/>
                  </a:lnTo>
                  <a:lnTo>
                    <a:pt x="25069" y="83485"/>
                  </a:lnTo>
                  <a:lnTo>
                    <a:pt x="25703" y="82735"/>
                  </a:lnTo>
                  <a:lnTo>
                    <a:pt x="26243" y="82094"/>
                  </a:lnTo>
                  <a:lnTo>
                    <a:pt x="41752" y="63694"/>
                  </a:lnTo>
                  <a:lnTo>
                    <a:pt x="42601" y="62687"/>
                  </a:lnTo>
                  <a:lnTo>
                    <a:pt x="42797" y="62454"/>
                  </a:lnTo>
                  <a:lnTo>
                    <a:pt x="41244" y="61432"/>
                  </a:lnTo>
                  <a:lnTo>
                    <a:pt x="40642" y="61030"/>
                  </a:lnTo>
                  <a:lnTo>
                    <a:pt x="55648" y="38881"/>
                  </a:lnTo>
                  <a:lnTo>
                    <a:pt x="69933" y="17794"/>
                  </a:lnTo>
                  <a:lnTo>
                    <a:pt x="70964" y="16272"/>
                  </a:lnTo>
                  <a:lnTo>
                    <a:pt x="72075" y="14632"/>
                  </a:lnTo>
                  <a:lnTo>
                    <a:pt x="75770" y="8972"/>
                  </a:lnTo>
                  <a:lnTo>
                    <a:pt x="76419" y="7977"/>
                  </a:lnTo>
                  <a:lnTo>
                    <a:pt x="78691" y="4630"/>
                  </a:lnTo>
                  <a:lnTo>
                    <a:pt x="79262" y="3830"/>
                  </a:lnTo>
                  <a:lnTo>
                    <a:pt x="82119" y="0"/>
                  </a:lnTo>
                  <a:lnTo>
                    <a:pt x="83893" y="1214"/>
                  </a:lnTo>
                  <a:lnTo>
                    <a:pt x="89151" y="4813"/>
                  </a:lnTo>
                  <a:lnTo>
                    <a:pt x="95050" y="8851"/>
                  </a:lnTo>
                  <a:lnTo>
                    <a:pt x="97441" y="10488"/>
                  </a:lnTo>
                  <a:lnTo>
                    <a:pt x="97651" y="10631"/>
                  </a:lnTo>
                  <a:lnTo>
                    <a:pt x="104028" y="14996"/>
                  </a:lnTo>
                  <a:lnTo>
                    <a:pt x="104687" y="15448"/>
                  </a:lnTo>
                  <a:lnTo>
                    <a:pt x="104082" y="16387"/>
                  </a:lnTo>
                  <a:lnTo>
                    <a:pt x="99610" y="23402"/>
                  </a:lnTo>
                  <a:lnTo>
                    <a:pt x="98708" y="24817"/>
                  </a:lnTo>
                  <a:lnTo>
                    <a:pt x="98335" y="25403"/>
                  </a:lnTo>
                  <a:lnTo>
                    <a:pt x="93886" y="32016"/>
                  </a:lnTo>
                  <a:lnTo>
                    <a:pt x="91139" y="36101"/>
                  </a:lnTo>
                  <a:lnTo>
                    <a:pt x="83188" y="47920"/>
                  </a:lnTo>
                  <a:lnTo>
                    <a:pt x="81699" y="50235"/>
                  </a:lnTo>
                  <a:lnTo>
                    <a:pt x="79117" y="54248"/>
                  </a:lnTo>
                  <a:lnTo>
                    <a:pt x="78663" y="54954"/>
                  </a:lnTo>
                  <a:lnTo>
                    <a:pt x="76758" y="57915"/>
                  </a:lnTo>
                  <a:lnTo>
                    <a:pt x="71872" y="64701"/>
                  </a:lnTo>
                  <a:lnTo>
                    <a:pt x="69749" y="68112"/>
                  </a:lnTo>
                  <a:lnTo>
                    <a:pt x="69953" y="68245"/>
                  </a:lnTo>
                  <a:lnTo>
                    <a:pt x="76066" y="72221"/>
                  </a:lnTo>
                  <a:lnTo>
                    <a:pt x="76294" y="72370"/>
                  </a:lnTo>
                  <a:lnTo>
                    <a:pt x="83427" y="77009"/>
                  </a:lnTo>
                  <a:lnTo>
                    <a:pt x="85001" y="780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2552449" y="4854032"/>
              <a:ext cx="77442" cy="63620"/>
            </a:xfrm>
            <a:custGeom>
              <a:avLst/>
              <a:pathLst>
                <a:path w="77442" h="63620">
                  <a:moveTo>
                    <a:pt x="60768" y="5464"/>
                  </a:moveTo>
                  <a:lnTo>
                    <a:pt x="65776" y="7273"/>
                  </a:lnTo>
                  <a:lnTo>
                    <a:pt x="76039" y="10446"/>
                  </a:lnTo>
                  <a:lnTo>
                    <a:pt x="75906" y="11108"/>
                  </a:lnTo>
                  <a:lnTo>
                    <a:pt x="75667" y="12301"/>
                  </a:lnTo>
                  <a:lnTo>
                    <a:pt x="75568" y="15060"/>
                  </a:lnTo>
                  <a:lnTo>
                    <a:pt x="75492" y="17167"/>
                  </a:lnTo>
                  <a:lnTo>
                    <a:pt x="75466" y="17891"/>
                  </a:lnTo>
                  <a:lnTo>
                    <a:pt x="75434" y="18777"/>
                  </a:lnTo>
                  <a:lnTo>
                    <a:pt x="75317" y="22028"/>
                  </a:lnTo>
                  <a:lnTo>
                    <a:pt x="75226" y="24567"/>
                  </a:lnTo>
                  <a:lnTo>
                    <a:pt x="75141" y="26927"/>
                  </a:lnTo>
                  <a:lnTo>
                    <a:pt x="75007" y="30681"/>
                  </a:lnTo>
                  <a:lnTo>
                    <a:pt x="75000" y="30864"/>
                  </a:lnTo>
                  <a:lnTo>
                    <a:pt x="73927" y="35957"/>
                  </a:lnTo>
                  <a:lnTo>
                    <a:pt x="73517" y="36150"/>
                  </a:lnTo>
                  <a:lnTo>
                    <a:pt x="69774" y="37911"/>
                  </a:lnTo>
                  <a:lnTo>
                    <a:pt x="69143" y="38208"/>
                  </a:lnTo>
                  <a:lnTo>
                    <a:pt x="69798" y="38691"/>
                  </a:lnTo>
                  <a:lnTo>
                    <a:pt x="70049" y="38876"/>
                  </a:lnTo>
                  <a:lnTo>
                    <a:pt x="71088" y="39643"/>
                  </a:lnTo>
                  <a:lnTo>
                    <a:pt x="71908" y="40248"/>
                  </a:lnTo>
                  <a:lnTo>
                    <a:pt x="73204" y="41204"/>
                  </a:lnTo>
                  <a:lnTo>
                    <a:pt x="73538" y="41451"/>
                  </a:lnTo>
                  <a:lnTo>
                    <a:pt x="75055" y="42570"/>
                  </a:lnTo>
                  <a:lnTo>
                    <a:pt x="75633" y="42997"/>
                  </a:lnTo>
                  <a:lnTo>
                    <a:pt x="76099" y="43341"/>
                  </a:lnTo>
                  <a:lnTo>
                    <a:pt x="76587" y="43701"/>
                  </a:lnTo>
                  <a:lnTo>
                    <a:pt x="77059" y="44049"/>
                  </a:lnTo>
                  <a:lnTo>
                    <a:pt x="77442" y="44340"/>
                  </a:lnTo>
                  <a:lnTo>
                    <a:pt x="77283" y="44429"/>
                  </a:lnTo>
                  <a:lnTo>
                    <a:pt x="76180" y="45048"/>
                  </a:lnTo>
                  <a:lnTo>
                    <a:pt x="74753" y="45847"/>
                  </a:lnTo>
                  <a:lnTo>
                    <a:pt x="72442" y="47142"/>
                  </a:lnTo>
                  <a:lnTo>
                    <a:pt x="71389" y="47733"/>
                  </a:lnTo>
                  <a:lnTo>
                    <a:pt x="69896" y="48570"/>
                  </a:lnTo>
                  <a:lnTo>
                    <a:pt x="69340" y="48881"/>
                  </a:lnTo>
                  <a:lnTo>
                    <a:pt x="64257" y="51800"/>
                  </a:lnTo>
                  <a:lnTo>
                    <a:pt x="62654" y="52720"/>
                  </a:lnTo>
                  <a:lnTo>
                    <a:pt x="62389" y="52873"/>
                  </a:lnTo>
                  <a:lnTo>
                    <a:pt x="60942" y="53703"/>
                  </a:lnTo>
                  <a:lnTo>
                    <a:pt x="59468" y="54550"/>
                  </a:lnTo>
                  <a:lnTo>
                    <a:pt x="59225" y="54689"/>
                  </a:lnTo>
                  <a:lnTo>
                    <a:pt x="58727" y="54975"/>
                  </a:lnTo>
                  <a:lnTo>
                    <a:pt x="57980" y="55404"/>
                  </a:lnTo>
                  <a:lnTo>
                    <a:pt x="57821" y="55477"/>
                  </a:lnTo>
                  <a:lnTo>
                    <a:pt x="57097" y="55808"/>
                  </a:lnTo>
                  <a:lnTo>
                    <a:pt x="56429" y="55837"/>
                  </a:lnTo>
                  <a:lnTo>
                    <a:pt x="56299" y="55842"/>
                  </a:lnTo>
                  <a:lnTo>
                    <a:pt x="56101" y="55797"/>
                  </a:lnTo>
                  <a:lnTo>
                    <a:pt x="55291" y="55613"/>
                  </a:lnTo>
                  <a:lnTo>
                    <a:pt x="54688" y="55476"/>
                  </a:lnTo>
                  <a:lnTo>
                    <a:pt x="54324" y="55394"/>
                  </a:lnTo>
                  <a:lnTo>
                    <a:pt x="54066" y="55381"/>
                  </a:lnTo>
                  <a:lnTo>
                    <a:pt x="52280" y="55854"/>
                  </a:lnTo>
                  <a:lnTo>
                    <a:pt x="51595" y="56492"/>
                  </a:lnTo>
                  <a:lnTo>
                    <a:pt x="50752" y="57278"/>
                  </a:lnTo>
                  <a:lnTo>
                    <a:pt x="50123" y="57864"/>
                  </a:lnTo>
                  <a:lnTo>
                    <a:pt x="49913" y="58060"/>
                  </a:lnTo>
                  <a:lnTo>
                    <a:pt x="49144" y="59520"/>
                  </a:lnTo>
                  <a:lnTo>
                    <a:pt x="49031" y="59734"/>
                  </a:lnTo>
                  <a:lnTo>
                    <a:pt x="45338" y="61244"/>
                  </a:lnTo>
                  <a:lnTo>
                    <a:pt x="44977" y="61463"/>
                  </a:lnTo>
                  <a:lnTo>
                    <a:pt x="44684" y="61641"/>
                  </a:lnTo>
                  <a:lnTo>
                    <a:pt x="41431" y="63620"/>
                  </a:lnTo>
                  <a:lnTo>
                    <a:pt x="40288" y="61845"/>
                  </a:lnTo>
                  <a:lnTo>
                    <a:pt x="37733" y="57877"/>
                  </a:lnTo>
                  <a:lnTo>
                    <a:pt x="36187" y="55477"/>
                  </a:lnTo>
                  <a:lnTo>
                    <a:pt x="39236" y="51087"/>
                  </a:lnTo>
                  <a:lnTo>
                    <a:pt x="42519" y="46358"/>
                  </a:lnTo>
                  <a:lnTo>
                    <a:pt x="42966" y="45685"/>
                  </a:lnTo>
                  <a:lnTo>
                    <a:pt x="37401" y="41420"/>
                  </a:lnTo>
                  <a:lnTo>
                    <a:pt x="32389" y="43401"/>
                  </a:lnTo>
                  <a:lnTo>
                    <a:pt x="28112" y="41420"/>
                  </a:lnTo>
                  <a:lnTo>
                    <a:pt x="16218" y="33429"/>
                  </a:lnTo>
                  <a:lnTo>
                    <a:pt x="3497" y="26304"/>
                  </a:lnTo>
                  <a:lnTo>
                    <a:pt x="0" y="24145"/>
                  </a:lnTo>
                  <a:lnTo>
                    <a:pt x="4284" y="17735"/>
                  </a:lnTo>
                  <a:lnTo>
                    <a:pt x="5130" y="16469"/>
                  </a:lnTo>
                  <a:lnTo>
                    <a:pt x="6736" y="17466"/>
                  </a:lnTo>
                  <a:lnTo>
                    <a:pt x="8986" y="14073"/>
                  </a:lnTo>
                  <a:lnTo>
                    <a:pt x="8051" y="12098"/>
                  </a:lnTo>
                  <a:lnTo>
                    <a:pt x="6643" y="8874"/>
                  </a:lnTo>
                  <a:lnTo>
                    <a:pt x="13913" y="7441"/>
                  </a:lnTo>
                  <a:lnTo>
                    <a:pt x="16279" y="6890"/>
                  </a:lnTo>
                  <a:lnTo>
                    <a:pt x="21701" y="5609"/>
                  </a:lnTo>
                  <a:lnTo>
                    <a:pt x="47673" y="5951"/>
                  </a:lnTo>
                  <a:lnTo>
                    <a:pt x="50547" y="0"/>
                  </a:lnTo>
                  <a:lnTo>
                    <a:pt x="53772" y="1730"/>
                  </a:lnTo>
                  <a:lnTo>
                    <a:pt x="58605" y="4323"/>
                  </a:lnTo>
                  <a:lnTo>
                    <a:pt x="59689" y="4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2540040" y="4843440"/>
              <a:ext cx="203190" cy="157286"/>
            </a:xfrm>
            <a:custGeom>
              <a:avLst/>
              <a:pathLst>
                <a:path w="203190" h="157286">
                  <a:moveTo>
                    <a:pt x="178209" y="82458"/>
                  </a:moveTo>
                  <a:lnTo>
                    <a:pt x="179050" y="81431"/>
                  </a:lnTo>
                  <a:lnTo>
                    <a:pt x="182257" y="77514"/>
                  </a:lnTo>
                  <a:lnTo>
                    <a:pt x="190754" y="84308"/>
                  </a:lnTo>
                  <a:lnTo>
                    <a:pt x="197881" y="89727"/>
                  </a:lnTo>
                  <a:lnTo>
                    <a:pt x="198784" y="90420"/>
                  </a:lnTo>
                  <a:lnTo>
                    <a:pt x="199547" y="91007"/>
                  </a:lnTo>
                  <a:lnTo>
                    <a:pt x="200755" y="91935"/>
                  </a:lnTo>
                  <a:lnTo>
                    <a:pt x="203190" y="93428"/>
                  </a:lnTo>
                  <a:lnTo>
                    <a:pt x="198688" y="101334"/>
                  </a:lnTo>
                  <a:lnTo>
                    <a:pt x="200451" y="104539"/>
                  </a:lnTo>
                  <a:lnTo>
                    <a:pt x="202678" y="108523"/>
                  </a:lnTo>
                  <a:lnTo>
                    <a:pt x="199337" y="119908"/>
                  </a:lnTo>
                  <a:lnTo>
                    <a:pt x="190202" y="124339"/>
                  </a:lnTo>
                  <a:lnTo>
                    <a:pt x="184600" y="123913"/>
                  </a:lnTo>
                  <a:lnTo>
                    <a:pt x="181963" y="122640"/>
                  </a:lnTo>
                  <a:lnTo>
                    <a:pt x="183305" y="119107"/>
                  </a:lnTo>
                  <a:lnTo>
                    <a:pt x="182386" y="117280"/>
                  </a:lnTo>
                  <a:lnTo>
                    <a:pt x="176728" y="118541"/>
                  </a:lnTo>
                  <a:lnTo>
                    <a:pt x="178399" y="123095"/>
                  </a:lnTo>
                  <a:lnTo>
                    <a:pt x="166148" y="132658"/>
                  </a:lnTo>
                  <a:lnTo>
                    <a:pt x="157470" y="124582"/>
                  </a:lnTo>
                  <a:lnTo>
                    <a:pt x="147293" y="130059"/>
                  </a:lnTo>
                  <a:lnTo>
                    <a:pt x="146100" y="127649"/>
                  </a:lnTo>
                  <a:lnTo>
                    <a:pt x="144875" y="122526"/>
                  </a:lnTo>
                  <a:lnTo>
                    <a:pt x="143539" y="119680"/>
                  </a:lnTo>
                  <a:lnTo>
                    <a:pt x="136188" y="117517"/>
                  </a:lnTo>
                  <a:lnTo>
                    <a:pt x="133960" y="120704"/>
                  </a:lnTo>
                  <a:lnTo>
                    <a:pt x="129951" y="126624"/>
                  </a:lnTo>
                  <a:lnTo>
                    <a:pt x="125982" y="127933"/>
                  </a:lnTo>
                  <a:lnTo>
                    <a:pt x="118196" y="131646"/>
                  </a:lnTo>
                  <a:lnTo>
                    <a:pt x="111681" y="135516"/>
                  </a:lnTo>
                  <a:lnTo>
                    <a:pt x="102393" y="141693"/>
                  </a:lnTo>
                  <a:lnTo>
                    <a:pt x="100081" y="143031"/>
                  </a:lnTo>
                  <a:lnTo>
                    <a:pt x="97940" y="143919"/>
                  </a:lnTo>
                  <a:lnTo>
                    <a:pt x="97658" y="144036"/>
                  </a:lnTo>
                  <a:lnTo>
                    <a:pt x="93293" y="147078"/>
                  </a:lnTo>
                  <a:lnTo>
                    <a:pt x="92573" y="147580"/>
                  </a:lnTo>
                  <a:lnTo>
                    <a:pt x="91409" y="148391"/>
                  </a:lnTo>
                  <a:lnTo>
                    <a:pt x="88727" y="148106"/>
                  </a:lnTo>
                  <a:lnTo>
                    <a:pt x="88026" y="148032"/>
                  </a:lnTo>
                  <a:lnTo>
                    <a:pt x="87768" y="147033"/>
                  </a:lnTo>
                  <a:lnTo>
                    <a:pt x="86673" y="146666"/>
                  </a:lnTo>
                  <a:lnTo>
                    <a:pt x="86087" y="146035"/>
                  </a:lnTo>
                  <a:lnTo>
                    <a:pt x="85147" y="145026"/>
                  </a:lnTo>
                  <a:lnTo>
                    <a:pt x="82838" y="141868"/>
                  </a:lnTo>
                  <a:lnTo>
                    <a:pt x="81504" y="140042"/>
                  </a:lnTo>
                  <a:lnTo>
                    <a:pt x="80702" y="138945"/>
                  </a:lnTo>
                  <a:lnTo>
                    <a:pt x="80197" y="139324"/>
                  </a:lnTo>
                  <a:lnTo>
                    <a:pt x="79707" y="139692"/>
                  </a:lnTo>
                  <a:lnTo>
                    <a:pt x="76472" y="142124"/>
                  </a:lnTo>
                  <a:lnTo>
                    <a:pt x="75618" y="142765"/>
                  </a:lnTo>
                  <a:lnTo>
                    <a:pt x="73774" y="144152"/>
                  </a:lnTo>
                  <a:lnTo>
                    <a:pt x="73342" y="144476"/>
                  </a:lnTo>
                  <a:lnTo>
                    <a:pt x="71970" y="145507"/>
                  </a:lnTo>
                  <a:lnTo>
                    <a:pt x="70768" y="146411"/>
                  </a:lnTo>
                  <a:lnTo>
                    <a:pt x="70466" y="146638"/>
                  </a:lnTo>
                  <a:lnTo>
                    <a:pt x="70274" y="146341"/>
                  </a:lnTo>
                  <a:lnTo>
                    <a:pt x="68705" y="147308"/>
                  </a:lnTo>
                  <a:lnTo>
                    <a:pt x="66124" y="148897"/>
                  </a:lnTo>
                  <a:lnTo>
                    <a:pt x="65425" y="149328"/>
                  </a:lnTo>
                  <a:lnTo>
                    <a:pt x="63629" y="150434"/>
                  </a:lnTo>
                  <a:lnTo>
                    <a:pt x="61976" y="151452"/>
                  </a:lnTo>
                  <a:lnTo>
                    <a:pt x="60404" y="152420"/>
                  </a:lnTo>
                  <a:lnTo>
                    <a:pt x="60071" y="152626"/>
                  </a:lnTo>
                  <a:lnTo>
                    <a:pt x="59372" y="153056"/>
                  </a:lnTo>
                  <a:lnTo>
                    <a:pt x="59081" y="153240"/>
                  </a:lnTo>
                  <a:lnTo>
                    <a:pt x="58855" y="153384"/>
                  </a:lnTo>
                  <a:lnTo>
                    <a:pt x="58360" y="153697"/>
                  </a:lnTo>
                  <a:lnTo>
                    <a:pt x="57871" y="154007"/>
                  </a:lnTo>
                  <a:lnTo>
                    <a:pt x="56434" y="154917"/>
                  </a:lnTo>
                  <a:lnTo>
                    <a:pt x="55900" y="155255"/>
                  </a:lnTo>
                  <a:lnTo>
                    <a:pt x="54578" y="156092"/>
                  </a:lnTo>
                  <a:lnTo>
                    <a:pt x="54319" y="156256"/>
                  </a:lnTo>
                  <a:lnTo>
                    <a:pt x="54187" y="156339"/>
                  </a:lnTo>
                  <a:lnTo>
                    <a:pt x="53573" y="156729"/>
                  </a:lnTo>
                  <a:lnTo>
                    <a:pt x="53257" y="156929"/>
                  </a:lnTo>
                  <a:lnTo>
                    <a:pt x="52692" y="157286"/>
                  </a:lnTo>
                  <a:lnTo>
                    <a:pt x="52489" y="157286"/>
                  </a:lnTo>
                  <a:lnTo>
                    <a:pt x="52242" y="156866"/>
                  </a:lnTo>
                  <a:lnTo>
                    <a:pt x="51708" y="156009"/>
                  </a:lnTo>
                  <a:lnTo>
                    <a:pt x="48489" y="150844"/>
                  </a:lnTo>
                  <a:lnTo>
                    <a:pt x="44086" y="143778"/>
                  </a:lnTo>
                  <a:lnTo>
                    <a:pt x="41366" y="139839"/>
                  </a:lnTo>
                  <a:lnTo>
                    <a:pt x="39487" y="137118"/>
                  </a:lnTo>
                  <a:lnTo>
                    <a:pt x="32007" y="126285"/>
                  </a:lnTo>
                  <a:lnTo>
                    <a:pt x="22994" y="129730"/>
                  </a:lnTo>
                  <a:lnTo>
                    <a:pt x="12960" y="133566"/>
                  </a:lnTo>
                  <a:lnTo>
                    <a:pt x="12059" y="133910"/>
                  </a:lnTo>
                  <a:lnTo>
                    <a:pt x="11567" y="134099"/>
                  </a:lnTo>
                  <a:lnTo>
                    <a:pt x="11383" y="133497"/>
                  </a:lnTo>
                  <a:lnTo>
                    <a:pt x="8295" y="125214"/>
                  </a:lnTo>
                  <a:lnTo>
                    <a:pt x="1148" y="106046"/>
                  </a:lnTo>
                  <a:lnTo>
                    <a:pt x="424" y="104103"/>
                  </a:lnTo>
                  <a:lnTo>
                    <a:pt x="273" y="103699"/>
                  </a:lnTo>
                  <a:lnTo>
                    <a:pt x="0" y="102965"/>
                  </a:lnTo>
                  <a:lnTo>
                    <a:pt x="1129" y="103006"/>
                  </a:lnTo>
                  <a:lnTo>
                    <a:pt x="9221" y="103409"/>
                  </a:lnTo>
                  <a:lnTo>
                    <a:pt x="10028" y="103450"/>
                  </a:lnTo>
                  <a:lnTo>
                    <a:pt x="15994" y="103747"/>
                  </a:lnTo>
                  <a:lnTo>
                    <a:pt x="17697" y="103832"/>
                  </a:lnTo>
                  <a:lnTo>
                    <a:pt x="18253" y="103860"/>
                  </a:lnTo>
                  <a:lnTo>
                    <a:pt x="25584" y="104049"/>
                  </a:lnTo>
                  <a:lnTo>
                    <a:pt x="26042" y="104061"/>
                  </a:lnTo>
                  <a:lnTo>
                    <a:pt x="26757" y="104080"/>
                  </a:lnTo>
                  <a:lnTo>
                    <a:pt x="32065" y="104217"/>
                  </a:lnTo>
                  <a:lnTo>
                    <a:pt x="35110" y="104296"/>
                  </a:lnTo>
                  <a:lnTo>
                    <a:pt x="36704" y="104377"/>
                  </a:lnTo>
                  <a:lnTo>
                    <a:pt x="37295" y="104407"/>
                  </a:lnTo>
                  <a:lnTo>
                    <a:pt x="43088" y="104704"/>
                  </a:lnTo>
                  <a:lnTo>
                    <a:pt x="44097" y="104756"/>
                  </a:lnTo>
                  <a:lnTo>
                    <a:pt x="49981" y="105057"/>
                  </a:lnTo>
                  <a:lnTo>
                    <a:pt x="50225" y="105315"/>
                  </a:lnTo>
                  <a:lnTo>
                    <a:pt x="50838" y="104952"/>
                  </a:lnTo>
                  <a:lnTo>
                    <a:pt x="50036" y="104008"/>
                  </a:lnTo>
                  <a:lnTo>
                    <a:pt x="49576" y="103467"/>
                  </a:lnTo>
                  <a:lnTo>
                    <a:pt x="47554" y="101086"/>
                  </a:lnTo>
                  <a:lnTo>
                    <a:pt x="46179" y="99468"/>
                  </a:lnTo>
                  <a:lnTo>
                    <a:pt x="45498" y="98910"/>
                  </a:lnTo>
                  <a:lnTo>
                    <a:pt x="46309" y="98400"/>
                  </a:lnTo>
                  <a:lnTo>
                    <a:pt x="49056" y="96673"/>
                  </a:lnTo>
                  <a:lnTo>
                    <a:pt x="51677" y="95025"/>
                  </a:lnTo>
                  <a:lnTo>
                    <a:pt x="53161" y="94092"/>
                  </a:lnTo>
                  <a:lnTo>
                    <a:pt x="57075" y="91632"/>
                  </a:lnTo>
                  <a:lnTo>
                    <a:pt x="57392" y="91432"/>
                  </a:lnTo>
                  <a:lnTo>
                    <a:pt x="57524" y="91354"/>
                  </a:lnTo>
                  <a:lnTo>
                    <a:pt x="57844" y="91166"/>
                  </a:lnTo>
                  <a:lnTo>
                    <a:pt x="58183" y="90966"/>
                  </a:lnTo>
                  <a:lnTo>
                    <a:pt x="58372" y="90717"/>
                  </a:lnTo>
                  <a:lnTo>
                    <a:pt x="58693" y="90296"/>
                  </a:lnTo>
                  <a:lnTo>
                    <a:pt x="59562" y="89253"/>
                  </a:lnTo>
                  <a:lnTo>
                    <a:pt x="59183" y="84673"/>
                  </a:lnTo>
                  <a:lnTo>
                    <a:pt x="59086" y="80514"/>
                  </a:lnTo>
                  <a:lnTo>
                    <a:pt x="60585" y="72222"/>
                  </a:lnTo>
                  <a:lnTo>
                    <a:pt x="61440" y="70326"/>
                  </a:lnTo>
                  <a:lnTo>
                    <a:pt x="61553" y="70112"/>
                  </a:lnTo>
                  <a:lnTo>
                    <a:pt x="62322" y="68652"/>
                  </a:lnTo>
                  <a:lnTo>
                    <a:pt x="62532" y="68456"/>
                  </a:lnTo>
                  <a:lnTo>
                    <a:pt x="63189" y="67844"/>
                  </a:lnTo>
                  <a:lnTo>
                    <a:pt x="64004" y="67084"/>
                  </a:lnTo>
                  <a:lnTo>
                    <a:pt x="64689" y="66446"/>
                  </a:lnTo>
                  <a:lnTo>
                    <a:pt x="66568" y="65948"/>
                  </a:lnTo>
                  <a:lnTo>
                    <a:pt x="66734" y="65986"/>
                  </a:lnTo>
                  <a:lnTo>
                    <a:pt x="67097" y="66068"/>
                  </a:lnTo>
                  <a:lnTo>
                    <a:pt x="67700" y="66205"/>
                  </a:lnTo>
                  <a:lnTo>
                    <a:pt x="68510" y="66389"/>
                  </a:lnTo>
                  <a:lnTo>
                    <a:pt x="68709" y="66434"/>
                  </a:lnTo>
                  <a:lnTo>
                    <a:pt x="68838" y="66429"/>
                  </a:lnTo>
                  <a:lnTo>
                    <a:pt x="69506" y="66400"/>
                  </a:lnTo>
                  <a:lnTo>
                    <a:pt x="70230" y="66069"/>
                  </a:lnTo>
                  <a:lnTo>
                    <a:pt x="70389" y="65996"/>
                  </a:lnTo>
                  <a:lnTo>
                    <a:pt x="71259" y="65496"/>
                  </a:lnTo>
                  <a:lnTo>
                    <a:pt x="71634" y="65281"/>
                  </a:lnTo>
                  <a:lnTo>
                    <a:pt x="71877" y="65142"/>
                  </a:lnTo>
                  <a:lnTo>
                    <a:pt x="73352" y="64295"/>
                  </a:lnTo>
                  <a:lnTo>
                    <a:pt x="74914" y="63398"/>
                  </a:lnTo>
                  <a:lnTo>
                    <a:pt x="75132" y="63273"/>
                  </a:lnTo>
                  <a:lnTo>
                    <a:pt x="76759" y="62339"/>
                  </a:lnTo>
                  <a:lnTo>
                    <a:pt x="81749" y="59473"/>
                  </a:lnTo>
                  <a:lnTo>
                    <a:pt x="82305" y="59162"/>
                  </a:lnTo>
                  <a:lnTo>
                    <a:pt x="83798" y="58325"/>
                  </a:lnTo>
                  <a:lnTo>
                    <a:pt x="84851" y="57734"/>
                  </a:lnTo>
                  <a:lnTo>
                    <a:pt x="87162" y="56439"/>
                  </a:lnTo>
                  <a:lnTo>
                    <a:pt x="88589" y="55640"/>
                  </a:lnTo>
                  <a:lnTo>
                    <a:pt x="89692" y="55021"/>
                  </a:lnTo>
                  <a:lnTo>
                    <a:pt x="89857" y="54929"/>
                  </a:lnTo>
                  <a:lnTo>
                    <a:pt x="89468" y="54641"/>
                  </a:lnTo>
                  <a:lnTo>
                    <a:pt x="88996" y="54293"/>
                  </a:lnTo>
                  <a:lnTo>
                    <a:pt x="88508" y="53933"/>
                  </a:lnTo>
                  <a:lnTo>
                    <a:pt x="88042" y="53589"/>
                  </a:lnTo>
                  <a:lnTo>
                    <a:pt x="87464" y="53162"/>
                  </a:lnTo>
                  <a:lnTo>
                    <a:pt x="85947" y="52043"/>
                  </a:lnTo>
                  <a:lnTo>
                    <a:pt x="85613" y="51796"/>
                  </a:lnTo>
                  <a:lnTo>
                    <a:pt x="84317" y="50840"/>
                  </a:lnTo>
                  <a:lnTo>
                    <a:pt x="83497" y="50235"/>
                  </a:lnTo>
                  <a:lnTo>
                    <a:pt x="82426" y="49444"/>
                  </a:lnTo>
                  <a:lnTo>
                    <a:pt x="82207" y="49283"/>
                  </a:lnTo>
                  <a:lnTo>
                    <a:pt x="81668" y="48745"/>
                  </a:lnTo>
                  <a:lnTo>
                    <a:pt x="82215" y="48488"/>
                  </a:lnTo>
                  <a:lnTo>
                    <a:pt x="85926" y="46742"/>
                  </a:lnTo>
                  <a:lnTo>
                    <a:pt x="86336" y="46549"/>
                  </a:lnTo>
                  <a:lnTo>
                    <a:pt x="87409" y="41456"/>
                  </a:lnTo>
                  <a:lnTo>
                    <a:pt x="87416" y="41273"/>
                  </a:lnTo>
                  <a:lnTo>
                    <a:pt x="87551" y="37519"/>
                  </a:lnTo>
                  <a:lnTo>
                    <a:pt x="87637" y="35125"/>
                  </a:lnTo>
                  <a:lnTo>
                    <a:pt x="87726" y="32620"/>
                  </a:lnTo>
                  <a:lnTo>
                    <a:pt x="87843" y="29369"/>
                  </a:lnTo>
                  <a:lnTo>
                    <a:pt x="87875" y="28483"/>
                  </a:lnTo>
                  <a:lnTo>
                    <a:pt x="87901" y="27759"/>
                  </a:lnTo>
                  <a:lnTo>
                    <a:pt x="87977" y="25652"/>
                  </a:lnTo>
                  <a:lnTo>
                    <a:pt x="88076" y="22893"/>
                  </a:lnTo>
                  <a:lnTo>
                    <a:pt x="88315" y="21700"/>
                  </a:lnTo>
                  <a:lnTo>
                    <a:pt x="88448" y="21039"/>
                  </a:lnTo>
                  <a:lnTo>
                    <a:pt x="89101" y="19466"/>
                  </a:lnTo>
                  <a:lnTo>
                    <a:pt x="89607" y="18985"/>
                  </a:lnTo>
                  <a:lnTo>
                    <a:pt x="90992" y="18706"/>
                  </a:lnTo>
                  <a:lnTo>
                    <a:pt x="91401" y="18624"/>
                  </a:lnTo>
                  <a:lnTo>
                    <a:pt x="92037" y="18496"/>
                  </a:lnTo>
                  <a:lnTo>
                    <a:pt x="93330" y="18235"/>
                  </a:lnTo>
                  <a:lnTo>
                    <a:pt x="93827" y="18136"/>
                  </a:lnTo>
                  <a:lnTo>
                    <a:pt x="95705" y="17758"/>
                  </a:lnTo>
                  <a:lnTo>
                    <a:pt x="99813" y="19096"/>
                  </a:lnTo>
                  <a:lnTo>
                    <a:pt x="101632" y="19688"/>
                  </a:lnTo>
                  <a:lnTo>
                    <a:pt x="103221" y="20206"/>
                  </a:lnTo>
                  <a:lnTo>
                    <a:pt x="103371" y="20255"/>
                  </a:lnTo>
                  <a:lnTo>
                    <a:pt x="104241" y="20565"/>
                  </a:lnTo>
                  <a:lnTo>
                    <a:pt x="105662" y="21073"/>
                  </a:lnTo>
                  <a:lnTo>
                    <a:pt x="106220" y="21272"/>
                  </a:lnTo>
                  <a:lnTo>
                    <a:pt x="111197" y="23049"/>
                  </a:lnTo>
                  <a:lnTo>
                    <a:pt x="112205" y="23409"/>
                  </a:lnTo>
                  <a:lnTo>
                    <a:pt x="112736" y="23598"/>
                  </a:lnTo>
                  <a:lnTo>
                    <a:pt x="112891" y="23650"/>
                  </a:lnTo>
                  <a:lnTo>
                    <a:pt x="113337" y="23800"/>
                  </a:lnTo>
                  <a:lnTo>
                    <a:pt x="113607" y="23891"/>
                  </a:lnTo>
                  <a:lnTo>
                    <a:pt x="116198" y="24761"/>
                  </a:lnTo>
                  <a:lnTo>
                    <a:pt x="117011" y="25034"/>
                  </a:lnTo>
                  <a:lnTo>
                    <a:pt x="118004" y="25368"/>
                  </a:lnTo>
                  <a:lnTo>
                    <a:pt x="119573" y="23899"/>
                  </a:lnTo>
                  <a:lnTo>
                    <a:pt x="121297" y="21970"/>
                  </a:lnTo>
                  <a:lnTo>
                    <a:pt x="123037" y="20234"/>
                  </a:lnTo>
                  <a:lnTo>
                    <a:pt x="124875" y="18242"/>
                  </a:lnTo>
                  <a:lnTo>
                    <a:pt x="125321" y="17514"/>
                  </a:lnTo>
                  <a:lnTo>
                    <a:pt x="126896" y="14942"/>
                  </a:lnTo>
                  <a:lnTo>
                    <a:pt x="127113" y="14342"/>
                  </a:lnTo>
                  <a:lnTo>
                    <a:pt x="127800" y="12442"/>
                  </a:lnTo>
                  <a:lnTo>
                    <a:pt x="128210" y="11310"/>
                  </a:lnTo>
                  <a:lnTo>
                    <a:pt x="128419" y="10733"/>
                  </a:lnTo>
                  <a:lnTo>
                    <a:pt x="129330" y="8213"/>
                  </a:lnTo>
                  <a:lnTo>
                    <a:pt x="130066" y="7679"/>
                  </a:lnTo>
                  <a:lnTo>
                    <a:pt x="131235" y="6830"/>
                  </a:lnTo>
                  <a:lnTo>
                    <a:pt x="131437" y="6417"/>
                  </a:lnTo>
                  <a:lnTo>
                    <a:pt x="133573" y="2066"/>
                  </a:lnTo>
                  <a:lnTo>
                    <a:pt x="135445" y="734"/>
                  </a:lnTo>
                  <a:lnTo>
                    <a:pt x="136139" y="426"/>
                  </a:lnTo>
                  <a:lnTo>
                    <a:pt x="136400" y="311"/>
                  </a:lnTo>
                  <a:lnTo>
                    <a:pt x="136683" y="185"/>
                  </a:lnTo>
                  <a:lnTo>
                    <a:pt x="137065" y="17"/>
                  </a:lnTo>
                  <a:lnTo>
                    <a:pt x="138519" y="0"/>
                  </a:lnTo>
                  <a:lnTo>
                    <a:pt x="140022" y="136"/>
                  </a:lnTo>
                  <a:lnTo>
                    <a:pt x="140517" y="288"/>
                  </a:lnTo>
                  <a:lnTo>
                    <a:pt x="142361" y="853"/>
                  </a:lnTo>
                  <a:lnTo>
                    <a:pt x="144294" y="1882"/>
                  </a:lnTo>
                  <a:lnTo>
                    <a:pt x="145986" y="2783"/>
                  </a:lnTo>
                  <a:lnTo>
                    <a:pt x="152292" y="6628"/>
                  </a:lnTo>
                  <a:lnTo>
                    <a:pt x="154079" y="7718"/>
                  </a:lnTo>
                  <a:lnTo>
                    <a:pt x="155312" y="8585"/>
                  </a:lnTo>
                  <a:lnTo>
                    <a:pt x="156504" y="9424"/>
                  </a:lnTo>
                  <a:lnTo>
                    <a:pt x="156668" y="9540"/>
                  </a:lnTo>
                  <a:lnTo>
                    <a:pt x="159158" y="11291"/>
                  </a:lnTo>
                  <a:lnTo>
                    <a:pt x="159301" y="11392"/>
                  </a:lnTo>
                  <a:lnTo>
                    <a:pt x="159642" y="11631"/>
                  </a:lnTo>
                  <a:lnTo>
                    <a:pt x="159908" y="11819"/>
                  </a:lnTo>
                  <a:lnTo>
                    <a:pt x="160263" y="12068"/>
                  </a:lnTo>
                  <a:lnTo>
                    <a:pt x="161658" y="12923"/>
                  </a:lnTo>
                  <a:lnTo>
                    <a:pt x="163266" y="12440"/>
                  </a:lnTo>
                  <a:lnTo>
                    <a:pt x="164386" y="12328"/>
                  </a:lnTo>
                  <a:lnTo>
                    <a:pt x="166325" y="12136"/>
                  </a:lnTo>
                  <a:lnTo>
                    <a:pt x="167603" y="11984"/>
                  </a:lnTo>
                  <a:lnTo>
                    <a:pt x="169865" y="11714"/>
                  </a:lnTo>
                  <a:lnTo>
                    <a:pt x="170998" y="11580"/>
                  </a:lnTo>
                  <a:lnTo>
                    <a:pt x="173419" y="11291"/>
                  </a:lnTo>
                  <a:lnTo>
                    <a:pt x="174897" y="12647"/>
                  </a:lnTo>
                  <a:lnTo>
                    <a:pt x="173473" y="13448"/>
                  </a:lnTo>
                  <a:lnTo>
                    <a:pt x="171157" y="14753"/>
                  </a:lnTo>
                  <a:lnTo>
                    <a:pt x="168458" y="16272"/>
                  </a:lnTo>
                  <a:lnTo>
                    <a:pt x="165583" y="17891"/>
                  </a:lnTo>
                  <a:lnTo>
                    <a:pt x="165413" y="17986"/>
                  </a:lnTo>
                  <a:lnTo>
                    <a:pt x="167683" y="20959"/>
                  </a:lnTo>
                  <a:lnTo>
                    <a:pt x="167697" y="21099"/>
                  </a:lnTo>
                  <a:lnTo>
                    <a:pt x="167794" y="22051"/>
                  </a:lnTo>
                  <a:lnTo>
                    <a:pt x="168057" y="24623"/>
                  </a:lnTo>
                  <a:lnTo>
                    <a:pt x="168169" y="25719"/>
                  </a:lnTo>
                  <a:lnTo>
                    <a:pt x="168215" y="26170"/>
                  </a:lnTo>
                  <a:lnTo>
                    <a:pt x="168231" y="26326"/>
                  </a:lnTo>
                  <a:lnTo>
                    <a:pt x="168266" y="26676"/>
                  </a:lnTo>
                  <a:lnTo>
                    <a:pt x="170007" y="27712"/>
                  </a:lnTo>
                  <a:lnTo>
                    <a:pt x="171232" y="28440"/>
                  </a:lnTo>
                  <a:lnTo>
                    <a:pt x="172211" y="29023"/>
                  </a:lnTo>
                  <a:lnTo>
                    <a:pt x="172362" y="29113"/>
                  </a:lnTo>
                  <a:lnTo>
                    <a:pt x="172725" y="29329"/>
                  </a:lnTo>
                  <a:lnTo>
                    <a:pt x="172908" y="29437"/>
                  </a:lnTo>
                  <a:lnTo>
                    <a:pt x="173167" y="29592"/>
                  </a:lnTo>
                  <a:lnTo>
                    <a:pt x="173386" y="30265"/>
                  </a:lnTo>
                  <a:lnTo>
                    <a:pt x="174356" y="33264"/>
                  </a:lnTo>
                  <a:lnTo>
                    <a:pt x="175161" y="35750"/>
                  </a:lnTo>
                  <a:lnTo>
                    <a:pt x="174250" y="36450"/>
                  </a:lnTo>
                  <a:lnTo>
                    <a:pt x="173183" y="37270"/>
                  </a:lnTo>
                  <a:lnTo>
                    <a:pt x="172607" y="37713"/>
                  </a:lnTo>
                  <a:lnTo>
                    <a:pt x="171861" y="38757"/>
                  </a:lnTo>
                  <a:lnTo>
                    <a:pt x="170688" y="40397"/>
                  </a:lnTo>
                  <a:lnTo>
                    <a:pt x="170524" y="40889"/>
                  </a:lnTo>
                  <a:lnTo>
                    <a:pt x="170335" y="41456"/>
                  </a:lnTo>
                  <a:lnTo>
                    <a:pt x="170074" y="42238"/>
                  </a:lnTo>
                  <a:lnTo>
                    <a:pt x="169848" y="42916"/>
                  </a:lnTo>
                  <a:lnTo>
                    <a:pt x="169728" y="43220"/>
                  </a:lnTo>
                  <a:lnTo>
                    <a:pt x="169427" y="43981"/>
                  </a:lnTo>
                  <a:lnTo>
                    <a:pt x="168731" y="45741"/>
                  </a:lnTo>
                  <a:lnTo>
                    <a:pt x="168673" y="45889"/>
                  </a:lnTo>
                  <a:lnTo>
                    <a:pt x="167510" y="48832"/>
                  </a:lnTo>
                  <a:lnTo>
                    <a:pt x="167428" y="49039"/>
                  </a:lnTo>
                  <a:lnTo>
                    <a:pt x="167331" y="49284"/>
                  </a:lnTo>
                  <a:lnTo>
                    <a:pt x="167238" y="49519"/>
                  </a:lnTo>
                  <a:lnTo>
                    <a:pt x="167151" y="49739"/>
                  </a:lnTo>
                  <a:lnTo>
                    <a:pt x="167098" y="49874"/>
                  </a:lnTo>
                  <a:lnTo>
                    <a:pt x="166469" y="51357"/>
                  </a:lnTo>
                  <a:lnTo>
                    <a:pt x="165945" y="52591"/>
                  </a:lnTo>
                  <a:lnTo>
                    <a:pt x="165927" y="53138"/>
                  </a:lnTo>
                  <a:lnTo>
                    <a:pt x="165913" y="53557"/>
                  </a:lnTo>
                  <a:lnTo>
                    <a:pt x="165884" y="54429"/>
                  </a:lnTo>
                  <a:lnTo>
                    <a:pt x="165867" y="54962"/>
                  </a:lnTo>
                  <a:lnTo>
                    <a:pt x="165823" y="56290"/>
                  </a:lnTo>
                  <a:lnTo>
                    <a:pt x="165792" y="57220"/>
                  </a:lnTo>
                  <a:lnTo>
                    <a:pt x="165930" y="57513"/>
                  </a:lnTo>
                  <a:lnTo>
                    <a:pt x="166014" y="57693"/>
                  </a:lnTo>
                  <a:lnTo>
                    <a:pt x="166297" y="58296"/>
                  </a:lnTo>
                  <a:lnTo>
                    <a:pt x="166917" y="59070"/>
                  </a:lnTo>
                  <a:lnTo>
                    <a:pt x="167217" y="59445"/>
                  </a:lnTo>
                  <a:lnTo>
                    <a:pt x="167507" y="59807"/>
                  </a:lnTo>
                  <a:lnTo>
                    <a:pt x="167779" y="60123"/>
                  </a:lnTo>
                  <a:lnTo>
                    <a:pt x="168295" y="60582"/>
                  </a:lnTo>
                  <a:lnTo>
                    <a:pt x="173225" y="64960"/>
                  </a:lnTo>
                  <a:lnTo>
                    <a:pt x="173494" y="65208"/>
                  </a:lnTo>
                  <a:lnTo>
                    <a:pt x="174367" y="66076"/>
                  </a:lnTo>
                  <a:lnTo>
                    <a:pt x="175382" y="67085"/>
                  </a:lnTo>
                  <a:lnTo>
                    <a:pt x="176986" y="68680"/>
                  </a:lnTo>
                  <a:lnTo>
                    <a:pt x="177908" y="69597"/>
                  </a:lnTo>
                  <a:lnTo>
                    <a:pt x="178069" y="69769"/>
                  </a:lnTo>
                  <a:lnTo>
                    <a:pt x="178575" y="70311"/>
                  </a:lnTo>
                  <a:lnTo>
                    <a:pt x="178767" y="70517"/>
                  </a:lnTo>
                  <a:lnTo>
                    <a:pt x="179568" y="71376"/>
                  </a:lnTo>
                  <a:lnTo>
                    <a:pt x="179711" y="71528"/>
                  </a:lnTo>
                  <a:lnTo>
                    <a:pt x="180052" y="71895"/>
                  </a:lnTo>
                  <a:lnTo>
                    <a:pt x="180217" y="72071"/>
                  </a:lnTo>
                  <a:lnTo>
                    <a:pt x="180140" y="72423"/>
                  </a:lnTo>
                  <a:lnTo>
                    <a:pt x="180073" y="72787"/>
                  </a:lnTo>
                  <a:lnTo>
                    <a:pt x="179290" y="76684"/>
                  </a:lnTo>
                  <a:lnTo>
                    <a:pt x="177763" y="80846"/>
                  </a:lnTo>
                  <a:lnTo>
                    <a:pt x="177803" y="81018"/>
                  </a:lnTo>
                  <a:lnTo>
                    <a:pt x="177885" y="81371"/>
                  </a:lnTo>
                  <a:lnTo>
                    <a:pt x="177994" y="81736"/>
                  </a:lnTo>
                  <a:lnTo>
                    <a:pt x="178096" y="820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2408269" y="4944036"/>
              <a:ext cx="183461" cy="84382"/>
            </a:xfrm>
            <a:custGeom>
              <a:avLst/>
              <a:pathLst>
                <a:path w="183461" h="84382">
                  <a:moveTo>
                    <a:pt x="98851" y="6291"/>
                  </a:moveTo>
                  <a:lnTo>
                    <a:pt x="99337" y="6336"/>
                  </a:lnTo>
                  <a:lnTo>
                    <a:pt x="102424" y="5660"/>
                  </a:lnTo>
                  <a:lnTo>
                    <a:pt x="105574" y="4970"/>
                  </a:lnTo>
                  <a:lnTo>
                    <a:pt x="105484" y="4808"/>
                  </a:lnTo>
                  <a:lnTo>
                    <a:pt x="106924" y="4561"/>
                  </a:lnTo>
                  <a:lnTo>
                    <a:pt x="108767" y="4246"/>
                  </a:lnTo>
                  <a:lnTo>
                    <a:pt x="113321" y="3465"/>
                  </a:lnTo>
                  <a:lnTo>
                    <a:pt x="117393" y="2767"/>
                  </a:lnTo>
                  <a:lnTo>
                    <a:pt x="120059" y="2310"/>
                  </a:lnTo>
                  <a:lnTo>
                    <a:pt x="120463" y="2241"/>
                  </a:lnTo>
                  <a:lnTo>
                    <a:pt x="123812" y="2307"/>
                  </a:lnTo>
                  <a:lnTo>
                    <a:pt x="124420" y="2312"/>
                  </a:lnTo>
                  <a:lnTo>
                    <a:pt x="127717" y="2337"/>
                  </a:lnTo>
                  <a:lnTo>
                    <a:pt x="131814" y="2488"/>
                  </a:lnTo>
                  <a:lnTo>
                    <a:pt x="132044" y="3103"/>
                  </a:lnTo>
                  <a:lnTo>
                    <a:pt x="132194" y="3507"/>
                  </a:lnTo>
                  <a:lnTo>
                    <a:pt x="132918" y="5450"/>
                  </a:lnTo>
                  <a:lnTo>
                    <a:pt x="140068" y="24625"/>
                  </a:lnTo>
                  <a:lnTo>
                    <a:pt x="143153" y="32901"/>
                  </a:lnTo>
                  <a:lnTo>
                    <a:pt x="143337" y="33503"/>
                  </a:lnTo>
                  <a:lnTo>
                    <a:pt x="143830" y="33314"/>
                  </a:lnTo>
                  <a:lnTo>
                    <a:pt x="144730" y="32970"/>
                  </a:lnTo>
                  <a:lnTo>
                    <a:pt x="154765" y="29134"/>
                  </a:lnTo>
                  <a:lnTo>
                    <a:pt x="163782" y="25695"/>
                  </a:lnTo>
                  <a:lnTo>
                    <a:pt x="171257" y="36521"/>
                  </a:lnTo>
                  <a:lnTo>
                    <a:pt x="173137" y="39243"/>
                  </a:lnTo>
                  <a:lnTo>
                    <a:pt x="175880" y="43220"/>
                  </a:lnTo>
                  <a:lnTo>
                    <a:pt x="180260" y="50248"/>
                  </a:lnTo>
                  <a:lnTo>
                    <a:pt x="183461" y="55424"/>
                  </a:lnTo>
                  <a:lnTo>
                    <a:pt x="180549" y="57366"/>
                  </a:lnTo>
                  <a:lnTo>
                    <a:pt x="179185" y="58276"/>
                  </a:lnTo>
                  <a:lnTo>
                    <a:pt x="177465" y="59423"/>
                  </a:lnTo>
                  <a:lnTo>
                    <a:pt x="175347" y="60836"/>
                  </a:lnTo>
                  <a:lnTo>
                    <a:pt x="173757" y="61896"/>
                  </a:lnTo>
                  <a:lnTo>
                    <a:pt x="171096" y="63671"/>
                  </a:lnTo>
                  <a:lnTo>
                    <a:pt x="168494" y="65406"/>
                  </a:lnTo>
                  <a:lnTo>
                    <a:pt x="166684" y="66614"/>
                  </a:lnTo>
                  <a:lnTo>
                    <a:pt x="162842" y="69176"/>
                  </a:lnTo>
                  <a:lnTo>
                    <a:pt x="160425" y="70788"/>
                  </a:lnTo>
                  <a:lnTo>
                    <a:pt x="160163" y="70963"/>
                  </a:lnTo>
                  <a:lnTo>
                    <a:pt x="158819" y="71859"/>
                  </a:lnTo>
                  <a:lnTo>
                    <a:pt x="156642" y="73311"/>
                  </a:lnTo>
                  <a:lnTo>
                    <a:pt x="156835" y="73903"/>
                  </a:lnTo>
                  <a:lnTo>
                    <a:pt x="155584" y="74336"/>
                  </a:lnTo>
                  <a:lnTo>
                    <a:pt x="154585" y="74682"/>
                  </a:lnTo>
                  <a:lnTo>
                    <a:pt x="148800" y="76687"/>
                  </a:lnTo>
                  <a:lnTo>
                    <a:pt x="148107" y="76927"/>
                  </a:lnTo>
                  <a:lnTo>
                    <a:pt x="146561" y="77463"/>
                  </a:lnTo>
                  <a:lnTo>
                    <a:pt x="144894" y="78040"/>
                  </a:lnTo>
                  <a:lnTo>
                    <a:pt x="143631" y="78478"/>
                  </a:lnTo>
                  <a:lnTo>
                    <a:pt x="140792" y="79461"/>
                  </a:lnTo>
                  <a:lnTo>
                    <a:pt x="136931" y="80800"/>
                  </a:lnTo>
                  <a:lnTo>
                    <a:pt x="136615" y="80909"/>
                  </a:lnTo>
                  <a:lnTo>
                    <a:pt x="136414" y="80979"/>
                  </a:lnTo>
                  <a:lnTo>
                    <a:pt x="131501" y="82681"/>
                  </a:lnTo>
                  <a:lnTo>
                    <a:pt x="131225" y="82776"/>
                  </a:lnTo>
                  <a:lnTo>
                    <a:pt x="129886" y="83240"/>
                  </a:lnTo>
                  <a:lnTo>
                    <a:pt x="126591" y="84382"/>
                  </a:lnTo>
                  <a:lnTo>
                    <a:pt x="126408" y="83819"/>
                  </a:lnTo>
                  <a:lnTo>
                    <a:pt x="123387" y="74512"/>
                  </a:lnTo>
                  <a:lnTo>
                    <a:pt x="121921" y="69994"/>
                  </a:lnTo>
                  <a:lnTo>
                    <a:pt x="120933" y="66950"/>
                  </a:lnTo>
                  <a:lnTo>
                    <a:pt x="120423" y="61960"/>
                  </a:lnTo>
                  <a:lnTo>
                    <a:pt x="120256" y="60333"/>
                  </a:lnTo>
                  <a:lnTo>
                    <a:pt x="120342" y="58396"/>
                  </a:lnTo>
                  <a:lnTo>
                    <a:pt x="120471" y="55479"/>
                  </a:lnTo>
                  <a:lnTo>
                    <a:pt x="120566" y="53329"/>
                  </a:lnTo>
                  <a:lnTo>
                    <a:pt x="120586" y="52872"/>
                  </a:lnTo>
                  <a:lnTo>
                    <a:pt x="120673" y="50905"/>
                  </a:lnTo>
                  <a:lnTo>
                    <a:pt x="120716" y="49938"/>
                  </a:lnTo>
                  <a:lnTo>
                    <a:pt x="120737" y="49461"/>
                  </a:lnTo>
                  <a:lnTo>
                    <a:pt x="120744" y="49305"/>
                  </a:lnTo>
                  <a:lnTo>
                    <a:pt x="120626" y="47385"/>
                  </a:lnTo>
                  <a:lnTo>
                    <a:pt x="120555" y="46228"/>
                  </a:lnTo>
                  <a:lnTo>
                    <a:pt x="120547" y="46090"/>
                  </a:lnTo>
                  <a:lnTo>
                    <a:pt x="120461" y="44629"/>
                  </a:lnTo>
                  <a:lnTo>
                    <a:pt x="120439" y="43929"/>
                  </a:lnTo>
                  <a:lnTo>
                    <a:pt x="120432" y="43715"/>
                  </a:lnTo>
                  <a:lnTo>
                    <a:pt x="120381" y="42120"/>
                  </a:lnTo>
                  <a:lnTo>
                    <a:pt x="120353" y="41853"/>
                  </a:lnTo>
                  <a:lnTo>
                    <a:pt x="120145" y="39860"/>
                  </a:lnTo>
                  <a:lnTo>
                    <a:pt x="119952" y="38018"/>
                  </a:lnTo>
                  <a:lnTo>
                    <a:pt x="119834" y="36884"/>
                  </a:lnTo>
                  <a:lnTo>
                    <a:pt x="118540" y="37176"/>
                  </a:lnTo>
                  <a:lnTo>
                    <a:pt x="111794" y="38695"/>
                  </a:lnTo>
                  <a:lnTo>
                    <a:pt x="109077" y="39307"/>
                  </a:lnTo>
                  <a:lnTo>
                    <a:pt x="106837" y="39786"/>
                  </a:lnTo>
                  <a:lnTo>
                    <a:pt x="98688" y="41529"/>
                  </a:lnTo>
                  <a:lnTo>
                    <a:pt x="96535" y="41172"/>
                  </a:lnTo>
                  <a:lnTo>
                    <a:pt x="90037" y="39577"/>
                  </a:lnTo>
                  <a:lnTo>
                    <a:pt x="88636" y="39316"/>
                  </a:lnTo>
                  <a:lnTo>
                    <a:pt x="83301" y="38320"/>
                  </a:lnTo>
                  <a:lnTo>
                    <a:pt x="77447" y="38402"/>
                  </a:lnTo>
                  <a:lnTo>
                    <a:pt x="76474" y="38593"/>
                  </a:lnTo>
                  <a:lnTo>
                    <a:pt x="74115" y="39055"/>
                  </a:lnTo>
                  <a:lnTo>
                    <a:pt x="69274" y="40003"/>
                  </a:lnTo>
                  <a:lnTo>
                    <a:pt x="67824" y="40287"/>
                  </a:lnTo>
                  <a:lnTo>
                    <a:pt x="64904" y="40636"/>
                  </a:lnTo>
                  <a:lnTo>
                    <a:pt x="58064" y="41454"/>
                  </a:lnTo>
                  <a:lnTo>
                    <a:pt x="49162" y="42440"/>
                  </a:lnTo>
                  <a:lnTo>
                    <a:pt x="46983" y="42910"/>
                  </a:lnTo>
                  <a:lnTo>
                    <a:pt x="41922" y="44001"/>
                  </a:lnTo>
                  <a:lnTo>
                    <a:pt x="39797" y="44460"/>
                  </a:lnTo>
                  <a:lnTo>
                    <a:pt x="34489" y="45782"/>
                  </a:lnTo>
                  <a:lnTo>
                    <a:pt x="34349" y="45817"/>
                  </a:lnTo>
                  <a:lnTo>
                    <a:pt x="26562" y="47757"/>
                  </a:lnTo>
                  <a:lnTo>
                    <a:pt x="24140" y="48361"/>
                  </a:lnTo>
                  <a:lnTo>
                    <a:pt x="23715" y="48467"/>
                  </a:lnTo>
                  <a:lnTo>
                    <a:pt x="13553" y="51447"/>
                  </a:lnTo>
                  <a:lnTo>
                    <a:pt x="13112" y="51576"/>
                  </a:lnTo>
                  <a:lnTo>
                    <a:pt x="12469" y="51765"/>
                  </a:lnTo>
                  <a:lnTo>
                    <a:pt x="12406" y="51590"/>
                  </a:lnTo>
                  <a:lnTo>
                    <a:pt x="3285" y="26182"/>
                  </a:lnTo>
                  <a:lnTo>
                    <a:pt x="3173" y="25868"/>
                  </a:lnTo>
                  <a:lnTo>
                    <a:pt x="2396" y="23705"/>
                  </a:lnTo>
                  <a:lnTo>
                    <a:pt x="2261" y="23327"/>
                  </a:lnTo>
                  <a:lnTo>
                    <a:pt x="1240" y="20484"/>
                  </a:lnTo>
                  <a:lnTo>
                    <a:pt x="964" y="19714"/>
                  </a:lnTo>
                  <a:lnTo>
                    <a:pt x="0" y="16893"/>
                  </a:lnTo>
                  <a:lnTo>
                    <a:pt x="242" y="16788"/>
                  </a:lnTo>
                  <a:lnTo>
                    <a:pt x="693" y="16593"/>
                  </a:lnTo>
                  <a:lnTo>
                    <a:pt x="3339" y="15450"/>
                  </a:lnTo>
                  <a:lnTo>
                    <a:pt x="6711" y="13992"/>
                  </a:lnTo>
                  <a:lnTo>
                    <a:pt x="8159" y="13366"/>
                  </a:lnTo>
                  <a:lnTo>
                    <a:pt x="10879" y="12191"/>
                  </a:lnTo>
                  <a:lnTo>
                    <a:pt x="11811" y="11788"/>
                  </a:lnTo>
                  <a:lnTo>
                    <a:pt x="12108" y="11660"/>
                  </a:lnTo>
                  <a:lnTo>
                    <a:pt x="12353" y="11554"/>
                  </a:lnTo>
                  <a:lnTo>
                    <a:pt x="16065" y="9950"/>
                  </a:lnTo>
                  <a:lnTo>
                    <a:pt x="16297" y="10633"/>
                  </a:lnTo>
                  <a:lnTo>
                    <a:pt x="17659" y="9798"/>
                  </a:lnTo>
                  <a:lnTo>
                    <a:pt x="18229" y="8991"/>
                  </a:lnTo>
                  <a:lnTo>
                    <a:pt x="18400" y="8749"/>
                  </a:lnTo>
                  <a:lnTo>
                    <a:pt x="19797" y="6969"/>
                  </a:lnTo>
                  <a:lnTo>
                    <a:pt x="21128" y="5272"/>
                  </a:lnTo>
                  <a:lnTo>
                    <a:pt x="21508" y="5018"/>
                  </a:lnTo>
                  <a:lnTo>
                    <a:pt x="22252" y="4521"/>
                  </a:lnTo>
                  <a:lnTo>
                    <a:pt x="24066" y="3633"/>
                  </a:lnTo>
                  <a:lnTo>
                    <a:pt x="25166" y="3231"/>
                  </a:lnTo>
                  <a:lnTo>
                    <a:pt x="26499" y="2994"/>
                  </a:lnTo>
                  <a:lnTo>
                    <a:pt x="27682" y="2979"/>
                  </a:lnTo>
                  <a:lnTo>
                    <a:pt x="28392" y="3018"/>
                  </a:lnTo>
                  <a:lnTo>
                    <a:pt x="28694" y="3035"/>
                  </a:lnTo>
                  <a:lnTo>
                    <a:pt x="28977" y="3050"/>
                  </a:lnTo>
                  <a:lnTo>
                    <a:pt x="30411" y="3449"/>
                  </a:lnTo>
                  <a:lnTo>
                    <a:pt x="31043" y="3748"/>
                  </a:lnTo>
                  <a:lnTo>
                    <a:pt x="31201" y="3823"/>
                  </a:lnTo>
                  <a:lnTo>
                    <a:pt x="31634" y="4028"/>
                  </a:lnTo>
                  <a:lnTo>
                    <a:pt x="32025" y="4213"/>
                  </a:lnTo>
                  <a:lnTo>
                    <a:pt x="33627" y="4971"/>
                  </a:lnTo>
                  <a:lnTo>
                    <a:pt x="34400" y="5426"/>
                  </a:lnTo>
                  <a:lnTo>
                    <a:pt x="36411" y="6608"/>
                  </a:lnTo>
                  <a:lnTo>
                    <a:pt x="36890" y="6966"/>
                  </a:lnTo>
                  <a:lnTo>
                    <a:pt x="38328" y="8040"/>
                  </a:lnTo>
                  <a:lnTo>
                    <a:pt x="39669" y="9041"/>
                  </a:lnTo>
                  <a:lnTo>
                    <a:pt x="40015" y="9277"/>
                  </a:lnTo>
                  <a:lnTo>
                    <a:pt x="40272" y="9452"/>
                  </a:lnTo>
                  <a:lnTo>
                    <a:pt x="41383" y="10210"/>
                  </a:lnTo>
                  <a:lnTo>
                    <a:pt x="41716" y="10437"/>
                  </a:lnTo>
                  <a:lnTo>
                    <a:pt x="42184" y="10755"/>
                  </a:lnTo>
                  <a:lnTo>
                    <a:pt x="43023" y="11327"/>
                  </a:lnTo>
                  <a:lnTo>
                    <a:pt x="43781" y="12020"/>
                  </a:lnTo>
                  <a:lnTo>
                    <a:pt x="44569" y="12741"/>
                  </a:lnTo>
                  <a:lnTo>
                    <a:pt x="45240" y="13013"/>
                  </a:lnTo>
                  <a:lnTo>
                    <a:pt x="45568" y="13041"/>
                  </a:lnTo>
                  <a:lnTo>
                    <a:pt x="45736" y="13055"/>
                  </a:lnTo>
                  <a:lnTo>
                    <a:pt x="45865" y="13004"/>
                  </a:lnTo>
                  <a:lnTo>
                    <a:pt x="45997" y="12950"/>
                  </a:lnTo>
                  <a:lnTo>
                    <a:pt x="46138" y="12893"/>
                  </a:lnTo>
                  <a:lnTo>
                    <a:pt x="46851" y="12604"/>
                  </a:lnTo>
                  <a:lnTo>
                    <a:pt x="50741" y="11030"/>
                  </a:lnTo>
                  <a:lnTo>
                    <a:pt x="51178" y="10853"/>
                  </a:lnTo>
                  <a:lnTo>
                    <a:pt x="54394" y="9551"/>
                  </a:lnTo>
                  <a:lnTo>
                    <a:pt x="60057" y="7259"/>
                  </a:lnTo>
                  <a:lnTo>
                    <a:pt x="60617" y="7033"/>
                  </a:lnTo>
                  <a:lnTo>
                    <a:pt x="61139" y="6821"/>
                  </a:lnTo>
                  <a:lnTo>
                    <a:pt x="61589" y="6640"/>
                  </a:lnTo>
                  <a:lnTo>
                    <a:pt x="64238" y="5567"/>
                  </a:lnTo>
                  <a:lnTo>
                    <a:pt x="63374" y="3483"/>
                  </a:lnTo>
                  <a:lnTo>
                    <a:pt x="64239" y="3133"/>
                  </a:lnTo>
                  <a:lnTo>
                    <a:pt x="68567" y="1381"/>
                  </a:lnTo>
                  <a:lnTo>
                    <a:pt x="69541" y="986"/>
                  </a:lnTo>
                  <a:lnTo>
                    <a:pt x="71978" y="0"/>
                  </a:lnTo>
                  <a:lnTo>
                    <a:pt x="72914" y="248"/>
                  </a:lnTo>
                  <a:lnTo>
                    <a:pt x="74893" y="774"/>
                  </a:lnTo>
                  <a:lnTo>
                    <a:pt x="76001" y="1069"/>
                  </a:lnTo>
                  <a:lnTo>
                    <a:pt x="77144" y="1372"/>
                  </a:lnTo>
                  <a:lnTo>
                    <a:pt x="78744" y="1798"/>
                  </a:lnTo>
                  <a:lnTo>
                    <a:pt x="79574" y="2018"/>
                  </a:lnTo>
                  <a:lnTo>
                    <a:pt x="82558" y="2811"/>
                  </a:lnTo>
                  <a:lnTo>
                    <a:pt x="97672" y="618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1856322" y="5029112"/>
              <a:ext cx="196713" cy="149762"/>
            </a:xfrm>
            <a:custGeom>
              <a:avLst/>
              <a:pathLst>
                <a:path w="196713" h="149762">
                  <a:moveTo>
                    <a:pt x="118112" y="23838"/>
                  </a:moveTo>
                  <a:lnTo>
                    <a:pt x="123129" y="30810"/>
                  </a:lnTo>
                  <a:lnTo>
                    <a:pt x="123419" y="31147"/>
                  </a:lnTo>
                  <a:lnTo>
                    <a:pt x="129071" y="37725"/>
                  </a:lnTo>
                  <a:lnTo>
                    <a:pt x="129446" y="38093"/>
                  </a:lnTo>
                  <a:lnTo>
                    <a:pt x="132678" y="41265"/>
                  </a:lnTo>
                  <a:lnTo>
                    <a:pt x="133671" y="42240"/>
                  </a:lnTo>
                  <a:lnTo>
                    <a:pt x="136131" y="44655"/>
                  </a:lnTo>
                  <a:lnTo>
                    <a:pt x="136538" y="45015"/>
                  </a:lnTo>
                  <a:lnTo>
                    <a:pt x="142553" y="50347"/>
                  </a:lnTo>
                  <a:lnTo>
                    <a:pt x="146486" y="52722"/>
                  </a:lnTo>
                  <a:lnTo>
                    <a:pt x="148638" y="53088"/>
                  </a:lnTo>
                  <a:lnTo>
                    <a:pt x="150616" y="52979"/>
                  </a:lnTo>
                  <a:lnTo>
                    <a:pt x="152657" y="52722"/>
                  </a:lnTo>
                  <a:lnTo>
                    <a:pt x="153812" y="52609"/>
                  </a:lnTo>
                  <a:lnTo>
                    <a:pt x="154072" y="52584"/>
                  </a:lnTo>
                  <a:lnTo>
                    <a:pt x="156434" y="52353"/>
                  </a:lnTo>
                  <a:lnTo>
                    <a:pt x="158171" y="52524"/>
                  </a:lnTo>
                  <a:lnTo>
                    <a:pt x="159775" y="53002"/>
                  </a:lnTo>
                  <a:lnTo>
                    <a:pt x="161245" y="53787"/>
                  </a:lnTo>
                  <a:lnTo>
                    <a:pt x="163450" y="55666"/>
                  </a:lnTo>
                  <a:lnTo>
                    <a:pt x="165221" y="57715"/>
                  </a:lnTo>
                  <a:lnTo>
                    <a:pt x="166784" y="60375"/>
                  </a:lnTo>
                  <a:lnTo>
                    <a:pt x="167122" y="60951"/>
                  </a:lnTo>
                  <a:lnTo>
                    <a:pt x="168582" y="63437"/>
                  </a:lnTo>
                  <a:lnTo>
                    <a:pt x="170984" y="67527"/>
                  </a:lnTo>
                  <a:lnTo>
                    <a:pt x="173371" y="71592"/>
                  </a:lnTo>
                  <a:lnTo>
                    <a:pt x="173588" y="71961"/>
                  </a:lnTo>
                  <a:lnTo>
                    <a:pt x="175701" y="75558"/>
                  </a:lnTo>
                  <a:lnTo>
                    <a:pt x="176061" y="76172"/>
                  </a:lnTo>
                  <a:lnTo>
                    <a:pt x="177755" y="79057"/>
                  </a:lnTo>
                  <a:lnTo>
                    <a:pt x="177940" y="79371"/>
                  </a:lnTo>
                  <a:lnTo>
                    <a:pt x="178516" y="80047"/>
                  </a:lnTo>
                  <a:lnTo>
                    <a:pt x="178731" y="80299"/>
                  </a:lnTo>
                  <a:lnTo>
                    <a:pt x="181271" y="83279"/>
                  </a:lnTo>
                  <a:lnTo>
                    <a:pt x="181464" y="83407"/>
                  </a:lnTo>
                  <a:lnTo>
                    <a:pt x="181773" y="83723"/>
                  </a:lnTo>
                  <a:lnTo>
                    <a:pt x="183058" y="85034"/>
                  </a:lnTo>
                  <a:lnTo>
                    <a:pt x="184785" y="86352"/>
                  </a:lnTo>
                  <a:lnTo>
                    <a:pt x="188082" y="88000"/>
                  </a:lnTo>
                  <a:lnTo>
                    <a:pt x="191472" y="90015"/>
                  </a:lnTo>
                  <a:lnTo>
                    <a:pt x="193322" y="91525"/>
                  </a:lnTo>
                  <a:lnTo>
                    <a:pt x="194506" y="92400"/>
                  </a:lnTo>
                  <a:lnTo>
                    <a:pt x="195299" y="93410"/>
                  </a:lnTo>
                  <a:lnTo>
                    <a:pt x="196123" y="94548"/>
                  </a:lnTo>
                  <a:lnTo>
                    <a:pt x="196713" y="96359"/>
                  </a:lnTo>
                  <a:lnTo>
                    <a:pt x="196160" y="98295"/>
                  </a:lnTo>
                  <a:lnTo>
                    <a:pt x="194002" y="105848"/>
                  </a:lnTo>
                  <a:lnTo>
                    <a:pt x="193928" y="106105"/>
                  </a:lnTo>
                  <a:lnTo>
                    <a:pt x="185631" y="103276"/>
                  </a:lnTo>
                  <a:lnTo>
                    <a:pt x="180580" y="102352"/>
                  </a:lnTo>
                  <a:lnTo>
                    <a:pt x="179538" y="103389"/>
                  </a:lnTo>
                  <a:lnTo>
                    <a:pt x="179190" y="103736"/>
                  </a:lnTo>
                  <a:lnTo>
                    <a:pt x="176945" y="104747"/>
                  </a:lnTo>
                  <a:lnTo>
                    <a:pt x="175648" y="106101"/>
                  </a:lnTo>
                  <a:lnTo>
                    <a:pt x="175523" y="104279"/>
                  </a:lnTo>
                  <a:lnTo>
                    <a:pt x="175382" y="102912"/>
                  </a:lnTo>
                  <a:lnTo>
                    <a:pt x="175220" y="101347"/>
                  </a:lnTo>
                  <a:lnTo>
                    <a:pt x="172508" y="101188"/>
                  </a:lnTo>
                  <a:lnTo>
                    <a:pt x="169746" y="104163"/>
                  </a:lnTo>
                  <a:lnTo>
                    <a:pt x="169582" y="104374"/>
                  </a:lnTo>
                  <a:lnTo>
                    <a:pt x="168877" y="105280"/>
                  </a:lnTo>
                  <a:lnTo>
                    <a:pt x="162115" y="113975"/>
                  </a:lnTo>
                  <a:lnTo>
                    <a:pt x="150365" y="116707"/>
                  </a:lnTo>
                  <a:lnTo>
                    <a:pt x="137947" y="114089"/>
                  </a:lnTo>
                  <a:lnTo>
                    <a:pt x="129928" y="113008"/>
                  </a:lnTo>
                  <a:lnTo>
                    <a:pt x="130240" y="111691"/>
                  </a:lnTo>
                  <a:lnTo>
                    <a:pt x="131209" y="107600"/>
                  </a:lnTo>
                  <a:lnTo>
                    <a:pt x="127422" y="103388"/>
                  </a:lnTo>
                  <a:lnTo>
                    <a:pt x="119504" y="103163"/>
                  </a:lnTo>
                  <a:lnTo>
                    <a:pt x="117009" y="105437"/>
                  </a:lnTo>
                  <a:lnTo>
                    <a:pt x="114839" y="106904"/>
                  </a:lnTo>
                  <a:lnTo>
                    <a:pt x="113389" y="107885"/>
                  </a:lnTo>
                  <a:lnTo>
                    <a:pt x="112297" y="106667"/>
                  </a:lnTo>
                  <a:lnTo>
                    <a:pt x="111551" y="105836"/>
                  </a:lnTo>
                  <a:lnTo>
                    <a:pt x="109673" y="107107"/>
                  </a:lnTo>
                  <a:lnTo>
                    <a:pt x="107765" y="108397"/>
                  </a:lnTo>
                  <a:lnTo>
                    <a:pt x="107112" y="107536"/>
                  </a:lnTo>
                  <a:lnTo>
                    <a:pt x="102586" y="101567"/>
                  </a:lnTo>
                  <a:lnTo>
                    <a:pt x="96070" y="101282"/>
                  </a:lnTo>
                  <a:lnTo>
                    <a:pt x="91337" y="104583"/>
                  </a:lnTo>
                  <a:lnTo>
                    <a:pt x="93696" y="109784"/>
                  </a:lnTo>
                  <a:lnTo>
                    <a:pt x="94177" y="110845"/>
                  </a:lnTo>
                  <a:lnTo>
                    <a:pt x="92451" y="120521"/>
                  </a:lnTo>
                  <a:lnTo>
                    <a:pt x="91114" y="124164"/>
                  </a:lnTo>
                  <a:lnTo>
                    <a:pt x="79086" y="122115"/>
                  </a:lnTo>
                  <a:lnTo>
                    <a:pt x="78975" y="124506"/>
                  </a:lnTo>
                  <a:lnTo>
                    <a:pt x="71512" y="131222"/>
                  </a:lnTo>
                  <a:lnTo>
                    <a:pt x="70900" y="131043"/>
                  </a:lnTo>
                  <a:lnTo>
                    <a:pt x="68840" y="130439"/>
                  </a:lnTo>
                  <a:lnTo>
                    <a:pt x="65387" y="129427"/>
                  </a:lnTo>
                  <a:lnTo>
                    <a:pt x="61874" y="125795"/>
                  </a:lnTo>
                  <a:lnTo>
                    <a:pt x="59405" y="121303"/>
                  </a:lnTo>
                  <a:lnTo>
                    <a:pt x="56372" y="121998"/>
                  </a:lnTo>
                  <a:lnTo>
                    <a:pt x="45714" y="124442"/>
                  </a:lnTo>
                  <a:lnTo>
                    <a:pt x="41794" y="125698"/>
                  </a:lnTo>
                  <a:lnTo>
                    <a:pt x="40832" y="129797"/>
                  </a:lnTo>
                  <a:lnTo>
                    <a:pt x="41367" y="137010"/>
                  </a:lnTo>
                  <a:lnTo>
                    <a:pt x="42463" y="138649"/>
                  </a:lnTo>
                  <a:lnTo>
                    <a:pt x="46713" y="141053"/>
                  </a:lnTo>
                  <a:lnTo>
                    <a:pt x="43879" y="144988"/>
                  </a:lnTo>
                  <a:lnTo>
                    <a:pt x="47461" y="147993"/>
                  </a:lnTo>
                  <a:lnTo>
                    <a:pt x="45987" y="149762"/>
                  </a:lnTo>
                  <a:lnTo>
                    <a:pt x="43190" y="148760"/>
                  </a:lnTo>
                  <a:lnTo>
                    <a:pt x="40035" y="146574"/>
                  </a:lnTo>
                  <a:lnTo>
                    <a:pt x="39516" y="145519"/>
                  </a:lnTo>
                  <a:lnTo>
                    <a:pt x="35598" y="148268"/>
                  </a:lnTo>
                  <a:lnTo>
                    <a:pt x="35401" y="148445"/>
                  </a:lnTo>
                  <a:lnTo>
                    <a:pt x="30648" y="146202"/>
                  </a:lnTo>
                  <a:lnTo>
                    <a:pt x="21450" y="144565"/>
                  </a:lnTo>
                  <a:lnTo>
                    <a:pt x="16829" y="144754"/>
                  </a:lnTo>
                  <a:lnTo>
                    <a:pt x="12204" y="141609"/>
                  </a:lnTo>
                  <a:lnTo>
                    <a:pt x="10292" y="141267"/>
                  </a:lnTo>
                  <a:lnTo>
                    <a:pt x="7161" y="140707"/>
                  </a:lnTo>
                  <a:lnTo>
                    <a:pt x="2331" y="135576"/>
                  </a:lnTo>
                  <a:lnTo>
                    <a:pt x="1040" y="131707"/>
                  </a:lnTo>
                  <a:lnTo>
                    <a:pt x="0" y="131639"/>
                  </a:lnTo>
                  <a:lnTo>
                    <a:pt x="226" y="127683"/>
                  </a:lnTo>
                  <a:lnTo>
                    <a:pt x="4283" y="127413"/>
                  </a:lnTo>
                  <a:lnTo>
                    <a:pt x="6288" y="124216"/>
                  </a:lnTo>
                  <a:lnTo>
                    <a:pt x="10480" y="122341"/>
                  </a:lnTo>
                  <a:lnTo>
                    <a:pt x="10881" y="118789"/>
                  </a:lnTo>
                  <a:lnTo>
                    <a:pt x="11817" y="115761"/>
                  </a:lnTo>
                  <a:lnTo>
                    <a:pt x="3129" y="114850"/>
                  </a:lnTo>
                  <a:lnTo>
                    <a:pt x="2779" y="114778"/>
                  </a:lnTo>
                  <a:lnTo>
                    <a:pt x="3868" y="112506"/>
                  </a:lnTo>
                  <a:lnTo>
                    <a:pt x="10126" y="108624"/>
                  </a:lnTo>
                  <a:lnTo>
                    <a:pt x="11798" y="107588"/>
                  </a:lnTo>
                  <a:lnTo>
                    <a:pt x="21780" y="105255"/>
                  </a:lnTo>
                  <a:lnTo>
                    <a:pt x="22971" y="103240"/>
                  </a:lnTo>
                  <a:lnTo>
                    <a:pt x="6078" y="96610"/>
                  </a:lnTo>
                  <a:lnTo>
                    <a:pt x="1068" y="93979"/>
                  </a:lnTo>
                  <a:lnTo>
                    <a:pt x="1886" y="92815"/>
                  </a:lnTo>
                  <a:lnTo>
                    <a:pt x="3349" y="90732"/>
                  </a:lnTo>
                  <a:lnTo>
                    <a:pt x="3731" y="90862"/>
                  </a:lnTo>
                  <a:lnTo>
                    <a:pt x="7714" y="92392"/>
                  </a:lnTo>
                  <a:lnTo>
                    <a:pt x="8560" y="92396"/>
                  </a:lnTo>
                  <a:lnTo>
                    <a:pt x="12044" y="92638"/>
                  </a:lnTo>
                  <a:lnTo>
                    <a:pt x="15867" y="92966"/>
                  </a:lnTo>
                  <a:lnTo>
                    <a:pt x="18513" y="93075"/>
                  </a:lnTo>
                  <a:lnTo>
                    <a:pt x="28569" y="96890"/>
                  </a:lnTo>
                  <a:lnTo>
                    <a:pt x="31860" y="97670"/>
                  </a:lnTo>
                  <a:lnTo>
                    <a:pt x="34356" y="95153"/>
                  </a:lnTo>
                  <a:lnTo>
                    <a:pt x="42111" y="79169"/>
                  </a:lnTo>
                  <a:lnTo>
                    <a:pt x="44116" y="74935"/>
                  </a:lnTo>
                  <a:lnTo>
                    <a:pt x="41978" y="70754"/>
                  </a:lnTo>
                  <a:lnTo>
                    <a:pt x="32756" y="75973"/>
                  </a:lnTo>
                  <a:lnTo>
                    <a:pt x="30404" y="77120"/>
                  </a:lnTo>
                  <a:lnTo>
                    <a:pt x="24122" y="78596"/>
                  </a:lnTo>
                  <a:lnTo>
                    <a:pt x="17620" y="75339"/>
                  </a:lnTo>
                  <a:lnTo>
                    <a:pt x="17077" y="71732"/>
                  </a:lnTo>
                  <a:lnTo>
                    <a:pt x="16373" y="67051"/>
                  </a:lnTo>
                  <a:lnTo>
                    <a:pt x="22325" y="66616"/>
                  </a:lnTo>
                  <a:lnTo>
                    <a:pt x="21709" y="61623"/>
                  </a:lnTo>
                  <a:lnTo>
                    <a:pt x="21311" y="58391"/>
                  </a:lnTo>
                  <a:lnTo>
                    <a:pt x="20682" y="53289"/>
                  </a:lnTo>
                  <a:lnTo>
                    <a:pt x="42728" y="43687"/>
                  </a:lnTo>
                  <a:lnTo>
                    <a:pt x="50273" y="40400"/>
                  </a:lnTo>
                  <a:lnTo>
                    <a:pt x="51689" y="32821"/>
                  </a:lnTo>
                  <a:lnTo>
                    <a:pt x="43964" y="32438"/>
                  </a:lnTo>
                  <a:lnTo>
                    <a:pt x="42147" y="32056"/>
                  </a:lnTo>
                  <a:lnTo>
                    <a:pt x="42895" y="27739"/>
                  </a:lnTo>
                  <a:lnTo>
                    <a:pt x="39411" y="26634"/>
                  </a:lnTo>
                  <a:lnTo>
                    <a:pt x="40695" y="22093"/>
                  </a:lnTo>
                  <a:lnTo>
                    <a:pt x="41602" y="19091"/>
                  </a:lnTo>
                  <a:lnTo>
                    <a:pt x="43075" y="17857"/>
                  </a:lnTo>
                  <a:lnTo>
                    <a:pt x="45908" y="21327"/>
                  </a:lnTo>
                  <a:lnTo>
                    <a:pt x="53126" y="22146"/>
                  </a:lnTo>
                  <a:lnTo>
                    <a:pt x="53068" y="22528"/>
                  </a:lnTo>
                  <a:lnTo>
                    <a:pt x="53008" y="26246"/>
                  </a:lnTo>
                  <a:lnTo>
                    <a:pt x="54727" y="26412"/>
                  </a:lnTo>
                  <a:lnTo>
                    <a:pt x="55150" y="26366"/>
                  </a:lnTo>
                  <a:lnTo>
                    <a:pt x="58405" y="26009"/>
                  </a:lnTo>
                  <a:lnTo>
                    <a:pt x="60650" y="25880"/>
                  </a:lnTo>
                  <a:lnTo>
                    <a:pt x="62067" y="25787"/>
                  </a:lnTo>
                  <a:lnTo>
                    <a:pt x="63136" y="25718"/>
                  </a:lnTo>
                  <a:lnTo>
                    <a:pt x="64718" y="25627"/>
                  </a:lnTo>
                  <a:lnTo>
                    <a:pt x="66433" y="25627"/>
                  </a:lnTo>
                  <a:lnTo>
                    <a:pt x="72191" y="25479"/>
                  </a:lnTo>
                  <a:lnTo>
                    <a:pt x="76304" y="30163"/>
                  </a:lnTo>
                  <a:lnTo>
                    <a:pt x="77687" y="28646"/>
                  </a:lnTo>
                  <a:lnTo>
                    <a:pt x="82365" y="25242"/>
                  </a:lnTo>
                  <a:lnTo>
                    <a:pt x="83701" y="24423"/>
                  </a:lnTo>
                  <a:lnTo>
                    <a:pt x="85572" y="26791"/>
                  </a:lnTo>
                  <a:lnTo>
                    <a:pt x="91899" y="22557"/>
                  </a:lnTo>
                  <a:lnTo>
                    <a:pt x="98528" y="17986"/>
                  </a:lnTo>
                  <a:lnTo>
                    <a:pt x="105944" y="12460"/>
                  </a:lnTo>
                  <a:lnTo>
                    <a:pt x="104912" y="10293"/>
                  </a:lnTo>
                  <a:lnTo>
                    <a:pt x="103239" y="5459"/>
                  </a:lnTo>
                  <a:lnTo>
                    <a:pt x="102812" y="3847"/>
                  </a:lnTo>
                  <a:lnTo>
                    <a:pt x="103079" y="3132"/>
                  </a:lnTo>
                  <a:lnTo>
                    <a:pt x="103569" y="2517"/>
                  </a:lnTo>
                  <a:lnTo>
                    <a:pt x="104522" y="1743"/>
                  </a:lnTo>
                  <a:lnTo>
                    <a:pt x="106729" y="668"/>
                  </a:lnTo>
                  <a:lnTo>
                    <a:pt x="108145" y="0"/>
                  </a:lnTo>
                  <a:lnTo>
                    <a:pt x="108204" y="3476"/>
                  </a:lnTo>
                  <a:lnTo>
                    <a:pt x="109505" y="8052"/>
                  </a:lnTo>
                  <a:lnTo>
                    <a:pt x="110911" y="11282"/>
                  </a:lnTo>
                  <a:lnTo>
                    <a:pt x="113484" y="16326"/>
                  </a:lnTo>
                  <a:lnTo>
                    <a:pt x="116505" y="21349"/>
                  </a:lnTo>
                  <a:lnTo>
                    <a:pt x="116834" y="21895"/>
                  </a:lnTo>
                  <a:lnTo>
                    <a:pt x="116912" y="22026"/>
                  </a:lnTo>
                  <a:lnTo>
                    <a:pt x="117636" y="23136"/>
                  </a:lnTo>
                  <a:lnTo>
                    <a:pt x="117918" y="235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2071748" y="5242520"/>
              <a:ext cx="172758" cy="151737"/>
            </a:xfrm>
            <a:custGeom>
              <a:avLst/>
              <a:pathLst>
                <a:path w="172758" h="151737">
                  <a:moveTo>
                    <a:pt x="127893" y="13570"/>
                  </a:moveTo>
                  <a:lnTo>
                    <a:pt x="129511" y="15775"/>
                  </a:lnTo>
                  <a:lnTo>
                    <a:pt x="129631" y="15938"/>
                  </a:lnTo>
                  <a:lnTo>
                    <a:pt x="129968" y="15745"/>
                  </a:lnTo>
                  <a:lnTo>
                    <a:pt x="131408" y="14924"/>
                  </a:lnTo>
                  <a:lnTo>
                    <a:pt x="133719" y="13605"/>
                  </a:lnTo>
                  <a:lnTo>
                    <a:pt x="136320" y="12950"/>
                  </a:lnTo>
                  <a:lnTo>
                    <a:pt x="137853" y="13095"/>
                  </a:lnTo>
                  <a:lnTo>
                    <a:pt x="139136" y="13350"/>
                  </a:lnTo>
                  <a:lnTo>
                    <a:pt x="140276" y="13897"/>
                  </a:lnTo>
                  <a:lnTo>
                    <a:pt x="141559" y="14771"/>
                  </a:lnTo>
                  <a:lnTo>
                    <a:pt x="144067" y="18244"/>
                  </a:lnTo>
                  <a:lnTo>
                    <a:pt x="145144" y="20624"/>
                  </a:lnTo>
                  <a:lnTo>
                    <a:pt x="145328" y="20915"/>
                  </a:lnTo>
                  <a:lnTo>
                    <a:pt x="151304" y="30253"/>
                  </a:lnTo>
                  <a:lnTo>
                    <a:pt x="151397" y="30399"/>
                  </a:lnTo>
                  <a:lnTo>
                    <a:pt x="156289" y="38043"/>
                  </a:lnTo>
                  <a:lnTo>
                    <a:pt x="161604" y="46517"/>
                  </a:lnTo>
                  <a:lnTo>
                    <a:pt x="162396" y="47786"/>
                  </a:lnTo>
                  <a:lnTo>
                    <a:pt x="164519" y="51908"/>
                  </a:lnTo>
                  <a:lnTo>
                    <a:pt x="168478" y="59593"/>
                  </a:lnTo>
                  <a:lnTo>
                    <a:pt x="170278" y="63088"/>
                  </a:lnTo>
                  <a:lnTo>
                    <a:pt x="170663" y="65579"/>
                  </a:lnTo>
                  <a:lnTo>
                    <a:pt x="170750" y="66142"/>
                  </a:lnTo>
                  <a:lnTo>
                    <a:pt x="171563" y="71403"/>
                  </a:lnTo>
                  <a:lnTo>
                    <a:pt x="172758" y="83614"/>
                  </a:lnTo>
                  <a:lnTo>
                    <a:pt x="169233" y="87439"/>
                  </a:lnTo>
                  <a:lnTo>
                    <a:pt x="167918" y="88866"/>
                  </a:lnTo>
                  <a:lnTo>
                    <a:pt x="163350" y="93824"/>
                  </a:lnTo>
                  <a:lnTo>
                    <a:pt x="156501" y="101257"/>
                  </a:lnTo>
                  <a:lnTo>
                    <a:pt x="148814" y="109600"/>
                  </a:lnTo>
                  <a:lnTo>
                    <a:pt x="140951" y="118133"/>
                  </a:lnTo>
                  <a:lnTo>
                    <a:pt x="132378" y="127437"/>
                  </a:lnTo>
                  <a:lnTo>
                    <a:pt x="120497" y="140331"/>
                  </a:lnTo>
                  <a:lnTo>
                    <a:pt x="113712" y="147695"/>
                  </a:lnTo>
                  <a:lnTo>
                    <a:pt x="109980" y="151737"/>
                  </a:lnTo>
                  <a:lnTo>
                    <a:pt x="107921" y="149810"/>
                  </a:lnTo>
                  <a:lnTo>
                    <a:pt x="106931" y="148884"/>
                  </a:lnTo>
                  <a:lnTo>
                    <a:pt x="99275" y="141721"/>
                  </a:lnTo>
                  <a:lnTo>
                    <a:pt x="98822" y="141297"/>
                  </a:lnTo>
                  <a:lnTo>
                    <a:pt x="98633" y="141121"/>
                  </a:lnTo>
                  <a:lnTo>
                    <a:pt x="90801" y="133792"/>
                  </a:lnTo>
                  <a:lnTo>
                    <a:pt x="90367" y="133386"/>
                  </a:lnTo>
                  <a:lnTo>
                    <a:pt x="84148" y="127567"/>
                  </a:lnTo>
                  <a:lnTo>
                    <a:pt x="82977" y="126472"/>
                  </a:lnTo>
                  <a:lnTo>
                    <a:pt x="76324" y="120247"/>
                  </a:lnTo>
                  <a:lnTo>
                    <a:pt x="75651" y="119617"/>
                  </a:lnTo>
                  <a:lnTo>
                    <a:pt x="73648" y="117743"/>
                  </a:lnTo>
                  <a:lnTo>
                    <a:pt x="71748" y="115965"/>
                  </a:lnTo>
                  <a:lnTo>
                    <a:pt x="70762" y="115042"/>
                  </a:lnTo>
                  <a:lnTo>
                    <a:pt x="63419" y="108237"/>
                  </a:lnTo>
                  <a:lnTo>
                    <a:pt x="57972" y="103189"/>
                  </a:lnTo>
                  <a:lnTo>
                    <a:pt x="55782" y="101160"/>
                  </a:lnTo>
                  <a:lnTo>
                    <a:pt x="52630" y="98239"/>
                  </a:lnTo>
                  <a:lnTo>
                    <a:pt x="49645" y="96053"/>
                  </a:lnTo>
                  <a:lnTo>
                    <a:pt x="45190" y="93549"/>
                  </a:lnTo>
                  <a:lnTo>
                    <a:pt x="41111" y="91708"/>
                  </a:lnTo>
                  <a:lnTo>
                    <a:pt x="35200" y="90128"/>
                  </a:lnTo>
                  <a:lnTo>
                    <a:pt x="24067" y="88904"/>
                  </a:lnTo>
                  <a:lnTo>
                    <a:pt x="14685" y="87872"/>
                  </a:lnTo>
                  <a:lnTo>
                    <a:pt x="12942" y="87681"/>
                  </a:lnTo>
                  <a:lnTo>
                    <a:pt x="12580" y="87641"/>
                  </a:lnTo>
                  <a:lnTo>
                    <a:pt x="0" y="86258"/>
                  </a:lnTo>
                  <a:lnTo>
                    <a:pt x="433" y="82698"/>
                  </a:lnTo>
                  <a:lnTo>
                    <a:pt x="3341" y="58797"/>
                  </a:lnTo>
                  <a:lnTo>
                    <a:pt x="3363" y="58612"/>
                  </a:lnTo>
                  <a:lnTo>
                    <a:pt x="3440" y="57985"/>
                  </a:lnTo>
                  <a:lnTo>
                    <a:pt x="3559" y="57004"/>
                  </a:lnTo>
                  <a:lnTo>
                    <a:pt x="5160" y="43338"/>
                  </a:lnTo>
                  <a:lnTo>
                    <a:pt x="5557" y="39946"/>
                  </a:lnTo>
                  <a:lnTo>
                    <a:pt x="8027" y="18863"/>
                  </a:lnTo>
                  <a:lnTo>
                    <a:pt x="8148" y="17837"/>
                  </a:lnTo>
                  <a:lnTo>
                    <a:pt x="8389" y="15780"/>
                  </a:lnTo>
                  <a:lnTo>
                    <a:pt x="9484" y="6434"/>
                  </a:lnTo>
                  <a:lnTo>
                    <a:pt x="9562" y="5764"/>
                  </a:lnTo>
                  <a:lnTo>
                    <a:pt x="9701" y="5784"/>
                  </a:lnTo>
                  <a:lnTo>
                    <a:pt x="10272" y="5866"/>
                  </a:lnTo>
                  <a:lnTo>
                    <a:pt x="22776" y="7674"/>
                  </a:lnTo>
                  <a:lnTo>
                    <a:pt x="22933" y="7696"/>
                  </a:lnTo>
                  <a:lnTo>
                    <a:pt x="34066" y="9207"/>
                  </a:lnTo>
                  <a:lnTo>
                    <a:pt x="44633" y="10504"/>
                  </a:lnTo>
                  <a:lnTo>
                    <a:pt x="54444" y="11709"/>
                  </a:lnTo>
                  <a:lnTo>
                    <a:pt x="65562" y="13074"/>
                  </a:lnTo>
                  <a:lnTo>
                    <a:pt x="68428" y="13425"/>
                  </a:lnTo>
                  <a:lnTo>
                    <a:pt x="76646" y="14434"/>
                  </a:lnTo>
                  <a:lnTo>
                    <a:pt x="76801" y="14453"/>
                  </a:lnTo>
                  <a:lnTo>
                    <a:pt x="81766" y="14995"/>
                  </a:lnTo>
                  <a:lnTo>
                    <a:pt x="86340" y="15115"/>
                  </a:lnTo>
                  <a:lnTo>
                    <a:pt x="87114" y="15135"/>
                  </a:lnTo>
                  <a:lnTo>
                    <a:pt x="108499" y="15001"/>
                  </a:lnTo>
                  <a:lnTo>
                    <a:pt x="109052" y="14998"/>
                  </a:lnTo>
                  <a:lnTo>
                    <a:pt x="109000" y="14339"/>
                  </a:lnTo>
                  <a:lnTo>
                    <a:pt x="108938" y="13684"/>
                  </a:lnTo>
                  <a:lnTo>
                    <a:pt x="108602" y="824"/>
                  </a:lnTo>
                  <a:lnTo>
                    <a:pt x="109175" y="811"/>
                  </a:lnTo>
                  <a:lnTo>
                    <a:pt x="117633" y="419"/>
                  </a:lnTo>
                  <a:lnTo>
                    <a:pt x="126802" y="0"/>
                  </a:lnTo>
                  <a:lnTo>
                    <a:pt x="126687" y="10391"/>
                  </a:lnTo>
                  <a:lnTo>
                    <a:pt x="127111" y="121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1931179" y="5214452"/>
              <a:ext cx="153717" cy="132852"/>
            </a:xfrm>
            <a:custGeom>
              <a:avLst/>
              <a:pathLst>
                <a:path w="153717" h="132852">
                  <a:moveTo>
                    <a:pt x="118427" y="253"/>
                  </a:moveTo>
                  <a:lnTo>
                    <a:pt x="123580" y="1744"/>
                  </a:lnTo>
                  <a:lnTo>
                    <a:pt x="124095" y="1637"/>
                  </a:lnTo>
                  <a:lnTo>
                    <a:pt x="129002" y="617"/>
                  </a:lnTo>
                  <a:lnTo>
                    <a:pt x="129171" y="582"/>
                  </a:lnTo>
                  <a:lnTo>
                    <a:pt x="129286" y="2379"/>
                  </a:lnTo>
                  <a:lnTo>
                    <a:pt x="129404" y="3102"/>
                  </a:lnTo>
                  <a:lnTo>
                    <a:pt x="129662" y="3109"/>
                  </a:lnTo>
                  <a:lnTo>
                    <a:pt x="135909" y="3287"/>
                  </a:lnTo>
                  <a:lnTo>
                    <a:pt x="136382" y="3300"/>
                  </a:lnTo>
                  <a:lnTo>
                    <a:pt x="136126" y="1034"/>
                  </a:lnTo>
                  <a:lnTo>
                    <a:pt x="137465" y="1681"/>
                  </a:lnTo>
                  <a:lnTo>
                    <a:pt x="138709" y="2124"/>
                  </a:lnTo>
                  <a:lnTo>
                    <a:pt x="140926" y="2774"/>
                  </a:lnTo>
                  <a:lnTo>
                    <a:pt x="141569" y="2658"/>
                  </a:lnTo>
                  <a:lnTo>
                    <a:pt x="141779" y="2620"/>
                  </a:lnTo>
                  <a:lnTo>
                    <a:pt x="142221" y="2541"/>
                  </a:lnTo>
                  <a:lnTo>
                    <a:pt x="144826" y="2523"/>
                  </a:lnTo>
                  <a:lnTo>
                    <a:pt x="149135" y="2495"/>
                  </a:lnTo>
                  <a:lnTo>
                    <a:pt x="153209" y="2685"/>
                  </a:lnTo>
                  <a:lnTo>
                    <a:pt x="153717" y="2709"/>
                  </a:lnTo>
                  <a:lnTo>
                    <a:pt x="153677" y="3056"/>
                  </a:lnTo>
                  <a:lnTo>
                    <a:pt x="150869" y="27419"/>
                  </a:lnTo>
                  <a:lnTo>
                    <a:pt x="150131" y="33831"/>
                  </a:lnTo>
                  <a:lnTo>
                    <a:pt x="150052" y="34502"/>
                  </a:lnTo>
                  <a:lnTo>
                    <a:pt x="148957" y="43848"/>
                  </a:lnTo>
                  <a:lnTo>
                    <a:pt x="148716" y="45905"/>
                  </a:lnTo>
                  <a:lnTo>
                    <a:pt x="148596" y="46931"/>
                  </a:lnTo>
                  <a:lnTo>
                    <a:pt x="146126" y="68014"/>
                  </a:lnTo>
                  <a:lnTo>
                    <a:pt x="145729" y="71406"/>
                  </a:lnTo>
                  <a:lnTo>
                    <a:pt x="144128" y="85072"/>
                  </a:lnTo>
                  <a:lnTo>
                    <a:pt x="144008" y="86053"/>
                  </a:lnTo>
                  <a:lnTo>
                    <a:pt x="143932" y="86680"/>
                  </a:lnTo>
                  <a:lnTo>
                    <a:pt x="143909" y="86865"/>
                  </a:lnTo>
                  <a:lnTo>
                    <a:pt x="141001" y="110766"/>
                  </a:lnTo>
                  <a:lnTo>
                    <a:pt x="140568" y="114326"/>
                  </a:lnTo>
                  <a:lnTo>
                    <a:pt x="140446" y="115430"/>
                  </a:lnTo>
                  <a:lnTo>
                    <a:pt x="140293" y="116814"/>
                  </a:lnTo>
                  <a:lnTo>
                    <a:pt x="140031" y="119188"/>
                  </a:lnTo>
                  <a:lnTo>
                    <a:pt x="138935" y="129125"/>
                  </a:lnTo>
                  <a:lnTo>
                    <a:pt x="138806" y="129930"/>
                  </a:lnTo>
                  <a:lnTo>
                    <a:pt x="138110" y="129845"/>
                  </a:lnTo>
                  <a:lnTo>
                    <a:pt x="136200" y="129611"/>
                  </a:lnTo>
                  <a:lnTo>
                    <a:pt x="126730" y="128454"/>
                  </a:lnTo>
                  <a:lnTo>
                    <a:pt x="126327" y="128404"/>
                  </a:lnTo>
                  <a:lnTo>
                    <a:pt x="119191" y="127532"/>
                  </a:lnTo>
                  <a:lnTo>
                    <a:pt x="115229" y="127047"/>
                  </a:lnTo>
                  <a:lnTo>
                    <a:pt x="114320" y="126936"/>
                  </a:lnTo>
                  <a:lnTo>
                    <a:pt x="114405" y="126626"/>
                  </a:lnTo>
                  <a:lnTo>
                    <a:pt x="113074" y="126374"/>
                  </a:lnTo>
                  <a:lnTo>
                    <a:pt x="109753" y="125212"/>
                  </a:lnTo>
                  <a:lnTo>
                    <a:pt x="108349" y="124643"/>
                  </a:lnTo>
                  <a:lnTo>
                    <a:pt x="107308" y="123863"/>
                  </a:lnTo>
                  <a:lnTo>
                    <a:pt x="106848" y="123432"/>
                  </a:lnTo>
                  <a:lnTo>
                    <a:pt x="105923" y="122565"/>
                  </a:lnTo>
                  <a:lnTo>
                    <a:pt x="104893" y="123091"/>
                  </a:lnTo>
                  <a:lnTo>
                    <a:pt x="104382" y="123640"/>
                  </a:lnTo>
                  <a:lnTo>
                    <a:pt x="102117" y="124307"/>
                  </a:lnTo>
                  <a:lnTo>
                    <a:pt x="101044" y="124623"/>
                  </a:lnTo>
                  <a:lnTo>
                    <a:pt x="99424" y="125101"/>
                  </a:lnTo>
                  <a:lnTo>
                    <a:pt x="97160" y="124598"/>
                  </a:lnTo>
                  <a:lnTo>
                    <a:pt x="92727" y="126503"/>
                  </a:lnTo>
                  <a:lnTo>
                    <a:pt x="90927" y="127277"/>
                  </a:lnTo>
                  <a:lnTo>
                    <a:pt x="82353" y="130962"/>
                  </a:lnTo>
                  <a:lnTo>
                    <a:pt x="78907" y="130738"/>
                  </a:lnTo>
                  <a:lnTo>
                    <a:pt x="77735" y="130662"/>
                  </a:lnTo>
                  <a:lnTo>
                    <a:pt x="71943" y="127418"/>
                  </a:lnTo>
                  <a:lnTo>
                    <a:pt x="70579" y="126028"/>
                  </a:lnTo>
                  <a:lnTo>
                    <a:pt x="68961" y="126460"/>
                  </a:lnTo>
                  <a:lnTo>
                    <a:pt x="52523" y="132852"/>
                  </a:lnTo>
                  <a:lnTo>
                    <a:pt x="39938" y="127843"/>
                  </a:lnTo>
                  <a:lnTo>
                    <a:pt x="34258" y="119987"/>
                  </a:lnTo>
                  <a:lnTo>
                    <a:pt x="31473" y="116345"/>
                  </a:lnTo>
                  <a:lnTo>
                    <a:pt x="45395" y="108376"/>
                  </a:lnTo>
                  <a:lnTo>
                    <a:pt x="40272" y="100749"/>
                  </a:lnTo>
                  <a:lnTo>
                    <a:pt x="36040" y="95512"/>
                  </a:lnTo>
                  <a:lnTo>
                    <a:pt x="35924" y="94357"/>
                  </a:lnTo>
                  <a:lnTo>
                    <a:pt x="35594" y="91072"/>
                  </a:lnTo>
                  <a:lnTo>
                    <a:pt x="23480" y="87121"/>
                  </a:lnTo>
                  <a:lnTo>
                    <a:pt x="23420" y="89165"/>
                  </a:lnTo>
                  <a:lnTo>
                    <a:pt x="17717" y="89119"/>
                  </a:lnTo>
                  <a:lnTo>
                    <a:pt x="14599" y="85431"/>
                  </a:lnTo>
                  <a:lnTo>
                    <a:pt x="10490" y="83435"/>
                  </a:lnTo>
                  <a:lnTo>
                    <a:pt x="3295" y="82183"/>
                  </a:lnTo>
                  <a:lnTo>
                    <a:pt x="0" y="81520"/>
                  </a:lnTo>
                  <a:lnTo>
                    <a:pt x="19618" y="47272"/>
                  </a:lnTo>
                  <a:lnTo>
                    <a:pt x="39708" y="42451"/>
                  </a:lnTo>
                  <a:lnTo>
                    <a:pt x="44649" y="49168"/>
                  </a:lnTo>
                  <a:lnTo>
                    <a:pt x="45722" y="50818"/>
                  </a:lnTo>
                  <a:lnTo>
                    <a:pt x="46192" y="51517"/>
                  </a:lnTo>
                  <a:lnTo>
                    <a:pt x="58025" y="44923"/>
                  </a:lnTo>
                  <a:lnTo>
                    <a:pt x="66413" y="42877"/>
                  </a:lnTo>
                  <a:lnTo>
                    <a:pt x="69644" y="41373"/>
                  </a:lnTo>
                  <a:lnTo>
                    <a:pt x="71892" y="40327"/>
                  </a:lnTo>
                  <a:lnTo>
                    <a:pt x="72548" y="40087"/>
                  </a:lnTo>
                  <a:lnTo>
                    <a:pt x="72960" y="40741"/>
                  </a:lnTo>
                  <a:lnTo>
                    <a:pt x="75649" y="45005"/>
                  </a:lnTo>
                  <a:lnTo>
                    <a:pt x="76023" y="46180"/>
                  </a:lnTo>
                  <a:lnTo>
                    <a:pt x="100694" y="43639"/>
                  </a:lnTo>
                  <a:lnTo>
                    <a:pt x="101817" y="41153"/>
                  </a:lnTo>
                  <a:lnTo>
                    <a:pt x="92168" y="35470"/>
                  </a:lnTo>
                  <a:lnTo>
                    <a:pt x="86554" y="21017"/>
                  </a:lnTo>
                  <a:lnTo>
                    <a:pt x="91143" y="7083"/>
                  </a:lnTo>
                  <a:lnTo>
                    <a:pt x="96131" y="3544"/>
                  </a:lnTo>
                  <a:lnTo>
                    <a:pt x="102202" y="3473"/>
                  </a:lnTo>
                  <a:lnTo>
                    <a:pt x="113427" y="5969"/>
                  </a:lnTo>
                  <a:lnTo>
                    <a:pt x="114854" y="0"/>
                  </a:lnTo>
                  <a:lnTo>
                    <a:pt x="115523" y="47"/>
                  </a:lnTo>
                  <a:lnTo>
                    <a:pt x="118016" y="2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1948095" y="5498426"/>
              <a:ext cx="176172" cy="234861"/>
            </a:xfrm>
            <a:custGeom>
              <a:avLst/>
              <a:pathLst>
                <a:path w="176172" h="234861">
                  <a:moveTo>
                    <a:pt x="118573" y="175742"/>
                  </a:moveTo>
                  <a:lnTo>
                    <a:pt x="113448" y="195865"/>
                  </a:lnTo>
                  <a:lnTo>
                    <a:pt x="111751" y="203565"/>
                  </a:lnTo>
                  <a:lnTo>
                    <a:pt x="111576" y="204359"/>
                  </a:lnTo>
                  <a:lnTo>
                    <a:pt x="109608" y="212749"/>
                  </a:lnTo>
                  <a:lnTo>
                    <a:pt x="108204" y="219425"/>
                  </a:lnTo>
                  <a:lnTo>
                    <a:pt x="107081" y="223934"/>
                  </a:lnTo>
                  <a:lnTo>
                    <a:pt x="106827" y="224617"/>
                  </a:lnTo>
                  <a:lnTo>
                    <a:pt x="105758" y="226735"/>
                  </a:lnTo>
                  <a:lnTo>
                    <a:pt x="104702" y="228319"/>
                  </a:lnTo>
                  <a:lnTo>
                    <a:pt x="103058" y="230027"/>
                  </a:lnTo>
                  <a:lnTo>
                    <a:pt x="100920" y="231789"/>
                  </a:lnTo>
                  <a:lnTo>
                    <a:pt x="100013" y="232262"/>
                  </a:lnTo>
                  <a:lnTo>
                    <a:pt x="98868" y="231763"/>
                  </a:lnTo>
                  <a:lnTo>
                    <a:pt x="90309" y="234861"/>
                  </a:lnTo>
                  <a:lnTo>
                    <a:pt x="88492" y="231852"/>
                  </a:lnTo>
                  <a:lnTo>
                    <a:pt x="88417" y="228968"/>
                  </a:lnTo>
                  <a:lnTo>
                    <a:pt x="90712" y="228277"/>
                  </a:lnTo>
                  <a:lnTo>
                    <a:pt x="90584" y="227386"/>
                  </a:lnTo>
                  <a:lnTo>
                    <a:pt x="89985" y="223203"/>
                  </a:lnTo>
                  <a:lnTo>
                    <a:pt x="89928" y="222803"/>
                  </a:lnTo>
                  <a:lnTo>
                    <a:pt x="88785" y="222777"/>
                  </a:lnTo>
                  <a:lnTo>
                    <a:pt x="82592" y="220158"/>
                  </a:lnTo>
                  <a:lnTo>
                    <a:pt x="82013" y="221547"/>
                  </a:lnTo>
                  <a:lnTo>
                    <a:pt x="81605" y="221337"/>
                  </a:lnTo>
                  <a:lnTo>
                    <a:pt x="77908" y="219848"/>
                  </a:lnTo>
                  <a:lnTo>
                    <a:pt x="77469" y="219703"/>
                  </a:lnTo>
                  <a:lnTo>
                    <a:pt x="77115" y="220239"/>
                  </a:lnTo>
                  <a:lnTo>
                    <a:pt x="76001" y="221924"/>
                  </a:lnTo>
                  <a:lnTo>
                    <a:pt x="75843" y="222162"/>
                  </a:lnTo>
                  <a:lnTo>
                    <a:pt x="75396" y="221938"/>
                  </a:lnTo>
                  <a:lnTo>
                    <a:pt x="74394" y="221436"/>
                  </a:lnTo>
                  <a:lnTo>
                    <a:pt x="65886" y="217176"/>
                  </a:lnTo>
                  <a:lnTo>
                    <a:pt x="65818" y="216690"/>
                  </a:lnTo>
                  <a:lnTo>
                    <a:pt x="60268" y="216884"/>
                  </a:lnTo>
                  <a:lnTo>
                    <a:pt x="53292" y="214907"/>
                  </a:lnTo>
                  <a:lnTo>
                    <a:pt x="49115" y="213028"/>
                  </a:lnTo>
                  <a:lnTo>
                    <a:pt x="44605" y="207564"/>
                  </a:lnTo>
                  <a:lnTo>
                    <a:pt x="37254" y="204490"/>
                  </a:lnTo>
                  <a:lnTo>
                    <a:pt x="30906" y="203295"/>
                  </a:lnTo>
                  <a:lnTo>
                    <a:pt x="20047" y="202612"/>
                  </a:lnTo>
                  <a:lnTo>
                    <a:pt x="12362" y="198001"/>
                  </a:lnTo>
                  <a:lnTo>
                    <a:pt x="2505" y="193049"/>
                  </a:lnTo>
                  <a:lnTo>
                    <a:pt x="0" y="191683"/>
                  </a:lnTo>
                  <a:lnTo>
                    <a:pt x="782" y="190076"/>
                  </a:lnTo>
                  <a:lnTo>
                    <a:pt x="2954" y="188368"/>
                  </a:lnTo>
                  <a:lnTo>
                    <a:pt x="3956" y="186319"/>
                  </a:lnTo>
                  <a:lnTo>
                    <a:pt x="4792" y="184270"/>
                  </a:lnTo>
                  <a:lnTo>
                    <a:pt x="7465" y="182221"/>
                  </a:lnTo>
                  <a:lnTo>
                    <a:pt x="9971" y="178635"/>
                  </a:lnTo>
                  <a:lnTo>
                    <a:pt x="16820" y="174878"/>
                  </a:lnTo>
                  <a:lnTo>
                    <a:pt x="19326" y="172487"/>
                  </a:lnTo>
                  <a:lnTo>
                    <a:pt x="24839" y="169413"/>
                  </a:lnTo>
                  <a:lnTo>
                    <a:pt x="29350" y="165828"/>
                  </a:lnTo>
                  <a:lnTo>
                    <a:pt x="32858" y="162754"/>
                  </a:lnTo>
                  <a:lnTo>
                    <a:pt x="37703" y="161729"/>
                  </a:lnTo>
                  <a:lnTo>
                    <a:pt x="44886" y="160192"/>
                  </a:lnTo>
                  <a:lnTo>
                    <a:pt x="51402" y="156606"/>
                  </a:lnTo>
                  <a:lnTo>
                    <a:pt x="54409" y="154899"/>
                  </a:lnTo>
                  <a:lnTo>
                    <a:pt x="56748" y="154899"/>
                  </a:lnTo>
                  <a:lnTo>
                    <a:pt x="59922" y="157119"/>
                  </a:lnTo>
                  <a:lnTo>
                    <a:pt x="72284" y="164291"/>
                  </a:lnTo>
                  <a:lnTo>
                    <a:pt x="75124" y="169072"/>
                  </a:lnTo>
                  <a:lnTo>
                    <a:pt x="75166" y="172359"/>
                  </a:lnTo>
                  <a:lnTo>
                    <a:pt x="76525" y="174362"/>
                  </a:lnTo>
                  <a:lnTo>
                    <a:pt x="78602" y="175908"/>
                  </a:lnTo>
                  <a:lnTo>
                    <a:pt x="78841" y="176067"/>
                  </a:lnTo>
                  <a:lnTo>
                    <a:pt x="79343" y="176450"/>
                  </a:lnTo>
                  <a:lnTo>
                    <a:pt x="81811" y="178329"/>
                  </a:lnTo>
                  <a:lnTo>
                    <a:pt x="83678" y="179772"/>
                  </a:lnTo>
                  <a:lnTo>
                    <a:pt x="89212" y="175523"/>
                  </a:lnTo>
                  <a:lnTo>
                    <a:pt x="92113" y="172395"/>
                  </a:lnTo>
                  <a:lnTo>
                    <a:pt x="98811" y="162214"/>
                  </a:lnTo>
                  <a:lnTo>
                    <a:pt x="100254" y="161089"/>
                  </a:lnTo>
                  <a:lnTo>
                    <a:pt x="107780" y="155221"/>
                  </a:lnTo>
                  <a:lnTo>
                    <a:pt x="110021" y="154113"/>
                  </a:lnTo>
                  <a:lnTo>
                    <a:pt x="111481" y="153790"/>
                  </a:lnTo>
                  <a:lnTo>
                    <a:pt x="112407" y="153097"/>
                  </a:lnTo>
                  <a:lnTo>
                    <a:pt x="112700" y="151976"/>
                  </a:lnTo>
                  <a:lnTo>
                    <a:pt x="112253" y="151159"/>
                  </a:lnTo>
                  <a:lnTo>
                    <a:pt x="109118" y="148025"/>
                  </a:lnTo>
                  <a:lnTo>
                    <a:pt x="107010" y="146344"/>
                  </a:lnTo>
                  <a:lnTo>
                    <a:pt x="102043" y="143376"/>
                  </a:lnTo>
                  <a:lnTo>
                    <a:pt x="103417" y="139973"/>
                  </a:lnTo>
                  <a:lnTo>
                    <a:pt x="101979" y="138736"/>
                  </a:lnTo>
                  <a:lnTo>
                    <a:pt x="99993" y="132715"/>
                  </a:lnTo>
                  <a:lnTo>
                    <a:pt x="100297" y="128864"/>
                  </a:lnTo>
                  <a:lnTo>
                    <a:pt x="101808" y="127183"/>
                  </a:lnTo>
                  <a:lnTo>
                    <a:pt x="102408" y="126514"/>
                  </a:lnTo>
                  <a:lnTo>
                    <a:pt x="104651" y="124017"/>
                  </a:lnTo>
                  <a:lnTo>
                    <a:pt x="107289" y="121951"/>
                  </a:lnTo>
                  <a:lnTo>
                    <a:pt x="109941" y="119874"/>
                  </a:lnTo>
                  <a:lnTo>
                    <a:pt x="116828" y="114480"/>
                  </a:lnTo>
                  <a:lnTo>
                    <a:pt x="123540" y="109224"/>
                  </a:lnTo>
                  <a:lnTo>
                    <a:pt x="126191" y="107503"/>
                  </a:lnTo>
                  <a:lnTo>
                    <a:pt x="128426" y="102572"/>
                  </a:lnTo>
                  <a:lnTo>
                    <a:pt x="129122" y="100438"/>
                  </a:lnTo>
                  <a:lnTo>
                    <a:pt x="129738" y="93422"/>
                  </a:lnTo>
                  <a:lnTo>
                    <a:pt x="126805" y="92678"/>
                  </a:lnTo>
                  <a:lnTo>
                    <a:pt x="120961" y="89241"/>
                  </a:lnTo>
                  <a:lnTo>
                    <a:pt x="111966" y="86134"/>
                  </a:lnTo>
                  <a:lnTo>
                    <a:pt x="107164" y="84475"/>
                  </a:lnTo>
                  <a:lnTo>
                    <a:pt x="102053" y="81405"/>
                  </a:lnTo>
                  <a:lnTo>
                    <a:pt x="96621" y="77687"/>
                  </a:lnTo>
                  <a:lnTo>
                    <a:pt x="96291" y="77461"/>
                  </a:lnTo>
                  <a:lnTo>
                    <a:pt x="86337" y="72158"/>
                  </a:lnTo>
                  <a:lnTo>
                    <a:pt x="73884" y="65867"/>
                  </a:lnTo>
                  <a:lnTo>
                    <a:pt x="70387" y="62638"/>
                  </a:lnTo>
                  <a:lnTo>
                    <a:pt x="68643" y="46421"/>
                  </a:lnTo>
                  <a:lnTo>
                    <a:pt x="67655" y="36412"/>
                  </a:lnTo>
                  <a:lnTo>
                    <a:pt x="68330" y="35281"/>
                  </a:lnTo>
                  <a:lnTo>
                    <a:pt x="69008" y="34145"/>
                  </a:lnTo>
                  <a:lnTo>
                    <a:pt x="68964" y="33001"/>
                  </a:lnTo>
                  <a:lnTo>
                    <a:pt x="82898" y="29936"/>
                  </a:lnTo>
                  <a:lnTo>
                    <a:pt x="91340" y="27720"/>
                  </a:lnTo>
                  <a:lnTo>
                    <a:pt x="93305" y="27204"/>
                  </a:lnTo>
                  <a:lnTo>
                    <a:pt x="97581" y="26509"/>
                  </a:lnTo>
                  <a:lnTo>
                    <a:pt x="121745" y="22578"/>
                  </a:lnTo>
                  <a:lnTo>
                    <a:pt x="123350" y="22293"/>
                  </a:lnTo>
                  <a:lnTo>
                    <a:pt x="126849" y="21671"/>
                  </a:lnTo>
                  <a:lnTo>
                    <a:pt x="133435" y="20501"/>
                  </a:lnTo>
                  <a:lnTo>
                    <a:pt x="133675" y="20460"/>
                  </a:lnTo>
                  <a:lnTo>
                    <a:pt x="144071" y="18674"/>
                  </a:lnTo>
                  <a:lnTo>
                    <a:pt x="147242" y="18130"/>
                  </a:lnTo>
                  <a:lnTo>
                    <a:pt x="148041" y="16274"/>
                  </a:lnTo>
                  <a:lnTo>
                    <a:pt x="151333" y="8627"/>
                  </a:lnTo>
                  <a:lnTo>
                    <a:pt x="152292" y="6398"/>
                  </a:lnTo>
                  <a:lnTo>
                    <a:pt x="155047" y="0"/>
                  </a:lnTo>
                  <a:lnTo>
                    <a:pt x="171810" y="6892"/>
                  </a:lnTo>
                  <a:lnTo>
                    <a:pt x="175864" y="8558"/>
                  </a:lnTo>
                  <a:lnTo>
                    <a:pt x="176172" y="8685"/>
                  </a:lnTo>
                  <a:lnTo>
                    <a:pt x="169976" y="14536"/>
                  </a:lnTo>
                  <a:lnTo>
                    <a:pt x="169480" y="15004"/>
                  </a:lnTo>
                  <a:lnTo>
                    <a:pt x="166098" y="19572"/>
                  </a:lnTo>
                  <a:lnTo>
                    <a:pt x="163288" y="26712"/>
                  </a:lnTo>
                  <a:lnTo>
                    <a:pt x="161945" y="30123"/>
                  </a:lnTo>
                  <a:lnTo>
                    <a:pt x="161452" y="31158"/>
                  </a:lnTo>
                  <a:lnTo>
                    <a:pt x="161292" y="31555"/>
                  </a:lnTo>
                  <a:lnTo>
                    <a:pt x="156144" y="44403"/>
                  </a:lnTo>
                  <a:lnTo>
                    <a:pt x="155309" y="48459"/>
                  </a:lnTo>
                  <a:lnTo>
                    <a:pt x="155378" y="54008"/>
                  </a:lnTo>
                  <a:lnTo>
                    <a:pt x="155979" y="55544"/>
                  </a:lnTo>
                  <a:lnTo>
                    <a:pt x="157984" y="59737"/>
                  </a:lnTo>
                  <a:lnTo>
                    <a:pt x="166958" y="72521"/>
                  </a:lnTo>
                  <a:lnTo>
                    <a:pt x="164793" y="74460"/>
                  </a:lnTo>
                  <a:lnTo>
                    <a:pt x="160467" y="78898"/>
                  </a:lnTo>
                  <a:lnTo>
                    <a:pt x="155524" y="84078"/>
                  </a:lnTo>
                  <a:lnTo>
                    <a:pt x="154773" y="84865"/>
                  </a:lnTo>
                  <a:lnTo>
                    <a:pt x="153368" y="86338"/>
                  </a:lnTo>
                  <a:lnTo>
                    <a:pt x="151417" y="88382"/>
                  </a:lnTo>
                  <a:lnTo>
                    <a:pt x="137949" y="104347"/>
                  </a:lnTo>
                  <a:lnTo>
                    <a:pt x="136362" y="106311"/>
                  </a:lnTo>
                  <a:lnTo>
                    <a:pt x="128788" y="112361"/>
                  </a:lnTo>
                  <a:lnTo>
                    <a:pt x="126338" y="117154"/>
                  </a:lnTo>
                  <a:lnTo>
                    <a:pt x="124902" y="120494"/>
                  </a:lnTo>
                  <a:lnTo>
                    <a:pt x="124085" y="122777"/>
                  </a:lnTo>
                  <a:lnTo>
                    <a:pt x="122941" y="128092"/>
                  </a:lnTo>
                  <a:lnTo>
                    <a:pt x="120639" y="151089"/>
                  </a:lnTo>
                  <a:lnTo>
                    <a:pt x="120516" y="152318"/>
                  </a:lnTo>
                  <a:lnTo>
                    <a:pt x="120308" y="155688"/>
                  </a:lnTo>
                  <a:lnTo>
                    <a:pt x="120114" y="158820"/>
                  </a:lnTo>
                  <a:lnTo>
                    <a:pt x="119510" y="1686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778634" y="5300227"/>
              <a:ext cx="207152" cy="167779"/>
            </a:xfrm>
            <a:custGeom>
              <a:avLst/>
              <a:pathLst>
                <a:path w="207152" h="167779">
                  <a:moveTo>
                    <a:pt x="176514" y="3592"/>
                  </a:moveTo>
                  <a:lnTo>
                    <a:pt x="181795" y="13052"/>
                  </a:lnTo>
                  <a:lnTo>
                    <a:pt x="194057" y="4412"/>
                  </a:lnTo>
                  <a:lnTo>
                    <a:pt x="198409" y="2378"/>
                  </a:lnTo>
                  <a:lnTo>
                    <a:pt x="194884" y="19907"/>
                  </a:lnTo>
                  <a:lnTo>
                    <a:pt x="191504" y="36714"/>
                  </a:lnTo>
                  <a:lnTo>
                    <a:pt x="191354" y="38495"/>
                  </a:lnTo>
                  <a:lnTo>
                    <a:pt x="189725" y="57849"/>
                  </a:lnTo>
                  <a:lnTo>
                    <a:pt x="189651" y="58533"/>
                  </a:lnTo>
                  <a:lnTo>
                    <a:pt x="207152" y="59559"/>
                  </a:lnTo>
                  <a:lnTo>
                    <a:pt x="206617" y="65950"/>
                  </a:lnTo>
                  <a:lnTo>
                    <a:pt x="206268" y="70111"/>
                  </a:lnTo>
                  <a:lnTo>
                    <a:pt x="205922" y="74247"/>
                  </a:lnTo>
                  <a:lnTo>
                    <a:pt x="205541" y="78790"/>
                  </a:lnTo>
                  <a:lnTo>
                    <a:pt x="205129" y="83714"/>
                  </a:lnTo>
                  <a:lnTo>
                    <a:pt x="204717" y="88629"/>
                  </a:lnTo>
                  <a:lnTo>
                    <a:pt x="202022" y="119295"/>
                  </a:lnTo>
                  <a:lnTo>
                    <a:pt x="201048" y="119224"/>
                  </a:lnTo>
                  <a:lnTo>
                    <a:pt x="178025" y="117542"/>
                  </a:lnTo>
                  <a:lnTo>
                    <a:pt x="177896" y="119332"/>
                  </a:lnTo>
                  <a:lnTo>
                    <a:pt x="177085" y="130562"/>
                  </a:lnTo>
                  <a:lnTo>
                    <a:pt x="176266" y="141894"/>
                  </a:lnTo>
                  <a:lnTo>
                    <a:pt x="177389" y="141993"/>
                  </a:lnTo>
                  <a:lnTo>
                    <a:pt x="177234" y="145148"/>
                  </a:lnTo>
                  <a:lnTo>
                    <a:pt x="176967" y="150573"/>
                  </a:lnTo>
                  <a:lnTo>
                    <a:pt x="176668" y="153819"/>
                  </a:lnTo>
                  <a:lnTo>
                    <a:pt x="176375" y="161928"/>
                  </a:lnTo>
                  <a:lnTo>
                    <a:pt x="175621" y="161936"/>
                  </a:lnTo>
                  <a:lnTo>
                    <a:pt x="172396" y="162314"/>
                  </a:lnTo>
                  <a:lnTo>
                    <a:pt x="164878" y="166488"/>
                  </a:lnTo>
                  <a:lnTo>
                    <a:pt x="163375" y="167323"/>
                  </a:lnTo>
                  <a:lnTo>
                    <a:pt x="159143" y="167779"/>
                  </a:lnTo>
                  <a:lnTo>
                    <a:pt x="155464" y="167138"/>
                  </a:lnTo>
                  <a:lnTo>
                    <a:pt x="140167" y="164475"/>
                  </a:lnTo>
                  <a:lnTo>
                    <a:pt x="132392" y="163121"/>
                  </a:lnTo>
                  <a:lnTo>
                    <a:pt x="131813" y="163021"/>
                  </a:lnTo>
                  <a:lnTo>
                    <a:pt x="131273" y="162927"/>
                  </a:lnTo>
                  <a:lnTo>
                    <a:pt x="119660" y="160905"/>
                  </a:lnTo>
                  <a:lnTo>
                    <a:pt x="118778" y="160751"/>
                  </a:lnTo>
                  <a:lnTo>
                    <a:pt x="110872" y="159375"/>
                  </a:lnTo>
                  <a:lnTo>
                    <a:pt x="90411" y="155653"/>
                  </a:lnTo>
                  <a:lnTo>
                    <a:pt x="85380" y="154937"/>
                  </a:lnTo>
                  <a:lnTo>
                    <a:pt x="83098" y="154669"/>
                  </a:lnTo>
                  <a:lnTo>
                    <a:pt x="67821" y="152870"/>
                  </a:lnTo>
                  <a:lnTo>
                    <a:pt x="60961" y="152063"/>
                  </a:lnTo>
                  <a:lnTo>
                    <a:pt x="48265" y="147452"/>
                  </a:lnTo>
                  <a:lnTo>
                    <a:pt x="43503" y="146665"/>
                  </a:lnTo>
                  <a:lnTo>
                    <a:pt x="42431" y="146569"/>
                  </a:lnTo>
                  <a:lnTo>
                    <a:pt x="40760" y="146419"/>
                  </a:lnTo>
                  <a:lnTo>
                    <a:pt x="40224" y="142958"/>
                  </a:lnTo>
                  <a:lnTo>
                    <a:pt x="39192" y="136305"/>
                  </a:lnTo>
                  <a:lnTo>
                    <a:pt x="38844" y="134060"/>
                  </a:lnTo>
                  <a:lnTo>
                    <a:pt x="38737" y="133372"/>
                  </a:lnTo>
                  <a:lnTo>
                    <a:pt x="38703" y="133153"/>
                  </a:lnTo>
                  <a:lnTo>
                    <a:pt x="38677" y="132980"/>
                  </a:lnTo>
                  <a:lnTo>
                    <a:pt x="37233" y="133162"/>
                  </a:lnTo>
                  <a:lnTo>
                    <a:pt x="30516" y="133661"/>
                  </a:lnTo>
                  <a:lnTo>
                    <a:pt x="25617" y="133091"/>
                  </a:lnTo>
                  <a:lnTo>
                    <a:pt x="16634" y="131790"/>
                  </a:lnTo>
                  <a:lnTo>
                    <a:pt x="10021" y="129869"/>
                  </a:lnTo>
                  <a:lnTo>
                    <a:pt x="4542" y="128087"/>
                  </a:lnTo>
                  <a:lnTo>
                    <a:pt x="0" y="125512"/>
                  </a:lnTo>
                  <a:lnTo>
                    <a:pt x="4750" y="114046"/>
                  </a:lnTo>
                  <a:lnTo>
                    <a:pt x="9204" y="116031"/>
                  </a:lnTo>
                  <a:lnTo>
                    <a:pt x="10494" y="116606"/>
                  </a:lnTo>
                  <a:lnTo>
                    <a:pt x="12079" y="117215"/>
                  </a:lnTo>
                  <a:lnTo>
                    <a:pt x="13614" y="117804"/>
                  </a:lnTo>
                  <a:lnTo>
                    <a:pt x="14618" y="115147"/>
                  </a:lnTo>
                  <a:lnTo>
                    <a:pt x="14851" y="114531"/>
                  </a:lnTo>
                  <a:lnTo>
                    <a:pt x="13753" y="114147"/>
                  </a:lnTo>
                  <a:lnTo>
                    <a:pt x="13110" y="113944"/>
                  </a:lnTo>
                  <a:lnTo>
                    <a:pt x="12069" y="113616"/>
                  </a:lnTo>
                  <a:lnTo>
                    <a:pt x="10738" y="113196"/>
                  </a:lnTo>
                  <a:lnTo>
                    <a:pt x="9986" y="112565"/>
                  </a:lnTo>
                  <a:lnTo>
                    <a:pt x="9451" y="111822"/>
                  </a:lnTo>
                  <a:lnTo>
                    <a:pt x="9521" y="111645"/>
                  </a:lnTo>
                  <a:lnTo>
                    <a:pt x="11275" y="107217"/>
                  </a:lnTo>
                  <a:lnTo>
                    <a:pt x="12355" y="104817"/>
                  </a:lnTo>
                  <a:lnTo>
                    <a:pt x="15443" y="106046"/>
                  </a:lnTo>
                  <a:lnTo>
                    <a:pt x="16280" y="104310"/>
                  </a:lnTo>
                  <a:lnTo>
                    <a:pt x="16872" y="103479"/>
                  </a:lnTo>
                  <a:lnTo>
                    <a:pt x="18215" y="102545"/>
                  </a:lnTo>
                  <a:lnTo>
                    <a:pt x="19105" y="101866"/>
                  </a:lnTo>
                  <a:lnTo>
                    <a:pt x="19348" y="101681"/>
                  </a:lnTo>
                  <a:lnTo>
                    <a:pt x="20192" y="101037"/>
                  </a:lnTo>
                  <a:lnTo>
                    <a:pt x="18720" y="99927"/>
                  </a:lnTo>
                  <a:lnTo>
                    <a:pt x="18159" y="99504"/>
                  </a:lnTo>
                  <a:lnTo>
                    <a:pt x="16481" y="95947"/>
                  </a:lnTo>
                  <a:lnTo>
                    <a:pt x="15760" y="94487"/>
                  </a:lnTo>
                  <a:lnTo>
                    <a:pt x="15614" y="94365"/>
                  </a:lnTo>
                  <a:lnTo>
                    <a:pt x="15444" y="94223"/>
                  </a:lnTo>
                  <a:lnTo>
                    <a:pt x="11639" y="90962"/>
                  </a:lnTo>
                  <a:lnTo>
                    <a:pt x="11216" y="90503"/>
                  </a:lnTo>
                  <a:lnTo>
                    <a:pt x="17422" y="84553"/>
                  </a:lnTo>
                  <a:lnTo>
                    <a:pt x="21832" y="81445"/>
                  </a:lnTo>
                  <a:lnTo>
                    <a:pt x="26610" y="78406"/>
                  </a:lnTo>
                  <a:lnTo>
                    <a:pt x="28920" y="77323"/>
                  </a:lnTo>
                  <a:lnTo>
                    <a:pt x="32568" y="61447"/>
                  </a:lnTo>
                  <a:lnTo>
                    <a:pt x="29677" y="59822"/>
                  </a:lnTo>
                  <a:lnTo>
                    <a:pt x="29016" y="59450"/>
                  </a:lnTo>
                  <a:lnTo>
                    <a:pt x="31522" y="49921"/>
                  </a:lnTo>
                  <a:lnTo>
                    <a:pt x="33500" y="42298"/>
                  </a:lnTo>
                  <a:lnTo>
                    <a:pt x="35331" y="41349"/>
                  </a:lnTo>
                  <a:lnTo>
                    <a:pt x="37385" y="38185"/>
                  </a:lnTo>
                  <a:lnTo>
                    <a:pt x="38993" y="37935"/>
                  </a:lnTo>
                  <a:lnTo>
                    <a:pt x="42013" y="39095"/>
                  </a:lnTo>
                  <a:lnTo>
                    <a:pt x="44832" y="36345"/>
                  </a:lnTo>
                  <a:lnTo>
                    <a:pt x="45724" y="35498"/>
                  </a:lnTo>
                  <a:lnTo>
                    <a:pt x="48422" y="31407"/>
                  </a:lnTo>
                  <a:lnTo>
                    <a:pt x="50654" y="31391"/>
                  </a:lnTo>
                  <a:lnTo>
                    <a:pt x="58986" y="35475"/>
                  </a:lnTo>
                  <a:lnTo>
                    <a:pt x="65522" y="30363"/>
                  </a:lnTo>
                  <a:lnTo>
                    <a:pt x="69578" y="31006"/>
                  </a:lnTo>
                  <a:lnTo>
                    <a:pt x="71382" y="35851"/>
                  </a:lnTo>
                  <a:lnTo>
                    <a:pt x="71549" y="36431"/>
                  </a:lnTo>
                  <a:lnTo>
                    <a:pt x="82141" y="37285"/>
                  </a:lnTo>
                  <a:lnTo>
                    <a:pt x="86116" y="33007"/>
                  </a:lnTo>
                  <a:lnTo>
                    <a:pt x="91017" y="33318"/>
                  </a:lnTo>
                  <a:lnTo>
                    <a:pt x="93000" y="36909"/>
                  </a:lnTo>
                  <a:lnTo>
                    <a:pt x="97210" y="34143"/>
                  </a:lnTo>
                  <a:lnTo>
                    <a:pt x="98042" y="31142"/>
                  </a:lnTo>
                  <a:lnTo>
                    <a:pt x="99686" y="30799"/>
                  </a:lnTo>
                  <a:lnTo>
                    <a:pt x="109952" y="33270"/>
                  </a:lnTo>
                  <a:lnTo>
                    <a:pt x="107715" y="39989"/>
                  </a:lnTo>
                  <a:lnTo>
                    <a:pt x="108469" y="40709"/>
                  </a:lnTo>
                  <a:lnTo>
                    <a:pt x="116489" y="41349"/>
                  </a:lnTo>
                  <a:lnTo>
                    <a:pt x="120818" y="41729"/>
                  </a:lnTo>
                  <a:lnTo>
                    <a:pt x="125352" y="42585"/>
                  </a:lnTo>
                  <a:lnTo>
                    <a:pt x="128450" y="45891"/>
                  </a:lnTo>
                  <a:lnTo>
                    <a:pt x="130255" y="45447"/>
                  </a:lnTo>
                  <a:lnTo>
                    <a:pt x="130121" y="43603"/>
                  </a:lnTo>
                  <a:lnTo>
                    <a:pt x="131057" y="42579"/>
                  </a:lnTo>
                  <a:lnTo>
                    <a:pt x="127978" y="36824"/>
                  </a:lnTo>
                  <a:lnTo>
                    <a:pt x="128536" y="36093"/>
                  </a:lnTo>
                  <a:lnTo>
                    <a:pt x="131959" y="33050"/>
                  </a:lnTo>
                  <a:lnTo>
                    <a:pt x="134156" y="32797"/>
                  </a:lnTo>
                  <a:lnTo>
                    <a:pt x="134672" y="32532"/>
                  </a:lnTo>
                  <a:lnTo>
                    <a:pt x="140512" y="28513"/>
                  </a:lnTo>
                  <a:lnTo>
                    <a:pt x="142309" y="29879"/>
                  </a:lnTo>
                  <a:lnTo>
                    <a:pt x="143178" y="30959"/>
                  </a:lnTo>
                  <a:lnTo>
                    <a:pt x="143666" y="31727"/>
                  </a:lnTo>
                  <a:lnTo>
                    <a:pt x="143920" y="32126"/>
                  </a:lnTo>
                  <a:lnTo>
                    <a:pt x="144236" y="32483"/>
                  </a:lnTo>
                  <a:lnTo>
                    <a:pt x="144967" y="33310"/>
                  </a:lnTo>
                  <a:lnTo>
                    <a:pt x="146637" y="35444"/>
                  </a:lnTo>
                  <a:lnTo>
                    <a:pt x="147105" y="36042"/>
                  </a:lnTo>
                  <a:lnTo>
                    <a:pt x="147440" y="36844"/>
                  </a:lnTo>
                  <a:lnTo>
                    <a:pt x="147968" y="38106"/>
                  </a:lnTo>
                  <a:lnTo>
                    <a:pt x="148213" y="38690"/>
                  </a:lnTo>
                  <a:lnTo>
                    <a:pt x="148151" y="38985"/>
                  </a:lnTo>
                  <a:lnTo>
                    <a:pt x="148191" y="39335"/>
                  </a:lnTo>
                  <a:lnTo>
                    <a:pt x="148384" y="39613"/>
                  </a:lnTo>
                  <a:lnTo>
                    <a:pt x="149196" y="40469"/>
                  </a:lnTo>
                  <a:lnTo>
                    <a:pt x="149479" y="40767"/>
                  </a:lnTo>
                  <a:lnTo>
                    <a:pt x="150365" y="41356"/>
                  </a:lnTo>
                  <a:lnTo>
                    <a:pt x="151071" y="41825"/>
                  </a:lnTo>
                  <a:lnTo>
                    <a:pt x="152016" y="42084"/>
                  </a:lnTo>
                  <a:lnTo>
                    <a:pt x="152739" y="42281"/>
                  </a:lnTo>
                  <a:lnTo>
                    <a:pt x="153271" y="42426"/>
                  </a:lnTo>
                  <a:lnTo>
                    <a:pt x="153989" y="42622"/>
                  </a:lnTo>
                  <a:lnTo>
                    <a:pt x="154374" y="43580"/>
                  </a:lnTo>
                  <a:lnTo>
                    <a:pt x="155153" y="45512"/>
                  </a:lnTo>
                  <a:lnTo>
                    <a:pt x="155236" y="45719"/>
                  </a:lnTo>
                  <a:lnTo>
                    <a:pt x="156290" y="46893"/>
                  </a:lnTo>
                  <a:lnTo>
                    <a:pt x="157183" y="46585"/>
                  </a:lnTo>
                  <a:lnTo>
                    <a:pt x="161331" y="45156"/>
                  </a:lnTo>
                  <a:lnTo>
                    <a:pt x="162005" y="44923"/>
                  </a:lnTo>
                  <a:lnTo>
                    <a:pt x="161938" y="43470"/>
                  </a:lnTo>
                  <a:lnTo>
                    <a:pt x="161654" y="41932"/>
                  </a:lnTo>
                  <a:lnTo>
                    <a:pt x="160980" y="39644"/>
                  </a:lnTo>
                  <a:lnTo>
                    <a:pt x="160407" y="37697"/>
                  </a:lnTo>
                  <a:lnTo>
                    <a:pt x="159564" y="35058"/>
                  </a:lnTo>
                  <a:lnTo>
                    <a:pt x="157894" y="29830"/>
                  </a:lnTo>
                  <a:lnTo>
                    <a:pt x="156887" y="26677"/>
                  </a:lnTo>
                  <a:lnTo>
                    <a:pt x="156704" y="25851"/>
                  </a:lnTo>
                  <a:lnTo>
                    <a:pt x="156130" y="23262"/>
                  </a:lnTo>
                  <a:lnTo>
                    <a:pt x="155922" y="20686"/>
                  </a:lnTo>
                  <a:lnTo>
                    <a:pt x="155851" y="19800"/>
                  </a:lnTo>
                  <a:lnTo>
                    <a:pt x="156041" y="17114"/>
                  </a:lnTo>
                  <a:lnTo>
                    <a:pt x="156249" y="16288"/>
                  </a:lnTo>
                  <a:lnTo>
                    <a:pt x="156754" y="14291"/>
                  </a:lnTo>
                  <a:lnTo>
                    <a:pt x="157912" y="11650"/>
                  </a:lnTo>
                  <a:lnTo>
                    <a:pt x="159256" y="9589"/>
                  </a:lnTo>
                  <a:lnTo>
                    <a:pt x="159426" y="9328"/>
                  </a:lnTo>
                  <a:lnTo>
                    <a:pt x="162055" y="6413"/>
                  </a:lnTo>
                  <a:lnTo>
                    <a:pt x="163872" y="5168"/>
                  </a:lnTo>
                  <a:lnTo>
                    <a:pt x="164106" y="5008"/>
                  </a:lnTo>
                  <a:lnTo>
                    <a:pt x="166187" y="3668"/>
                  </a:lnTo>
                  <a:lnTo>
                    <a:pt x="166812" y="3266"/>
                  </a:lnTo>
                  <a:lnTo>
                    <a:pt x="167057" y="3155"/>
                  </a:lnTo>
                  <a:lnTo>
                    <a:pt x="170095" y="1781"/>
                  </a:lnTo>
                  <a:lnTo>
                    <a:pt x="172034" y="903"/>
                  </a:lnTo>
                  <a:lnTo>
                    <a:pt x="174251" y="148"/>
                  </a:lnTo>
                  <a:lnTo>
                    <a:pt x="174440" y="84"/>
                  </a:lnTo>
                  <a:lnTo>
                    <a:pt x="174688" y="0"/>
                  </a:lnTo>
                  <a:lnTo>
                    <a:pt x="174878" y="3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910065" y="5207546"/>
              <a:ext cx="270141" cy="263333"/>
            </a:xfrm>
            <a:custGeom>
              <a:avLst/>
              <a:pathLst>
                <a:path w="270141" h="263333">
                  <a:moveTo>
                    <a:pt x="136149" y="22590"/>
                  </a:moveTo>
                  <a:lnTo>
                    <a:pt x="143732" y="30024"/>
                  </a:lnTo>
                  <a:lnTo>
                    <a:pt x="157964" y="38337"/>
                  </a:lnTo>
                  <a:lnTo>
                    <a:pt x="169239" y="42116"/>
                  </a:lnTo>
                  <a:lnTo>
                    <a:pt x="171806" y="41336"/>
                  </a:lnTo>
                  <a:lnTo>
                    <a:pt x="172996" y="42696"/>
                  </a:lnTo>
                  <a:lnTo>
                    <a:pt x="173755" y="43192"/>
                  </a:lnTo>
                  <a:lnTo>
                    <a:pt x="174036" y="43375"/>
                  </a:lnTo>
                  <a:lnTo>
                    <a:pt x="174253" y="43616"/>
                  </a:lnTo>
                  <a:lnTo>
                    <a:pt x="176929" y="46584"/>
                  </a:lnTo>
                  <a:lnTo>
                    <a:pt x="178033" y="47809"/>
                  </a:lnTo>
                  <a:lnTo>
                    <a:pt x="178398" y="48203"/>
                  </a:lnTo>
                  <a:lnTo>
                    <a:pt x="180264" y="50220"/>
                  </a:lnTo>
                  <a:lnTo>
                    <a:pt x="180530" y="50508"/>
                  </a:lnTo>
                  <a:lnTo>
                    <a:pt x="181004" y="51020"/>
                  </a:lnTo>
                  <a:lnTo>
                    <a:pt x="189353" y="46241"/>
                  </a:lnTo>
                  <a:lnTo>
                    <a:pt x="196033" y="42199"/>
                  </a:lnTo>
                  <a:lnTo>
                    <a:pt x="198944" y="40437"/>
                  </a:lnTo>
                  <a:lnTo>
                    <a:pt x="207046" y="36062"/>
                  </a:lnTo>
                  <a:lnTo>
                    <a:pt x="208012" y="35541"/>
                  </a:lnTo>
                  <a:lnTo>
                    <a:pt x="209392" y="38895"/>
                  </a:lnTo>
                  <a:lnTo>
                    <a:pt x="216408" y="55935"/>
                  </a:lnTo>
                  <a:lnTo>
                    <a:pt x="223972" y="74189"/>
                  </a:lnTo>
                  <a:lnTo>
                    <a:pt x="224413" y="75254"/>
                  </a:lnTo>
                  <a:lnTo>
                    <a:pt x="224705" y="76251"/>
                  </a:lnTo>
                  <a:lnTo>
                    <a:pt x="224974" y="76901"/>
                  </a:lnTo>
                  <a:lnTo>
                    <a:pt x="228769" y="86076"/>
                  </a:lnTo>
                  <a:lnTo>
                    <a:pt x="232927" y="96542"/>
                  </a:lnTo>
                  <a:lnTo>
                    <a:pt x="233080" y="96884"/>
                  </a:lnTo>
                  <a:lnTo>
                    <a:pt x="235205" y="101636"/>
                  </a:lnTo>
                  <a:lnTo>
                    <a:pt x="237994" y="108316"/>
                  </a:lnTo>
                  <a:lnTo>
                    <a:pt x="241959" y="117812"/>
                  </a:lnTo>
                  <a:lnTo>
                    <a:pt x="242171" y="118321"/>
                  </a:lnTo>
                  <a:lnTo>
                    <a:pt x="246094" y="127716"/>
                  </a:lnTo>
                  <a:lnTo>
                    <a:pt x="246617" y="128968"/>
                  </a:lnTo>
                  <a:lnTo>
                    <a:pt x="246674" y="129105"/>
                  </a:lnTo>
                  <a:lnTo>
                    <a:pt x="247358" y="130735"/>
                  </a:lnTo>
                  <a:lnTo>
                    <a:pt x="258006" y="156143"/>
                  </a:lnTo>
                  <a:lnTo>
                    <a:pt x="258276" y="156787"/>
                  </a:lnTo>
                  <a:lnTo>
                    <a:pt x="263956" y="170338"/>
                  </a:lnTo>
                  <a:lnTo>
                    <a:pt x="265151" y="173190"/>
                  </a:lnTo>
                  <a:lnTo>
                    <a:pt x="268844" y="182000"/>
                  </a:lnTo>
                  <a:lnTo>
                    <a:pt x="270141" y="185096"/>
                  </a:lnTo>
                  <a:lnTo>
                    <a:pt x="267784" y="186088"/>
                  </a:lnTo>
                  <a:lnTo>
                    <a:pt x="237706" y="198736"/>
                  </a:lnTo>
                  <a:lnTo>
                    <a:pt x="235273" y="199759"/>
                  </a:lnTo>
                  <a:lnTo>
                    <a:pt x="236257" y="202890"/>
                  </a:lnTo>
                  <a:lnTo>
                    <a:pt x="241436" y="219371"/>
                  </a:lnTo>
                  <a:lnTo>
                    <a:pt x="243362" y="225499"/>
                  </a:lnTo>
                  <a:lnTo>
                    <a:pt x="243994" y="227509"/>
                  </a:lnTo>
                  <a:lnTo>
                    <a:pt x="244419" y="228863"/>
                  </a:lnTo>
                  <a:lnTo>
                    <a:pt x="245020" y="230751"/>
                  </a:lnTo>
                  <a:lnTo>
                    <a:pt x="245232" y="231418"/>
                  </a:lnTo>
                  <a:lnTo>
                    <a:pt x="188558" y="252474"/>
                  </a:lnTo>
                  <a:lnTo>
                    <a:pt x="178780" y="256106"/>
                  </a:lnTo>
                  <a:lnTo>
                    <a:pt x="167712" y="260241"/>
                  </a:lnTo>
                  <a:lnTo>
                    <a:pt x="162637" y="263333"/>
                  </a:lnTo>
                  <a:lnTo>
                    <a:pt x="157053" y="262998"/>
                  </a:lnTo>
                  <a:lnTo>
                    <a:pt x="154152" y="262824"/>
                  </a:lnTo>
                  <a:lnTo>
                    <a:pt x="140532" y="259443"/>
                  </a:lnTo>
                  <a:lnTo>
                    <a:pt x="135374" y="258163"/>
                  </a:lnTo>
                  <a:lnTo>
                    <a:pt x="132399" y="257424"/>
                  </a:lnTo>
                  <a:lnTo>
                    <a:pt x="128537" y="257509"/>
                  </a:lnTo>
                  <a:lnTo>
                    <a:pt x="121716" y="257661"/>
                  </a:lnTo>
                  <a:lnTo>
                    <a:pt x="118292" y="257737"/>
                  </a:lnTo>
                  <a:lnTo>
                    <a:pt x="116152" y="258395"/>
                  </a:lnTo>
                  <a:lnTo>
                    <a:pt x="109251" y="260519"/>
                  </a:lnTo>
                  <a:lnTo>
                    <a:pt x="103620" y="260683"/>
                  </a:lnTo>
                  <a:lnTo>
                    <a:pt x="94567" y="260947"/>
                  </a:lnTo>
                  <a:lnTo>
                    <a:pt x="93529" y="260429"/>
                  </a:lnTo>
                  <a:lnTo>
                    <a:pt x="87918" y="257627"/>
                  </a:lnTo>
                  <a:lnTo>
                    <a:pt x="84231" y="255787"/>
                  </a:lnTo>
                  <a:lnTo>
                    <a:pt x="80677" y="255004"/>
                  </a:lnTo>
                  <a:lnTo>
                    <a:pt x="75514" y="253868"/>
                  </a:lnTo>
                  <a:lnTo>
                    <a:pt x="62212" y="253630"/>
                  </a:lnTo>
                  <a:lnTo>
                    <a:pt x="54036" y="254514"/>
                  </a:lnTo>
                  <a:lnTo>
                    <a:pt x="50764" y="254548"/>
                  </a:lnTo>
                  <a:lnTo>
                    <a:pt x="44944" y="254609"/>
                  </a:lnTo>
                  <a:lnTo>
                    <a:pt x="45238" y="246500"/>
                  </a:lnTo>
                  <a:lnTo>
                    <a:pt x="45537" y="243254"/>
                  </a:lnTo>
                  <a:lnTo>
                    <a:pt x="45804" y="237830"/>
                  </a:lnTo>
                  <a:lnTo>
                    <a:pt x="45959" y="234674"/>
                  </a:lnTo>
                  <a:lnTo>
                    <a:pt x="44836" y="234575"/>
                  </a:lnTo>
                  <a:lnTo>
                    <a:pt x="45655" y="223243"/>
                  </a:lnTo>
                  <a:lnTo>
                    <a:pt x="46466" y="212013"/>
                  </a:lnTo>
                  <a:lnTo>
                    <a:pt x="46595" y="210223"/>
                  </a:lnTo>
                  <a:lnTo>
                    <a:pt x="69618" y="211905"/>
                  </a:lnTo>
                  <a:lnTo>
                    <a:pt x="70722" y="211930"/>
                  </a:lnTo>
                  <a:lnTo>
                    <a:pt x="73287" y="181311"/>
                  </a:lnTo>
                  <a:lnTo>
                    <a:pt x="73698" y="176395"/>
                  </a:lnTo>
                  <a:lnTo>
                    <a:pt x="74111" y="171471"/>
                  </a:lnTo>
                  <a:lnTo>
                    <a:pt x="74491" y="166928"/>
                  </a:lnTo>
                  <a:lnTo>
                    <a:pt x="74838" y="162793"/>
                  </a:lnTo>
                  <a:lnTo>
                    <a:pt x="75186" y="158631"/>
                  </a:lnTo>
                  <a:lnTo>
                    <a:pt x="75722" y="152240"/>
                  </a:lnTo>
                  <a:lnTo>
                    <a:pt x="58221" y="151215"/>
                  </a:lnTo>
                  <a:lnTo>
                    <a:pt x="58294" y="150530"/>
                  </a:lnTo>
                  <a:lnTo>
                    <a:pt x="59924" y="131176"/>
                  </a:lnTo>
                  <a:lnTo>
                    <a:pt x="60074" y="129395"/>
                  </a:lnTo>
                  <a:lnTo>
                    <a:pt x="63454" y="112588"/>
                  </a:lnTo>
                  <a:lnTo>
                    <a:pt x="66978" y="95059"/>
                  </a:lnTo>
                  <a:lnTo>
                    <a:pt x="62627" y="97093"/>
                  </a:lnTo>
                  <a:lnTo>
                    <a:pt x="50365" y="105733"/>
                  </a:lnTo>
                  <a:lnTo>
                    <a:pt x="45083" y="96273"/>
                  </a:lnTo>
                  <a:lnTo>
                    <a:pt x="43448" y="93055"/>
                  </a:lnTo>
                  <a:lnTo>
                    <a:pt x="43257" y="92681"/>
                  </a:lnTo>
                  <a:lnTo>
                    <a:pt x="43010" y="92765"/>
                  </a:lnTo>
                  <a:lnTo>
                    <a:pt x="42820" y="92830"/>
                  </a:lnTo>
                  <a:lnTo>
                    <a:pt x="40604" y="93584"/>
                  </a:lnTo>
                  <a:lnTo>
                    <a:pt x="38665" y="94462"/>
                  </a:lnTo>
                  <a:lnTo>
                    <a:pt x="35627" y="95836"/>
                  </a:lnTo>
                  <a:lnTo>
                    <a:pt x="35382" y="95947"/>
                  </a:lnTo>
                  <a:lnTo>
                    <a:pt x="34757" y="96350"/>
                  </a:lnTo>
                  <a:lnTo>
                    <a:pt x="32675" y="97689"/>
                  </a:lnTo>
                  <a:lnTo>
                    <a:pt x="32441" y="97849"/>
                  </a:lnTo>
                  <a:lnTo>
                    <a:pt x="30625" y="99094"/>
                  </a:lnTo>
                  <a:lnTo>
                    <a:pt x="27996" y="102009"/>
                  </a:lnTo>
                  <a:lnTo>
                    <a:pt x="27826" y="102270"/>
                  </a:lnTo>
                  <a:lnTo>
                    <a:pt x="26482" y="104331"/>
                  </a:lnTo>
                  <a:lnTo>
                    <a:pt x="25323" y="106972"/>
                  </a:lnTo>
                  <a:lnTo>
                    <a:pt x="24819" y="108969"/>
                  </a:lnTo>
                  <a:lnTo>
                    <a:pt x="24610" y="109795"/>
                  </a:lnTo>
                  <a:lnTo>
                    <a:pt x="24421" y="112481"/>
                  </a:lnTo>
                  <a:lnTo>
                    <a:pt x="24492" y="113367"/>
                  </a:lnTo>
                  <a:lnTo>
                    <a:pt x="24700" y="115943"/>
                  </a:lnTo>
                  <a:lnTo>
                    <a:pt x="25274" y="118532"/>
                  </a:lnTo>
                  <a:lnTo>
                    <a:pt x="25457" y="119358"/>
                  </a:lnTo>
                  <a:lnTo>
                    <a:pt x="26464" y="122511"/>
                  </a:lnTo>
                  <a:lnTo>
                    <a:pt x="28134" y="127739"/>
                  </a:lnTo>
                  <a:lnTo>
                    <a:pt x="28976" y="130378"/>
                  </a:lnTo>
                  <a:lnTo>
                    <a:pt x="29550" y="132325"/>
                  </a:lnTo>
                  <a:lnTo>
                    <a:pt x="30224" y="134613"/>
                  </a:lnTo>
                  <a:lnTo>
                    <a:pt x="30508" y="136151"/>
                  </a:lnTo>
                  <a:lnTo>
                    <a:pt x="30574" y="137604"/>
                  </a:lnTo>
                  <a:lnTo>
                    <a:pt x="29900" y="137837"/>
                  </a:lnTo>
                  <a:lnTo>
                    <a:pt x="25752" y="139266"/>
                  </a:lnTo>
                  <a:lnTo>
                    <a:pt x="24860" y="139574"/>
                  </a:lnTo>
                  <a:lnTo>
                    <a:pt x="23806" y="138400"/>
                  </a:lnTo>
                  <a:lnTo>
                    <a:pt x="23722" y="138193"/>
                  </a:lnTo>
                  <a:lnTo>
                    <a:pt x="22944" y="136261"/>
                  </a:lnTo>
                  <a:lnTo>
                    <a:pt x="22558" y="135303"/>
                  </a:lnTo>
                  <a:lnTo>
                    <a:pt x="21841" y="135107"/>
                  </a:lnTo>
                  <a:lnTo>
                    <a:pt x="21309" y="134962"/>
                  </a:lnTo>
                  <a:lnTo>
                    <a:pt x="20586" y="134765"/>
                  </a:lnTo>
                  <a:lnTo>
                    <a:pt x="19640" y="134506"/>
                  </a:lnTo>
                  <a:lnTo>
                    <a:pt x="18935" y="134037"/>
                  </a:lnTo>
                  <a:lnTo>
                    <a:pt x="18049" y="133449"/>
                  </a:lnTo>
                  <a:lnTo>
                    <a:pt x="17766" y="133150"/>
                  </a:lnTo>
                  <a:lnTo>
                    <a:pt x="16863" y="132198"/>
                  </a:lnTo>
                  <a:lnTo>
                    <a:pt x="16761" y="132016"/>
                  </a:lnTo>
                  <a:lnTo>
                    <a:pt x="16721" y="131666"/>
                  </a:lnTo>
                  <a:lnTo>
                    <a:pt x="16782" y="131371"/>
                  </a:lnTo>
                  <a:lnTo>
                    <a:pt x="16538" y="130787"/>
                  </a:lnTo>
                  <a:lnTo>
                    <a:pt x="16010" y="129525"/>
                  </a:lnTo>
                  <a:lnTo>
                    <a:pt x="15675" y="128723"/>
                  </a:lnTo>
                  <a:lnTo>
                    <a:pt x="15207" y="128125"/>
                  </a:lnTo>
                  <a:lnTo>
                    <a:pt x="13537" y="125991"/>
                  </a:lnTo>
                  <a:lnTo>
                    <a:pt x="12805" y="125164"/>
                  </a:lnTo>
                  <a:lnTo>
                    <a:pt x="12490" y="124807"/>
                  </a:lnTo>
                  <a:lnTo>
                    <a:pt x="12236" y="124408"/>
                  </a:lnTo>
                  <a:lnTo>
                    <a:pt x="11732" y="123620"/>
                  </a:lnTo>
                  <a:lnTo>
                    <a:pt x="10879" y="122561"/>
                  </a:lnTo>
                  <a:lnTo>
                    <a:pt x="8956" y="121099"/>
                  </a:lnTo>
                  <a:lnTo>
                    <a:pt x="5783" y="120801"/>
                  </a:lnTo>
                  <a:lnTo>
                    <a:pt x="0" y="116217"/>
                  </a:lnTo>
                  <a:lnTo>
                    <a:pt x="118" y="111271"/>
                  </a:lnTo>
                  <a:lnTo>
                    <a:pt x="4366" y="104877"/>
                  </a:lnTo>
                  <a:lnTo>
                    <a:pt x="12431" y="104180"/>
                  </a:lnTo>
                  <a:lnTo>
                    <a:pt x="11836" y="99647"/>
                  </a:lnTo>
                  <a:lnTo>
                    <a:pt x="11058" y="93721"/>
                  </a:lnTo>
                  <a:lnTo>
                    <a:pt x="14699" y="89173"/>
                  </a:lnTo>
                  <a:lnTo>
                    <a:pt x="20207" y="82968"/>
                  </a:lnTo>
                  <a:lnTo>
                    <a:pt x="20662" y="82272"/>
                  </a:lnTo>
                  <a:lnTo>
                    <a:pt x="23024" y="76153"/>
                  </a:lnTo>
                  <a:lnTo>
                    <a:pt x="22692" y="73267"/>
                  </a:lnTo>
                  <a:lnTo>
                    <a:pt x="24104" y="64755"/>
                  </a:lnTo>
                  <a:lnTo>
                    <a:pt x="24783" y="62952"/>
                  </a:lnTo>
                  <a:lnTo>
                    <a:pt x="25891" y="61851"/>
                  </a:lnTo>
                  <a:lnTo>
                    <a:pt x="47118" y="52498"/>
                  </a:lnTo>
                  <a:lnTo>
                    <a:pt x="57619" y="51550"/>
                  </a:lnTo>
                  <a:lnTo>
                    <a:pt x="68130" y="51550"/>
                  </a:lnTo>
                  <a:lnTo>
                    <a:pt x="69533" y="52065"/>
                  </a:lnTo>
                  <a:lnTo>
                    <a:pt x="76204" y="60088"/>
                  </a:lnTo>
                  <a:lnTo>
                    <a:pt x="79058" y="61582"/>
                  </a:lnTo>
                  <a:lnTo>
                    <a:pt x="85045" y="64926"/>
                  </a:lnTo>
                  <a:lnTo>
                    <a:pt x="88038" y="67559"/>
                  </a:lnTo>
                  <a:lnTo>
                    <a:pt x="92632" y="65638"/>
                  </a:lnTo>
                  <a:lnTo>
                    <a:pt x="88664" y="61867"/>
                  </a:lnTo>
                  <a:lnTo>
                    <a:pt x="84697" y="56032"/>
                  </a:lnTo>
                  <a:lnTo>
                    <a:pt x="82887" y="52332"/>
                  </a:lnTo>
                  <a:lnTo>
                    <a:pt x="82551" y="49673"/>
                  </a:lnTo>
                  <a:lnTo>
                    <a:pt x="80266" y="26479"/>
                  </a:lnTo>
                  <a:lnTo>
                    <a:pt x="82493" y="19770"/>
                  </a:lnTo>
                  <a:lnTo>
                    <a:pt x="83983" y="17611"/>
                  </a:lnTo>
                  <a:lnTo>
                    <a:pt x="109951" y="25135"/>
                  </a:lnTo>
                  <a:lnTo>
                    <a:pt x="108833" y="15832"/>
                  </a:lnTo>
                  <a:lnTo>
                    <a:pt x="109616" y="770"/>
                  </a:lnTo>
                  <a:lnTo>
                    <a:pt x="110597" y="0"/>
                  </a:lnTo>
                  <a:lnTo>
                    <a:pt x="115091" y="1196"/>
                  </a:lnTo>
                  <a:lnTo>
                    <a:pt x="138867" y="8056"/>
                  </a:lnTo>
                  <a:lnTo>
                    <a:pt x="139227" y="11274"/>
                  </a:lnTo>
                  <a:lnTo>
                    <a:pt x="135264" y="19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564926" y="5365225"/>
              <a:ext cx="254469" cy="114653"/>
            </a:xfrm>
            <a:custGeom>
              <a:avLst/>
              <a:pathLst>
                <a:path w="254469" h="114653">
                  <a:moveTo>
                    <a:pt x="196474" y="1223"/>
                  </a:moveTo>
                  <a:lnTo>
                    <a:pt x="203810" y="3514"/>
                  </a:lnTo>
                  <a:lnTo>
                    <a:pt x="204563" y="1448"/>
                  </a:lnTo>
                  <a:lnTo>
                    <a:pt x="213810" y="5331"/>
                  </a:lnTo>
                  <a:lnTo>
                    <a:pt x="216019" y="7954"/>
                  </a:lnTo>
                  <a:lnTo>
                    <a:pt x="221686" y="12107"/>
                  </a:lnTo>
                  <a:lnTo>
                    <a:pt x="222506" y="14002"/>
                  </a:lnTo>
                  <a:lnTo>
                    <a:pt x="222523" y="16038"/>
                  </a:lnTo>
                  <a:lnTo>
                    <a:pt x="220203" y="22684"/>
                  </a:lnTo>
                  <a:lnTo>
                    <a:pt x="218699" y="22415"/>
                  </a:lnTo>
                  <a:lnTo>
                    <a:pt x="217710" y="25428"/>
                  </a:lnTo>
                  <a:lnTo>
                    <a:pt x="216736" y="28185"/>
                  </a:lnTo>
                  <a:lnTo>
                    <a:pt x="220813" y="29201"/>
                  </a:lnTo>
                  <a:lnTo>
                    <a:pt x="224925" y="25505"/>
                  </a:lnTo>
                  <a:lnTo>
                    <a:pt x="225348" y="25964"/>
                  </a:lnTo>
                  <a:lnTo>
                    <a:pt x="229153" y="29225"/>
                  </a:lnTo>
                  <a:lnTo>
                    <a:pt x="229323" y="29367"/>
                  </a:lnTo>
                  <a:lnTo>
                    <a:pt x="229469" y="29489"/>
                  </a:lnTo>
                  <a:lnTo>
                    <a:pt x="230189" y="30949"/>
                  </a:lnTo>
                  <a:lnTo>
                    <a:pt x="231868" y="34506"/>
                  </a:lnTo>
                  <a:lnTo>
                    <a:pt x="232428" y="34929"/>
                  </a:lnTo>
                  <a:lnTo>
                    <a:pt x="233900" y="36039"/>
                  </a:lnTo>
                  <a:lnTo>
                    <a:pt x="233057" y="36683"/>
                  </a:lnTo>
                  <a:lnTo>
                    <a:pt x="232814" y="36868"/>
                  </a:lnTo>
                  <a:lnTo>
                    <a:pt x="231923" y="37547"/>
                  </a:lnTo>
                  <a:lnTo>
                    <a:pt x="230531" y="38515"/>
                  </a:lnTo>
                  <a:lnTo>
                    <a:pt x="229988" y="39312"/>
                  </a:lnTo>
                  <a:lnTo>
                    <a:pt x="229152" y="41048"/>
                  </a:lnTo>
                  <a:lnTo>
                    <a:pt x="226064" y="39819"/>
                  </a:lnTo>
                  <a:lnTo>
                    <a:pt x="224984" y="42219"/>
                  </a:lnTo>
                  <a:lnTo>
                    <a:pt x="223230" y="46647"/>
                  </a:lnTo>
                  <a:lnTo>
                    <a:pt x="223160" y="46824"/>
                  </a:lnTo>
                  <a:lnTo>
                    <a:pt x="223695" y="47566"/>
                  </a:lnTo>
                  <a:lnTo>
                    <a:pt x="224447" y="48198"/>
                  </a:lnTo>
                  <a:lnTo>
                    <a:pt x="225778" y="48618"/>
                  </a:lnTo>
                  <a:lnTo>
                    <a:pt x="226819" y="48946"/>
                  </a:lnTo>
                  <a:lnTo>
                    <a:pt x="227462" y="49149"/>
                  </a:lnTo>
                  <a:lnTo>
                    <a:pt x="228549" y="49560"/>
                  </a:lnTo>
                  <a:lnTo>
                    <a:pt x="228327" y="50149"/>
                  </a:lnTo>
                  <a:lnTo>
                    <a:pt x="227323" y="52806"/>
                  </a:lnTo>
                  <a:lnTo>
                    <a:pt x="225788" y="52217"/>
                  </a:lnTo>
                  <a:lnTo>
                    <a:pt x="224203" y="51608"/>
                  </a:lnTo>
                  <a:lnTo>
                    <a:pt x="222913" y="51033"/>
                  </a:lnTo>
                  <a:lnTo>
                    <a:pt x="218459" y="49048"/>
                  </a:lnTo>
                  <a:lnTo>
                    <a:pt x="213701" y="60532"/>
                  </a:lnTo>
                  <a:lnTo>
                    <a:pt x="218251" y="63089"/>
                  </a:lnTo>
                  <a:lnTo>
                    <a:pt x="223729" y="64871"/>
                  </a:lnTo>
                  <a:lnTo>
                    <a:pt x="230342" y="66792"/>
                  </a:lnTo>
                  <a:lnTo>
                    <a:pt x="239325" y="68093"/>
                  </a:lnTo>
                  <a:lnTo>
                    <a:pt x="244225" y="68663"/>
                  </a:lnTo>
                  <a:lnTo>
                    <a:pt x="250942" y="68164"/>
                  </a:lnTo>
                  <a:lnTo>
                    <a:pt x="252385" y="67982"/>
                  </a:lnTo>
                  <a:lnTo>
                    <a:pt x="252412" y="68155"/>
                  </a:lnTo>
                  <a:lnTo>
                    <a:pt x="252446" y="68373"/>
                  </a:lnTo>
                  <a:lnTo>
                    <a:pt x="252553" y="69061"/>
                  </a:lnTo>
                  <a:lnTo>
                    <a:pt x="252901" y="71307"/>
                  </a:lnTo>
                  <a:lnTo>
                    <a:pt x="253932" y="77959"/>
                  </a:lnTo>
                  <a:lnTo>
                    <a:pt x="254469" y="81421"/>
                  </a:lnTo>
                  <a:lnTo>
                    <a:pt x="251910" y="81192"/>
                  </a:lnTo>
                  <a:lnTo>
                    <a:pt x="250864" y="81098"/>
                  </a:lnTo>
                  <a:lnTo>
                    <a:pt x="240338" y="81145"/>
                  </a:lnTo>
                  <a:lnTo>
                    <a:pt x="237572" y="81643"/>
                  </a:lnTo>
                  <a:lnTo>
                    <a:pt x="219751" y="84855"/>
                  </a:lnTo>
                  <a:lnTo>
                    <a:pt x="213087" y="86851"/>
                  </a:lnTo>
                  <a:lnTo>
                    <a:pt x="206882" y="88709"/>
                  </a:lnTo>
                  <a:lnTo>
                    <a:pt x="201792" y="90233"/>
                  </a:lnTo>
                  <a:lnTo>
                    <a:pt x="191273" y="91484"/>
                  </a:lnTo>
                  <a:lnTo>
                    <a:pt x="185363" y="92881"/>
                  </a:lnTo>
                  <a:lnTo>
                    <a:pt x="185033" y="92959"/>
                  </a:lnTo>
                  <a:lnTo>
                    <a:pt x="179551" y="94256"/>
                  </a:lnTo>
                  <a:lnTo>
                    <a:pt x="174895" y="95357"/>
                  </a:lnTo>
                  <a:lnTo>
                    <a:pt x="156639" y="97010"/>
                  </a:lnTo>
                  <a:lnTo>
                    <a:pt x="152944" y="97344"/>
                  </a:lnTo>
                  <a:lnTo>
                    <a:pt x="145832" y="97989"/>
                  </a:lnTo>
                  <a:lnTo>
                    <a:pt x="141901" y="98345"/>
                  </a:lnTo>
                  <a:lnTo>
                    <a:pt x="141577" y="98407"/>
                  </a:lnTo>
                  <a:lnTo>
                    <a:pt x="138592" y="98985"/>
                  </a:lnTo>
                  <a:lnTo>
                    <a:pt x="118512" y="102870"/>
                  </a:lnTo>
                  <a:lnTo>
                    <a:pt x="117175" y="103477"/>
                  </a:lnTo>
                  <a:lnTo>
                    <a:pt x="114001" y="104919"/>
                  </a:lnTo>
                  <a:lnTo>
                    <a:pt x="79837" y="110042"/>
                  </a:lnTo>
                  <a:lnTo>
                    <a:pt x="57267" y="114507"/>
                  </a:lnTo>
                  <a:lnTo>
                    <a:pt x="56533" y="114653"/>
                  </a:lnTo>
                  <a:lnTo>
                    <a:pt x="51661" y="114652"/>
                  </a:lnTo>
                  <a:lnTo>
                    <a:pt x="21604" y="114648"/>
                  </a:lnTo>
                  <a:lnTo>
                    <a:pt x="3498" y="114646"/>
                  </a:lnTo>
                  <a:lnTo>
                    <a:pt x="2868" y="114642"/>
                  </a:lnTo>
                  <a:lnTo>
                    <a:pt x="3597" y="114640"/>
                  </a:lnTo>
                  <a:lnTo>
                    <a:pt x="3563" y="112997"/>
                  </a:lnTo>
                  <a:lnTo>
                    <a:pt x="3396" y="104811"/>
                  </a:lnTo>
                  <a:lnTo>
                    <a:pt x="3392" y="104623"/>
                  </a:lnTo>
                  <a:lnTo>
                    <a:pt x="3311" y="102749"/>
                  </a:lnTo>
                  <a:lnTo>
                    <a:pt x="1781" y="67426"/>
                  </a:lnTo>
                  <a:lnTo>
                    <a:pt x="1740" y="66481"/>
                  </a:lnTo>
                  <a:lnTo>
                    <a:pt x="1677" y="65432"/>
                  </a:lnTo>
                  <a:lnTo>
                    <a:pt x="1173" y="56973"/>
                  </a:lnTo>
                  <a:lnTo>
                    <a:pt x="1064" y="55144"/>
                  </a:lnTo>
                  <a:lnTo>
                    <a:pt x="1005" y="54158"/>
                  </a:lnTo>
                  <a:lnTo>
                    <a:pt x="965" y="53488"/>
                  </a:lnTo>
                  <a:lnTo>
                    <a:pt x="934" y="52318"/>
                  </a:lnTo>
                  <a:lnTo>
                    <a:pt x="270" y="27232"/>
                  </a:lnTo>
                  <a:lnTo>
                    <a:pt x="29" y="18142"/>
                  </a:lnTo>
                  <a:lnTo>
                    <a:pt x="0" y="16987"/>
                  </a:lnTo>
                  <a:lnTo>
                    <a:pt x="68" y="15200"/>
                  </a:lnTo>
                  <a:lnTo>
                    <a:pt x="201" y="11731"/>
                  </a:lnTo>
                  <a:lnTo>
                    <a:pt x="225" y="11107"/>
                  </a:lnTo>
                  <a:lnTo>
                    <a:pt x="692" y="6531"/>
                  </a:lnTo>
                  <a:lnTo>
                    <a:pt x="771" y="6363"/>
                  </a:lnTo>
                  <a:lnTo>
                    <a:pt x="1027" y="5815"/>
                  </a:lnTo>
                  <a:lnTo>
                    <a:pt x="1958" y="6120"/>
                  </a:lnTo>
                  <a:lnTo>
                    <a:pt x="23250" y="14137"/>
                  </a:lnTo>
                  <a:lnTo>
                    <a:pt x="25364" y="14721"/>
                  </a:lnTo>
                  <a:lnTo>
                    <a:pt x="31277" y="16354"/>
                  </a:lnTo>
                  <a:lnTo>
                    <a:pt x="31492" y="16414"/>
                  </a:lnTo>
                  <a:lnTo>
                    <a:pt x="36882" y="18007"/>
                  </a:lnTo>
                  <a:lnTo>
                    <a:pt x="46861" y="20330"/>
                  </a:lnTo>
                  <a:lnTo>
                    <a:pt x="57631" y="21489"/>
                  </a:lnTo>
                  <a:lnTo>
                    <a:pt x="57865" y="21514"/>
                  </a:lnTo>
                  <a:lnTo>
                    <a:pt x="59898" y="21631"/>
                  </a:lnTo>
                  <a:lnTo>
                    <a:pt x="69715" y="22197"/>
                  </a:lnTo>
                  <a:lnTo>
                    <a:pt x="78670" y="22197"/>
                  </a:lnTo>
                  <a:lnTo>
                    <a:pt x="84833" y="21756"/>
                  </a:lnTo>
                  <a:lnTo>
                    <a:pt x="91411" y="21286"/>
                  </a:lnTo>
                  <a:lnTo>
                    <a:pt x="91658" y="21246"/>
                  </a:lnTo>
                  <a:lnTo>
                    <a:pt x="99753" y="19949"/>
                  </a:lnTo>
                  <a:lnTo>
                    <a:pt x="105622" y="19009"/>
                  </a:lnTo>
                  <a:lnTo>
                    <a:pt x="116537" y="18463"/>
                  </a:lnTo>
                  <a:lnTo>
                    <a:pt x="124006" y="18552"/>
                  </a:lnTo>
                  <a:lnTo>
                    <a:pt x="124056" y="17785"/>
                  </a:lnTo>
                  <a:lnTo>
                    <a:pt x="124622" y="9093"/>
                  </a:lnTo>
                  <a:lnTo>
                    <a:pt x="124645" y="8739"/>
                  </a:lnTo>
                  <a:lnTo>
                    <a:pt x="126602" y="8911"/>
                  </a:lnTo>
                  <a:lnTo>
                    <a:pt x="135080" y="10321"/>
                  </a:lnTo>
                  <a:lnTo>
                    <a:pt x="136786" y="10605"/>
                  </a:lnTo>
                  <a:lnTo>
                    <a:pt x="139433" y="9840"/>
                  </a:lnTo>
                  <a:lnTo>
                    <a:pt x="141612" y="9082"/>
                  </a:lnTo>
                  <a:lnTo>
                    <a:pt x="142654" y="8720"/>
                  </a:lnTo>
                  <a:lnTo>
                    <a:pt x="145640" y="8778"/>
                  </a:lnTo>
                  <a:lnTo>
                    <a:pt x="151777" y="10098"/>
                  </a:lnTo>
                  <a:lnTo>
                    <a:pt x="154423" y="10978"/>
                  </a:lnTo>
                  <a:lnTo>
                    <a:pt x="155604" y="11370"/>
                  </a:lnTo>
                  <a:lnTo>
                    <a:pt x="155854" y="11543"/>
                  </a:lnTo>
                  <a:lnTo>
                    <a:pt x="156338" y="11877"/>
                  </a:lnTo>
                  <a:lnTo>
                    <a:pt x="158682" y="13498"/>
                  </a:lnTo>
                  <a:lnTo>
                    <a:pt x="159656" y="14171"/>
                  </a:lnTo>
                  <a:lnTo>
                    <a:pt x="160229" y="14567"/>
                  </a:lnTo>
                  <a:lnTo>
                    <a:pt x="162741" y="17654"/>
                  </a:lnTo>
                  <a:lnTo>
                    <a:pt x="162982" y="17203"/>
                  </a:lnTo>
                  <a:lnTo>
                    <a:pt x="168541" y="13050"/>
                  </a:lnTo>
                  <a:lnTo>
                    <a:pt x="170646" y="11395"/>
                  </a:lnTo>
                  <a:lnTo>
                    <a:pt x="172980" y="9559"/>
                  </a:lnTo>
                  <a:lnTo>
                    <a:pt x="173502" y="9149"/>
                  </a:lnTo>
                  <a:lnTo>
                    <a:pt x="175401" y="7589"/>
                  </a:lnTo>
                  <a:lnTo>
                    <a:pt x="179935" y="3866"/>
                  </a:lnTo>
                  <a:lnTo>
                    <a:pt x="180278" y="3965"/>
                  </a:lnTo>
                  <a:lnTo>
                    <a:pt x="181809" y="6123"/>
                  </a:lnTo>
                  <a:lnTo>
                    <a:pt x="182853" y="5597"/>
                  </a:lnTo>
                  <a:lnTo>
                    <a:pt x="182922" y="3516"/>
                  </a:lnTo>
                  <a:lnTo>
                    <a:pt x="183214" y="3406"/>
                  </a:lnTo>
                  <a:lnTo>
                    <a:pt x="185307" y="3361"/>
                  </a:lnTo>
                  <a:lnTo>
                    <a:pt x="185654" y="3171"/>
                  </a:lnTo>
                  <a:lnTo>
                    <a:pt x="186755" y="2564"/>
                  </a:lnTo>
                  <a:lnTo>
                    <a:pt x="187149" y="2681"/>
                  </a:lnTo>
                  <a:lnTo>
                    <a:pt x="187446" y="2769"/>
                  </a:lnTo>
                  <a:lnTo>
                    <a:pt x="192367" y="1465"/>
                  </a:lnTo>
                  <a:lnTo>
                    <a:pt x="192687" y="1437"/>
                  </a:lnTo>
                  <a:lnTo>
                    <a:pt x="192754" y="376"/>
                  </a:lnTo>
                  <a:lnTo>
                    <a:pt x="192770" y="113"/>
                  </a:lnTo>
                  <a:lnTo>
                    <a:pt x="196669" y="0"/>
                  </a:lnTo>
                  <a:lnTo>
                    <a:pt x="196536" y="8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3291585" y="5184670"/>
              <a:ext cx="195892" cy="187206"/>
            </a:xfrm>
            <a:custGeom>
              <a:avLst/>
              <a:pathLst>
                <a:path w="195892" h="187206">
                  <a:moveTo>
                    <a:pt x="23517" y="99012"/>
                  </a:moveTo>
                  <a:lnTo>
                    <a:pt x="24604" y="98772"/>
                  </a:lnTo>
                  <a:lnTo>
                    <a:pt x="32523" y="97019"/>
                  </a:lnTo>
                  <a:lnTo>
                    <a:pt x="36937" y="99174"/>
                  </a:lnTo>
                  <a:lnTo>
                    <a:pt x="37352" y="98170"/>
                  </a:lnTo>
                  <a:lnTo>
                    <a:pt x="39123" y="93887"/>
                  </a:lnTo>
                  <a:lnTo>
                    <a:pt x="42852" y="84688"/>
                  </a:lnTo>
                  <a:lnTo>
                    <a:pt x="41464" y="84208"/>
                  </a:lnTo>
                  <a:lnTo>
                    <a:pt x="41845" y="81428"/>
                  </a:lnTo>
                  <a:lnTo>
                    <a:pt x="42891" y="73801"/>
                  </a:lnTo>
                  <a:lnTo>
                    <a:pt x="36723" y="73318"/>
                  </a:lnTo>
                  <a:lnTo>
                    <a:pt x="38154" y="59696"/>
                  </a:lnTo>
                  <a:lnTo>
                    <a:pt x="38511" y="59693"/>
                  </a:lnTo>
                  <a:lnTo>
                    <a:pt x="38697" y="59692"/>
                  </a:lnTo>
                  <a:lnTo>
                    <a:pt x="39051" y="59690"/>
                  </a:lnTo>
                  <a:lnTo>
                    <a:pt x="43655" y="59592"/>
                  </a:lnTo>
                  <a:lnTo>
                    <a:pt x="44102" y="59583"/>
                  </a:lnTo>
                  <a:lnTo>
                    <a:pt x="45272" y="59592"/>
                  </a:lnTo>
                  <a:lnTo>
                    <a:pt x="45933" y="59567"/>
                  </a:lnTo>
                  <a:lnTo>
                    <a:pt x="46184" y="59494"/>
                  </a:lnTo>
                  <a:lnTo>
                    <a:pt x="46535" y="59391"/>
                  </a:lnTo>
                  <a:lnTo>
                    <a:pt x="47055" y="59000"/>
                  </a:lnTo>
                  <a:lnTo>
                    <a:pt x="47329" y="58794"/>
                  </a:lnTo>
                  <a:lnTo>
                    <a:pt x="47815" y="58427"/>
                  </a:lnTo>
                  <a:lnTo>
                    <a:pt x="48122" y="58196"/>
                  </a:lnTo>
                  <a:lnTo>
                    <a:pt x="48515" y="57842"/>
                  </a:lnTo>
                  <a:lnTo>
                    <a:pt x="48978" y="57425"/>
                  </a:lnTo>
                  <a:lnTo>
                    <a:pt x="49291" y="57143"/>
                  </a:lnTo>
                  <a:lnTo>
                    <a:pt x="50888" y="55705"/>
                  </a:lnTo>
                  <a:lnTo>
                    <a:pt x="51151" y="55468"/>
                  </a:lnTo>
                  <a:lnTo>
                    <a:pt x="51788" y="54895"/>
                  </a:lnTo>
                  <a:lnTo>
                    <a:pt x="53742" y="53135"/>
                  </a:lnTo>
                  <a:lnTo>
                    <a:pt x="54125" y="52790"/>
                  </a:lnTo>
                  <a:lnTo>
                    <a:pt x="54900" y="52091"/>
                  </a:lnTo>
                  <a:lnTo>
                    <a:pt x="56262" y="50865"/>
                  </a:lnTo>
                  <a:lnTo>
                    <a:pt x="56611" y="50588"/>
                  </a:lnTo>
                  <a:lnTo>
                    <a:pt x="57823" y="49626"/>
                  </a:lnTo>
                  <a:lnTo>
                    <a:pt x="58898" y="48774"/>
                  </a:lnTo>
                  <a:lnTo>
                    <a:pt x="63088" y="46451"/>
                  </a:lnTo>
                  <a:lnTo>
                    <a:pt x="66051" y="51399"/>
                  </a:lnTo>
                  <a:lnTo>
                    <a:pt x="63044" y="52935"/>
                  </a:lnTo>
                  <a:lnTo>
                    <a:pt x="63656" y="53618"/>
                  </a:lnTo>
                  <a:lnTo>
                    <a:pt x="63656" y="57717"/>
                  </a:lnTo>
                  <a:lnTo>
                    <a:pt x="61317" y="57888"/>
                  </a:lnTo>
                  <a:lnTo>
                    <a:pt x="61373" y="60620"/>
                  </a:lnTo>
                  <a:lnTo>
                    <a:pt x="60315" y="62327"/>
                  </a:lnTo>
                  <a:lnTo>
                    <a:pt x="62821" y="68475"/>
                  </a:lnTo>
                  <a:lnTo>
                    <a:pt x="63934" y="66084"/>
                  </a:lnTo>
                  <a:lnTo>
                    <a:pt x="69782" y="65572"/>
                  </a:lnTo>
                  <a:lnTo>
                    <a:pt x="70450" y="70410"/>
                  </a:lnTo>
                  <a:lnTo>
                    <a:pt x="73011" y="67507"/>
                  </a:lnTo>
                  <a:lnTo>
                    <a:pt x="78190" y="71093"/>
                  </a:lnTo>
                  <a:lnTo>
                    <a:pt x="78859" y="68873"/>
                  </a:lnTo>
                  <a:lnTo>
                    <a:pt x="76353" y="67962"/>
                  </a:lnTo>
                  <a:lnTo>
                    <a:pt x="81910" y="56066"/>
                  </a:lnTo>
                  <a:lnTo>
                    <a:pt x="84360" y="53163"/>
                  </a:lnTo>
                  <a:lnTo>
                    <a:pt x="83469" y="50602"/>
                  </a:lnTo>
                  <a:lnTo>
                    <a:pt x="85530" y="45820"/>
                  </a:lnTo>
                  <a:lnTo>
                    <a:pt x="86477" y="46105"/>
                  </a:lnTo>
                  <a:lnTo>
                    <a:pt x="89317" y="41551"/>
                  </a:lnTo>
                  <a:lnTo>
                    <a:pt x="95776" y="36429"/>
                  </a:lnTo>
                  <a:lnTo>
                    <a:pt x="100839" y="35168"/>
                  </a:lnTo>
                  <a:lnTo>
                    <a:pt x="102920" y="34631"/>
                  </a:lnTo>
                  <a:lnTo>
                    <a:pt x="102360" y="33993"/>
                  </a:lnTo>
                  <a:lnTo>
                    <a:pt x="101811" y="33044"/>
                  </a:lnTo>
                  <a:lnTo>
                    <a:pt x="101474" y="32462"/>
                  </a:lnTo>
                  <a:lnTo>
                    <a:pt x="101607" y="31005"/>
                  </a:lnTo>
                  <a:lnTo>
                    <a:pt x="102510" y="30697"/>
                  </a:lnTo>
                  <a:lnTo>
                    <a:pt x="102753" y="30567"/>
                  </a:lnTo>
                  <a:lnTo>
                    <a:pt x="104123" y="29775"/>
                  </a:lnTo>
                  <a:lnTo>
                    <a:pt x="100741" y="29844"/>
                  </a:lnTo>
                  <a:lnTo>
                    <a:pt x="99684" y="29866"/>
                  </a:lnTo>
                  <a:lnTo>
                    <a:pt x="95347" y="29895"/>
                  </a:lnTo>
                  <a:lnTo>
                    <a:pt x="93760" y="32455"/>
                  </a:lnTo>
                  <a:lnTo>
                    <a:pt x="93816" y="34735"/>
                  </a:lnTo>
                  <a:lnTo>
                    <a:pt x="92602" y="34778"/>
                  </a:lnTo>
                  <a:lnTo>
                    <a:pt x="82857" y="28744"/>
                  </a:lnTo>
                  <a:lnTo>
                    <a:pt x="81186" y="26809"/>
                  </a:lnTo>
                  <a:lnTo>
                    <a:pt x="80574" y="23735"/>
                  </a:lnTo>
                  <a:lnTo>
                    <a:pt x="77177" y="16905"/>
                  </a:lnTo>
                  <a:lnTo>
                    <a:pt x="98115" y="16506"/>
                  </a:lnTo>
                  <a:lnTo>
                    <a:pt x="97670" y="11611"/>
                  </a:lnTo>
                  <a:lnTo>
                    <a:pt x="103795" y="10814"/>
                  </a:lnTo>
                  <a:lnTo>
                    <a:pt x="109420" y="8993"/>
                  </a:lnTo>
                  <a:lnTo>
                    <a:pt x="109672" y="9841"/>
                  </a:lnTo>
                  <a:lnTo>
                    <a:pt x="109890" y="10448"/>
                  </a:lnTo>
                  <a:lnTo>
                    <a:pt x="110979" y="9961"/>
                  </a:lnTo>
                  <a:lnTo>
                    <a:pt x="112594" y="7684"/>
                  </a:lnTo>
                  <a:lnTo>
                    <a:pt x="115657" y="0"/>
                  </a:lnTo>
                  <a:lnTo>
                    <a:pt x="120265" y="764"/>
                  </a:lnTo>
                  <a:lnTo>
                    <a:pt x="118742" y="4177"/>
                  </a:lnTo>
                  <a:lnTo>
                    <a:pt x="121949" y="5817"/>
                  </a:lnTo>
                  <a:lnTo>
                    <a:pt x="115980" y="19387"/>
                  </a:lnTo>
                  <a:lnTo>
                    <a:pt x="122662" y="25124"/>
                  </a:lnTo>
                  <a:lnTo>
                    <a:pt x="125347" y="25976"/>
                  </a:lnTo>
                  <a:lnTo>
                    <a:pt x="135505" y="21988"/>
                  </a:lnTo>
                  <a:lnTo>
                    <a:pt x="142354" y="20679"/>
                  </a:lnTo>
                  <a:lnTo>
                    <a:pt x="148703" y="24891"/>
                  </a:lnTo>
                  <a:lnTo>
                    <a:pt x="156722" y="26600"/>
                  </a:lnTo>
                  <a:lnTo>
                    <a:pt x="166122" y="31244"/>
                  </a:lnTo>
                  <a:lnTo>
                    <a:pt x="166188" y="33151"/>
                  </a:lnTo>
                  <a:lnTo>
                    <a:pt x="166373" y="38472"/>
                  </a:lnTo>
                  <a:lnTo>
                    <a:pt x="166474" y="42639"/>
                  </a:lnTo>
                  <a:lnTo>
                    <a:pt x="165587" y="48047"/>
                  </a:lnTo>
                  <a:lnTo>
                    <a:pt x="166660" y="50331"/>
                  </a:lnTo>
                  <a:lnTo>
                    <a:pt x="168839" y="54969"/>
                  </a:lnTo>
                  <a:lnTo>
                    <a:pt x="167478" y="57946"/>
                  </a:lnTo>
                  <a:lnTo>
                    <a:pt x="170325" y="58127"/>
                  </a:lnTo>
                  <a:lnTo>
                    <a:pt x="174254" y="58564"/>
                  </a:lnTo>
                  <a:lnTo>
                    <a:pt x="176106" y="59374"/>
                  </a:lnTo>
                  <a:lnTo>
                    <a:pt x="176865" y="60394"/>
                  </a:lnTo>
                  <a:lnTo>
                    <a:pt x="177347" y="61679"/>
                  </a:lnTo>
                  <a:lnTo>
                    <a:pt x="180296" y="62535"/>
                  </a:lnTo>
                  <a:lnTo>
                    <a:pt x="185361" y="64418"/>
                  </a:lnTo>
                  <a:lnTo>
                    <a:pt x="186111" y="64779"/>
                  </a:lnTo>
                  <a:lnTo>
                    <a:pt x="187722" y="65556"/>
                  </a:lnTo>
                  <a:lnTo>
                    <a:pt x="191640" y="65323"/>
                  </a:lnTo>
                  <a:lnTo>
                    <a:pt x="191623" y="65604"/>
                  </a:lnTo>
                  <a:lnTo>
                    <a:pt x="191326" y="70453"/>
                  </a:lnTo>
                  <a:lnTo>
                    <a:pt x="191294" y="70983"/>
                  </a:lnTo>
                  <a:lnTo>
                    <a:pt x="191264" y="71460"/>
                  </a:lnTo>
                  <a:lnTo>
                    <a:pt x="190993" y="74785"/>
                  </a:lnTo>
                  <a:lnTo>
                    <a:pt x="190763" y="77615"/>
                  </a:lnTo>
                  <a:lnTo>
                    <a:pt x="190719" y="78559"/>
                  </a:lnTo>
                  <a:lnTo>
                    <a:pt x="190802" y="81015"/>
                  </a:lnTo>
                  <a:lnTo>
                    <a:pt x="190975" y="82101"/>
                  </a:lnTo>
                  <a:lnTo>
                    <a:pt x="191153" y="83214"/>
                  </a:lnTo>
                  <a:lnTo>
                    <a:pt x="191279" y="84003"/>
                  </a:lnTo>
                  <a:lnTo>
                    <a:pt x="191542" y="85650"/>
                  </a:lnTo>
                  <a:lnTo>
                    <a:pt x="191397" y="87359"/>
                  </a:lnTo>
                  <a:lnTo>
                    <a:pt x="191362" y="87765"/>
                  </a:lnTo>
                  <a:lnTo>
                    <a:pt x="191263" y="88933"/>
                  </a:lnTo>
                  <a:lnTo>
                    <a:pt x="191172" y="90002"/>
                  </a:lnTo>
                  <a:lnTo>
                    <a:pt x="191502" y="90048"/>
                  </a:lnTo>
                  <a:lnTo>
                    <a:pt x="195892" y="90664"/>
                  </a:lnTo>
                  <a:lnTo>
                    <a:pt x="195818" y="91661"/>
                  </a:lnTo>
                  <a:lnTo>
                    <a:pt x="195752" y="92550"/>
                  </a:lnTo>
                  <a:lnTo>
                    <a:pt x="195692" y="93352"/>
                  </a:lnTo>
                  <a:lnTo>
                    <a:pt x="195649" y="93932"/>
                  </a:lnTo>
                  <a:lnTo>
                    <a:pt x="195452" y="96582"/>
                  </a:lnTo>
                  <a:lnTo>
                    <a:pt x="195296" y="98688"/>
                  </a:lnTo>
                  <a:lnTo>
                    <a:pt x="195224" y="99783"/>
                  </a:lnTo>
                  <a:lnTo>
                    <a:pt x="195135" y="101153"/>
                  </a:lnTo>
                  <a:lnTo>
                    <a:pt x="194801" y="105763"/>
                  </a:lnTo>
                  <a:lnTo>
                    <a:pt x="194654" y="109174"/>
                  </a:lnTo>
                  <a:lnTo>
                    <a:pt x="194638" y="109549"/>
                  </a:lnTo>
                  <a:lnTo>
                    <a:pt x="193878" y="112735"/>
                  </a:lnTo>
                  <a:lnTo>
                    <a:pt x="189288" y="131975"/>
                  </a:lnTo>
                  <a:lnTo>
                    <a:pt x="186823" y="138062"/>
                  </a:lnTo>
                  <a:lnTo>
                    <a:pt x="183915" y="138723"/>
                  </a:lnTo>
                  <a:lnTo>
                    <a:pt x="183452" y="138829"/>
                  </a:lnTo>
                  <a:lnTo>
                    <a:pt x="178084" y="140481"/>
                  </a:lnTo>
                  <a:lnTo>
                    <a:pt x="160342" y="145944"/>
                  </a:lnTo>
                  <a:lnTo>
                    <a:pt x="139668" y="153557"/>
                  </a:lnTo>
                  <a:lnTo>
                    <a:pt x="112000" y="163656"/>
                  </a:lnTo>
                  <a:lnTo>
                    <a:pt x="72102" y="178202"/>
                  </a:lnTo>
                  <a:lnTo>
                    <a:pt x="47407" y="187206"/>
                  </a:lnTo>
                  <a:lnTo>
                    <a:pt x="47189" y="186069"/>
                  </a:lnTo>
                  <a:lnTo>
                    <a:pt x="46826" y="184181"/>
                  </a:lnTo>
                  <a:lnTo>
                    <a:pt x="46568" y="182638"/>
                  </a:lnTo>
                  <a:lnTo>
                    <a:pt x="46163" y="181013"/>
                  </a:lnTo>
                  <a:lnTo>
                    <a:pt x="44780" y="175483"/>
                  </a:lnTo>
                  <a:lnTo>
                    <a:pt x="35742" y="178339"/>
                  </a:lnTo>
                  <a:lnTo>
                    <a:pt x="33828" y="178944"/>
                  </a:lnTo>
                  <a:lnTo>
                    <a:pt x="31355" y="179725"/>
                  </a:lnTo>
                  <a:lnTo>
                    <a:pt x="18360" y="183608"/>
                  </a:lnTo>
                  <a:lnTo>
                    <a:pt x="14682" y="184707"/>
                  </a:lnTo>
                  <a:lnTo>
                    <a:pt x="10221" y="185910"/>
                  </a:lnTo>
                  <a:lnTo>
                    <a:pt x="6346" y="176466"/>
                  </a:lnTo>
                  <a:lnTo>
                    <a:pt x="6150" y="175989"/>
                  </a:lnTo>
                  <a:lnTo>
                    <a:pt x="738" y="162797"/>
                  </a:lnTo>
                  <a:lnTo>
                    <a:pt x="0" y="160998"/>
                  </a:lnTo>
                  <a:lnTo>
                    <a:pt x="19940" y="152630"/>
                  </a:lnTo>
                  <a:lnTo>
                    <a:pt x="21499" y="152021"/>
                  </a:lnTo>
                  <a:lnTo>
                    <a:pt x="25833" y="150326"/>
                  </a:lnTo>
                  <a:lnTo>
                    <a:pt x="29289" y="149595"/>
                  </a:lnTo>
                  <a:lnTo>
                    <a:pt x="38182" y="147711"/>
                  </a:lnTo>
                  <a:lnTo>
                    <a:pt x="44523" y="146901"/>
                  </a:lnTo>
                  <a:lnTo>
                    <a:pt x="44215" y="140590"/>
                  </a:lnTo>
                  <a:lnTo>
                    <a:pt x="43867" y="133452"/>
                  </a:lnTo>
                  <a:lnTo>
                    <a:pt x="43639" y="130968"/>
                  </a:lnTo>
                  <a:lnTo>
                    <a:pt x="43501" y="127106"/>
                  </a:lnTo>
                  <a:lnTo>
                    <a:pt x="43492" y="126828"/>
                  </a:lnTo>
                  <a:lnTo>
                    <a:pt x="43352" y="122912"/>
                  </a:lnTo>
                  <a:lnTo>
                    <a:pt x="42796" y="111508"/>
                  </a:lnTo>
                  <a:lnTo>
                    <a:pt x="38292" y="111111"/>
                  </a:lnTo>
                  <a:lnTo>
                    <a:pt x="36065" y="110980"/>
                  </a:lnTo>
                  <a:lnTo>
                    <a:pt x="33744" y="110105"/>
                  </a:lnTo>
                  <a:lnTo>
                    <a:pt x="32537" y="109650"/>
                  </a:lnTo>
                  <a:lnTo>
                    <a:pt x="27476" y="106244"/>
                  </a:lnTo>
                  <a:lnTo>
                    <a:pt x="26407" y="104522"/>
                  </a:lnTo>
                  <a:lnTo>
                    <a:pt x="24642" y="102939"/>
                  </a:lnTo>
                  <a:lnTo>
                    <a:pt x="22637" y="99517"/>
                  </a:lnTo>
                  <a:lnTo>
                    <a:pt x="22476" y="9924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3053690" y="5079946"/>
              <a:ext cx="285231" cy="358893"/>
            </a:xfrm>
            <a:custGeom>
              <a:avLst/>
              <a:pathLst>
                <a:path w="285231" h="358893">
                  <a:moveTo>
                    <a:pt x="72786" y="28515"/>
                  </a:moveTo>
                  <a:lnTo>
                    <a:pt x="73803" y="29627"/>
                  </a:lnTo>
                  <a:lnTo>
                    <a:pt x="74059" y="29517"/>
                  </a:lnTo>
                  <a:lnTo>
                    <a:pt x="79664" y="26977"/>
                  </a:lnTo>
                  <a:lnTo>
                    <a:pt x="80418" y="26629"/>
                  </a:lnTo>
                  <a:lnTo>
                    <a:pt x="81156" y="27561"/>
                  </a:lnTo>
                  <a:lnTo>
                    <a:pt x="81426" y="27885"/>
                  </a:lnTo>
                  <a:lnTo>
                    <a:pt x="82810" y="29545"/>
                  </a:lnTo>
                  <a:lnTo>
                    <a:pt x="86064" y="33447"/>
                  </a:lnTo>
                  <a:lnTo>
                    <a:pt x="84224" y="35590"/>
                  </a:lnTo>
                  <a:lnTo>
                    <a:pt x="83485" y="36451"/>
                  </a:lnTo>
                  <a:lnTo>
                    <a:pt x="83106" y="36892"/>
                  </a:lnTo>
                  <a:lnTo>
                    <a:pt x="82346" y="37391"/>
                  </a:lnTo>
                  <a:lnTo>
                    <a:pt x="81472" y="37540"/>
                  </a:lnTo>
                  <a:lnTo>
                    <a:pt x="78168" y="38103"/>
                  </a:lnTo>
                  <a:lnTo>
                    <a:pt x="77255" y="38258"/>
                  </a:lnTo>
                  <a:lnTo>
                    <a:pt x="79062" y="38844"/>
                  </a:lnTo>
                  <a:lnTo>
                    <a:pt x="79483" y="38980"/>
                  </a:lnTo>
                  <a:lnTo>
                    <a:pt x="80219" y="39268"/>
                  </a:lnTo>
                  <a:lnTo>
                    <a:pt x="86567" y="41754"/>
                  </a:lnTo>
                  <a:lnTo>
                    <a:pt x="87798" y="42237"/>
                  </a:lnTo>
                  <a:lnTo>
                    <a:pt x="88536" y="42526"/>
                  </a:lnTo>
                  <a:lnTo>
                    <a:pt x="89263" y="42811"/>
                  </a:lnTo>
                  <a:lnTo>
                    <a:pt x="90009" y="43103"/>
                  </a:lnTo>
                  <a:lnTo>
                    <a:pt x="90580" y="43501"/>
                  </a:lnTo>
                  <a:lnTo>
                    <a:pt x="90824" y="43936"/>
                  </a:lnTo>
                  <a:lnTo>
                    <a:pt x="90938" y="44775"/>
                  </a:lnTo>
                  <a:lnTo>
                    <a:pt x="91039" y="45233"/>
                  </a:lnTo>
                  <a:lnTo>
                    <a:pt x="91383" y="46796"/>
                  </a:lnTo>
                  <a:lnTo>
                    <a:pt x="91493" y="48292"/>
                  </a:lnTo>
                  <a:lnTo>
                    <a:pt x="92129" y="49710"/>
                  </a:lnTo>
                  <a:lnTo>
                    <a:pt x="92732" y="50452"/>
                  </a:lnTo>
                  <a:lnTo>
                    <a:pt x="93410" y="51285"/>
                  </a:lnTo>
                  <a:lnTo>
                    <a:pt x="95233" y="53527"/>
                  </a:lnTo>
                  <a:lnTo>
                    <a:pt x="95783" y="53696"/>
                  </a:lnTo>
                  <a:lnTo>
                    <a:pt x="97276" y="54613"/>
                  </a:lnTo>
                  <a:lnTo>
                    <a:pt x="98924" y="56462"/>
                  </a:lnTo>
                  <a:lnTo>
                    <a:pt x="99279" y="57061"/>
                  </a:lnTo>
                  <a:lnTo>
                    <a:pt x="100719" y="59489"/>
                  </a:lnTo>
                  <a:lnTo>
                    <a:pt x="101376" y="60289"/>
                  </a:lnTo>
                  <a:lnTo>
                    <a:pt x="102312" y="60970"/>
                  </a:lnTo>
                  <a:lnTo>
                    <a:pt x="102671" y="61231"/>
                  </a:lnTo>
                  <a:lnTo>
                    <a:pt x="103907" y="61794"/>
                  </a:lnTo>
                  <a:lnTo>
                    <a:pt x="104926" y="62597"/>
                  </a:lnTo>
                  <a:lnTo>
                    <a:pt x="106229" y="64424"/>
                  </a:lnTo>
                  <a:lnTo>
                    <a:pt x="106950" y="64998"/>
                  </a:lnTo>
                  <a:lnTo>
                    <a:pt x="108151" y="65955"/>
                  </a:lnTo>
                  <a:lnTo>
                    <a:pt x="108351" y="66115"/>
                  </a:lnTo>
                  <a:lnTo>
                    <a:pt x="110473" y="68299"/>
                  </a:lnTo>
                  <a:lnTo>
                    <a:pt x="113349" y="70805"/>
                  </a:lnTo>
                  <a:lnTo>
                    <a:pt x="115073" y="72307"/>
                  </a:lnTo>
                  <a:lnTo>
                    <a:pt x="112360" y="75936"/>
                  </a:lnTo>
                  <a:lnTo>
                    <a:pt x="107795" y="79919"/>
                  </a:lnTo>
                  <a:lnTo>
                    <a:pt x="102891" y="83275"/>
                  </a:lnTo>
                  <a:lnTo>
                    <a:pt x="90482" y="91768"/>
                  </a:lnTo>
                  <a:lnTo>
                    <a:pt x="95467" y="93115"/>
                  </a:lnTo>
                  <a:lnTo>
                    <a:pt x="116730" y="98858"/>
                  </a:lnTo>
                  <a:lnTo>
                    <a:pt x="127971" y="101814"/>
                  </a:lnTo>
                  <a:lnTo>
                    <a:pt x="133180" y="103184"/>
                  </a:lnTo>
                  <a:lnTo>
                    <a:pt x="133581" y="103290"/>
                  </a:lnTo>
                  <a:lnTo>
                    <a:pt x="157300" y="109809"/>
                  </a:lnTo>
                  <a:lnTo>
                    <a:pt x="172836" y="114132"/>
                  </a:lnTo>
                  <a:lnTo>
                    <a:pt x="181857" y="116648"/>
                  </a:lnTo>
                  <a:lnTo>
                    <a:pt x="174570" y="134210"/>
                  </a:lnTo>
                  <a:lnTo>
                    <a:pt x="174896" y="134995"/>
                  </a:lnTo>
                  <a:lnTo>
                    <a:pt x="179706" y="146574"/>
                  </a:lnTo>
                  <a:lnTo>
                    <a:pt x="181928" y="151923"/>
                  </a:lnTo>
                  <a:lnTo>
                    <a:pt x="184668" y="158520"/>
                  </a:lnTo>
                  <a:lnTo>
                    <a:pt x="184978" y="159265"/>
                  </a:lnTo>
                  <a:lnTo>
                    <a:pt x="189001" y="168949"/>
                  </a:lnTo>
                  <a:lnTo>
                    <a:pt x="191863" y="175840"/>
                  </a:lnTo>
                  <a:lnTo>
                    <a:pt x="195927" y="185624"/>
                  </a:lnTo>
                  <a:lnTo>
                    <a:pt x="207206" y="212982"/>
                  </a:lnTo>
                  <a:lnTo>
                    <a:pt x="211753" y="223714"/>
                  </a:lnTo>
                  <a:lnTo>
                    <a:pt x="221762" y="219867"/>
                  </a:lnTo>
                  <a:lnTo>
                    <a:pt x="230062" y="216276"/>
                  </a:lnTo>
                  <a:lnTo>
                    <a:pt x="240849" y="211894"/>
                  </a:lnTo>
                  <a:lnTo>
                    <a:pt x="244476" y="210420"/>
                  </a:lnTo>
                  <a:lnTo>
                    <a:pt x="251388" y="207613"/>
                  </a:lnTo>
                  <a:lnTo>
                    <a:pt x="260023" y="204105"/>
                  </a:lnTo>
                  <a:lnTo>
                    <a:pt x="260175" y="204045"/>
                  </a:lnTo>
                  <a:lnTo>
                    <a:pt x="260386" y="203992"/>
                  </a:lnTo>
                  <a:lnTo>
                    <a:pt x="260532" y="204241"/>
                  </a:lnTo>
                  <a:lnTo>
                    <a:pt x="262537" y="207663"/>
                  </a:lnTo>
                  <a:lnTo>
                    <a:pt x="264302" y="209246"/>
                  </a:lnTo>
                  <a:lnTo>
                    <a:pt x="265371" y="210968"/>
                  </a:lnTo>
                  <a:lnTo>
                    <a:pt x="270432" y="214374"/>
                  </a:lnTo>
                  <a:lnTo>
                    <a:pt x="271639" y="214829"/>
                  </a:lnTo>
                  <a:lnTo>
                    <a:pt x="273960" y="215704"/>
                  </a:lnTo>
                  <a:lnTo>
                    <a:pt x="276187" y="215835"/>
                  </a:lnTo>
                  <a:lnTo>
                    <a:pt x="280691" y="216233"/>
                  </a:lnTo>
                  <a:lnTo>
                    <a:pt x="281247" y="227636"/>
                  </a:lnTo>
                  <a:lnTo>
                    <a:pt x="281387" y="231552"/>
                  </a:lnTo>
                  <a:lnTo>
                    <a:pt x="281396" y="231830"/>
                  </a:lnTo>
                  <a:lnTo>
                    <a:pt x="281534" y="235692"/>
                  </a:lnTo>
                  <a:lnTo>
                    <a:pt x="281762" y="238176"/>
                  </a:lnTo>
                  <a:lnTo>
                    <a:pt x="282110" y="245314"/>
                  </a:lnTo>
                  <a:lnTo>
                    <a:pt x="282418" y="251625"/>
                  </a:lnTo>
                  <a:lnTo>
                    <a:pt x="276077" y="252435"/>
                  </a:lnTo>
                  <a:lnTo>
                    <a:pt x="267184" y="254319"/>
                  </a:lnTo>
                  <a:lnTo>
                    <a:pt x="263728" y="255050"/>
                  </a:lnTo>
                  <a:lnTo>
                    <a:pt x="259394" y="256745"/>
                  </a:lnTo>
                  <a:lnTo>
                    <a:pt x="257835" y="257354"/>
                  </a:lnTo>
                  <a:lnTo>
                    <a:pt x="237894" y="265722"/>
                  </a:lnTo>
                  <a:lnTo>
                    <a:pt x="238633" y="267521"/>
                  </a:lnTo>
                  <a:lnTo>
                    <a:pt x="244045" y="280713"/>
                  </a:lnTo>
                  <a:lnTo>
                    <a:pt x="244241" y="281190"/>
                  </a:lnTo>
                  <a:lnTo>
                    <a:pt x="248116" y="290634"/>
                  </a:lnTo>
                  <a:lnTo>
                    <a:pt x="252577" y="289431"/>
                  </a:lnTo>
                  <a:lnTo>
                    <a:pt x="256255" y="288332"/>
                  </a:lnTo>
                  <a:lnTo>
                    <a:pt x="269250" y="284449"/>
                  </a:lnTo>
                  <a:lnTo>
                    <a:pt x="271723" y="283668"/>
                  </a:lnTo>
                  <a:lnTo>
                    <a:pt x="273637" y="283063"/>
                  </a:lnTo>
                  <a:lnTo>
                    <a:pt x="282679" y="280206"/>
                  </a:lnTo>
                  <a:lnTo>
                    <a:pt x="284058" y="285737"/>
                  </a:lnTo>
                  <a:lnTo>
                    <a:pt x="284463" y="287362"/>
                  </a:lnTo>
                  <a:lnTo>
                    <a:pt x="284721" y="288905"/>
                  </a:lnTo>
                  <a:lnTo>
                    <a:pt x="285084" y="290793"/>
                  </a:lnTo>
                  <a:lnTo>
                    <a:pt x="285231" y="291955"/>
                  </a:lnTo>
                  <a:lnTo>
                    <a:pt x="259362" y="301398"/>
                  </a:lnTo>
                  <a:lnTo>
                    <a:pt x="250730" y="304671"/>
                  </a:lnTo>
                  <a:lnTo>
                    <a:pt x="223915" y="314413"/>
                  </a:lnTo>
                  <a:lnTo>
                    <a:pt x="208636" y="319963"/>
                  </a:lnTo>
                  <a:lnTo>
                    <a:pt x="196087" y="324522"/>
                  </a:lnTo>
                  <a:lnTo>
                    <a:pt x="195518" y="324730"/>
                  </a:lnTo>
                  <a:lnTo>
                    <a:pt x="180353" y="330266"/>
                  </a:lnTo>
                  <a:lnTo>
                    <a:pt x="138009" y="345723"/>
                  </a:lnTo>
                  <a:lnTo>
                    <a:pt x="103924" y="358166"/>
                  </a:lnTo>
                  <a:lnTo>
                    <a:pt x="103158" y="358446"/>
                  </a:lnTo>
                  <a:lnTo>
                    <a:pt x="102440" y="358708"/>
                  </a:lnTo>
                  <a:lnTo>
                    <a:pt x="101567" y="358893"/>
                  </a:lnTo>
                  <a:lnTo>
                    <a:pt x="101394" y="358350"/>
                  </a:lnTo>
                  <a:lnTo>
                    <a:pt x="100794" y="356463"/>
                  </a:lnTo>
                  <a:lnTo>
                    <a:pt x="100368" y="355109"/>
                  </a:lnTo>
                  <a:lnTo>
                    <a:pt x="99737" y="353099"/>
                  </a:lnTo>
                  <a:lnTo>
                    <a:pt x="97811" y="346971"/>
                  </a:lnTo>
                  <a:lnTo>
                    <a:pt x="92631" y="330489"/>
                  </a:lnTo>
                  <a:lnTo>
                    <a:pt x="91647" y="327358"/>
                  </a:lnTo>
                  <a:lnTo>
                    <a:pt x="94080" y="326335"/>
                  </a:lnTo>
                  <a:lnTo>
                    <a:pt x="124158" y="313687"/>
                  </a:lnTo>
                  <a:lnTo>
                    <a:pt x="126516" y="312696"/>
                  </a:lnTo>
                  <a:lnTo>
                    <a:pt x="125219" y="309600"/>
                  </a:lnTo>
                  <a:lnTo>
                    <a:pt x="121526" y="300790"/>
                  </a:lnTo>
                  <a:lnTo>
                    <a:pt x="120330" y="297937"/>
                  </a:lnTo>
                  <a:lnTo>
                    <a:pt x="114651" y="284386"/>
                  </a:lnTo>
                  <a:lnTo>
                    <a:pt x="114381" y="283742"/>
                  </a:lnTo>
                  <a:lnTo>
                    <a:pt x="103732" y="258335"/>
                  </a:lnTo>
                  <a:lnTo>
                    <a:pt x="103049" y="256704"/>
                  </a:lnTo>
                  <a:lnTo>
                    <a:pt x="102992" y="256567"/>
                  </a:lnTo>
                  <a:lnTo>
                    <a:pt x="102469" y="255316"/>
                  </a:lnTo>
                  <a:lnTo>
                    <a:pt x="98546" y="245920"/>
                  </a:lnTo>
                  <a:lnTo>
                    <a:pt x="98334" y="245412"/>
                  </a:lnTo>
                  <a:lnTo>
                    <a:pt x="94368" y="235915"/>
                  </a:lnTo>
                  <a:lnTo>
                    <a:pt x="91579" y="229236"/>
                  </a:lnTo>
                  <a:lnTo>
                    <a:pt x="89454" y="224484"/>
                  </a:lnTo>
                  <a:lnTo>
                    <a:pt x="89301" y="224142"/>
                  </a:lnTo>
                  <a:lnTo>
                    <a:pt x="85143" y="213675"/>
                  </a:lnTo>
                  <a:lnTo>
                    <a:pt x="81349" y="204501"/>
                  </a:lnTo>
                  <a:lnTo>
                    <a:pt x="81080" y="203850"/>
                  </a:lnTo>
                  <a:lnTo>
                    <a:pt x="80787" y="202853"/>
                  </a:lnTo>
                  <a:lnTo>
                    <a:pt x="80346" y="201789"/>
                  </a:lnTo>
                  <a:lnTo>
                    <a:pt x="72783" y="183534"/>
                  </a:lnTo>
                  <a:lnTo>
                    <a:pt x="65767" y="166494"/>
                  </a:lnTo>
                  <a:lnTo>
                    <a:pt x="64386" y="163141"/>
                  </a:lnTo>
                  <a:lnTo>
                    <a:pt x="63421" y="163662"/>
                  </a:lnTo>
                  <a:lnTo>
                    <a:pt x="55319" y="168036"/>
                  </a:lnTo>
                  <a:lnTo>
                    <a:pt x="52407" y="169798"/>
                  </a:lnTo>
                  <a:lnTo>
                    <a:pt x="45728" y="173840"/>
                  </a:lnTo>
                  <a:lnTo>
                    <a:pt x="37378" y="178620"/>
                  </a:lnTo>
                  <a:lnTo>
                    <a:pt x="36905" y="178107"/>
                  </a:lnTo>
                  <a:lnTo>
                    <a:pt x="36639" y="177820"/>
                  </a:lnTo>
                  <a:lnTo>
                    <a:pt x="34772" y="175802"/>
                  </a:lnTo>
                  <a:lnTo>
                    <a:pt x="34408" y="175408"/>
                  </a:lnTo>
                  <a:lnTo>
                    <a:pt x="33304" y="174184"/>
                  </a:lnTo>
                  <a:lnTo>
                    <a:pt x="30627" y="171215"/>
                  </a:lnTo>
                  <a:lnTo>
                    <a:pt x="30410" y="170974"/>
                  </a:lnTo>
                  <a:lnTo>
                    <a:pt x="30130" y="170791"/>
                  </a:lnTo>
                  <a:lnTo>
                    <a:pt x="29371" y="170296"/>
                  </a:lnTo>
                  <a:lnTo>
                    <a:pt x="29454" y="170091"/>
                  </a:lnTo>
                  <a:lnTo>
                    <a:pt x="33563" y="159925"/>
                  </a:lnTo>
                  <a:lnTo>
                    <a:pt x="36694" y="146678"/>
                  </a:lnTo>
                  <a:lnTo>
                    <a:pt x="40079" y="139756"/>
                  </a:lnTo>
                  <a:lnTo>
                    <a:pt x="37383" y="137045"/>
                  </a:lnTo>
                  <a:lnTo>
                    <a:pt x="37815" y="134000"/>
                  </a:lnTo>
                  <a:lnTo>
                    <a:pt x="39545" y="132835"/>
                  </a:lnTo>
                  <a:lnTo>
                    <a:pt x="39099" y="129192"/>
                  </a:lnTo>
                  <a:lnTo>
                    <a:pt x="29756" y="127867"/>
                  </a:lnTo>
                  <a:lnTo>
                    <a:pt x="27338" y="127370"/>
                  </a:lnTo>
                  <a:lnTo>
                    <a:pt x="27467" y="123748"/>
                  </a:lnTo>
                  <a:lnTo>
                    <a:pt x="27579" y="120597"/>
                  </a:lnTo>
                  <a:lnTo>
                    <a:pt x="31973" y="118893"/>
                  </a:lnTo>
                  <a:lnTo>
                    <a:pt x="41238" y="101688"/>
                  </a:lnTo>
                  <a:lnTo>
                    <a:pt x="33130" y="95313"/>
                  </a:lnTo>
                  <a:lnTo>
                    <a:pt x="26982" y="89848"/>
                  </a:lnTo>
                  <a:lnTo>
                    <a:pt x="24012" y="92097"/>
                  </a:lnTo>
                  <a:lnTo>
                    <a:pt x="18755" y="87057"/>
                  </a:lnTo>
                  <a:lnTo>
                    <a:pt x="12548" y="81105"/>
                  </a:lnTo>
                  <a:lnTo>
                    <a:pt x="15085" y="61835"/>
                  </a:lnTo>
                  <a:lnTo>
                    <a:pt x="15153" y="61080"/>
                  </a:lnTo>
                  <a:lnTo>
                    <a:pt x="0" y="53641"/>
                  </a:lnTo>
                  <a:lnTo>
                    <a:pt x="15681" y="27412"/>
                  </a:lnTo>
                  <a:lnTo>
                    <a:pt x="26729" y="4644"/>
                  </a:lnTo>
                  <a:lnTo>
                    <a:pt x="43747" y="0"/>
                  </a:lnTo>
                  <a:lnTo>
                    <a:pt x="44214" y="315"/>
                  </a:lnTo>
                  <a:lnTo>
                    <a:pt x="46389" y="1785"/>
                  </a:lnTo>
                  <a:lnTo>
                    <a:pt x="48783" y="3403"/>
                  </a:lnTo>
                  <a:lnTo>
                    <a:pt x="49003" y="4624"/>
                  </a:lnTo>
                  <a:lnTo>
                    <a:pt x="54264" y="7998"/>
                  </a:lnTo>
                  <a:lnTo>
                    <a:pt x="61860" y="15710"/>
                  </a:lnTo>
                  <a:lnTo>
                    <a:pt x="67428" y="22661"/>
                  </a:lnTo>
                  <a:lnTo>
                    <a:pt x="67889" y="23165"/>
                  </a:lnTo>
                  <a:lnTo>
                    <a:pt x="69274" y="246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302386" y="3277426"/>
              <a:ext cx="74651" cy="42624"/>
            </a:xfrm>
            <a:custGeom>
              <a:avLst/>
              <a:pathLst>
                <a:path w="74651" h="42624">
                  <a:moveTo>
                    <a:pt x="46797" y="6136"/>
                  </a:moveTo>
                  <a:lnTo>
                    <a:pt x="48258" y="6846"/>
                  </a:lnTo>
                  <a:lnTo>
                    <a:pt x="50095" y="5566"/>
                  </a:lnTo>
                  <a:lnTo>
                    <a:pt x="56292" y="10065"/>
                  </a:lnTo>
                  <a:lnTo>
                    <a:pt x="59417" y="14025"/>
                  </a:lnTo>
                  <a:lnTo>
                    <a:pt x="66974" y="14046"/>
                  </a:lnTo>
                  <a:lnTo>
                    <a:pt x="72172" y="14060"/>
                  </a:lnTo>
                  <a:lnTo>
                    <a:pt x="74651" y="14066"/>
                  </a:lnTo>
                  <a:lnTo>
                    <a:pt x="74591" y="21588"/>
                  </a:lnTo>
                  <a:lnTo>
                    <a:pt x="74576" y="23589"/>
                  </a:lnTo>
                  <a:lnTo>
                    <a:pt x="74562" y="25414"/>
                  </a:lnTo>
                  <a:lnTo>
                    <a:pt x="74506" y="32744"/>
                  </a:lnTo>
                  <a:lnTo>
                    <a:pt x="74475" y="36798"/>
                  </a:lnTo>
                  <a:lnTo>
                    <a:pt x="74473" y="37079"/>
                  </a:lnTo>
                  <a:lnTo>
                    <a:pt x="74318" y="40495"/>
                  </a:lnTo>
                  <a:lnTo>
                    <a:pt x="74223" y="42600"/>
                  </a:lnTo>
                  <a:lnTo>
                    <a:pt x="73902" y="42624"/>
                  </a:lnTo>
                  <a:lnTo>
                    <a:pt x="70500" y="42327"/>
                  </a:lnTo>
                  <a:lnTo>
                    <a:pt x="68811" y="42179"/>
                  </a:lnTo>
                  <a:lnTo>
                    <a:pt x="67880" y="42098"/>
                  </a:lnTo>
                  <a:lnTo>
                    <a:pt x="66961" y="41214"/>
                  </a:lnTo>
                  <a:lnTo>
                    <a:pt x="65513" y="39821"/>
                  </a:lnTo>
                  <a:lnTo>
                    <a:pt x="57786" y="38683"/>
                  </a:lnTo>
                  <a:lnTo>
                    <a:pt x="48442" y="37149"/>
                  </a:lnTo>
                  <a:lnTo>
                    <a:pt x="43627" y="36359"/>
                  </a:lnTo>
                  <a:lnTo>
                    <a:pt x="43085" y="37189"/>
                  </a:lnTo>
                  <a:lnTo>
                    <a:pt x="42234" y="38493"/>
                  </a:lnTo>
                  <a:lnTo>
                    <a:pt x="41962" y="38911"/>
                  </a:lnTo>
                  <a:lnTo>
                    <a:pt x="41743" y="39246"/>
                  </a:lnTo>
                  <a:lnTo>
                    <a:pt x="40480" y="38541"/>
                  </a:lnTo>
                  <a:lnTo>
                    <a:pt x="38535" y="36777"/>
                  </a:lnTo>
                  <a:lnTo>
                    <a:pt x="37630" y="36381"/>
                  </a:lnTo>
                  <a:lnTo>
                    <a:pt x="35928" y="35655"/>
                  </a:lnTo>
                  <a:lnTo>
                    <a:pt x="35275" y="35417"/>
                  </a:lnTo>
                  <a:lnTo>
                    <a:pt x="32426" y="34378"/>
                  </a:lnTo>
                  <a:lnTo>
                    <a:pt x="31825" y="34159"/>
                  </a:lnTo>
                  <a:lnTo>
                    <a:pt x="31286" y="33848"/>
                  </a:lnTo>
                  <a:lnTo>
                    <a:pt x="30544" y="33419"/>
                  </a:lnTo>
                  <a:lnTo>
                    <a:pt x="30320" y="33225"/>
                  </a:lnTo>
                  <a:lnTo>
                    <a:pt x="29820" y="32793"/>
                  </a:lnTo>
                  <a:lnTo>
                    <a:pt x="26117" y="31768"/>
                  </a:lnTo>
                  <a:lnTo>
                    <a:pt x="25732" y="31762"/>
                  </a:lnTo>
                  <a:lnTo>
                    <a:pt x="24156" y="31735"/>
                  </a:lnTo>
                  <a:lnTo>
                    <a:pt x="22803" y="31711"/>
                  </a:lnTo>
                  <a:lnTo>
                    <a:pt x="21665" y="31776"/>
                  </a:lnTo>
                  <a:lnTo>
                    <a:pt x="20090" y="31867"/>
                  </a:lnTo>
                  <a:lnTo>
                    <a:pt x="18822" y="31939"/>
                  </a:lnTo>
                  <a:lnTo>
                    <a:pt x="18301" y="31844"/>
                  </a:lnTo>
                  <a:lnTo>
                    <a:pt x="18139" y="31815"/>
                  </a:lnTo>
                  <a:lnTo>
                    <a:pt x="17881" y="31768"/>
                  </a:lnTo>
                  <a:lnTo>
                    <a:pt x="16789" y="31569"/>
                  </a:lnTo>
                  <a:lnTo>
                    <a:pt x="16449" y="31327"/>
                  </a:lnTo>
                  <a:lnTo>
                    <a:pt x="15920" y="30624"/>
                  </a:lnTo>
                  <a:lnTo>
                    <a:pt x="14482" y="28715"/>
                  </a:lnTo>
                  <a:lnTo>
                    <a:pt x="12635" y="26263"/>
                  </a:lnTo>
                  <a:lnTo>
                    <a:pt x="12467" y="26041"/>
                  </a:lnTo>
                  <a:lnTo>
                    <a:pt x="10327" y="23201"/>
                  </a:lnTo>
                  <a:lnTo>
                    <a:pt x="9320" y="21476"/>
                  </a:lnTo>
                  <a:lnTo>
                    <a:pt x="9066" y="20943"/>
                  </a:lnTo>
                  <a:lnTo>
                    <a:pt x="9012" y="20809"/>
                  </a:lnTo>
                  <a:lnTo>
                    <a:pt x="8856" y="20421"/>
                  </a:lnTo>
                  <a:lnTo>
                    <a:pt x="8363" y="19196"/>
                  </a:lnTo>
                  <a:lnTo>
                    <a:pt x="8237" y="18884"/>
                  </a:lnTo>
                  <a:lnTo>
                    <a:pt x="8163" y="18700"/>
                  </a:lnTo>
                  <a:lnTo>
                    <a:pt x="7621" y="17353"/>
                  </a:lnTo>
                  <a:lnTo>
                    <a:pt x="7480" y="17006"/>
                  </a:lnTo>
                  <a:lnTo>
                    <a:pt x="7325" y="16625"/>
                  </a:lnTo>
                  <a:lnTo>
                    <a:pt x="7179" y="16266"/>
                  </a:lnTo>
                  <a:lnTo>
                    <a:pt x="6987" y="15933"/>
                  </a:lnTo>
                  <a:lnTo>
                    <a:pt x="6543" y="15577"/>
                  </a:lnTo>
                  <a:lnTo>
                    <a:pt x="6351" y="15423"/>
                  </a:lnTo>
                  <a:lnTo>
                    <a:pt x="3591" y="13781"/>
                  </a:lnTo>
                  <a:lnTo>
                    <a:pt x="3334" y="13682"/>
                  </a:lnTo>
                  <a:lnTo>
                    <a:pt x="3104" y="13589"/>
                  </a:lnTo>
                  <a:lnTo>
                    <a:pt x="2090" y="13179"/>
                  </a:lnTo>
                  <a:lnTo>
                    <a:pt x="1531" y="13226"/>
                  </a:lnTo>
                  <a:lnTo>
                    <a:pt x="196" y="13339"/>
                  </a:lnTo>
                  <a:lnTo>
                    <a:pt x="0" y="12814"/>
                  </a:lnTo>
                  <a:lnTo>
                    <a:pt x="2327" y="10389"/>
                  </a:lnTo>
                  <a:lnTo>
                    <a:pt x="3040" y="9833"/>
                  </a:lnTo>
                  <a:lnTo>
                    <a:pt x="4375" y="8792"/>
                  </a:lnTo>
                  <a:lnTo>
                    <a:pt x="4752" y="8498"/>
                  </a:lnTo>
                  <a:lnTo>
                    <a:pt x="5520" y="7900"/>
                  </a:lnTo>
                  <a:lnTo>
                    <a:pt x="8533" y="5550"/>
                  </a:lnTo>
                  <a:lnTo>
                    <a:pt x="9447" y="4837"/>
                  </a:lnTo>
                  <a:lnTo>
                    <a:pt x="11038" y="3616"/>
                  </a:lnTo>
                  <a:lnTo>
                    <a:pt x="13268" y="5341"/>
                  </a:lnTo>
                  <a:lnTo>
                    <a:pt x="15297" y="2384"/>
                  </a:lnTo>
                  <a:lnTo>
                    <a:pt x="19250" y="5856"/>
                  </a:lnTo>
                  <a:lnTo>
                    <a:pt x="27603" y="8247"/>
                  </a:lnTo>
                  <a:lnTo>
                    <a:pt x="30995" y="0"/>
                  </a:lnTo>
                  <a:lnTo>
                    <a:pt x="43325" y="4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2237891" y="3128259"/>
              <a:ext cx="98418" cy="116949"/>
            </a:xfrm>
            <a:custGeom>
              <a:avLst/>
              <a:pathLst>
                <a:path w="98418" h="116949">
                  <a:moveTo>
                    <a:pt x="64192" y="29254"/>
                  </a:moveTo>
                  <a:lnTo>
                    <a:pt x="65093" y="30436"/>
                  </a:lnTo>
                  <a:lnTo>
                    <a:pt x="69143" y="32370"/>
                  </a:lnTo>
                  <a:lnTo>
                    <a:pt x="70682" y="34359"/>
                  </a:lnTo>
                  <a:lnTo>
                    <a:pt x="71800" y="36578"/>
                  </a:lnTo>
                  <a:lnTo>
                    <a:pt x="73637" y="38912"/>
                  </a:lnTo>
                  <a:lnTo>
                    <a:pt x="76449" y="40990"/>
                  </a:lnTo>
                  <a:lnTo>
                    <a:pt x="79206" y="43807"/>
                  </a:lnTo>
                  <a:lnTo>
                    <a:pt x="83382" y="52516"/>
                  </a:lnTo>
                  <a:lnTo>
                    <a:pt x="85554" y="54992"/>
                  </a:lnTo>
                  <a:lnTo>
                    <a:pt x="91652" y="60798"/>
                  </a:lnTo>
                  <a:lnTo>
                    <a:pt x="98418" y="78216"/>
                  </a:lnTo>
                  <a:lnTo>
                    <a:pt x="97150" y="78760"/>
                  </a:lnTo>
                  <a:lnTo>
                    <a:pt x="82651" y="82796"/>
                  </a:lnTo>
                  <a:lnTo>
                    <a:pt x="83284" y="85192"/>
                  </a:lnTo>
                  <a:lnTo>
                    <a:pt x="76212" y="104545"/>
                  </a:lnTo>
                  <a:lnTo>
                    <a:pt x="74814" y="103801"/>
                  </a:lnTo>
                  <a:lnTo>
                    <a:pt x="68854" y="100509"/>
                  </a:lnTo>
                  <a:lnTo>
                    <a:pt x="74092" y="88987"/>
                  </a:lnTo>
                  <a:lnTo>
                    <a:pt x="74354" y="87296"/>
                  </a:lnTo>
                  <a:lnTo>
                    <a:pt x="74391" y="87056"/>
                  </a:lnTo>
                  <a:lnTo>
                    <a:pt x="74252" y="87008"/>
                  </a:lnTo>
                  <a:lnTo>
                    <a:pt x="73589" y="86782"/>
                  </a:lnTo>
                  <a:lnTo>
                    <a:pt x="73159" y="86768"/>
                  </a:lnTo>
                  <a:lnTo>
                    <a:pt x="72208" y="86737"/>
                  </a:lnTo>
                  <a:lnTo>
                    <a:pt x="71578" y="86930"/>
                  </a:lnTo>
                  <a:lnTo>
                    <a:pt x="70872" y="87147"/>
                  </a:lnTo>
                  <a:lnTo>
                    <a:pt x="69624" y="87875"/>
                  </a:lnTo>
                  <a:lnTo>
                    <a:pt x="67931" y="89333"/>
                  </a:lnTo>
                  <a:lnTo>
                    <a:pt x="67667" y="89653"/>
                  </a:lnTo>
                  <a:lnTo>
                    <a:pt x="67479" y="89881"/>
                  </a:lnTo>
                  <a:lnTo>
                    <a:pt x="66729" y="90790"/>
                  </a:lnTo>
                  <a:lnTo>
                    <a:pt x="65036" y="92110"/>
                  </a:lnTo>
                  <a:lnTo>
                    <a:pt x="63719" y="93033"/>
                  </a:lnTo>
                  <a:lnTo>
                    <a:pt x="63476" y="93203"/>
                  </a:lnTo>
                  <a:lnTo>
                    <a:pt x="61251" y="94052"/>
                  </a:lnTo>
                  <a:lnTo>
                    <a:pt x="60135" y="94478"/>
                  </a:lnTo>
                  <a:lnTo>
                    <a:pt x="59171" y="94692"/>
                  </a:lnTo>
                  <a:lnTo>
                    <a:pt x="57985" y="94954"/>
                  </a:lnTo>
                  <a:lnTo>
                    <a:pt x="57462" y="95070"/>
                  </a:lnTo>
                  <a:lnTo>
                    <a:pt x="57071" y="95046"/>
                  </a:lnTo>
                  <a:lnTo>
                    <a:pt x="55219" y="94931"/>
                  </a:lnTo>
                  <a:lnTo>
                    <a:pt x="54867" y="94911"/>
                  </a:lnTo>
                  <a:lnTo>
                    <a:pt x="54574" y="94960"/>
                  </a:lnTo>
                  <a:lnTo>
                    <a:pt x="54749" y="95172"/>
                  </a:lnTo>
                  <a:lnTo>
                    <a:pt x="55741" y="96374"/>
                  </a:lnTo>
                  <a:lnTo>
                    <a:pt x="55834" y="96528"/>
                  </a:lnTo>
                  <a:lnTo>
                    <a:pt x="56672" y="97912"/>
                  </a:lnTo>
                  <a:lnTo>
                    <a:pt x="58787" y="101599"/>
                  </a:lnTo>
                  <a:lnTo>
                    <a:pt x="56064" y="103048"/>
                  </a:lnTo>
                  <a:lnTo>
                    <a:pt x="55262" y="102874"/>
                  </a:lnTo>
                  <a:lnTo>
                    <a:pt x="46814" y="101043"/>
                  </a:lnTo>
                  <a:lnTo>
                    <a:pt x="43784" y="100387"/>
                  </a:lnTo>
                  <a:lnTo>
                    <a:pt x="40836" y="99748"/>
                  </a:lnTo>
                  <a:lnTo>
                    <a:pt x="37044" y="101308"/>
                  </a:lnTo>
                  <a:lnTo>
                    <a:pt x="35259" y="102041"/>
                  </a:lnTo>
                  <a:lnTo>
                    <a:pt x="30894" y="99400"/>
                  </a:lnTo>
                  <a:lnTo>
                    <a:pt x="29201" y="100129"/>
                  </a:lnTo>
                  <a:lnTo>
                    <a:pt x="28562" y="101255"/>
                  </a:lnTo>
                  <a:lnTo>
                    <a:pt x="27278" y="112894"/>
                  </a:lnTo>
                  <a:lnTo>
                    <a:pt x="6952" y="116949"/>
                  </a:lnTo>
                  <a:lnTo>
                    <a:pt x="0" y="110216"/>
                  </a:lnTo>
                  <a:lnTo>
                    <a:pt x="4683" y="103350"/>
                  </a:lnTo>
                  <a:lnTo>
                    <a:pt x="6328" y="101783"/>
                  </a:lnTo>
                  <a:lnTo>
                    <a:pt x="7576" y="102043"/>
                  </a:lnTo>
                  <a:lnTo>
                    <a:pt x="12343" y="103036"/>
                  </a:lnTo>
                  <a:lnTo>
                    <a:pt x="13623" y="98027"/>
                  </a:lnTo>
                  <a:lnTo>
                    <a:pt x="13562" y="95379"/>
                  </a:lnTo>
                  <a:lnTo>
                    <a:pt x="13401" y="88407"/>
                  </a:lnTo>
                  <a:lnTo>
                    <a:pt x="14681" y="83512"/>
                  </a:lnTo>
                  <a:lnTo>
                    <a:pt x="16018" y="80097"/>
                  </a:lnTo>
                  <a:lnTo>
                    <a:pt x="16575" y="74120"/>
                  </a:lnTo>
                  <a:lnTo>
                    <a:pt x="18023" y="72583"/>
                  </a:lnTo>
                  <a:lnTo>
                    <a:pt x="26765" y="68599"/>
                  </a:lnTo>
                  <a:lnTo>
                    <a:pt x="36399" y="63248"/>
                  </a:lnTo>
                  <a:lnTo>
                    <a:pt x="42439" y="58616"/>
                  </a:lnTo>
                  <a:lnTo>
                    <a:pt x="43205" y="57288"/>
                  </a:lnTo>
                  <a:lnTo>
                    <a:pt x="44195" y="51978"/>
                  </a:lnTo>
                  <a:lnTo>
                    <a:pt x="44752" y="44578"/>
                  </a:lnTo>
                  <a:lnTo>
                    <a:pt x="43861" y="39797"/>
                  </a:lnTo>
                  <a:lnTo>
                    <a:pt x="40333" y="40497"/>
                  </a:lnTo>
                  <a:lnTo>
                    <a:pt x="39769" y="37786"/>
                  </a:lnTo>
                  <a:lnTo>
                    <a:pt x="39488" y="32178"/>
                  </a:lnTo>
                  <a:lnTo>
                    <a:pt x="39382" y="30071"/>
                  </a:lnTo>
                  <a:lnTo>
                    <a:pt x="35063" y="30013"/>
                  </a:lnTo>
                  <a:lnTo>
                    <a:pt x="25373" y="30690"/>
                  </a:lnTo>
                  <a:lnTo>
                    <a:pt x="21179" y="30057"/>
                  </a:lnTo>
                  <a:lnTo>
                    <a:pt x="17425" y="28028"/>
                  </a:lnTo>
                  <a:lnTo>
                    <a:pt x="11396" y="24770"/>
                  </a:lnTo>
                  <a:lnTo>
                    <a:pt x="17286" y="6805"/>
                  </a:lnTo>
                  <a:lnTo>
                    <a:pt x="18369" y="3244"/>
                  </a:lnTo>
                  <a:lnTo>
                    <a:pt x="19705" y="0"/>
                  </a:lnTo>
                  <a:lnTo>
                    <a:pt x="29403" y="1919"/>
                  </a:lnTo>
                  <a:lnTo>
                    <a:pt x="31940" y="2380"/>
                  </a:lnTo>
                  <a:lnTo>
                    <a:pt x="57672" y="6570"/>
                  </a:lnTo>
                  <a:lnTo>
                    <a:pt x="58159" y="7779"/>
                  </a:lnTo>
                  <a:lnTo>
                    <a:pt x="61152" y="18025"/>
                  </a:lnTo>
                  <a:lnTo>
                    <a:pt x="63477" y="27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2429620" y="3278400"/>
              <a:ext cx="101289" cy="40727"/>
            </a:xfrm>
            <a:custGeom>
              <a:avLst/>
              <a:pathLst>
                <a:path w="101289" h="40727">
                  <a:moveTo>
                    <a:pt x="48643" y="13996"/>
                  </a:moveTo>
                  <a:lnTo>
                    <a:pt x="49113" y="14494"/>
                  </a:lnTo>
                  <a:lnTo>
                    <a:pt x="49423" y="14277"/>
                  </a:lnTo>
                  <a:lnTo>
                    <a:pt x="49907" y="13938"/>
                  </a:lnTo>
                  <a:lnTo>
                    <a:pt x="51489" y="12832"/>
                  </a:lnTo>
                  <a:lnTo>
                    <a:pt x="53306" y="11977"/>
                  </a:lnTo>
                  <a:lnTo>
                    <a:pt x="53719" y="11782"/>
                  </a:lnTo>
                  <a:lnTo>
                    <a:pt x="54984" y="11187"/>
                  </a:lnTo>
                  <a:lnTo>
                    <a:pt x="55622" y="10914"/>
                  </a:lnTo>
                  <a:lnTo>
                    <a:pt x="57046" y="10356"/>
                  </a:lnTo>
                  <a:lnTo>
                    <a:pt x="58455" y="10393"/>
                  </a:lnTo>
                  <a:lnTo>
                    <a:pt x="59031" y="10408"/>
                  </a:lnTo>
                  <a:lnTo>
                    <a:pt x="59362" y="10532"/>
                  </a:lnTo>
                  <a:lnTo>
                    <a:pt x="60662" y="11019"/>
                  </a:lnTo>
                  <a:lnTo>
                    <a:pt x="61955" y="11503"/>
                  </a:lnTo>
                  <a:lnTo>
                    <a:pt x="62551" y="11733"/>
                  </a:lnTo>
                  <a:lnTo>
                    <a:pt x="63779" y="12207"/>
                  </a:lnTo>
                  <a:lnTo>
                    <a:pt x="64774" y="11010"/>
                  </a:lnTo>
                  <a:lnTo>
                    <a:pt x="67801" y="12120"/>
                  </a:lnTo>
                  <a:lnTo>
                    <a:pt x="69177" y="12625"/>
                  </a:lnTo>
                  <a:lnTo>
                    <a:pt x="73264" y="14124"/>
                  </a:lnTo>
                  <a:lnTo>
                    <a:pt x="74607" y="14616"/>
                  </a:lnTo>
                  <a:lnTo>
                    <a:pt x="78801" y="16154"/>
                  </a:lnTo>
                  <a:lnTo>
                    <a:pt x="80857" y="16908"/>
                  </a:lnTo>
                  <a:lnTo>
                    <a:pt x="81414" y="15813"/>
                  </a:lnTo>
                  <a:lnTo>
                    <a:pt x="82571" y="16268"/>
                  </a:lnTo>
                  <a:lnTo>
                    <a:pt x="84893" y="17183"/>
                  </a:lnTo>
                  <a:lnTo>
                    <a:pt x="85423" y="17392"/>
                  </a:lnTo>
                  <a:lnTo>
                    <a:pt x="89712" y="18666"/>
                  </a:lnTo>
                  <a:lnTo>
                    <a:pt x="90989" y="19079"/>
                  </a:lnTo>
                  <a:lnTo>
                    <a:pt x="93790" y="19985"/>
                  </a:lnTo>
                  <a:lnTo>
                    <a:pt x="96289" y="20794"/>
                  </a:lnTo>
                  <a:lnTo>
                    <a:pt x="96598" y="20911"/>
                  </a:lnTo>
                  <a:lnTo>
                    <a:pt x="97345" y="21193"/>
                  </a:lnTo>
                  <a:lnTo>
                    <a:pt x="98214" y="21522"/>
                  </a:lnTo>
                  <a:lnTo>
                    <a:pt x="99480" y="22001"/>
                  </a:lnTo>
                  <a:lnTo>
                    <a:pt x="100060" y="22560"/>
                  </a:lnTo>
                  <a:lnTo>
                    <a:pt x="101062" y="23526"/>
                  </a:lnTo>
                  <a:lnTo>
                    <a:pt x="101289" y="23724"/>
                  </a:lnTo>
                  <a:lnTo>
                    <a:pt x="98350" y="26517"/>
                  </a:lnTo>
                  <a:lnTo>
                    <a:pt x="97345" y="27472"/>
                  </a:lnTo>
                  <a:lnTo>
                    <a:pt x="95050" y="29654"/>
                  </a:lnTo>
                  <a:lnTo>
                    <a:pt x="93117" y="32545"/>
                  </a:lnTo>
                  <a:lnTo>
                    <a:pt x="92644" y="33252"/>
                  </a:lnTo>
                  <a:lnTo>
                    <a:pt x="90060" y="31202"/>
                  </a:lnTo>
                  <a:lnTo>
                    <a:pt x="87247" y="32547"/>
                  </a:lnTo>
                  <a:lnTo>
                    <a:pt x="86546" y="33811"/>
                  </a:lnTo>
                  <a:lnTo>
                    <a:pt x="84296" y="37869"/>
                  </a:lnTo>
                  <a:lnTo>
                    <a:pt x="84101" y="38329"/>
                  </a:lnTo>
                  <a:lnTo>
                    <a:pt x="83793" y="39055"/>
                  </a:lnTo>
                  <a:lnTo>
                    <a:pt x="82541" y="40727"/>
                  </a:lnTo>
                  <a:lnTo>
                    <a:pt x="77164" y="40218"/>
                  </a:lnTo>
                  <a:lnTo>
                    <a:pt x="76719" y="40176"/>
                  </a:lnTo>
                  <a:lnTo>
                    <a:pt x="74990" y="40012"/>
                  </a:lnTo>
                  <a:lnTo>
                    <a:pt x="74115" y="39898"/>
                  </a:lnTo>
                  <a:lnTo>
                    <a:pt x="73909" y="39872"/>
                  </a:lnTo>
                  <a:lnTo>
                    <a:pt x="73736" y="39849"/>
                  </a:lnTo>
                  <a:lnTo>
                    <a:pt x="71751" y="39591"/>
                  </a:lnTo>
                  <a:lnTo>
                    <a:pt x="71582" y="39568"/>
                  </a:lnTo>
                  <a:lnTo>
                    <a:pt x="70315" y="39190"/>
                  </a:lnTo>
                  <a:lnTo>
                    <a:pt x="69487" y="38942"/>
                  </a:lnTo>
                  <a:lnTo>
                    <a:pt x="69342" y="38899"/>
                  </a:lnTo>
                  <a:lnTo>
                    <a:pt x="68182" y="38552"/>
                  </a:lnTo>
                  <a:lnTo>
                    <a:pt x="65300" y="37690"/>
                  </a:lnTo>
                  <a:lnTo>
                    <a:pt x="65027" y="37556"/>
                  </a:lnTo>
                  <a:lnTo>
                    <a:pt x="63611" y="36860"/>
                  </a:lnTo>
                  <a:lnTo>
                    <a:pt x="63252" y="36683"/>
                  </a:lnTo>
                  <a:lnTo>
                    <a:pt x="62915" y="36517"/>
                  </a:lnTo>
                  <a:lnTo>
                    <a:pt x="62563" y="36390"/>
                  </a:lnTo>
                  <a:lnTo>
                    <a:pt x="62228" y="36269"/>
                  </a:lnTo>
                  <a:lnTo>
                    <a:pt x="61059" y="35846"/>
                  </a:lnTo>
                  <a:lnTo>
                    <a:pt x="57394" y="34518"/>
                  </a:lnTo>
                  <a:lnTo>
                    <a:pt x="56740" y="34303"/>
                  </a:lnTo>
                  <a:lnTo>
                    <a:pt x="56498" y="34223"/>
                  </a:lnTo>
                  <a:lnTo>
                    <a:pt x="55233" y="33806"/>
                  </a:lnTo>
                  <a:lnTo>
                    <a:pt x="54996" y="33728"/>
                  </a:lnTo>
                  <a:lnTo>
                    <a:pt x="52433" y="32905"/>
                  </a:lnTo>
                  <a:lnTo>
                    <a:pt x="52046" y="32867"/>
                  </a:lnTo>
                  <a:lnTo>
                    <a:pt x="51606" y="32824"/>
                  </a:lnTo>
                  <a:lnTo>
                    <a:pt x="50453" y="32712"/>
                  </a:lnTo>
                  <a:lnTo>
                    <a:pt x="49482" y="32612"/>
                  </a:lnTo>
                  <a:lnTo>
                    <a:pt x="48934" y="32519"/>
                  </a:lnTo>
                  <a:lnTo>
                    <a:pt x="44910" y="31830"/>
                  </a:lnTo>
                  <a:lnTo>
                    <a:pt x="42001" y="31150"/>
                  </a:lnTo>
                  <a:lnTo>
                    <a:pt x="41502" y="31033"/>
                  </a:lnTo>
                  <a:lnTo>
                    <a:pt x="37492" y="30382"/>
                  </a:lnTo>
                  <a:lnTo>
                    <a:pt x="36188" y="30171"/>
                  </a:lnTo>
                  <a:lnTo>
                    <a:pt x="35376" y="32956"/>
                  </a:lnTo>
                  <a:lnTo>
                    <a:pt x="35162" y="33795"/>
                  </a:lnTo>
                  <a:lnTo>
                    <a:pt x="34862" y="34971"/>
                  </a:lnTo>
                  <a:lnTo>
                    <a:pt x="34390" y="34804"/>
                  </a:lnTo>
                  <a:lnTo>
                    <a:pt x="31746" y="33870"/>
                  </a:lnTo>
                  <a:lnTo>
                    <a:pt x="31570" y="33808"/>
                  </a:lnTo>
                  <a:lnTo>
                    <a:pt x="31285" y="33700"/>
                  </a:lnTo>
                  <a:lnTo>
                    <a:pt x="31226" y="37368"/>
                  </a:lnTo>
                  <a:lnTo>
                    <a:pt x="27123" y="36880"/>
                  </a:lnTo>
                  <a:lnTo>
                    <a:pt x="24518" y="36570"/>
                  </a:lnTo>
                  <a:lnTo>
                    <a:pt x="23973" y="36505"/>
                  </a:lnTo>
                  <a:lnTo>
                    <a:pt x="23869" y="34714"/>
                  </a:lnTo>
                  <a:lnTo>
                    <a:pt x="23737" y="33128"/>
                  </a:lnTo>
                  <a:lnTo>
                    <a:pt x="23329" y="33121"/>
                  </a:lnTo>
                  <a:lnTo>
                    <a:pt x="21900" y="33099"/>
                  </a:lnTo>
                  <a:lnTo>
                    <a:pt x="18991" y="33054"/>
                  </a:lnTo>
                  <a:lnTo>
                    <a:pt x="17741" y="33035"/>
                  </a:lnTo>
                  <a:lnTo>
                    <a:pt x="17730" y="33851"/>
                  </a:lnTo>
                  <a:lnTo>
                    <a:pt x="17578" y="33854"/>
                  </a:lnTo>
                  <a:lnTo>
                    <a:pt x="17407" y="33857"/>
                  </a:lnTo>
                  <a:lnTo>
                    <a:pt x="15907" y="33885"/>
                  </a:lnTo>
                  <a:lnTo>
                    <a:pt x="13603" y="33927"/>
                  </a:lnTo>
                  <a:lnTo>
                    <a:pt x="13560" y="31009"/>
                  </a:lnTo>
                  <a:lnTo>
                    <a:pt x="13534" y="29219"/>
                  </a:lnTo>
                  <a:lnTo>
                    <a:pt x="13506" y="27252"/>
                  </a:lnTo>
                  <a:lnTo>
                    <a:pt x="13482" y="25629"/>
                  </a:lnTo>
                  <a:lnTo>
                    <a:pt x="10409" y="25033"/>
                  </a:lnTo>
                  <a:lnTo>
                    <a:pt x="10023" y="24975"/>
                  </a:lnTo>
                  <a:lnTo>
                    <a:pt x="8951" y="24816"/>
                  </a:lnTo>
                  <a:lnTo>
                    <a:pt x="9765" y="21691"/>
                  </a:lnTo>
                  <a:lnTo>
                    <a:pt x="9814" y="21504"/>
                  </a:lnTo>
                  <a:lnTo>
                    <a:pt x="6332" y="20408"/>
                  </a:lnTo>
                  <a:lnTo>
                    <a:pt x="5639" y="18638"/>
                  </a:lnTo>
                  <a:lnTo>
                    <a:pt x="893" y="14985"/>
                  </a:lnTo>
                  <a:lnTo>
                    <a:pt x="0" y="14297"/>
                  </a:lnTo>
                  <a:lnTo>
                    <a:pt x="1080" y="10344"/>
                  </a:lnTo>
                  <a:lnTo>
                    <a:pt x="1948" y="7170"/>
                  </a:lnTo>
                  <a:lnTo>
                    <a:pt x="2055" y="6780"/>
                  </a:lnTo>
                  <a:lnTo>
                    <a:pt x="2088" y="3962"/>
                  </a:lnTo>
                  <a:lnTo>
                    <a:pt x="2136" y="0"/>
                  </a:lnTo>
                  <a:lnTo>
                    <a:pt x="9632" y="671"/>
                  </a:lnTo>
                  <a:lnTo>
                    <a:pt x="10083" y="711"/>
                  </a:lnTo>
                  <a:lnTo>
                    <a:pt x="10260" y="727"/>
                  </a:lnTo>
                  <a:lnTo>
                    <a:pt x="10808" y="1597"/>
                  </a:lnTo>
                  <a:lnTo>
                    <a:pt x="11603" y="1748"/>
                  </a:lnTo>
                  <a:lnTo>
                    <a:pt x="13994" y="2201"/>
                  </a:lnTo>
                  <a:lnTo>
                    <a:pt x="16934" y="2758"/>
                  </a:lnTo>
                  <a:lnTo>
                    <a:pt x="17073" y="2784"/>
                  </a:lnTo>
                  <a:lnTo>
                    <a:pt x="19485" y="3241"/>
                  </a:lnTo>
                  <a:lnTo>
                    <a:pt x="19743" y="3290"/>
                  </a:lnTo>
                  <a:lnTo>
                    <a:pt x="19913" y="3322"/>
                  </a:lnTo>
                  <a:lnTo>
                    <a:pt x="23978" y="4092"/>
                  </a:lnTo>
                  <a:lnTo>
                    <a:pt x="30575" y="5341"/>
                  </a:lnTo>
                  <a:lnTo>
                    <a:pt x="31007" y="5423"/>
                  </a:lnTo>
                  <a:lnTo>
                    <a:pt x="31634" y="5542"/>
                  </a:lnTo>
                  <a:lnTo>
                    <a:pt x="31974" y="5606"/>
                  </a:lnTo>
                  <a:lnTo>
                    <a:pt x="38310" y="6807"/>
                  </a:lnTo>
                  <a:lnTo>
                    <a:pt x="39289" y="6992"/>
                  </a:lnTo>
                  <a:lnTo>
                    <a:pt x="39805" y="7090"/>
                  </a:lnTo>
                  <a:lnTo>
                    <a:pt x="44109" y="7905"/>
                  </a:lnTo>
                  <a:lnTo>
                    <a:pt x="44329" y="7947"/>
                  </a:lnTo>
                  <a:lnTo>
                    <a:pt x="45941" y="8252"/>
                  </a:lnTo>
                  <a:lnTo>
                    <a:pt x="46974" y="8448"/>
                  </a:lnTo>
                  <a:lnTo>
                    <a:pt x="48999" y="8831"/>
                  </a:lnTo>
                  <a:lnTo>
                    <a:pt x="48655" y="11218"/>
                  </a:lnTo>
                  <a:lnTo>
                    <a:pt x="48307" y="136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2936875" y="2998555"/>
              <a:ext cx="775375" cy="608689"/>
            </a:xfrm>
            <a:custGeom>
              <a:avLst/>
              <a:pathLst>
                <a:path w="775375" h="608689">
                  <a:moveTo>
                    <a:pt x="212750" y="13759"/>
                  </a:moveTo>
                  <a:lnTo>
                    <a:pt x="229821" y="25524"/>
                  </a:lnTo>
                  <a:lnTo>
                    <a:pt x="234201" y="28543"/>
                  </a:lnTo>
                  <a:lnTo>
                    <a:pt x="231573" y="32461"/>
                  </a:lnTo>
                  <a:lnTo>
                    <a:pt x="231168" y="33065"/>
                  </a:lnTo>
                  <a:lnTo>
                    <a:pt x="207472" y="68388"/>
                  </a:lnTo>
                  <a:lnTo>
                    <a:pt x="207359" y="68555"/>
                  </a:lnTo>
                  <a:lnTo>
                    <a:pt x="207810" y="68879"/>
                  </a:lnTo>
                  <a:lnTo>
                    <a:pt x="233755" y="87164"/>
                  </a:lnTo>
                  <a:lnTo>
                    <a:pt x="249114" y="97989"/>
                  </a:lnTo>
                  <a:lnTo>
                    <a:pt x="250584" y="99025"/>
                  </a:lnTo>
                  <a:lnTo>
                    <a:pt x="250803" y="99179"/>
                  </a:lnTo>
                  <a:lnTo>
                    <a:pt x="251039" y="99345"/>
                  </a:lnTo>
                  <a:lnTo>
                    <a:pt x="254541" y="101814"/>
                  </a:lnTo>
                  <a:lnTo>
                    <a:pt x="294114" y="129709"/>
                  </a:lnTo>
                  <a:lnTo>
                    <a:pt x="334430" y="158128"/>
                  </a:lnTo>
                  <a:lnTo>
                    <a:pt x="355923" y="173278"/>
                  </a:lnTo>
                  <a:lnTo>
                    <a:pt x="375404" y="187010"/>
                  </a:lnTo>
                  <a:lnTo>
                    <a:pt x="394082" y="200175"/>
                  </a:lnTo>
                  <a:lnTo>
                    <a:pt x="431645" y="226654"/>
                  </a:lnTo>
                  <a:lnTo>
                    <a:pt x="446993" y="237472"/>
                  </a:lnTo>
                  <a:lnTo>
                    <a:pt x="448054" y="238220"/>
                  </a:lnTo>
                  <a:lnTo>
                    <a:pt x="458278" y="245181"/>
                  </a:lnTo>
                  <a:lnTo>
                    <a:pt x="456388" y="248485"/>
                  </a:lnTo>
                  <a:lnTo>
                    <a:pt x="455528" y="249987"/>
                  </a:lnTo>
                  <a:lnTo>
                    <a:pt x="453889" y="252852"/>
                  </a:lnTo>
                  <a:lnTo>
                    <a:pt x="453270" y="253630"/>
                  </a:lnTo>
                  <a:lnTo>
                    <a:pt x="447669" y="249987"/>
                  </a:lnTo>
                  <a:lnTo>
                    <a:pt x="446046" y="248931"/>
                  </a:lnTo>
                  <a:lnTo>
                    <a:pt x="445152" y="248485"/>
                  </a:lnTo>
                  <a:lnTo>
                    <a:pt x="444978" y="248485"/>
                  </a:lnTo>
                  <a:lnTo>
                    <a:pt x="444779" y="249987"/>
                  </a:lnTo>
                  <a:lnTo>
                    <a:pt x="444750" y="250201"/>
                  </a:lnTo>
                  <a:lnTo>
                    <a:pt x="441721" y="255527"/>
                  </a:lnTo>
                  <a:lnTo>
                    <a:pt x="441563" y="258119"/>
                  </a:lnTo>
                  <a:lnTo>
                    <a:pt x="441400" y="260793"/>
                  </a:lnTo>
                  <a:lnTo>
                    <a:pt x="438564" y="262614"/>
                  </a:lnTo>
                  <a:lnTo>
                    <a:pt x="438634" y="272820"/>
                  </a:lnTo>
                  <a:lnTo>
                    <a:pt x="441882" y="273069"/>
                  </a:lnTo>
                  <a:lnTo>
                    <a:pt x="441720" y="276280"/>
                  </a:lnTo>
                  <a:lnTo>
                    <a:pt x="450073" y="275824"/>
                  </a:lnTo>
                  <a:lnTo>
                    <a:pt x="450704" y="276070"/>
                  </a:lnTo>
                  <a:lnTo>
                    <a:pt x="453582" y="277190"/>
                  </a:lnTo>
                  <a:lnTo>
                    <a:pt x="459345" y="281972"/>
                  </a:lnTo>
                  <a:lnTo>
                    <a:pt x="462205" y="282240"/>
                  </a:lnTo>
                  <a:lnTo>
                    <a:pt x="462993" y="282313"/>
                  </a:lnTo>
                  <a:lnTo>
                    <a:pt x="471399" y="282042"/>
                  </a:lnTo>
                  <a:lnTo>
                    <a:pt x="479071" y="281795"/>
                  </a:lnTo>
                  <a:lnTo>
                    <a:pt x="479427" y="281783"/>
                  </a:lnTo>
                  <a:lnTo>
                    <a:pt x="482566" y="283260"/>
                  </a:lnTo>
                  <a:lnTo>
                    <a:pt x="487812" y="283670"/>
                  </a:lnTo>
                  <a:lnTo>
                    <a:pt x="489198" y="283868"/>
                  </a:lnTo>
                  <a:lnTo>
                    <a:pt x="492590" y="284353"/>
                  </a:lnTo>
                  <a:lnTo>
                    <a:pt x="495971" y="285987"/>
                  </a:lnTo>
                  <a:lnTo>
                    <a:pt x="495918" y="287850"/>
                  </a:lnTo>
                  <a:lnTo>
                    <a:pt x="495880" y="289152"/>
                  </a:lnTo>
                  <a:lnTo>
                    <a:pt x="496181" y="291611"/>
                  </a:lnTo>
                  <a:lnTo>
                    <a:pt x="498648" y="294702"/>
                  </a:lnTo>
                  <a:lnTo>
                    <a:pt x="499880" y="295879"/>
                  </a:lnTo>
                  <a:lnTo>
                    <a:pt x="500792" y="296751"/>
                  </a:lnTo>
                  <a:lnTo>
                    <a:pt x="503118" y="299800"/>
                  </a:lnTo>
                  <a:lnTo>
                    <a:pt x="504288" y="301604"/>
                  </a:lnTo>
                  <a:lnTo>
                    <a:pt x="505732" y="302890"/>
                  </a:lnTo>
                  <a:lnTo>
                    <a:pt x="506505" y="303367"/>
                  </a:lnTo>
                  <a:lnTo>
                    <a:pt x="508443" y="305757"/>
                  </a:lnTo>
                  <a:lnTo>
                    <a:pt x="510833" y="310011"/>
                  </a:lnTo>
                  <a:lnTo>
                    <a:pt x="511410" y="311038"/>
                  </a:lnTo>
                  <a:lnTo>
                    <a:pt x="513960" y="309792"/>
                  </a:lnTo>
                  <a:lnTo>
                    <a:pt x="524385" y="304510"/>
                  </a:lnTo>
                  <a:lnTo>
                    <a:pt x="524651" y="305670"/>
                  </a:lnTo>
                  <a:lnTo>
                    <a:pt x="523704" y="307634"/>
                  </a:lnTo>
                  <a:lnTo>
                    <a:pt x="521310" y="312319"/>
                  </a:lnTo>
                  <a:lnTo>
                    <a:pt x="520231" y="314431"/>
                  </a:lnTo>
                  <a:lnTo>
                    <a:pt x="519924" y="316081"/>
                  </a:lnTo>
                  <a:lnTo>
                    <a:pt x="520254" y="317146"/>
                  </a:lnTo>
                  <a:lnTo>
                    <a:pt x="521872" y="318956"/>
                  </a:lnTo>
                  <a:lnTo>
                    <a:pt x="526884" y="314906"/>
                  </a:lnTo>
                  <a:lnTo>
                    <a:pt x="530002" y="312857"/>
                  </a:lnTo>
                  <a:lnTo>
                    <a:pt x="534925" y="311719"/>
                  </a:lnTo>
                  <a:lnTo>
                    <a:pt x="536545" y="310523"/>
                  </a:lnTo>
                  <a:lnTo>
                    <a:pt x="536847" y="310066"/>
                  </a:lnTo>
                  <a:lnTo>
                    <a:pt x="537041" y="309933"/>
                  </a:lnTo>
                  <a:lnTo>
                    <a:pt x="537170" y="309845"/>
                  </a:lnTo>
                  <a:lnTo>
                    <a:pt x="542434" y="306233"/>
                  </a:lnTo>
                  <a:lnTo>
                    <a:pt x="543788" y="310519"/>
                  </a:lnTo>
                  <a:lnTo>
                    <a:pt x="544138" y="313985"/>
                  </a:lnTo>
                  <a:lnTo>
                    <a:pt x="544791" y="314874"/>
                  </a:lnTo>
                  <a:lnTo>
                    <a:pt x="545391" y="315693"/>
                  </a:lnTo>
                  <a:lnTo>
                    <a:pt x="550371" y="317988"/>
                  </a:lnTo>
                  <a:lnTo>
                    <a:pt x="555201" y="319181"/>
                  </a:lnTo>
                  <a:lnTo>
                    <a:pt x="557102" y="321550"/>
                  </a:lnTo>
                  <a:lnTo>
                    <a:pt x="557656" y="322696"/>
                  </a:lnTo>
                  <a:lnTo>
                    <a:pt x="558556" y="324556"/>
                  </a:lnTo>
                  <a:lnTo>
                    <a:pt x="559384" y="325495"/>
                  </a:lnTo>
                  <a:lnTo>
                    <a:pt x="559879" y="326057"/>
                  </a:lnTo>
                  <a:lnTo>
                    <a:pt x="561651" y="327329"/>
                  </a:lnTo>
                  <a:lnTo>
                    <a:pt x="563384" y="327100"/>
                  </a:lnTo>
                  <a:lnTo>
                    <a:pt x="567494" y="325769"/>
                  </a:lnTo>
                  <a:lnTo>
                    <a:pt x="570613" y="325678"/>
                  </a:lnTo>
                  <a:lnTo>
                    <a:pt x="572751" y="326406"/>
                  </a:lnTo>
                  <a:lnTo>
                    <a:pt x="574756" y="327909"/>
                  </a:lnTo>
                  <a:lnTo>
                    <a:pt x="575101" y="328463"/>
                  </a:lnTo>
                  <a:lnTo>
                    <a:pt x="576141" y="330134"/>
                  </a:lnTo>
                  <a:lnTo>
                    <a:pt x="576315" y="330414"/>
                  </a:lnTo>
                  <a:lnTo>
                    <a:pt x="577741" y="332508"/>
                  </a:lnTo>
                  <a:lnTo>
                    <a:pt x="578026" y="333225"/>
                  </a:lnTo>
                  <a:lnTo>
                    <a:pt x="582682" y="330457"/>
                  </a:lnTo>
                  <a:lnTo>
                    <a:pt x="588023" y="327280"/>
                  </a:lnTo>
                  <a:lnTo>
                    <a:pt x="590229" y="327626"/>
                  </a:lnTo>
                  <a:lnTo>
                    <a:pt x="594573" y="327985"/>
                  </a:lnTo>
                  <a:lnTo>
                    <a:pt x="596560" y="328251"/>
                  </a:lnTo>
                  <a:lnTo>
                    <a:pt x="599785" y="328685"/>
                  </a:lnTo>
                  <a:lnTo>
                    <a:pt x="603160" y="330256"/>
                  </a:lnTo>
                  <a:lnTo>
                    <a:pt x="606726" y="331482"/>
                  </a:lnTo>
                  <a:lnTo>
                    <a:pt x="608322" y="332032"/>
                  </a:lnTo>
                  <a:lnTo>
                    <a:pt x="613645" y="333786"/>
                  </a:lnTo>
                  <a:lnTo>
                    <a:pt x="620938" y="333942"/>
                  </a:lnTo>
                  <a:lnTo>
                    <a:pt x="623247" y="336774"/>
                  </a:lnTo>
                  <a:lnTo>
                    <a:pt x="623611" y="337221"/>
                  </a:lnTo>
                  <a:lnTo>
                    <a:pt x="626084" y="339407"/>
                  </a:lnTo>
                  <a:lnTo>
                    <a:pt x="629191" y="344666"/>
                  </a:lnTo>
                  <a:lnTo>
                    <a:pt x="629537" y="348109"/>
                  </a:lnTo>
                  <a:lnTo>
                    <a:pt x="624978" y="348994"/>
                  </a:lnTo>
                  <a:lnTo>
                    <a:pt x="622884" y="353024"/>
                  </a:lnTo>
                  <a:lnTo>
                    <a:pt x="617023" y="365470"/>
                  </a:lnTo>
                  <a:lnTo>
                    <a:pt x="615968" y="367711"/>
                  </a:lnTo>
                  <a:lnTo>
                    <a:pt x="615745" y="369761"/>
                  </a:lnTo>
                  <a:lnTo>
                    <a:pt x="616164" y="371772"/>
                  </a:lnTo>
                  <a:lnTo>
                    <a:pt x="618343" y="373150"/>
                  </a:lnTo>
                  <a:lnTo>
                    <a:pt x="620125" y="375897"/>
                  </a:lnTo>
                  <a:lnTo>
                    <a:pt x="620821" y="377946"/>
                  </a:lnTo>
                  <a:lnTo>
                    <a:pt x="621099" y="381233"/>
                  </a:lnTo>
                  <a:lnTo>
                    <a:pt x="621962" y="383773"/>
                  </a:lnTo>
                  <a:lnTo>
                    <a:pt x="623382" y="391059"/>
                  </a:lnTo>
                  <a:lnTo>
                    <a:pt x="634325" y="389693"/>
                  </a:lnTo>
                  <a:lnTo>
                    <a:pt x="642865" y="389360"/>
                  </a:lnTo>
                  <a:lnTo>
                    <a:pt x="647314" y="391785"/>
                  </a:lnTo>
                  <a:lnTo>
                    <a:pt x="650789" y="392298"/>
                  </a:lnTo>
                  <a:lnTo>
                    <a:pt x="651238" y="394545"/>
                  </a:lnTo>
                  <a:lnTo>
                    <a:pt x="651746" y="397093"/>
                  </a:lnTo>
                  <a:lnTo>
                    <a:pt x="647346" y="397716"/>
                  </a:lnTo>
                  <a:lnTo>
                    <a:pt x="647298" y="398251"/>
                  </a:lnTo>
                  <a:lnTo>
                    <a:pt x="646656" y="405314"/>
                  </a:lnTo>
                  <a:lnTo>
                    <a:pt x="646409" y="408023"/>
                  </a:lnTo>
                  <a:lnTo>
                    <a:pt x="644797" y="410295"/>
                  </a:lnTo>
                  <a:lnTo>
                    <a:pt x="643889" y="411575"/>
                  </a:lnTo>
                  <a:lnTo>
                    <a:pt x="643018" y="412618"/>
                  </a:lnTo>
                  <a:lnTo>
                    <a:pt x="634613" y="422679"/>
                  </a:lnTo>
                  <a:lnTo>
                    <a:pt x="634079" y="423632"/>
                  </a:lnTo>
                  <a:lnTo>
                    <a:pt x="633138" y="425312"/>
                  </a:lnTo>
                  <a:lnTo>
                    <a:pt x="633280" y="426123"/>
                  </a:lnTo>
                  <a:lnTo>
                    <a:pt x="633486" y="427290"/>
                  </a:lnTo>
                  <a:lnTo>
                    <a:pt x="635254" y="430378"/>
                  </a:lnTo>
                  <a:lnTo>
                    <a:pt x="638267" y="437962"/>
                  </a:lnTo>
                  <a:lnTo>
                    <a:pt x="640751" y="441447"/>
                  </a:lnTo>
                  <a:lnTo>
                    <a:pt x="642812" y="443156"/>
                  </a:lnTo>
                  <a:lnTo>
                    <a:pt x="646828" y="446486"/>
                  </a:lnTo>
                  <a:lnTo>
                    <a:pt x="648066" y="447291"/>
                  </a:lnTo>
                  <a:lnTo>
                    <a:pt x="649389" y="448466"/>
                  </a:lnTo>
                  <a:lnTo>
                    <a:pt x="650964" y="448150"/>
                  </a:lnTo>
                  <a:lnTo>
                    <a:pt x="658861" y="446570"/>
                  </a:lnTo>
                  <a:lnTo>
                    <a:pt x="663339" y="446352"/>
                  </a:lnTo>
                  <a:lnTo>
                    <a:pt x="660539" y="459643"/>
                  </a:lnTo>
                  <a:lnTo>
                    <a:pt x="660238" y="463639"/>
                  </a:lnTo>
                  <a:lnTo>
                    <a:pt x="661374" y="467686"/>
                  </a:lnTo>
                  <a:lnTo>
                    <a:pt x="662438" y="470162"/>
                  </a:lnTo>
                  <a:lnTo>
                    <a:pt x="662877" y="473156"/>
                  </a:lnTo>
                  <a:lnTo>
                    <a:pt x="663022" y="479782"/>
                  </a:lnTo>
                  <a:lnTo>
                    <a:pt x="664080" y="482628"/>
                  </a:lnTo>
                  <a:lnTo>
                    <a:pt x="665975" y="483882"/>
                  </a:lnTo>
                  <a:lnTo>
                    <a:pt x="666894" y="484736"/>
                  </a:lnTo>
                  <a:lnTo>
                    <a:pt x="667055" y="484946"/>
                  </a:lnTo>
                  <a:lnTo>
                    <a:pt x="667813" y="485932"/>
                  </a:lnTo>
                  <a:lnTo>
                    <a:pt x="669024" y="488647"/>
                  </a:lnTo>
                  <a:lnTo>
                    <a:pt x="669872" y="490549"/>
                  </a:lnTo>
                  <a:lnTo>
                    <a:pt x="670693" y="493150"/>
                  </a:lnTo>
                  <a:lnTo>
                    <a:pt x="671253" y="494920"/>
                  </a:lnTo>
                  <a:lnTo>
                    <a:pt x="672523" y="498430"/>
                  </a:lnTo>
                  <a:lnTo>
                    <a:pt x="680593" y="501820"/>
                  </a:lnTo>
                  <a:lnTo>
                    <a:pt x="682398" y="502305"/>
                  </a:lnTo>
                  <a:lnTo>
                    <a:pt x="684751" y="502936"/>
                  </a:lnTo>
                  <a:lnTo>
                    <a:pt x="694626" y="504715"/>
                  </a:lnTo>
                  <a:lnTo>
                    <a:pt x="704069" y="505562"/>
                  </a:lnTo>
                  <a:lnTo>
                    <a:pt x="705363" y="505678"/>
                  </a:lnTo>
                  <a:lnTo>
                    <a:pt x="710815" y="505050"/>
                  </a:lnTo>
                  <a:lnTo>
                    <a:pt x="715783" y="504479"/>
                  </a:lnTo>
                  <a:lnTo>
                    <a:pt x="723568" y="502566"/>
                  </a:lnTo>
                  <a:lnTo>
                    <a:pt x="730265" y="501272"/>
                  </a:lnTo>
                  <a:lnTo>
                    <a:pt x="730417" y="501242"/>
                  </a:lnTo>
                  <a:lnTo>
                    <a:pt x="733993" y="500551"/>
                  </a:lnTo>
                  <a:lnTo>
                    <a:pt x="744382" y="500327"/>
                  </a:lnTo>
                  <a:lnTo>
                    <a:pt x="750936" y="501272"/>
                  </a:lnTo>
                  <a:lnTo>
                    <a:pt x="760616" y="502666"/>
                  </a:lnTo>
                  <a:lnTo>
                    <a:pt x="766837" y="504547"/>
                  </a:lnTo>
                  <a:lnTo>
                    <a:pt x="771160" y="507132"/>
                  </a:lnTo>
                  <a:lnTo>
                    <a:pt x="772072" y="507750"/>
                  </a:lnTo>
                  <a:lnTo>
                    <a:pt x="772497" y="508038"/>
                  </a:lnTo>
                  <a:lnTo>
                    <a:pt x="775375" y="510592"/>
                  </a:lnTo>
                  <a:lnTo>
                    <a:pt x="773831" y="511802"/>
                  </a:lnTo>
                  <a:lnTo>
                    <a:pt x="770827" y="514154"/>
                  </a:lnTo>
                  <a:lnTo>
                    <a:pt x="769631" y="514359"/>
                  </a:lnTo>
                  <a:lnTo>
                    <a:pt x="763644" y="513759"/>
                  </a:lnTo>
                  <a:lnTo>
                    <a:pt x="737805" y="515603"/>
                  </a:lnTo>
                  <a:lnTo>
                    <a:pt x="737297" y="523809"/>
                  </a:lnTo>
                  <a:lnTo>
                    <a:pt x="737322" y="525165"/>
                  </a:lnTo>
                  <a:lnTo>
                    <a:pt x="737439" y="531314"/>
                  </a:lnTo>
                  <a:lnTo>
                    <a:pt x="738288" y="542082"/>
                  </a:lnTo>
                  <a:lnTo>
                    <a:pt x="738400" y="543874"/>
                  </a:lnTo>
                  <a:lnTo>
                    <a:pt x="739677" y="544686"/>
                  </a:lnTo>
                  <a:lnTo>
                    <a:pt x="741582" y="545250"/>
                  </a:lnTo>
                  <a:lnTo>
                    <a:pt x="743369" y="546035"/>
                  </a:lnTo>
                  <a:lnTo>
                    <a:pt x="745842" y="546257"/>
                  </a:lnTo>
                  <a:lnTo>
                    <a:pt x="749317" y="549911"/>
                  </a:lnTo>
                  <a:lnTo>
                    <a:pt x="750367" y="550494"/>
                  </a:lnTo>
                  <a:lnTo>
                    <a:pt x="753440" y="552197"/>
                  </a:lnTo>
                  <a:lnTo>
                    <a:pt x="754517" y="552794"/>
                  </a:lnTo>
                  <a:lnTo>
                    <a:pt x="754838" y="552972"/>
                  </a:lnTo>
                  <a:lnTo>
                    <a:pt x="755576" y="553340"/>
                  </a:lnTo>
                  <a:lnTo>
                    <a:pt x="761054" y="556067"/>
                  </a:lnTo>
                  <a:lnTo>
                    <a:pt x="764730" y="557587"/>
                  </a:lnTo>
                  <a:lnTo>
                    <a:pt x="765861" y="558016"/>
                  </a:lnTo>
                  <a:lnTo>
                    <a:pt x="766553" y="558278"/>
                  </a:lnTo>
                  <a:lnTo>
                    <a:pt x="766427" y="558852"/>
                  </a:lnTo>
                  <a:lnTo>
                    <a:pt x="765785" y="559345"/>
                  </a:lnTo>
                  <a:lnTo>
                    <a:pt x="764464" y="560360"/>
                  </a:lnTo>
                  <a:lnTo>
                    <a:pt x="758258" y="560409"/>
                  </a:lnTo>
                  <a:lnTo>
                    <a:pt x="755999" y="560230"/>
                  </a:lnTo>
                  <a:lnTo>
                    <a:pt x="753283" y="560015"/>
                  </a:lnTo>
                  <a:lnTo>
                    <a:pt x="750166" y="559714"/>
                  </a:lnTo>
                  <a:lnTo>
                    <a:pt x="746549" y="559365"/>
                  </a:lnTo>
                  <a:lnTo>
                    <a:pt x="742763" y="559706"/>
                  </a:lnTo>
                  <a:lnTo>
                    <a:pt x="740368" y="560560"/>
                  </a:lnTo>
                  <a:lnTo>
                    <a:pt x="738085" y="561869"/>
                  </a:lnTo>
                  <a:lnTo>
                    <a:pt x="737465" y="562710"/>
                  </a:lnTo>
                  <a:lnTo>
                    <a:pt x="736493" y="564028"/>
                  </a:lnTo>
                  <a:lnTo>
                    <a:pt x="736825" y="565871"/>
                  </a:lnTo>
                  <a:lnTo>
                    <a:pt x="737017" y="566942"/>
                  </a:lnTo>
                  <a:lnTo>
                    <a:pt x="730839" y="569265"/>
                  </a:lnTo>
                  <a:lnTo>
                    <a:pt x="725358" y="571325"/>
                  </a:lnTo>
                  <a:lnTo>
                    <a:pt x="723135" y="570113"/>
                  </a:lnTo>
                  <a:lnTo>
                    <a:pt x="718769" y="567733"/>
                  </a:lnTo>
                  <a:lnTo>
                    <a:pt x="716968" y="567490"/>
                  </a:lnTo>
                  <a:lnTo>
                    <a:pt x="704823" y="557369"/>
                  </a:lnTo>
                  <a:lnTo>
                    <a:pt x="703950" y="556641"/>
                  </a:lnTo>
                  <a:lnTo>
                    <a:pt x="703436" y="556411"/>
                  </a:lnTo>
                  <a:lnTo>
                    <a:pt x="698277" y="554105"/>
                  </a:lnTo>
                  <a:lnTo>
                    <a:pt x="697429" y="556140"/>
                  </a:lnTo>
                  <a:lnTo>
                    <a:pt x="694434" y="563326"/>
                  </a:lnTo>
                  <a:lnTo>
                    <a:pt x="691616" y="559698"/>
                  </a:lnTo>
                  <a:lnTo>
                    <a:pt x="687171" y="553977"/>
                  </a:lnTo>
                  <a:lnTo>
                    <a:pt x="682463" y="551973"/>
                  </a:lnTo>
                  <a:lnTo>
                    <a:pt x="681678" y="550174"/>
                  </a:lnTo>
                  <a:lnTo>
                    <a:pt x="680369" y="541428"/>
                  </a:lnTo>
                  <a:lnTo>
                    <a:pt x="670689" y="540182"/>
                  </a:lnTo>
                  <a:lnTo>
                    <a:pt x="671501" y="543093"/>
                  </a:lnTo>
                  <a:lnTo>
                    <a:pt x="672804" y="544766"/>
                  </a:lnTo>
                  <a:lnTo>
                    <a:pt x="673694" y="546446"/>
                  </a:lnTo>
                  <a:lnTo>
                    <a:pt x="674842" y="551830"/>
                  </a:lnTo>
                  <a:lnTo>
                    <a:pt x="676425" y="555495"/>
                  </a:lnTo>
                  <a:lnTo>
                    <a:pt x="678184" y="559207"/>
                  </a:lnTo>
                  <a:lnTo>
                    <a:pt x="682327" y="569794"/>
                  </a:lnTo>
                  <a:lnTo>
                    <a:pt x="684734" y="574396"/>
                  </a:lnTo>
                  <a:lnTo>
                    <a:pt x="682733" y="573774"/>
                  </a:lnTo>
                  <a:lnTo>
                    <a:pt x="675446" y="572335"/>
                  </a:lnTo>
                  <a:lnTo>
                    <a:pt x="665946" y="571106"/>
                  </a:lnTo>
                  <a:lnTo>
                    <a:pt x="666504" y="572377"/>
                  </a:lnTo>
                  <a:lnTo>
                    <a:pt x="660878" y="576247"/>
                  </a:lnTo>
                  <a:lnTo>
                    <a:pt x="659449" y="577230"/>
                  </a:lnTo>
                  <a:lnTo>
                    <a:pt x="657252" y="578173"/>
                  </a:lnTo>
                  <a:lnTo>
                    <a:pt x="656051" y="579005"/>
                  </a:lnTo>
                  <a:lnTo>
                    <a:pt x="655303" y="579524"/>
                  </a:lnTo>
                  <a:lnTo>
                    <a:pt x="657113" y="583153"/>
                  </a:lnTo>
                  <a:lnTo>
                    <a:pt x="658020" y="584674"/>
                  </a:lnTo>
                  <a:lnTo>
                    <a:pt x="656006" y="585927"/>
                  </a:lnTo>
                  <a:lnTo>
                    <a:pt x="658904" y="589974"/>
                  </a:lnTo>
                  <a:lnTo>
                    <a:pt x="660296" y="594315"/>
                  </a:lnTo>
                  <a:lnTo>
                    <a:pt x="654031" y="598299"/>
                  </a:lnTo>
                  <a:lnTo>
                    <a:pt x="648531" y="602555"/>
                  </a:lnTo>
                  <a:lnTo>
                    <a:pt x="646353" y="598842"/>
                  </a:lnTo>
                  <a:lnTo>
                    <a:pt x="628644" y="607892"/>
                  </a:lnTo>
                  <a:lnTo>
                    <a:pt x="622964" y="608689"/>
                  </a:lnTo>
                  <a:lnTo>
                    <a:pt x="608263" y="606811"/>
                  </a:lnTo>
                  <a:lnTo>
                    <a:pt x="603529" y="586148"/>
                  </a:lnTo>
                  <a:lnTo>
                    <a:pt x="613943" y="583758"/>
                  </a:lnTo>
                  <a:lnTo>
                    <a:pt x="613776" y="577326"/>
                  </a:lnTo>
                  <a:lnTo>
                    <a:pt x="616727" y="575789"/>
                  </a:lnTo>
                  <a:lnTo>
                    <a:pt x="616003" y="571748"/>
                  </a:lnTo>
                  <a:lnTo>
                    <a:pt x="604198" y="576700"/>
                  </a:lnTo>
                  <a:lnTo>
                    <a:pt x="593840" y="583872"/>
                  </a:lnTo>
                  <a:lnTo>
                    <a:pt x="584819" y="584270"/>
                  </a:lnTo>
                  <a:lnTo>
                    <a:pt x="571231" y="578009"/>
                  </a:lnTo>
                  <a:lnTo>
                    <a:pt x="567409" y="579771"/>
                  </a:lnTo>
                  <a:lnTo>
                    <a:pt x="562286" y="577039"/>
                  </a:lnTo>
                  <a:lnTo>
                    <a:pt x="560038" y="572772"/>
                  </a:lnTo>
                  <a:lnTo>
                    <a:pt x="558610" y="568501"/>
                  </a:lnTo>
                  <a:lnTo>
                    <a:pt x="558387" y="564403"/>
                  </a:lnTo>
                  <a:lnTo>
                    <a:pt x="558944" y="559849"/>
                  </a:lnTo>
                  <a:lnTo>
                    <a:pt x="557831" y="557003"/>
                  </a:lnTo>
                  <a:lnTo>
                    <a:pt x="554489" y="555637"/>
                  </a:lnTo>
                  <a:lnTo>
                    <a:pt x="549819" y="556208"/>
                  </a:lnTo>
                  <a:lnTo>
                    <a:pt x="539712" y="557148"/>
                  </a:lnTo>
                  <a:lnTo>
                    <a:pt x="528937" y="542889"/>
                  </a:lnTo>
                  <a:lnTo>
                    <a:pt x="527600" y="534351"/>
                  </a:lnTo>
                  <a:lnTo>
                    <a:pt x="531610" y="526411"/>
                  </a:lnTo>
                  <a:lnTo>
                    <a:pt x="544390" y="510103"/>
                  </a:lnTo>
                  <a:lnTo>
                    <a:pt x="534784" y="501479"/>
                  </a:lnTo>
                  <a:lnTo>
                    <a:pt x="520918" y="483037"/>
                  </a:lnTo>
                  <a:lnTo>
                    <a:pt x="501956" y="472279"/>
                  </a:lnTo>
                  <a:lnTo>
                    <a:pt x="496527" y="478768"/>
                  </a:lnTo>
                  <a:lnTo>
                    <a:pt x="484248" y="469291"/>
                  </a:lnTo>
                  <a:lnTo>
                    <a:pt x="492935" y="457594"/>
                  </a:lnTo>
                  <a:lnTo>
                    <a:pt x="482524" y="450047"/>
                  </a:lnTo>
                  <a:lnTo>
                    <a:pt x="485786" y="443640"/>
                  </a:lnTo>
                  <a:lnTo>
                    <a:pt x="483855" y="442198"/>
                  </a:lnTo>
                  <a:lnTo>
                    <a:pt x="481705" y="440593"/>
                  </a:lnTo>
                  <a:lnTo>
                    <a:pt x="473004" y="434096"/>
                  </a:lnTo>
                  <a:lnTo>
                    <a:pt x="466929" y="429560"/>
                  </a:lnTo>
                  <a:lnTo>
                    <a:pt x="465221" y="428284"/>
                  </a:lnTo>
                  <a:lnTo>
                    <a:pt x="462838" y="426505"/>
                  </a:lnTo>
                  <a:lnTo>
                    <a:pt x="457616" y="423327"/>
                  </a:lnTo>
                  <a:lnTo>
                    <a:pt x="452712" y="420342"/>
                  </a:lnTo>
                  <a:lnTo>
                    <a:pt x="447595" y="417228"/>
                  </a:lnTo>
                  <a:lnTo>
                    <a:pt x="445745" y="416101"/>
                  </a:lnTo>
                  <a:lnTo>
                    <a:pt x="439966" y="411698"/>
                  </a:lnTo>
                  <a:lnTo>
                    <a:pt x="439423" y="411284"/>
                  </a:lnTo>
                  <a:lnTo>
                    <a:pt x="435267" y="408118"/>
                  </a:lnTo>
                  <a:lnTo>
                    <a:pt x="433141" y="406499"/>
                  </a:lnTo>
                  <a:lnTo>
                    <a:pt x="429354" y="403613"/>
                  </a:lnTo>
                  <a:lnTo>
                    <a:pt x="428208" y="402740"/>
                  </a:lnTo>
                  <a:lnTo>
                    <a:pt x="427771" y="402407"/>
                  </a:lnTo>
                  <a:lnTo>
                    <a:pt x="427310" y="402122"/>
                  </a:lnTo>
                  <a:lnTo>
                    <a:pt x="426899" y="401866"/>
                  </a:lnTo>
                  <a:lnTo>
                    <a:pt x="422394" y="399074"/>
                  </a:lnTo>
                  <a:lnTo>
                    <a:pt x="421945" y="398796"/>
                  </a:lnTo>
                  <a:lnTo>
                    <a:pt x="419747" y="395897"/>
                  </a:lnTo>
                  <a:lnTo>
                    <a:pt x="414705" y="389249"/>
                  </a:lnTo>
                  <a:lnTo>
                    <a:pt x="411649" y="385219"/>
                  </a:lnTo>
                  <a:lnTo>
                    <a:pt x="409705" y="383235"/>
                  </a:lnTo>
                  <a:lnTo>
                    <a:pt x="407943" y="381109"/>
                  </a:lnTo>
                  <a:lnTo>
                    <a:pt x="406518" y="379388"/>
                  </a:lnTo>
                  <a:lnTo>
                    <a:pt x="406073" y="379092"/>
                  </a:lnTo>
                  <a:lnTo>
                    <a:pt x="401818" y="376259"/>
                  </a:lnTo>
                  <a:lnTo>
                    <a:pt x="400564" y="375424"/>
                  </a:lnTo>
                  <a:lnTo>
                    <a:pt x="396524" y="372735"/>
                  </a:lnTo>
                  <a:lnTo>
                    <a:pt x="393949" y="371020"/>
                  </a:lnTo>
                  <a:lnTo>
                    <a:pt x="393167" y="370499"/>
                  </a:lnTo>
                  <a:lnTo>
                    <a:pt x="391161" y="369164"/>
                  </a:lnTo>
                  <a:lnTo>
                    <a:pt x="390820" y="369656"/>
                  </a:lnTo>
                  <a:lnTo>
                    <a:pt x="390372" y="370305"/>
                  </a:lnTo>
                  <a:lnTo>
                    <a:pt x="389596" y="369710"/>
                  </a:lnTo>
                  <a:lnTo>
                    <a:pt x="384475" y="365782"/>
                  </a:lnTo>
                  <a:lnTo>
                    <a:pt x="384369" y="365610"/>
                  </a:lnTo>
                  <a:lnTo>
                    <a:pt x="384022" y="365050"/>
                  </a:lnTo>
                  <a:lnTo>
                    <a:pt x="383775" y="364650"/>
                  </a:lnTo>
                  <a:lnTo>
                    <a:pt x="383294" y="363872"/>
                  </a:lnTo>
                  <a:lnTo>
                    <a:pt x="382715" y="362936"/>
                  </a:lnTo>
                  <a:lnTo>
                    <a:pt x="377948" y="357535"/>
                  </a:lnTo>
                  <a:lnTo>
                    <a:pt x="377317" y="356820"/>
                  </a:lnTo>
                  <a:lnTo>
                    <a:pt x="376923" y="356374"/>
                  </a:lnTo>
                  <a:lnTo>
                    <a:pt x="374807" y="353295"/>
                  </a:lnTo>
                  <a:lnTo>
                    <a:pt x="373460" y="351333"/>
                  </a:lnTo>
                  <a:lnTo>
                    <a:pt x="373160" y="350897"/>
                  </a:lnTo>
                  <a:lnTo>
                    <a:pt x="372995" y="350658"/>
                  </a:lnTo>
                  <a:lnTo>
                    <a:pt x="372849" y="350509"/>
                  </a:lnTo>
                  <a:lnTo>
                    <a:pt x="372241" y="349890"/>
                  </a:lnTo>
                  <a:lnTo>
                    <a:pt x="369624" y="347228"/>
                  </a:lnTo>
                  <a:lnTo>
                    <a:pt x="365161" y="352576"/>
                  </a:lnTo>
                  <a:lnTo>
                    <a:pt x="363413" y="356253"/>
                  </a:lnTo>
                  <a:lnTo>
                    <a:pt x="363153" y="356800"/>
                  </a:lnTo>
                  <a:lnTo>
                    <a:pt x="362715" y="357723"/>
                  </a:lnTo>
                  <a:lnTo>
                    <a:pt x="362182" y="358657"/>
                  </a:lnTo>
                  <a:lnTo>
                    <a:pt x="345775" y="365572"/>
                  </a:lnTo>
                  <a:lnTo>
                    <a:pt x="343535" y="365371"/>
                  </a:lnTo>
                  <a:lnTo>
                    <a:pt x="329165" y="364086"/>
                  </a:lnTo>
                  <a:lnTo>
                    <a:pt x="328530" y="361353"/>
                  </a:lnTo>
                  <a:lnTo>
                    <a:pt x="327906" y="359281"/>
                  </a:lnTo>
                  <a:lnTo>
                    <a:pt x="322744" y="357345"/>
                  </a:lnTo>
                  <a:lnTo>
                    <a:pt x="321869" y="357035"/>
                  </a:lnTo>
                  <a:lnTo>
                    <a:pt x="320450" y="356530"/>
                  </a:lnTo>
                  <a:lnTo>
                    <a:pt x="317748" y="355569"/>
                  </a:lnTo>
                  <a:lnTo>
                    <a:pt x="317610" y="354255"/>
                  </a:lnTo>
                  <a:lnTo>
                    <a:pt x="317566" y="353838"/>
                  </a:lnTo>
                  <a:lnTo>
                    <a:pt x="312107" y="353008"/>
                  </a:lnTo>
                  <a:lnTo>
                    <a:pt x="311669" y="352995"/>
                  </a:lnTo>
                  <a:lnTo>
                    <a:pt x="311159" y="352867"/>
                  </a:lnTo>
                  <a:lnTo>
                    <a:pt x="311223" y="349062"/>
                  </a:lnTo>
                  <a:lnTo>
                    <a:pt x="310299" y="348571"/>
                  </a:lnTo>
                  <a:lnTo>
                    <a:pt x="303263" y="344832"/>
                  </a:lnTo>
                  <a:lnTo>
                    <a:pt x="303133" y="344729"/>
                  </a:lnTo>
                  <a:lnTo>
                    <a:pt x="301977" y="343815"/>
                  </a:lnTo>
                  <a:lnTo>
                    <a:pt x="297132" y="340667"/>
                  </a:lnTo>
                  <a:lnTo>
                    <a:pt x="295851" y="339966"/>
                  </a:lnTo>
                  <a:lnTo>
                    <a:pt x="293706" y="338791"/>
                  </a:lnTo>
                  <a:lnTo>
                    <a:pt x="292766" y="338277"/>
                  </a:lnTo>
                  <a:lnTo>
                    <a:pt x="290054" y="335899"/>
                  </a:lnTo>
                  <a:lnTo>
                    <a:pt x="286699" y="333361"/>
                  </a:lnTo>
                  <a:lnTo>
                    <a:pt x="285817" y="332694"/>
                  </a:lnTo>
                  <a:lnTo>
                    <a:pt x="284504" y="331700"/>
                  </a:lnTo>
                  <a:lnTo>
                    <a:pt x="282478" y="330311"/>
                  </a:lnTo>
                  <a:lnTo>
                    <a:pt x="282106" y="330057"/>
                  </a:lnTo>
                  <a:lnTo>
                    <a:pt x="270774" y="322288"/>
                  </a:lnTo>
                  <a:lnTo>
                    <a:pt x="270521" y="322115"/>
                  </a:lnTo>
                  <a:lnTo>
                    <a:pt x="269848" y="321654"/>
                  </a:lnTo>
                  <a:lnTo>
                    <a:pt x="263791" y="317502"/>
                  </a:lnTo>
                  <a:lnTo>
                    <a:pt x="263142" y="317057"/>
                  </a:lnTo>
                  <a:lnTo>
                    <a:pt x="257458" y="313161"/>
                  </a:lnTo>
                  <a:lnTo>
                    <a:pt x="257046" y="312878"/>
                  </a:lnTo>
                  <a:lnTo>
                    <a:pt x="252666" y="309876"/>
                  </a:lnTo>
                  <a:lnTo>
                    <a:pt x="252495" y="309759"/>
                  </a:lnTo>
                  <a:lnTo>
                    <a:pt x="246121" y="305238"/>
                  </a:lnTo>
                  <a:lnTo>
                    <a:pt x="242429" y="302620"/>
                  </a:lnTo>
                  <a:lnTo>
                    <a:pt x="241569" y="302030"/>
                  </a:lnTo>
                  <a:lnTo>
                    <a:pt x="236605" y="298627"/>
                  </a:lnTo>
                  <a:lnTo>
                    <a:pt x="236134" y="298303"/>
                  </a:lnTo>
                  <a:lnTo>
                    <a:pt x="234542" y="297156"/>
                  </a:lnTo>
                  <a:lnTo>
                    <a:pt x="233797" y="296619"/>
                  </a:lnTo>
                  <a:lnTo>
                    <a:pt x="233137" y="296142"/>
                  </a:lnTo>
                  <a:lnTo>
                    <a:pt x="232792" y="295893"/>
                  </a:lnTo>
                  <a:lnTo>
                    <a:pt x="223761" y="289590"/>
                  </a:lnTo>
                  <a:lnTo>
                    <a:pt x="214550" y="283161"/>
                  </a:lnTo>
                  <a:lnTo>
                    <a:pt x="196696" y="270699"/>
                  </a:lnTo>
                  <a:lnTo>
                    <a:pt x="196228" y="270372"/>
                  </a:lnTo>
                  <a:lnTo>
                    <a:pt x="187015" y="263921"/>
                  </a:lnTo>
                  <a:lnTo>
                    <a:pt x="186653" y="263667"/>
                  </a:lnTo>
                  <a:lnTo>
                    <a:pt x="178039" y="257635"/>
                  </a:lnTo>
                  <a:lnTo>
                    <a:pt x="177678" y="257383"/>
                  </a:lnTo>
                  <a:lnTo>
                    <a:pt x="176280" y="256403"/>
                  </a:lnTo>
                  <a:lnTo>
                    <a:pt x="168914" y="251246"/>
                  </a:lnTo>
                  <a:lnTo>
                    <a:pt x="168415" y="250896"/>
                  </a:lnTo>
                  <a:lnTo>
                    <a:pt x="155085" y="241633"/>
                  </a:lnTo>
                  <a:lnTo>
                    <a:pt x="154607" y="241314"/>
                  </a:lnTo>
                  <a:lnTo>
                    <a:pt x="153014" y="240248"/>
                  </a:lnTo>
                  <a:lnTo>
                    <a:pt x="152584" y="239960"/>
                  </a:lnTo>
                  <a:lnTo>
                    <a:pt x="139765" y="231383"/>
                  </a:lnTo>
                  <a:lnTo>
                    <a:pt x="139176" y="230988"/>
                  </a:lnTo>
                  <a:lnTo>
                    <a:pt x="130488" y="225175"/>
                  </a:lnTo>
                  <a:lnTo>
                    <a:pt x="129684" y="224637"/>
                  </a:lnTo>
                  <a:lnTo>
                    <a:pt x="121036" y="218851"/>
                  </a:lnTo>
                  <a:lnTo>
                    <a:pt x="116623" y="215898"/>
                  </a:lnTo>
                  <a:lnTo>
                    <a:pt x="115706" y="215285"/>
                  </a:lnTo>
                  <a:lnTo>
                    <a:pt x="112527" y="213157"/>
                  </a:lnTo>
                  <a:lnTo>
                    <a:pt x="112485" y="212317"/>
                  </a:lnTo>
                  <a:lnTo>
                    <a:pt x="112377" y="210136"/>
                  </a:lnTo>
                  <a:lnTo>
                    <a:pt x="111983" y="209380"/>
                  </a:lnTo>
                  <a:lnTo>
                    <a:pt x="109823" y="208474"/>
                  </a:lnTo>
                  <a:lnTo>
                    <a:pt x="109726" y="208327"/>
                  </a:lnTo>
                  <a:lnTo>
                    <a:pt x="107581" y="205081"/>
                  </a:lnTo>
                  <a:lnTo>
                    <a:pt x="106120" y="203944"/>
                  </a:lnTo>
                  <a:lnTo>
                    <a:pt x="104858" y="201305"/>
                  </a:lnTo>
                  <a:lnTo>
                    <a:pt x="104512" y="201111"/>
                  </a:lnTo>
                  <a:lnTo>
                    <a:pt x="102668" y="200075"/>
                  </a:lnTo>
                  <a:lnTo>
                    <a:pt x="102398" y="200089"/>
                  </a:lnTo>
                  <a:lnTo>
                    <a:pt x="102545" y="197104"/>
                  </a:lnTo>
                  <a:lnTo>
                    <a:pt x="99351" y="195368"/>
                  </a:lnTo>
                  <a:lnTo>
                    <a:pt x="98588" y="194954"/>
                  </a:lnTo>
                  <a:lnTo>
                    <a:pt x="97063" y="194125"/>
                  </a:lnTo>
                  <a:lnTo>
                    <a:pt x="92837" y="191644"/>
                  </a:lnTo>
                  <a:lnTo>
                    <a:pt x="90895" y="190527"/>
                  </a:lnTo>
                  <a:lnTo>
                    <a:pt x="89428" y="190012"/>
                  </a:lnTo>
                  <a:lnTo>
                    <a:pt x="89178" y="189925"/>
                  </a:lnTo>
                  <a:lnTo>
                    <a:pt x="88884" y="189728"/>
                  </a:lnTo>
                  <a:lnTo>
                    <a:pt x="87934" y="189091"/>
                  </a:lnTo>
                  <a:lnTo>
                    <a:pt x="87590" y="188934"/>
                  </a:lnTo>
                  <a:lnTo>
                    <a:pt x="86124" y="188266"/>
                  </a:lnTo>
                  <a:lnTo>
                    <a:pt x="84655" y="187120"/>
                  </a:lnTo>
                  <a:lnTo>
                    <a:pt x="79700" y="183255"/>
                  </a:lnTo>
                  <a:lnTo>
                    <a:pt x="78340" y="182145"/>
                  </a:lnTo>
                  <a:lnTo>
                    <a:pt x="73764" y="178410"/>
                  </a:lnTo>
                  <a:lnTo>
                    <a:pt x="73312" y="178041"/>
                  </a:lnTo>
                  <a:lnTo>
                    <a:pt x="72517" y="177125"/>
                  </a:lnTo>
                  <a:lnTo>
                    <a:pt x="70350" y="174631"/>
                  </a:lnTo>
                  <a:lnTo>
                    <a:pt x="69286" y="173494"/>
                  </a:lnTo>
                  <a:lnTo>
                    <a:pt x="68519" y="172948"/>
                  </a:lnTo>
                  <a:lnTo>
                    <a:pt x="66178" y="169663"/>
                  </a:lnTo>
                  <a:lnTo>
                    <a:pt x="64786" y="167709"/>
                  </a:lnTo>
                  <a:lnTo>
                    <a:pt x="63949" y="166535"/>
                  </a:lnTo>
                  <a:lnTo>
                    <a:pt x="63473" y="166446"/>
                  </a:lnTo>
                  <a:lnTo>
                    <a:pt x="62640" y="166289"/>
                  </a:lnTo>
                  <a:lnTo>
                    <a:pt x="61751" y="166467"/>
                  </a:lnTo>
                  <a:lnTo>
                    <a:pt x="58975" y="167023"/>
                  </a:lnTo>
                  <a:lnTo>
                    <a:pt x="56091" y="167601"/>
                  </a:lnTo>
                  <a:lnTo>
                    <a:pt x="55707" y="167618"/>
                  </a:lnTo>
                  <a:lnTo>
                    <a:pt x="54449" y="167675"/>
                  </a:lnTo>
                  <a:lnTo>
                    <a:pt x="54225" y="169393"/>
                  </a:lnTo>
                  <a:lnTo>
                    <a:pt x="52833" y="170702"/>
                  </a:lnTo>
                  <a:lnTo>
                    <a:pt x="52050" y="171267"/>
                  </a:lnTo>
                  <a:lnTo>
                    <a:pt x="50940" y="172068"/>
                  </a:lnTo>
                  <a:lnTo>
                    <a:pt x="49269" y="173491"/>
                  </a:lnTo>
                  <a:lnTo>
                    <a:pt x="48374" y="173867"/>
                  </a:lnTo>
                  <a:lnTo>
                    <a:pt x="45204" y="175198"/>
                  </a:lnTo>
                  <a:lnTo>
                    <a:pt x="42030" y="177646"/>
                  </a:lnTo>
                  <a:lnTo>
                    <a:pt x="41300" y="178845"/>
                  </a:lnTo>
                  <a:lnTo>
                    <a:pt x="40192" y="180663"/>
                  </a:lnTo>
                  <a:lnTo>
                    <a:pt x="39823" y="182117"/>
                  </a:lnTo>
                  <a:lnTo>
                    <a:pt x="39413" y="183736"/>
                  </a:lnTo>
                  <a:lnTo>
                    <a:pt x="39558" y="184892"/>
                  </a:lnTo>
                  <a:lnTo>
                    <a:pt x="39644" y="185585"/>
                  </a:lnTo>
                  <a:lnTo>
                    <a:pt x="39691" y="185956"/>
                  </a:lnTo>
                  <a:lnTo>
                    <a:pt x="39747" y="187778"/>
                  </a:lnTo>
                  <a:lnTo>
                    <a:pt x="38709" y="189878"/>
                  </a:lnTo>
                  <a:lnTo>
                    <a:pt x="36795" y="191876"/>
                  </a:lnTo>
                  <a:lnTo>
                    <a:pt x="35069" y="191933"/>
                  </a:lnTo>
                  <a:lnTo>
                    <a:pt x="33677" y="191250"/>
                  </a:lnTo>
                  <a:lnTo>
                    <a:pt x="32118" y="189599"/>
                  </a:lnTo>
                  <a:lnTo>
                    <a:pt x="29890" y="187379"/>
                  </a:lnTo>
                  <a:lnTo>
                    <a:pt x="29386" y="187036"/>
                  </a:lnTo>
                  <a:lnTo>
                    <a:pt x="26716" y="185216"/>
                  </a:lnTo>
                  <a:lnTo>
                    <a:pt x="24433" y="184306"/>
                  </a:lnTo>
                  <a:lnTo>
                    <a:pt x="22637" y="184117"/>
                  </a:lnTo>
                  <a:lnTo>
                    <a:pt x="22261" y="184078"/>
                  </a:lnTo>
                  <a:lnTo>
                    <a:pt x="21184" y="183173"/>
                  </a:lnTo>
                  <a:lnTo>
                    <a:pt x="19254" y="181289"/>
                  </a:lnTo>
                  <a:lnTo>
                    <a:pt x="17082" y="180321"/>
                  </a:lnTo>
                  <a:lnTo>
                    <a:pt x="15875" y="180610"/>
                  </a:lnTo>
                  <a:lnTo>
                    <a:pt x="14124" y="185315"/>
                  </a:lnTo>
                  <a:lnTo>
                    <a:pt x="1640" y="186883"/>
                  </a:lnTo>
                  <a:lnTo>
                    <a:pt x="1515" y="186086"/>
                  </a:lnTo>
                  <a:lnTo>
                    <a:pt x="1047" y="183081"/>
                  </a:lnTo>
                  <a:lnTo>
                    <a:pt x="1047" y="182479"/>
                  </a:lnTo>
                  <a:lnTo>
                    <a:pt x="1009" y="181380"/>
                  </a:lnTo>
                  <a:lnTo>
                    <a:pt x="876" y="177488"/>
                  </a:lnTo>
                  <a:lnTo>
                    <a:pt x="536" y="167543"/>
                  </a:lnTo>
                  <a:lnTo>
                    <a:pt x="469" y="165603"/>
                  </a:lnTo>
                  <a:lnTo>
                    <a:pt x="378" y="162922"/>
                  </a:lnTo>
                  <a:lnTo>
                    <a:pt x="0" y="149161"/>
                  </a:lnTo>
                  <a:lnTo>
                    <a:pt x="10668" y="146571"/>
                  </a:lnTo>
                  <a:lnTo>
                    <a:pt x="11336" y="150555"/>
                  </a:lnTo>
                  <a:lnTo>
                    <a:pt x="15011" y="155564"/>
                  </a:lnTo>
                  <a:lnTo>
                    <a:pt x="29490" y="161143"/>
                  </a:lnTo>
                  <a:lnTo>
                    <a:pt x="32720" y="159776"/>
                  </a:lnTo>
                  <a:lnTo>
                    <a:pt x="32831" y="155109"/>
                  </a:lnTo>
                  <a:lnTo>
                    <a:pt x="46530" y="134390"/>
                  </a:lnTo>
                  <a:lnTo>
                    <a:pt x="48989" y="134358"/>
                  </a:lnTo>
                  <a:lnTo>
                    <a:pt x="50695" y="134335"/>
                  </a:lnTo>
                  <a:lnTo>
                    <a:pt x="55217" y="134276"/>
                  </a:lnTo>
                  <a:lnTo>
                    <a:pt x="61401" y="130314"/>
                  </a:lnTo>
                  <a:lnTo>
                    <a:pt x="61329" y="127751"/>
                  </a:lnTo>
                  <a:lnTo>
                    <a:pt x="62662" y="125822"/>
                  </a:lnTo>
                  <a:lnTo>
                    <a:pt x="57187" y="125532"/>
                  </a:lnTo>
                  <a:lnTo>
                    <a:pt x="56323" y="122762"/>
                  </a:lnTo>
                  <a:lnTo>
                    <a:pt x="54416" y="116646"/>
                  </a:lnTo>
                  <a:lnTo>
                    <a:pt x="52183" y="114918"/>
                  </a:lnTo>
                  <a:lnTo>
                    <a:pt x="46144" y="109721"/>
                  </a:lnTo>
                  <a:lnTo>
                    <a:pt x="43486" y="108201"/>
                  </a:lnTo>
                  <a:lnTo>
                    <a:pt x="43383" y="108002"/>
                  </a:lnTo>
                  <a:lnTo>
                    <a:pt x="41148" y="103691"/>
                  </a:lnTo>
                  <a:lnTo>
                    <a:pt x="43543" y="103463"/>
                  </a:lnTo>
                  <a:lnTo>
                    <a:pt x="45913" y="103388"/>
                  </a:lnTo>
                  <a:lnTo>
                    <a:pt x="48656" y="103300"/>
                  </a:lnTo>
                  <a:lnTo>
                    <a:pt x="55329" y="107410"/>
                  </a:lnTo>
                  <a:lnTo>
                    <a:pt x="58002" y="111053"/>
                  </a:lnTo>
                  <a:lnTo>
                    <a:pt x="62345" y="101604"/>
                  </a:lnTo>
                  <a:lnTo>
                    <a:pt x="60786" y="99441"/>
                  </a:lnTo>
                  <a:lnTo>
                    <a:pt x="56554" y="92952"/>
                  </a:lnTo>
                  <a:lnTo>
                    <a:pt x="63682" y="77470"/>
                  </a:lnTo>
                  <a:lnTo>
                    <a:pt x="58047" y="73863"/>
                  </a:lnTo>
                  <a:lnTo>
                    <a:pt x="52313" y="69873"/>
                  </a:lnTo>
                  <a:lnTo>
                    <a:pt x="52117" y="69736"/>
                  </a:lnTo>
                  <a:lnTo>
                    <a:pt x="46196" y="56295"/>
                  </a:lnTo>
                  <a:lnTo>
                    <a:pt x="46976" y="48212"/>
                  </a:lnTo>
                  <a:lnTo>
                    <a:pt x="54549" y="41837"/>
                  </a:lnTo>
                  <a:lnTo>
                    <a:pt x="69782" y="33742"/>
                  </a:lnTo>
                  <a:lnTo>
                    <a:pt x="67094" y="26856"/>
                  </a:lnTo>
                  <a:lnTo>
                    <a:pt x="64835" y="21071"/>
                  </a:lnTo>
                  <a:lnTo>
                    <a:pt x="63961" y="17397"/>
                  </a:lnTo>
                  <a:lnTo>
                    <a:pt x="62056" y="14938"/>
                  </a:lnTo>
                  <a:lnTo>
                    <a:pt x="60787" y="11625"/>
                  </a:lnTo>
                  <a:lnTo>
                    <a:pt x="63396" y="9772"/>
                  </a:lnTo>
                  <a:lnTo>
                    <a:pt x="64440" y="9031"/>
                  </a:lnTo>
                  <a:lnTo>
                    <a:pt x="65164" y="8517"/>
                  </a:lnTo>
                  <a:lnTo>
                    <a:pt x="71189" y="18422"/>
                  </a:lnTo>
                  <a:lnTo>
                    <a:pt x="78182" y="18622"/>
                  </a:lnTo>
                  <a:lnTo>
                    <a:pt x="85956" y="20543"/>
                  </a:lnTo>
                  <a:lnTo>
                    <a:pt x="89375" y="21388"/>
                  </a:lnTo>
                  <a:lnTo>
                    <a:pt x="97717" y="25556"/>
                  </a:lnTo>
                  <a:lnTo>
                    <a:pt x="100101" y="17703"/>
                  </a:lnTo>
                  <a:lnTo>
                    <a:pt x="102278" y="18270"/>
                  </a:lnTo>
                  <a:lnTo>
                    <a:pt x="102646" y="18366"/>
                  </a:lnTo>
                  <a:lnTo>
                    <a:pt x="117141" y="22143"/>
                  </a:lnTo>
                  <a:lnTo>
                    <a:pt x="135579" y="20007"/>
                  </a:lnTo>
                  <a:lnTo>
                    <a:pt x="137218" y="24630"/>
                  </a:lnTo>
                  <a:lnTo>
                    <a:pt x="138637" y="28632"/>
                  </a:lnTo>
                  <a:lnTo>
                    <a:pt x="155788" y="23509"/>
                  </a:lnTo>
                  <a:lnTo>
                    <a:pt x="157828" y="24170"/>
                  </a:lnTo>
                  <a:lnTo>
                    <a:pt x="160355" y="24989"/>
                  </a:lnTo>
                  <a:lnTo>
                    <a:pt x="167879" y="14728"/>
                  </a:lnTo>
                  <a:lnTo>
                    <a:pt x="168224" y="14649"/>
                  </a:lnTo>
                  <a:lnTo>
                    <a:pt x="173208" y="13255"/>
                  </a:lnTo>
                  <a:lnTo>
                    <a:pt x="176705" y="11513"/>
                  </a:lnTo>
                  <a:lnTo>
                    <a:pt x="183237" y="7314"/>
                  </a:lnTo>
                  <a:lnTo>
                    <a:pt x="184875" y="5557"/>
                  </a:lnTo>
                  <a:lnTo>
                    <a:pt x="186882" y="3404"/>
                  </a:lnTo>
                  <a:lnTo>
                    <a:pt x="191054" y="455"/>
                  </a:lnTo>
                  <a:lnTo>
                    <a:pt x="193894" y="0"/>
                  </a:lnTo>
                  <a:lnTo>
                    <a:pt x="195147" y="1626"/>
                  </a:lnTo>
                  <a:lnTo>
                    <a:pt x="195512" y="1878"/>
                  </a:lnTo>
                  <a:lnTo>
                    <a:pt x="200581" y="53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564976" y="3538737"/>
              <a:ext cx="189550" cy="180044"/>
            </a:xfrm>
            <a:custGeom>
              <a:avLst/>
              <a:pathLst>
                <a:path w="189550" h="180044">
                  <a:moveTo>
                    <a:pt x="63514" y="19516"/>
                  </a:moveTo>
                  <a:lnTo>
                    <a:pt x="66333" y="23144"/>
                  </a:lnTo>
                  <a:lnTo>
                    <a:pt x="69327" y="15958"/>
                  </a:lnTo>
                  <a:lnTo>
                    <a:pt x="70175" y="13923"/>
                  </a:lnTo>
                  <a:lnTo>
                    <a:pt x="75335" y="16229"/>
                  </a:lnTo>
                  <a:lnTo>
                    <a:pt x="75849" y="16459"/>
                  </a:lnTo>
                  <a:lnTo>
                    <a:pt x="76721" y="17186"/>
                  </a:lnTo>
                  <a:lnTo>
                    <a:pt x="88882" y="27309"/>
                  </a:lnTo>
                  <a:lnTo>
                    <a:pt x="90667" y="27551"/>
                  </a:lnTo>
                  <a:lnTo>
                    <a:pt x="95033" y="29931"/>
                  </a:lnTo>
                  <a:lnTo>
                    <a:pt x="97256" y="31143"/>
                  </a:lnTo>
                  <a:lnTo>
                    <a:pt x="102737" y="29083"/>
                  </a:lnTo>
                  <a:lnTo>
                    <a:pt x="108916" y="26760"/>
                  </a:lnTo>
                  <a:lnTo>
                    <a:pt x="109926" y="28637"/>
                  </a:lnTo>
                  <a:lnTo>
                    <a:pt x="110718" y="30108"/>
                  </a:lnTo>
                  <a:lnTo>
                    <a:pt x="110980" y="30594"/>
                  </a:lnTo>
                  <a:lnTo>
                    <a:pt x="113414" y="33275"/>
                  </a:lnTo>
                  <a:lnTo>
                    <a:pt x="113987" y="33906"/>
                  </a:lnTo>
                  <a:lnTo>
                    <a:pt x="118665" y="36741"/>
                  </a:lnTo>
                  <a:lnTo>
                    <a:pt x="121805" y="40293"/>
                  </a:lnTo>
                  <a:lnTo>
                    <a:pt x="126283" y="45996"/>
                  </a:lnTo>
                  <a:lnTo>
                    <a:pt x="126330" y="46126"/>
                  </a:lnTo>
                  <a:lnTo>
                    <a:pt x="128765" y="52788"/>
                  </a:lnTo>
                  <a:lnTo>
                    <a:pt x="129490" y="54773"/>
                  </a:lnTo>
                  <a:lnTo>
                    <a:pt x="133092" y="58028"/>
                  </a:lnTo>
                  <a:lnTo>
                    <a:pt x="135709" y="59375"/>
                  </a:lnTo>
                  <a:lnTo>
                    <a:pt x="139819" y="61489"/>
                  </a:lnTo>
                  <a:lnTo>
                    <a:pt x="140152" y="61863"/>
                  </a:lnTo>
                  <a:lnTo>
                    <a:pt x="141645" y="63538"/>
                  </a:lnTo>
                  <a:lnTo>
                    <a:pt x="143204" y="67044"/>
                  </a:lnTo>
                  <a:lnTo>
                    <a:pt x="143881" y="67725"/>
                  </a:lnTo>
                  <a:lnTo>
                    <a:pt x="146056" y="69913"/>
                  </a:lnTo>
                  <a:lnTo>
                    <a:pt x="148192" y="71344"/>
                  </a:lnTo>
                  <a:lnTo>
                    <a:pt x="156525" y="76925"/>
                  </a:lnTo>
                  <a:lnTo>
                    <a:pt x="156971" y="77490"/>
                  </a:lnTo>
                  <a:lnTo>
                    <a:pt x="158201" y="79046"/>
                  </a:lnTo>
                  <a:lnTo>
                    <a:pt x="158396" y="79293"/>
                  </a:lnTo>
                  <a:lnTo>
                    <a:pt x="159857" y="79046"/>
                  </a:lnTo>
                  <a:lnTo>
                    <a:pt x="164054" y="78337"/>
                  </a:lnTo>
                  <a:lnTo>
                    <a:pt x="164400" y="79046"/>
                  </a:lnTo>
                  <a:lnTo>
                    <a:pt x="165073" y="80426"/>
                  </a:lnTo>
                  <a:lnTo>
                    <a:pt x="165969" y="82265"/>
                  </a:lnTo>
                  <a:lnTo>
                    <a:pt x="165909" y="82875"/>
                  </a:lnTo>
                  <a:lnTo>
                    <a:pt x="165549" y="86497"/>
                  </a:lnTo>
                  <a:lnTo>
                    <a:pt x="164855" y="93478"/>
                  </a:lnTo>
                  <a:lnTo>
                    <a:pt x="164952" y="93783"/>
                  </a:lnTo>
                  <a:lnTo>
                    <a:pt x="165568" y="95721"/>
                  </a:lnTo>
                  <a:lnTo>
                    <a:pt x="172017" y="101082"/>
                  </a:lnTo>
                  <a:lnTo>
                    <a:pt x="181138" y="107093"/>
                  </a:lnTo>
                  <a:lnTo>
                    <a:pt x="182679" y="108348"/>
                  </a:lnTo>
                  <a:lnTo>
                    <a:pt x="185630" y="105602"/>
                  </a:lnTo>
                  <a:lnTo>
                    <a:pt x="189283" y="110793"/>
                  </a:lnTo>
                  <a:lnTo>
                    <a:pt x="189550" y="116531"/>
                  </a:lnTo>
                  <a:lnTo>
                    <a:pt x="188570" y="121722"/>
                  </a:lnTo>
                  <a:lnTo>
                    <a:pt x="186074" y="122356"/>
                  </a:lnTo>
                  <a:lnTo>
                    <a:pt x="184477" y="121670"/>
                  </a:lnTo>
                  <a:lnTo>
                    <a:pt x="175509" y="125329"/>
                  </a:lnTo>
                  <a:lnTo>
                    <a:pt x="170828" y="126846"/>
                  </a:lnTo>
                  <a:lnTo>
                    <a:pt x="167810" y="127824"/>
                  </a:lnTo>
                  <a:lnTo>
                    <a:pt x="158944" y="116940"/>
                  </a:lnTo>
                  <a:lnTo>
                    <a:pt x="155469" y="118352"/>
                  </a:lnTo>
                  <a:lnTo>
                    <a:pt x="158454" y="124727"/>
                  </a:lnTo>
                  <a:lnTo>
                    <a:pt x="151676" y="127685"/>
                  </a:lnTo>
                  <a:lnTo>
                    <a:pt x="150733" y="128096"/>
                  </a:lnTo>
                  <a:lnTo>
                    <a:pt x="143530" y="131239"/>
                  </a:lnTo>
                  <a:lnTo>
                    <a:pt x="144065" y="136476"/>
                  </a:lnTo>
                  <a:lnTo>
                    <a:pt x="156004" y="153278"/>
                  </a:lnTo>
                  <a:lnTo>
                    <a:pt x="145933" y="154843"/>
                  </a:lnTo>
                  <a:lnTo>
                    <a:pt x="145443" y="157257"/>
                  </a:lnTo>
                  <a:lnTo>
                    <a:pt x="148270" y="158310"/>
                  </a:lnTo>
                  <a:lnTo>
                    <a:pt x="149629" y="158816"/>
                  </a:lnTo>
                  <a:lnTo>
                    <a:pt x="151190" y="159397"/>
                  </a:lnTo>
                  <a:lnTo>
                    <a:pt x="153595" y="163860"/>
                  </a:lnTo>
                  <a:lnTo>
                    <a:pt x="140587" y="169916"/>
                  </a:lnTo>
                  <a:lnTo>
                    <a:pt x="137067" y="162723"/>
                  </a:lnTo>
                  <a:lnTo>
                    <a:pt x="134311" y="164858"/>
                  </a:lnTo>
                  <a:lnTo>
                    <a:pt x="132640" y="167562"/>
                  </a:lnTo>
                  <a:lnTo>
                    <a:pt x="132306" y="169525"/>
                  </a:lnTo>
                  <a:lnTo>
                    <a:pt x="133030" y="171631"/>
                  </a:lnTo>
                  <a:lnTo>
                    <a:pt x="135842" y="175388"/>
                  </a:lnTo>
                  <a:lnTo>
                    <a:pt x="127740" y="179116"/>
                  </a:lnTo>
                  <a:lnTo>
                    <a:pt x="115294" y="178462"/>
                  </a:lnTo>
                  <a:lnTo>
                    <a:pt x="115064" y="166169"/>
                  </a:lnTo>
                  <a:lnTo>
                    <a:pt x="109147" y="166881"/>
                  </a:lnTo>
                  <a:lnTo>
                    <a:pt x="109774" y="180044"/>
                  </a:lnTo>
                  <a:lnTo>
                    <a:pt x="105858" y="179444"/>
                  </a:lnTo>
                  <a:lnTo>
                    <a:pt x="76529" y="174949"/>
                  </a:lnTo>
                  <a:lnTo>
                    <a:pt x="63999" y="177739"/>
                  </a:lnTo>
                  <a:lnTo>
                    <a:pt x="63139" y="174752"/>
                  </a:lnTo>
                  <a:lnTo>
                    <a:pt x="58932" y="160150"/>
                  </a:lnTo>
                  <a:lnTo>
                    <a:pt x="56871" y="159922"/>
                  </a:lnTo>
                  <a:lnTo>
                    <a:pt x="54310" y="169884"/>
                  </a:lnTo>
                  <a:lnTo>
                    <a:pt x="52234" y="169796"/>
                  </a:lnTo>
                  <a:lnTo>
                    <a:pt x="0" y="157729"/>
                  </a:lnTo>
                  <a:lnTo>
                    <a:pt x="4287" y="152151"/>
                  </a:lnTo>
                  <a:lnTo>
                    <a:pt x="12139" y="147939"/>
                  </a:lnTo>
                  <a:lnTo>
                    <a:pt x="14478" y="136669"/>
                  </a:lnTo>
                  <a:lnTo>
                    <a:pt x="18710" y="137124"/>
                  </a:lnTo>
                  <a:lnTo>
                    <a:pt x="22052" y="125000"/>
                  </a:lnTo>
                  <a:lnTo>
                    <a:pt x="24947" y="102573"/>
                  </a:lnTo>
                  <a:lnTo>
                    <a:pt x="46888" y="107469"/>
                  </a:lnTo>
                  <a:lnTo>
                    <a:pt x="20429" y="62372"/>
                  </a:lnTo>
                  <a:lnTo>
                    <a:pt x="25930" y="58117"/>
                  </a:lnTo>
                  <a:lnTo>
                    <a:pt x="32194" y="54132"/>
                  </a:lnTo>
                  <a:lnTo>
                    <a:pt x="30802" y="49792"/>
                  </a:lnTo>
                  <a:lnTo>
                    <a:pt x="27904" y="45745"/>
                  </a:lnTo>
                  <a:lnTo>
                    <a:pt x="29919" y="44491"/>
                  </a:lnTo>
                  <a:lnTo>
                    <a:pt x="29011" y="42971"/>
                  </a:lnTo>
                  <a:lnTo>
                    <a:pt x="27201" y="39342"/>
                  </a:lnTo>
                  <a:lnTo>
                    <a:pt x="27950" y="38823"/>
                  </a:lnTo>
                  <a:lnTo>
                    <a:pt x="29150" y="37990"/>
                  </a:lnTo>
                  <a:lnTo>
                    <a:pt x="31347" y="37048"/>
                  </a:lnTo>
                  <a:lnTo>
                    <a:pt x="32776" y="36065"/>
                  </a:lnTo>
                  <a:lnTo>
                    <a:pt x="38402" y="32195"/>
                  </a:lnTo>
                  <a:lnTo>
                    <a:pt x="37844" y="30924"/>
                  </a:lnTo>
                  <a:lnTo>
                    <a:pt x="47344" y="32152"/>
                  </a:lnTo>
                  <a:lnTo>
                    <a:pt x="54631" y="33592"/>
                  </a:lnTo>
                  <a:lnTo>
                    <a:pt x="56632" y="34214"/>
                  </a:lnTo>
                  <a:lnTo>
                    <a:pt x="54225" y="29611"/>
                  </a:lnTo>
                  <a:lnTo>
                    <a:pt x="50082" y="19024"/>
                  </a:lnTo>
                  <a:lnTo>
                    <a:pt x="48323" y="15313"/>
                  </a:lnTo>
                  <a:lnTo>
                    <a:pt x="46741" y="11647"/>
                  </a:lnTo>
                  <a:lnTo>
                    <a:pt x="45593" y="6264"/>
                  </a:lnTo>
                  <a:lnTo>
                    <a:pt x="44702" y="4584"/>
                  </a:lnTo>
                  <a:lnTo>
                    <a:pt x="43399" y="2911"/>
                  </a:lnTo>
                  <a:lnTo>
                    <a:pt x="42587" y="0"/>
                  </a:lnTo>
                  <a:lnTo>
                    <a:pt x="52267" y="1245"/>
                  </a:lnTo>
                  <a:lnTo>
                    <a:pt x="53576" y="9992"/>
                  </a:lnTo>
                  <a:lnTo>
                    <a:pt x="54361" y="11791"/>
                  </a:lnTo>
                  <a:lnTo>
                    <a:pt x="59069" y="137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570013" y="3335999"/>
              <a:ext cx="205190" cy="270463"/>
            </a:xfrm>
            <a:custGeom>
              <a:avLst/>
              <a:pathLst>
                <a:path w="205190" h="270463">
                  <a:moveTo>
                    <a:pt x="139963" y="23052"/>
                  </a:moveTo>
                  <a:lnTo>
                    <a:pt x="142469" y="23621"/>
                  </a:lnTo>
                  <a:lnTo>
                    <a:pt x="147481" y="23621"/>
                  </a:lnTo>
                  <a:lnTo>
                    <a:pt x="153050" y="23621"/>
                  </a:lnTo>
                  <a:lnTo>
                    <a:pt x="155834" y="25329"/>
                  </a:lnTo>
                  <a:lnTo>
                    <a:pt x="162238" y="31590"/>
                  </a:lnTo>
                  <a:lnTo>
                    <a:pt x="167250" y="41267"/>
                  </a:lnTo>
                  <a:lnTo>
                    <a:pt x="169477" y="49805"/>
                  </a:lnTo>
                  <a:lnTo>
                    <a:pt x="171148" y="60620"/>
                  </a:lnTo>
                  <a:lnTo>
                    <a:pt x="171983" y="69442"/>
                  </a:lnTo>
                  <a:lnTo>
                    <a:pt x="170870" y="78550"/>
                  </a:lnTo>
                  <a:lnTo>
                    <a:pt x="168921" y="87941"/>
                  </a:lnTo>
                  <a:lnTo>
                    <a:pt x="167250" y="95057"/>
                  </a:lnTo>
                  <a:lnTo>
                    <a:pt x="162411" y="115337"/>
                  </a:lnTo>
                  <a:lnTo>
                    <a:pt x="183328" y="141537"/>
                  </a:lnTo>
                  <a:lnTo>
                    <a:pt x="183956" y="148277"/>
                  </a:lnTo>
                  <a:lnTo>
                    <a:pt x="184814" y="152835"/>
                  </a:lnTo>
                  <a:lnTo>
                    <a:pt x="186184" y="160515"/>
                  </a:lnTo>
                  <a:lnTo>
                    <a:pt x="187053" y="163053"/>
                  </a:lnTo>
                  <a:lnTo>
                    <a:pt x="181172" y="167061"/>
                  </a:lnTo>
                  <a:lnTo>
                    <a:pt x="186184" y="173891"/>
                  </a:lnTo>
                  <a:lnTo>
                    <a:pt x="190917" y="176737"/>
                  </a:lnTo>
                  <a:lnTo>
                    <a:pt x="204479" y="177151"/>
                  </a:lnTo>
                  <a:lnTo>
                    <a:pt x="205190" y="183693"/>
                  </a:lnTo>
                  <a:lnTo>
                    <a:pt x="200073" y="184896"/>
                  </a:lnTo>
                  <a:lnTo>
                    <a:pt x="199940" y="190005"/>
                  </a:lnTo>
                  <a:lnTo>
                    <a:pt x="199196" y="192466"/>
                  </a:lnTo>
                  <a:lnTo>
                    <a:pt x="197748" y="194174"/>
                  </a:lnTo>
                  <a:lnTo>
                    <a:pt x="195966" y="195426"/>
                  </a:lnTo>
                  <a:lnTo>
                    <a:pt x="191622" y="196565"/>
                  </a:lnTo>
                  <a:lnTo>
                    <a:pt x="186225" y="197400"/>
                  </a:lnTo>
                  <a:lnTo>
                    <a:pt x="187211" y="204554"/>
                  </a:lnTo>
                  <a:lnTo>
                    <a:pt x="182761" y="205182"/>
                  </a:lnTo>
                  <a:lnTo>
                    <a:pt x="181753" y="205341"/>
                  </a:lnTo>
                  <a:lnTo>
                    <a:pt x="180781" y="202693"/>
                  </a:lnTo>
                  <a:lnTo>
                    <a:pt x="170802" y="207065"/>
                  </a:lnTo>
                  <a:lnTo>
                    <a:pt x="177217" y="218358"/>
                  </a:lnTo>
                  <a:lnTo>
                    <a:pt x="180514" y="223276"/>
                  </a:lnTo>
                  <a:lnTo>
                    <a:pt x="183322" y="229260"/>
                  </a:lnTo>
                  <a:lnTo>
                    <a:pt x="179356" y="231563"/>
                  </a:lnTo>
                  <a:lnTo>
                    <a:pt x="180407" y="235787"/>
                  </a:lnTo>
                  <a:lnTo>
                    <a:pt x="180603" y="241217"/>
                  </a:lnTo>
                  <a:lnTo>
                    <a:pt x="179979" y="243312"/>
                  </a:lnTo>
                  <a:lnTo>
                    <a:pt x="178287" y="245680"/>
                  </a:lnTo>
                  <a:lnTo>
                    <a:pt x="173386" y="245407"/>
                  </a:lnTo>
                  <a:lnTo>
                    <a:pt x="166212" y="244302"/>
                  </a:lnTo>
                  <a:lnTo>
                    <a:pt x="161133" y="245573"/>
                  </a:lnTo>
                  <a:lnTo>
                    <a:pt x="158417" y="247774"/>
                  </a:lnTo>
                  <a:lnTo>
                    <a:pt x="155744" y="250051"/>
                  </a:lnTo>
                  <a:lnTo>
                    <a:pt x="149658" y="256735"/>
                  </a:lnTo>
                  <a:lnTo>
                    <a:pt x="150065" y="260586"/>
                  </a:lnTo>
                  <a:lnTo>
                    <a:pt x="147211" y="269978"/>
                  </a:lnTo>
                  <a:lnTo>
                    <a:pt x="138845" y="270463"/>
                  </a:lnTo>
                  <a:lnTo>
                    <a:pt x="138168" y="269782"/>
                  </a:lnTo>
                  <a:lnTo>
                    <a:pt x="136609" y="266276"/>
                  </a:lnTo>
                  <a:lnTo>
                    <a:pt x="135116" y="264601"/>
                  </a:lnTo>
                  <a:lnTo>
                    <a:pt x="134782" y="264226"/>
                  </a:lnTo>
                  <a:lnTo>
                    <a:pt x="130673" y="262112"/>
                  </a:lnTo>
                  <a:lnTo>
                    <a:pt x="128055" y="260766"/>
                  </a:lnTo>
                  <a:lnTo>
                    <a:pt x="124454" y="257511"/>
                  </a:lnTo>
                  <a:lnTo>
                    <a:pt x="123728" y="255526"/>
                  </a:lnTo>
                  <a:lnTo>
                    <a:pt x="121294" y="248864"/>
                  </a:lnTo>
                  <a:lnTo>
                    <a:pt x="121246" y="248734"/>
                  </a:lnTo>
                  <a:lnTo>
                    <a:pt x="116769" y="243031"/>
                  </a:lnTo>
                  <a:lnTo>
                    <a:pt x="113628" y="239479"/>
                  </a:lnTo>
                  <a:lnTo>
                    <a:pt x="108951" y="236644"/>
                  </a:lnTo>
                  <a:lnTo>
                    <a:pt x="108378" y="236013"/>
                  </a:lnTo>
                  <a:lnTo>
                    <a:pt x="105944" y="233331"/>
                  </a:lnTo>
                  <a:lnTo>
                    <a:pt x="105682" y="232846"/>
                  </a:lnTo>
                  <a:lnTo>
                    <a:pt x="104871" y="231340"/>
                  </a:lnTo>
                  <a:lnTo>
                    <a:pt x="103879" y="229498"/>
                  </a:lnTo>
                  <a:lnTo>
                    <a:pt x="103686" y="228426"/>
                  </a:lnTo>
                  <a:lnTo>
                    <a:pt x="103355" y="226583"/>
                  </a:lnTo>
                  <a:lnTo>
                    <a:pt x="104326" y="225266"/>
                  </a:lnTo>
                  <a:lnTo>
                    <a:pt x="104947" y="224424"/>
                  </a:lnTo>
                  <a:lnTo>
                    <a:pt x="107230" y="223115"/>
                  </a:lnTo>
                  <a:lnTo>
                    <a:pt x="109624" y="222262"/>
                  </a:lnTo>
                  <a:lnTo>
                    <a:pt x="113411" y="221920"/>
                  </a:lnTo>
                  <a:lnTo>
                    <a:pt x="117028" y="222269"/>
                  </a:lnTo>
                  <a:lnTo>
                    <a:pt x="120144" y="222570"/>
                  </a:lnTo>
                  <a:lnTo>
                    <a:pt x="122861" y="222786"/>
                  </a:lnTo>
                  <a:lnTo>
                    <a:pt x="125120" y="222965"/>
                  </a:lnTo>
                  <a:lnTo>
                    <a:pt x="131326" y="222916"/>
                  </a:lnTo>
                  <a:lnTo>
                    <a:pt x="132647" y="221901"/>
                  </a:lnTo>
                  <a:lnTo>
                    <a:pt x="133289" y="221407"/>
                  </a:lnTo>
                  <a:lnTo>
                    <a:pt x="133415" y="220834"/>
                  </a:lnTo>
                  <a:lnTo>
                    <a:pt x="132722" y="220571"/>
                  </a:lnTo>
                  <a:lnTo>
                    <a:pt x="131591" y="220142"/>
                  </a:lnTo>
                  <a:lnTo>
                    <a:pt x="127916" y="218623"/>
                  </a:lnTo>
                  <a:lnTo>
                    <a:pt x="122438" y="215895"/>
                  </a:lnTo>
                  <a:lnTo>
                    <a:pt x="121700" y="215528"/>
                  </a:lnTo>
                  <a:lnTo>
                    <a:pt x="121379" y="215349"/>
                  </a:lnTo>
                  <a:lnTo>
                    <a:pt x="120302" y="214752"/>
                  </a:lnTo>
                  <a:lnTo>
                    <a:pt x="117229" y="213049"/>
                  </a:lnTo>
                  <a:lnTo>
                    <a:pt x="116179" y="212467"/>
                  </a:lnTo>
                  <a:lnTo>
                    <a:pt x="112704" y="208812"/>
                  </a:lnTo>
                  <a:lnTo>
                    <a:pt x="110231" y="208590"/>
                  </a:lnTo>
                  <a:lnTo>
                    <a:pt x="108444" y="207805"/>
                  </a:lnTo>
                  <a:lnTo>
                    <a:pt x="106539" y="207241"/>
                  </a:lnTo>
                  <a:lnTo>
                    <a:pt x="105261" y="206421"/>
                  </a:lnTo>
                  <a:lnTo>
                    <a:pt x="105150" y="204637"/>
                  </a:lnTo>
                  <a:lnTo>
                    <a:pt x="104301" y="193869"/>
                  </a:lnTo>
                  <a:lnTo>
                    <a:pt x="104184" y="187721"/>
                  </a:lnTo>
                  <a:lnTo>
                    <a:pt x="104158" y="186365"/>
                  </a:lnTo>
                  <a:lnTo>
                    <a:pt x="104667" y="178158"/>
                  </a:lnTo>
                  <a:lnTo>
                    <a:pt x="130505" y="176314"/>
                  </a:lnTo>
                  <a:lnTo>
                    <a:pt x="136493" y="176914"/>
                  </a:lnTo>
                  <a:lnTo>
                    <a:pt x="137700" y="176701"/>
                  </a:lnTo>
                  <a:lnTo>
                    <a:pt x="140693" y="174357"/>
                  </a:lnTo>
                  <a:lnTo>
                    <a:pt x="142237" y="173148"/>
                  </a:lnTo>
                  <a:lnTo>
                    <a:pt x="139359" y="170593"/>
                  </a:lnTo>
                  <a:lnTo>
                    <a:pt x="138933" y="170305"/>
                  </a:lnTo>
                  <a:lnTo>
                    <a:pt x="138022" y="169688"/>
                  </a:lnTo>
                  <a:lnTo>
                    <a:pt x="133698" y="167102"/>
                  </a:lnTo>
                  <a:lnTo>
                    <a:pt x="127477" y="165222"/>
                  </a:lnTo>
                  <a:lnTo>
                    <a:pt x="117798" y="163827"/>
                  </a:lnTo>
                  <a:lnTo>
                    <a:pt x="111244" y="162883"/>
                  </a:lnTo>
                  <a:lnTo>
                    <a:pt x="100854" y="163107"/>
                  </a:lnTo>
                  <a:lnTo>
                    <a:pt x="97279" y="163798"/>
                  </a:lnTo>
                  <a:lnTo>
                    <a:pt x="97127" y="163827"/>
                  </a:lnTo>
                  <a:lnTo>
                    <a:pt x="90430" y="165122"/>
                  </a:lnTo>
                  <a:lnTo>
                    <a:pt x="82645" y="167034"/>
                  </a:lnTo>
                  <a:lnTo>
                    <a:pt x="77677" y="167606"/>
                  </a:lnTo>
                  <a:lnTo>
                    <a:pt x="72225" y="168233"/>
                  </a:lnTo>
                  <a:lnTo>
                    <a:pt x="70931" y="168117"/>
                  </a:lnTo>
                  <a:lnTo>
                    <a:pt x="61488" y="167271"/>
                  </a:lnTo>
                  <a:lnTo>
                    <a:pt x="51612" y="165491"/>
                  </a:lnTo>
                  <a:lnTo>
                    <a:pt x="49260" y="164860"/>
                  </a:lnTo>
                  <a:lnTo>
                    <a:pt x="47455" y="164376"/>
                  </a:lnTo>
                  <a:lnTo>
                    <a:pt x="39385" y="160986"/>
                  </a:lnTo>
                  <a:lnTo>
                    <a:pt x="38115" y="157476"/>
                  </a:lnTo>
                  <a:lnTo>
                    <a:pt x="37555" y="155705"/>
                  </a:lnTo>
                  <a:lnTo>
                    <a:pt x="36734" y="153104"/>
                  </a:lnTo>
                  <a:lnTo>
                    <a:pt x="35886" y="151202"/>
                  </a:lnTo>
                  <a:lnTo>
                    <a:pt x="34675" y="148487"/>
                  </a:lnTo>
                  <a:lnTo>
                    <a:pt x="33917" y="147501"/>
                  </a:lnTo>
                  <a:lnTo>
                    <a:pt x="33756" y="147292"/>
                  </a:lnTo>
                  <a:lnTo>
                    <a:pt x="32837" y="146438"/>
                  </a:lnTo>
                  <a:lnTo>
                    <a:pt x="30942" y="145183"/>
                  </a:lnTo>
                  <a:lnTo>
                    <a:pt x="29884" y="142337"/>
                  </a:lnTo>
                  <a:lnTo>
                    <a:pt x="29738" y="135711"/>
                  </a:lnTo>
                  <a:lnTo>
                    <a:pt x="29299" y="132718"/>
                  </a:lnTo>
                  <a:lnTo>
                    <a:pt x="28236" y="130241"/>
                  </a:lnTo>
                  <a:lnTo>
                    <a:pt x="27100" y="126194"/>
                  </a:lnTo>
                  <a:lnTo>
                    <a:pt x="27400" y="122199"/>
                  </a:lnTo>
                  <a:lnTo>
                    <a:pt x="30200" y="108907"/>
                  </a:lnTo>
                  <a:lnTo>
                    <a:pt x="25723" y="109126"/>
                  </a:lnTo>
                  <a:lnTo>
                    <a:pt x="17826" y="110706"/>
                  </a:lnTo>
                  <a:lnTo>
                    <a:pt x="16251" y="111021"/>
                  </a:lnTo>
                  <a:lnTo>
                    <a:pt x="14927" y="109846"/>
                  </a:lnTo>
                  <a:lnTo>
                    <a:pt x="13690" y="109042"/>
                  </a:lnTo>
                  <a:lnTo>
                    <a:pt x="9674" y="105711"/>
                  </a:lnTo>
                  <a:lnTo>
                    <a:pt x="7613" y="104003"/>
                  </a:lnTo>
                  <a:lnTo>
                    <a:pt x="5129" y="100517"/>
                  </a:lnTo>
                  <a:lnTo>
                    <a:pt x="2116" y="92933"/>
                  </a:lnTo>
                  <a:lnTo>
                    <a:pt x="348" y="89845"/>
                  </a:lnTo>
                  <a:lnTo>
                    <a:pt x="142" y="88678"/>
                  </a:lnTo>
                  <a:lnTo>
                    <a:pt x="0" y="87867"/>
                  </a:lnTo>
                  <a:lnTo>
                    <a:pt x="941" y="86188"/>
                  </a:lnTo>
                  <a:lnTo>
                    <a:pt x="1475" y="85235"/>
                  </a:lnTo>
                  <a:lnTo>
                    <a:pt x="9880" y="75174"/>
                  </a:lnTo>
                  <a:lnTo>
                    <a:pt x="10751" y="74131"/>
                  </a:lnTo>
                  <a:lnTo>
                    <a:pt x="11659" y="72851"/>
                  </a:lnTo>
                  <a:lnTo>
                    <a:pt x="13271" y="70579"/>
                  </a:lnTo>
                  <a:lnTo>
                    <a:pt x="13517" y="67869"/>
                  </a:lnTo>
                  <a:lnTo>
                    <a:pt x="14159" y="60806"/>
                  </a:lnTo>
                  <a:lnTo>
                    <a:pt x="14208" y="60272"/>
                  </a:lnTo>
                  <a:lnTo>
                    <a:pt x="18608" y="59648"/>
                  </a:lnTo>
                  <a:lnTo>
                    <a:pt x="18100" y="57101"/>
                  </a:lnTo>
                  <a:lnTo>
                    <a:pt x="17651" y="54853"/>
                  </a:lnTo>
                  <a:lnTo>
                    <a:pt x="14176" y="54341"/>
                  </a:lnTo>
                  <a:lnTo>
                    <a:pt x="9727" y="51915"/>
                  </a:lnTo>
                  <a:lnTo>
                    <a:pt x="12619" y="44116"/>
                  </a:lnTo>
                  <a:lnTo>
                    <a:pt x="15997" y="45280"/>
                  </a:lnTo>
                  <a:lnTo>
                    <a:pt x="19473" y="46477"/>
                  </a:lnTo>
                  <a:lnTo>
                    <a:pt x="20509" y="46734"/>
                  </a:lnTo>
                  <a:lnTo>
                    <a:pt x="21589" y="47001"/>
                  </a:lnTo>
                  <a:lnTo>
                    <a:pt x="21897" y="47077"/>
                  </a:lnTo>
                  <a:lnTo>
                    <a:pt x="22162" y="47143"/>
                  </a:lnTo>
                  <a:lnTo>
                    <a:pt x="23348" y="47211"/>
                  </a:lnTo>
                  <a:lnTo>
                    <a:pt x="24308" y="47045"/>
                  </a:lnTo>
                  <a:lnTo>
                    <a:pt x="24708" y="46976"/>
                  </a:lnTo>
                  <a:lnTo>
                    <a:pt x="36413" y="44952"/>
                  </a:lnTo>
                  <a:lnTo>
                    <a:pt x="37515" y="45913"/>
                  </a:lnTo>
                  <a:lnTo>
                    <a:pt x="39559" y="50315"/>
                  </a:lnTo>
                  <a:lnTo>
                    <a:pt x="40172" y="51634"/>
                  </a:lnTo>
                  <a:lnTo>
                    <a:pt x="41143" y="52228"/>
                  </a:lnTo>
                  <a:lnTo>
                    <a:pt x="45008" y="54592"/>
                  </a:lnTo>
                  <a:lnTo>
                    <a:pt x="46453" y="55476"/>
                  </a:lnTo>
                  <a:lnTo>
                    <a:pt x="45297" y="53410"/>
                  </a:lnTo>
                  <a:lnTo>
                    <a:pt x="45037" y="52709"/>
                  </a:lnTo>
                  <a:lnTo>
                    <a:pt x="44753" y="51946"/>
                  </a:lnTo>
                  <a:lnTo>
                    <a:pt x="43962" y="49816"/>
                  </a:lnTo>
                  <a:lnTo>
                    <a:pt x="42802" y="46693"/>
                  </a:lnTo>
                  <a:lnTo>
                    <a:pt x="42832" y="46477"/>
                  </a:lnTo>
                  <a:lnTo>
                    <a:pt x="43016" y="45130"/>
                  </a:lnTo>
                  <a:lnTo>
                    <a:pt x="43286" y="43145"/>
                  </a:lnTo>
                  <a:lnTo>
                    <a:pt x="43337" y="42777"/>
                  </a:lnTo>
                  <a:lnTo>
                    <a:pt x="45495" y="37866"/>
                  </a:lnTo>
                  <a:lnTo>
                    <a:pt x="45534" y="37583"/>
                  </a:lnTo>
                  <a:lnTo>
                    <a:pt x="45724" y="36074"/>
                  </a:lnTo>
                  <a:lnTo>
                    <a:pt x="44988" y="35150"/>
                  </a:lnTo>
                  <a:lnTo>
                    <a:pt x="44753" y="34854"/>
                  </a:lnTo>
                  <a:lnTo>
                    <a:pt x="42734" y="33143"/>
                  </a:lnTo>
                  <a:lnTo>
                    <a:pt x="42598" y="33027"/>
                  </a:lnTo>
                  <a:lnTo>
                    <a:pt x="39775" y="31934"/>
                  </a:lnTo>
                  <a:lnTo>
                    <a:pt x="37453" y="31832"/>
                  </a:lnTo>
                  <a:lnTo>
                    <a:pt x="31953" y="33128"/>
                  </a:lnTo>
                  <a:lnTo>
                    <a:pt x="30047" y="33577"/>
                  </a:lnTo>
                  <a:lnTo>
                    <a:pt x="24694" y="34839"/>
                  </a:lnTo>
                  <a:lnTo>
                    <a:pt x="20685" y="34361"/>
                  </a:lnTo>
                  <a:lnTo>
                    <a:pt x="19215" y="33883"/>
                  </a:lnTo>
                  <a:lnTo>
                    <a:pt x="18935" y="32609"/>
                  </a:lnTo>
                  <a:lnTo>
                    <a:pt x="18959" y="31791"/>
                  </a:lnTo>
                  <a:lnTo>
                    <a:pt x="19035" y="29126"/>
                  </a:lnTo>
                  <a:lnTo>
                    <a:pt x="20105" y="24549"/>
                  </a:lnTo>
                  <a:lnTo>
                    <a:pt x="20837" y="23337"/>
                  </a:lnTo>
                  <a:lnTo>
                    <a:pt x="22043" y="21339"/>
                  </a:lnTo>
                  <a:lnTo>
                    <a:pt x="24181" y="20178"/>
                  </a:lnTo>
                  <a:lnTo>
                    <a:pt x="30047" y="19735"/>
                  </a:lnTo>
                  <a:lnTo>
                    <a:pt x="32333" y="19563"/>
                  </a:lnTo>
                  <a:lnTo>
                    <a:pt x="37989" y="18325"/>
                  </a:lnTo>
                  <a:lnTo>
                    <a:pt x="38243" y="18269"/>
                  </a:lnTo>
                  <a:lnTo>
                    <a:pt x="41068" y="16607"/>
                  </a:lnTo>
                  <a:lnTo>
                    <a:pt x="43546" y="16750"/>
                  </a:lnTo>
                  <a:lnTo>
                    <a:pt x="45021" y="17433"/>
                  </a:lnTo>
                  <a:lnTo>
                    <a:pt x="48056" y="17888"/>
                  </a:lnTo>
                  <a:lnTo>
                    <a:pt x="52428" y="15981"/>
                  </a:lnTo>
                  <a:lnTo>
                    <a:pt x="53420" y="14769"/>
                  </a:lnTo>
                  <a:lnTo>
                    <a:pt x="56764" y="10684"/>
                  </a:lnTo>
                  <a:lnTo>
                    <a:pt x="69550" y="4445"/>
                  </a:lnTo>
                  <a:lnTo>
                    <a:pt x="75918" y="6294"/>
                  </a:lnTo>
                  <a:lnTo>
                    <a:pt x="88949" y="9368"/>
                  </a:lnTo>
                  <a:lnTo>
                    <a:pt x="106991" y="19158"/>
                  </a:lnTo>
                  <a:lnTo>
                    <a:pt x="118017" y="36234"/>
                  </a:lnTo>
                  <a:lnTo>
                    <a:pt x="123309" y="32233"/>
                  </a:lnTo>
                  <a:lnTo>
                    <a:pt x="121030" y="27037"/>
                  </a:lnTo>
                  <a:lnTo>
                    <a:pt x="118245" y="21060"/>
                  </a:lnTo>
                  <a:lnTo>
                    <a:pt x="114069" y="13945"/>
                  </a:lnTo>
                  <a:lnTo>
                    <a:pt x="110728" y="8538"/>
                  </a:lnTo>
                  <a:lnTo>
                    <a:pt x="109614" y="1707"/>
                  </a:lnTo>
                  <a:lnTo>
                    <a:pt x="111563" y="0"/>
                  </a:lnTo>
                  <a:lnTo>
                    <a:pt x="117967" y="1707"/>
                  </a:lnTo>
                  <a:lnTo>
                    <a:pt x="125763" y="6830"/>
                  </a:lnTo>
                  <a:lnTo>
                    <a:pt x="134673" y="142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552906" y="3211413"/>
              <a:ext cx="138791" cy="130880"/>
            </a:xfrm>
            <a:custGeom>
              <a:avLst/>
              <a:pathLst>
                <a:path w="138791" h="130880">
                  <a:moveTo>
                    <a:pt x="75870" y="36206"/>
                  </a:moveTo>
                  <a:lnTo>
                    <a:pt x="86234" y="40811"/>
                  </a:lnTo>
                  <a:lnTo>
                    <a:pt x="90105" y="31749"/>
                  </a:lnTo>
                  <a:lnTo>
                    <a:pt x="104862" y="38010"/>
                  </a:lnTo>
                  <a:lnTo>
                    <a:pt x="100514" y="49286"/>
                  </a:lnTo>
                  <a:lnTo>
                    <a:pt x="100751" y="49389"/>
                  </a:lnTo>
                  <a:lnTo>
                    <a:pt x="101472" y="49701"/>
                  </a:lnTo>
                  <a:lnTo>
                    <a:pt x="107552" y="52216"/>
                  </a:lnTo>
                  <a:lnTo>
                    <a:pt x="115161" y="55365"/>
                  </a:lnTo>
                  <a:lnTo>
                    <a:pt x="115425" y="55482"/>
                  </a:lnTo>
                  <a:lnTo>
                    <a:pt x="125036" y="59722"/>
                  </a:lnTo>
                  <a:lnTo>
                    <a:pt x="135127" y="64595"/>
                  </a:lnTo>
                  <a:lnTo>
                    <a:pt x="133594" y="68894"/>
                  </a:lnTo>
                  <a:lnTo>
                    <a:pt x="133321" y="69660"/>
                  </a:lnTo>
                  <a:lnTo>
                    <a:pt x="132809" y="74906"/>
                  </a:lnTo>
                  <a:lnTo>
                    <a:pt x="133364" y="77362"/>
                  </a:lnTo>
                  <a:lnTo>
                    <a:pt x="133722" y="78950"/>
                  </a:lnTo>
                  <a:lnTo>
                    <a:pt x="133594" y="82879"/>
                  </a:lnTo>
                  <a:lnTo>
                    <a:pt x="133499" y="85780"/>
                  </a:lnTo>
                  <a:lnTo>
                    <a:pt x="134524" y="92445"/>
                  </a:lnTo>
                  <a:lnTo>
                    <a:pt x="138791" y="105160"/>
                  </a:lnTo>
                  <a:lnTo>
                    <a:pt x="135458" y="109364"/>
                  </a:lnTo>
                  <a:lnTo>
                    <a:pt x="108394" y="108112"/>
                  </a:lnTo>
                  <a:lnTo>
                    <a:pt x="100932" y="118585"/>
                  </a:lnTo>
                  <a:lnTo>
                    <a:pt x="92356" y="123708"/>
                  </a:lnTo>
                  <a:lnTo>
                    <a:pt x="93025" y="130880"/>
                  </a:lnTo>
                  <a:lnTo>
                    <a:pt x="86657" y="129031"/>
                  </a:lnTo>
                  <a:lnTo>
                    <a:pt x="62638" y="84237"/>
                  </a:lnTo>
                  <a:lnTo>
                    <a:pt x="53784" y="80480"/>
                  </a:lnTo>
                  <a:lnTo>
                    <a:pt x="48188" y="69210"/>
                  </a:lnTo>
                  <a:lnTo>
                    <a:pt x="42867" y="70608"/>
                  </a:lnTo>
                  <a:lnTo>
                    <a:pt x="40229" y="67301"/>
                  </a:lnTo>
                  <a:lnTo>
                    <a:pt x="38336" y="64910"/>
                  </a:lnTo>
                  <a:lnTo>
                    <a:pt x="36888" y="63373"/>
                  </a:lnTo>
                  <a:lnTo>
                    <a:pt x="34772" y="61722"/>
                  </a:lnTo>
                  <a:lnTo>
                    <a:pt x="32711" y="60470"/>
                  </a:lnTo>
                  <a:lnTo>
                    <a:pt x="30651" y="59673"/>
                  </a:lnTo>
                  <a:lnTo>
                    <a:pt x="26760" y="56654"/>
                  </a:lnTo>
                  <a:lnTo>
                    <a:pt x="24392" y="54764"/>
                  </a:lnTo>
                  <a:lnTo>
                    <a:pt x="23158" y="53032"/>
                  </a:lnTo>
                  <a:lnTo>
                    <a:pt x="22780" y="51248"/>
                  </a:lnTo>
                  <a:lnTo>
                    <a:pt x="23582" y="47150"/>
                  </a:lnTo>
                  <a:lnTo>
                    <a:pt x="24250" y="42004"/>
                  </a:lnTo>
                  <a:lnTo>
                    <a:pt x="24117" y="38361"/>
                  </a:lnTo>
                  <a:lnTo>
                    <a:pt x="23048" y="34718"/>
                  </a:lnTo>
                  <a:lnTo>
                    <a:pt x="20865" y="32441"/>
                  </a:lnTo>
                  <a:lnTo>
                    <a:pt x="15422" y="28097"/>
                  </a:lnTo>
                  <a:lnTo>
                    <a:pt x="0" y="15784"/>
                  </a:lnTo>
                  <a:lnTo>
                    <a:pt x="1907" y="11651"/>
                  </a:lnTo>
                  <a:lnTo>
                    <a:pt x="3944" y="6202"/>
                  </a:lnTo>
                  <a:lnTo>
                    <a:pt x="4527" y="4644"/>
                  </a:lnTo>
                  <a:lnTo>
                    <a:pt x="6264" y="0"/>
                  </a:lnTo>
                  <a:lnTo>
                    <a:pt x="33285" y="12724"/>
                  </a:lnTo>
                  <a:lnTo>
                    <a:pt x="46863" y="19118"/>
                  </a:lnTo>
                  <a:lnTo>
                    <a:pt x="45704" y="22670"/>
                  </a:lnTo>
                  <a:lnTo>
                    <a:pt x="55869" y="27231"/>
                  </a:lnTo>
                  <a:lnTo>
                    <a:pt x="65212" y="31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3724986" y="3198900"/>
              <a:ext cx="121405" cy="139084"/>
            </a:xfrm>
            <a:custGeom>
              <a:avLst/>
              <a:pathLst>
                <a:path w="121405" h="139084">
                  <a:moveTo>
                    <a:pt x="72539" y="37823"/>
                  </a:moveTo>
                  <a:lnTo>
                    <a:pt x="54163" y="46788"/>
                  </a:lnTo>
                  <a:lnTo>
                    <a:pt x="49902" y="48154"/>
                  </a:lnTo>
                  <a:lnTo>
                    <a:pt x="47480" y="53021"/>
                  </a:lnTo>
                  <a:lnTo>
                    <a:pt x="50070" y="55753"/>
                  </a:lnTo>
                  <a:lnTo>
                    <a:pt x="50070" y="58656"/>
                  </a:lnTo>
                  <a:lnTo>
                    <a:pt x="58423" y="59937"/>
                  </a:lnTo>
                  <a:lnTo>
                    <a:pt x="61179" y="61986"/>
                  </a:lnTo>
                  <a:lnTo>
                    <a:pt x="65272" y="68048"/>
                  </a:lnTo>
                  <a:lnTo>
                    <a:pt x="91083" y="48581"/>
                  </a:lnTo>
                  <a:lnTo>
                    <a:pt x="103863" y="55326"/>
                  </a:lnTo>
                  <a:lnTo>
                    <a:pt x="110629" y="63437"/>
                  </a:lnTo>
                  <a:lnTo>
                    <a:pt x="120068" y="72146"/>
                  </a:lnTo>
                  <a:lnTo>
                    <a:pt x="121405" y="76842"/>
                  </a:lnTo>
                  <a:lnTo>
                    <a:pt x="113887" y="97248"/>
                  </a:lnTo>
                  <a:lnTo>
                    <a:pt x="101357" y="93064"/>
                  </a:lnTo>
                  <a:lnTo>
                    <a:pt x="89078" y="99809"/>
                  </a:lnTo>
                  <a:lnTo>
                    <a:pt x="49151" y="107238"/>
                  </a:lnTo>
                  <a:lnTo>
                    <a:pt x="32779" y="104761"/>
                  </a:lnTo>
                  <a:lnTo>
                    <a:pt x="27433" y="113556"/>
                  </a:lnTo>
                  <a:lnTo>
                    <a:pt x="25010" y="124570"/>
                  </a:lnTo>
                  <a:lnTo>
                    <a:pt x="23006" y="133364"/>
                  </a:lnTo>
                  <a:lnTo>
                    <a:pt x="18328" y="138658"/>
                  </a:lnTo>
                  <a:lnTo>
                    <a:pt x="6801" y="139084"/>
                  </a:lnTo>
                  <a:lnTo>
                    <a:pt x="3125" y="136608"/>
                  </a:lnTo>
                  <a:lnTo>
                    <a:pt x="800" y="134969"/>
                  </a:lnTo>
                  <a:lnTo>
                    <a:pt x="6815" y="112770"/>
                  </a:lnTo>
                  <a:lnTo>
                    <a:pt x="0" y="108737"/>
                  </a:lnTo>
                  <a:lnTo>
                    <a:pt x="5165" y="100293"/>
                  </a:lnTo>
                  <a:lnTo>
                    <a:pt x="6623" y="97530"/>
                  </a:lnTo>
                  <a:lnTo>
                    <a:pt x="7268" y="96309"/>
                  </a:lnTo>
                  <a:lnTo>
                    <a:pt x="7481" y="95906"/>
                  </a:lnTo>
                  <a:lnTo>
                    <a:pt x="10240" y="90678"/>
                  </a:lnTo>
                  <a:lnTo>
                    <a:pt x="13581" y="83136"/>
                  </a:lnTo>
                  <a:lnTo>
                    <a:pt x="15948" y="77729"/>
                  </a:lnTo>
                  <a:lnTo>
                    <a:pt x="16203" y="76873"/>
                  </a:lnTo>
                  <a:lnTo>
                    <a:pt x="16400" y="76340"/>
                  </a:lnTo>
                  <a:lnTo>
                    <a:pt x="19235" y="68698"/>
                  </a:lnTo>
                  <a:lnTo>
                    <a:pt x="21434" y="62770"/>
                  </a:lnTo>
                  <a:lnTo>
                    <a:pt x="21895" y="61578"/>
                  </a:lnTo>
                  <a:lnTo>
                    <a:pt x="25529" y="63212"/>
                  </a:lnTo>
                  <a:lnTo>
                    <a:pt x="26139" y="61762"/>
                  </a:lnTo>
                  <a:lnTo>
                    <a:pt x="29797" y="52873"/>
                  </a:lnTo>
                  <a:lnTo>
                    <a:pt x="35039" y="40137"/>
                  </a:lnTo>
                  <a:lnTo>
                    <a:pt x="41875" y="43652"/>
                  </a:lnTo>
                  <a:lnTo>
                    <a:pt x="43920" y="38986"/>
                  </a:lnTo>
                  <a:lnTo>
                    <a:pt x="48900" y="27623"/>
                  </a:lnTo>
                  <a:lnTo>
                    <a:pt x="50027" y="25051"/>
                  </a:lnTo>
                  <a:lnTo>
                    <a:pt x="51104" y="22595"/>
                  </a:lnTo>
                  <a:lnTo>
                    <a:pt x="51560" y="21596"/>
                  </a:lnTo>
                  <a:lnTo>
                    <a:pt x="57897" y="7729"/>
                  </a:lnTo>
                  <a:lnTo>
                    <a:pt x="58960" y="5403"/>
                  </a:lnTo>
                  <a:lnTo>
                    <a:pt x="61430" y="0"/>
                  </a:lnTo>
                  <a:lnTo>
                    <a:pt x="82730" y="10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08036" y="2884190"/>
              <a:ext cx="775910" cy="507246"/>
            </a:xfrm>
            <a:custGeom>
              <a:avLst/>
              <a:pathLst>
                <a:path w="775910" h="507246">
                  <a:moveTo>
                    <a:pt x="94590" y="4160"/>
                  </a:moveTo>
                  <a:lnTo>
                    <a:pt x="95072" y="6713"/>
                  </a:lnTo>
                  <a:lnTo>
                    <a:pt x="96060" y="11949"/>
                  </a:lnTo>
                  <a:lnTo>
                    <a:pt x="96275" y="13088"/>
                  </a:lnTo>
                  <a:lnTo>
                    <a:pt x="96586" y="13875"/>
                  </a:lnTo>
                  <a:lnTo>
                    <a:pt x="96776" y="14352"/>
                  </a:lnTo>
                  <a:lnTo>
                    <a:pt x="96982" y="16116"/>
                  </a:lnTo>
                  <a:lnTo>
                    <a:pt x="97043" y="16640"/>
                  </a:lnTo>
                  <a:lnTo>
                    <a:pt x="95855" y="22148"/>
                  </a:lnTo>
                  <a:lnTo>
                    <a:pt x="95673" y="22992"/>
                  </a:lnTo>
                  <a:lnTo>
                    <a:pt x="94403" y="26647"/>
                  </a:lnTo>
                  <a:lnTo>
                    <a:pt x="94178" y="27659"/>
                  </a:lnTo>
                  <a:lnTo>
                    <a:pt x="93963" y="29272"/>
                  </a:lnTo>
                  <a:lnTo>
                    <a:pt x="93752" y="30856"/>
                  </a:lnTo>
                  <a:lnTo>
                    <a:pt x="93741" y="31608"/>
                  </a:lnTo>
                  <a:lnTo>
                    <a:pt x="93735" y="32051"/>
                  </a:lnTo>
                  <a:lnTo>
                    <a:pt x="95635" y="36660"/>
                  </a:lnTo>
                  <a:lnTo>
                    <a:pt x="95922" y="37267"/>
                  </a:lnTo>
                  <a:lnTo>
                    <a:pt x="98066" y="40312"/>
                  </a:lnTo>
                  <a:lnTo>
                    <a:pt x="99069" y="41621"/>
                  </a:lnTo>
                  <a:lnTo>
                    <a:pt x="99136" y="41776"/>
                  </a:lnTo>
                  <a:lnTo>
                    <a:pt x="99502" y="42609"/>
                  </a:lnTo>
                  <a:lnTo>
                    <a:pt x="100405" y="44666"/>
                  </a:lnTo>
                  <a:lnTo>
                    <a:pt x="100950" y="46593"/>
                  </a:lnTo>
                  <a:lnTo>
                    <a:pt x="101174" y="47381"/>
                  </a:lnTo>
                  <a:lnTo>
                    <a:pt x="101684" y="48666"/>
                  </a:lnTo>
                  <a:lnTo>
                    <a:pt x="102421" y="50523"/>
                  </a:lnTo>
                  <a:lnTo>
                    <a:pt x="103307" y="52217"/>
                  </a:lnTo>
                  <a:lnTo>
                    <a:pt x="104470" y="54440"/>
                  </a:lnTo>
                  <a:lnTo>
                    <a:pt x="105525" y="56119"/>
                  </a:lnTo>
                  <a:lnTo>
                    <a:pt x="107186" y="57731"/>
                  </a:lnTo>
                  <a:lnTo>
                    <a:pt x="107809" y="58759"/>
                  </a:lnTo>
                  <a:lnTo>
                    <a:pt x="108182" y="59374"/>
                  </a:lnTo>
                  <a:lnTo>
                    <a:pt x="109415" y="61407"/>
                  </a:lnTo>
                  <a:lnTo>
                    <a:pt x="110688" y="64902"/>
                  </a:lnTo>
                  <a:lnTo>
                    <a:pt x="110841" y="65325"/>
                  </a:lnTo>
                  <a:lnTo>
                    <a:pt x="111145" y="66169"/>
                  </a:lnTo>
                  <a:lnTo>
                    <a:pt x="111524" y="67217"/>
                  </a:lnTo>
                  <a:lnTo>
                    <a:pt x="111336" y="69119"/>
                  </a:lnTo>
                  <a:lnTo>
                    <a:pt x="111186" y="70641"/>
                  </a:lnTo>
                  <a:lnTo>
                    <a:pt x="108564" y="76551"/>
                  </a:lnTo>
                  <a:lnTo>
                    <a:pt x="108368" y="77050"/>
                  </a:lnTo>
                  <a:lnTo>
                    <a:pt x="108211" y="77307"/>
                  </a:lnTo>
                  <a:lnTo>
                    <a:pt x="115389" y="82353"/>
                  </a:lnTo>
                  <a:lnTo>
                    <a:pt x="117895" y="79223"/>
                  </a:lnTo>
                  <a:lnTo>
                    <a:pt x="120008" y="75689"/>
                  </a:lnTo>
                  <a:lnTo>
                    <a:pt x="120192" y="75380"/>
                  </a:lnTo>
                  <a:lnTo>
                    <a:pt x="120726" y="74316"/>
                  </a:lnTo>
                  <a:lnTo>
                    <a:pt x="121585" y="72606"/>
                  </a:lnTo>
                  <a:lnTo>
                    <a:pt x="122489" y="69973"/>
                  </a:lnTo>
                  <a:lnTo>
                    <a:pt x="122807" y="68768"/>
                  </a:lnTo>
                  <a:lnTo>
                    <a:pt x="122977" y="68123"/>
                  </a:lnTo>
                  <a:lnTo>
                    <a:pt x="123116" y="65419"/>
                  </a:lnTo>
                  <a:lnTo>
                    <a:pt x="123063" y="64704"/>
                  </a:lnTo>
                  <a:lnTo>
                    <a:pt x="122954" y="63217"/>
                  </a:lnTo>
                  <a:lnTo>
                    <a:pt x="122907" y="62573"/>
                  </a:lnTo>
                  <a:lnTo>
                    <a:pt x="122420" y="60225"/>
                  </a:lnTo>
                  <a:lnTo>
                    <a:pt x="122420" y="58375"/>
                  </a:lnTo>
                  <a:lnTo>
                    <a:pt x="122738" y="57795"/>
                  </a:lnTo>
                  <a:lnTo>
                    <a:pt x="123560" y="56294"/>
                  </a:lnTo>
                  <a:lnTo>
                    <a:pt x="147257" y="73299"/>
                  </a:lnTo>
                  <a:lnTo>
                    <a:pt x="150384" y="75108"/>
                  </a:lnTo>
                  <a:lnTo>
                    <a:pt x="170662" y="89372"/>
                  </a:lnTo>
                  <a:lnTo>
                    <a:pt x="190026" y="102992"/>
                  </a:lnTo>
                  <a:lnTo>
                    <a:pt x="233193" y="133356"/>
                  </a:lnTo>
                  <a:lnTo>
                    <a:pt x="233418" y="133515"/>
                  </a:lnTo>
                  <a:lnTo>
                    <a:pt x="237835" y="136623"/>
                  </a:lnTo>
                  <a:lnTo>
                    <a:pt x="248360" y="144030"/>
                  </a:lnTo>
                  <a:lnTo>
                    <a:pt x="252233" y="146755"/>
                  </a:lnTo>
                  <a:lnTo>
                    <a:pt x="268261" y="158034"/>
                  </a:lnTo>
                  <a:lnTo>
                    <a:pt x="276486" y="163822"/>
                  </a:lnTo>
                  <a:lnTo>
                    <a:pt x="277166" y="164300"/>
                  </a:lnTo>
                  <a:lnTo>
                    <a:pt x="283935" y="169064"/>
                  </a:lnTo>
                  <a:lnTo>
                    <a:pt x="285787" y="170367"/>
                  </a:lnTo>
                  <a:lnTo>
                    <a:pt x="295103" y="176923"/>
                  </a:lnTo>
                  <a:lnTo>
                    <a:pt x="298431" y="179265"/>
                  </a:lnTo>
                  <a:lnTo>
                    <a:pt x="316764" y="192166"/>
                  </a:lnTo>
                  <a:lnTo>
                    <a:pt x="317192" y="192467"/>
                  </a:lnTo>
                  <a:lnTo>
                    <a:pt x="317954" y="193003"/>
                  </a:lnTo>
                  <a:lnTo>
                    <a:pt x="331502" y="202537"/>
                  </a:lnTo>
                  <a:lnTo>
                    <a:pt x="338460" y="207433"/>
                  </a:lnTo>
                  <a:lnTo>
                    <a:pt x="338733" y="207625"/>
                  </a:lnTo>
                  <a:lnTo>
                    <a:pt x="358849" y="221781"/>
                  </a:lnTo>
                  <a:lnTo>
                    <a:pt x="359013" y="221896"/>
                  </a:lnTo>
                  <a:lnTo>
                    <a:pt x="374534" y="232819"/>
                  </a:lnTo>
                  <a:lnTo>
                    <a:pt x="376721" y="234358"/>
                  </a:lnTo>
                  <a:lnTo>
                    <a:pt x="377744" y="232819"/>
                  </a:lnTo>
                  <a:lnTo>
                    <a:pt x="391521" y="212090"/>
                  </a:lnTo>
                  <a:lnTo>
                    <a:pt x="393330" y="209367"/>
                  </a:lnTo>
                  <a:lnTo>
                    <a:pt x="403454" y="194134"/>
                  </a:lnTo>
                  <a:lnTo>
                    <a:pt x="403576" y="193950"/>
                  </a:lnTo>
                  <a:lnTo>
                    <a:pt x="410883" y="182956"/>
                  </a:lnTo>
                  <a:lnTo>
                    <a:pt x="414447" y="177594"/>
                  </a:lnTo>
                  <a:lnTo>
                    <a:pt x="419886" y="169409"/>
                  </a:lnTo>
                  <a:lnTo>
                    <a:pt x="430250" y="153815"/>
                  </a:lnTo>
                  <a:lnTo>
                    <a:pt x="452114" y="169409"/>
                  </a:lnTo>
                  <a:lnTo>
                    <a:pt x="458588" y="174026"/>
                  </a:lnTo>
                  <a:lnTo>
                    <a:pt x="464076" y="177941"/>
                  </a:lnTo>
                  <a:lnTo>
                    <a:pt x="467640" y="180482"/>
                  </a:lnTo>
                  <a:lnTo>
                    <a:pt x="469273" y="180174"/>
                  </a:lnTo>
                  <a:lnTo>
                    <a:pt x="468552" y="175840"/>
                  </a:lnTo>
                  <a:lnTo>
                    <a:pt x="468485" y="172835"/>
                  </a:lnTo>
                  <a:lnTo>
                    <a:pt x="468417" y="169843"/>
                  </a:lnTo>
                  <a:lnTo>
                    <a:pt x="469823" y="168550"/>
                  </a:lnTo>
                  <a:lnTo>
                    <a:pt x="478246" y="170348"/>
                  </a:lnTo>
                  <a:lnTo>
                    <a:pt x="491173" y="182889"/>
                  </a:lnTo>
                  <a:lnTo>
                    <a:pt x="508575" y="192850"/>
                  </a:lnTo>
                  <a:lnTo>
                    <a:pt x="516650" y="193988"/>
                  </a:lnTo>
                  <a:lnTo>
                    <a:pt x="521523" y="198542"/>
                  </a:lnTo>
                  <a:lnTo>
                    <a:pt x="529913" y="197182"/>
                  </a:lnTo>
                  <a:lnTo>
                    <a:pt x="534963" y="199805"/>
                  </a:lnTo>
                  <a:lnTo>
                    <a:pt x="537672" y="210780"/>
                  </a:lnTo>
                  <a:lnTo>
                    <a:pt x="528901" y="218464"/>
                  </a:lnTo>
                  <a:lnTo>
                    <a:pt x="530989" y="224583"/>
                  </a:lnTo>
                  <a:lnTo>
                    <a:pt x="541848" y="224156"/>
                  </a:lnTo>
                  <a:lnTo>
                    <a:pt x="559529" y="230986"/>
                  </a:lnTo>
                  <a:lnTo>
                    <a:pt x="582082" y="222591"/>
                  </a:lnTo>
                  <a:lnTo>
                    <a:pt x="596979" y="228709"/>
                  </a:lnTo>
                  <a:lnTo>
                    <a:pt x="591688" y="242370"/>
                  </a:lnTo>
                  <a:lnTo>
                    <a:pt x="605471" y="248916"/>
                  </a:lnTo>
                  <a:lnTo>
                    <a:pt x="613824" y="230844"/>
                  </a:lnTo>
                  <a:lnTo>
                    <a:pt x="639162" y="240520"/>
                  </a:lnTo>
                  <a:lnTo>
                    <a:pt x="644173" y="265850"/>
                  </a:lnTo>
                  <a:lnTo>
                    <a:pt x="653222" y="267558"/>
                  </a:lnTo>
                  <a:lnTo>
                    <a:pt x="661715" y="279938"/>
                  </a:lnTo>
                  <a:lnTo>
                    <a:pt x="675776" y="292745"/>
                  </a:lnTo>
                  <a:lnTo>
                    <a:pt x="688723" y="297583"/>
                  </a:lnTo>
                  <a:lnTo>
                    <a:pt x="691229" y="293456"/>
                  </a:lnTo>
                  <a:lnTo>
                    <a:pt x="702227" y="295022"/>
                  </a:lnTo>
                  <a:lnTo>
                    <a:pt x="709327" y="301141"/>
                  </a:lnTo>
                  <a:lnTo>
                    <a:pt x="708074" y="306548"/>
                  </a:lnTo>
                  <a:lnTo>
                    <a:pt x="716734" y="317441"/>
                  </a:lnTo>
                  <a:lnTo>
                    <a:pt x="713225" y="325638"/>
                  </a:lnTo>
                  <a:lnTo>
                    <a:pt x="725588" y="334432"/>
                  </a:lnTo>
                  <a:lnTo>
                    <a:pt x="737199" y="315221"/>
                  </a:lnTo>
                  <a:lnTo>
                    <a:pt x="753153" y="322223"/>
                  </a:lnTo>
                  <a:lnTo>
                    <a:pt x="775205" y="320173"/>
                  </a:lnTo>
                  <a:lnTo>
                    <a:pt x="775910" y="320112"/>
                  </a:lnTo>
                  <a:lnTo>
                    <a:pt x="774847" y="322438"/>
                  </a:lnTo>
                  <a:lnTo>
                    <a:pt x="768509" y="336306"/>
                  </a:lnTo>
                  <a:lnTo>
                    <a:pt x="768053" y="337304"/>
                  </a:lnTo>
                  <a:lnTo>
                    <a:pt x="766976" y="339761"/>
                  </a:lnTo>
                  <a:lnTo>
                    <a:pt x="765849" y="342333"/>
                  </a:lnTo>
                  <a:lnTo>
                    <a:pt x="760869" y="353695"/>
                  </a:lnTo>
                  <a:lnTo>
                    <a:pt x="758824" y="358362"/>
                  </a:lnTo>
                  <a:lnTo>
                    <a:pt x="751989" y="354847"/>
                  </a:lnTo>
                  <a:lnTo>
                    <a:pt x="746747" y="367583"/>
                  </a:lnTo>
                  <a:lnTo>
                    <a:pt x="743088" y="376472"/>
                  </a:lnTo>
                  <a:lnTo>
                    <a:pt x="742461" y="377961"/>
                  </a:lnTo>
                  <a:lnTo>
                    <a:pt x="738845" y="376288"/>
                  </a:lnTo>
                  <a:lnTo>
                    <a:pt x="738384" y="377479"/>
                  </a:lnTo>
                  <a:lnTo>
                    <a:pt x="736184" y="383408"/>
                  </a:lnTo>
                  <a:lnTo>
                    <a:pt x="733350" y="391049"/>
                  </a:lnTo>
                  <a:lnTo>
                    <a:pt x="733152" y="391582"/>
                  </a:lnTo>
                  <a:lnTo>
                    <a:pt x="732897" y="392438"/>
                  </a:lnTo>
                  <a:lnTo>
                    <a:pt x="730496" y="397922"/>
                  </a:lnTo>
                  <a:lnTo>
                    <a:pt x="727189" y="405387"/>
                  </a:lnTo>
                  <a:lnTo>
                    <a:pt x="724430" y="410616"/>
                  </a:lnTo>
                  <a:lnTo>
                    <a:pt x="724217" y="411019"/>
                  </a:lnTo>
                  <a:lnTo>
                    <a:pt x="723573" y="412240"/>
                  </a:lnTo>
                  <a:lnTo>
                    <a:pt x="722114" y="415003"/>
                  </a:lnTo>
                  <a:lnTo>
                    <a:pt x="716949" y="423447"/>
                  </a:lnTo>
                  <a:lnTo>
                    <a:pt x="711067" y="419966"/>
                  </a:lnTo>
                  <a:lnTo>
                    <a:pt x="700710" y="407785"/>
                  </a:lnTo>
                  <a:lnTo>
                    <a:pt x="692691" y="420991"/>
                  </a:lnTo>
                  <a:lnTo>
                    <a:pt x="683661" y="432382"/>
                  </a:lnTo>
                  <a:lnTo>
                    <a:pt x="679394" y="419668"/>
                  </a:lnTo>
                  <a:lnTo>
                    <a:pt x="678369" y="413003"/>
                  </a:lnTo>
                  <a:lnTo>
                    <a:pt x="678464" y="410101"/>
                  </a:lnTo>
                  <a:lnTo>
                    <a:pt x="678592" y="406173"/>
                  </a:lnTo>
                  <a:lnTo>
                    <a:pt x="678234" y="404584"/>
                  </a:lnTo>
                  <a:lnTo>
                    <a:pt x="677679" y="402129"/>
                  </a:lnTo>
                  <a:lnTo>
                    <a:pt x="678191" y="396883"/>
                  </a:lnTo>
                  <a:lnTo>
                    <a:pt x="678464" y="396116"/>
                  </a:lnTo>
                  <a:lnTo>
                    <a:pt x="679997" y="391817"/>
                  </a:lnTo>
                  <a:lnTo>
                    <a:pt x="669906" y="386945"/>
                  </a:lnTo>
                  <a:lnTo>
                    <a:pt x="660295" y="382704"/>
                  </a:lnTo>
                  <a:lnTo>
                    <a:pt x="660031" y="382588"/>
                  </a:lnTo>
                  <a:lnTo>
                    <a:pt x="652422" y="379439"/>
                  </a:lnTo>
                  <a:lnTo>
                    <a:pt x="646342" y="376923"/>
                  </a:lnTo>
                  <a:lnTo>
                    <a:pt x="645621" y="376611"/>
                  </a:lnTo>
                  <a:lnTo>
                    <a:pt x="645384" y="376509"/>
                  </a:lnTo>
                  <a:lnTo>
                    <a:pt x="649732" y="365233"/>
                  </a:lnTo>
                  <a:lnTo>
                    <a:pt x="634975" y="358972"/>
                  </a:lnTo>
                  <a:lnTo>
                    <a:pt x="631104" y="368034"/>
                  </a:lnTo>
                  <a:lnTo>
                    <a:pt x="620740" y="363429"/>
                  </a:lnTo>
                  <a:lnTo>
                    <a:pt x="610082" y="358646"/>
                  </a:lnTo>
                  <a:lnTo>
                    <a:pt x="600739" y="354454"/>
                  </a:lnTo>
                  <a:lnTo>
                    <a:pt x="590574" y="349893"/>
                  </a:lnTo>
                  <a:lnTo>
                    <a:pt x="591733" y="346341"/>
                  </a:lnTo>
                  <a:lnTo>
                    <a:pt x="578155" y="339947"/>
                  </a:lnTo>
                  <a:lnTo>
                    <a:pt x="551134" y="327222"/>
                  </a:lnTo>
                  <a:lnTo>
                    <a:pt x="549397" y="331866"/>
                  </a:lnTo>
                  <a:lnTo>
                    <a:pt x="548814" y="333425"/>
                  </a:lnTo>
                  <a:lnTo>
                    <a:pt x="546777" y="338873"/>
                  </a:lnTo>
                  <a:lnTo>
                    <a:pt x="544870" y="343006"/>
                  </a:lnTo>
                  <a:lnTo>
                    <a:pt x="560292" y="355319"/>
                  </a:lnTo>
                  <a:lnTo>
                    <a:pt x="565735" y="359664"/>
                  </a:lnTo>
                  <a:lnTo>
                    <a:pt x="567918" y="361941"/>
                  </a:lnTo>
                  <a:lnTo>
                    <a:pt x="568987" y="365584"/>
                  </a:lnTo>
                  <a:lnTo>
                    <a:pt x="569120" y="369227"/>
                  </a:lnTo>
                  <a:lnTo>
                    <a:pt x="568452" y="374372"/>
                  </a:lnTo>
                  <a:lnTo>
                    <a:pt x="567650" y="378471"/>
                  </a:lnTo>
                  <a:lnTo>
                    <a:pt x="568028" y="380255"/>
                  </a:lnTo>
                  <a:lnTo>
                    <a:pt x="569262" y="381987"/>
                  </a:lnTo>
                  <a:lnTo>
                    <a:pt x="571630" y="383877"/>
                  </a:lnTo>
                  <a:lnTo>
                    <a:pt x="575521" y="386896"/>
                  </a:lnTo>
                  <a:lnTo>
                    <a:pt x="577581" y="387693"/>
                  </a:lnTo>
                  <a:lnTo>
                    <a:pt x="579642" y="388945"/>
                  </a:lnTo>
                  <a:lnTo>
                    <a:pt x="581758" y="390596"/>
                  </a:lnTo>
                  <a:lnTo>
                    <a:pt x="583206" y="392133"/>
                  </a:lnTo>
                  <a:lnTo>
                    <a:pt x="585099" y="394523"/>
                  </a:lnTo>
                  <a:lnTo>
                    <a:pt x="587737" y="397831"/>
                  </a:lnTo>
                  <a:lnTo>
                    <a:pt x="593058" y="396433"/>
                  </a:lnTo>
                  <a:lnTo>
                    <a:pt x="598654" y="407703"/>
                  </a:lnTo>
                  <a:lnTo>
                    <a:pt x="607508" y="411460"/>
                  </a:lnTo>
                  <a:lnTo>
                    <a:pt x="631527" y="456254"/>
                  </a:lnTo>
                  <a:lnTo>
                    <a:pt x="618741" y="462493"/>
                  </a:lnTo>
                  <a:lnTo>
                    <a:pt x="615397" y="466577"/>
                  </a:lnTo>
                  <a:lnTo>
                    <a:pt x="614404" y="467790"/>
                  </a:lnTo>
                  <a:lnTo>
                    <a:pt x="610033" y="469697"/>
                  </a:lnTo>
                  <a:lnTo>
                    <a:pt x="606998" y="469241"/>
                  </a:lnTo>
                  <a:lnTo>
                    <a:pt x="605522" y="468558"/>
                  </a:lnTo>
                  <a:lnTo>
                    <a:pt x="603044" y="468416"/>
                  </a:lnTo>
                  <a:lnTo>
                    <a:pt x="600220" y="470078"/>
                  </a:lnTo>
                  <a:lnTo>
                    <a:pt x="599966" y="470134"/>
                  </a:lnTo>
                  <a:lnTo>
                    <a:pt x="594310" y="471372"/>
                  </a:lnTo>
                  <a:lnTo>
                    <a:pt x="592024" y="471544"/>
                  </a:lnTo>
                  <a:lnTo>
                    <a:pt x="586157" y="471986"/>
                  </a:lnTo>
                  <a:lnTo>
                    <a:pt x="584019" y="473148"/>
                  </a:lnTo>
                  <a:lnTo>
                    <a:pt x="582813" y="475145"/>
                  </a:lnTo>
                  <a:lnTo>
                    <a:pt x="582081" y="476358"/>
                  </a:lnTo>
                  <a:lnTo>
                    <a:pt x="581012" y="480934"/>
                  </a:lnTo>
                  <a:lnTo>
                    <a:pt x="580935" y="483600"/>
                  </a:lnTo>
                  <a:lnTo>
                    <a:pt x="580912" y="484418"/>
                  </a:lnTo>
                  <a:lnTo>
                    <a:pt x="581191" y="485691"/>
                  </a:lnTo>
                  <a:lnTo>
                    <a:pt x="582661" y="486170"/>
                  </a:lnTo>
                  <a:lnTo>
                    <a:pt x="586671" y="486648"/>
                  </a:lnTo>
                  <a:lnTo>
                    <a:pt x="592024" y="485386"/>
                  </a:lnTo>
                  <a:lnTo>
                    <a:pt x="593929" y="484937"/>
                  </a:lnTo>
                  <a:lnTo>
                    <a:pt x="599429" y="483641"/>
                  </a:lnTo>
                  <a:lnTo>
                    <a:pt x="601751" y="483743"/>
                  </a:lnTo>
                  <a:lnTo>
                    <a:pt x="604575" y="484836"/>
                  </a:lnTo>
                  <a:lnTo>
                    <a:pt x="604711" y="484951"/>
                  </a:lnTo>
                  <a:lnTo>
                    <a:pt x="606730" y="486663"/>
                  </a:lnTo>
                  <a:lnTo>
                    <a:pt x="606965" y="486958"/>
                  </a:lnTo>
                  <a:lnTo>
                    <a:pt x="607719" y="487906"/>
                  </a:lnTo>
                  <a:lnTo>
                    <a:pt x="607511" y="489392"/>
                  </a:lnTo>
                  <a:lnTo>
                    <a:pt x="607471" y="489675"/>
                  </a:lnTo>
                  <a:lnTo>
                    <a:pt x="605313" y="494586"/>
                  </a:lnTo>
                  <a:lnTo>
                    <a:pt x="605263" y="494954"/>
                  </a:lnTo>
                  <a:lnTo>
                    <a:pt x="604992" y="496938"/>
                  </a:lnTo>
                  <a:lnTo>
                    <a:pt x="604808" y="498285"/>
                  </a:lnTo>
                  <a:lnTo>
                    <a:pt x="604779" y="498502"/>
                  </a:lnTo>
                  <a:lnTo>
                    <a:pt x="605939" y="501624"/>
                  </a:lnTo>
                  <a:lnTo>
                    <a:pt x="606730" y="503755"/>
                  </a:lnTo>
                  <a:lnTo>
                    <a:pt x="607040" y="504589"/>
                  </a:lnTo>
                  <a:lnTo>
                    <a:pt x="607273" y="505218"/>
                  </a:lnTo>
                  <a:lnTo>
                    <a:pt x="608367" y="507246"/>
                  </a:lnTo>
                  <a:lnTo>
                    <a:pt x="606985" y="506401"/>
                  </a:lnTo>
                  <a:lnTo>
                    <a:pt x="603119" y="504037"/>
                  </a:lnTo>
                  <a:lnTo>
                    <a:pt x="602148" y="503443"/>
                  </a:lnTo>
                  <a:lnTo>
                    <a:pt x="601536" y="502124"/>
                  </a:lnTo>
                  <a:lnTo>
                    <a:pt x="599492" y="497722"/>
                  </a:lnTo>
                  <a:lnTo>
                    <a:pt x="598389" y="496760"/>
                  </a:lnTo>
                  <a:lnTo>
                    <a:pt x="586685" y="498785"/>
                  </a:lnTo>
                  <a:lnTo>
                    <a:pt x="586285" y="498854"/>
                  </a:lnTo>
                  <a:lnTo>
                    <a:pt x="585325" y="499020"/>
                  </a:lnTo>
                  <a:lnTo>
                    <a:pt x="584139" y="498952"/>
                  </a:lnTo>
                  <a:lnTo>
                    <a:pt x="583874" y="498886"/>
                  </a:lnTo>
                  <a:lnTo>
                    <a:pt x="583565" y="498810"/>
                  </a:lnTo>
                  <a:lnTo>
                    <a:pt x="582486" y="498542"/>
                  </a:lnTo>
                  <a:lnTo>
                    <a:pt x="581449" y="498286"/>
                  </a:lnTo>
                  <a:lnTo>
                    <a:pt x="577974" y="497088"/>
                  </a:lnTo>
                  <a:lnTo>
                    <a:pt x="574525" y="495900"/>
                  </a:lnTo>
                  <a:lnTo>
                    <a:pt x="571704" y="503724"/>
                  </a:lnTo>
                  <a:lnTo>
                    <a:pt x="563163" y="504057"/>
                  </a:lnTo>
                  <a:lnTo>
                    <a:pt x="552221" y="505423"/>
                  </a:lnTo>
                  <a:lnTo>
                    <a:pt x="550801" y="498137"/>
                  </a:lnTo>
                  <a:lnTo>
                    <a:pt x="549938" y="495597"/>
                  </a:lnTo>
                  <a:lnTo>
                    <a:pt x="549659" y="492310"/>
                  </a:lnTo>
                  <a:lnTo>
                    <a:pt x="548963" y="490261"/>
                  </a:lnTo>
                  <a:lnTo>
                    <a:pt x="547181" y="487514"/>
                  </a:lnTo>
                  <a:lnTo>
                    <a:pt x="545002" y="486136"/>
                  </a:lnTo>
                  <a:lnTo>
                    <a:pt x="544583" y="484125"/>
                  </a:lnTo>
                  <a:lnTo>
                    <a:pt x="544806" y="482076"/>
                  </a:lnTo>
                  <a:lnTo>
                    <a:pt x="545861" y="479834"/>
                  </a:lnTo>
                  <a:lnTo>
                    <a:pt x="551722" y="467388"/>
                  </a:lnTo>
                  <a:lnTo>
                    <a:pt x="553816" y="463358"/>
                  </a:lnTo>
                  <a:lnTo>
                    <a:pt x="558376" y="462474"/>
                  </a:lnTo>
                  <a:lnTo>
                    <a:pt x="558029" y="459030"/>
                  </a:lnTo>
                  <a:lnTo>
                    <a:pt x="554922" y="453771"/>
                  </a:lnTo>
                  <a:lnTo>
                    <a:pt x="552450" y="451585"/>
                  </a:lnTo>
                  <a:lnTo>
                    <a:pt x="552085" y="451138"/>
                  </a:lnTo>
                  <a:lnTo>
                    <a:pt x="549777" y="448307"/>
                  </a:lnTo>
                  <a:lnTo>
                    <a:pt x="542484" y="448150"/>
                  </a:lnTo>
                  <a:lnTo>
                    <a:pt x="537160" y="446396"/>
                  </a:lnTo>
                  <a:lnTo>
                    <a:pt x="535564" y="445847"/>
                  </a:lnTo>
                  <a:lnTo>
                    <a:pt x="531998" y="444620"/>
                  </a:lnTo>
                  <a:lnTo>
                    <a:pt x="528623" y="443049"/>
                  </a:lnTo>
                  <a:lnTo>
                    <a:pt x="525398" y="442616"/>
                  </a:lnTo>
                  <a:lnTo>
                    <a:pt x="523411" y="442349"/>
                  </a:lnTo>
                  <a:lnTo>
                    <a:pt x="519067" y="441990"/>
                  </a:lnTo>
                  <a:lnTo>
                    <a:pt x="516861" y="441645"/>
                  </a:lnTo>
                  <a:lnTo>
                    <a:pt x="511520" y="444821"/>
                  </a:lnTo>
                  <a:lnTo>
                    <a:pt x="506864" y="447589"/>
                  </a:lnTo>
                  <a:lnTo>
                    <a:pt x="506579" y="446872"/>
                  </a:lnTo>
                  <a:lnTo>
                    <a:pt x="505154" y="444778"/>
                  </a:lnTo>
                  <a:lnTo>
                    <a:pt x="504979" y="444498"/>
                  </a:lnTo>
                  <a:lnTo>
                    <a:pt x="503939" y="442827"/>
                  </a:lnTo>
                  <a:lnTo>
                    <a:pt x="503594" y="442273"/>
                  </a:lnTo>
                  <a:lnTo>
                    <a:pt x="501590" y="440770"/>
                  </a:lnTo>
                  <a:lnTo>
                    <a:pt x="499451" y="440042"/>
                  </a:lnTo>
                  <a:lnTo>
                    <a:pt x="496333" y="440133"/>
                  </a:lnTo>
                  <a:lnTo>
                    <a:pt x="492222" y="441464"/>
                  </a:lnTo>
                  <a:lnTo>
                    <a:pt x="490490" y="441694"/>
                  </a:lnTo>
                  <a:lnTo>
                    <a:pt x="488717" y="440422"/>
                  </a:lnTo>
                  <a:lnTo>
                    <a:pt x="488222" y="439860"/>
                  </a:lnTo>
                  <a:lnTo>
                    <a:pt x="487394" y="438920"/>
                  </a:lnTo>
                  <a:lnTo>
                    <a:pt x="486495" y="437060"/>
                  </a:lnTo>
                  <a:lnTo>
                    <a:pt x="485941" y="435914"/>
                  </a:lnTo>
                  <a:lnTo>
                    <a:pt x="484040" y="433546"/>
                  </a:lnTo>
                  <a:lnTo>
                    <a:pt x="479209" y="432352"/>
                  </a:lnTo>
                  <a:lnTo>
                    <a:pt x="474230" y="430057"/>
                  </a:lnTo>
                  <a:lnTo>
                    <a:pt x="473629" y="429239"/>
                  </a:lnTo>
                  <a:lnTo>
                    <a:pt x="472977" y="428350"/>
                  </a:lnTo>
                  <a:lnTo>
                    <a:pt x="472626" y="424883"/>
                  </a:lnTo>
                  <a:lnTo>
                    <a:pt x="471273" y="420597"/>
                  </a:lnTo>
                  <a:lnTo>
                    <a:pt x="466008" y="424209"/>
                  </a:lnTo>
                  <a:lnTo>
                    <a:pt x="465879" y="424297"/>
                  </a:lnTo>
                  <a:lnTo>
                    <a:pt x="465686" y="424430"/>
                  </a:lnTo>
                  <a:lnTo>
                    <a:pt x="465383" y="424887"/>
                  </a:lnTo>
                  <a:lnTo>
                    <a:pt x="463763" y="426083"/>
                  </a:lnTo>
                  <a:lnTo>
                    <a:pt x="458841" y="427221"/>
                  </a:lnTo>
                  <a:lnTo>
                    <a:pt x="455722" y="429270"/>
                  </a:lnTo>
                  <a:lnTo>
                    <a:pt x="450710" y="433320"/>
                  </a:lnTo>
                  <a:lnTo>
                    <a:pt x="449093" y="431510"/>
                  </a:lnTo>
                  <a:lnTo>
                    <a:pt x="448763" y="430446"/>
                  </a:lnTo>
                  <a:lnTo>
                    <a:pt x="449069" y="428795"/>
                  </a:lnTo>
                  <a:lnTo>
                    <a:pt x="450148" y="426683"/>
                  </a:lnTo>
                  <a:lnTo>
                    <a:pt x="452543" y="421998"/>
                  </a:lnTo>
                  <a:lnTo>
                    <a:pt x="453489" y="420034"/>
                  </a:lnTo>
                  <a:lnTo>
                    <a:pt x="453223" y="418874"/>
                  </a:lnTo>
                  <a:lnTo>
                    <a:pt x="442799" y="424156"/>
                  </a:lnTo>
                  <a:lnTo>
                    <a:pt x="440248" y="425402"/>
                  </a:lnTo>
                  <a:lnTo>
                    <a:pt x="439671" y="424375"/>
                  </a:lnTo>
                  <a:lnTo>
                    <a:pt x="437281" y="420121"/>
                  </a:lnTo>
                  <a:lnTo>
                    <a:pt x="435343" y="417731"/>
                  </a:lnTo>
                  <a:lnTo>
                    <a:pt x="434570" y="417254"/>
                  </a:lnTo>
                  <a:lnTo>
                    <a:pt x="433066" y="415875"/>
                  </a:lnTo>
                  <a:lnTo>
                    <a:pt x="431949" y="414151"/>
                  </a:lnTo>
                  <a:lnTo>
                    <a:pt x="429630" y="411115"/>
                  </a:lnTo>
                  <a:lnTo>
                    <a:pt x="428718" y="410243"/>
                  </a:lnTo>
                  <a:lnTo>
                    <a:pt x="427486" y="409066"/>
                  </a:lnTo>
                  <a:lnTo>
                    <a:pt x="425019" y="405975"/>
                  </a:lnTo>
                  <a:lnTo>
                    <a:pt x="424719" y="403516"/>
                  </a:lnTo>
                  <a:lnTo>
                    <a:pt x="424756" y="402214"/>
                  </a:lnTo>
                  <a:lnTo>
                    <a:pt x="424810" y="400351"/>
                  </a:lnTo>
                  <a:lnTo>
                    <a:pt x="421428" y="398718"/>
                  </a:lnTo>
                  <a:lnTo>
                    <a:pt x="418036" y="398232"/>
                  </a:lnTo>
                  <a:lnTo>
                    <a:pt x="416651" y="398034"/>
                  </a:lnTo>
                  <a:lnTo>
                    <a:pt x="411405" y="397625"/>
                  </a:lnTo>
                  <a:lnTo>
                    <a:pt x="408265" y="396147"/>
                  </a:lnTo>
                  <a:lnTo>
                    <a:pt x="407909" y="396159"/>
                  </a:lnTo>
                  <a:lnTo>
                    <a:pt x="400237" y="396406"/>
                  </a:lnTo>
                  <a:lnTo>
                    <a:pt x="391831" y="396677"/>
                  </a:lnTo>
                  <a:lnTo>
                    <a:pt x="391043" y="396604"/>
                  </a:lnTo>
                  <a:lnTo>
                    <a:pt x="388184" y="396336"/>
                  </a:lnTo>
                  <a:lnTo>
                    <a:pt x="382420" y="391555"/>
                  </a:lnTo>
                  <a:lnTo>
                    <a:pt x="379542" y="390434"/>
                  </a:lnTo>
                  <a:lnTo>
                    <a:pt x="378912" y="390189"/>
                  </a:lnTo>
                  <a:lnTo>
                    <a:pt x="370559" y="390644"/>
                  </a:lnTo>
                  <a:lnTo>
                    <a:pt x="370721" y="387433"/>
                  </a:lnTo>
                  <a:lnTo>
                    <a:pt x="367472" y="387184"/>
                  </a:lnTo>
                  <a:lnTo>
                    <a:pt x="367402" y="376978"/>
                  </a:lnTo>
                  <a:lnTo>
                    <a:pt x="370238" y="375157"/>
                  </a:lnTo>
                  <a:lnTo>
                    <a:pt x="370401" y="372483"/>
                  </a:lnTo>
                  <a:lnTo>
                    <a:pt x="370562" y="369886"/>
                  </a:lnTo>
                  <a:lnTo>
                    <a:pt x="373589" y="364565"/>
                  </a:lnTo>
                  <a:lnTo>
                    <a:pt x="373617" y="364351"/>
                  </a:lnTo>
                  <a:lnTo>
                    <a:pt x="373827" y="362767"/>
                  </a:lnTo>
                  <a:lnTo>
                    <a:pt x="373991" y="362849"/>
                  </a:lnTo>
                  <a:lnTo>
                    <a:pt x="374884" y="363296"/>
                  </a:lnTo>
                  <a:lnTo>
                    <a:pt x="376508" y="364351"/>
                  </a:lnTo>
                  <a:lnTo>
                    <a:pt x="382235" y="368077"/>
                  </a:lnTo>
                  <a:lnTo>
                    <a:pt x="382728" y="367216"/>
                  </a:lnTo>
                  <a:lnTo>
                    <a:pt x="384366" y="364351"/>
                  </a:lnTo>
                  <a:lnTo>
                    <a:pt x="385226" y="362849"/>
                  </a:lnTo>
                  <a:lnTo>
                    <a:pt x="387116" y="359545"/>
                  </a:lnTo>
                  <a:lnTo>
                    <a:pt x="376892" y="352584"/>
                  </a:lnTo>
                  <a:lnTo>
                    <a:pt x="375831" y="351836"/>
                  </a:lnTo>
                  <a:lnTo>
                    <a:pt x="360483" y="341018"/>
                  </a:lnTo>
                  <a:lnTo>
                    <a:pt x="322920" y="314539"/>
                  </a:lnTo>
                  <a:lnTo>
                    <a:pt x="304242" y="301374"/>
                  </a:lnTo>
                  <a:lnTo>
                    <a:pt x="284761" y="287642"/>
                  </a:lnTo>
                  <a:lnTo>
                    <a:pt x="263269" y="272492"/>
                  </a:lnTo>
                  <a:lnTo>
                    <a:pt x="222953" y="244073"/>
                  </a:lnTo>
                  <a:lnTo>
                    <a:pt x="183379" y="216178"/>
                  </a:lnTo>
                  <a:lnTo>
                    <a:pt x="179877" y="213709"/>
                  </a:lnTo>
                  <a:lnTo>
                    <a:pt x="179641" y="213543"/>
                  </a:lnTo>
                  <a:lnTo>
                    <a:pt x="179423" y="213389"/>
                  </a:lnTo>
                  <a:lnTo>
                    <a:pt x="177952" y="212353"/>
                  </a:lnTo>
                  <a:lnTo>
                    <a:pt x="162593" y="201528"/>
                  </a:lnTo>
                  <a:lnTo>
                    <a:pt x="136649" y="183243"/>
                  </a:lnTo>
                  <a:lnTo>
                    <a:pt x="136197" y="182919"/>
                  </a:lnTo>
                  <a:lnTo>
                    <a:pt x="136310" y="182752"/>
                  </a:lnTo>
                  <a:lnTo>
                    <a:pt x="160007" y="147429"/>
                  </a:lnTo>
                  <a:lnTo>
                    <a:pt x="160411" y="146825"/>
                  </a:lnTo>
                  <a:lnTo>
                    <a:pt x="163040" y="142907"/>
                  </a:lnTo>
                  <a:lnTo>
                    <a:pt x="158659" y="139888"/>
                  </a:lnTo>
                  <a:lnTo>
                    <a:pt x="141588" y="128123"/>
                  </a:lnTo>
                  <a:lnTo>
                    <a:pt x="129419" y="119736"/>
                  </a:lnTo>
                  <a:lnTo>
                    <a:pt x="124350" y="116242"/>
                  </a:lnTo>
                  <a:lnTo>
                    <a:pt x="123985" y="115990"/>
                  </a:lnTo>
                  <a:lnTo>
                    <a:pt x="122732" y="114364"/>
                  </a:lnTo>
                  <a:lnTo>
                    <a:pt x="119892" y="114819"/>
                  </a:lnTo>
                  <a:lnTo>
                    <a:pt x="115720" y="117769"/>
                  </a:lnTo>
                  <a:lnTo>
                    <a:pt x="113714" y="119921"/>
                  </a:lnTo>
                  <a:lnTo>
                    <a:pt x="112076" y="121678"/>
                  </a:lnTo>
                  <a:lnTo>
                    <a:pt x="105543" y="125877"/>
                  </a:lnTo>
                  <a:lnTo>
                    <a:pt x="102046" y="127619"/>
                  </a:lnTo>
                  <a:lnTo>
                    <a:pt x="97062" y="129013"/>
                  </a:lnTo>
                  <a:lnTo>
                    <a:pt x="96694" y="129098"/>
                  </a:lnTo>
                  <a:lnTo>
                    <a:pt x="89193" y="139353"/>
                  </a:lnTo>
                  <a:lnTo>
                    <a:pt x="86666" y="138534"/>
                  </a:lnTo>
                  <a:lnTo>
                    <a:pt x="84627" y="137873"/>
                  </a:lnTo>
                  <a:lnTo>
                    <a:pt x="67475" y="142996"/>
                  </a:lnTo>
                  <a:lnTo>
                    <a:pt x="66056" y="138994"/>
                  </a:lnTo>
                  <a:lnTo>
                    <a:pt x="64418" y="134371"/>
                  </a:lnTo>
                  <a:lnTo>
                    <a:pt x="67252" y="131270"/>
                  </a:lnTo>
                  <a:lnTo>
                    <a:pt x="93425" y="124554"/>
                  </a:lnTo>
                  <a:lnTo>
                    <a:pt x="92645" y="118634"/>
                  </a:lnTo>
                  <a:lnTo>
                    <a:pt x="79949" y="113625"/>
                  </a:lnTo>
                  <a:lnTo>
                    <a:pt x="76719" y="109755"/>
                  </a:lnTo>
                  <a:lnTo>
                    <a:pt x="63694" y="109084"/>
                  </a:lnTo>
                  <a:lnTo>
                    <a:pt x="56477" y="113558"/>
                  </a:lnTo>
                  <a:lnTo>
                    <a:pt x="48285" y="112992"/>
                  </a:lnTo>
                  <a:lnTo>
                    <a:pt x="36785" y="107900"/>
                  </a:lnTo>
                  <a:lnTo>
                    <a:pt x="32509" y="89959"/>
                  </a:lnTo>
                  <a:lnTo>
                    <a:pt x="27519" y="86316"/>
                  </a:lnTo>
                  <a:lnTo>
                    <a:pt x="24049" y="88937"/>
                  </a:lnTo>
                  <a:lnTo>
                    <a:pt x="25399" y="92086"/>
                  </a:lnTo>
                  <a:lnTo>
                    <a:pt x="16273" y="98491"/>
                  </a:lnTo>
                  <a:lnTo>
                    <a:pt x="6507" y="83542"/>
                  </a:lnTo>
                  <a:lnTo>
                    <a:pt x="3332" y="85706"/>
                  </a:lnTo>
                  <a:lnTo>
                    <a:pt x="0" y="80971"/>
                  </a:lnTo>
                  <a:lnTo>
                    <a:pt x="4765" y="77303"/>
                  </a:lnTo>
                  <a:lnTo>
                    <a:pt x="8122" y="74719"/>
                  </a:lnTo>
                  <a:lnTo>
                    <a:pt x="9460" y="73608"/>
                  </a:lnTo>
                  <a:lnTo>
                    <a:pt x="22529" y="63639"/>
                  </a:lnTo>
                  <a:lnTo>
                    <a:pt x="21906" y="51708"/>
                  </a:lnTo>
                  <a:lnTo>
                    <a:pt x="18510" y="51491"/>
                  </a:lnTo>
                  <a:lnTo>
                    <a:pt x="18159" y="50485"/>
                  </a:lnTo>
                  <a:lnTo>
                    <a:pt x="12760" y="34998"/>
                  </a:lnTo>
                  <a:lnTo>
                    <a:pt x="12234" y="33490"/>
                  </a:lnTo>
                  <a:lnTo>
                    <a:pt x="11721" y="32018"/>
                  </a:lnTo>
                  <a:lnTo>
                    <a:pt x="21188" y="30652"/>
                  </a:lnTo>
                  <a:lnTo>
                    <a:pt x="18682" y="23309"/>
                  </a:lnTo>
                  <a:lnTo>
                    <a:pt x="24966" y="23620"/>
                  </a:lnTo>
                  <a:lnTo>
                    <a:pt x="32492" y="23992"/>
                  </a:lnTo>
                  <a:lnTo>
                    <a:pt x="35300" y="23982"/>
                  </a:lnTo>
                  <a:lnTo>
                    <a:pt x="37976" y="23071"/>
                  </a:lnTo>
                  <a:lnTo>
                    <a:pt x="39021" y="22715"/>
                  </a:lnTo>
                  <a:lnTo>
                    <a:pt x="41738" y="21577"/>
                  </a:lnTo>
                  <a:lnTo>
                    <a:pt x="44333" y="20266"/>
                  </a:lnTo>
                  <a:lnTo>
                    <a:pt x="45939" y="19454"/>
                  </a:lnTo>
                  <a:lnTo>
                    <a:pt x="47775" y="18526"/>
                  </a:lnTo>
                  <a:lnTo>
                    <a:pt x="48673" y="18122"/>
                  </a:lnTo>
                  <a:lnTo>
                    <a:pt x="53523" y="15938"/>
                  </a:lnTo>
                  <a:lnTo>
                    <a:pt x="53699" y="15858"/>
                  </a:lnTo>
                  <a:lnTo>
                    <a:pt x="57887" y="13972"/>
                  </a:lnTo>
                  <a:lnTo>
                    <a:pt x="60826" y="12789"/>
                  </a:lnTo>
                  <a:lnTo>
                    <a:pt x="61655" y="12456"/>
                  </a:lnTo>
                  <a:lnTo>
                    <a:pt x="68685" y="10349"/>
                  </a:lnTo>
                  <a:lnTo>
                    <a:pt x="69815" y="10037"/>
                  </a:lnTo>
                  <a:lnTo>
                    <a:pt x="73830" y="8504"/>
                  </a:lnTo>
                  <a:lnTo>
                    <a:pt x="74922" y="8087"/>
                  </a:lnTo>
                  <a:lnTo>
                    <a:pt x="75963" y="7527"/>
                  </a:lnTo>
                  <a:lnTo>
                    <a:pt x="77609" y="6643"/>
                  </a:lnTo>
                  <a:lnTo>
                    <a:pt x="79929" y="5000"/>
                  </a:lnTo>
                  <a:lnTo>
                    <a:pt x="80377" y="4594"/>
                  </a:lnTo>
                  <a:lnTo>
                    <a:pt x="80788" y="5378"/>
                  </a:lnTo>
                  <a:lnTo>
                    <a:pt x="81573" y="4735"/>
                  </a:lnTo>
                  <a:lnTo>
                    <a:pt x="85958" y="1141"/>
                  </a:lnTo>
                  <a:lnTo>
                    <a:pt x="87526" y="839"/>
                  </a:lnTo>
                  <a:lnTo>
                    <a:pt x="90383" y="503"/>
                  </a:lnTo>
                  <a:lnTo>
                    <a:pt x="91884" y="327"/>
                  </a:lnTo>
                  <a:lnTo>
                    <a:pt x="92963" y="0"/>
                  </a:lnTo>
                  <a:lnTo>
                    <a:pt x="94350" y="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877510" y="2642207"/>
              <a:ext cx="854755" cy="476341"/>
            </a:xfrm>
            <a:custGeom>
              <a:avLst/>
              <a:pathLst>
                <a:path w="854755" h="476341">
                  <a:moveTo>
                    <a:pt x="334108" y="78150"/>
                  </a:moveTo>
                  <a:lnTo>
                    <a:pt x="329290" y="91645"/>
                  </a:lnTo>
                  <a:lnTo>
                    <a:pt x="328800" y="92729"/>
                  </a:lnTo>
                  <a:lnTo>
                    <a:pt x="327732" y="95088"/>
                  </a:lnTo>
                  <a:lnTo>
                    <a:pt x="327288" y="96071"/>
                  </a:lnTo>
                  <a:lnTo>
                    <a:pt x="326069" y="100641"/>
                  </a:lnTo>
                  <a:lnTo>
                    <a:pt x="324286" y="107326"/>
                  </a:lnTo>
                  <a:lnTo>
                    <a:pt x="318646" y="105811"/>
                  </a:lnTo>
                  <a:lnTo>
                    <a:pt x="323781" y="115280"/>
                  </a:lnTo>
                  <a:lnTo>
                    <a:pt x="325407" y="119582"/>
                  </a:lnTo>
                  <a:lnTo>
                    <a:pt x="327460" y="124832"/>
                  </a:lnTo>
                  <a:lnTo>
                    <a:pt x="327800" y="125699"/>
                  </a:lnTo>
                  <a:lnTo>
                    <a:pt x="319631" y="128380"/>
                  </a:lnTo>
                  <a:lnTo>
                    <a:pt x="317737" y="136380"/>
                  </a:lnTo>
                  <a:lnTo>
                    <a:pt x="316888" y="139966"/>
                  </a:lnTo>
                  <a:lnTo>
                    <a:pt x="316676" y="140419"/>
                  </a:lnTo>
                  <a:lnTo>
                    <a:pt x="315830" y="142218"/>
                  </a:lnTo>
                  <a:lnTo>
                    <a:pt x="315591" y="142553"/>
                  </a:lnTo>
                  <a:lnTo>
                    <a:pt x="315051" y="143310"/>
                  </a:lnTo>
                  <a:lnTo>
                    <a:pt x="311158" y="149232"/>
                  </a:lnTo>
                  <a:lnTo>
                    <a:pt x="307556" y="156291"/>
                  </a:lnTo>
                  <a:lnTo>
                    <a:pt x="323709" y="167735"/>
                  </a:lnTo>
                  <a:lnTo>
                    <a:pt x="324019" y="167310"/>
                  </a:lnTo>
                  <a:lnTo>
                    <a:pt x="342258" y="180031"/>
                  </a:lnTo>
                  <a:lnTo>
                    <a:pt x="363100" y="194227"/>
                  </a:lnTo>
                  <a:lnTo>
                    <a:pt x="363239" y="194322"/>
                  </a:lnTo>
                  <a:lnTo>
                    <a:pt x="356903" y="203800"/>
                  </a:lnTo>
                  <a:lnTo>
                    <a:pt x="358836" y="205562"/>
                  </a:lnTo>
                  <a:lnTo>
                    <a:pt x="360361" y="206953"/>
                  </a:lnTo>
                  <a:lnTo>
                    <a:pt x="374507" y="217673"/>
                  </a:lnTo>
                  <a:lnTo>
                    <a:pt x="374910" y="217979"/>
                  </a:lnTo>
                  <a:lnTo>
                    <a:pt x="375994" y="218769"/>
                  </a:lnTo>
                  <a:lnTo>
                    <a:pt x="377817" y="220097"/>
                  </a:lnTo>
                  <a:lnTo>
                    <a:pt x="379488" y="222453"/>
                  </a:lnTo>
                  <a:lnTo>
                    <a:pt x="379660" y="228945"/>
                  </a:lnTo>
                  <a:lnTo>
                    <a:pt x="379863" y="231188"/>
                  </a:lnTo>
                  <a:lnTo>
                    <a:pt x="380821" y="232996"/>
                  </a:lnTo>
                  <a:lnTo>
                    <a:pt x="387322" y="245270"/>
                  </a:lnTo>
                  <a:lnTo>
                    <a:pt x="388083" y="243478"/>
                  </a:lnTo>
                  <a:lnTo>
                    <a:pt x="388467" y="241229"/>
                  </a:lnTo>
                  <a:lnTo>
                    <a:pt x="388729" y="240040"/>
                  </a:lnTo>
                  <a:lnTo>
                    <a:pt x="390110" y="239493"/>
                  </a:lnTo>
                  <a:lnTo>
                    <a:pt x="391357" y="239448"/>
                  </a:lnTo>
                  <a:lnTo>
                    <a:pt x="392877" y="240529"/>
                  </a:lnTo>
                  <a:lnTo>
                    <a:pt x="411074" y="253470"/>
                  </a:lnTo>
                  <a:lnTo>
                    <a:pt x="415262" y="256448"/>
                  </a:lnTo>
                  <a:lnTo>
                    <a:pt x="427533" y="265288"/>
                  </a:lnTo>
                  <a:lnTo>
                    <a:pt x="436184" y="271089"/>
                  </a:lnTo>
                  <a:lnTo>
                    <a:pt x="440465" y="274474"/>
                  </a:lnTo>
                  <a:lnTo>
                    <a:pt x="442377" y="277108"/>
                  </a:lnTo>
                  <a:lnTo>
                    <a:pt x="444024" y="279375"/>
                  </a:lnTo>
                  <a:lnTo>
                    <a:pt x="449228" y="284395"/>
                  </a:lnTo>
                  <a:lnTo>
                    <a:pt x="452683" y="285942"/>
                  </a:lnTo>
                  <a:lnTo>
                    <a:pt x="456938" y="287551"/>
                  </a:lnTo>
                  <a:lnTo>
                    <a:pt x="462447" y="279332"/>
                  </a:lnTo>
                  <a:lnTo>
                    <a:pt x="466038" y="273974"/>
                  </a:lnTo>
                  <a:lnTo>
                    <a:pt x="455249" y="266523"/>
                  </a:lnTo>
                  <a:lnTo>
                    <a:pt x="453437" y="268393"/>
                  </a:lnTo>
                  <a:lnTo>
                    <a:pt x="452167" y="270066"/>
                  </a:lnTo>
                  <a:lnTo>
                    <a:pt x="450998" y="271193"/>
                  </a:lnTo>
                  <a:lnTo>
                    <a:pt x="449695" y="272081"/>
                  </a:lnTo>
                  <a:lnTo>
                    <a:pt x="448291" y="272627"/>
                  </a:lnTo>
                  <a:lnTo>
                    <a:pt x="446921" y="272457"/>
                  </a:lnTo>
                  <a:lnTo>
                    <a:pt x="446431" y="271692"/>
                  </a:lnTo>
                  <a:lnTo>
                    <a:pt x="446278" y="271453"/>
                  </a:lnTo>
                  <a:lnTo>
                    <a:pt x="445910" y="264998"/>
                  </a:lnTo>
                  <a:lnTo>
                    <a:pt x="446283" y="255054"/>
                  </a:lnTo>
                  <a:lnTo>
                    <a:pt x="446390" y="250822"/>
                  </a:lnTo>
                  <a:lnTo>
                    <a:pt x="446803" y="248934"/>
                  </a:lnTo>
                  <a:lnTo>
                    <a:pt x="450901" y="248433"/>
                  </a:lnTo>
                  <a:lnTo>
                    <a:pt x="457584" y="248843"/>
                  </a:lnTo>
                  <a:lnTo>
                    <a:pt x="458764" y="247955"/>
                  </a:lnTo>
                  <a:lnTo>
                    <a:pt x="459967" y="245792"/>
                  </a:lnTo>
                  <a:lnTo>
                    <a:pt x="461348" y="241785"/>
                  </a:lnTo>
                  <a:lnTo>
                    <a:pt x="461791" y="240850"/>
                  </a:lnTo>
                  <a:lnTo>
                    <a:pt x="462751" y="238825"/>
                  </a:lnTo>
                  <a:lnTo>
                    <a:pt x="465320" y="238307"/>
                  </a:lnTo>
                  <a:lnTo>
                    <a:pt x="465914" y="238188"/>
                  </a:lnTo>
                  <a:lnTo>
                    <a:pt x="474134" y="237709"/>
                  </a:lnTo>
                  <a:lnTo>
                    <a:pt x="475114" y="237004"/>
                  </a:lnTo>
                  <a:lnTo>
                    <a:pt x="476807" y="234158"/>
                  </a:lnTo>
                  <a:lnTo>
                    <a:pt x="478455" y="232867"/>
                  </a:lnTo>
                  <a:lnTo>
                    <a:pt x="482830" y="233153"/>
                  </a:lnTo>
                  <a:lnTo>
                    <a:pt x="488894" y="233153"/>
                  </a:lnTo>
                  <a:lnTo>
                    <a:pt x="491234" y="233445"/>
                  </a:lnTo>
                  <a:lnTo>
                    <a:pt x="492636" y="234656"/>
                  </a:lnTo>
                  <a:lnTo>
                    <a:pt x="494240" y="236500"/>
                  </a:lnTo>
                  <a:lnTo>
                    <a:pt x="496373" y="237110"/>
                  </a:lnTo>
                  <a:lnTo>
                    <a:pt x="500468" y="237763"/>
                  </a:lnTo>
                  <a:lnTo>
                    <a:pt x="501511" y="238228"/>
                  </a:lnTo>
                  <a:lnTo>
                    <a:pt x="501926" y="239185"/>
                  </a:lnTo>
                  <a:lnTo>
                    <a:pt x="505887" y="237518"/>
                  </a:lnTo>
                  <a:lnTo>
                    <a:pt x="507658" y="235776"/>
                  </a:lnTo>
                  <a:lnTo>
                    <a:pt x="507983" y="234725"/>
                  </a:lnTo>
                  <a:lnTo>
                    <a:pt x="508875" y="231846"/>
                  </a:lnTo>
                  <a:lnTo>
                    <a:pt x="509042" y="229797"/>
                  </a:lnTo>
                  <a:lnTo>
                    <a:pt x="507381" y="221356"/>
                  </a:lnTo>
                  <a:lnTo>
                    <a:pt x="507240" y="221108"/>
                  </a:lnTo>
                  <a:lnTo>
                    <a:pt x="506590" y="219968"/>
                  </a:lnTo>
                  <a:lnTo>
                    <a:pt x="505982" y="216492"/>
                  </a:lnTo>
                  <a:lnTo>
                    <a:pt x="505621" y="214435"/>
                  </a:lnTo>
                  <a:lnTo>
                    <a:pt x="505997" y="213490"/>
                  </a:lnTo>
                  <a:lnTo>
                    <a:pt x="506991" y="210985"/>
                  </a:lnTo>
                  <a:lnTo>
                    <a:pt x="507471" y="210284"/>
                  </a:lnTo>
                  <a:lnTo>
                    <a:pt x="509154" y="207819"/>
                  </a:lnTo>
                  <a:lnTo>
                    <a:pt x="510548" y="205778"/>
                  </a:lnTo>
                  <a:lnTo>
                    <a:pt x="512402" y="203064"/>
                  </a:lnTo>
                  <a:lnTo>
                    <a:pt x="513407" y="201594"/>
                  </a:lnTo>
                  <a:lnTo>
                    <a:pt x="514487" y="198570"/>
                  </a:lnTo>
                  <a:lnTo>
                    <a:pt x="514713" y="197936"/>
                  </a:lnTo>
                  <a:lnTo>
                    <a:pt x="514943" y="197290"/>
                  </a:lnTo>
                  <a:lnTo>
                    <a:pt x="516467" y="188229"/>
                  </a:lnTo>
                  <a:lnTo>
                    <a:pt x="521178" y="190445"/>
                  </a:lnTo>
                  <a:lnTo>
                    <a:pt x="521250" y="187463"/>
                  </a:lnTo>
                  <a:lnTo>
                    <a:pt x="521444" y="179313"/>
                  </a:lnTo>
                  <a:lnTo>
                    <a:pt x="521496" y="177158"/>
                  </a:lnTo>
                  <a:lnTo>
                    <a:pt x="521614" y="174509"/>
                  </a:lnTo>
                  <a:lnTo>
                    <a:pt x="521670" y="173267"/>
                  </a:lnTo>
                  <a:lnTo>
                    <a:pt x="521186" y="173422"/>
                  </a:lnTo>
                  <a:lnTo>
                    <a:pt x="516951" y="173928"/>
                  </a:lnTo>
                  <a:lnTo>
                    <a:pt x="509121" y="176473"/>
                  </a:lnTo>
                  <a:lnTo>
                    <a:pt x="504159" y="172637"/>
                  </a:lnTo>
                  <a:lnTo>
                    <a:pt x="503584" y="172193"/>
                  </a:lnTo>
                  <a:lnTo>
                    <a:pt x="501112" y="171236"/>
                  </a:lnTo>
                  <a:lnTo>
                    <a:pt x="501783" y="169872"/>
                  </a:lnTo>
                  <a:lnTo>
                    <a:pt x="501994" y="169445"/>
                  </a:lnTo>
                  <a:lnTo>
                    <a:pt x="502517" y="166087"/>
                  </a:lnTo>
                  <a:lnTo>
                    <a:pt x="499897" y="161995"/>
                  </a:lnTo>
                  <a:lnTo>
                    <a:pt x="499048" y="161410"/>
                  </a:lnTo>
                  <a:lnTo>
                    <a:pt x="497776" y="160533"/>
                  </a:lnTo>
                  <a:lnTo>
                    <a:pt x="494200" y="158559"/>
                  </a:lnTo>
                  <a:lnTo>
                    <a:pt x="492811" y="157386"/>
                  </a:lnTo>
                  <a:lnTo>
                    <a:pt x="493814" y="155524"/>
                  </a:lnTo>
                  <a:lnTo>
                    <a:pt x="495763" y="153361"/>
                  </a:lnTo>
                  <a:lnTo>
                    <a:pt x="500497" y="148580"/>
                  </a:lnTo>
                  <a:lnTo>
                    <a:pt x="501593" y="146529"/>
                  </a:lnTo>
                  <a:lnTo>
                    <a:pt x="502345" y="144354"/>
                  </a:lnTo>
                  <a:lnTo>
                    <a:pt x="502541" y="143017"/>
                  </a:lnTo>
                  <a:lnTo>
                    <a:pt x="502718" y="141813"/>
                  </a:lnTo>
                  <a:lnTo>
                    <a:pt x="503207" y="141900"/>
                  </a:lnTo>
                  <a:lnTo>
                    <a:pt x="508354" y="142398"/>
                  </a:lnTo>
                  <a:lnTo>
                    <a:pt x="517534" y="143513"/>
                  </a:lnTo>
                  <a:lnTo>
                    <a:pt x="517828" y="143549"/>
                  </a:lnTo>
                  <a:lnTo>
                    <a:pt x="517724" y="143305"/>
                  </a:lnTo>
                  <a:lnTo>
                    <a:pt x="517120" y="140633"/>
                  </a:lnTo>
                  <a:lnTo>
                    <a:pt x="515998" y="138752"/>
                  </a:lnTo>
                  <a:lnTo>
                    <a:pt x="515244" y="136841"/>
                  </a:lnTo>
                  <a:lnTo>
                    <a:pt x="513784" y="133137"/>
                  </a:lnTo>
                  <a:lnTo>
                    <a:pt x="513638" y="132768"/>
                  </a:lnTo>
                  <a:lnTo>
                    <a:pt x="513661" y="131986"/>
                  </a:lnTo>
                  <a:lnTo>
                    <a:pt x="513731" y="129564"/>
                  </a:lnTo>
                  <a:lnTo>
                    <a:pt x="513752" y="128845"/>
                  </a:lnTo>
                  <a:lnTo>
                    <a:pt x="513786" y="127661"/>
                  </a:lnTo>
                  <a:lnTo>
                    <a:pt x="514545" y="125960"/>
                  </a:lnTo>
                  <a:lnTo>
                    <a:pt x="516082" y="122635"/>
                  </a:lnTo>
                  <a:lnTo>
                    <a:pt x="519161" y="115973"/>
                  </a:lnTo>
                  <a:lnTo>
                    <a:pt x="522446" y="108865"/>
                  </a:lnTo>
                  <a:lnTo>
                    <a:pt x="522697" y="108321"/>
                  </a:lnTo>
                  <a:lnTo>
                    <a:pt x="529950" y="111440"/>
                  </a:lnTo>
                  <a:lnTo>
                    <a:pt x="533748" y="113074"/>
                  </a:lnTo>
                  <a:lnTo>
                    <a:pt x="538581" y="115152"/>
                  </a:lnTo>
                  <a:lnTo>
                    <a:pt x="538473" y="115409"/>
                  </a:lnTo>
                  <a:lnTo>
                    <a:pt x="538076" y="116344"/>
                  </a:lnTo>
                  <a:lnTo>
                    <a:pt x="536171" y="119695"/>
                  </a:lnTo>
                  <a:lnTo>
                    <a:pt x="535002" y="121752"/>
                  </a:lnTo>
                  <a:lnTo>
                    <a:pt x="533735" y="123980"/>
                  </a:lnTo>
                  <a:lnTo>
                    <a:pt x="533400" y="124569"/>
                  </a:lnTo>
                  <a:lnTo>
                    <a:pt x="533272" y="124794"/>
                  </a:lnTo>
                  <a:lnTo>
                    <a:pt x="529778" y="132415"/>
                  </a:lnTo>
                  <a:lnTo>
                    <a:pt x="544104" y="138958"/>
                  </a:lnTo>
                  <a:lnTo>
                    <a:pt x="547093" y="134995"/>
                  </a:lnTo>
                  <a:lnTo>
                    <a:pt x="548569" y="133039"/>
                  </a:lnTo>
                  <a:lnTo>
                    <a:pt x="549376" y="132472"/>
                  </a:lnTo>
                  <a:lnTo>
                    <a:pt x="553028" y="135020"/>
                  </a:lnTo>
                  <a:lnTo>
                    <a:pt x="558961" y="139161"/>
                  </a:lnTo>
                  <a:lnTo>
                    <a:pt x="564021" y="142691"/>
                  </a:lnTo>
                  <a:lnTo>
                    <a:pt x="565869" y="143981"/>
                  </a:lnTo>
                  <a:lnTo>
                    <a:pt x="566376" y="144335"/>
                  </a:lnTo>
                  <a:lnTo>
                    <a:pt x="569080" y="146698"/>
                  </a:lnTo>
                  <a:lnTo>
                    <a:pt x="570260" y="148217"/>
                  </a:lnTo>
                  <a:lnTo>
                    <a:pt x="570884" y="149020"/>
                  </a:lnTo>
                  <a:lnTo>
                    <a:pt x="571305" y="149429"/>
                  </a:lnTo>
                  <a:lnTo>
                    <a:pt x="580593" y="143168"/>
                  </a:lnTo>
                  <a:lnTo>
                    <a:pt x="581387" y="144175"/>
                  </a:lnTo>
                  <a:lnTo>
                    <a:pt x="583266" y="146560"/>
                  </a:lnTo>
                  <a:lnTo>
                    <a:pt x="585872" y="148746"/>
                  </a:lnTo>
                  <a:lnTo>
                    <a:pt x="589253" y="150776"/>
                  </a:lnTo>
                  <a:lnTo>
                    <a:pt x="591535" y="152147"/>
                  </a:lnTo>
                  <a:lnTo>
                    <a:pt x="592281" y="152595"/>
                  </a:lnTo>
                  <a:lnTo>
                    <a:pt x="592488" y="152836"/>
                  </a:lnTo>
                  <a:lnTo>
                    <a:pt x="592828" y="153337"/>
                  </a:lnTo>
                  <a:lnTo>
                    <a:pt x="593869" y="154870"/>
                  </a:lnTo>
                  <a:lnTo>
                    <a:pt x="595768" y="157623"/>
                  </a:lnTo>
                  <a:lnTo>
                    <a:pt x="596319" y="158422"/>
                  </a:lnTo>
                  <a:lnTo>
                    <a:pt x="597246" y="159098"/>
                  </a:lnTo>
                  <a:lnTo>
                    <a:pt x="597056" y="159598"/>
                  </a:lnTo>
                  <a:lnTo>
                    <a:pt x="596685" y="160576"/>
                  </a:lnTo>
                  <a:lnTo>
                    <a:pt x="595935" y="162552"/>
                  </a:lnTo>
                  <a:lnTo>
                    <a:pt x="595837" y="162808"/>
                  </a:lnTo>
                  <a:lnTo>
                    <a:pt x="595138" y="164648"/>
                  </a:lnTo>
                  <a:lnTo>
                    <a:pt x="594531" y="168040"/>
                  </a:lnTo>
                  <a:lnTo>
                    <a:pt x="593246" y="169945"/>
                  </a:lnTo>
                  <a:lnTo>
                    <a:pt x="591857" y="172003"/>
                  </a:lnTo>
                  <a:lnTo>
                    <a:pt x="589943" y="174841"/>
                  </a:lnTo>
                  <a:lnTo>
                    <a:pt x="588369" y="177173"/>
                  </a:lnTo>
                  <a:lnTo>
                    <a:pt x="584136" y="183448"/>
                  </a:lnTo>
                  <a:lnTo>
                    <a:pt x="566133" y="210133"/>
                  </a:lnTo>
                  <a:lnTo>
                    <a:pt x="564342" y="213094"/>
                  </a:lnTo>
                  <a:lnTo>
                    <a:pt x="563487" y="214508"/>
                  </a:lnTo>
                  <a:lnTo>
                    <a:pt x="580245" y="226128"/>
                  </a:lnTo>
                  <a:lnTo>
                    <a:pt x="604006" y="242489"/>
                  </a:lnTo>
                  <a:lnTo>
                    <a:pt x="603400" y="243374"/>
                  </a:lnTo>
                  <a:lnTo>
                    <a:pt x="619720" y="254628"/>
                  </a:lnTo>
                  <a:lnTo>
                    <a:pt x="629223" y="261181"/>
                  </a:lnTo>
                  <a:lnTo>
                    <a:pt x="636566" y="266245"/>
                  </a:lnTo>
                  <a:lnTo>
                    <a:pt x="645077" y="272113"/>
                  </a:lnTo>
                  <a:lnTo>
                    <a:pt x="645773" y="271089"/>
                  </a:lnTo>
                  <a:lnTo>
                    <a:pt x="648366" y="267031"/>
                  </a:lnTo>
                  <a:lnTo>
                    <a:pt x="654926" y="271418"/>
                  </a:lnTo>
                  <a:lnTo>
                    <a:pt x="659821" y="274691"/>
                  </a:lnTo>
                  <a:lnTo>
                    <a:pt x="662284" y="276338"/>
                  </a:lnTo>
                  <a:lnTo>
                    <a:pt x="669051" y="280863"/>
                  </a:lnTo>
                  <a:lnTo>
                    <a:pt x="674514" y="284515"/>
                  </a:lnTo>
                  <a:lnTo>
                    <a:pt x="674682" y="283946"/>
                  </a:lnTo>
                  <a:lnTo>
                    <a:pt x="679546" y="286803"/>
                  </a:lnTo>
                  <a:lnTo>
                    <a:pt x="684130" y="289561"/>
                  </a:lnTo>
                  <a:lnTo>
                    <a:pt x="686285" y="286043"/>
                  </a:lnTo>
                  <a:lnTo>
                    <a:pt x="686799" y="285203"/>
                  </a:lnTo>
                  <a:lnTo>
                    <a:pt x="687984" y="283269"/>
                  </a:lnTo>
                  <a:lnTo>
                    <a:pt x="699299" y="284414"/>
                  </a:lnTo>
                  <a:lnTo>
                    <a:pt x="697573" y="288341"/>
                  </a:lnTo>
                  <a:lnTo>
                    <a:pt x="695052" y="290343"/>
                  </a:lnTo>
                  <a:lnTo>
                    <a:pt x="694840" y="290511"/>
                  </a:lnTo>
                  <a:lnTo>
                    <a:pt x="701885" y="294130"/>
                  </a:lnTo>
                  <a:lnTo>
                    <a:pt x="717264" y="283787"/>
                  </a:lnTo>
                  <a:lnTo>
                    <a:pt x="722526" y="282506"/>
                  </a:lnTo>
                  <a:lnTo>
                    <a:pt x="727789" y="281225"/>
                  </a:lnTo>
                  <a:lnTo>
                    <a:pt x="759865" y="283104"/>
                  </a:lnTo>
                  <a:lnTo>
                    <a:pt x="790103" y="296935"/>
                  </a:lnTo>
                  <a:lnTo>
                    <a:pt x="829362" y="338772"/>
                  </a:lnTo>
                  <a:lnTo>
                    <a:pt x="850746" y="354653"/>
                  </a:lnTo>
                  <a:lnTo>
                    <a:pt x="854755" y="371216"/>
                  </a:lnTo>
                  <a:lnTo>
                    <a:pt x="844397" y="382828"/>
                  </a:lnTo>
                  <a:lnTo>
                    <a:pt x="827858" y="385219"/>
                  </a:lnTo>
                  <a:lnTo>
                    <a:pt x="791439" y="368313"/>
                  </a:lnTo>
                  <a:lnTo>
                    <a:pt x="777573" y="355848"/>
                  </a:lnTo>
                  <a:lnTo>
                    <a:pt x="756356" y="354482"/>
                  </a:lnTo>
                  <a:lnTo>
                    <a:pt x="736810" y="358409"/>
                  </a:lnTo>
                  <a:lnTo>
                    <a:pt x="732801" y="379925"/>
                  </a:lnTo>
                  <a:lnTo>
                    <a:pt x="731130" y="404856"/>
                  </a:lnTo>
                  <a:lnTo>
                    <a:pt x="727956" y="413224"/>
                  </a:lnTo>
                  <a:lnTo>
                    <a:pt x="717264" y="418005"/>
                  </a:lnTo>
                  <a:lnTo>
                    <a:pt x="691027" y="400160"/>
                  </a:lnTo>
                  <a:lnTo>
                    <a:pt x="657281" y="415187"/>
                  </a:lnTo>
                  <a:lnTo>
                    <a:pt x="641911" y="411089"/>
                  </a:lnTo>
                  <a:lnTo>
                    <a:pt x="608772" y="412332"/>
                  </a:lnTo>
                  <a:lnTo>
                    <a:pt x="600349" y="410534"/>
                  </a:lnTo>
                  <a:lnTo>
                    <a:pt x="598943" y="411827"/>
                  </a:lnTo>
                  <a:lnTo>
                    <a:pt x="599011" y="414819"/>
                  </a:lnTo>
                  <a:lnTo>
                    <a:pt x="599078" y="417823"/>
                  </a:lnTo>
                  <a:lnTo>
                    <a:pt x="599799" y="422158"/>
                  </a:lnTo>
                  <a:lnTo>
                    <a:pt x="598166" y="422466"/>
                  </a:lnTo>
                  <a:lnTo>
                    <a:pt x="594602" y="419924"/>
                  </a:lnTo>
                  <a:lnTo>
                    <a:pt x="589114" y="416010"/>
                  </a:lnTo>
                  <a:lnTo>
                    <a:pt x="582641" y="411393"/>
                  </a:lnTo>
                  <a:lnTo>
                    <a:pt x="560777" y="395799"/>
                  </a:lnTo>
                  <a:lnTo>
                    <a:pt x="550413" y="411393"/>
                  </a:lnTo>
                  <a:lnTo>
                    <a:pt x="544973" y="419578"/>
                  </a:lnTo>
                  <a:lnTo>
                    <a:pt x="541409" y="424940"/>
                  </a:lnTo>
                  <a:lnTo>
                    <a:pt x="534103" y="435934"/>
                  </a:lnTo>
                  <a:lnTo>
                    <a:pt x="533981" y="436118"/>
                  </a:lnTo>
                  <a:lnTo>
                    <a:pt x="523856" y="451351"/>
                  </a:lnTo>
                  <a:lnTo>
                    <a:pt x="522047" y="454073"/>
                  </a:lnTo>
                  <a:lnTo>
                    <a:pt x="508270" y="474802"/>
                  </a:lnTo>
                  <a:lnTo>
                    <a:pt x="507247" y="476341"/>
                  </a:lnTo>
                  <a:lnTo>
                    <a:pt x="505061" y="474802"/>
                  </a:lnTo>
                  <a:lnTo>
                    <a:pt x="489539" y="463880"/>
                  </a:lnTo>
                  <a:lnTo>
                    <a:pt x="489376" y="463765"/>
                  </a:lnTo>
                  <a:lnTo>
                    <a:pt x="469259" y="449609"/>
                  </a:lnTo>
                  <a:lnTo>
                    <a:pt x="468987" y="449417"/>
                  </a:lnTo>
                  <a:lnTo>
                    <a:pt x="462028" y="444521"/>
                  </a:lnTo>
                  <a:lnTo>
                    <a:pt x="448480" y="434987"/>
                  </a:lnTo>
                  <a:lnTo>
                    <a:pt x="447694" y="434433"/>
                  </a:lnTo>
                  <a:lnTo>
                    <a:pt x="447290" y="434149"/>
                  </a:lnTo>
                  <a:lnTo>
                    <a:pt x="428957" y="421248"/>
                  </a:lnTo>
                  <a:lnTo>
                    <a:pt x="425629" y="418907"/>
                  </a:lnTo>
                  <a:lnTo>
                    <a:pt x="416313" y="412351"/>
                  </a:lnTo>
                  <a:lnTo>
                    <a:pt x="414461" y="411048"/>
                  </a:lnTo>
                  <a:lnTo>
                    <a:pt x="407692" y="406284"/>
                  </a:lnTo>
                  <a:lnTo>
                    <a:pt x="407012" y="405806"/>
                  </a:lnTo>
                  <a:lnTo>
                    <a:pt x="398787" y="400018"/>
                  </a:lnTo>
                  <a:lnTo>
                    <a:pt x="382759" y="388739"/>
                  </a:lnTo>
                  <a:lnTo>
                    <a:pt x="378886" y="386013"/>
                  </a:lnTo>
                  <a:lnTo>
                    <a:pt x="368361" y="378607"/>
                  </a:lnTo>
                  <a:lnTo>
                    <a:pt x="363944" y="375499"/>
                  </a:lnTo>
                  <a:lnTo>
                    <a:pt x="363719" y="375340"/>
                  </a:lnTo>
                  <a:lnTo>
                    <a:pt x="320552" y="344976"/>
                  </a:lnTo>
                  <a:lnTo>
                    <a:pt x="301188" y="331355"/>
                  </a:lnTo>
                  <a:lnTo>
                    <a:pt x="280910" y="317092"/>
                  </a:lnTo>
                  <a:lnTo>
                    <a:pt x="277783" y="315283"/>
                  </a:lnTo>
                  <a:lnTo>
                    <a:pt x="254086" y="298277"/>
                  </a:lnTo>
                  <a:lnTo>
                    <a:pt x="253264" y="299779"/>
                  </a:lnTo>
                  <a:lnTo>
                    <a:pt x="252946" y="300359"/>
                  </a:lnTo>
                  <a:lnTo>
                    <a:pt x="252946" y="302209"/>
                  </a:lnTo>
                  <a:lnTo>
                    <a:pt x="253433" y="304557"/>
                  </a:lnTo>
                  <a:lnTo>
                    <a:pt x="253481" y="305201"/>
                  </a:lnTo>
                  <a:lnTo>
                    <a:pt x="253590" y="306688"/>
                  </a:lnTo>
                  <a:lnTo>
                    <a:pt x="253642" y="307403"/>
                  </a:lnTo>
                  <a:lnTo>
                    <a:pt x="253503" y="310107"/>
                  </a:lnTo>
                  <a:lnTo>
                    <a:pt x="253333" y="310751"/>
                  </a:lnTo>
                  <a:lnTo>
                    <a:pt x="253016" y="311957"/>
                  </a:lnTo>
                  <a:lnTo>
                    <a:pt x="252111" y="314589"/>
                  </a:lnTo>
                  <a:lnTo>
                    <a:pt x="251252" y="316300"/>
                  </a:lnTo>
                  <a:lnTo>
                    <a:pt x="250719" y="317364"/>
                  </a:lnTo>
                  <a:lnTo>
                    <a:pt x="250534" y="317673"/>
                  </a:lnTo>
                  <a:lnTo>
                    <a:pt x="248422" y="321206"/>
                  </a:lnTo>
                  <a:lnTo>
                    <a:pt x="245916" y="324337"/>
                  </a:lnTo>
                  <a:lnTo>
                    <a:pt x="238737" y="319291"/>
                  </a:lnTo>
                  <a:lnTo>
                    <a:pt x="238895" y="319034"/>
                  </a:lnTo>
                  <a:lnTo>
                    <a:pt x="239090" y="318534"/>
                  </a:lnTo>
                  <a:lnTo>
                    <a:pt x="241712" y="312625"/>
                  </a:lnTo>
                  <a:lnTo>
                    <a:pt x="241862" y="311102"/>
                  </a:lnTo>
                  <a:lnTo>
                    <a:pt x="242050" y="309200"/>
                  </a:lnTo>
                  <a:lnTo>
                    <a:pt x="241672" y="308153"/>
                  </a:lnTo>
                  <a:lnTo>
                    <a:pt x="241367" y="307309"/>
                  </a:lnTo>
                  <a:lnTo>
                    <a:pt x="241214" y="306886"/>
                  </a:lnTo>
                  <a:lnTo>
                    <a:pt x="239941" y="303390"/>
                  </a:lnTo>
                  <a:lnTo>
                    <a:pt x="238708" y="301357"/>
                  </a:lnTo>
                  <a:lnTo>
                    <a:pt x="238335" y="300743"/>
                  </a:lnTo>
                  <a:lnTo>
                    <a:pt x="237712" y="299715"/>
                  </a:lnTo>
                  <a:lnTo>
                    <a:pt x="236052" y="298103"/>
                  </a:lnTo>
                  <a:lnTo>
                    <a:pt x="234996" y="296423"/>
                  </a:lnTo>
                  <a:lnTo>
                    <a:pt x="233834" y="294201"/>
                  </a:lnTo>
                  <a:lnTo>
                    <a:pt x="232947" y="292507"/>
                  </a:lnTo>
                  <a:lnTo>
                    <a:pt x="232210" y="290650"/>
                  </a:lnTo>
                  <a:lnTo>
                    <a:pt x="231700" y="289365"/>
                  </a:lnTo>
                  <a:lnTo>
                    <a:pt x="231477" y="288576"/>
                  </a:lnTo>
                  <a:lnTo>
                    <a:pt x="230931" y="286650"/>
                  </a:lnTo>
                  <a:lnTo>
                    <a:pt x="230028" y="284593"/>
                  </a:lnTo>
                  <a:lnTo>
                    <a:pt x="229663" y="283759"/>
                  </a:lnTo>
                  <a:lnTo>
                    <a:pt x="229595" y="283605"/>
                  </a:lnTo>
                  <a:lnTo>
                    <a:pt x="228592" y="282296"/>
                  </a:lnTo>
                  <a:lnTo>
                    <a:pt x="226449" y="279251"/>
                  </a:lnTo>
                  <a:lnTo>
                    <a:pt x="226161" y="278644"/>
                  </a:lnTo>
                  <a:lnTo>
                    <a:pt x="224261" y="274035"/>
                  </a:lnTo>
                  <a:lnTo>
                    <a:pt x="224267" y="273592"/>
                  </a:lnTo>
                  <a:lnTo>
                    <a:pt x="224278" y="272839"/>
                  </a:lnTo>
                  <a:lnTo>
                    <a:pt x="224502" y="271159"/>
                  </a:lnTo>
                  <a:lnTo>
                    <a:pt x="224704" y="269643"/>
                  </a:lnTo>
                  <a:lnTo>
                    <a:pt x="224930" y="268631"/>
                  </a:lnTo>
                  <a:lnTo>
                    <a:pt x="226199" y="264976"/>
                  </a:lnTo>
                  <a:lnTo>
                    <a:pt x="226381" y="264131"/>
                  </a:lnTo>
                  <a:lnTo>
                    <a:pt x="227569" y="258624"/>
                  </a:lnTo>
                  <a:lnTo>
                    <a:pt x="227508" y="258100"/>
                  </a:lnTo>
                  <a:lnTo>
                    <a:pt x="227302" y="256336"/>
                  </a:lnTo>
                  <a:lnTo>
                    <a:pt x="227113" y="255858"/>
                  </a:lnTo>
                  <a:lnTo>
                    <a:pt x="226801" y="255072"/>
                  </a:lnTo>
                  <a:lnTo>
                    <a:pt x="226586" y="253933"/>
                  </a:lnTo>
                  <a:lnTo>
                    <a:pt x="225598" y="248696"/>
                  </a:lnTo>
                  <a:lnTo>
                    <a:pt x="225117" y="246143"/>
                  </a:lnTo>
                  <a:lnTo>
                    <a:pt x="224876" y="244869"/>
                  </a:lnTo>
                  <a:lnTo>
                    <a:pt x="223490" y="241983"/>
                  </a:lnTo>
                  <a:lnTo>
                    <a:pt x="222410" y="242311"/>
                  </a:lnTo>
                  <a:lnTo>
                    <a:pt x="220909" y="242487"/>
                  </a:lnTo>
                  <a:lnTo>
                    <a:pt x="218053" y="242823"/>
                  </a:lnTo>
                  <a:lnTo>
                    <a:pt x="216485" y="243124"/>
                  </a:lnTo>
                  <a:lnTo>
                    <a:pt x="212099" y="246719"/>
                  </a:lnTo>
                  <a:lnTo>
                    <a:pt x="211314" y="247362"/>
                  </a:lnTo>
                  <a:lnTo>
                    <a:pt x="210903" y="246578"/>
                  </a:lnTo>
                  <a:lnTo>
                    <a:pt x="210456" y="246983"/>
                  </a:lnTo>
                  <a:lnTo>
                    <a:pt x="208135" y="248626"/>
                  </a:lnTo>
                  <a:lnTo>
                    <a:pt x="206489" y="249511"/>
                  </a:lnTo>
                  <a:lnTo>
                    <a:pt x="205448" y="250071"/>
                  </a:lnTo>
                  <a:lnTo>
                    <a:pt x="204356" y="250488"/>
                  </a:lnTo>
                  <a:lnTo>
                    <a:pt x="200269" y="252049"/>
                  </a:lnTo>
                  <a:lnTo>
                    <a:pt x="199211" y="252333"/>
                  </a:lnTo>
                  <a:lnTo>
                    <a:pt x="192181" y="254439"/>
                  </a:lnTo>
                  <a:lnTo>
                    <a:pt x="191352" y="254773"/>
                  </a:lnTo>
                  <a:lnTo>
                    <a:pt x="188414" y="255956"/>
                  </a:lnTo>
                  <a:lnTo>
                    <a:pt x="184225" y="257842"/>
                  </a:lnTo>
                  <a:lnTo>
                    <a:pt x="184049" y="257921"/>
                  </a:lnTo>
                  <a:lnTo>
                    <a:pt x="179199" y="260105"/>
                  </a:lnTo>
                  <a:lnTo>
                    <a:pt x="178301" y="260510"/>
                  </a:lnTo>
                  <a:lnTo>
                    <a:pt x="176466" y="261437"/>
                  </a:lnTo>
                  <a:lnTo>
                    <a:pt x="174859" y="262249"/>
                  </a:lnTo>
                  <a:lnTo>
                    <a:pt x="172264" y="263561"/>
                  </a:lnTo>
                  <a:lnTo>
                    <a:pt x="169547" y="264699"/>
                  </a:lnTo>
                  <a:lnTo>
                    <a:pt x="168502" y="265055"/>
                  </a:lnTo>
                  <a:lnTo>
                    <a:pt x="168507" y="262175"/>
                  </a:lnTo>
                  <a:lnTo>
                    <a:pt x="168526" y="252199"/>
                  </a:lnTo>
                  <a:lnTo>
                    <a:pt x="163883" y="252614"/>
                  </a:lnTo>
                  <a:lnTo>
                    <a:pt x="159616" y="252996"/>
                  </a:lnTo>
                  <a:lnTo>
                    <a:pt x="159505" y="252837"/>
                  </a:lnTo>
                  <a:lnTo>
                    <a:pt x="158758" y="251771"/>
                  </a:lnTo>
                  <a:lnTo>
                    <a:pt x="154107" y="252858"/>
                  </a:lnTo>
                  <a:lnTo>
                    <a:pt x="149321" y="253436"/>
                  </a:lnTo>
                  <a:lnTo>
                    <a:pt x="148419" y="253383"/>
                  </a:lnTo>
                  <a:lnTo>
                    <a:pt x="145120" y="253188"/>
                  </a:lnTo>
                  <a:lnTo>
                    <a:pt x="140066" y="252889"/>
                  </a:lnTo>
                  <a:lnTo>
                    <a:pt x="139197" y="244556"/>
                  </a:lnTo>
                  <a:lnTo>
                    <a:pt x="129218" y="246978"/>
                  </a:lnTo>
                  <a:lnTo>
                    <a:pt x="127937" y="247288"/>
                  </a:lnTo>
                  <a:lnTo>
                    <a:pt x="126334" y="249064"/>
                  </a:lnTo>
                  <a:lnTo>
                    <a:pt x="125309" y="253420"/>
                  </a:lnTo>
                  <a:lnTo>
                    <a:pt x="124877" y="255257"/>
                  </a:lnTo>
                  <a:lnTo>
                    <a:pt x="124028" y="258866"/>
                  </a:lnTo>
                  <a:lnTo>
                    <a:pt x="113236" y="258944"/>
                  </a:lnTo>
                  <a:lnTo>
                    <a:pt x="113063" y="258946"/>
                  </a:lnTo>
                  <a:lnTo>
                    <a:pt x="108063" y="258982"/>
                  </a:lnTo>
                  <a:lnTo>
                    <a:pt x="93809" y="257243"/>
                  </a:lnTo>
                  <a:lnTo>
                    <a:pt x="90958" y="254742"/>
                  </a:lnTo>
                  <a:lnTo>
                    <a:pt x="87720" y="251902"/>
                  </a:lnTo>
                  <a:lnTo>
                    <a:pt x="87336" y="250460"/>
                  </a:lnTo>
                  <a:lnTo>
                    <a:pt x="83528" y="236165"/>
                  </a:lnTo>
                  <a:lnTo>
                    <a:pt x="83266" y="235181"/>
                  </a:lnTo>
                  <a:lnTo>
                    <a:pt x="70457" y="234541"/>
                  </a:lnTo>
                  <a:lnTo>
                    <a:pt x="70809" y="236420"/>
                  </a:lnTo>
                  <a:lnTo>
                    <a:pt x="73451" y="250550"/>
                  </a:lnTo>
                  <a:lnTo>
                    <a:pt x="63813" y="254647"/>
                  </a:lnTo>
                  <a:lnTo>
                    <a:pt x="41872" y="247645"/>
                  </a:lnTo>
                  <a:lnTo>
                    <a:pt x="49946" y="239734"/>
                  </a:lnTo>
                  <a:lnTo>
                    <a:pt x="32906" y="230285"/>
                  </a:lnTo>
                  <a:lnTo>
                    <a:pt x="23662" y="230797"/>
                  </a:lnTo>
                  <a:lnTo>
                    <a:pt x="21045" y="228634"/>
                  </a:lnTo>
                  <a:lnTo>
                    <a:pt x="18706" y="222828"/>
                  </a:lnTo>
                  <a:lnTo>
                    <a:pt x="12362" y="222252"/>
                  </a:lnTo>
                  <a:lnTo>
                    <a:pt x="5011" y="218381"/>
                  </a:lnTo>
                  <a:lnTo>
                    <a:pt x="0" y="214738"/>
                  </a:lnTo>
                  <a:lnTo>
                    <a:pt x="2338" y="209502"/>
                  </a:lnTo>
                  <a:lnTo>
                    <a:pt x="10357" y="205062"/>
                  </a:lnTo>
                  <a:lnTo>
                    <a:pt x="16371" y="203468"/>
                  </a:lnTo>
                  <a:lnTo>
                    <a:pt x="17149" y="198850"/>
                  </a:lnTo>
                  <a:lnTo>
                    <a:pt x="23330" y="195435"/>
                  </a:lnTo>
                  <a:lnTo>
                    <a:pt x="24890" y="191166"/>
                  </a:lnTo>
                  <a:lnTo>
                    <a:pt x="30737" y="191109"/>
                  </a:lnTo>
                  <a:lnTo>
                    <a:pt x="30939" y="191757"/>
                  </a:lnTo>
                  <a:lnTo>
                    <a:pt x="31065" y="192160"/>
                  </a:lnTo>
                  <a:lnTo>
                    <a:pt x="31025" y="197029"/>
                  </a:lnTo>
                  <a:lnTo>
                    <a:pt x="31009" y="199047"/>
                  </a:lnTo>
                  <a:lnTo>
                    <a:pt x="45702" y="199821"/>
                  </a:lnTo>
                  <a:lnTo>
                    <a:pt x="56795" y="198865"/>
                  </a:lnTo>
                  <a:lnTo>
                    <a:pt x="57241" y="196042"/>
                  </a:lnTo>
                  <a:lnTo>
                    <a:pt x="63255" y="193719"/>
                  </a:lnTo>
                  <a:lnTo>
                    <a:pt x="69447" y="192080"/>
                  </a:lnTo>
                  <a:lnTo>
                    <a:pt x="72158" y="197452"/>
                  </a:lnTo>
                  <a:lnTo>
                    <a:pt x="74094" y="197313"/>
                  </a:lnTo>
                  <a:lnTo>
                    <a:pt x="74437" y="193992"/>
                  </a:lnTo>
                  <a:lnTo>
                    <a:pt x="74437" y="179967"/>
                  </a:lnTo>
                  <a:lnTo>
                    <a:pt x="74359" y="178749"/>
                  </a:lnTo>
                  <a:lnTo>
                    <a:pt x="78758" y="177952"/>
                  </a:lnTo>
                  <a:lnTo>
                    <a:pt x="85844" y="176060"/>
                  </a:lnTo>
                  <a:lnTo>
                    <a:pt x="92399" y="174849"/>
                  </a:lnTo>
                  <a:lnTo>
                    <a:pt x="98981" y="172970"/>
                  </a:lnTo>
                  <a:lnTo>
                    <a:pt x="99939" y="172849"/>
                  </a:lnTo>
                  <a:lnTo>
                    <a:pt x="101311" y="172674"/>
                  </a:lnTo>
                  <a:lnTo>
                    <a:pt x="105883" y="172094"/>
                  </a:lnTo>
                  <a:lnTo>
                    <a:pt x="108983" y="171701"/>
                  </a:lnTo>
                  <a:lnTo>
                    <a:pt x="109326" y="171657"/>
                  </a:lnTo>
                  <a:lnTo>
                    <a:pt x="111263" y="171411"/>
                  </a:lnTo>
                  <a:lnTo>
                    <a:pt x="111074" y="172337"/>
                  </a:lnTo>
                  <a:lnTo>
                    <a:pt x="117134" y="173306"/>
                  </a:lnTo>
                  <a:lnTo>
                    <a:pt x="117391" y="180891"/>
                  </a:lnTo>
                  <a:lnTo>
                    <a:pt x="117427" y="181956"/>
                  </a:lnTo>
                  <a:lnTo>
                    <a:pt x="117443" y="183284"/>
                  </a:lnTo>
                  <a:lnTo>
                    <a:pt x="120851" y="182709"/>
                  </a:lnTo>
                  <a:lnTo>
                    <a:pt x="124860" y="182818"/>
                  </a:lnTo>
                  <a:lnTo>
                    <a:pt x="132398" y="183255"/>
                  </a:lnTo>
                  <a:lnTo>
                    <a:pt x="139356" y="184471"/>
                  </a:lnTo>
                  <a:lnTo>
                    <a:pt x="140218" y="184558"/>
                  </a:lnTo>
                  <a:lnTo>
                    <a:pt x="145325" y="185073"/>
                  </a:lnTo>
                  <a:lnTo>
                    <a:pt x="155020" y="186051"/>
                  </a:lnTo>
                  <a:lnTo>
                    <a:pt x="160856" y="187962"/>
                  </a:lnTo>
                  <a:lnTo>
                    <a:pt x="164696" y="181865"/>
                  </a:lnTo>
                  <a:lnTo>
                    <a:pt x="165596" y="180436"/>
                  </a:lnTo>
                  <a:lnTo>
                    <a:pt x="168629" y="175621"/>
                  </a:lnTo>
                  <a:lnTo>
                    <a:pt x="169068" y="175937"/>
                  </a:lnTo>
                  <a:lnTo>
                    <a:pt x="172568" y="170127"/>
                  </a:lnTo>
                  <a:lnTo>
                    <a:pt x="172816" y="169628"/>
                  </a:lnTo>
                  <a:lnTo>
                    <a:pt x="175919" y="163385"/>
                  </a:lnTo>
                  <a:lnTo>
                    <a:pt x="176016" y="162684"/>
                  </a:lnTo>
                  <a:lnTo>
                    <a:pt x="176654" y="158057"/>
                  </a:lnTo>
                  <a:lnTo>
                    <a:pt x="176654" y="145524"/>
                  </a:lnTo>
                  <a:lnTo>
                    <a:pt x="176520" y="136337"/>
                  </a:lnTo>
                  <a:lnTo>
                    <a:pt x="177419" y="127132"/>
                  </a:lnTo>
                  <a:lnTo>
                    <a:pt x="173867" y="125218"/>
                  </a:lnTo>
                  <a:lnTo>
                    <a:pt x="170839" y="121661"/>
                  </a:lnTo>
                  <a:lnTo>
                    <a:pt x="172639" y="120631"/>
                  </a:lnTo>
                  <a:lnTo>
                    <a:pt x="173102" y="117485"/>
                  </a:lnTo>
                  <a:lnTo>
                    <a:pt x="173455" y="115093"/>
                  </a:lnTo>
                  <a:lnTo>
                    <a:pt x="174345" y="109053"/>
                  </a:lnTo>
                  <a:lnTo>
                    <a:pt x="176594" y="93787"/>
                  </a:lnTo>
                  <a:lnTo>
                    <a:pt x="177563" y="87212"/>
                  </a:lnTo>
                  <a:lnTo>
                    <a:pt x="177795" y="85636"/>
                  </a:lnTo>
                  <a:lnTo>
                    <a:pt x="178680" y="84283"/>
                  </a:lnTo>
                  <a:lnTo>
                    <a:pt x="180623" y="81657"/>
                  </a:lnTo>
                  <a:lnTo>
                    <a:pt x="184679" y="75325"/>
                  </a:lnTo>
                  <a:lnTo>
                    <a:pt x="184853" y="75054"/>
                  </a:lnTo>
                  <a:lnTo>
                    <a:pt x="204934" y="89056"/>
                  </a:lnTo>
                  <a:lnTo>
                    <a:pt x="216099" y="72650"/>
                  </a:lnTo>
                  <a:lnTo>
                    <a:pt x="230588" y="51361"/>
                  </a:lnTo>
                  <a:lnTo>
                    <a:pt x="230853" y="50972"/>
                  </a:lnTo>
                  <a:lnTo>
                    <a:pt x="250137" y="64598"/>
                  </a:lnTo>
                  <a:lnTo>
                    <a:pt x="270332" y="78869"/>
                  </a:lnTo>
                  <a:lnTo>
                    <a:pt x="275057" y="71768"/>
                  </a:lnTo>
                  <a:lnTo>
                    <a:pt x="293052" y="44726"/>
                  </a:lnTo>
                  <a:lnTo>
                    <a:pt x="294212" y="42984"/>
                  </a:lnTo>
                  <a:lnTo>
                    <a:pt x="296006" y="40287"/>
                  </a:lnTo>
                  <a:lnTo>
                    <a:pt x="299435" y="35134"/>
                  </a:lnTo>
                  <a:lnTo>
                    <a:pt x="301347" y="32261"/>
                  </a:lnTo>
                  <a:lnTo>
                    <a:pt x="305362" y="26227"/>
                  </a:lnTo>
                  <a:lnTo>
                    <a:pt x="308425" y="21624"/>
                  </a:lnTo>
                  <a:lnTo>
                    <a:pt x="309870" y="19453"/>
                  </a:lnTo>
                  <a:lnTo>
                    <a:pt x="311195" y="17461"/>
                  </a:lnTo>
                  <a:lnTo>
                    <a:pt x="315261" y="11351"/>
                  </a:lnTo>
                  <a:lnTo>
                    <a:pt x="322124" y="1037"/>
                  </a:lnTo>
                  <a:lnTo>
                    <a:pt x="322815" y="0"/>
                  </a:lnTo>
                  <a:lnTo>
                    <a:pt x="323904" y="717"/>
                  </a:lnTo>
                  <a:lnTo>
                    <a:pt x="327792" y="3281"/>
                  </a:lnTo>
                  <a:lnTo>
                    <a:pt x="332088" y="6113"/>
                  </a:lnTo>
                  <a:lnTo>
                    <a:pt x="336822" y="9234"/>
                  </a:lnTo>
                  <a:lnTo>
                    <a:pt x="338681" y="10460"/>
                  </a:lnTo>
                  <a:lnTo>
                    <a:pt x="344888" y="14534"/>
                  </a:lnTo>
                  <a:lnTo>
                    <a:pt x="352662" y="18218"/>
                  </a:lnTo>
                  <a:lnTo>
                    <a:pt x="352826" y="18296"/>
                  </a:lnTo>
                  <a:lnTo>
                    <a:pt x="368959" y="25943"/>
                  </a:lnTo>
                  <a:lnTo>
                    <a:pt x="369147" y="26032"/>
                  </a:lnTo>
                  <a:lnTo>
                    <a:pt x="370706" y="26386"/>
                  </a:lnTo>
                  <a:lnTo>
                    <a:pt x="368420" y="29755"/>
                  </a:lnTo>
                  <a:lnTo>
                    <a:pt x="366240" y="32969"/>
                  </a:lnTo>
                  <a:lnTo>
                    <a:pt x="364309" y="36042"/>
                  </a:lnTo>
                  <a:lnTo>
                    <a:pt x="359405" y="41316"/>
                  </a:lnTo>
                  <a:lnTo>
                    <a:pt x="357010" y="43891"/>
                  </a:lnTo>
                  <a:lnTo>
                    <a:pt x="352884" y="48327"/>
                  </a:lnTo>
                  <a:lnTo>
                    <a:pt x="348452" y="53094"/>
                  </a:lnTo>
                  <a:lnTo>
                    <a:pt x="347203" y="54690"/>
                  </a:lnTo>
                  <a:lnTo>
                    <a:pt x="340967" y="62661"/>
                  </a:lnTo>
                  <a:lnTo>
                    <a:pt x="339694" y="64288"/>
                  </a:lnTo>
                  <a:lnTo>
                    <a:pt x="337326" y="714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3185093" y="2668593"/>
              <a:ext cx="177538" cy="167935"/>
            </a:xfrm>
            <a:custGeom>
              <a:avLst/>
              <a:pathLst>
                <a:path w="177538" h="167935">
                  <a:moveTo>
                    <a:pt x="74872" y="22072"/>
                  </a:moveTo>
                  <a:lnTo>
                    <a:pt x="74781" y="22406"/>
                  </a:lnTo>
                  <a:lnTo>
                    <a:pt x="75611" y="22190"/>
                  </a:lnTo>
                  <a:lnTo>
                    <a:pt x="77226" y="22211"/>
                  </a:lnTo>
                  <a:lnTo>
                    <a:pt x="77496" y="22215"/>
                  </a:lnTo>
                  <a:lnTo>
                    <a:pt x="80651" y="22967"/>
                  </a:lnTo>
                  <a:lnTo>
                    <a:pt x="86068" y="24653"/>
                  </a:lnTo>
                  <a:lnTo>
                    <a:pt x="86233" y="24705"/>
                  </a:lnTo>
                  <a:lnTo>
                    <a:pt x="87911" y="25736"/>
                  </a:lnTo>
                  <a:lnTo>
                    <a:pt x="93287" y="28895"/>
                  </a:lnTo>
                  <a:lnTo>
                    <a:pt x="95799" y="30051"/>
                  </a:lnTo>
                  <a:lnTo>
                    <a:pt x="98696" y="31384"/>
                  </a:lnTo>
                  <a:lnTo>
                    <a:pt x="101013" y="32182"/>
                  </a:lnTo>
                  <a:lnTo>
                    <a:pt x="103595" y="32975"/>
                  </a:lnTo>
                  <a:lnTo>
                    <a:pt x="110658" y="35142"/>
                  </a:lnTo>
                  <a:lnTo>
                    <a:pt x="112898" y="33804"/>
                  </a:lnTo>
                  <a:lnTo>
                    <a:pt x="115902" y="27210"/>
                  </a:lnTo>
                  <a:lnTo>
                    <a:pt x="116002" y="26845"/>
                  </a:lnTo>
                  <a:lnTo>
                    <a:pt x="116604" y="24660"/>
                  </a:lnTo>
                  <a:lnTo>
                    <a:pt x="117248" y="22317"/>
                  </a:lnTo>
                  <a:lnTo>
                    <a:pt x="118548" y="17593"/>
                  </a:lnTo>
                  <a:lnTo>
                    <a:pt x="119392" y="16662"/>
                  </a:lnTo>
                  <a:lnTo>
                    <a:pt x="120431" y="15950"/>
                  </a:lnTo>
                  <a:lnTo>
                    <a:pt x="134773" y="6118"/>
                  </a:lnTo>
                  <a:lnTo>
                    <a:pt x="141812" y="3386"/>
                  </a:lnTo>
                  <a:lnTo>
                    <a:pt x="142542" y="3173"/>
                  </a:lnTo>
                  <a:lnTo>
                    <a:pt x="145659" y="2268"/>
                  </a:lnTo>
                  <a:lnTo>
                    <a:pt x="153426" y="3114"/>
                  </a:lnTo>
                  <a:lnTo>
                    <a:pt x="172993" y="15398"/>
                  </a:lnTo>
                  <a:lnTo>
                    <a:pt x="174754" y="17629"/>
                  </a:lnTo>
                  <a:lnTo>
                    <a:pt x="177538" y="22648"/>
                  </a:lnTo>
                  <a:lnTo>
                    <a:pt x="174208" y="23365"/>
                  </a:lnTo>
                  <a:lnTo>
                    <a:pt x="166233" y="29285"/>
                  </a:lnTo>
                  <a:lnTo>
                    <a:pt x="164318" y="31425"/>
                  </a:lnTo>
                  <a:lnTo>
                    <a:pt x="157653" y="35324"/>
                  </a:lnTo>
                  <a:lnTo>
                    <a:pt x="156922" y="35751"/>
                  </a:lnTo>
                  <a:lnTo>
                    <a:pt x="156262" y="35933"/>
                  </a:lnTo>
                  <a:lnTo>
                    <a:pt x="153448" y="36707"/>
                  </a:lnTo>
                  <a:lnTo>
                    <a:pt x="150119" y="38623"/>
                  </a:lnTo>
                  <a:lnTo>
                    <a:pt x="149541" y="38955"/>
                  </a:lnTo>
                  <a:lnTo>
                    <a:pt x="147433" y="40168"/>
                  </a:lnTo>
                  <a:lnTo>
                    <a:pt x="143468" y="43128"/>
                  </a:lnTo>
                  <a:lnTo>
                    <a:pt x="141806" y="46037"/>
                  </a:lnTo>
                  <a:lnTo>
                    <a:pt x="140623" y="48107"/>
                  </a:lnTo>
                  <a:lnTo>
                    <a:pt x="140528" y="48273"/>
                  </a:lnTo>
                  <a:lnTo>
                    <a:pt x="137944" y="52053"/>
                  </a:lnTo>
                  <a:lnTo>
                    <a:pt x="134288" y="62431"/>
                  </a:lnTo>
                  <a:lnTo>
                    <a:pt x="132955" y="66215"/>
                  </a:lnTo>
                  <a:lnTo>
                    <a:pt x="132242" y="71087"/>
                  </a:lnTo>
                  <a:lnTo>
                    <a:pt x="132151" y="75425"/>
                  </a:lnTo>
                  <a:lnTo>
                    <a:pt x="132064" y="79602"/>
                  </a:lnTo>
                  <a:lnTo>
                    <a:pt x="131904" y="80692"/>
                  </a:lnTo>
                  <a:lnTo>
                    <a:pt x="131604" y="82744"/>
                  </a:lnTo>
                  <a:lnTo>
                    <a:pt x="131496" y="82982"/>
                  </a:lnTo>
                  <a:lnTo>
                    <a:pt x="131316" y="83375"/>
                  </a:lnTo>
                  <a:lnTo>
                    <a:pt x="130239" y="84578"/>
                  </a:lnTo>
                  <a:lnTo>
                    <a:pt x="130009" y="84834"/>
                  </a:lnTo>
                  <a:lnTo>
                    <a:pt x="129153" y="86001"/>
                  </a:lnTo>
                  <a:lnTo>
                    <a:pt x="128234" y="87253"/>
                  </a:lnTo>
                  <a:lnTo>
                    <a:pt x="127600" y="88117"/>
                  </a:lnTo>
                  <a:lnTo>
                    <a:pt x="127350" y="88457"/>
                  </a:lnTo>
                  <a:lnTo>
                    <a:pt x="124457" y="92400"/>
                  </a:lnTo>
                  <a:lnTo>
                    <a:pt x="123938" y="93004"/>
                  </a:lnTo>
                  <a:lnTo>
                    <a:pt x="122268" y="94946"/>
                  </a:lnTo>
                  <a:lnTo>
                    <a:pt x="120569" y="96923"/>
                  </a:lnTo>
                  <a:lnTo>
                    <a:pt x="120515" y="97058"/>
                  </a:lnTo>
                  <a:lnTo>
                    <a:pt x="120272" y="97672"/>
                  </a:lnTo>
                  <a:lnTo>
                    <a:pt x="119830" y="98790"/>
                  </a:lnTo>
                  <a:lnTo>
                    <a:pt x="119511" y="99598"/>
                  </a:lnTo>
                  <a:lnTo>
                    <a:pt x="119453" y="99920"/>
                  </a:lnTo>
                  <a:lnTo>
                    <a:pt x="119401" y="100205"/>
                  </a:lnTo>
                  <a:lnTo>
                    <a:pt x="119074" y="102026"/>
                  </a:lnTo>
                  <a:lnTo>
                    <a:pt x="118755" y="103801"/>
                  </a:lnTo>
                  <a:lnTo>
                    <a:pt x="118665" y="104304"/>
                  </a:lnTo>
                  <a:lnTo>
                    <a:pt x="117857" y="109092"/>
                  </a:lnTo>
                  <a:lnTo>
                    <a:pt x="118425" y="109352"/>
                  </a:lnTo>
                  <a:lnTo>
                    <a:pt x="119257" y="109733"/>
                  </a:lnTo>
                  <a:lnTo>
                    <a:pt x="118299" y="109827"/>
                  </a:lnTo>
                  <a:lnTo>
                    <a:pt x="117719" y="109884"/>
                  </a:lnTo>
                  <a:lnTo>
                    <a:pt x="96880" y="106870"/>
                  </a:lnTo>
                  <a:lnTo>
                    <a:pt x="55657" y="167935"/>
                  </a:lnTo>
                  <a:lnTo>
                    <a:pt x="55518" y="167840"/>
                  </a:lnTo>
                  <a:lnTo>
                    <a:pt x="34675" y="153644"/>
                  </a:lnTo>
                  <a:lnTo>
                    <a:pt x="16426" y="140916"/>
                  </a:lnTo>
                  <a:lnTo>
                    <a:pt x="16126" y="141348"/>
                  </a:lnTo>
                  <a:lnTo>
                    <a:pt x="0" y="129853"/>
                  </a:lnTo>
                  <a:lnTo>
                    <a:pt x="3576" y="122845"/>
                  </a:lnTo>
                  <a:lnTo>
                    <a:pt x="7468" y="116923"/>
                  </a:lnTo>
                  <a:lnTo>
                    <a:pt x="8008" y="116167"/>
                  </a:lnTo>
                  <a:lnTo>
                    <a:pt x="8247" y="115832"/>
                  </a:lnTo>
                  <a:lnTo>
                    <a:pt x="9093" y="114032"/>
                  </a:lnTo>
                  <a:lnTo>
                    <a:pt x="9306" y="113579"/>
                  </a:lnTo>
                  <a:lnTo>
                    <a:pt x="10155" y="109993"/>
                  </a:lnTo>
                  <a:lnTo>
                    <a:pt x="12048" y="101993"/>
                  </a:lnTo>
                  <a:lnTo>
                    <a:pt x="20217" y="99313"/>
                  </a:lnTo>
                  <a:lnTo>
                    <a:pt x="19878" y="98445"/>
                  </a:lnTo>
                  <a:lnTo>
                    <a:pt x="17824" y="93195"/>
                  </a:lnTo>
                  <a:lnTo>
                    <a:pt x="16198" y="88893"/>
                  </a:lnTo>
                  <a:lnTo>
                    <a:pt x="11064" y="79424"/>
                  </a:lnTo>
                  <a:lnTo>
                    <a:pt x="16703" y="80939"/>
                  </a:lnTo>
                  <a:lnTo>
                    <a:pt x="18486" y="74254"/>
                  </a:lnTo>
                  <a:lnTo>
                    <a:pt x="19705" y="69684"/>
                  </a:lnTo>
                  <a:lnTo>
                    <a:pt x="20150" y="68702"/>
                  </a:lnTo>
                  <a:lnTo>
                    <a:pt x="21217" y="66342"/>
                  </a:lnTo>
                  <a:lnTo>
                    <a:pt x="21708" y="65258"/>
                  </a:lnTo>
                  <a:lnTo>
                    <a:pt x="26526" y="51764"/>
                  </a:lnTo>
                  <a:lnTo>
                    <a:pt x="29743" y="45077"/>
                  </a:lnTo>
                  <a:lnTo>
                    <a:pt x="32112" y="37901"/>
                  </a:lnTo>
                  <a:lnTo>
                    <a:pt x="33385" y="36274"/>
                  </a:lnTo>
                  <a:lnTo>
                    <a:pt x="39621" y="28303"/>
                  </a:lnTo>
                  <a:lnTo>
                    <a:pt x="40869" y="26707"/>
                  </a:lnTo>
                  <a:lnTo>
                    <a:pt x="45302" y="21941"/>
                  </a:lnTo>
                  <a:lnTo>
                    <a:pt x="49427" y="17504"/>
                  </a:lnTo>
                  <a:lnTo>
                    <a:pt x="51822" y="14929"/>
                  </a:lnTo>
                  <a:lnTo>
                    <a:pt x="56726" y="9655"/>
                  </a:lnTo>
                  <a:lnTo>
                    <a:pt x="58657" y="6583"/>
                  </a:lnTo>
                  <a:lnTo>
                    <a:pt x="60838" y="3368"/>
                  </a:lnTo>
                  <a:lnTo>
                    <a:pt x="63123" y="0"/>
                  </a:lnTo>
                  <a:lnTo>
                    <a:pt x="70375" y="557"/>
                  </a:lnTo>
                  <a:lnTo>
                    <a:pt x="80526" y="1338"/>
                  </a:lnTo>
                  <a:lnTo>
                    <a:pt x="77592" y="12098"/>
                  </a:lnTo>
                  <a:lnTo>
                    <a:pt x="77528" y="12332"/>
                  </a:lnTo>
                  <a:lnTo>
                    <a:pt x="75025" y="21511"/>
                  </a:lnTo>
                  <a:lnTo>
                    <a:pt x="74973" y="21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3234413" y="2682921"/>
              <a:ext cx="164766" cy="246836"/>
            </a:xfrm>
            <a:custGeom>
              <a:avLst/>
              <a:pathLst>
                <a:path w="164766" h="246836">
                  <a:moveTo>
                    <a:pt x="144771" y="60036"/>
                  </a:moveTo>
                  <a:lnTo>
                    <a:pt x="145102" y="63128"/>
                  </a:lnTo>
                  <a:lnTo>
                    <a:pt x="145549" y="64438"/>
                  </a:lnTo>
                  <a:lnTo>
                    <a:pt x="145462" y="66967"/>
                  </a:lnTo>
                  <a:lnTo>
                    <a:pt x="145215" y="74239"/>
                  </a:lnTo>
                  <a:lnTo>
                    <a:pt x="145121" y="74779"/>
                  </a:lnTo>
                  <a:lnTo>
                    <a:pt x="145061" y="75124"/>
                  </a:lnTo>
                  <a:lnTo>
                    <a:pt x="144578" y="77910"/>
                  </a:lnTo>
                  <a:lnTo>
                    <a:pt x="144379" y="79055"/>
                  </a:lnTo>
                  <a:lnTo>
                    <a:pt x="143171" y="82217"/>
                  </a:lnTo>
                  <a:lnTo>
                    <a:pt x="142878" y="82985"/>
                  </a:lnTo>
                  <a:lnTo>
                    <a:pt x="142174" y="84826"/>
                  </a:lnTo>
                  <a:lnTo>
                    <a:pt x="142254" y="89568"/>
                  </a:lnTo>
                  <a:lnTo>
                    <a:pt x="142273" y="90683"/>
                  </a:lnTo>
                  <a:lnTo>
                    <a:pt x="144747" y="97429"/>
                  </a:lnTo>
                  <a:lnTo>
                    <a:pt x="145144" y="98795"/>
                  </a:lnTo>
                  <a:lnTo>
                    <a:pt x="145809" y="101137"/>
                  </a:lnTo>
                  <a:lnTo>
                    <a:pt x="145638" y="102303"/>
                  </a:lnTo>
                  <a:lnTo>
                    <a:pt x="145431" y="103710"/>
                  </a:lnTo>
                  <a:lnTo>
                    <a:pt x="144690" y="105814"/>
                  </a:lnTo>
                  <a:lnTo>
                    <a:pt x="143594" y="107865"/>
                  </a:lnTo>
                  <a:lnTo>
                    <a:pt x="138860" y="112647"/>
                  </a:lnTo>
                  <a:lnTo>
                    <a:pt x="136911" y="114810"/>
                  </a:lnTo>
                  <a:lnTo>
                    <a:pt x="135908" y="116671"/>
                  </a:lnTo>
                  <a:lnTo>
                    <a:pt x="137297" y="117844"/>
                  </a:lnTo>
                  <a:lnTo>
                    <a:pt x="140873" y="119818"/>
                  </a:lnTo>
                  <a:lnTo>
                    <a:pt x="142145" y="120695"/>
                  </a:lnTo>
                  <a:lnTo>
                    <a:pt x="142994" y="121281"/>
                  </a:lnTo>
                  <a:lnTo>
                    <a:pt x="145600" y="125460"/>
                  </a:lnTo>
                  <a:lnTo>
                    <a:pt x="145090" y="128730"/>
                  </a:lnTo>
                  <a:lnTo>
                    <a:pt x="144880" y="129158"/>
                  </a:lnTo>
                  <a:lnTo>
                    <a:pt x="144208" y="130522"/>
                  </a:lnTo>
                  <a:lnTo>
                    <a:pt x="146681" y="131478"/>
                  </a:lnTo>
                  <a:lnTo>
                    <a:pt x="147256" y="131923"/>
                  </a:lnTo>
                  <a:lnTo>
                    <a:pt x="152218" y="135758"/>
                  </a:lnTo>
                  <a:lnTo>
                    <a:pt x="160047" y="133214"/>
                  </a:lnTo>
                  <a:lnTo>
                    <a:pt x="164282" y="132707"/>
                  </a:lnTo>
                  <a:lnTo>
                    <a:pt x="164766" y="132552"/>
                  </a:lnTo>
                  <a:lnTo>
                    <a:pt x="164711" y="133794"/>
                  </a:lnTo>
                  <a:lnTo>
                    <a:pt x="164592" y="136443"/>
                  </a:lnTo>
                  <a:lnTo>
                    <a:pt x="164541" y="138598"/>
                  </a:lnTo>
                  <a:lnTo>
                    <a:pt x="164346" y="146748"/>
                  </a:lnTo>
                  <a:lnTo>
                    <a:pt x="164275" y="149731"/>
                  </a:lnTo>
                  <a:lnTo>
                    <a:pt x="159564" y="147514"/>
                  </a:lnTo>
                  <a:lnTo>
                    <a:pt x="158040" y="156576"/>
                  </a:lnTo>
                  <a:lnTo>
                    <a:pt x="157810" y="157221"/>
                  </a:lnTo>
                  <a:lnTo>
                    <a:pt x="157583" y="157855"/>
                  </a:lnTo>
                  <a:lnTo>
                    <a:pt x="156503" y="160879"/>
                  </a:lnTo>
                  <a:lnTo>
                    <a:pt x="155499" y="162349"/>
                  </a:lnTo>
                  <a:lnTo>
                    <a:pt x="153645" y="165063"/>
                  </a:lnTo>
                  <a:lnTo>
                    <a:pt x="152251" y="167104"/>
                  </a:lnTo>
                  <a:lnTo>
                    <a:pt x="150567" y="169569"/>
                  </a:lnTo>
                  <a:lnTo>
                    <a:pt x="150088" y="170271"/>
                  </a:lnTo>
                  <a:lnTo>
                    <a:pt x="149093" y="172775"/>
                  </a:lnTo>
                  <a:lnTo>
                    <a:pt x="148718" y="173720"/>
                  </a:lnTo>
                  <a:lnTo>
                    <a:pt x="149078" y="175777"/>
                  </a:lnTo>
                  <a:lnTo>
                    <a:pt x="149687" y="179253"/>
                  </a:lnTo>
                  <a:lnTo>
                    <a:pt x="150336" y="180393"/>
                  </a:lnTo>
                  <a:lnTo>
                    <a:pt x="150478" y="180642"/>
                  </a:lnTo>
                  <a:lnTo>
                    <a:pt x="152139" y="189082"/>
                  </a:lnTo>
                  <a:lnTo>
                    <a:pt x="151972" y="191131"/>
                  </a:lnTo>
                  <a:lnTo>
                    <a:pt x="151080" y="194011"/>
                  </a:lnTo>
                  <a:lnTo>
                    <a:pt x="150755" y="195061"/>
                  </a:lnTo>
                  <a:lnTo>
                    <a:pt x="148984" y="196803"/>
                  </a:lnTo>
                  <a:lnTo>
                    <a:pt x="145022" y="198470"/>
                  </a:lnTo>
                  <a:lnTo>
                    <a:pt x="144608" y="197513"/>
                  </a:lnTo>
                  <a:lnTo>
                    <a:pt x="143565" y="197048"/>
                  </a:lnTo>
                  <a:lnTo>
                    <a:pt x="139470" y="196395"/>
                  </a:lnTo>
                  <a:lnTo>
                    <a:pt x="137337" y="195785"/>
                  </a:lnTo>
                  <a:lnTo>
                    <a:pt x="135733" y="193941"/>
                  </a:lnTo>
                  <a:lnTo>
                    <a:pt x="134330" y="192731"/>
                  </a:lnTo>
                  <a:lnTo>
                    <a:pt x="131991" y="192438"/>
                  </a:lnTo>
                  <a:lnTo>
                    <a:pt x="125926" y="192438"/>
                  </a:lnTo>
                  <a:lnTo>
                    <a:pt x="121552" y="192153"/>
                  </a:lnTo>
                  <a:lnTo>
                    <a:pt x="119903" y="193443"/>
                  </a:lnTo>
                  <a:lnTo>
                    <a:pt x="118211" y="196289"/>
                  </a:lnTo>
                  <a:lnTo>
                    <a:pt x="117230" y="196995"/>
                  </a:lnTo>
                  <a:lnTo>
                    <a:pt x="109011" y="197473"/>
                  </a:lnTo>
                  <a:lnTo>
                    <a:pt x="108417" y="197593"/>
                  </a:lnTo>
                  <a:lnTo>
                    <a:pt x="105848" y="198110"/>
                  </a:lnTo>
                  <a:lnTo>
                    <a:pt x="104888" y="200135"/>
                  </a:lnTo>
                  <a:lnTo>
                    <a:pt x="104445" y="201070"/>
                  </a:lnTo>
                  <a:lnTo>
                    <a:pt x="103064" y="205077"/>
                  </a:lnTo>
                  <a:lnTo>
                    <a:pt x="101861" y="207240"/>
                  </a:lnTo>
                  <a:lnTo>
                    <a:pt x="100680" y="208128"/>
                  </a:lnTo>
                  <a:lnTo>
                    <a:pt x="93998" y="207718"/>
                  </a:lnTo>
                  <a:lnTo>
                    <a:pt x="89899" y="208219"/>
                  </a:lnTo>
                  <a:lnTo>
                    <a:pt x="89487" y="210107"/>
                  </a:lnTo>
                  <a:lnTo>
                    <a:pt x="89379" y="214339"/>
                  </a:lnTo>
                  <a:lnTo>
                    <a:pt x="89007" y="224283"/>
                  </a:lnTo>
                  <a:lnTo>
                    <a:pt x="89374" y="230738"/>
                  </a:lnTo>
                  <a:lnTo>
                    <a:pt x="89528" y="230977"/>
                  </a:lnTo>
                  <a:lnTo>
                    <a:pt x="90018" y="231742"/>
                  </a:lnTo>
                  <a:lnTo>
                    <a:pt x="91388" y="231913"/>
                  </a:lnTo>
                  <a:lnTo>
                    <a:pt x="92791" y="231366"/>
                  </a:lnTo>
                  <a:lnTo>
                    <a:pt x="94094" y="230478"/>
                  </a:lnTo>
                  <a:lnTo>
                    <a:pt x="95264" y="229351"/>
                  </a:lnTo>
                  <a:lnTo>
                    <a:pt x="96533" y="227678"/>
                  </a:lnTo>
                  <a:lnTo>
                    <a:pt x="98346" y="225808"/>
                  </a:lnTo>
                  <a:lnTo>
                    <a:pt x="109134" y="233260"/>
                  </a:lnTo>
                  <a:lnTo>
                    <a:pt x="105543" y="238617"/>
                  </a:lnTo>
                  <a:lnTo>
                    <a:pt x="100034" y="246836"/>
                  </a:lnTo>
                  <a:lnTo>
                    <a:pt x="95780" y="245227"/>
                  </a:lnTo>
                  <a:lnTo>
                    <a:pt x="92325" y="243680"/>
                  </a:lnTo>
                  <a:lnTo>
                    <a:pt x="87089" y="238617"/>
                  </a:lnTo>
                  <a:lnTo>
                    <a:pt x="85474" y="236393"/>
                  </a:lnTo>
                  <a:lnTo>
                    <a:pt x="83562" y="233760"/>
                  </a:lnTo>
                  <a:lnTo>
                    <a:pt x="79281" y="230374"/>
                  </a:lnTo>
                  <a:lnTo>
                    <a:pt x="70630" y="224574"/>
                  </a:lnTo>
                  <a:lnTo>
                    <a:pt x="58359" y="215734"/>
                  </a:lnTo>
                  <a:lnTo>
                    <a:pt x="54171" y="212755"/>
                  </a:lnTo>
                  <a:lnTo>
                    <a:pt x="35973" y="199814"/>
                  </a:lnTo>
                  <a:lnTo>
                    <a:pt x="34454" y="198733"/>
                  </a:lnTo>
                  <a:lnTo>
                    <a:pt x="33206" y="198779"/>
                  </a:lnTo>
                  <a:lnTo>
                    <a:pt x="31825" y="199325"/>
                  </a:lnTo>
                  <a:lnTo>
                    <a:pt x="31564" y="200514"/>
                  </a:lnTo>
                  <a:lnTo>
                    <a:pt x="31179" y="202763"/>
                  </a:lnTo>
                  <a:lnTo>
                    <a:pt x="30419" y="204555"/>
                  </a:lnTo>
                  <a:lnTo>
                    <a:pt x="23918" y="192281"/>
                  </a:lnTo>
                  <a:lnTo>
                    <a:pt x="22960" y="190473"/>
                  </a:lnTo>
                  <a:lnTo>
                    <a:pt x="22757" y="188230"/>
                  </a:lnTo>
                  <a:lnTo>
                    <a:pt x="22584" y="181738"/>
                  </a:lnTo>
                  <a:lnTo>
                    <a:pt x="20914" y="179382"/>
                  </a:lnTo>
                  <a:lnTo>
                    <a:pt x="19091" y="178054"/>
                  </a:lnTo>
                  <a:lnTo>
                    <a:pt x="18007" y="177264"/>
                  </a:lnTo>
                  <a:lnTo>
                    <a:pt x="17603" y="176959"/>
                  </a:lnTo>
                  <a:lnTo>
                    <a:pt x="3458" y="166238"/>
                  </a:lnTo>
                  <a:lnTo>
                    <a:pt x="1932" y="164847"/>
                  </a:lnTo>
                  <a:lnTo>
                    <a:pt x="0" y="163085"/>
                  </a:lnTo>
                  <a:lnTo>
                    <a:pt x="6336" y="153607"/>
                  </a:lnTo>
                  <a:lnTo>
                    <a:pt x="47559" y="92541"/>
                  </a:lnTo>
                  <a:lnTo>
                    <a:pt x="68398" y="95556"/>
                  </a:lnTo>
                  <a:lnTo>
                    <a:pt x="69104" y="95487"/>
                  </a:lnTo>
                  <a:lnTo>
                    <a:pt x="69936" y="95405"/>
                  </a:lnTo>
                  <a:lnTo>
                    <a:pt x="69104" y="95024"/>
                  </a:lnTo>
                  <a:lnTo>
                    <a:pt x="68487" y="94742"/>
                  </a:lnTo>
                  <a:lnTo>
                    <a:pt x="69344" y="89976"/>
                  </a:lnTo>
                  <a:lnTo>
                    <a:pt x="69434" y="89473"/>
                  </a:lnTo>
                  <a:lnTo>
                    <a:pt x="69753" y="87698"/>
                  </a:lnTo>
                  <a:lnTo>
                    <a:pt x="70081" y="85877"/>
                  </a:lnTo>
                  <a:lnTo>
                    <a:pt x="70132" y="85592"/>
                  </a:lnTo>
                  <a:lnTo>
                    <a:pt x="70190" y="85270"/>
                  </a:lnTo>
                  <a:lnTo>
                    <a:pt x="70509" y="84462"/>
                  </a:lnTo>
                  <a:lnTo>
                    <a:pt x="70951" y="83344"/>
                  </a:lnTo>
                  <a:lnTo>
                    <a:pt x="71194" y="82730"/>
                  </a:lnTo>
                  <a:lnTo>
                    <a:pt x="71248" y="82594"/>
                  </a:lnTo>
                  <a:lnTo>
                    <a:pt x="72947" y="80618"/>
                  </a:lnTo>
                  <a:lnTo>
                    <a:pt x="74617" y="78676"/>
                  </a:lnTo>
                  <a:lnTo>
                    <a:pt x="75136" y="78072"/>
                  </a:lnTo>
                  <a:lnTo>
                    <a:pt x="78029" y="74129"/>
                  </a:lnTo>
                  <a:lnTo>
                    <a:pt x="78279" y="73789"/>
                  </a:lnTo>
                  <a:lnTo>
                    <a:pt x="78913" y="72925"/>
                  </a:lnTo>
                  <a:lnTo>
                    <a:pt x="79832" y="71673"/>
                  </a:lnTo>
                  <a:lnTo>
                    <a:pt x="80688" y="70506"/>
                  </a:lnTo>
                  <a:lnTo>
                    <a:pt x="80918" y="70250"/>
                  </a:lnTo>
                  <a:lnTo>
                    <a:pt x="81995" y="69047"/>
                  </a:lnTo>
                  <a:lnTo>
                    <a:pt x="82175" y="68654"/>
                  </a:lnTo>
                  <a:lnTo>
                    <a:pt x="82284" y="68416"/>
                  </a:lnTo>
                  <a:lnTo>
                    <a:pt x="82584" y="66364"/>
                  </a:lnTo>
                  <a:lnTo>
                    <a:pt x="82743" y="65274"/>
                  </a:lnTo>
                  <a:lnTo>
                    <a:pt x="82830" y="61097"/>
                  </a:lnTo>
                  <a:lnTo>
                    <a:pt x="82921" y="56759"/>
                  </a:lnTo>
                  <a:lnTo>
                    <a:pt x="83634" y="51887"/>
                  </a:lnTo>
                  <a:lnTo>
                    <a:pt x="84967" y="48103"/>
                  </a:lnTo>
                  <a:lnTo>
                    <a:pt x="88623" y="37725"/>
                  </a:lnTo>
                  <a:lnTo>
                    <a:pt x="91207" y="33945"/>
                  </a:lnTo>
                  <a:lnTo>
                    <a:pt x="91302" y="33779"/>
                  </a:lnTo>
                  <a:lnTo>
                    <a:pt x="92485" y="31709"/>
                  </a:lnTo>
                  <a:lnTo>
                    <a:pt x="94148" y="28800"/>
                  </a:lnTo>
                  <a:lnTo>
                    <a:pt x="98113" y="25840"/>
                  </a:lnTo>
                  <a:lnTo>
                    <a:pt x="100220" y="24627"/>
                  </a:lnTo>
                  <a:lnTo>
                    <a:pt x="100798" y="24295"/>
                  </a:lnTo>
                  <a:lnTo>
                    <a:pt x="104127" y="22379"/>
                  </a:lnTo>
                  <a:lnTo>
                    <a:pt x="106941" y="21605"/>
                  </a:lnTo>
                  <a:lnTo>
                    <a:pt x="107602" y="21423"/>
                  </a:lnTo>
                  <a:lnTo>
                    <a:pt x="108332" y="20996"/>
                  </a:lnTo>
                  <a:lnTo>
                    <a:pt x="114997" y="17097"/>
                  </a:lnTo>
                  <a:lnTo>
                    <a:pt x="116912" y="14957"/>
                  </a:lnTo>
                  <a:lnTo>
                    <a:pt x="124887" y="9037"/>
                  </a:lnTo>
                  <a:lnTo>
                    <a:pt x="128217" y="8320"/>
                  </a:lnTo>
                  <a:lnTo>
                    <a:pt x="125433" y="3301"/>
                  </a:lnTo>
                  <a:lnTo>
                    <a:pt x="131559" y="626"/>
                  </a:lnTo>
                  <a:lnTo>
                    <a:pt x="140469" y="0"/>
                  </a:lnTo>
                  <a:lnTo>
                    <a:pt x="145592" y="1309"/>
                  </a:lnTo>
                  <a:lnTo>
                    <a:pt x="149212" y="4382"/>
                  </a:lnTo>
                  <a:lnTo>
                    <a:pt x="150715" y="8765"/>
                  </a:lnTo>
                  <a:lnTo>
                    <a:pt x="147318" y="14742"/>
                  </a:lnTo>
                  <a:lnTo>
                    <a:pt x="143532" y="22449"/>
                  </a:lnTo>
                  <a:lnTo>
                    <a:pt x="132372" y="31363"/>
                  </a:lnTo>
                  <a:lnTo>
                    <a:pt x="132372" y="37817"/>
                  </a:lnTo>
                  <a:lnTo>
                    <a:pt x="140698" y="48978"/>
                  </a:lnTo>
                  <a:lnTo>
                    <a:pt x="140795" y="49822"/>
                  </a:lnTo>
                  <a:lnTo>
                    <a:pt x="140986" y="51488"/>
                  </a:lnTo>
                  <a:lnTo>
                    <a:pt x="140182" y="56315"/>
                  </a:lnTo>
                  <a:lnTo>
                    <a:pt x="140496" y="57062"/>
                  </a:lnTo>
                  <a:lnTo>
                    <a:pt x="140966" y="58182"/>
                  </a:lnTo>
                  <a:lnTo>
                    <a:pt x="141800" y="58561"/>
                  </a:lnTo>
                  <a:lnTo>
                    <a:pt x="142930" y="59074"/>
                  </a:lnTo>
                  <a:lnTo>
                    <a:pt x="143308" y="59246"/>
                  </a:lnTo>
                  <a:lnTo>
                    <a:pt x="144759" y="599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3080485" y="3489825"/>
              <a:ext cx="62769" cy="59231"/>
            </a:xfrm>
            <a:custGeom>
              <a:avLst/>
              <a:pathLst>
                <a:path w="62769" h="59231">
                  <a:moveTo>
                    <a:pt x="60612" y="28756"/>
                  </a:moveTo>
                  <a:lnTo>
                    <a:pt x="61057" y="32946"/>
                  </a:lnTo>
                  <a:lnTo>
                    <a:pt x="61548" y="34736"/>
                  </a:lnTo>
                  <a:lnTo>
                    <a:pt x="61882" y="35951"/>
                  </a:lnTo>
                  <a:lnTo>
                    <a:pt x="61821" y="37646"/>
                  </a:lnTo>
                  <a:lnTo>
                    <a:pt x="61859" y="39958"/>
                  </a:lnTo>
                  <a:lnTo>
                    <a:pt x="62651" y="42403"/>
                  </a:lnTo>
                  <a:lnTo>
                    <a:pt x="62769" y="42766"/>
                  </a:lnTo>
                  <a:lnTo>
                    <a:pt x="61366" y="43568"/>
                  </a:lnTo>
                  <a:lnTo>
                    <a:pt x="60129" y="44251"/>
                  </a:lnTo>
                  <a:lnTo>
                    <a:pt x="58559" y="44900"/>
                  </a:lnTo>
                  <a:lnTo>
                    <a:pt x="56867" y="45199"/>
                  </a:lnTo>
                  <a:lnTo>
                    <a:pt x="56169" y="45540"/>
                  </a:lnTo>
                  <a:lnTo>
                    <a:pt x="55083" y="45604"/>
                  </a:lnTo>
                  <a:lnTo>
                    <a:pt x="54431" y="45642"/>
                  </a:lnTo>
                  <a:lnTo>
                    <a:pt x="53904" y="45463"/>
                  </a:lnTo>
                  <a:lnTo>
                    <a:pt x="53255" y="45235"/>
                  </a:lnTo>
                  <a:lnTo>
                    <a:pt x="50315" y="43952"/>
                  </a:lnTo>
                  <a:lnTo>
                    <a:pt x="48985" y="43372"/>
                  </a:lnTo>
                  <a:lnTo>
                    <a:pt x="45728" y="53628"/>
                  </a:lnTo>
                  <a:lnTo>
                    <a:pt x="41618" y="54141"/>
                  </a:lnTo>
                  <a:lnTo>
                    <a:pt x="39212" y="55319"/>
                  </a:lnTo>
                  <a:lnTo>
                    <a:pt x="37323" y="55333"/>
                  </a:lnTo>
                  <a:lnTo>
                    <a:pt x="38543" y="49418"/>
                  </a:lnTo>
                  <a:lnTo>
                    <a:pt x="34258" y="49498"/>
                  </a:lnTo>
                  <a:lnTo>
                    <a:pt x="33310" y="56109"/>
                  </a:lnTo>
                  <a:lnTo>
                    <a:pt x="32771" y="59231"/>
                  </a:lnTo>
                  <a:lnTo>
                    <a:pt x="29036" y="51597"/>
                  </a:lnTo>
                  <a:lnTo>
                    <a:pt x="26744" y="49610"/>
                  </a:lnTo>
                  <a:lnTo>
                    <a:pt x="25939" y="48997"/>
                  </a:lnTo>
                  <a:lnTo>
                    <a:pt x="22176" y="46126"/>
                  </a:lnTo>
                  <a:lnTo>
                    <a:pt x="20295" y="44692"/>
                  </a:lnTo>
                  <a:lnTo>
                    <a:pt x="17990" y="42404"/>
                  </a:lnTo>
                  <a:lnTo>
                    <a:pt x="13565" y="38846"/>
                  </a:lnTo>
                  <a:lnTo>
                    <a:pt x="10939" y="37030"/>
                  </a:lnTo>
                  <a:lnTo>
                    <a:pt x="6114" y="43471"/>
                  </a:lnTo>
                  <a:lnTo>
                    <a:pt x="0" y="39310"/>
                  </a:lnTo>
                  <a:lnTo>
                    <a:pt x="381" y="38495"/>
                  </a:lnTo>
                  <a:lnTo>
                    <a:pt x="1005" y="37044"/>
                  </a:lnTo>
                  <a:lnTo>
                    <a:pt x="2239" y="35915"/>
                  </a:lnTo>
                  <a:lnTo>
                    <a:pt x="2909" y="35302"/>
                  </a:lnTo>
                  <a:lnTo>
                    <a:pt x="4472" y="32814"/>
                  </a:lnTo>
                  <a:lnTo>
                    <a:pt x="4961" y="32036"/>
                  </a:lnTo>
                  <a:lnTo>
                    <a:pt x="5417" y="31473"/>
                  </a:lnTo>
                  <a:lnTo>
                    <a:pt x="5608" y="31237"/>
                  </a:lnTo>
                  <a:lnTo>
                    <a:pt x="9640" y="26259"/>
                  </a:lnTo>
                  <a:lnTo>
                    <a:pt x="10244" y="25513"/>
                  </a:lnTo>
                  <a:lnTo>
                    <a:pt x="10403" y="25644"/>
                  </a:lnTo>
                  <a:lnTo>
                    <a:pt x="11331" y="26411"/>
                  </a:lnTo>
                  <a:lnTo>
                    <a:pt x="12072" y="27023"/>
                  </a:lnTo>
                  <a:lnTo>
                    <a:pt x="12296" y="27208"/>
                  </a:lnTo>
                  <a:lnTo>
                    <a:pt x="12465" y="27347"/>
                  </a:lnTo>
                  <a:lnTo>
                    <a:pt x="15244" y="29643"/>
                  </a:lnTo>
                  <a:lnTo>
                    <a:pt x="15511" y="29863"/>
                  </a:lnTo>
                  <a:lnTo>
                    <a:pt x="15868" y="30158"/>
                  </a:lnTo>
                  <a:lnTo>
                    <a:pt x="17716" y="30867"/>
                  </a:lnTo>
                  <a:lnTo>
                    <a:pt x="18393" y="31127"/>
                  </a:lnTo>
                  <a:lnTo>
                    <a:pt x="20292" y="31602"/>
                  </a:lnTo>
                  <a:lnTo>
                    <a:pt x="20632" y="31687"/>
                  </a:lnTo>
                  <a:lnTo>
                    <a:pt x="22503" y="32154"/>
                  </a:lnTo>
                  <a:lnTo>
                    <a:pt x="22753" y="32240"/>
                  </a:lnTo>
                  <a:lnTo>
                    <a:pt x="22940" y="32305"/>
                  </a:lnTo>
                  <a:lnTo>
                    <a:pt x="23026" y="32118"/>
                  </a:lnTo>
                  <a:lnTo>
                    <a:pt x="24650" y="28561"/>
                  </a:lnTo>
                  <a:lnTo>
                    <a:pt x="24139" y="28343"/>
                  </a:lnTo>
                  <a:lnTo>
                    <a:pt x="22669" y="27714"/>
                  </a:lnTo>
                  <a:lnTo>
                    <a:pt x="22159" y="27496"/>
                  </a:lnTo>
                  <a:lnTo>
                    <a:pt x="21013" y="26823"/>
                  </a:lnTo>
                  <a:lnTo>
                    <a:pt x="20355" y="26437"/>
                  </a:lnTo>
                  <a:lnTo>
                    <a:pt x="19691" y="25653"/>
                  </a:lnTo>
                  <a:lnTo>
                    <a:pt x="18440" y="21695"/>
                  </a:lnTo>
                  <a:lnTo>
                    <a:pt x="17545" y="18866"/>
                  </a:lnTo>
                  <a:lnTo>
                    <a:pt x="17449" y="18565"/>
                  </a:lnTo>
                  <a:lnTo>
                    <a:pt x="15669" y="12957"/>
                  </a:lnTo>
                  <a:lnTo>
                    <a:pt x="15465" y="12313"/>
                  </a:lnTo>
                  <a:lnTo>
                    <a:pt x="16689" y="11966"/>
                  </a:lnTo>
                  <a:lnTo>
                    <a:pt x="25498" y="9463"/>
                  </a:lnTo>
                  <a:lnTo>
                    <a:pt x="28127" y="8716"/>
                  </a:lnTo>
                  <a:lnTo>
                    <a:pt x="32775" y="7395"/>
                  </a:lnTo>
                  <a:lnTo>
                    <a:pt x="33188" y="7257"/>
                  </a:lnTo>
                  <a:lnTo>
                    <a:pt x="36967" y="5994"/>
                  </a:lnTo>
                  <a:lnTo>
                    <a:pt x="43926" y="3667"/>
                  </a:lnTo>
                  <a:lnTo>
                    <a:pt x="45684" y="3247"/>
                  </a:lnTo>
                  <a:lnTo>
                    <a:pt x="46819" y="2976"/>
                  </a:lnTo>
                  <a:lnTo>
                    <a:pt x="48931" y="2471"/>
                  </a:lnTo>
                  <a:lnTo>
                    <a:pt x="49476" y="2341"/>
                  </a:lnTo>
                  <a:lnTo>
                    <a:pt x="51498" y="1693"/>
                  </a:lnTo>
                  <a:lnTo>
                    <a:pt x="55757" y="328"/>
                  </a:lnTo>
                  <a:lnTo>
                    <a:pt x="56144" y="205"/>
                  </a:lnTo>
                  <a:lnTo>
                    <a:pt x="56608" y="56"/>
                  </a:lnTo>
                  <a:lnTo>
                    <a:pt x="56784" y="0"/>
                  </a:lnTo>
                  <a:lnTo>
                    <a:pt x="56934" y="379"/>
                  </a:lnTo>
                  <a:lnTo>
                    <a:pt x="58530" y="4413"/>
                  </a:lnTo>
                  <a:lnTo>
                    <a:pt x="58242" y="7833"/>
                  </a:lnTo>
                  <a:lnTo>
                    <a:pt x="58199" y="8342"/>
                  </a:lnTo>
                  <a:lnTo>
                    <a:pt x="57797" y="10818"/>
                  </a:lnTo>
                  <a:lnTo>
                    <a:pt x="57728" y="11243"/>
                  </a:lnTo>
                  <a:lnTo>
                    <a:pt x="56125" y="14488"/>
                  </a:lnTo>
                  <a:lnTo>
                    <a:pt x="55957" y="15215"/>
                  </a:lnTo>
                  <a:lnTo>
                    <a:pt x="55355" y="17831"/>
                  </a:lnTo>
                  <a:lnTo>
                    <a:pt x="56959" y="20788"/>
                  </a:lnTo>
                  <a:lnTo>
                    <a:pt x="57752" y="22307"/>
                  </a:lnTo>
                  <a:lnTo>
                    <a:pt x="59253" y="25182"/>
                  </a:lnTo>
                  <a:lnTo>
                    <a:pt x="59793" y="266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3072132" y="3483359"/>
              <a:ext cx="144109" cy="174469"/>
            </a:xfrm>
            <a:custGeom>
              <a:avLst/>
              <a:pathLst>
                <a:path w="144109" h="174469">
                  <a:moveTo>
                    <a:pt x="144109" y="95538"/>
                  </a:moveTo>
                  <a:lnTo>
                    <a:pt x="137934" y="100447"/>
                  </a:lnTo>
                  <a:lnTo>
                    <a:pt x="120412" y="115893"/>
                  </a:lnTo>
                  <a:lnTo>
                    <a:pt x="117390" y="115862"/>
                  </a:lnTo>
                  <a:lnTo>
                    <a:pt x="117397" y="116114"/>
                  </a:lnTo>
                  <a:lnTo>
                    <a:pt x="117478" y="118955"/>
                  </a:lnTo>
                  <a:lnTo>
                    <a:pt x="117389" y="121141"/>
                  </a:lnTo>
                  <a:lnTo>
                    <a:pt x="117211" y="123873"/>
                  </a:lnTo>
                  <a:lnTo>
                    <a:pt x="117033" y="126696"/>
                  </a:lnTo>
                  <a:lnTo>
                    <a:pt x="116676" y="129428"/>
                  </a:lnTo>
                  <a:lnTo>
                    <a:pt x="115429" y="132525"/>
                  </a:lnTo>
                  <a:lnTo>
                    <a:pt x="113112" y="135895"/>
                  </a:lnTo>
                  <a:lnTo>
                    <a:pt x="110083" y="139537"/>
                  </a:lnTo>
                  <a:lnTo>
                    <a:pt x="109103" y="143089"/>
                  </a:lnTo>
                  <a:lnTo>
                    <a:pt x="101620" y="144717"/>
                  </a:lnTo>
                  <a:lnTo>
                    <a:pt x="98324" y="150109"/>
                  </a:lnTo>
                  <a:lnTo>
                    <a:pt x="92097" y="163804"/>
                  </a:lnTo>
                  <a:lnTo>
                    <a:pt x="90055" y="168808"/>
                  </a:lnTo>
                  <a:lnTo>
                    <a:pt x="87746" y="174469"/>
                  </a:lnTo>
                  <a:lnTo>
                    <a:pt x="81341" y="170144"/>
                  </a:lnTo>
                  <a:lnTo>
                    <a:pt x="80866" y="169665"/>
                  </a:lnTo>
                  <a:lnTo>
                    <a:pt x="78015" y="166860"/>
                  </a:lnTo>
                  <a:lnTo>
                    <a:pt x="75859" y="165366"/>
                  </a:lnTo>
                  <a:lnTo>
                    <a:pt x="75661" y="165223"/>
                  </a:lnTo>
                  <a:lnTo>
                    <a:pt x="73763" y="163854"/>
                  </a:lnTo>
                  <a:lnTo>
                    <a:pt x="71422" y="163025"/>
                  </a:lnTo>
                  <a:lnTo>
                    <a:pt x="70867" y="162829"/>
                  </a:lnTo>
                  <a:lnTo>
                    <a:pt x="68079" y="162703"/>
                  </a:lnTo>
                  <a:lnTo>
                    <a:pt x="66504" y="162631"/>
                  </a:lnTo>
                  <a:lnTo>
                    <a:pt x="63492" y="162631"/>
                  </a:lnTo>
                  <a:lnTo>
                    <a:pt x="59910" y="162631"/>
                  </a:lnTo>
                  <a:lnTo>
                    <a:pt x="58303" y="162441"/>
                  </a:lnTo>
                  <a:lnTo>
                    <a:pt x="55598" y="162121"/>
                  </a:lnTo>
                  <a:lnTo>
                    <a:pt x="53854" y="161747"/>
                  </a:lnTo>
                  <a:lnTo>
                    <a:pt x="53388" y="161648"/>
                  </a:lnTo>
                  <a:lnTo>
                    <a:pt x="52762" y="161092"/>
                  </a:lnTo>
                  <a:lnTo>
                    <a:pt x="52190" y="159934"/>
                  </a:lnTo>
                  <a:lnTo>
                    <a:pt x="51104" y="158568"/>
                  </a:lnTo>
                  <a:lnTo>
                    <a:pt x="49167" y="156887"/>
                  </a:lnTo>
                  <a:lnTo>
                    <a:pt x="46997" y="155245"/>
                  </a:lnTo>
                  <a:lnTo>
                    <a:pt x="44962" y="153656"/>
                  </a:lnTo>
                  <a:lnTo>
                    <a:pt x="43391" y="152221"/>
                  </a:lnTo>
                  <a:lnTo>
                    <a:pt x="42040" y="150770"/>
                  </a:lnTo>
                  <a:lnTo>
                    <a:pt x="40624" y="149250"/>
                  </a:lnTo>
                  <a:lnTo>
                    <a:pt x="37625" y="146023"/>
                  </a:lnTo>
                  <a:lnTo>
                    <a:pt x="33488" y="141698"/>
                  </a:lnTo>
                  <a:lnTo>
                    <a:pt x="29485" y="137420"/>
                  </a:lnTo>
                  <a:lnTo>
                    <a:pt x="26275" y="134342"/>
                  </a:lnTo>
                  <a:lnTo>
                    <a:pt x="23149" y="131810"/>
                  </a:lnTo>
                  <a:lnTo>
                    <a:pt x="20581" y="129749"/>
                  </a:lnTo>
                  <a:lnTo>
                    <a:pt x="20246" y="129009"/>
                  </a:lnTo>
                  <a:lnTo>
                    <a:pt x="21984" y="123042"/>
                  </a:lnTo>
                  <a:lnTo>
                    <a:pt x="22567" y="120590"/>
                  </a:lnTo>
                  <a:lnTo>
                    <a:pt x="23615" y="116185"/>
                  </a:lnTo>
                  <a:lnTo>
                    <a:pt x="23927" y="116000"/>
                  </a:lnTo>
                  <a:lnTo>
                    <a:pt x="26320" y="114591"/>
                  </a:lnTo>
                  <a:lnTo>
                    <a:pt x="28129" y="113319"/>
                  </a:lnTo>
                  <a:lnTo>
                    <a:pt x="29212" y="112059"/>
                  </a:lnTo>
                  <a:lnTo>
                    <a:pt x="29610" y="111265"/>
                  </a:lnTo>
                  <a:lnTo>
                    <a:pt x="29754" y="110975"/>
                  </a:lnTo>
                  <a:lnTo>
                    <a:pt x="30279" y="109926"/>
                  </a:lnTo>
                  <a:lnTo>
                    <a:pt x="31042" y="108700"/>
                  </a:lnTo>
                  <a:lnTo>
                    <a:pt x="33081" y="107111"/>
                  </a:lnTo>
                  <a:lnTo>
                    <a:pt x="33255" y="107005"/>
                  </a:lnTo>
                  <a:lnTo>
                    <a:pt x="34006" y="106548"/>
                  </a:lnTo>
                  <a:lnTo>
                    <a:pt x="21209" y="95533"/>
                  </a:lnTo>
                  <a:lnTo>
                    <a:pt x="19667" y="94130"/>
                  </a:lnTo>
                  <a:lnTo>
                    <a:pt x="12000" y="87151"/>
                  </a:lnTo>
                  <a:lnTo>
                    <a:pt x="9587" y="84513"/>
                  </a:lnTo>
                  <a:lnTo>
                    <a:pt x="6412" y="81042"/>
                  </a:lnTo>
                  <a:lnTo>
                    <a:pt x="5426" y="79964"/>
                  </a:lnTo>
                  <a:lnTo>
                    <a:pt x="3672" y="78046"/>
                  </a:lnTo>
                  <a:lnTo>
                    <a:pt x="1124" y="75261"/>
                  </a:lnTo>
                  <a:lnTo>
                    <a:pt x="548" y="74632"/>
                  </a:lnTo>
                  <a:lnTo>
                    <a:pt x="0" y="74269"/>
                  </a:lnTo>
                  <a:lnTo>
                    <a:pt x="1101" y="72270"/>
                  </a:lnTo>
                  <a:lnTo>
                    <a:pt x="1769" y="71348"/>
                  </a:lnTo>
                  <a:lnTo>
                    <a:pt x="2136" y="70645"/>
                  </a:lnTo>
                  <a:lnTo>
                    <a:pt x="2304" y="70323"/>
                  </a:lnTo>
                  <a:lnTo>
                    <a:pt x="2615" y="69394"/>
                  </a:lnTo>
                  <a:lnTo>
                    <a:pt x="2535" y="68866"/>
                  </a:lnTo>
                  <a:lnTo>
                    <a:pt x="2504" y="68137"/>
                  </a:lnTo>
                  <a:lnTo>
                    <a:pt x="2444" y="67791"/>
                  </a:lnTo>
                  <a:lnTo>
                    <a:pt x="2304" y="66976"/>
                  </a:lnTo>
                  <a:lnTo>
                    <a:pt x="1991" y="65051"/>
                  </a:lnTo>
                  <a:lnTo>
                    <a:pt x="1771" y="63698"/>
                  </a:lnTo>
                  <a:lnTo>
                    <a:pt x="1289" y="60558"/>
                  </a:lnTo>
                  <a:lnTo>
                    <a:pt x="1637" y="58168"/>
                  </a:lnTo>
                  <a:lnTo>
                    <a:pt x="1844" y="56751"/>
                  </a:lnTo>
                  <a:lnTo>
                    <a:pt x="3793" y="52937"/>
                  </a:lnTo>
                  <a:lnTo>
                    <a:pt x="4903" y="51910"/>
                  </a:lnTo>
                  <a:lnTo>
                    <a:pt x="5176" y="51449"/>
                  </a:lnTo>
                  <a:lnTo>
                    <a:pt x="5978" y="50091"/>
                  </a:lnTo>
                  <a:lnTo>
                    <a:pt x="6677" y="48909"/>
                  </a:lnTo>
                  <a:lnTo>
                    <a:pt x="7671" y="47227"/>
                  </a:lnTo>
                  <a:lnTo>
                    <a:pt x="8328" y="45830"/>
                  </a:lnTo>
                  <a:lnTo>
                    <a:pt x="14467" y="49938"/>
                  </a:lnTo>
                  <a:lnTo>
                    <a:pt x="19292" y="43497"/>
                  </a:lnTo>
                  <a:lnTo>
                    <a:pt x="21918" y="45313"/>
                  </a:lnTo>
                  <a:lnTo>
                    <a:pt x="26423" y="48950"/>
                  </a:lnTo>
                  <a:lnTo>
                    <a:pt x="28648" y="51159"/>
                  </a:lnTo>
                  <a:lnTo>
                    <a:pt x="30529" y="52593"/>
                  </a:lnTo>
                  <a:lnTo>
                    <a:pt x="34293" y="55463"/>
                  </a:lnTo>
                  <a:lnTo>
                    <a:pt x="35097" y="56077"/>
                  </a:lnTo>
                  <a:lnTo>
                    <a:pt x="37390" y="58064"/>
                  </a:lnTo>
                  <a:lnTo>
                    <a:pt x="41124" y="65698"/>
                  </a:lnTo>
                  <a:lnTo>
                    <a:pt x="41663" y="62576"/>
                  </a:lnTo>
                  <a:lnTo>
                    <a:pt x="42611" y="55965"/>
                  </a:lnTo>
                  <a:lnTo>
                    <a:pt x="46896" y="55885"/>
                  </a:lnTo>
                  <a:lnTo>
                    <a:pt x="45676" y="61799"/>
                  </a:lnTo>
                  <a:lnTo>
                    <a:pt x="47565" y="61786"/>
                  </a:lnTo>
                  <a:lnTo>
                    <a:pt x="49971" y="60608"/>
                  </a:lnTo>
                  <a:lnTo>
                    <a:pt x="54081" y="60095"/>
                  </a:lnTo>
                  <a:lnTo>
                    <a:pt x="57338" y="49838"/>
                  </a:lnTo>
                  <a:lnTo>
                    <a:pt x="58668" y="50419"/>
                  </a:lnTo>
                  <a:lnTo>
                    <a:pt x="61688" y="51736"/>
                  </a:lnTo>
                  <a:lnTo>
                    <a:pt x="62258" y="51930"/>
                  </a:lnTo>
                  <a:lnTo>
                    <a:pt x="62784" y="52109"/>
                  </a:lnTo>
                  <a:lnTo>
                    <a:pt x="63436" y="52071"/>
                  </a:lnTo>
                  <a:lnTo>
                    <a:pt x="64522" y="52007"/>
                  </a:lnTo>
                  <a:lnTo>
                    <a:pt x="65220" y="51666"/>
                  </a:lnTo>
                  <a:lnTo>
                    <a:pt x="66912" y="51367"/>
                  </a:lnTo>
                  <a:lnTo>
                    <a:pt x="68482" y="50718"/>
                  </a:lnTo>
                  <a:lnTo>
                    <a:pt x="69719" y="50035"/>
                  </a:lnTo>
                  <a:lnTo>
                    <a:pt x="71122" y="49232"/>
                  </a:lnTo>
                  <a:lnTo>
                    <a:pt x="71005" y="48870"/>
                  </a:lnTo>
                  <a:lnTo>
                    <a:pt x="70212" y="46425"/>
                  </a:lnTo>
                  <a:lnTo>
                    <a:pt x="70174" y="44113"/>
                  </a:lnTo>
                  <a:lnTo>
                    <a:pt x="70235" y="42418"/>
                  </a:lnTo>
                  <a:lnTo>
                    <a:pt x="69902" y="41203"/>
                  </a:lnTo>
                  <a:lnTo>
                    <a:pt x="69410" y="39413"/>
                  </a:lnTo>
                  <a:lnTo>
                    <a:pt x="68965" y="35223"/>
                  </a:lnTo>
                  <a:lnTo>
                    <a:pt x="68146" y="33068"/>
                  </a:lnTo>
                  <a:lnTo>
                    <a:pt x="67606" y="31649"/>
                  </a:lnTo>
                  <a:lnTo>
                    <a:pt x="66105" y="28773"/>
                  </a:lnTo>
                  <a:lnTo>
                    <a:pt x="65312" y="27255"/>
                  </a:lnTo>
                  <a:lnTo>
                    <a:pt x="63708" y="24298"/>
                  </a:lnTo>
                  <a:lnTo>
                    <a:pt x="64310" y="21682"/>
                  </a:lnTo>
                  <a:lnTo>
                    <a:pt x="64478" y="20955"/>
                  </a:lnTo>
                  <a:lnTo>
                    <a:pt x="66081" y="17710"/>
                  </a:lnTo>
                  <a:lnTo>
                    <a:pt x="66150" y="17285"/>
                  </a:lnTo>
                  <a:lnTo>
                    <a:pt x="66552" y="14808"/>
                  </a:lnTo>
                  <a:lnTo>
                    <a:pt x="66595" y="14299"/>
                  </a:lnTo>
                  <a:lnTo>
                    <a:pt x="66883" y="10880"/>
                  </a:lnTo>
                  <a:lnTo>
                    <a:pt x="65287" y="6846"/>
                  </a:lnTo>
                  <a:lnTo>
                    <a:pt x="65137" y="6466"/>
                  </a:lnTo>
                  <a:lnTo>
                    <a:pt x="64961" y="6523"/>
                  </a:lnTo>
                  <a:lnTo>
                    <a:pt x="64908" y="5894"/>
                  </a:lnTo>
                  <a:lnTo>
                    <a:pt x="64764" y="4184"/>
                  </a:lnTo>
                  <a:lnTo>
                    <a:pt x="65926" y="3843"/>
                  </a:lnTo>
                  <a:lnTo>
                    <a:pt x="69903" y="2677"/>
                  </a:lnTo>
                  <a:lnTo>
                    <a:pt x="76282" y="1400"/>
                  </a:lnTo>
                  <a:lnTo>
                    <a:pt x="87600" y="0"/>
                  </a:lnTo>
                  <a:lnTo>
                    <a:pt x="89587" y="4008"/>
                  </a:lnTo>
                  <a:lnTo>
                    <a:pt x="92685" y="2291"/>
                  </a:lnTo>
                  <a:lnTo>
                    <a:pt x="94813" y="8544"/>
                  </a:lnTo>
                  <a:lnTo>
                    <a:pt x="95068" y="9293"/>
                  </a:lnTo>
                  <a:lnTo>
                    <a:pt x="94310" y="9682"/>
                  </a:lnTo>
                  <a:lnTo>
                    <a:pt x="92997" y="12652"/>
                  </a:lnTo>
                  <a:lnTo>
                    <a:pt x="93010" y="12895"/>
                  </a:lnTo>
                  <a:lnTo>
                    <a:pt x="93639" y="25228"/>
                  </a:lnTo>
                  <a:lnTo>
                    <a:pt x="97603" y="32566"/>
                  </a:lnTo>
                  <a:lnTo>
                    <a:pt x="100861" y="34729"/>
                  </a:lnTo>
                  <a:lnTo>
                    <a:pt x="110615" y="53778"/>
                  </a:lnTo>
                  <a:lnTo>
                    <a:pt x="110743" y="60066"/>
                  </a:lnTo>
                  <a:lnTo>
                    <a:pt x="111077" y="63147"/>
                  </a:lnTo>
                  <a:lnTo>
                    <a:pt x="122948" y="75331"/>
                  </a:lnTo>
                  <a:lnTo>
                    <a:pt x="139097" y="870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83957" y="4369188"/>
              <a:ext cx="252155" cy="242965"/>
            </a:xfrm>
            <a:custGeom>
              <a:avLst/>
              <a:pathLst>
                <a:path w="252155" h="242965">
                  <a:moveTo>
                    <a:pt x="71588" y="33956"/>
                  </a:moveTo>
                  <a:lnTo>
                    <a:pt x="78613" y="35165"/>
                  </a:lnTo>
                  <a:lnTo>
                    <a:pt x="83891" y="33955"/>
                  </a:lnTo>
                  <a:lnTo>
                    <a:pt x="103261" y="39313"/>
                  </a:lnTo>
                  <a:lnTo>
                    <a:pt x="111987" y="56576"/>
                  </a:lnTo>
                  <a:lnTo>
                    <a:pt x="113716" y="67632"/>
                  </a:lnTo>
                  <a:lnTo>
                    <a:pt x="113835" y="68391"/>
                  </a:lnTo>
                  <a:lnTo>
                    <a:pt x="115193" y="77072"/>
                  </a:lnTo>
                  <a:lnTo>
                    <a:pt x="137950" y="74828"/>
                  </a:lnTo>
                  <a:lnTo>
                    <a:pt x="148541" y="73783"/>
                  </a:lnTo>
                  <a:lnTo>
                    <a:pt x="153779" y="73267"/>
                  </a:lnTo>
                  <a:lnTo>
                    <a:pt x="170220" y="92744"/>
                  </a:lnTo>
                  <a:lnTo>
                    <a:pt x="189614" y="110436"/>
                  </a:lnTo>
                  <a:lnTo>
                    <a:pt x="188669" y="120752"/>
                  </a:lnTo>
                  <a:lnTo>
                    <a:pt x="186747" y="125800"/>
                  </a:lnTo>
                  <a:lnTo>
                    <a:pt x="177065" y="120374"/>
                  </a:lnTo>
                  <a:lnTo>
                    <a:pt x="163032" y="110356"/>
                  </a:lnTo>
                  <a:lnTo>
                    <a:pt x="148999" y="106257"/>
                  </a:lnTo>
                  <a:lnTo>
                    <a:pt x="139198" y="101248"/>
                  </a:lnTo>
                  <a:lnTo>
                    <a:pt x="132738" y="98744"/>
                  </a:lnTo>
                  <a:lnTo>
                    <a:pt x="132293" y="93963"/>
                  </a:lnTo>
                  <a:lnTo>
                    <a:pt x="130511" y="90547"/>
                  </a:lnTo>
                  <a:lnTo>
                    <a:pt x="127838" y="87132"/>
                  </a:lnTo>
                  <a:lnTo>
                    <a:pt x="120041" y="88726"/>
                  </a:lnTo>
                  <a:lnTo>
                    <a:pt x="113582" y="88043"/>
                  </a:lnTo>
                  <a:lnTo>
                    <a:pt x="112468" y="84855"/>
                  </a:lnTo>
                  <a:lnTo>
                    <a:pt x="107122" y="74610"/>
                  </a:lnTo>
                  <a:lnTo>
                    <a:pt x="96876" y="73016"/>
                  </a:lnTo>
                  <a:lnTo>
                    <a:pt x="96207" y="80074"/>
                  </a:lnTo>
                  <a:lnTo>
                    <a:pt x="89079" y="80074"/>
                  </a:lnTo>
                  <a:lnTo>
                    <a:pt x="89035" y="87223"/>
                  </a:lnTo>
                  <a:lnTo>
                    <a:pt x="73264" y="92004"/>
                  </a:lnTo>
                  <a:lnTo>
                    <a:pt x="79145" y="100611"/>
                  </a:lnTo>
                  <a:lnTo>
                    <a:pt x="80882" y="107168"/>
                  </a:lnTo>
                  <a:lnTo>
                    <a:pt x="80882" y="112632"/>
                  </a:lnTo>
                  <a:lnTo>
                    <a:pt x="85426" y="113725"/>
                  </a:lnTo>
                  <a:lnTo>
                    <a:pt x="88901" y="114408"/>
                  </a:lnTo>
                  <a:lnTo>
                    <a:pt x="92510" y="113589"/>
                  </a:lnTo>
                  <a:lnTo>
                    <a:pt x="99593" y="119326"/>
                  </a:lnTo>
                  <a:lnTo>
                    <a:pt x="91307" y="125610"/>
                  </a:lnTo>
                  <a:lnTo>
                    <a:pt x="89169" y="127250"/>
                  </a:lnTo>
                  <a:lnTo>
                    <a:pt x="89837" y="131894"/>
                  </a:lnTo>
                  <a:lnTo>
                    <a:pt x="80080" y="137905"/>
                  </a:lnTo>
                  <a:lnTo>
                    <a:pt x="88901" y="137085"/>
                  </a:lnTo>
                  <a:lnTo>
                    <a:pt x="102801" y="135719"/>
                  </a:lnTo>
                  <a:lnTo>
                    <a:pt x="115364" y="142277"/>
                  </a:lnTo>
                  <a:lnTo>
                    <a:pt x="127659" y="150063"/>
                  </a:lnTo>
                  <a:lnTo>
                    <a:pt x="131669" y="156347"/>
                  </a:lnTo>
                  <a:lnTo>
                    <a:pt x="135010" y="159216"/>
                  </a:lnTo>
                  <a:lnTo>
                    <a:pt x="152384" y="162904"/>
                  </a:lnTo>
                  <a:lnTo>
                    <a:pt x="170545" y="161327"/>
                  </a:lnTo>
                  <a:lnTo>
                    <a:pt x="178421" y="152203"/>
                  </a:lnTo>
                  <a:lnTo>
                    <a:pt x="189326" y="160249"/>
                  </a:lnTo>
                  <a:lnTo>
                    <a:pt x="190117" y="160832"/>
                  </a:lnTo>
                  <a:lnTo>
                    <a:pt x="187460" y="164957"/>
                  </a:lnTo>
                  <a:lnTo>
                    <a:pt x="194780" y="165698"/>
                  </a:lnTo>
                  <a:lnTo>
                    <a:pt x="203779" y="165880"/>
                  </a:lnTo>
                  <a:lnTo>
                    <a:pt x="213487" y="164901"/>
                  </a:lnTo>
                  <a:lnTo>
                    <a:pt x="217679" y="164332"/>
                  </a:lnTo>
                  <a:lnTo>
                    <a:pt x="222197" y="157132"/>
                  </a:lnTo>
                  <a:lnTo>
                    <a:pt x="235170" y="158470"/>
                  </a:lnTo>
                  <a:lnTo>
                    <a:pt x="249510" y="156620"/>
                  </a:lnTo>
                  <a:lnTo>
                    <a:pt x="252155" y="172273"/>
                  </a:lnTo>
                  <a:lnTo>
                    <a:pt x="230514" y="177897"/>
                  </a:lnTo>
                  <a:lnTo>
                    <a:pt x="234887" y="195182"/>
                  </a:lnTo>
                  <a:lnTo>
                    <a:pt x="234008" y="196016"/>
                  </a:lnTo>
                  <a:lnTo>
                    <a:pt x="210194" y="197574"/>
                  </a:lnTo>
                  <a:lnTo>
                    <a:pt x="210551" y="204040"/>
                  </a:lnTo>
                  <a:lnTo>
                    <a:pt x="222362" y="208560"/>
                  </a:lnTo>
                  <a:lnTo>
                    <a:pt x="219720" y="218490"/>
                  </a:lnTo>
                  <a:lnTo>
                    <a:pt x="219008" y="221165"/>
                  </a:lnTo>
                  <a:lnTo>
                    <a:pt x="217629" y="226347"/>
                  </a:lnTo>
                  <a:lnTo>
                    <a:pt x="212339" y="226632"/>
                  </a:lnTo>
                  <a:lnTo>
                    <a:pt x="204965" y="225328"/>
                  </a:lnTo>
                  <a:lnTo>
                    <a:pt x="178789" y="209239"/>
                  </a:lnTo>
                  <a:lnTo>
                    <a:pt x="173284" y="210532"/>
                  </a:lnTo>
                  <a:lnTo>
                    <a:pt x="161473" y="227975"/>
                  </a:lnTo>
                  <a:lnTo>
                    <a:pt x="166397" y="232893"/>
                  </a:lnTo>
                  <a:lnTo>
                    <a:pt x="169671" y="242863"/>
                  </a:lnTo>
                  <a:lnTo>
                    <a:pt x="164288" y="242965"/>
                  </a:lnTo>
                  <a:lnTo>
                    <a:pt x="161814" y="239285"/>
                  </a:lnTo>
                  <a:lnTo>
                    <a:pt x="155136" y="235364"/>
                  </a:lnTo>
                  <a:lnTo>
                    <a:pt x="153171" y="240720"/>
                  </a:lnTo>
                  <a:lnTo>
                    <a:pt x="151419" y="239958"/>
                  </a:lnTo>
                  <a:lnTo>
                    <a:pt x="144768" y="237068"/>
                  </a:lnTo>
                  <a:lnTo>
                    <a:pt x="147822" y="224003"/>
                  </a:lnTo>
                  <a:lnTo>
                    <a:pt x="148438" y="221367"/>
                  </a:lnTo>
                  <a:lnTo>
                    <a:pt x="148479" y="218393"/>
                  </a:lnTo>
                  <a:lnTo>
                    <a:pt x="148627" y="207683"/>
                  </a:lnTo>
                  <a:lnTo>
                    <a:pt x="122877" y="200124"/>
                  </a:lnTo>
                  <a:lnTo>
                    <a:pt x="109869" y="200397"/>
                  </a:lnTo>
                  <a:lnTo>
                    <a:pt x="109329" y="202957"/>
                  </a:lnTo>
                  <a:lnTo>
                    <a:pt x="112659" y="210267"/>
                  </a:lnTo>
                  <a:lnTo>
                    <a:pt x="113165" y="215879"/>
                  </a:lnTo>
                  <a:lnTo>
                    <a:pt x="112363" y="224531"/>
                  </a:lnTo>
                  <a:lnTo>
                    <a:pt x="110047" y="225624"/>
                  </a:lnTo>
                  <a:lnTo>
                    <a:pt x="106127" y="224531"/>
                  </a:lnTo>
                  <a:lnTo>
                    <a:pt x="103275" y="223256"/>
                  </a:lnTo>
                  <a:lnTo>
                    <a:pt x="100246" y="221617"/>
                  </a:lnTo>
                  <a:lnTo>
                    <a:pt x="98909" y="221253"/>
                  </a:lnTo>
                  <a:lnTo>
                    <a:pt x="96586" y="220927"/>
                  </a:lnTo>
                  <a:lnTo>
                    <a:pt x="94633" y="220433"/>
                  </a:lnTo>
                  <a:lnTo>
                    <a:pt x="93077" y="220639"/>
                  </a:lnTo>
                  <a:lnTo>
                    <a:pt x="89821" y="221070"/>
                  </a:lnTo>
                  <a:lnTo>
                    <a:pt x="86881" y="221070"/>
                  </a:lnTo>
                  <a:lnTo>
                    <a:pt x="85366" y="219886"/>
                  </a:lnTo>
                  <a:lnTo>
                    <a:pt x="84386" y="218429"/>
                  </a:lnTo>
                  <a:lnTo>
                    <a:pt x="83941" y="217245"/>
                  </a:lnTo>
                  <a:lnTo>
                    <a:pt x="82426" y="216061"/>
                  </a:lnTo>
                  <a:lnTo>
                    <a:pt x="79842" y="215424"/>
                  </a:lnTo>
                  <a:lnTo>
                    <a:pt x="76724" y="214240"/>
                  </a:lnTo>
                  <a:lnTo>
                    <a:pt x="73605" y="212783"/>
                  </a:lnTo>
                  <a:lnTo>
                    <a:pt x="75120" y="210142"/>
                  </a:lnTo>
                  <a:lnTo>
                    <a:pt x="76278" y="209595"/>
                  </a:lnTo>
                  <a:lnTo>
                    <a:pt x="78773" y="209595"/>
                  </a:lnTo>
                  <a:lnTo>
                    <a:pt x="76813" y="208138"/>
                  </a:lnTo>
                  <a:lnTo>
                    <a:pt x="73338" y="205770"/>
                  </a:lnTo>
                  <a:lnTo>
                    <a:pt x="71222" y="201285"/>
                  </a:lnTo>
                  <a:lnTo>
                    <a:pt x="70677" y="189065"/>
                  </a:lnTo>
                  <a:lnTo>
                    <a:pt x="64907" y="190317"/>
                  </a:lnTo>
                  <a:lnTo>
                    <a:pt x="61240" y="183786"/>
                  </a:lnTo>
                  <a:lnTo>
                    <a:pt x="67540" y="180147"/>
                  </a:lnTo>
                  <a:lnTo>
                    <a:pt x="64926" y="172719"/>
                  </a:lnTo>
                  <a:lnTo>
                    <a:pt x="55023" y="178819"/>
                  </a:lnTo>
                  <a:lnTo>
                    <a:pt x="45556" y="188495"/>
                  </a:lnTo>
                  <a:lnTo>
                    <a:pt x="37760" y="184653"/>
                  </a:lnTo>
                  <a:lnTo>
                    <a:pt x="32014" y="171086"/>
                  </a:lnTo>
                  <a:lnTo>
                    <a:pt x="28205" y="155578"/>
                  </a:lnTo>
                  <a:lnTo>
                    <a:pt x="26863" y="152352"/>
                  </a:lnTo>
                  <a:lnTo>
                    <a:pt x="26255" y="150719"/>
                  </a:lnTo>
                  <a:lnTo>
                    <a:pt x="24893" y="147066"/>
                  </a:lnTo>
                  <a:lnTo>
                    <a:pt x="23054" y="143808"/>
                  </a:lnTo>
                  <a:lnTo>
                    <a:pt x="22651" y="143095"/>
                  </a:lnTo>
                  <a:lnTo>
                    <a:pt x="21452" y="141207"/>
                  </a:lnTo>
                  <a:lnTo>
                    <a:pt x="20708" y="139991"/>
                  </a:lnTo>
                  <a:lnTo>
                    <a:pt x="19287" y="137666"/>
                  </a:lnTo>
                  <a:lnTo>
                    <a:pt x="17485" y="134718"/>
                  </a:lnTo>
                  <a:lnTo>
                    <a:pt x="14217" y="125039"/>
                  </a:lnTo>
                  <a:lnTo>
                    <a:pt x="8717" y="118920"/>
                  </a:lnTo>
                  <a:lnTo>
                    <a:pt x="8020" y="117705"/>
                  </a:lnTo>
                  <a:lnTo>
                    <a:pt x="8662" y="117273"/>
                  </a:lnTo>
                  <a:lnTo>
                    <a:pt x="15789" y="112389"/>
                  </a:lnTo>
                  <a:lnTo>
                    <a:pt x="17980" y="110931"/>
                  </a:lnTo>
                  <a:lnTo>
                    <a:pt x="25435" y="105969"/>
                  </a:lnTo>
                  <a:lnTo>
                    <a:pt x="28007" y="104500"/>
                  </a:lnTo>
                  <a:lnTo>
                    <a:pt x="30893" y="103505"/>
                  </a:lnTo>
                  <a:lnTo>
                    <a:pt x="30492" y="102702"/>
                  </a:lnTo>
                  <a:lnTo>
                    <a:pt x="30134" y="102020"/>
                  </a:lnTo>
                  <a:lnTo>
                    <a:pt x="29259" y="100350"/>
                  </a:lnTo>
                  <a:lnTo>
                    <a:pt x="28023" y="97309"/>
                  </a:lnTo>
                  <a:lnTo>
                    <a:pt x="27503" y="96031"/>
                  </a:lnTo>
                  <a:lnTo>
                    <a:pt x="25584" y="91346"/>
                  </a:lnTo>
                  <a:lnTo>
                    <a:pt x="22668" y="94273"/>
                  </a:lnTo>
                  <a:lnTo>
                    <a:pt x="23517" y="95573"/>
                  </a:lnTo>
                  <a:lnTo>
                    <a:pt x="23484" y="96427"/>
                  </a:lnTo>
                  <a:lnTo>
                    <a:pt x="24393" y="97838"/>
                  </a:lnTo>
                  <a:lnTo>
                    <a:pt x="18285" y="102349"/>
                  </a:lnTo>
                  <a:lnTo>
                    <a:pt x="16786" y="103404"/>
                  </a:lnTo>
                  <a:lnTo>
                    <a:pt x="15636" y="104214"/>
                  </a:lnTo>
                  <a:lnTo>
                    <a:pt x="12270" y="106584"/>
                  </a:lnTo>
                  <a:lnTo>
                    <a:pt x="10976" y="107619"/>
                  </a:lnTo>
                  <a:lnTo>
                    <a:pt x="8714" y="105309"/>
                  </a:lnTo>
                  <a:lnTo>
                    <a:pt x="6558" y="102641"/>
                  </a:lnTo>
                  <a:lnTo>
                    <a:pt x="13060" y="98800"/>
                  </a:lnTo>
                  <a:lnTo>
                    <a:pt x="12261" y="97567"/>
                  </a:lnTo>
                  <a:lnTo>
                    <a:pt x="14508" y="95980"/>
                  </a:lnTo>
                  <a:lnTo>
                    <a:pt x="14655" y="95877"/>
                  </a:lnTo>
                  <a:lnTo>
                    <a:pt x="15655" y="95171"/>
                  </a:lnTo>
                  <a:lnTo>
                    <a:pt x="17157" y="94110"/>
                  </a:lnTo>
                  <a:lnTo>
                    <a:pt x="18189" y="93382"/>
                  </a:lnTo>
                  <a:lnTo>
                    <a:pt x="19327" y="92578"/>
                  </a:lnTo>
                  <a:lnTo>
                    <a:pt x="20368" y="91843"/>
                  </a:lnTo>
                  <a:lnTo>
                    <a:pt x="19129" y="90313"/>
                  </a:lnTo>
                  <a:lnTo>
                    <a:pt x="18707" y="89800"/>
                  </a:lnTo>
                  <a:lnTo>
                    <a:pt x="18042" y="89032"/>
                  </a:lnTo>
                  <a:lnTo>
                    <a:pt x="17584" y="88503"/>
                  </a:lnTo>
                  <a:lnTo>
                    <a:pt x="17057" y="87895"/>
                  </a:lnTo>
                  <a:lnTo>
                    <a:pt x="16768" y="87562"/>
                  </a:lnTo>
                  <a:lnTo>
                    <a:pt x="16247" y="86960"/>
                  </a:lnTo>
                  <a:lnTo>
                    <a:pt x="21639" y="83151"/>
                  </a:lnTo>
                  <a:lnTo>
                    <a:pt x="22032" y="82873"/>
                  </a:lnTo>
                  <a:lnTo>
                    <a:pt x="30155" y="78578"/>
                  </a:lnTo>
                  <a:lnTo>
                    <a:pt x="20986" y="61670"/>
                  </a:lnTo>
                  <a:lnTo>
                    <a:pt x="18263" y="56460"/>
                  </a:lnTo>
                  <a:lnTo>
                    <a:pt x="18142" y="56228"/>
                  </a:lnTo>
                  <a:lnTo>
                    <a:pt x="16573" y="53226"/>
                  </a:lnTo>
                  <a:lnTo>
                    <a:pt x="16303" y="52709"/>
                  </a:lnTo>
                  <a:lnTo>
                    <a:pt x="16115" y="52349"/>
                  </a:lnTo>
                  <a:lnTo>
                    <a:pt x="15970" y="52100"/>
                  </a:lnTo>
                  <a:lnTo>
                    <a:pt x="15172" y="50918"/>
                  </a:lnTo>
                  <a:lnTo>
                    <a:pt x="13290" y="48130"/>
                  </a:lnTo>
                  <a:lnTo>
                    <a:pt x="11915" y="46092"/>
                  </a:lnTo>
                  <a:lnTo>
                    <a:pt x="8429" y="41139"/>
                  </a:lnTo>
                  <a:lnTo>
                    <a:pt x="7729" y="40145"/>
                  </a:lnTo>
                  <a:lnTo>
                    <a:pt x="5913" y="37563"/>
                  </a:lnTo>
                  <a:lnTo>
                    <a:pt x="4832" y="36047"/>
                  </a:lnTo>
                  <a:lnTo>
                    <a:pt x="3566" y="34272"/>
                  </a:lnTo>
                  <a:lnTo>
                    <a:pt x="2895" y="33331"/>
                  </a:lnTo>
                  <a:lnTo>
                    <a:pt x="2482" y="32751"/>
                  </a:lnTo>
                  <a:lnTo>
                    <a:pt x="2173" y="32319"/>
                  </a:lnTo>
                  <a:lnTo>
                    <a:pt x="1819" y="31823"/>
                  </a:lnTo>
                  <a:lnTo>
                    <a:pt x="661" y="30154"/>
                  </a:lnTo>
                  <a:lnTo>
                    <a:pt x="566" y="29995"/>
                  </a:lnTo>
                  <a:lnTo>
                    <a:pt x="464" y="29825"/>
                  </a:lnTo>
                  <a:lnTo>
                    <a:pt x="316" y="29577"/>
                  </a:lnTo>
                  <a:lnTo>
                    <a:pt x="0" y="29112"/>
                  </a:lnTo>
                  <a:lnTo>
                    <a:pt x="135" y="29004"/>
                  </a:lnTo>
                  <a:lnTo>
                    <a:pt x="391" y="28800"/>
                  </a:lnTo>
                  <a:lnTo>
                    <a:pt x="7165" y="24586"/>
                  </a:lnTo>
                  <a:lnTo>
                    <a:pt x="7208" y="24439"/>
                  </a:lnTo>
                  <a:lnTo>
                    <a:pt x="7293" y="24148"/>
                  </a:lnTo>
                  <a:lnTo>
                    <a:pt x="7509" y="23409"/>
                  </a:lnTo>
                  <a:lnTo>
                    <a:pt x="8259" y="20847"/>
                  </a:lnTo>
                  <a:lnTo>
                    <a:pt x="10125" y="19459"/>
                  </a:lnTo>
                  <a:lnTo>
                    <a:pt x="10540" y="19150"/>
                  </a:lnTo>
                  <a:lnTo>
                    <a:pt x="11174" y="18679"/>
                  </a:lnTo>
                  <a:lnTo>
                    <a:pt x="13572" y="16895"/>
                  </a:lnTo>
                  <a:lnTo>
                    <a:pt x="15054" y="15793"/>
                  </a:lnTo>
                  <a:lnTo>
                    <a:pt x="16571" y="14664"/>
                  </a:lnTo>
                  <a:lnTo>
                    <a:pt x="18624" y="13138"/>
                  </a:lnTo>
                  <a:lnTo>
                    <a:pt x="20761" y="11548"/>
                  </a:lnTo>
                  <a:lnTo>
                    <a:pt x="22291" y="10411"/>
                  </a:lnTo>
                  <a:lnTo>
                    <a:pt x="23166" y="9760"/>
                  </a:lnTo>
                  <a:lnTo>
                    <a:pt x="23315" y="9649"/>
                  </a:lnTo>
                  <a:lnTo>
                    <a:pt x="24598" y="8748"/>
                  </a:lnTo>
                  <a:lnTo>
                    <a:pt x="24776" y="8623"/>
                  </a:lnTo>
                  <a:lnTo>
                    <a:pt x="26441" y="7454"/>
                  </a:lnTo>
                  <a:lnTo>
                    <a:pt x="26716" y="7261"/>
                  </a:lnTo>
                  <a:lnTo>
                    <a:pt x="27360" y="6809"/>
                  </a:lnTo>
                  <a:lnTo>
                    <a:pt x="27611" y="6632"/>
                  </a:lnTo>
                  <a:lnTo>
                    <a:pt x="27778" y="6515"/>
                  </a:lnTo>
                  <a:lnTo>
                    <a:pt x="28443" y="5895"/>
                  </a:lnTo>
                  <a:lnTo>
                    <a:pt x="29385" y="5018"/>
                  </a:lnTo>
                  <a:lnTo>
                    <a:pt x="32062" y="2523"/>
                  </a:lnTo>
                  <a:lnTo>
                    <a:pt x="33589" y="1100"/>
                  </a:lnTo>
                  <a:lnTo>
                    <a:pt x="33859" y="849"/>
                  </a:lnTo>
                  <a:lnTo>
                    <a:pt x="34770" y="0"/>
                  </a:lnTo>
                  <a:lnTo>
                    <a:pt x="37181" y="1614"/>
                  </a:lnTo>
                  <a:lnTo>
                    <a:pt x="39079" y="2615"/>
                  </a:lnTo>
                  <a:lnTo>
                    <a:pt x="41143" y="3703"/>
                  </a:lnTo>
                  <a:lnTo>
                    <a:pt x="44020" y="5219"/>
                  </a:lnTo>
                  <a:lnTo>
                    <a:pt x="46704" y="6634"/>
                  </a:lnTo>
                  <a:lnTo>
                    <a:pt x="68282" y="10764"/>
                  </a:lnTo>
                  <a:lnTo>
                    <a:pt x="68201" y="15707"/>
                  </a:lnTo>
                  <a:lnTo>
                    <a:pt x="63773" y="16560"/>
                  </a:lnTo>
                  <a:lnTo>
                    <a:pt x="58929" y="20317"/>
                  </a:lnTo>
                  <a:lnTo>
                    <a:pt x="55253" y="24330"/>
                  </a:lnTo>
                  <a:lnTo>
                    <a:pt x="55910" y="25634"/>
                  </a:lnTo>
                  <a:lnTo>
                    <a:pt x="60754" y="28581"/>
                  </a:lnTo>
                  <a:lnTo>
                    <a:pt x="66887" y="33209"/>
                  </a:lnTo>
                  <a:lnTo>
                    <a:pt x="68330" y="33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35026" y="4385236"/>
              <a:ext cx="180945" cy="159307"/>
            </a:xfrm>
            <a:custGeom>
              <a:avLst/>
              <a:pathLst>
                <a:path w="180945" h="159307">
                  <a:moveTo>
                    <a:pt x="86539" y="62047"/>
                  </a:moveTo>
                  <a:lnTo>
                    <a:pt x="86385" y="61949"/>
                  </a:lnTo>
                  <a:lnTo>
                    <a:pt x="85984" y="61623"/>
                  </a:lnTo>
                  <a:lnTo>
                    <a:pt x="80234" y="67408"/>
                  </a:lnTo>
                  <a:lnTo>
                    <a:pt x="77479" y="70179"/>
                  </a:lnTo>
                  <a:lnTo>
                    <a:pt x="75608" y="63212"/>
                  </a:lnTo>
                  <a:lnTo>
                    <a:pt x="75527" y="62156"/>
                  </a:lnTo>
                  <a:lnTo>
                    <a:pt x="75475" y="61482"/>
                  </a:lnTo>
                  <a:lnTo>
                    <a:pt x="75481" y="61185"/>
                  </a:lnTo>
                  <a:lnTo>
                    <a:pt x="75503" y="60256"/>
                  </a:lnTo>
                  <a:lnTo>
                    <a:pt x="75531" y="59557"/>
                  </a:lnTo>
                  <a:lnTo>
                    <a:pt x="75714" y="57261"/>
                  </a:lnTo>
                  <a:lnTo>
                    <a:pt x="75956" y="54214"/>
                  </a:lnTo>
                  <a:lnTo>
                    <a:pt x="75628" y="54075"/>
                  </a:lnTo>
                  <a:lnTo>
                    <a:pt x="74366" y="53800"/>
                  </a:lnTo>
                  <a:lnTo>
                    <a:pt x="66430" y="53483"/>
                  </a:lnTo>
                  <a:lnTo>
                    <a:pt x="65247" y="56154"/>
                  </a:lnTo>
                  <a:lnTo>
                    <a:pt x="64789" y="57187"/>
                  </a:lnTo>
                  <a:lnTo>
                    <a:pt x="64647" y="57508"/>
                  </a:lnTo>
                  <a:lnTo>
                    <a:pt x="63645" y="59944"/>
                  </a:lnTo>
                  <a:lnTo>
                    <a:pt x="61764" y="62645"/>
                  </a:lnTo>
                  <a:lnTo>
                    <a:pt x="66389" y="67100"/>
                  </a:lnTo>
                  <a:lnTo>
                    <a:pt x="66414" y="67368"/>
                  </a:lnTo>
                  <a:lnTo>
                    <a:pt x="66524" y="68545"/>
                  </a:lnTo>
                  <a:lnTo>
                    <a:pt x="61168" y="74495"/>
                  </a:lnTo>
                  <a:lnTo>
                    <a:pt x="57860" y="72359"/>
                  </a:lnTo>
                  <a:lnTo>
                    <a:pt x="56913" y="73327"/>
                  </a:lnTo>
                  <a:lnTo>
                    <a:pt x="55632" y="72416"/>
                  </a:lnTo>
                  <a:lnTo>
                    <a:pt x="54705" y="73770"/>
                  </a:lnTo>
                  <a:lnTo>
                    <a:pt x="52904" y="76401"/>
                  </a:lnTo>
                  <a:lnTo>
                    <a:pt x="51222" y="75251"/>
                  </a:lnTo>
                  <a:lnTo>
                    <a:pt x="48767" y="73760"/>
                  </a:lnTo>
                  <a:lnTo>
                    <a:pt x="48272" y="73431"/>
                  </a:lnTo>
                  <a:lnTo>
                    <a:pt x="47062" y="72680"/>
                  </a:lnTo>
                  <a:lnTo>
                    <a:pt x="45872" y="74322"/>
                  </a:lnTo>
                  <a:lnTo>
                    <a:pt x="44346" y="75959"/>
                  </a:lnTo>
                  <a:lnTo>
                    <a:pt x="41670" y="78238"/>
                  </a:lnTo>
                  <a:lnTo>
                    <a:pt x="38096" y="81888"/>
                  </a:lnTo>
                  <a:lnTo>
                    <a:pt x="36178" y="83715"/>
                  </a:lnTo>
                  <a:lnTo>
                    <a:pt x="35886" y="83993"/>
                  </a:lnTo>
                  <a:lnTo>
                    <a:pt x="35349" y="84415"/>
                  </a:lnTo>
                  <a:lnTo>
                    <a:pt x="34961" y="84720"/>
                  </a:lnTo>
                  <a:lnTo>
                    <a:pt x="32077" y="87981"/>
                  </a:lnTo>
                  <a:lnTo>
                    <a:pt x="29048" y="90955"/>
                  </a:lnTo>
                  <a:lnTo>
                    <a:pt x="28455" y="90393"/>
                  </a:lnTo>
                  <a:lnTo>
                    <a:pt x="27438" y="89427"/>
                  </a:lnTo>
                  <a:lnTo>
                    <a:pt x="20993" y="84285"/>
                  </a:lnTo>
                  <a:lnTo>
                    <a:pt x="19830" y="83306"/>
                  </a:lnTo>
                  <a:lnTo>
                    <a:pt x="5037" y="69818"/>
                  </a:lnTo>
                  <a:lnTo>
                    <a:pt x="4048" y="69190"/>
                  </a:lnTo>
                  <a:lnTo>
                    <a:pt x="2870" y="68588"/>
                  </a:lnTo>
                  <a:lnTo>
                    <a:pt x="2471" y="68384"/>
                  </a:lnTo>
                  <a:lnTo>
                    <a:pt x="2070" y="68179"/>
                  </a:lnTo>
                  <a:lnTo>
                    <a:pt x="0" y="67342"/>
                  </a:lnTo>
                  <a:lnTo>
                    <a:pt x="589" y="66164"/>
                  </a:lnTo>
                  <a:lnTo>
                    <a:pt x="1650" y="64627"/>
                  </a:lnTo>
                  <a:lnTo>
                    <a:pt x="4320" y="60756"/>
                  </a:lnTo>
                  <a:lnTo>
                    <a:pt x="4510" y="60477"/>
                  </a:lnTo>
                  <a:lnTo>
                    <a:pt x="5713" y="58707"/>
                  </a:lnTo>
                  <a:lnTo>
                    <a:pt x="5942" y="58400"/>
                  </a:lnTo>
                  <a:lnTo>
                    <a:pt x="6966" y="57028"/>
                  </a:lnTo>
                  <a:lnTo>
                    <a:pt x="7789" y="54683"/>
                  </a:lnTo>
                  <a:lnTo>
                    <a:pt x="9596" y="51462"/>
                  </a:lnTo>
                  <a:lnTo>
                    <a:pt x="11622" y="47850"/>
                  </a:lnTo>
                  <a:lnTo>
                    <a:pt x="13159" y="45768"/>
                  </a:lnTo>
                  <a:lnTo>
                    <a:pt x="13289" y="45592"/>
                  </a:lnTo>
                  <a:lnTo>
                    <a:pt x="13379" y="45362"/>
                  </a:lnTo>
                  <a:lnTo>
                    <a:pt x="13277" y="44636"/>
                  </a:lnTo>
                  <a:lnTo>
                    <a:pt x="13128" y="43073"/>
                  </a:lnTo>
                  <a:lnTo>
                    <a:pt x="13097" y="42751"/>
                  </a:lnTo>
                  <a:lnTo>
                    <a:pt x="12977" y="41499"/>
                  </a:lnTo>
                  <a:lnTo>
                    <a:pt x="12824" y="40332"/>
                  </a:lnTo>
                  <a:lnTo>
                    <a:pt x="11956" y="38993"/>
                  </a:lnTo>
                  <a:lnTo>
                    <a:pt x="10110" y="36959"/>
                  </a:lnTo>
                  <a:lnTo>
                    <a:pt x="8759" y="35565"/>
                  </a:lnTo>
                  <a:lnTo>
                    <a:pt x="8361" y="34724"/>
                  </a:lnTo>
                  <a:lnTo>
                    <a:pt x="7901" y="33753"/>
                  </a:lnTo>
                  <a:lnTo>
                    <a:pt x="8489" y="32816"/>
                  </a:lnTo>
                  <a:lnTo>
                    <a:pt x="8708" y="32467"/>
                  </a:lnTo>
                  <a:lnTo>
                    <a:pt x="10350" y="29886"/>
                  </a:lnTo>
                  <a:lnTo>
                    <a:pt x="10759" y="29242"/>
                  </a:lnTo>
                  <a:lnTo>
                    <a:pt x="11242" y="28482"/>
                  </a:lnTo>
                  <a:lnTo>
                    <a:pt x="14295" y="23108"/>
                  </a:lnTo>
                  <a:lnTo>
                    <a:pt x="19096" y="26018"/>
                  </a:lnTo>
                  <a:lnTo>
                    <a:pt x="21228" y="28065"/>
                  </a:lnTo>
                  <a:lnTo>
                    <a:pt x="22495" y="29525"/>
                  </a:lnTo>
                  <a:lnTo>
                    <a:pt x="25087" y="32512"/>
                  </a:lnTo>
                  <a:lnTo>
                    <a:pt x="26861" y="26239"/>
                  </a:lnTo>
                  <a:lnTo>
                    <a:pt x="27372" y="24432"/>
                  </a:lnTo>
                  <a:lnTo>
                    <a:pt x="27456" y="24137"/>
                  </a:lnTo>
                  <a:lnTo>
                    <a:pt x="27722" y="23197"/>
                  </a:lnTo>
                  <a:lnTo>
                    <a:pt x="27772" y="23043"/>
                  </a:lnTo>
                  <a:lnTo>
                    <a:pt x="27856" y="22782"/>
                  </a:lnTo>
                  <a:lnTo>
                    <a:pt x="28081" y="22087"/>
                  </a:lnTo>
                  <a:lnTo>
                    <a:pt x="28332" y="21315"/>
                  </a:lnTo>
                  <a:lnTo>
                    <a:pt x="28693" y="20830"/>
                  </a:lnTo>
                  <a:lnTo>
                    <a:pt x="29643" y="19556"/>
                  </a:lnTo>
                  <a:lnTo>
                    <a:pt x="29770" y="19387"/>
                  </a:lnTo>
                  <a:lnTo>
                    <a:pt x="29808" y="19108"/>
                  </a:lnTo>
                  <a:lnTo>
                    <a:pt x="30003" y="17676"/>
                  </a:lnTo>
                  <a:lnTo>
                    <a:pt x="30191" y="16305"/>
                  </a:lnTo>
                  <a:lnTo>
                    <a:pt x="30443" y="14457"/>
                  </a:lnTo>
                  <a:lnTo>
                    <a:pt x="30543" y="13723"/>
                  </a:lnTo>
                  <a:lnTo>
                    <a:pt x="30639" y="12759"/>
                  </a:lnTo>
                  <a:lnTo>
                    <a:pt x="30750" y="11651"/>
                  </a:lnTo>
                  <a:lnTo>
                    <a:pt x="30766" y="11495"/>
                  </a:lnTo>
                  <a:lnTo>
                    <a:pt x="30790" y="11252"/>
                  </a:lnTo>
                  <a:lnTo>
                    <a:pt x="30886" y="10286"/>
                  </a:lnTo>
                  <a:lnTo>
                    <a:pt x="30914" y="10014"/>
                  </a:lnTo>
                  <a:lnTo>
                    <a:pt x="31065" y="0"/>
                  </a:lnTo>
                  <a:lnTo>
                    <a:pt x="31256" y="7"/>
                  </a:lnTo>
                  <a:lnTo>
                    <a:pt x="31909" y="32"/>
                  </a:lnTo>
                  <a:lnTo>
                    <a:pt x="32191" y="43"/>
                  </a:lnTo>
                  <a:lnTo>
                    <a:pt x="32613" y="59"/>
                  </a:lnTo>
                  <a:lnTo>
                    <a:pt x="33846" y="107"/>
                  </a:lnTo>
                  <a:lnTo>
                    <a:pt x="34821" y="145"/>
                  </a:lnTo>
                  <a:lnTo>
                    <a:pt x="35415" y="168"/>
                  </a:lnTo>
                  <a:lnTo>
                    <a:pt x="36493" y="210"/>
                  </a:lnTo>
                  <a:lnTo>
                    <a:pt x="37212" y="238"/>
                  </a:lnTo>
                  <a:lnTo>
                    <a:pt x="37466" y="247"/>
                  </a:lnTo>
                  <a:lnTo>
                    <a:pt x="38081" y="271"/>
                  </a:lnTo>
                  <a:lnTo>
                    <a:pt x="38271" y="279"/>
                  </a:lnTo>
                  <a:lnTo>
                    <a:pt x="41800" y="415"/>
                  </a:lnTo>
                  <a:lnTo>
                    <a:pt x="52679" y="837"/>
                  </a:lnTo>
                  <a:lnTo>
                    <a:pt x="53555" y="871"/>
                  </a:lnTo>
                  <a:lnTo>
                    <a:pt x="54721" y="916"/>
                  </a:lnTo>
                  <a:lnTo>
                    <a:pt x="62183" y="1309"/>
                  </a:lnTo>
                  <a:lnTo>
                    <a:pt x="67602" y="1595"/>
                  </a:lnTo>
                  <a:lnTo>
                    <a:pt x="68160" y="1625"/>
                  </a:lnTo>
                  <a:lnTo>
                    <a:pt x="70747" y="1761"/>
                  </a:lnTo>
                  <a:lnTo>
                    <a:pt x="70904" y="1769"/>
                  </a:lnTo>
                  <a:lnTo>
                    <a:pt x="71645" y="1808"/>
                  </a:lnTo>
                  <a:lnTo>
                    <a:pt x="72003" y="1827"/>
                  </a:lnTo>
                  <a:lnTo>
                    <a:pt x="72873" y="1832"/>
                  </a:lnTo>
                  <a:lnTo>
                    <a:pt x="73391" y="1835"/>
                  </a:lnTo>
                  <a:lnTo>
                    <a:pt x="73902" y="1838"/>
                  </a:lnTo>
                  <a:lnTo>
                    <a:pt x="74172" y="1840"/>
                  </a:lnTo>
                  <a:lnTo>
                    <a:pt x="74564" y="1842"/>
                  </a:lnTo>
                  <a:lnTo>
                    <a:pt x="74943" y="1844"/>
                  </a:lnTo>
                  <a:lnTo>
                    <a:pt x="75234" y="1846"/>
                  </a:lnTo>
                  <a:lnTo>
                    <a:pt x="75785" y="1849"/>
                  </a:lnTo>
                  <a:lnTo>
                    <a:pt x="76074" y="1851"/>
                  </a:lnTo>
                  <a:lnTo>
                    <a:pt x="76617" y="1920"/>
                  </a:lnTo>
                  <a:lnTo>
                    <a:pt x="77451" y="2025"/>
                  </a:lnTo>
                  <a:lnTo>
                    <a:pt x="79121" y="2237"/>
                  </a:lnTo>
                  <a:lnTo>
                    <a:pt x="83976" y="2617"/>
                  </a:lnTo>
                  <a:lnTo>
                    <a:pt x="95644" y="4416"/>
                  </a:lnTo>
                  <a:lnTo>
                    <a:pt x="96912" y="4602"/>
                  </a:lnTo>
                  <a:lnTo>
                    <a:pt x="97300" y="4659"/>
                  </a:lnTo>
                  <a:lnTo>
                    <a:pt x="98015" y="4764"/>
                  </a:lnTo>
                  <a:lnTo>
                    <a:pt x="110800" y="6641"/>
                  </a:lnTo>
                  <a:lnTo>
                    <a:pt x="112785" y="6946"/>
                  </a:lnTo>
                  <a:lnTo>
                    <a:pt x="118252" y="7788"/>
                  </a:lnTo>
                  <a:lnTo>
                    <a:pt x="119299" y="7949"/>
                  </a:lnTo>
                  <a:lnTo>
                    <a:pt x="119986" y="8055"/>
                  </a:lnTo>
                  <a:lnTo>
                    <a:pt x="120634" y="8155"/>
                  </a:lnTo>
                  <a:lnTo>
                    <a:pt x="141495" y="11143"/>
                  </a:lnTo>
                  <a:lnTo>
                    <a:pt x="142640" y="11326"/>
                  </a:lnTo>
                  <a:lnTo>
                    <a:pt x="145790" y="11829"/>
                  </a:lnTo>
                  <a:lnTo>
                    <a:pt x="146976" y="12197"/>
                  </a:lnTo>
                  <a:lnTo>
                    <a:pt x="148430" y="12647"/>
                  </a:lnTo>
                  <a:lnTo>
                    <a:pt x="149039" y="13181"/>
                  </a:lnTo>
                  <a:lnTo>
                    <a:pt x="149247" y="13529"/>
                  </a:lnTo>
                  <a:lnTo>
                    <a:pt x="149396" y="13777"/>
                  </a:lnTo>
                  <a:lnTo>
                    <a:pt x="149497" y="13946"/>
                  </a:lnTo>
                  <a:lnTo>
                    <a:pt x="149592" y="14105"/>
                  </a:lnTo>
                  <a:lnTo>
                    <a:pt x="150751" y="15775"/>
                  </a:lnTo>
                  <a:lnTo>
                    <a:pt x="151104" y="16270"/>
                  </a:lnTo>
                  <a:lnTo>
                    <a:pt x="151413" y="16703"/>
                  </a:lnTo>
                  <a:lnTo>
                    <a:pt x="151826" y="17282"/>
                  </a:lnTo>
                  <a:lnTo>
                    <a:pt x="152497" y="18224"/>
                  </a:lnTo>
                  <a:lnTo>
                    <a:pt x="153780" y="20022"/>
                  </a:lnTo>
                  <a:lnTo>
                    <a:pt x="154845" y="21515"/>
                  </a:lnTo>
                  <a:lnTo>
                    <a:pt x="156661" y="24096"/>
                  </a:lnTo>
                  <a:lnTo>
                    <a:pt x="157360" y="25090"/>
                  </a:lnTo>
                  <a:lnTo>
                    <a:pt x="160846" y="30044"/>
                  </a:lnTo>
                  <a:lnTo>
                    <a:pt x="162221" y="32082"/>
                  </a:lnTo>
                  <a:lnTo>
                    <a:pt x="164103" y="34870"/>
                  </a:lnTo>
                  <a:lnTo>
                    <a:pt x="164969" y="36153"/>
                  </a:lnTo>
                  <a:lnTo>
                    <a:pt x="165046" y="36300"/>
                  </a:lnTo>
                  <a:lnTo>
                    <a:pt x="165235" y="36661"/>
                  </a:lnTo>
                  <a:lnTo>
                    <a:pt x="165505" y="37177"/>
                  </a:lnTo>
                  <a:lnTo>
                    <a:pt x="167073" y="40179"/>
                  </a:lnTo>
                  <a:lnTo>
                    <a:pt x="167194" y="40411"/>
                  </a:lnTo>
                  <a:lnTo>
                    <a:pt x="169917" y="45622"/>
                  </a:lnTo>
                  <a:lnTo>
                    <a:pt x="179087" y="62530"/>
                  </a:lnTo>
                  <a:lnTo>
                    <a:pt x="170964" y="66824"/>
                  </a:lnTo>
                  <a:lnTo>
                    <a:pt x="170570" y="67102"/>
                  </a:lnTo>
                  <a:lnTo>
                    <a:pt x="165178" y="70912"/>
                  </a:lnTo>
                  <a:lnTo>
                    <a:pt x="165770" y="71595"/>
                  </a:lnTo>
                  <a:lnTo>
                    <a:pt x="166098" y="71973"/>
                  </a:lnTo>
                  <a:lnTo>
                    <a:pt x="166790" y="72772"/>
                  </a:lnTo>
                  <a:lnTo>
                    <a:pt x="166973" y="72984"/>
                  </a:lnTo>
                  <a:lnTo>
                    <a:pt x="167812" y="73957"/>
                  </a:lnTo>
                  <a:lnTo>
                    <a:pt x="168061" y="74265"/>
                  </a:lnTo>
                  <a:lnTo>
                    <a:pt x="169299" y="75795"/>
                  </a:lnTo>
                  <a:lnTo>
                    <a:pt x="168232" y="76549"/>
                  </a:lnTo>
                  <a:lnTo>
                    <a:pt x="167064" y="77373"/>
                  </a:lnTo>
                  <a:lnTo>
                    <a:pt x="166006" y="78120"/>
                  </a:lnTo>
                  <a:lnTo>
                    <a:pt x="164465" y="79208"/>
                  </a:lnTo>
                  <a:lnTo>
                    <a:pt x="163586" y="79829"/>
                  </a:lnTo>
                  <a:lnTo>
                    <a:pt x="163440" y="79932"/>
                  </a:lnTo>
                  <a:lnTo>
                    <a:pt x="161192" y="81519"/>
                  </a:lnTo>
                  <a:lnTo>
                    <a:pt x="161992" y="82751"/>
                  </a:lnTo>
                  <a:lnTo>
                    <a:pt x="155518" y="86629"/>
                  </a:lnTo>
                  <a:lnTo>
                    <a:pt x="157716" y="89333"/>
                  </a:lnTo>
                  <a:lnTo>
                    <a:pt x="159907" y="91570"/>
                  </a:lnTo>
                  <a:lnTo>
                    <a:pt x="161202" y="90535"/>
                  </a:lnTo>
                  <a:lnTo>
                    <a:pt x="164568" y="88165"/>
                  </a:lnTo>
                  <a:lnTo>
                    <a:pt x="165717" y="87355"/>
                  </a:lnTo>
                  <a:lnTo>
                    <a:pt x="167216" y="86300"/>
                  </a:lnTo>
                  <a:lnTo>
                    <a:pt x="173325" y="81789"/>
                  </a:lnTo>
                  <a:lnTo>
                    <a:pt x="172415" y="80378"/>
                  </a:lnTo>
                  <a:lnTo>
                    <a:pt x="172448" y="79524"/>
                  </a:lnTo>
                  <a:lnTo>
                    <a:pt x="171526" y="78143"/>
                  </a:lnTo>
                  <a:lnTo>
                    <a:pt x="174528" y="75292"/>
                  </a:lnTo>
                  <a:lnTo>
                    <a:pt x="176434" y="79983"/>
                  </a:lnTo>
                  <a:lnTo>
                    <a:pt x="176954" y="81261"/>
                  </a:lnTo>
                  <a:lnTo>
                    <a:pt x="178190" y="84301"/>
                  </a:lnTo>
                  <a:lnTo>
                    <a:pt x="179066" y="85971"/>
                  </a:lnTo>
                  <a:lnTo>
                    <a:pt x="179423" y="86654"/>
                  </a:lnTo>
                  <a:lnTo>
                    <a:pt x="179824" y="87456"/>
                  </a:lnTo>
                  <a:lnTo>
                    <a:pt x="176939" y="88452"/>
                  </a:lnTo>
                  <a:lnTo>
                    <a:pt x="174366" y="89920"/>
                  </a:lnTo>
                  <a:lnTo>
                    <a:pt x="166911" y="94882"/>
                  </a:lnTo>
                  <a:lnTo>
                    <a:pt x="164721" y="96340"/>
                  </a:lnTo>
                  <a:lnTo>
                    <a:pt x="157593" y="101225"/>
                  </a:lnTo>
                  <a:lnTo>
                    <a:pt x="156951" y="101657"/>
                  </a:lnTo>
                  <a:lnTo>
                    <a:pt x="157649" y="102872"/>
                  </a:lnTo>
                  <a:lnTo>
                    <a:pt x="163148" y="108991"/>
                  </a:lnTo>
                  <a:lnTo>
                    <a:pt x="166416" y="118670"/>
                  </a:lnTo>
                  <a:lnTo>
                    <a:pt x="168218" y="121618"/>
                  </a:lnTo>
                  <a:lnTo>
                    <a:pt x="169640" y="123943"/>
                  </a:lnTo>
                  <a:lnTo>
                    <a:pt x="170383" y="125159"/>
                  </a:lnTo>
                  <a:lnTo>
                    <a:pt x="171582" y="127047"/>
                  </a:lnTo>
                  <a:lnTo>
                    <a:pt x="171985" y="127760"/>
                  </a:lnTo>
                  <a:lnTo>
                    <a:pt x="173825" y="131017"/>
                  </a:lnTo>
                  <a:lnTo>
                    <a:pt x="175186" y="134671"/>
                  </a:lnTo>
                  <a:lnTo>
                    <a:pt x="175795" y="136304"/>
                  </a:lnTo>
                  <a:lnTo>
                    <a:pt x="177136" y="139529"/>
                  </a:lnTo>
                  <a:lnTo>
                    <a:pt x="180945" y="155038"/>
                  </a:lnTo>
                  <a:lnTo>
                    <a:pt x="169251" y="159307"/>
                  </a:lnTo>
                  <a:lnTo>
                    <a:pt x="159229" y="151715"/>
                  </a:lnTo>
                  <a:lnTo>
                    <a:pt x="155488" y="158597"/>
                  </a:lnTo>
                  <a:lnTo>
                    <a:pt x="150876" y="156838"/>
                  </a:lnTo>
                  <a:lnTo>
                    <a:pt x="149316" y="154788"/>
                  </a:lnTo>
                  <a:lnTo>
                    <a:pt x="140518" y="152398"/>
                  </a:lnTo>
                  <a:lnTo>
                    <a:pt x="135506" y="148982"/>
                  </a:lnTo>
                  <a:lnTo>
                    <a:pt x="131887" y="151686"/>
                  </a:lnTo>
                  <a:lnTo>
                    <a:pt x="120928" y="146024"/>
                  </a:lnTo>
                  <a:lnTo>
                    <a:pt x="117563" y="141121"/>
                  </a:lnTo>
                  <a:lnTo>
                    <a:pt x="125816" y="126556"/>
                  </a:lnTo>
                  <a:lnTo>
                    <a:pt x="130717" y="110960"/>
                  </a:lnTo>
                  <a:lnTo>
                    <a:pt x="128155" y="108455"/>
                  </a:lnTo>
                  <a:lnTo>
                    <a:pt x="116495" y="119218"/>
                  </a:lnTo>
                  <a:lnTo>
                    <a:pt x="110501" y="111778"/>
                  </a:lnTo>
                  <a:lnTo>
                    <a:pt x="118575" y="102387"/>
                  </a:lnTo>
                  <a:lnTo>
                    <a:pt x="122752" y="91287"/>
                  </a:lnTo>
                  <a:lnTo>
                    <a:pt x="115551" y="74927"/>
                  </a:lnTo>
                  <a:lnTo>
                    <a:pt x="111443" y="74618"/>
                  </a:lnTo>
                  <a:lnTo>
                    <a:pt x="110534" y="76546"/>
                  </a:lnTo>
                  <a:lnTo>
                    <a:pt x="102690" y="73432"/>
                  </a:lnTo>
                  <a:lnTo>
                    <a:pt x="103406" y="71491"/>
                  </a:lnTo>
                  <a:lnTo>
                    <a:pt x="99847" y="69918"/>
                  </a:lnTo>
                  <a:lnTo>
                    <a:pt x="98017" y="69081"/>
                  </a:lnTo>
                  <a:lnTo>
                    <a:pt x="98523" y="66634"/>
                  </a:lnTo>
                  <a:lnTo>
                    <a:pt x="98346" y="66573"/>
                  </a:lnTo>
                  <a:lnTo>
                    <a:pt x="95248" y="65507"/>
                  </a:lnTo>
                  <a:lnTo>
                    <a:pt x="94768" y="65341"/>
                  </a:lnTo>
                  <a:lnTo>
                    <a:pt x="92478" y="64552"/>
                  </a:lnTo>
                  <a:lnTo>
                    <a:pt x="91267" y="64134"/>
                  </a:lnTo>
                  <a:lnTo>
                    <a:pt x="87277" y="62421"/>
                  </a:lnTo>
                  <a:lnTo>
                    <a:pt x="87077" y="62335"/>
                  </a:lnTo>
                  <a:lnTo>
                    <a:pt x="86799" y="6221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586814" y="4724912"/>
              <a:ext cx="305309" cy="211957"/>
            </a:xfrm>
            <a:custGeom>
              <a:avLst/>
              <a:pathLst>
                <a:path w="305309" h="211957">
                  <a:moveTo>
                    <a:pt x="131435" y="200986"/>
                  </a:moveTo>
                  <a:lnTo>
                    <a:pt x="131322" y="200607"/>
                  </a:lnTo>
                  <a:lnTo>
                    <a:pt x="131220" y="200265"/>
                  </a:lnTo>
                  <a:lnTo>
                    <a:pt x="131111" y="199899"/>
                  </a:lnTo>
                  <a:lnTo>
                    <a:pt x="131029" y="199547"/>
                  </a:lnTo>
                  <a:lnTo>
                    <a:pt x="130981" y="199343"/>
                  </a:lnTo>
                  <a:lnTo>
                    <a:pt x="132516" y="195213"/>
                  </a:lnTo>
                  <a:lnTo>
                    <a:pt x="133289" y="191304"/>
                  </a:lnTo>
                  <a:lnTo>
                    <a:pt x="133366" y="190951"/>
                  </a:lnTo>
                  <a:lnTo>
                    <a:pt x="133443" y="190599"/>
                  </a:lnTo>
                  <a:lnTo>
                    <a:pt x="133278" y="190423"/>
                  </a:lnTo>
                  <a:lnTo>
                    <a:pt x="132937" y="190057"/>
                  </a:lnTo>
                  <a:lnTo>
                    <a:pt x="132794" y="189904"/>
                  </a:lnTo>
                  <a:lnTo>
                    <a:pt x="131993" y="189046"/>
                  </a:lnTo>
                  <a:lnTo>
                    <a:pt x="131801" y="188840"/>
                  </a:lnTo>
                  <a:lnTo>
                    <a:pt x="131295" y="188298"/>
                  </a:lnTo>
                  <a:lnTo>
                    <a:pt x="131134" y="188125"/>
                  </a:lnTo>
                  <a:lnTo>
                    <a:pt x="130212" y="187208"/>
                  </a:lnTo>
                  <a:lnTo>
                    <a:pt x="128485" y="185491"/>
                  </a:lnTo>
                  <a:lnTo>
                    <a:pt x="127593" y="184605"/>
                  </a:lnTo>
                  <a:lnTo>
                    <a:pt x="126639" y="183656"/>
                  </a:lnTo>
                  <a:lnTo>
                    <a:pt x="126445" y="183484"/>
                  </a:lnTo>
                  <a:lnTo>
                    <a:pt x="121521" y="179110"/>
                  </a:lnTo>
                  <a:lnTo>
                    <a:pt x="120853" y="178485"/>
                  </a:lnTo>
                  <a:lnTo>
                    <a:pt x="120733" y="178335"/>
                  </a:lnTo>
                  <a:lnTo>
                    <a:pt x="120443" y="177973"/>
                  </a:lnTo>
                  <a:lnTo>
                    <a:pt x="120114" y="177562"/>
                  </a:lnTo>
                  <a:lnTo>
                    <a:pt x="119501" y="176778"/>
                  </a:lnTo>
                  <a:lnTo>
                    <a:pt x="119240" y="176221"/>
                  </a:lnTo>
                  <a:lnTo>
                    <a:pt x="119156" y="176042"/>
                  </a:lnTo>
                  <a:lnTo>
                    <a:pt x="119018" y="175748"/>
                  </a:lnTo>
                  <a:lnTo>
                    <a:pt x="119049" y="174818"/>
                  </a:lnTo>
                  <a:lnTo>
                    <a:pt x="119093" y="173491"/>
                  </a:lnTo>
                  <a:lnTo>
                    <a:pt x="119110" y="172958"/>
                  </a:lnTo>
                  <a:lnTo>
                    <a:pt x="119139" y="172085"/>
                  </a:lnTo>
                  <a:lnTo>
                    <a:pt x="119153" y="171666"/>
                  </a:lnTo>
                  <a:lnTo>
                    <a:pt x="119171" y="171119"/>
                  </a:lnTo>
                  <a:lnTo>
                    <a:pt x="119695" y="169886"/>
                  </a:lnTo>
                  <a:lnTo>
                    <a:pt x="120324" y="168403"/>
                  </a:lnTo>
                  <a:lnTo>
                    <a:pt x="120377" y="168267"/>
                  </a:lnTo>
                  <a:lnTo>
                    <a:pt x="120465" y="168044"/>
                  </a:lnTo>
                  <a:lnTo>
                    <a:pt x="120557" y="167813"/>
                  </a:lnTo>
                  <a:lnTo>
                    <a:pt x="120654" y="167568"/>
                  </a:lnTo>
                  <a:lnTo>
                    <a:pt x="120736" y="167360"/>
                  </a:lnTo>
                  <a:lnTo>
                    <a:pt x="121899" y="164417"/>
                  </a:lnTo>
                  <a:lnTo>
                    <a:pt x="121957" y="164270"/>
                  </a:lnTo>
                  <a:lnTo>
                    <a:pt x="122653" y="162509"/>
                  </a:lnTo>
                  <a:lnTo>
                    <a:pt x="122956" y="161742"/>
                  </a:lnTo>
                  <a:lnTo>
                    <a:pt x="123074" y="161444"/>
                  </a:lnTo>
                  <a:lnTo>
                    <a:pt x="123300" y="160767"/>
                  </a:lnTo>
                  <a:lnTo>
                    <a:pt x="123561" y="159984"/>
                  </a:lnTo>
                  <a:lnTo>
                    <a:pt x="123750" y="159417"/>
                  </a:lnTo>
                  <a:lnTo>
                    <a:pt x="123914" y="158925"/>
                  </a:lnTo>
                  <a:lnTo>
                    <a:pt x="125086" y="157286"/>
                  </a:lnTo>
                  <a:lnTo>
                    <a:pt x="125833" y="156241"/>
                  </a:lnTo>
                  <a:lnTo>
                    <a:pt x="126409" y="155799"/>
                  </a:lnTo>
                  <a:lnTo>
                    <a:pt x="127570" y="154906"/>
                  </a:lnTo>
                  <a:lnTo>
                    <a:pt x="128387" y="154278"/>
                  </a:lnTo>
                  <a:lnTo>
                    <a:pt x="127582" y="151792"/>
                  </a:lnTo>
                  <a:lnTo>
                    <a:pt x="126611" y="148794"/>
                  </a:lnTo>
                  <a:lnTo>
                    <a:pt x="126393" y="148120"/>
                  </a:lnTo>
                  <a:lnTo>
                    <a:pt x="126134" y="147966"/>
                  </a:lnTo>
                  <a:lnTo>
                    <a:pt x="125894" y="147824"/>
                  </a:lnTo>
                  <a:lnTo>
                    <a:pt x="125588" y="147641"/>
                  </a:lnTo>
                  <a:lnTo>
                    <a:pt x="125437" y="147551"/>
                  </a:lnTo>
                  <a:lnTo>
                    <a:pt x="124458" y="146969"/>
                  </a:lnTo>
                  <a:lnTo>
                    <a:pt x="123233" y="146240"/>
                  </a:lnTo>
                  <a:lnTo>
                    <a:pt x="121492" y="145204"/>
                  </a:lnTo>
                  <a:lnTo>
                    <a:pt x="121457" y="144854"/>
                  </a:lnTo>
                  <a:lnTo>
                    <a:pt x="121441" y="144698"/>
                  </a:lnTo>
                  <a:lnTo>
                    <a:pt x="121395" y="144248"/>
                  </a:lnTo>
                  <a:lnTo>
                    <a:pt x="121283" y="143152"/>
                  </a:lnTo>
                  <a:lnTo>
                    <a:pt x="121020" y="140579"/>
                  </a:lnTo>
                  <a:lnTo>
                    <a:pt x="120923" y="139627"/>
                  </a:lnTo>
                  <a:lnTo>
                    <a:pt x="120909" y="139487"/>
                  </a:lnTo>
                  <a:lnTo>
                    <a:pt x="118639" y="136515"/>
                  </a:lnTo>
                  <a:lnTo>
                    <a:pt x="118809" y="136420"/>
                  </a:lnTo>
                  <a:lnTo>
                    <a:pt x="121684" y="134801"/>
                  </a:lnTo>
                  <a:lnTo>
                    <a:pt x="124383" y="133281"/>
                  </a:lnTo>
                  <a:lnTo>
                    <a:pt x="126699" y="131977"/>
                  </a:lnTo>
                  <a:lnTo>
                    <a:pt x="128123" y="131175"/>
                  </a:lnTo>
                  <a:lnTo>
                    <a:pt x="126645" y="129820"/>
                  </a:lnTo>
                  <a:lnTo>
                    <a:pt x="124224" y="130108"/>
                  </a:lnTo>
                  <a:lnTo>
                    <a:pt x="123074" y="130245"/>
                  </a:lnTo>
                  <a:lnTo>
                    <a:pt x="120829" y="130512"/>
                  </a:lnTo>
                  <a:lnTo>
                    <a:pt x="119551" y="130664"/>
                  </a:lnTo>
                  <a:lnTo>
                    <a:pt x="117612" y="130857"/>
                  </a:lnTo>
                  <a:lnTo>
                    <a:pt x="116492" y="130968"/>
                  </a:lnTo>
                  <a:lnTo>
                    <a:pt x="114659" y="131420"/>
                  </a:lnTo>
                  <a:lnTo>
                    <a:pt x="113488" y="130596"/>
                  </a:lnTo>
                  <a:lnTo>
                    <a:pt x="113134" y="130347"/>
                  </a:lnTo>
                  <a:lnTo>
                    <a:pt x="112868" y="130160"/>
                  </a:lnTo>
                  <a:lnTo>
                    <a:pt x="112527" y="129920"/>
                  </a:lnTo>
                  <a:lnTo>
                    <a:pt x="112384" y="129819"/>
                  </a:lnTo>
                  <a:lnTo>
                    <a:pt x="109894" y="128068"/>
                  </a:lnTo>
                  <a:lnTo>
                    <a:pt x="109730" y="127953"/>
                  </a:lnTo>
                  <a:lnTo>
                    <a:pt x="108538" y="127114"/>
                  </a:lnTo>
                  <a:lnTo>
                    <a:pt x="107305" y="126247"/>
                  </a:lnTo>
                  <a:lnTo>
                    <a:pt x="105518" y="125157"/>
                  </a:lnTo>
                  <a:lnTo>
                    <a:pt x="99167" y="121287"/>
                  </a:lnTo>
                  <a:lnTo>
                    <a:pt x="97520" y="120411"/>
                  </a:lnTo>
                  <a:lnTo>
                    <a:pt x="95587" y="119382"/>
                  </a:lnTo>
                  <a:lnTo>
                    <a:pt x="93743" y="118816"/>
                  </a:lnTo>
                  <a:lnTo>
                    <a:pt x="93248" y="118665"/>
                  </a:lnTo>
                  <a:lnTo>
                    <a:pt x="91744" y="118528"/>
                  </a:lnTo>
                  <a:lnTo>
                    <a:pt x="90291" y="118545"/>
                  </a:lnTo>
                  <a:lnTo>
                    <a:pt x="89909" y="118714"/>
                  </a:lnTo>
                  <a:lnTo>
                    <a:pt x="89626" y="118839"/>
                  </a:lnTo>
                  <a:lnTo>
                    <a:pt x="89365" y="118955"/>
                  </a:lnTo>
                  <a:lnTo>
                    <a:pt x="88671" y="119262"/>
                  </a:lnTo>
                  <a:lnTo>
                    <a:pt x="86794" y="120606"/>
                  </a:lnTo>
                  <a:lnTo>
                    <a:pt x="84646" y="124980"/>
                  </a:lnTo>
                  <a:lnTo>
                    <a:pt x="84461" y="125358"/>
                  </a:lnTo>
                  <a:lnTo>
                    <a:pt x="83292" y="126207"/>
                  </a:lnTo>
                  <a:lnTo>
                    <a:pt x="82556" y="126742"/>
                  </a:lnTo>
                  <a:lnTo>
                    <a:pt x="81645" y="129262"/>
                  </a:lnTo>
                  <a:lnTo>
                    <a:pt x="81436" y="129839"/>
                  </a:lnTo>
                  <a:lnTo>
                    <a:pt x="81026" y="130971"/>
                  </a:lnTo>
                  <a:lnTo>
                    <a:pt x="80339" y="132871"/>
                  </a:lnTo>
                  <a:lnTo>
                    <a:pt x="80122" y="133470"/>
                  </a:lnTo>
                  <a:lnTo>
                    <a:pt x="78547" y="136042"/>
                  </a:lnTo>
                  <a:lnTo>
                    <a:pt x="78101" y="136770"/>
                  </a:lnTo>
                  <a:lnTo>
                    <a:pt x="76263" y="138762"/>
                  </a:lnTo>
                  <a:lnTo>
                    <a:pt x="74403" y="140618"/>
                  </a:lnTo>
                  <a:lnTo>
                    <a:pt x="72799" y="142428"/>
                  </a:lnTo>
                  <a:lnTo>
                    <a:pt x="71230" y="143896"/>
                  </a:lnTo>
                  <a:lnTo>
                    <a:pt x="70237" y="143563"/>
                  </a:lnTo>
                  <a:lnTo>
                    <a:pt x="69424" y="143290"/>
                  </a:lnTo>
                  <a:lnTo>
                    <a:pt x="66833" y="142419"/>
                  </a:lnTo>
                  <a:lnTo>
                    <a:pt x="66563" y="142328"/>
                  </a:lnTo>
                  <a:lnTo>
                    <a:pt x="66117" y="142179"/>
                  </a:lnTo>
                  <a:lnTo>
                    <a:pt x="65950" y="142122"/>
                  </a:lnTo>
                  <a:lnTo>
                    <a:pt x="65430" y="141937"/>
                  </a:lnTo>
                  <a:lnTo>
                    <a:pt x="64422" y="141577"/>
                  </a:lnTo>
                  <a:lnTo>
                    <a:pt x="59446" y="139801"/>
                  </a:lnTo>
                  <a:lnTo>
                    <a:pt x="58888" y="139601"/>
                  </a:lnTo>
                  <a:lnTo>
                    <a:pt x="57467" y="139094"/>
                  </a:lnTo>
                  <a:lnTo>
                    <a:pt x="56597" y="138783"/>
                  </a:lnTo>
                  <a:lnTo>
                    <a:pt x="56447" y="138734"/>
                  </a:lnTo>
                  <a:lnTo>
                    <a:pt x="54857" y="138217"/>
                  </a:lnTo>
                  <a:lnTo>
                    <a:pt x="52956" y="137597"/>
                  </a:lnTo>
                  <a:lnTo>
                    <a:pt x="48931" y="136286"/>
                  </a:lnTo>
                  <a:lnTo>
                    <a:pt x="47053" y="136664"/>
                  </a:lnTo>
                  <a:lnTo>
                    <a:pt x="46556" y="136764"/>
                  </a:lnTo>
                  <a:lnTo>
                    <a:pt x="45263" y="137024"/>
                  </a:lnTo>
                  <a:lnTo>
                    <a:pt x="44627" y="137152"/>
                  </a:lnTo>
                  <a:lnTo>
                    <a:pt x="44218" y="137234"/>
                  </a:lnTo>
                  <a:lnTo>
                    <a:pt x="42833" y="137513"/>
                  </a:lnTo>
                  <a:lnTo>
                    <a:pt x="42327" y="137995"/>
                  </a:lnTo>
                  <a:lnTo>
                    <a:pt x="41674" y="139567"/>
                  </a:lnTo>
                  <a:lnTo>
                    <a:pt x="31411" y="136394"/>
                  </a:lnTo>
                  <a:lnTo>
                    <a:pt x="26403" y="134584"/>
                  </a:lnTo>
                  <a:lnTo>
                    <a:pt x="25324" y="134025"/>
                  </a:lnTo>
                  <a:lnTo>
                    <a:pt x="24240" y="133444"/>
                  </a:lnTo>
                  <a:lnTo>
                    <a:pt x="19407" y="130851"/>
                  </a:lnTo>
                  <a:lnTo>
                    <a:pt x="16182" y="129120"/>
                  </a:lnTo>
                  <a:lnTo>
                    <a:pt x="10751" y="126374"/>
                  </a:lnTo>
                  <a:lnTo>
                    <a:pt x="10057" y="126023"/>
                  </a:lnTo>
                  <a:lnTo>
                    <a:pt x="8410" y="125190"/>
                  </a:lnTo>
                  <a:lnTo>
                    <a:pt x="1463" y="115733"/>
                  </a:lnTo>
                  <a:lnTo>
                    <a:pt x="0" y="113740"/>
                  </a:lnTo>
                  <a:lnTo>
                    <a:pt x="10029" y="86075"/>
                  </a:lnTo>
                  <a:lnTo>
                    <a:pt x="12151" y="80220"/>
                  </a:lnTo>
                  <a:lnTo>
                    <a:pt x="23146" y="72184"/>
                  </a:lnTo>
                  <a:lnTo>
                    <a:pt x="54476" y="86505"/>
                  </a:lnTo>
                  <a:lnTo>
                    <a:pt x="62112" y="81380"/>
                  </a:lnTo>
                  <a:lnTo>
                    <a:pt x="61750" y="78987"/>
                  </a:lnTo>
                  <a:lnTo>
                    <a:pt x="61092" y="74625"/>
                  </a:lnTo>
                  <a:lnTo>
                    <a:pt x="65934" y="72843"/>
                  </a:lnTo>
                  <a:lnTo>
                    <a:pt x="67487" y="72094"/>
                  </a:lnTo>
                  <a:lnTo>
                    <a:pt x="68605" y="65240"/>
                  </a:lnTo>
                  <a:lnTo>
                    <a:pt x="68918" y="63323"/>
                  </a:lnTo>
                  <a:lnTo>
                    <a:pt x="113607" y="65458"/>
                  </a:lnTo>
                  <a:lnTo>
                    <a:pt x="119502" y="69003"/>
                  </a:lnTo>
                  <a:lnTo>
                    <a:pt x="149510" y="62950"/>
                  </a:lnTo>
                  <a:lnTo>
                    <a:pt x="156213" y="46089"/>
                  </a:lnTo>
                  <a:lnTo>
                    <a:pt x="149386" y="24902"/>
                  </a:lnTo>
                  <a:lnTo>
                    <a:pt x="166997" y="18285"/>
                  </a:lnTo>
                  <a:lnTo>
                    <a:pt x="191708" y="27962"/>
                  </a:lnTo>
                  <a:lnTo>
                    <a:pt x="192404" y="36002"/>
                  </a:lnTo>
                  <a:lnTo>
                    <a:pt x="201035" y="35717"/>
                  </a:lnTo>
                  <a:lnTo>
                    <a:pt x="201522" y="22981"/>
                  </a:lnTo>
                  <a:lnTo>
                    <a:pt x="207996" y="6972"/>
                  </a:lnTo>
                  <a:lnTo>
                    <a:pt x="221152" y="1636"/>
                  </a:lnTo>
                  <a:lnTo>
                    <a:pt x="246838" y="5763"/>
                  </a:lnTo>
                  <a:lnTo>
                    <a:pt x="267303" y="0"/>
                  </a:lnTo>
                  <a:lnTo>
                    <a:pt x="281851" y="19779"/>
                  </a:lnTo>
                  <a:lnTo>
                    <a:pt x="305309" y="45180"/>
                  </a:lnTo>
                  <a:lnTo>
                    <a:pt x="302455" y="58628"/>
                  </a:lnTo>
                  <a:lnTo>
                    <a:pt x="297184" y="58628"/>
                  </a:lnTo>
                  <a:lnTo>
                    <a:pt x="289205" y="58628"/>
                  </a:lnTo>
                  <a:lnTo>
                    <a:pt x="286002" y="54790"/>
                  </a:lnTo>
                  <a:lnTo>
                    <a:pt x="283389" y="51868"/>
                  </a:lnTo>
                  <a:lnTo>
                    <a:pt x="257761" y="68048"/>
                  </a:lnTo>
                  <a:lnTo>
                    <a:pt x="254503" y="80837"/>
                  </a:lnTo>
                  <a:lnTo>
                    <a:pt x="254592" y="81143"/>
                  </a:lnTo>
                  <a:lnTo>
                    <a:pt x="257321" y="87575"/>
                  </a:lnTo>
                  <a:lnTo>
                    <a:pt x="260440" y="91560"/>
                  </a:lnTo>
                  <a:lnTo>
                    <a:pt x="261195" y="94820"/>
                  </a:lnTo>
                  <a:lnTo>
                    <a:pt x="251844" y="103776"/>
                  </a:lnTo>
                  <a:lnTo>
                    <a:pt x="249135" y="106369"/>
                  </a:lnTo>
                  <a:lnTo>
                    <a:pt x="239407" y="104764"/>
                  </a:lnTo>
                  <a:lnTo>
                    <a:pt x="224754" y="113136"/>
                  </a:lnTo>
                  <a:lnTo>
                    <a:pt x="221708" y="114877"/>
                  </a:lnTo>
                  <a:lnTo>
                    <a:pt x="221848" y="118465"/>
                  </a:lnTo>
                  <a:lnTo>
                    <a:pt x="235422" y="119959"/>
                  </a:lnTo>
                  <a:lnTo>
                    <a:pt x="238137" y="139668"/>
                  </a:lnTo>
                  <a:lnTo>
                    <a:pt x="231802" y="156531"/>
                  </a:lnTo>
                  <a:lnTo>
                    <a:pt x="211616" y="162721"/>
                  </a:lnTo>
                  <a:lnTo>
                    <a:pt x="209915" y="160396"/>
                  </a:lnTo>
                  <a:lnTo>
                    <a:pt x="191012" y="170476"/>
                  </a:lnTo>
                  <a:lnTo>
                    <a:pt x="180849" y="173322"/>
                  </a:lnTo>
                  <a:lnTo>
                    <a:pt x="175698" y="170049"/>
                  </a:lnTo>
                  <a:lnTo>
                    <a:pt x="171327" y="176623"/>
                  </a:lnTo>
                  <a:lnTo>
                    <a:pt x="175419" y="185275"/>
                  </a:lnTo>
                  <a:lnTo>
                    <a:pt x="170964" y="198581"/>
                  </a:lnTo>
                  <a:lnTo>
                    <a:pt x="164630" y="196161"/>
                  </a:lnTo>
                  <a:lnTo>
                    <a:pt x="156416" y="211957"/>
                  </a:lnTo>
                  <a:lnTo>
                    <a:pt x="153981" y="210464"/>
                  </a:lnTo>
                  <a:lnTo>
                    <a:pt x="152773" y="209535"/>
                  </a:lnTo>
                  <a:lnTo>
                    <a:pt x="152009" y="208948"/>
                  </a:lnTo>
                  <a:lnTo>
                    <a:pt x="151107" y="208255"/>
                  </a:lnTo>
                  <a:lnTo>
                    <a:pt x="143979" y="202836"/>
                  </a:lnTo>
                  <a:lnTo>
                    <a:pt x="135483" y="196043"/>
                  </a:lnTo>
                  <a:lnTo>
                    <a:pt x="132276" y="1999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2386457" y="4818469"/>
              <a:ext cx="215023" cy="142479"/>
            </a:xfrm>
            <a:custGeom>
              <a:avLst/>
              <a:pathLst>
                <a:path w="215023" h="142479">
                  <a:moveTo>
                    <a:pt x="83035" y="1796"/>
                  </a:moveTo>
                  <a:lnTo>
                    <a:pt x="83367" y="2193"/>
                  </a:lnTo>
                  <a:lnTo>
                    <a:pt x="84075" y="1902"/>
                  </a:lnTo>
                  <a:lnTo>
                    <a:pt x="84332" y="1797"/>
                  </a:lnTo>
                  <a:lnTo>
                    <a:pt x="84892" y="1567"/>
                  </a:lnTo>
                  <a:lnTo>
                    <a:pt x="85197" y="1489"/>
                  </a:lnTo>
                  <a:lnTo>
                    <a:pt x="86345" y="1211"/>
                  </a:lnTo>
                  <a:lnTo>
                    <a:pt x="86713" y="1190"/>
                  </a:lnTo>
                  <a:lnTo>
                    <a:pt x="87175" y="1163"/>
                  </a:lnTo>
                  <a:lnTo>
                    <a:pt x="87457" y="1147"/>
                  </a:lnTo>
                  <a:lnTo>
                    <a:pt x="87763" y="1130"/>
                  </a:lnTo>
                  <a:lnTo>
                    <a:pt x="88085" y="1111"/>
                  </a:lnTo>
                  <a:lnTo>
                    <a:pt x="88283" y="1115"/>
                  </a:lnTo>
                  <a:lnTo>
                    <a:pt x="88539" y="1121"/>
                  </a:lnTo>
                  <a:lnTo>
                    <a:pt x="89641" y="1148"/>
                  </a:lnTo>
                  <a:lnTo>
                    <a:pt x="90185" y="1231"/>
                  </a:lnTo>
                  <a:lnTo>
                    <a:pt x="90933" y="1345"/>
                  </a:lnTo>
                  <a:lnTo>
                    <a:pt x="91418" y="1419"/>
                  </a:lnTo>
                  <a:lnTo>
                    <a:pt x="91546" y="1439"/>
                  </a:lnTo>
                  <a:lnTo>
                    <a:pt x="92554" y="1593"/>
                  </a:lnTo>
                  <a:lnTo>
                    <a:pt x="92842" y="1638"/>
                  </a:lnTo>
                  <a:lnTo>
                    <a:pt x="94178" y="1842"/>
                  </a:lnTo>
                  <a:lnTo>
                    <a:pt x="94446" y="1883"/>
                  </a:lnTo>
                  <a:lnTo>
                    <a:pt x="94750" y="1912"/>
                  </a:lnTo>
                  <a:lnTo>
                    <a:pt x="95969" y="2029"/>
                  </a:lnTo>
                  <a:lnTo>
                    <a:pt x="96711" y="2100"/>
                  </a:lnTo>
                  <a:lnTo>
                    <a:pt x="97385" y="2164"/>
                  </a:lnTo>
                  <a:lnTo>
                    <a:pt x="97647" y="2137"/>
                  </a:lnTo>
                  <a:lnTo>
                    <a:pt x="98825" y="2013"/>
                  </a:lnTo>
                  <a:lnTo>
                    <a:pt x="99241" y="2281"/>
                  </a:lnTo>
                  <a:lnTo>
                    <a:pt x="99525" y="2465"/>
                  </a:lnTo>
                  <a:lnTo>
                    <a:pt x="100802" y="2349"/>
                  </a:lnTo>
                  <a:lnTo>
                    <a:pt x="103400" y="2495"/>
                  </a:lnTo>
                  <a:lnTo>
                    <a:pt x="106852" y="2795"/>
                  </a:lnTo>
                  <a:lnTo>
                    <a:pt x="107011" y="2836"/>
                  </a:lnTo>
                  <a:lnTo>
                    <a:pt x="107229" y="2828"/>
                  </a:lnTo>
                  <a:lnTo>
                    <a:pt x="109834" y="2732"/>
                  </a:lnTo>
                  <a:lnTo>
                    <a:pt x="111240" y="2680"/>
                  </a:lnTo>
                  <a:lnTo>
                    <a:pt x="112436" y="2635"/>
                  </a:lnTo>
                  <a:lnTo>
                    <a:pt x="113017" y="2614"/>
                  </a:lnTo>
                  <a:lnTo>
                    <a:pt x="114696" y="2552"/>
                  </a:lnTo>
                  <a:lnTo>
                    <a:pt x="115105" y="2416"/>
                  </a:lnTo>
                  <a:lnTo>
                    <a:pt x="115272" y="2360"/>
                  </a:lnTo>
                  <a:lnTo>
                    <a:pt x="115682" y="2224"/>
                  </a:lnTo>
                  <a:lnTo>
                    <a:pt x="125344" y="4753"/>
                  </a:lnTo>
                  <a:lnTo>
                    <a:pt x="122911" y="14662"/>
                  </a:lnTo>
                  <a:lnTo>
                    <a:pt x="124722" y="19185"/>
                  </a:lnTo>
                  <a:lnTo>
                    <a:pt x="126201" y="19185"/>
                  </a:lnTo>
                  <a:lnTo>
                    <a:pt x="129854" y="28793"/>
                  </a:lnTo>
                  <a:lnTo>
                    <a:pt x="125087" y="30387"/>
                  </a:lnTo>
                  <a:lnTo>
                    <a:pt x="121924" y="30114"/>
                  </a:lnTo>
                  <a:lnTo>
                    <a:pt x="122682" y="40906"/>
                  </a:lnTo>
                  <a:lnTo>
                    <a:pt x="104973" y="41407"/>
                  </a:lnTo>
                  <a:lnTo>
                    <a:pt x="104550" y="45983"/>
                  </a:lnTo>
                  <a:lnTo>
                    <a:pt x="112725" y="50241"/>
                  </a:lnTo>
                  <a:lnTo>
                    <a:pt x="114596" y="49831"/>
                  </a:lnTo>
                  <a:lnTo>
                    <a:pt x="116311" y="50833"/>
                  </a:lnTo>
                  <a:lnTo>
                    <a:pt x="115353" y="52791"/>
                  </a:lnTo>
                  <a:lnTo>
                    <a:pt x="118783" y="54704"/>
                  </a:lnTo>
                  <a:lnTo>
                    <a:pt x="116378" y="60441"/>
                  </a:lnTo>
                  <a:lnTo>
                    <a:pt x="121100" y="62832"/>
                  </a:lnTo>
                  <a:lnTo>
                    <a:pt x="125577" y="67317"/>
                  </a:lnTo>
                  <a:lnTo>
                    <a:pt x="128002" y="65427"/>
                  </a:lnTo>
                  <a:lnTo>
                    <a:pt x="132179" y="70849"/>
                  </a:lnTo>
                  <a:lnTo>
                    <a:pt x="133877" y="69611"/>
                  </a:lnTo>
                  <a:lnTo>
                    <a:pt x="143634" y="59504"/>
                  </a:lnTo>
                  <a:lnTo>
                    <a:pt x="147955" y="62418"/>
                  </a:lnTo>
                  <a:lnTo>
                    <a:pt x="143016" y="67687"/>
                  </a:lnTo>
                  <a:lnTo>
                    <a:pt x="146010" y="69750"/>
                  </a:lnTo>
                  <a:lnTo>
                    <a:pt x="141256" y="73533"/>
                  </a:lnTo>
                  <a:lnTo>
                    <a:pt x="150501" y="86498"/>
                  </a:lnTo>
                  <a:lnTo>
                    <a:pt x="149485" y="90760"/>
                  </a:lnTo>
                  <a:lnTo>
                    <a:pt x="152505" y="95678"/>
                  </a:lnTo>
                  <a:lnTo>
                    <a:pt x="154991" y="94093"/>
                  </a:lnTo>
                  <a:lnTo>
                    <a:pt x="156756" y="97235"/>
                  </a:lnTo>
                  <a:lnTo>
                    <a:pt x="154911" y="98410"/>
                  </a:lnTo>
                  <a:lnTo>
                    <a:pt x="155443" y="99622"/>
                  </a:lnTo>
                  <a:lnTo>
                    <a:pt x="158227" y="98582"/>
                  </a:lnTo>
                  <a:lnTo>
                    <a:pt x="158950" y="98100"/>
                  </a:lnTo>
                  <a:lnTo>
                    <a:pt x="158144" y="95134"/>
                  </a:lnTo>
                  <a:lnTo>
                    <a:pt x="162354" y="92948"/>
                  </a:lnTo>
                  <a:lnTo>
                    <a:pt x="162889" y="93767"/>
                  </a:lnTo>
                  <a:lnTo>
                    <a:pt x="165094" y="91855"/>
                  </a:lnTo>
                  <a:lnTo>
                    <a:pt x="164626" y="79082"/>
                  </a:lnTo>
                  <a:lnTo>
                    <a:pt x="166698" y="67265"/>
                  </a:lnTo>
                  <a:lnTo>
                    <a:pt x="169496" y="61871"/>
                  </a:lnTo>
                  <a:lnTo>
                    <a:pt x="182210" y="68992"/>
                  </a:lnTo>
                  <a:lnTo>
                    <a:pt x="194105" y="76984"/>
                  </a:lnTo>
                  <a:lnTo>
                    <a:pt x="198381" y="78965"/>
                  </a:lnTo>
                  <a:lnTo>
                    <a:pt x="203393" y="76984"/>
                  </a:lnTo>
                  <a:lnTo>
                    <a:pt x="208958" y="81249"/>
                  </a:lnTo>
                  <a:lnTo>
                    <a:pt x="208511" y="81922"/>
                  </a:lnTo>
                  <a:lnTo>
                    <a:pt x="205228" y="86650"/>
                  </a:lnTo>
                  <a:lnTo>
                    <a:pt x="202180" y="91041"/>
                  </a:lnTo>
                  <a:lnTo>
                    <a:pt x="203725" y="93441"/>
                  </a:lnTo>
                  <a:lnTo>
                    <a:pt x="206280" y="97408"/>
                  </a:lnTo>
                  <a:lnTo>
                    <a:pt x="207424" y="99184"/>
                  </a:lnTo>
                  <a:lnTo>
                    <a:pt x="210676" y="97205"/>
                  </a:lnTo>
                  <a:lnTo>
                    <a:pt x="210987" y="97016"/>
                  </a:lnTo>
                  <a:lnTo>
                    <a:pt x="211330" y="96807"/>
                  </a:lnTo>
                  <a:lnTo>
                    <a:pt x="215023" y="95298"/>
                  </a:lnTo>
                  <a:lnTo>
                    <a:pt x="214168" y="97194"/>
                  </a:lnTo>
                  <a:lnTo>
                    <a:pt x="212669" y="105485"/>
                  </a:lnTo>
                  <a:lnTo>
                    <a:pt x="212766" y="109651"/>
                  </a:lnTo>
                  <a:lnTo>
                    <a:pt x="213145" y="114225"/>
                  </a:lnTo>
                  <a:lnTo>
                    <a:pt x="212276" y="115267"/>
                  </a:lnTo>
                  <a:lnTo>
                    <a:pt x="211955" y="115689"/>
                  </a:lnTo>
                  <a:lnTo>
                    <a:pt x="211766" y="115938"/>
                  </a:lnTo>
                  <a:lnTo>
                    <a:pt x="211427" y="116138"/>
                  </a:lnTo>
                  <a:lnTo>
                    <a:pt x="211107" y="116326"/>
                  </a:lnTo>
                  <a:lnTo>
                    <a:pt x="210926" y="116434"/>
                  </a:lnTo>
                  <a:lnTo>
                    <a:pt x="210658" y="116603"/>
                  </a:lnTo>
                  <a:lnTo>
                    <a:pt x="206744" y="119064"/>
                  </a:lnTo>
                  <a:lnTo>
                    <a:pt x="205260" y="119997"/>
                  </a:lnTo>
                  <a:lnTo>
                    <a:pt x="202639" y="121645"/>
                  </a:lnTo>
                  <a:lnTo>
                    <a:pt x="199892" y="123372"/>
                  </a:lnTo>
                  <a:lnTo>
                    <a:pt x="199081" y="123882"/>
                  </a:lnTo>
                  <a:lnTo>
                    <a:pt x="199762" y="124439"/>
                  </a:lnTo>
                  <a:lnTo>
                    <a:pt x="201137" y="126058"/>
                  </a:lnTo>
                  <a:lnTo>
                    <a:pt x="203159" y="128439"/>
                  </a:lnTo>
                  <a:lnTo>
                    <a:pt x="203619" y="128980"/>
                  </a:lnTo>
                  <a:lnTo>
                    <a:pt x="204433" y="129938"/>
                  </a:lnTo>
                  <a:lnTo>
                    <a:pt x="203808" y="130287"/>
                  </a:lnTo>
                  <a:lnTo>
                    <a:pt x="203564" y="130028"/>
                  </a:lnTo>
                  <a:lnTo>
                    <a:pt x="197680" y="129727"/>
                  </a:lnTo>
                  <a:lnTo>
                    <a:pt x="196671" y="129676"/>
                  </a:lnTo>
                  <a:lnTo>
                    <a:pt x="190878" y="129379"/>
                  </a:lnTo>
                  <a:lnTo>
                    <a:pt x="190287" y="129349"/>
                  </a:lnTo>
                  <a:lnTo>
                    <a:pt x="188693" y="129267"/>
                  </a:lnTo>
                  <a:lnTo>
                    <a:pt x="185648" y="129188"/>
                  </a:lnTo>
                  <a:lnTo>
                    <a:pt x="180341" y="129051"/>
                  </a:lnTo>
                  <a:lnTo>
                    <a:pt x="179625" y="129033"/>
                  </a:lnTo>
                  <a:lnTo>
                    <a:pt x="179167" y="129021"/>
                  </a:lnTo>
                  <a:lnTo>
                    <a:pt x="171830" y="128831"/>
                  </a:lnTo>
                  <a:lnTo>
                    <a:pt x="171280" y="128804"/>
                  </a:lnTo>
                  <a:lnTo>
                    <a:pt x="169577" y="128719"/>
                  </a:lnTo>
                  <a:lnTo>
                    <a:pt x="163612" y="128421"/>
                  </a:lnTo>
                  <a:lnTo>
                    <a:pt x="162805" y="128381"/>
                  </a:lnTo>
                  <a:lnTo>
                    <a:pt x="154706" y="127977"/>
                  </a:lnTo>
                  <a:lnTo>
                    <a:pt x="153577" y="127937"/>
                  </a:lnTo>
                  <a:lnTo>
                    <a:pt x="149530" y="127905"/>
                  </a:lnTo>
                  <a:lnTo>
                    <a:pt x="146233" y="127880"/>
                  </a:lnTo>
                  <a:lnTo>
                    <a:pt x="145625" y="127875"/>
                  </a:lnTo>
                  <a:lnTo>
                    <a:pt x="142276" y="127809"/>
                  </a:lnTo>
                  <a:lnTo>
                    <a:pt x="141872" y="127878"/>
                  </a:lnTo>
                  <a:lnTo>
                    <a:pt x="139205" y="128335"/>
                  </a:lnTo>
                  <a:lnTo>
                    <a:pt x="135123" y="129035"/>
                  </a:lnTo>
                  <a:lnTo>
                    <a:pt x="130580" y="129813"/>
                  </a:lnTo>
                  <a:lnTo>
                    <a:pt x="128737" y="130129"/>
                  </a:lnTo>
                  <a:lnTo>
                    <a:pt x="127297" y="130376"/>
                  </a:lnTo>
                  <a:lnTo>
                    <a:pt x="127387" y="130538"/>
                  </a:lnTo>
                  <a:lnTo>
                    <a:pt x="124237" y="131228"/>
                  </a:lnTo>
                  <a:lnTo>
                    <a:pt x="121150" y="131904"/>
                  </a:lnTo>
                  <a:lnTo>
                    <a:pt x="120663" y="131858"/>
                  </a:lnTo>
                  <a:lnTo>
                    <a:pt x="119484" y="131749"/>
                  </a:lnTo>
                  <a:lnTo>
                    <a:pt x="104371" y="128379"/>
                  </a:lnTo>
                  <a:lnTo>
                    <a:pt x="101387" y="127586"/>
                  </a:lnTo>
                  <a:lnTo>
                    <a:pt x="100556" y="127365"/>
                  </a:lnTo>
                  <a:lnTo>
                    <a:pt x="98957" y="126940"/>
                  </a:lnTo>
                  <a:lnTo>
                    <a:pt x="97813" y="126636"/>
                  </a:lnTo>
                  <a:lnTo>
                    <a:pt x="96705" y="126342"/>
                  </a:lnTo>
                  <a:lnTo>
                    <a:pt x="94726" y="125816"/>
                  </a:lnTo>
                  <a:lnTo>
                    <a:pt x="93790" y="125567"/>
                  </a:lnTo>
                  <a:lnTo>
                    <a:pt x="91354" y="126554"/>
                  </a:lnTo>
                  <a:lnTo>
                    <a:pt x="90380" y="126948"/>
                  </a:lnTo>
                  <a:lnTo>
                    <a:pt x="86051" y="128701"/>
                  </a:lnTo>
                  <a:lnTo>
                    <a:pt x="85187" y="129051"/>
                  </a:lnTo>
                  <a:lnTo>
                    <a:pt x="86051" y="131135"/>
                  </a:lnTo>
                  <a:lnTo>
                    <a:pt x="83402" y="132207"/>
                  </a:lnTo>
                  <a:lnTo>
                    <a:pt x="82952" y="132389"/>
                  </a:lnTo>
                  <a:lnTo>
                    <a:pt x="82430" y="132601"/>
                  </a:lnTo>
                  <a:lnTo>
                    <a:pt x="81870" y="132827"/>
                  </a:lnTo>
                  <a:lnTo>
                    <a:pt x="76207" y="135119"/>
                  </a:lnTo>
                  <a:lnTo>
                    <a:pt x="72990" y="136421"/>
                  </a:lnTo>
                  <a:lnTo>
                    <a:pt x="72483" y="136627"/>
                  </a:lnTo>
                  <a:lnTo>
                    <a:pt x="68663" y="138172"/>
                  </a:lnTo>
                  <a:lnTo>
                    <a:pt x="67950" y="138461"/>
                  </a:lnTo>
                  <a:lnTo>
                    <a:pt x="67809" y="138518"/>
                  </a:lnTo>
                  <a:lnTo>
                    <a:pt x="67677" y="138571"/>
                  </a:lnTo>
                  <a:lnTo>
                    <a:pt x="67549" y="138623"/>
                  </a:lnTo>
                  <a:lnTo>
                    <a:pt x="67380" y="138609"/>
                  </a:lnTo>
                  <a:lnTo>
                    <a:pt x="67053" y="138581"/>
                  </a:lnTo>
                  <a:lnTo>
                    <a:pt x="66382" y="138309"/>
                  </a:lnTo>
                  <a:lnTo>
                    <a:pt x="65594" y="137588"/>
                  </a:lnTo>
                  <a:lnTo>
                    <a:pt x="64835" y="136895"/>
                  </a:lnTo>
                  <a:lnTo>
                    <a:pt x="63996" y="136323"/>
                  </a:lnTo>
                  <a:lnTo>
                    <a:pt x="63529" y="136004"/>
                  </a:lnTo>
                  <a:lnTo>
                    <a:pt x="63196" y="135777"/>
                  </a:lnTo>
                  <a:lnTo>
                    <a:pt x="62085" y="135020"/>
                  </a:lnTo>
                  <a:lnTo>
                    <a:pt x="61827" y="134845"/>
                  </a:lnTo>
                  <a:lnTo>
                    <a:pt x="61481" y="134609"/>
                  </a:lnTo>
                  <a:lnTo>
                    <a:pt x="60141" y="133608"/>
                  </a:lnTo>
                  <a:lnTo>
                    <a:pt x="58622" y="132474"/>
                  </a:lnTo>
                  <a:lnTo>
                    <a:pt x="58224" y="132176"/>
                  </a:lnTo>
                  <a:lnTo>
                    <a:pt x="56213" y="130994"/>
                  </a:lnTo>
                  <a:lnTo>
                    <a:pt x="55439" y="130539"/>
                  </a:lnTo>
                  <a:lnTo>
                    <a:pt x="53837" y="129781"/>
                  </a:lnTo>
                  <a:lnTo>
                    <a:pt x="53447" y="129596"/>
                  </a:lnTo>
                  <a:lnTo>
                    <a:pt x="53014" y="129391"/>
                  </a:lnTo>
                  <a:lnTo>
                    <a:pt x="52855" y="129316"/>
                  </a:lnTo>
                  <a:lnTo>
                    <a:pt x="52223" y="129017"/>
                  </a:lnTo>
                  <a:lnTo>
                    <a:pt x="50789" y="128618"/>
                  </a:lnTo>
                  <a:lnTo>
                    <a:pt x="50507" y="128603"/>
                  </a:lnTo>
                  <a:lnTo>
                    <a:pt x="50205" y="128586"/>
                  </a:lnTo>
                  <a:lnTo>
                    <a:pt x="49495" y="128547"/>
                  </a:lnTo>
                  <a:lnTo>
                    <a:pt x="48311" y="128561"/>
                  </a:lnTo>
                  <a:lnTo>
                    <a:pt x="46978" y="128798"/>
                  </a:lnTo>
                  <a:lnTo>
                    <a:pt x="45878" y="129201"/>
                  </a:lnTo>
                  <a:lnTo>
                    <a:pt x="44064" y="130089"/>
                  </a:lnTo>
                  <a:lnTo>
                    <a:pt x="43320" y="130586"/>
                  </a:lnTo>
                  <a:lnTo>
                    <a:pt x="42941" y="130840"/>
                  </a:lnTo>
                  <a:lnTo>
                    <a:pt x="41610" y="132537"/>
                  </a:lnTo>
                  <a:lnTo>
                    <a:pt x="40213" y="134317"/>
                  </a:lnTo>
                  <a:lnTo>
                    <a:pt x="40041" y="134559"/>
                  </a:lnTo>
                  <a:lnTo>
                    <a:pt x="39471" y="135366"/>
                  </a:lnTo>
                  <a:lnTo>
                    <a:pt x="38110" y="136201"/>
                  </a:lnTo>
                  <a:lnTo>
                    <a:pt x="37877" y="135518"/>
                  </a:lnTo>
                  <a:lnTo>
                    <a:pt x="34165" y="137122"/>
                  </a:lnTo>
                  <a:lnTo>
                    <a:pt x="33920" y="137228"/>
                  </a:lnTo>
                  <a:lnTo>
                    <a:pt x="33624" y="137356"/>
                  </a:lnTo>
                  <a:lnTo>
                    <a:pt x="32567" y="137813"/>
                  </a:lnTo>
                  <a:lnTo>
                    <a:pt x="29972" y="138934"/>
                  </a:lnTo>
                  <a:lnTo>
                    <a:pt x="28523" y="139560"/>
                  </a:lnTo>
                  <a:lnTo>
                    <a:pt x="25151" y="141018"/>
                  </a:lnTo>
                  <a:lnTo>
                    <a:pt x="22506" y="142161"/>
                  </a:lnTo>
                  <a:lnTo>
                    <a:pt x="22055" y="142356"/>
                  </a:lnTo>
                  <a:lnTo>
                    <a:pt x="21770" y="142479"/>
                  </a:lnTo>
                  <a:lnTo>
                    <a:pt x="20418" y="138713"/>
                  </a:lnTo>
                  <a:lnTo>
                    <a:pt x="16050" y="126543"/>
                  </a:lnTo>
                  <a:lnTo>
                    <a:pt x="15832" y="125935"/>
                  </a:lnTo>
                  <a:lnTo>
                    <a:pt x="5030" y="95843"/>
                  </a:lnTo>
                  <a:lnTo>
                    <a:pt x="766" y="84866"/>
                  </a:lnTo>
                  <a:lnTo>
                    <a:pt x="0" y="82894"/>
                  </a:lnTo>
                  <a:lnTo>
                    <a:pt x="336" y="82766"/>
                  </a:lnTo>
                  <a:lnTo>
                    <a:pt x="3611" y="81526"/>
                  </a:lnTo>
                  <a:lnTo>
                    <a:pt x="10388" y="78959"/>
                  </a:lnTo>
                  <a:lnTo>
                    <a:pt x="13554" y="77760"/>
                  </a:lnTo>
                  <a:lnTo>
                    <a:pt x="13955" y="77608"/>
                  </a:lnTo>
                  <a:lnTo>
                    <a:pt x="14140" y="77538"/>
                  </a:lnTo>
                  <a:lnTo>
                    <a:pt x="22601" y="74333"/>
                  </a:lnTo>
                  <a:lnTo>
                    <a:pt x="22905" y="74218"/>
                  </a:lnTo>
                  <a:lnTo>
                    <a:pt x="23747" y="73899"/>
                  </a:lnTo>
                  <a:lnTo>
                    <a:pt x="24917" y="73456"/>
                  </a:lnTo>
                  <a:lnTo>
                    <a:pt x="25302" y="73310"/>
                  </a:lnTo>
                  <a:lnTo>
                    <a:pt x="25804" y="73120"/>
                  </a:lnTo>
                  <a:lnTo>
                    <a:pt x="26181" y="72980"/>
                  </a:lnTo>
                  <a:lnTo>
                    <a:pt x="26744" y="72771"/>
                  </a:lnTo>
                  <a:lnTo>
                    <a:pt x="32379" y="70677"/>
                  </a:lnTo>
                  <a:lnTo>
                    <a:pt x="32911" y="70479"/>
                  </a:lnTo>
                  <a:lnTo>
                    <a:pt x="34954" y="69721"/>
                  </a:lnTo>
                  <a:lnTo>
                    <a:pt x="36340" y="69205"/>
                  </a:lnTo>
                  <a:lnTo>
                    <a:pt x="36859" y="69013"/>
                  </a:lnTo>
                  <a:lnTo>
                    <a:pt x="37202" y="68885"/>
                  </a:lnTo>
                  <a:lnTo>
                    <a:pt x="45452" y="65820"/>
                  </a:lnTo>
                  <a:lnTo>
                    <a:pt x="46187" y="65671"/>
                  </a:lnTo>
                  <a:lnTo>
                    <a:pt x="48655" y="65171"/>
                  </a:lnTo>
                  <a:lnTo>
                    <a:pt x="48290" y="64194"/>
                  </a:lnTo>
                  <a:lnTo>
                    <a:pt x="47474" y="62273"/>
                  </a:lnTo>
                  <a:lnTo>
                    <a:pt x="52175" y="60364"/>
                  </a:lnTo>
                  <a:lnTo>
                    <a:pt x="53730" y="59733"/>
                  </a:lnTo>
                  <a:lnTo>
                    <a:pt x="55240" y="59120"/>
                  </a:lnTo>
                  <a:lnTo>
                    <a:pt x="55287" y="58952"/>
                  </a:lnTo>
                  <a:lnTo>
                    <a:pt x="55634" y="57696"/>
                  </a:lnTo>
                  <a:lnTo>
                    <a:pt x="56244" y="55495"/>
                  </a:lnTo>
                  <a:lnTo>
                    <a:pt x="56324" y="55203"/>
                  </a:lnTo>
                  <a:lnTo>
                    <a:pt x="56420" y="54857"/>
                  </a:lnTo>
                  <a:lnTo>
                    <a:pt x="56693" y="53872"/>
                  </a:lnTo>
                  <a:lnTo>
                    <a:pt x="55866" y="51161"/>
                  </a:lnTo>
                  <a:lnTo>
                    <a:pt x="55761" y="50883"/>
                  </a:lnTo>
                  <a:lnTo>
                    <a:pt x="55672" y="50441"/>
                  </a:lnTo>
                  <a:lnTo>
                    <a:pt x="56896" y="49909"/>
                  </a:lnTo>
                  <a:lnTo>
                    <a:pt x="58797" y="49082"/>
                  </a:lnTo>
                  <a:lnTo>
                    <a:pt x="59248" y="48872"/>
                  </a:lnTo>
                  <a:lnTo>
                    <a:pt x="60364" y="48353"/>
                  </a:lnTo>
                  <a:lnTo>
                    <a:pt x="60670" y="48211"/>
                  </a:lnTo>
                  <a:lnTo>
                    <a:pt x="65903" y="45777"/>
                  </a:lnTo>
                  <a:lnTo>
                    <a:pt x="66501" y="45499"/>
                  </a:lnTo>
                  <a:lnTo>
                    <a:pt x="68009" y="44797"/>
                  </a:lnTo>
                  <a:lnTo>
                    <a:pt x="67952" y="44651"/>
                  </a:lnTo>
                  <a:lnTo>
                    <a:pt x="68649" y="44354"/>
                  </a:lnTo>
                  <a:lnTo>
                    <a:pt x="69215" y="44113"/>
                  </a:lnTo>
                  <a:lnTo>
                    <a:pt x="70860" y="42347"/>
                  </a:lnTo>
                  <a:lnTo>
                    <a:pt x="71229" y="41952"/>
                  </a:lnTo>
                  <a:lnTo>
                    <a:pt x="75897" y="36941"/>
                  </a:lnTo>
                  <a:lnTo>
                    <a:pt x="76858" y="36370"/>
                  </a:lnTo>
                  <a:lnTo>
                    <a:pt x="79735" y="34660"/>
                  </a:lnTo>
                  <a:lnTo>
                    <a:pt x="80686" y="34095"/>
                  </a:lnTo>
                  <a:lnTo>
                    <a:pt x="82192" y="33721"/>
                  </a:lnTo>
                  <a:lnTo>
                    <a:pt x="87766" y="32337"/>
                  </a:lnTo>
                  <a:lnTo>
                    <a:pt x="86410" y="30768"/>
                  </a:lnTo>
                  <a:lnTo>
                    <a:pt x="84969" y="29100"/>
                  </a:lnTo>
                  <a:lnTo>
                    <a:pt x="84505" y="28563"/>
                  </a:lnTo>
                  <a:lnTo>
                    <a:pt x="83825" y="27775"/>
                  </a:lnTo>
                  <a:lnTo>
                    <a:pt x="82618" y="26378"/>
                  </a:lnTo>
                  <a:lnTo>
                    <a:pt x="81489" y="25072"/>
                  </a:lnTo>
                  <a:lnTo>
                    <a:pt x="81128" y="24654"/>
                  </a:lnTo>
                  <a:lnTo>
                    <a:pt x="80327" y="23727"/>
                  </a:lnTo>
                  <a:lnTo>
                    <a:pt x="78858" y="22026"/>
                  </a:lnTo>
                  <a:lnTo>
                    <a:pt x="78568" y="21691"/>
                  </a:lnTo>
                  <a:lnTo>
                    <a:pt x="77953" y="20979"/>
                  </a:lnTo>
                  <a:lnTo>
                    <a:pt x="77829" y="20835"/>
                  </a:lnTo>
                  <a:lnTo>
                    <a:pt x="77441" y="20330"/>
                  </a:lnTo>
                  <a:lnTo>
                    <a:pt x="76308" y="18855"/>
                  </a:lnTo>
                  <a:lnTo>
                    <a:pt x="76593" y="18603"/>
                  </a:lnTo>
                  <a:lnTo>
                    <a:pt x="76759" y="18457"/>
                  </a:lnTo>
                  <a:lnTo>
                    <a:pt x="80831" y="14870"/>
                  </a:lnTo>
                  <a:lnTo>
                    <a:pt x="81418" y="14353"/>
                  </a:lnTo>
                  <a:lnTo>
                    <a:pt x="80855" y="14458"/>
                  </a:lnTo>
                  <a:lnTo>
                    <a:pt x="80496" y="14005"/>
                  </a:lnTo>
                  <a:lnTo>
                    <a:pt x="80207" y="13641"/>
                  </a:lnTo>
                  <a:lnTo>
                    <a:pt x="80036" y="13424"/>
                  </a:lnTo>
                  <a:lnTo>
                    <a:pt x="79557" y="12819"/>
                  </a:lnTo>
                  <a:lnTo>
                    <a:pt x="78962" y="12068"/>
                  </a:lnTo>
                  <a:lnTo>
                    <a:pt x="78808" y="11818"/>
                  </a:lnTo>
                  <a:lnTo>
                    <a:pt x="78513" y="11339"/>
                  </a:lnTo>
                  <a:lnTo>
                    <a:pt x="78089" y="10651"/>
                  </a:lnTo>
                  <a:lnTo>
                    <a:pt x="77937" y="10406"/>
                  </a:lnTo>
                  <a:lnTo>
                    <a:pt x="77362" y="9195"/>
                  </a:lnTo>
                  <a:lnTo>
                    <a:pt x="77180" y="8812"/>
                  </a:lnTo>
                  <a:lnTo>
                    <a:pt x="77019" y="7779"/>
                  </a:lnTo>
                  <a:lnTo>
                    <a:pt x="76788" y="6291"/>
                  </a:lnTo>
                  <a:lnTo>
                    <a:pt x="75908" y="4965"/>
                  </a:lnTo>
                  <a:lnTo>
                    <a:pt x="76271" y="4654"/>
                  </a:lnTo>
                  <a:lnTo>
                    <a:pt x="76662" y="4318"/>
                  </a:lnTo>
                  <a:lnTo>
                    <a:pt x="76808" y="4193"/>
                  </a:lnTo>
                  <a:lnTo>
                    <a:pt x="77263" y="3803"/>
                  </a:lnTo>
                  <a:lnTo>
                    <a:pt x="78460" y="2775"/>
                  </a:lnTo>
                  <a:lnTo>
                    <a:pt x="78838" y="2451"/>
                  </a:lnTo>
                  <a:lnTo>
                    <a:pt x="79613" y="1786"/>
                  </a:lnTo>
                  <a:lnTo>
                    <a:pt x="79849" y="1583"/>
                  </a:lnTo>
                  <a:lnTo>
                    <a:pt x="80105" y="1364"/>
                  </a:lnTo>
                  <a:lnTo>
                    <a:pt x="80488" y="1036"/>
                  </a:lnTo>
                  <a:lnTo>
                    <a:pt x="81531" y="0"/>
                  </a:lnTo>
                  <a:lnTo>
                    <a:pt x="82893" y="162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2279142" y="3697502"/>
              <a:ext cx="123330" cy="107633"/>
            </a:xfrm>
            <a:custGeom>
              <a:avLst/>
              <a:pathLst>
                <a:path w="123330" h="107633">
                  <a:moveTo>
                    <a:pt x="96893" y="0"/>
                  </a:moveTo>
                  <a:lnTo>
                    <a:pt x="97327" y="13205"/>
                  </a:lnTo>
                  <a:lnTo>
                    <a:pt x="100835" y="13888"/>
                  </a:lnTo>
                  <a:lnTo>
                    <a:pt x="108832" y="23304"/>
                  </a:lnTo>
                  <a:lnTo>
                    <a:pt x="109634" y="24248"/>
                  </a:lnTo>
                  <a:lnTo>
                    <a:pt x="111727" y="29701"/>
                  </a:lnTo>
                  <a:lnTo>
                    <a:pt x="111950" y="30281"/>
                  </a:lnTo>
                  <a:lnTo>
                    <a:pt x="111727" y="32080"/>
                  </a:lnTo>
                  <a:lnTo>
                    <a:pt x="111139" y="33753"/>
                  </a:lnTo>
                  <a:lnTo>
                    <a:pt x="110009" y="35484"/>
                  </a:lnTo>
                  <a:lnTo>
                    <a:pt x="110476" y="37749"/>
                  </a:lnTo>
                  <a:lnTo>
                    <a:pt x="110226" y="38132"/>
                  </a:lnTo>
                  <a:lnTo>
                    <a:pt x="109851" y="38703"/>
                  </a:lnTo>
                  <a:lnTo>
                    <a:pt x="109637" y="39027"/>
                  </a:lnTo>
                  <a:lnTo>
                    <a:pt x="109927" y="40166"/>
                  </a:lnTo>
                  <a:lnTo>
                    <a:pt x="107942" y="43786"/>
                  </a:lnTo>
                  <a:lnTo>
                    <a:pt x="108212" y="46131"/>
                  </a:lnTo>
                  <a:lnTo>
                    <a:pt x="106408" y="47770"/>
                  </a:lnTo>
                  <a:lnTo>
                    <a:pt x="107822" y="50779"/>
                  </a:lnTo>
                  <a:lnTo>
                    <a:pt x="109597" y="55737"/>
                  </a:lnTo>
                  <a:lnTo>
                    <a:pt x="110093" y="57124"/>
                  </a:lnTo>
                  <a:lnTo>
                    <a:pt x="111082" y="59911"/>
                  </a:lnTo>
                  <a:lnTo>
                    <a:pt x="112613" y="63099"/>
                  </a:lnTo>
                  <a:lnTo>
                    <a:pt x="114597" y="66459"/>
                  </a:lnTo>
                  <a:lnTo>
                    <a:pt x="116463" y="68977"/>
                  </a:lnTo>
                  <a:lnTo>
                    <a:pt x="116978" y="69532"/>
                  </a:lnTo>
                  <a:lnTo>
                    <a:pt x="117521" y="71453"/>
                  </a:lnTo>
                  <a:lnTo>
                    <a:pt x="117546" y="71774"/>
                  </a:lnTo>
                  <a:lnTo>
                    <a:pt x="117839" y="75462"/>
                  </a:lnTo>
                  <a:lnTo>
                    <a:pt x="118085" y="78580"/>
                  </a:lnTo>
                  <a:lnTo>
                    <a:pt x="118198" y="79210"/>
                  </a:lnTo>
                  <a:lnTo>
                    <a:pt x="119433" y="86151"/>
                  </a:lnTo>
                  <a:lnTo>
                    <a:pt x="119742" y="88075"/>
                  </a:lnTo>
                  <a:lnTo>
                    <a:pt x="120147" y="90599"/>
                  </a:lnTo>
                  <a:lnTo>
                    <a:pt x="121885" y="90553"/>
                  </a:lnTo>
                  <a:lnTo>
                    <a:pt x="122831" y="97432"/>
                  </a:lnTo>
                  <a:lnTo>
                    <a:pt x="123198" y="100099"/>
                  </a:lnTo>
                  <a:lnTo>
                    <a:pt x="123247" y="100456"/>
                  </a:lnTo>
                  <a:lnTo>
                    <a:pt x="123330" y="101062"/>
                  </a:lnTo>
                  <a:lnTo>
                    <a:pt x="123044" y="101093"/>
                  </a:lnTo>
                  <a:lnTo>
                    <a:pt x="114302" y="102183"/>
                  </a:lnTo>
                  <a:lnTo>
                    <a:pt x="103454" y="103537"/>
                  </a:lnTo>
                  <a:lnTo>
                    <a:pt x="100863" y="103860"/>
                  </a:lnTo>
                  <a:lnTo>
                    <a:pt x="98970" y="104096"/>
                  </a:lnTo>
                  <a:lnTo>
                    <a:pt x="93312" y="104829"/>
                  </a:lnTo>
                  <a:lnTo>
                    <a:pt x="92449" y="104941"/>
                  </a:lnTo>
                  <a:lnTo>
                    <a:pt x="91807" y="105024"/>
                  </a:lnTo>
                  <a:lnTo>
                    <a:pt x="91072" y="105119"/>
                  </a:lnTo>
                  <a:lnTo>
                    <a:pt x="90419" y="105204"/>
                  </a:lnTo>
                  <a:lnTo>
                    <a:pt x="77942" y="106821"/>
                  </a:lnTo>
                  <a:lnTo>
                    <a:pt x="73744" y="107365"/>
                  </a:lnTo>
                  <a:lnTo>
                    <a:pt x="71671" y="107633"/>
                  </a:lnTo>
                  <a:lnTo>
                    <a:pt x="71395" y="107449"/>
                  </a:lnTo>
                  <a:lnTo>
                    <a:pt x="70426" y="106802"/>
                  </a:lnTo>
                  <a:lnTo>
                    <a:pt x="70222" y="106758"/>
                  </a:lnTo>
                  <a:lnTo>
                    <a:pt x="69067" y="106212"/>
                  </a:lnTo>
                  <a:lnTo>
                    <a:pt x="65432" y="104495"/>
                  </a:lnTo>
                  <a:lnTo>
                    <a:pt x="63261" y="103435"/>
                  </a:lnTo>
                  <a:lnTo>
                    <a:pt x="56380" y="100076"/>
                  </a:lnTo>
                  <a:lnTo>
                    <a:pt x="49611" y="96159"/>
                  </a:lnTo>
                  <a:lnTo>
                    <a:pt x="48937" y="95769"/>
                  </a:lnTo>
                  <a:lnTo>
                    <a:pt x="39769" y="90464"/>
                  </a:lnTo>
                  <a:lnTo>
                    <a:pt x="36316" y="88466"/>
                  </a:lnTo>
                  <a:lnTo>
                    <a:pt x="32739" y="86396"/>
                  </a:lnTo>
                  <a:lnTo>
                    <a:pt x="32597" y="86304"/>
                  </a:lnTo>
                  <a:lnTo>
                    <a:pt x="26372" y="82251"/>
                  </a:lnTo>
                  <a:lnTo>
                    <a:pt x="23507" y="80386"/>
                  </a:lnTo>
                  <a:lnTo>
                    <a:pt x="18984" y="77441"/>
                  </a:lnTo>
                  <a:lnTo>
                    <a:pt x="16258" y="75595"/>
                  </a:lnTo>
                  <a:lnTo>
                    <a:pt x="16664" y="74950"/>
                  </a:lnTo>
                  <a:lnTo>
                    <a:pt x="16334" y="74740"/>
                  </a:lnTo>
                  <a:lnTo>
                    <a:pt x="5175" y="67624"/>
                  </a:lnTo>
                  <a:lnTo>
                    <a:pt x="3804" y="66750"/>
                  </a:lnTo>
                  <a:lnTo>
                    <a:pt x="0" y="64323"/>
                  </a:lnTo>
                  <a:lnTo>
                    <a:pt x="5023" y="56430"/>
                  </a:lnTo>
                  <a:lnTo>
                    <a:pt x="9298" y="49919"/>
                  </a:lnTo>
                  <a:lnTo>
                    <a:pt x="16523" y="38915"/>
                  </a:lnTo>
                  <a:lnTo>
                    <a:pt x="16918" y="39164"/>
                  </a:lnTo>
                  <a:lnTo>
                    <a:pt x="19486" y="40782"/>
                  </a:lnTo>
                  <a:lnTo>
                    <a:pt x="25706" y="30595"/>
                  </a:lnTo>
                  <a:lnTo>
                    <a:pt x="29843" y="23820"/>
                  </a:lnTo>
                  <a:lnTo>
                    <a:pt x="32022" y="20385"/>
                  </a:lnTo>
                  <a:lnTo>
                    <a:pt x="32132" y="20204"/>
                  </a:lnTo>
                  <a:lnTo>
                    <a:pt x="38623" y="9514"/>
                  </a:lnTo>
                  <a:lnTo>
                    <a:pt x="40678" y="6129"/>
                  </a:lnTo>
                  <a:lnTo>
                    <a:pt x="40960" y="2967"/>
                  </a:lnTo>
                  <a:lnTo>
                    <a:pt x="53435" y="3369"/>
                  </a:lnTo>
                  <a:lnTo>
                    <a:pt x="55510" y="3436"/>
                  </a:lnTo>
                  <a:lnTo>
                    <a:pt x="60522" y="3561"/>
                  </a:lnTo>
                  <a:lnTo>
                    <a:pt x="67884" y="3492"/>
                  </a:lnTo>
                  <a:lnTo>
                    <a:pt x="68185" y="3356"/>
                  </a:lnTo>
                  <a:lnTo>
                    <a:pt x="70291" y="3082"/>
                  </a:lnTo>
                  <a:lnTo>
                    <a:pt x="70655" y="3034"/>
                  </a:lnTo>
                  <a:lnTo>
                    <a:pt x="71593" y="2912"/>
                  </a:lnTo>
                  <a:lnTo>
                    <a:pt x="73831" y="2252"/>
                  </a:lnTo>
                  <a:lnTo>
                    <a:pt x="77495" y="1531"/>
                  </a:lnTo>
                  <a:lnTo>
                    <a:pt x="82958" y="1744"/>
                  </a:lnTo>
                  <a:lnTo>
                    <a:pt x="86647" y="1206"/>
                  </a:lnTo>
                  <a:lnTo>
                    <a:pt x="87094" y="1223"/>
                  </a:lnTo>
                  <a:lnTo>
                    <a:pt x="89075" y="1297"/>
                  </a:lnTo>
                  <a:lnTo>
                    <a:pt x="89948" y="1382"/>
                  </a:lnTo>
                  <a:lnTo>
                    <a:pt x="90478" y="1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1949455" y="3237414"/>
              <a:ext cx="406552" cy="245203"/>
            </a:xfrm>
            <a:custGeom>
              <a:avLst/>
              <a:pathLst>
                <a:path w="406552" h="245203">
                  <a:moveTo>
                    <a:pt x="211207" y="1320"/>
                  </a:moveTo>
                  <a:lnTo>
                    <a:pt x="211118" y="7650"/>
                  </a:lnTo>
                  <a:lnTo>
                    <a:pt x="203901" y="7604"/>
                  </a:lnTo>
                  <a:lnTo>
                    <a:pt x="201852" y="8515"/>
                  </a:lnTo>
                  <a:lnTo>
                    <a:pt x="200916" y="11110"/>
                  </a:lnTo>
                  <a:lnTo>
                    <a:pt x="195244" y="16200"/>
                  </a:lnTo>
                  <a:lnTo>
                    <a:pt x="200025" y="20673"/>
                  </a:lnTo>
                  <a:lnTo>
                    <a:pt x="197263" y="24452"/>
                  </a:lnTo>
                  <a:lnTo>
                    <a:pt x="199847" y="26911"/>
                  </a:lnTo>
                  <a:lnTo>
                    <a:pt x="199487" y="27793"/>
                  </a:lnTo>
                  <a:lnTo>
                    <a:pt x="198154" y="31055"/>
                  </a:lnTo>
                  <a:lnTo>
                    <a:pt x="196328" y="35154"/>
                  </a:lnTo>
                  <a:lnTo>
                    <a:pt x="187596" y="46264"/>
                  </a:lnTo>
                  <a:lnTo>
                    <a:pt x="185413" y="49907"/>
                  </a:lnTo>
                  <a:lnTo>
                    <a:pt x="190893" y="53687"/>
                  </a:lnTo>
                  <a:lnTo>
                    <a:pt x="193209" y="50454"/>
                  </a:lnTo>
                  <a:lnTo>
                    <a:pt x="198332" y="37521"/>
                  </a:lnTo>
                  <a:lnTo>
                    <a:pt x="199268" y="37567"/>
                  </a:lnTo>
                  <a:lnTo>
                    <a:pt x="201540" y="37521"/>
                  </a:lnTo>
                  <a:lnTo>
                    <a:pt x="201674" y="34288"/>
                  </a:lnTo>
                  <a:lnTo>
                    <a:pt x="203678" y="31556"/>
                  </a:lnTo>
                  <a:lnTo>
                    <a:pt x="203860" y="30272"/>
                  </a:lnTo>
                  <a:lnTo>
                    <a:pt x="205505" y="18669"/>
                  </a:lnTo>
                  <a:lnTo>
                    <a:pt x="219583" y="20855"/>
                  </a:lnTo>
                  <a:lnTo>
                    <a:pt x="218380" y="30600"/>
                  </a:lnTo>
                  <a:lnTo>
                    <a:pt x="232769" y="28961"/>
                  </a:lnTo>
                  <a:lnTo>
                    <a:pt x="237269" y="24771"/>
                  </a:lnTo>
                  <a:lnTo>
                    <a:pt x="244129" y="23542"/>
                  </a:lnTo>
                  <a:lnTo>
                    <a:pt x="250589" y="13478"/>
                  </a:lnTo>
                  <a:lnTo>
                    <a:pt x="255400" y="16301"/>
                  </a:lnTo>
                  <a:lnTo>
                    <a:pt x="259722" y="9881"/>
                  </a:lnTo>
                  <a:lnTo>
                    <a:pt x="272507" y="22221"/>
                  </a:lnTo>
                  <a:lnTo>
                    <a:pt x="270859" y="24589"/>
                  </a:lnTo>
                  <a:lnTo>
                    <a:pt x="269924" y="26092"/>
                  </a:lnTo>
                  <a:lnTo>
                    <a:pt x="270369" y="28642"/>
                  </a:lnTo>
                  <a:lnTo>
                    <a:pt x="281596" y="43031"/>
                  </a:lnTo>
                  <a:lnTo>
                    <a:pt x="270815" y="56146"/>
                  </a:lnTo>
                  <a:lnTo>
                    <a:pt x="264132" y="49725"/>
                  </a:lnTo>
                  <a:lnTo>
                    <a:pt x="261593" y="52184"/>
                  </a:lnTo>
                  <a:lnTo>
                    <a:pt x="255311" y="47585"/>
                  </a:lnTo>
                  <a:lnTo>
                    <a:pt x="252950" y="46765"/>
                  </a:lnTo>
                  <a:lnTo>
                    <a:pt x="251435" y="47175"/>
                  </a:lnTo>
                  <a:lnTo>
                    <a:pt x="248985" y="49634"/>
                  </a:lnTo>
                  <a:lnTo>
                    <a:pt x="248023" y="51580"/>
                  </a:lnTo>
                  <a:lnTo>
                    <a:pt x="246891" y="53869"/>
                  </a:lnTo>
                  <a:lnTo>
                    <a:pt x="249353" y="53950"/>
                  </a:lnTo>
                  <a:lnTo>
                    <a:pt x="251035" y="54006"/>
                  </a:lnTo>
                  <a:lnTo>
                    <a:pt x="250544" y="59789"/>
                  </a:lnTo>
                  <a:lnTo>
                    <a:pt x="244931" y="61382"/>
                  </a:lnTo>
                  <a:lnTo>
                    <a:pt x="243595" y="62840"/>
                  </a:lnTo>
                  <a:lnTo>
                    <a:pt x="241100" y="70399"/>
                  </a:lnTo>
                  <a:lnTo>
                    <a:pt x="243149" y="73814"/>
                  </a:lnTo>
                  <a:lnTo>
                    <a:pt x="239096" y="81736"/>
                  </a:lnTo>
                  <a:lnTo>
                    <a:pt x="237581" y="84697"/>
                  </a:lnTo>
                  <a:lnTo>
                    <a:pt x="234952" y="83786"/>
                  </a:lnTo>
                  <a:lnTo>
                    <a:pt x="234418" y="87657"/>
                  </a:lnTo>
                  <a:lnTo>
                    <a:pt x="238962" y="88067"/>
                  </a:lnTo>
                  <a:lnTo>
                    <a:pt x="239273" y="100225"/>
                  </a:lnTo>
                  <a:lnTo>
                    <a:pt x="241946" y="100635"/>
                  </a:lnTo>
                  <a:lnTo>
                    <a:pt x="242303" y="92939"/>
                  </a:lnTo>
                  <a:lnTo>
                    <a:pt x="247314" y="79588"/>
                  </a:lnTo>
                  <a:lnTo>
                    <a:pt x="249932" y="79190"/>
                  </a:lnTo>
                  <a:lnTo>
                    <a:pt x="248539" y="76116"/>
                  </a:lnTo>
                  <a:lnTo>
                    <a:pt x="253518" y="73897"/>
                  </a:lnTo>
                  <a:lnTo>
                    <a:pt x="254228" y="75723"/>
                  </a:lnTo>
                  <a:lnTo>
                    <a:pt x="255041" y="77560"/>
                  </a:lnTo>
                  <a:lnTo>
                    <a:pt x="255476" y="78543"/>
                  </a:lnTo>
                  <a:lnTo>
                    <a:pt x="256701" y="81308"/>
                  </a:lnTo>
                  <a:lnTo>
                    <a:pt x="259341" y="88159"/>
                  </a:lnTo>
                  <a:lnTo>
                    <a:pt x="260393" y="90888"/>
                  </a:lnTo>
                  <a:lnTo>
                    <a:pt x="261552" y="92260"/>
                  </a:lnTo>
                  <a:lnTo>
                    <a:pt x="262920" y="95350"/>
                  </a:lnTo>
                  <a:lnTo>
                    <a:pt x="264700" y="99370"/>
                  </a:lnTo>
                  <a:lnTo>
                    <a:pt x="264831" y="99666"/>
                  </a:lnTo>
                  <a:lnTo>
                    <a:pt x="271988" y="98889"/>
                  </a:lnTo>
                  <a:lnTo>
                    <a:pt x="272274" y="101049"/>
                  </a:lnTo>
                  <a:lnTo>
                    <a:pt x="272187" y="102601"/>
                  </a:lnTo>
                  <a:lnTo>
                    <a:pt x="271962" y="106597"/>
                  </a:lnTo>
                  <a:lnTo>
                    <a:pt x="271584" y="109190"/>
                  </a:lnTo>
                  <a:lnTo>
                    <a:pt x="269716" y="113510"/>
                  </a:lnTo>
                  <a:lnTo>
                    <a:pt x="269246" y="114597"/>
                  </a:lnTo>
                  <a:lnTo>
                    <a:pt x="268550" y="116209"/>
                  </a:lnTo>
                  <a:lnTo>
                    <a:pt x="268300" y="116786"/>
                  </a:lnTo>
                  <a:lnTo>
                    <a:pt x="268069" y="118799"/>
                  </a:lnTo>
                  <a:lnTo>
                    <a:pt x="267594" y="120114"/>
                  </a:lnTo>
                  <a:lnTo>
                    <a:pt x="266951" y="121580"/>
                  </a:lnTo>
                  <a:lnTo>
                    <a:pt x="266940" y="122452"/>
                  </a:lnTo>
                  <a:lnTo>
                    <a:pt x="266924" y="123714"/>
                  </a:lnTo>
                  <a:lnTo>
                    <a:pt x="269003" y="124856"/>
                  </a:lnTo>
                  <a:lnTo>
                    <a:pt x="275711" y="128543"/>
                  </a:lnTo>
                  <a:lnTo>
                    <a:pt x="278182" y="129901"/>
                  </a:lnTo>
                  <a:lnTo>
                    <a:pt x="278368" y="130004"/>
                  </a:lnTo>
                  <a:lnTo>
                    <a:pt x="281672" y="130687"/>
                  </a:lnTo>
                  <a:lnTo>
                    <a:pt x="283502" y="131066"/>
                  </a:lnTo>
                  <a:lnTo>
                    <a:pt x="286558" y="131698"/>
                  </a:lnTo>
                  <a:lnTo>
                    <a:pt x="290062" y="132423"/>
                  </a:lnTo>
                  <a:lnTo>
                    <a:pt x="296383" y="133988"/>
                  </a:lnTo>
                  <a:lnTo>
                    <a:pt x="301311" y="139708"/>
                  </a:lnTo>
                  <a:lnTo>
                    <a:pt x="301711" y="140756"/>
                  </a:lnTo>
                  <a:lnTo>
                    <a:pt x="301951" y="141388"/>
                  </a:lnTo>
                  <a:lnTo>
                    <a:pt x="302119" y="141573"/>
                  </a:lnTo>
                  <a:lnTo>
                    <a:pt x="305090" y="144849"/>
                  </a:lnTo>
                  <a:lnTo>
                    <a:pt x="307712" y="147740"/>
                  </a:lnTo>
                  <a:lnTo>
                    <a:pt x="310750" y="150580"/>
                  </a:lnTo>
                  <a:lnTo>
                    <a:pt x="311027" y="150723"/>
                  </a:lnTo>
                  <a:lnTo>
                    <a:pt x="314509" y="152516"/>
                  </a:lnTo>
                  <a:lnTo>
                    <a:pt x="316425" y="152473"/>
                  </a:lnTo>
                  <a:lnTo>
                    <a:pt x="319688" y="152402"/>
                  </a:lnTo>
                  <a:lnTo>
                    <a:pt x="320650" y="152407"/>
                  </a:lnTo>
                  <a:lnTo>
                    <a:pt x="322054" y="152414"/>
                  </a:lnTo>
                  <a:lnTo>
                    <a:pt x="330797" y="152459"/>
                  </a:lnTo>
                  <a:lnTo>
                    <a:pt x="334974" y="152743"/>
                  </a:lnTo>
                  <a:lnTo>
                    <a:pt x="335425" y="152828"/>
                  </a:lnTo>
                  <a:lnTo>
                    <a:pt x="339986" y="153682"/>
                  </a:lnTo>
                  <a:lnTo>
                    <a:pt x="341822" y="153908"/>
                  </a:lnTo>
                  <a:lnTo>
                    <a:pt x="349230" y="154821"/>
                  </a:lnTo>
                  <a:lnTo>
                    <a:pt x="349757" y="154894"/>
                  </a:lnTo>
                  <a:lnTo>
                    <a:pt x="352021" y="155208"/>
                  </a:lnTo>
                  <a:lnTo>
                    <a:pt x="354581" y="155563"/>
                  </a:lnTo>
                  <a:lnTo>
                    <a:pt x="357691" y="155995"/>
                  </a:lnTo>
                  <a:lnTo>
                    <a:pt x="358360" y="156072"/>
                  </a:lnTo>
                  <a:lnTo>
                    <a:pt x="359862" y="156245"/>
                  </a:lnTo>
                  <a:lnTo>
                    <a:pt x="366533" y="157015"/>
                  </a:lnTo>
                  <a:lnTo>
                    <a:pt x="367495" y="157126"/>
                  </a:lnTo>
                  <a:lnTo>
                    <a:pt x="372563" y="157553"/>
                  </a:lnTo>
                  <a:lnTo>
                    <a:pt x="376901" y="158253"/>
                  </a:lnTo>
                  <a:lnTo>
                    <a:pt x="384489" y="158750"/>
                  </a:lnTo>
                  <a:lnTo>
                    <a:pt x="386354" y="158872"/>
                  </a:lnTo>
                  <a:lnTo>
                    <a:pt x="395829" y="159226"/>
                  </a:lnTo>
                  <a:lnTo>
                    <a:pt x="406552" y="159799"/>
                  </a:lnTo>
                  <a:lnTo>
                    <a:pt x="406471" y="160872"/>
                  </a:lnTo>
                  <a:lnTo>
                    <a:pt x="406427" y="161450"/>
                  </a:lnTo>
                  <a:lnTo>
                    <a:pt x="406406" y="161735"/>
                  </a:lnTo>
                  <a:lnTo>
                    <a:pt x="406287" y="163303"/>
                  </a:lnTo>
                  <a:lnTo>
                    <a:pt x="406232" y="164030"/>
                  </a:lnTo>
                  <a:lnTo>
                    <a:pt x="406118" y="165546"/>
                  </a:lnTo>
                  <a:lnTo>
                    <a:pt x="406075" y="166113"/>
                  </a:lnTo>
                  <a:lnTo>
                    <a:pt x="406056" y="166360"/>
                  </a:lnTo>
                  <a:lnTo>
                    <a:pt x="405948" y="167796"/>
                  </a:lnTo>
                  <a:lnTo>
                    <a:pt x="405879" y="168702"/>
                  </a:lnTo>
                  <a:lnTo>
                    <a:pt x="405760" y="170284"/>
                  </a:lnTo>
                  <a:lnTo>
                    <a:pt x="405716" y="170865"/>
                  </a:lnTo>
                  <a:lnTo>
                    <a:pt x="405705" y="171013"/>
                  </a:lnTo>
                  <a:lnTo>
                    <a:pt x="405600" y="172390"/>
                  </a:lnTo>
                  <a:lnTo>
                    <a:pt x="405555" y="172992"/>
                  </a:lnTo>
                  <a:lnTo>
                    <a:pt x="405216" y="177481"/>
                  </a:lnTo>
                  <a:lnTo>
                    <a:pt x="405182" y="177924"/>
                  </a:lnTo>
                  <a:lnTo>
                    <a:pt x="405077" y="179312"/>
                  </a:lnTo>
                  <a:lnTo>
                    <a:pt x="405034" y="179883"/>
                  </a:lnTo>
                  <a:lnTo>
                    <a:pt x="404757" y="183553"/>
                  </a:lnTo>
                  <a:lnTo>
                    <a:pt x="404731" y="183888"/>
                  </a:lnTo>
                  <a:lnTo>
                    <a:pt x="404365" y="183876"/>
                  </a:lnTo>
                  <a:lnTo>
                    <a:pt x="403870" y="183860"/>
                  </a:lnTo>
                  <a:lnTo>
                    <a:pt x="399525" y="183718"/>
                  </a:lnTo>
                  <a:lnTo>
                    <a:pt x="397148" y="183181"/>
                  </a:lnTo>
                  <a:lnTo>
                    <a:pt x="395557" y="182821"/>
                  </a:lnTo>
                  <a:lnTo>
                    <a:pt x="392600" y="182994"/>
                  </a:lnTo>
                  <a:lnTo>
                    <a:pt x="391973" y="183362"/>
                  </a:lnTo>
                  <a:lnTo>
                    <a:pt x="391126" y="182334"/>
                  </a:lnTo>
                  <a:lnTo>
                    <a:pt x="390326" y="181348"/>
                  </a:lnTo>
                  <a:lnTo>
                    <a:pt x="389328" y="179841"/>
                  </a:lnTo>
                  <a:lnTo>
                    <a:pt x="388923" y="179230"/>
                  </a:lnTo>
                  <a:lnTo>
                    <a:pt x="388759" y="178983"/>
                  </a:lnTo>
                  <a:lnTo>
                    <a:pt x="388014" y="177858"/>
                  </a:lnTo>
                  <a:lnTo>
                    <a:pt x="387881" y="177658"/>
                  </a:lnTo>
                  <a:lnTo>
                    <a:pt x="387383" y="176905"/>
                  </a:lnTo>
                  <a:lnTo>
                    <a:pt x="387178" y="176597"/>
                  </a:lnTo>
                  <a:lnTo>
                    <a:pt x="386839" y="176085"/>
                  </a:lnTo>
                  <a:lnTo>
                    <a:pt x="386361" y="176324"/>
                  </a:lnTo>
                  <a:lnTo>
                    <a:pt x="386113" y="176448"/>
                  </a:lnTo>
                  <a:lnTo>
                    <a:pt x="382617" y="178199"/>
                  </a:lnTo>
                  <a:lnTo>
                    <a:pt x="380927" y="179045"/>
                  </a:lnTo>
                  <a:lnTo>
                    <a:pt x="380395" y="179312"/>
                  </a:lnTo>
                  <a:lnTo>
                    <a:pt x="379907" y="179556"/>
                  </a:lnTo>
                  <a:lnTo>
                    <a:pt x="379585" y="179717"/>
                  </a:lnTo>
                  <a:lnTo>
                    <a:pt x="379253" y="179884"/>
                  </a:lnTo>
                  <a:lnTo>
                    <a:pt x="378715" y="179989"/>
                  </a:lnTo>
                  <a:lnTo>
                    <a:pt x="377239" y="180278"/>
                  </a:lnTo>
                  <a:lnTo>
                    <a:pt x="376222" y="180477"/>
                  </a:lnTo>
                  <a:lnTo>
                    <a:pt x="375958" y="180518"/>
                  </a:lnTo>
                  <a:lnTo>
                    <a:pt x="375649" y="180567"/>
                  </a:lnTo>
                  <a:lnTo>
                    <a:pt x="373516" y="180903"/>
                  </a:lnTo>
                  <a:lnTo>
                    <a:pt x="371841" y="181199"/>
                  </a:lnTo>
                  <a:lnTo>
                    <a:pt x="370240" y="181482"/>
                  </a:lnTo>
                  <a:lnTo>
                    <a:pt x="369466" y="181618"/>
                  </a:lnTo>
                  <a:lnTo>
                    <a:pt x="368216" y="181839"/>
                  </a:lnTo>
                  <a:lnTo>
                    <a:pt x="368003" y="181877"/>
                  </a:lnTo>
                  <a:lnTo>
                    <a:pt x="366845" y="181941"/>
                  </a:lnTo>
                  <a:lnTo>
                    <a:pt x="366704" y="181949"/>
                  </a:lnTo>
                  <a:lnTo>
                    <a:pt x="365530" y="182014"/>
                  </a:lnTo>
                  <a:lnTo>
                    <a:pt x="365142" y="182386"/>
                  </a:lnTo>
                  <a:lnTo>
                    <a:pt x="364881" y="182564"/>
                  </a:lnTo>
                  <a:lnTo>
                    <a:pt x="364235" y="182700"/>
                  </a:lnTo>
                  <a:lnTo>
                    <a:pt x="360134" y="183567"/>
                  </a:lnTo>
                  <a:lnTo>
                    <a:pt x="359930" y="183598"/>
                  </a:lnTo>
                  <a:lnTo>
                    <a:pt x="359283" y="183693"/>
                  </a:lnTo>
                  <a:lnTo>
                    <a:pt x="358908" y="183749"/>
                  </a:lnTo>
                  <a:lnTo>
                    <a:pt x="358527" y="183805"/>
                  </a:lnTo>
                  <a:lnTo>
                    <a:pt x="357751" y="183920"/>
                  </a:lnTo>
                  <a:lnTo>
                    <a:pt x="354253" y="184438"/>
                  </a:lnTo>
                  <a:lnTo>
                    <a:pt x="353819" y="184521"/>
                  </a:lnTo>
                  <a:lnTo>
                    <a:pt x="353661" y="184550"/>
                  </a:lnTo>
                  <a:lnTo>
                    <a:pt x="353191" y="184639"/>
                  </a:lnTo>
                  <a:lnTo>
                    <a:pt x="352858" y="184702"/>
                  </a:lnTo>
                  <a:lnTo>
                    <a:pt x="352562" y="184759"/>
                  </a:lnTo>
                  <a:lnTo>
                    <a:pt x="351998" y="184865"/>
                  </a:lnTo>
                  <a:lnTo>
                    <a:pt x="351992" y="184561"/>
                  </a:lnTo>
                  <a:lnTo>
                    <a:pt x="351962" y="183200"/>
                  </a:lnTo>
                  <a:lnTo>
                    <a:pt x="351952" y="182722"/>
                  </a:lnTo>
                  <a:lnTo>
                    <a:pt x="351948" y="182502"/>
                  </a:lnTo>
                  <a:lnTo>
                    <a:pt x="349413" y="181713"/>
                  </a:lnTo>
                  <a:lnTo>
                    <a:pt x="349212" y="181651"/>
                  </a:lnTo>
                  <a:lnTo>
                    <a:pt x="349058" y="181600"/>
                  </a:lnTo>
                  <a:lnTo>
                    <a:pt x="344227" y="179996"/>
                  </a:lnTo>
                  <a:lnTo>
                    <a:pt x="342929" y="179424"/>
                  </a:lnTo>
                  <a:lnTo>
                    <a:pt x="341468" y="178344"/>
                  </a:lnTo>
                  <a:lnTo>
                    <a:pt x="340772" y="178728"/>
                  </a:lnTo>
                  <a:lnTo>
                    <a:pt x="340512" y="179226"/>
                  </a:lnTo>
                  <a:lnTo>
                    <a:pt x="339605" y="180963"/>
                  </a:lnTo>
                  <a:lnTo>
                    <a:pt x="339402" y="181351"/>
                  </a:lnTo>
                  <a:lnTo>
                    <a:pt x="339129" y="181873"/>
                  </a:lnTo>
                  <a:lnTo>
                    <a:pt x="338067" y="183280"/>
                  </a:lnTo>
                  <a:lnTo>
                    <a:pt x="333188" y="184104"/>
                  </a:lnTo>
                  <a:lnTo>
                    <a:pt x="335339" y="184967"/>
                  </a:lnTo>
                  <a:lnTo>
                    <a:pt x="334994" y="185943"/>
                  </a:lnTo>
                  <a:lnTo>
                    <a:pt x="333727" y="189528"/>
                  </a:lnTo>
                  <a:lnTo>
                    <a:pt x="331878" y="190228"/>
                  </a:lnTo>
                  <a:lnTo>
                    <a:pt x="331654" y="190313"/>
                  </a:lnTo>
                  <a:lnTo>
                    <a:pt x="330560" y="190728"/>
                  </a:lnTo>
                  <a:lnTo>
                    <a:pt x="329892" y="196212"/>
                  </a:lnTo>
                  <a:lnTo>
                    <a:pt x="329849" y="196572"/>
                  </a:lnTo>
                  <a:lnTo>
                    <a:pt x="329696" y="196364"/>
                  </a:lnTo>
                  <a:lnTo>
                    <a:pt x="329580" y="196207"/>
                  </a:lnTo>
                  <a:lnTo>
                    <a:pt x="329188" y="196296"/>
                  </a:lnTo>
                  <a:lnTo>
                    <a:pt x="328862" y="196370"/>
                  </a:lnTo>
                  <a:lnTo>
                    <a:pt x="328713" y="196404"/>
                  </a:lnTo>
                  <a:lnTo>
                    <a:pt x="328460" y="196462"/>
                  </a:lnTo>
                  <a:lnTo>
                    <a:pt x="328061" y="196552"/>
                  </a:lnTo>
                  <a:lnTo>
                    <a:pt x="327776" y="196617"/>
                  </a:lnTo>
                  <a:lnTo>
                    <a:pt x="327241" y="196365"/>
                  </a:lnTo>
                  <a:lnTo>
                    <a:pt x="326907" y="196207"/>
                  </a:lnTo>
                  <a:lnTo>
                    <a:pt x="326570" y="196424"/>
                  </a:lnTo>
                  <a:lnTo>
                    <a:pt x="325934" y="196833"/>
                  </a:lnTo>
                  <a:lnTo>
                    <a:pt x="325171" y="197324"/>
                  </a:lnTo>
                  <a:lnTo>
                    <a:pt x="324715" y="197617"/>
                  </a:lnTo>
                  <a:lnTo>
                    <a:pt x="323312" y="198519"/>
                  </a:lnTo>
                  <a:lnTo>
                    <a:pt x="323160" y="198617"/>
                  </a:lnTo>
                  <a:lnTo>
                    <a:pt x="321252" y="197053"/>
                  </a:lnTo>
                  <a:lnTo>
                    <a:pt x="320778" y="196664"/>
                  </a:lnTo>
                  <a:lnTo>
                    <a:pt x="319107" y="196935"/>
                  </a:lnTo>
                  <a:lnTo>
                    <a:pt x="318770" y="197120"/>
                  </a:lnTo>
                  <a:lnTo>
                    <a:pt x="318401" y="197433"/>
                  </a:lnTo>
                  <a:lnTo>
                    <a:pt x="315451" y="199943"/>
                  </a:lnTo>
                  <a:lnTo>
                    <a:pt x="317515" y="202341"/>
                  </a:lnTo>
                  <a:lnTo>
                    <a:pt x="317262" y="202508"/>
                  </a:lnTo>
                  <a:lnTo>
                    <a:pt x="315776" y="203492"/>
                  </a:lnTo>
                  <a:lnTo>
                    <a:pt x="315183" y="204231"/>
                  </a:lnTo>
                  <a:lnTo>
                    <a:pt x="313994" y="205712"/>
                  </a:lnTo>
                  <a:lnTo>
                    <a:pt x="311899" y="208322"/>
                  </a:lnTo>
                  <a:lnTo>
                    <a:pt x="311498" y="208822"/>
                  </a:lnTo>
                  <a:lnTo>
                    <a:pt x="310987" y="209459"/>
                  </a:lnTo>
                  <a:lnTo>
                    <a:pt x="310386" y="210208"/>
                  </a:lnTo>
                  <a:lnTo>
                    <a:pt x="310109" y="210507"/>
                  </a:lnTo>
                  <a:lnTo>
                    <a:pt x="309616" y="211041"/>
                  </a:lnTo>
                  <a:lnTo>
                    <a:pt x="308613" y="212126"/>
                  </a:lnTo>
                  <a:lnTo>
                    <a:pt x="305517" y="215603"/>
                  </a:lnTo>
                  <a:lnTo>
                    <a:pt x="313409" y="224039"/>
                  </a:lnTo>
                  <a:lnTo>
                    <a:pt x="313838" y="224496"/>
                  </a:lnTo>
                  <a:lnTo>
                    <a:pt x="313570" y="224649"/>
                  </a:lnTo>
                  <a:lnTo>
                    <a:pt x="310200" y="226574"/>
                  </a:lnTo>
                  <a:lnTo>
                    <a:pt x="306350" y="222881"/>
                  </a:lnTo>
                  <a:lnTo>
                    <a:pt x="303299" y="228764"/>
                  </a:lnTo>
                  <a:lnTo>
                    <a:pt x="303130" y="229090"/>
                  </a:lnTo>
                  <a:lnTo>
                    <a:pt x="302509" y="229203"/>
                  </a:lnTo>
                  <a:lnTo>
                    <a:pt x="302000" y="228773"/>
                  </a:lnTo>
                  <a:lnTo>
                    <a:pt x="298636" y="228227"/>
                  </a:lnTo>
                  <a:lnTo>
                    <a:pt x="291530" y="233153"/>
                  </a:lnTo>
                  <a:lnTo>
                    <a:pt x="292532" y="234975"/>
                  </a:lnTo>
                  <a:lnTo>
                    <a:pt x="290194" y="237821"/>
                  </a:lnTo>
                  <a:lnTo>
                    <a:pt x="285365" y="240934"/>
                  </a:lnTo>
                  <a:lnTo>
                    <a:pt x="283973" y="244634"/>
                  </a:lnTo>
                  <a:lnTo>
                    <a:pt x="279407" y="245203"/>
                  </a:lnTo>
                  <a:lnTo>
                    <a:pt x="275397" y="233933"/>
                  </a:lnTo>
                  <a:lnTo>
                    <a:pt x="263369" y="223687"/>
                  </a:lnTo>
                  <a:lnTo>
                    <a:pt x="262366" y="216515"/>
                  </a:lnTo>
                  <a:lnTo>
                    <a:pt x="256686" y="206952"/>
                  </a:lnTo>
                  <a:lnTo>
                    <a:pt x="247999" y="202171"/>
                  </a:lnTo>
                  <a:lnTo>
                    <a:pt x="242319" y="196024"/>
                  </a:lnTo>
                  <a:lnTo>
                    <a:pt x="234300" y="189876"/>
                  </a:lnTo>
                  <a:lnTo>
                    <a:pt x="223608" y="188169"/>
                  </a:lnTo>
                  <a:lnTo>
                    <a:pt x="215034" y="192777"/>
                  </a:lnTo>
                  <a:lnTo>
                    <a:pt x="217540" y="204047"/>
                  </a:lnTo>
                  <a:lnTo>
                    <a:pt x="211136" y="214748"/>
                  </a:lnTo>
                  <a:lnTo>
                    <a:pt x="210462" y="215419"/>
                  </a:lnTo>
                  <a:lnTo>
                    <a:pt x="207458" y="214114"/>
                  </a:lnTo>
                  <a:lnTo>
                    <a:pt x="207121" y="213723"/>
                  </a:lnTo>
                  <a:lnTo>
                    <a:pt x="203957" y="210282"/>
                  </a:lnTo>
                  <a:lnTo>
                    <a:pt x="203178" y="209994"/>
                  </a:lnTo>
                  <a:lnTo>
                    <a:pt x="198914" y="208418"/>
                  </a:lnTo>
                  <a:lnTo>
                    <a:pt x="198722" y="208347"/>
                  </a:lnTo>
                  <a:lnTo>
                    <a:pt x="192931" y="206806"/>
                  </a:lnTo>
                  <a:lnTo>
                    <a:pt x="186760" y="207302"/>
                  </a:lnTo>
                  <a:lnTo>
                    <a:pt x="185172" y="207429"/>
                  </a:lnTo>
                  <a:lnTo>
                    <a:pt x="184308" y="207498"/>
                  </a:lnTo>
                  <a:lnTo>
                    <a:pt x="183782" y="207574"/>
                  </a:lnTo>
                  <a:lnTo>
                    <a:pt x="177167" y="208525"/>
                  </a:lnTo>
                  <a:lnTo>
                    <a:pt x="175567" y="208755"/>
                  </a:lnTo>
                  <a:lnTo>
                    <a:pt x="170987" y="205689"/>
                  </a:lnTo>
                  <a:lnTo>
                    <a:pt x="166753" y="209765"/>
                  </a:lnTo>
                  <a:lnTo>
                    <a:pt x="165702" y="210894"/>
                  </a:lnTo>
                  <a:lnTo>
                    <a:pt x="163085" y="209641"/>
                  </a:lnTo>
                  <a:lnTo>
                    <a:pt x="160913" y="209243"/>
                  </a:lnTo>
                  <a:lnTo>
                    <a:pt x="158630" y="210381"/>
                  </a:lnTo>
                  <a:lnTo>
                    <a:pt x="156792" y="212032"/>
                  </a:lnTo>
                  <a:lnTo>
                    <a:pt x="152727" y="210381"/>
                  </a:lnTo>
                  <a:lnTo>
                    <a:pt x="152058" y="212032"/>
                  </a:lnTo>
                  <a:lnTo>
                    <a:pt x="143872" y="211861"/>
                  </a:lnTo>
                  <a:lnTo>
                    <a:pt x="143204" y="215504"/>
                  </a:lnTo>
                  <a:lnTo>
                    <a:pt x="131677" y="215504"/>
                  </a:lnTo>
                  <a:lnTo>
                    <a:pt x="127222" y="213797"/>
                  </a:lnTo>
                  <a:lnTo>
                    <a:pt x="125106" y="211121"/>
                  </a:lnTo>
                  <a:lnTo>
                    <a:pt x="122656" y="207023"/>
                  </a:lnTo>
                  <a:lnTo>
                    <a:pt x="121707" y="202791"/>
                  </a:lnTo>
                  <a:lnTo>
                    <a:pt x="120707" y="203209"/>
                  </a:lnTo>
                  <a:lnTo>
                    <a:pt x="117031" y="200534"/>
                  </a:lnTo>
                  <a:lnTo>
                    <a:pt x="112298" y="209641"/>
                  </a:lnTo>
                  <a:lnTo>
                    <a:pt x="97708" y="219716"/>
                  </a:lnTo>
                  <a:lnTo>
                    <a:pt x="84120" y="224042"/>
                  </a:lnTo>
                  <a:lnTo>
                    <a:pt x="81178" y="220622"/>
                  </a:lnTo>
                  <a:lnTo>
                    <a:pt x="71923" y="225897"/>
                  </a:lnTo>
                  <a:lnTo>
                    <a:pt x="69240" y="220561"/>
                  </a:lnTo>
                  <a:lnTo>
                    <a:pt x="68178" y="218448"/>
                  </a:lnTo>
                  <a:lnTo>
                    <a:pt x="69680" y="217604"/>
                  </a:lnTo>
                  <a:lnTo>
                    <a:pt x="80340" y="211617"/>
                  </a:lnTo>
                  <a:lnTo>
                    <a:pt x="82478" y="215169"/>
                  </a:lnTo>
                  <a:lnTo>
                    <a:pt x="96511" y="206016"/>
                  </a:lnTo>
                  <a:lnTo>
                    <a:pt x="83948" y="203557"/>
                  </a:lnTo>
                  <a:lnTo>
                    <a:pt x="84349" y="195361"/>
                  </a:lnTo>
                  <a:lnTo>
                    <a:pt x="93170" y="196317"/>
                  </a:lnTo>
                  <a:lnTo>
                    <a:pt x="98115" y="187437"/>
                  </a:lnTo>
                  <a:lnTo>
                    <a:pt x="90096" y="184569"/>
                  </a:lnTo>
                  <a:lnTo>
                    <a:pt x="87557" y="189896"/>
                  </a:lnTo>
                  <a:lnTo>
                    <a:pt x="83009" y="188236"/>
                  </a:lnTo>
                  <a:lnTo>
                    <a:pt x="78201" y="194404"/>
                  </a:lnTo>
                  <a:lnTo>
                    <a:pt x="71426" y="191484"/>
                  </a:lnTo>
                  <a:lnTo>
                    <a:pt x="63594" y="196675"/>
                  </a:lnTo>
                  <a:lnTo>
                    <a:pt x="58906" y="187091"/>
                  </a:lnTo>
                  <a:lnTo>
                    <a:pt x="57469" y="184152"/>
                  </a:lnTo>
                  <a:lnTo>
                    <a:pt x="53924" y="185446"/>
                  </a:lnTo>
                  <a:lnTo>
                    <a:pt x="51232" y="186429"/>
                  </a:lnTo>
                  <a:lnTo>
                    <a:pt x="45725" y="178011"/>
                  </a:lnTo>
                  <a:lnTo>
                    <a:pt x="40111" y="169951"/>
                  </a:lnTo>
                  <a:lnTo>
                    <a:pt x="36085" y="156034"/>
                  </a:lnTo>
                  <a:lnTo>
                    <a:pt x="32743" y="150228"/>
                  </a:lnTo>
                  <a:lnTo>
                    <a:pt x="25838" y="143170"/>
                  </a:lnTo>
                  <a:lnTo>
                    <a:pt x="23165" y="145333"/>
                  </a:lnTo>
                  <a:lnTo>
                    <a:pt x="13740" y="142090"/>
                  </a:lnTo>
                  <a:lnTo>
                    <a:pt x="10537" y="140989"/>
                  </a:lnTo>
                  <a:lnTo>
                    <a:pt x="0" y="137364"/>
                  </a:lnTo>
                  <a:lnTo>
                    <a:pt x="8594" y="124304"/>
                  </a:lnTo>
                  <a:lnTo>
                    <a:pt x="9365" y="123131"/>
                  </a:lnTo>
                  <a:lnTo>
                    <a:pt x="12518" y="125384"/>
                  </a:lnTo>
                  <a:lnTo>
                    <a:pt x="15839" y="127756"/>
                  </a:lnTo>
                  <a:lnTo>
                    <a:pt x="20712" y="128467"/>
                  </a:lnTo>
                  <a:lnTo>
                    <a:pt x="21351" y="127814"/>
                  </a:lnTo>
                  <a:lnTo>
                    <a:pt x="21586" y="127574"/>
                  </a:lnTo>
                  <a:lnTo>
                    <a:pt x="22243" y="126902"/>
                  </a:lnTo>
                  <a:lnTo>
                    <a:pt x="20155" y="121922"/>
                  </a:lnTo>
                  <a:lnTo>
                    <a:pt x="11917" y="114482"/>
                  </a:lnTo>
                  <a:lnTo>
                    <a:pt x="16064" y="109437"/>
                  </a:lnTo>
                  <a:lnTo>
                    <a:pt x="10549" y="98726"/>
                  </a:lnTo>
                  <a:lnTo>
                    <a:pt x="17301" y="94600"/>
                  </a:lnTo>
                  <a:lnTo>
                    <a:pt x="26768" y="94529"/>
                  </a:lnTo>
                  <a:lnTo>
                    <a:pt x="32197" y="91683"/>
                  </a:lnTo>
                  <a:lnTo>
                    <a:pt x="33073" y="91173"/>
                  </a:lnTo>
                  <a:lnTo>
                    <a:pt x="40545" y="86825"/>
                  </a:lnTo>
                  <a:lnTo>
                    <a:pt x="41246" y="86417"/>
                  </a:lnTo>
                  <a:lnTo>
                    <a:pt x="42919" y="92605"/>
                  </a:lnTo>
                  <a:lnTo>
                    <a:pt x="43613" y="95169"/>
                  </a:lnTo>
                  <a:lnTo>
                    <a:pt x="43899" y="94988"/>
                  </a:lnTo>
                  <a:lnTo>
                    <a:pt x="50365" y="90900"/>
                  </a:lnTo>
                  <a:lnTo>
                    <a:pt x="54193" y="88623"/>
                  </a:lnTo>
                  <a:lnTo>
                    <a:pt x="76190" y="86346"/>
                  </a:lnTo>
                  <a:lnTo>
                    <a:pt x="76011" y="88470"/>
                  </a:lnTo>
                  <a:lnTo>
                    <a:pt x="75958" y="89500"/>
                  </a:lnTo>
                  <a:lnTo>
                    <a:pt x="76801" y="100436"/>
                  </a:lnTo>
                  <a:lnTo>
                    <a:pt x="90968" y="98660"/>
                  </a:lnTo>
                  <a:lnTo>
                    <a:pt x="94878" y="99670"/>
                  </a:lnTo>
                  <a:lnTo>
                    <a:pt x="97037" y="100228"/>
                  </a:lnTo>
                  <a:lnTo>
                    <a:pt x="103397" y="101871"/>
                  </a:lnTo>
                  <a:lnTo>
                    <a:pt x="113537" y="105089"/>
                  </a:lnTo>
                  <a:lnTo>
                    <a:pt x="114200" y="105428"/>
                  </a:lnTo>
                  <a:lnTo>
                    <a:pt x="114633" y="105533"/>
                  </a:lnTo>
                  <a:lnTo>
                    <a:pt x="115154" y="107273"/>
                  </a:lnTo>
                  <a:lnTo>
                    <a:pt x="113876" y="109421"/>
                  </a:lnTo>
                  <a:lnTo>
                    <a:pt x="113668" y="109638"/>
                  </a:lnTo>
                  <a:lnTo>
                    <a:pt x="113413" y="109904"/>
                  </a:lnTo>
                  <a:lnTo>
                    <a:pt x="112903" y="110549"/>
                  </a:lnTo>
                  <a:lnTo>
                    <a:pt x="112284" y="111333"/>
                  </a:lnTo>
                  <a:lnTo>
                    <a:pt x="111756" y="111899"/>
                  </a:lnTo>
                  <a:lnTo>
                    <a:pt x="111447" y="112230"/>
                  </a:lnTo>
                  <a:lnTo>
                    <a:pt x="111017" y="112691"/>
                  </a:lnTo>
                  <a:lnTo>
                    <a:pt x="111895" y="113445"/>
                  </a:lnTo>
                  <a:lnTo>
                    <a:pt x="115333" y="116395"/>
                  </a:lnTo>
                  <a:lnTo>
                    <a:pt x="116440" y="117249"/>
                  </a:lnTo>
                  <a:lnTo>
                    <a:pt x="116995" y="117677"/>
                  </a:lnTo>
                  <a:lnTo>
                    <a:pt x="118330" y="118858"/>
                  </a:lnTo>
                  <a:lnTo>
                    <a:pt x="119294" y="119944"/>
                  </a:lnTo>
                  <a:lnTo>
                    <a:pt x="120030" y="120773"/>
                  </a:lnTo>
                  <a:lnTo>
                    <a:pt x="120366" y="121231"/>
                  </a:lnTo>
                  <a:lnTo>
                    <a:pt x="121589" y="122899"/>
                  </a:lnTo>
                  <a:lnTo>
                    <a:pt x="122418" y="123741"/>
                  </a:lnTo>
                  <a:lnTo>
                    <a:pt x="123964" y="125045"/>
                  </a:lnTo>
                  <a:lnTo>
                    <a:pt x="124512" y="125506"/>
                  </a:lnTo>
                  <a:lnTo>
                    <a:pt x="125244" y="126123"/>
                  </a:lnTo>
                  <a:lnTo>
                    <a:pt x="125835" y="126568"/>
                  </a:lnTo>
                  <a:lnTo>
                    <a:pt x="128631" y="128674"/>
                  </a:lnTo>
                  <a:lnTo>
                    <a:pt x="130074" y="129569"/>
                  </a:lnTo>
                  <a:lnTo>
                    <a:pt x="130414" y="129780"/>
                  </a:lnTo>
                  <a:lnTo>
                    <a:pt x="132484" y="131064"/>
                  </a:lnTo>
                  <a:lnTo>
                    <a:pt x="131590" y="132654"/>
                  </a:lnTo>
                  <a:lnTo>
                    <a:pt x="131304" y="133164"/>
                  </a:lnTo>
                  <a:lnTo>
                    <a:pt x="130550" y="133264"/>
                  </a:lnTo>
                  <a:lnTo>
                    <a:pt x="129604" y="135353"/>
                  </a:lnTo>
                  <a:lnTo>
                    <a:pt x="129376" y="136555"/>
                  </a:lnTo>
                  <a:lnTo>
                    <a:pt x="129672" y="136726"/>
                  </a:lnTo>
                  <a:lnTo>
                    <a:pt x="130357" y="137123"/>
                  </a:lnTo>
                  <a:lnTo>
                    <a:pt x="132069" y="138114"/>
                  </a:lnTo>
                  <a:lnTo>
                    <a:pt x="132910" y="138601"/>
                  </a:lnTo>
                  <a:lnTo>
                    <a:pt x="133220" y="138780"/>
                  </a:lnTo>
                  <a:lnTo>
                    <a:pt x="134011" y="139238"/>
                  </a:lnTo>
                  <a:lnTo>
                    <a:pt x="135784" y="140265"/>
                  </a:lnTo>
                  <a:lnTo>
                    <a:pt x="139241" y="142266"/>
                  </a:lnTo>
                  <a:lnTo>
                    <a:pt x="139560" y="142495"/>
                  </a:lnTo>
                  <a:lnTo>
                    <a:pt x="140644" y="143273"/>
                  </a:lnTo>
                  <a:lnTo>
                    <a:pt x="141457" y="143889"/>
                  </a:lnTo>
                  <a:lnTo>
                    <a:pt x="148041" y="148876"/>
                  </a:lnTo>
                  <a:lnTo>
                    <a:pt x="148327" y="148413"/>
                  </a:lnTo>
                  <a:lnTo>
                    <a:pt x="148427" y="148251"/>
                  </a:lnTo>
                  <a:lnTo>
                    <a:pt x="148551" y="148049"/>
                  </a:lnTo>
                  <a:lnTo>
                    <a:pt x="151292" y="145078"/>
                  </a:lnTo>
                  <a:lnTo>
                    <a:pt x="152883" y="143269"/>
                  </a:lnTo>
                  <a:lnTo>
                    <a:pt x="153062" y="141872"/>
                  </a:lnTo>
                  <a:lnTo>
                    <a:pt x="153092" y="141676"/>
                  </a:lnTo>
                  <a:lnTo>
                    <a:pt x="153294" y="140330"/>
                  </a:lnTo>
                  <a:lnTo>
                    <a:pt x="153571" y="138494"/>
                  </a:lnTo>
                  <a:lnTo>
                    <a:pt x="154120" y="134843"/>
                  </a:lnTo>
                  <a:lnTo>
                    <a:pt x="161370" y="137523"/>
                  </a:lnTo>
                  <a:lnTo>
                    <a:pt x="163977" y="138486"/>
                  </a:lnTo>
                  <a:lnTo>
                    <a:pt x="166569" y="133698"/>
                  </a:lnTo>
                  <a:lnTo>
                    <a:pt x="167433" y="132306"/>
                  </a:lnTo>
                  <a:lnTo>
                    <a:pt x="169600" y="128813"/>
                  </a:lnTo>
                  <a:lnTo>
                    <a:pt x="171036" y="126499"/>
                  </a:lnTo>
                  <a:lnTo>
                    <a:pt x="175786" y="127863"/>
                  </a:lnTo>
                  <a:lnTo>
                    <a:pt x="180999" y="127713"/>
                  </a:lnTo>
                  <a:lnTo>
                    <a:pt x="181940" y="127008"/>
                  </a:lnTo>
                  <a:lnTo>
                    <a:pt x="182562" y="126090"/>
                  </a:lnTo>
                  <a:lnTo>
                    <a:pt x="181821" y="124458"/>
                  </a:lnTo>
                  <a:lnTo>
                    <a:pt x="181282" y="122965"/>
                  </a:lnTo>
                  <a:lnTo>
                    <a:pt x="184207" y="121706"/>
                  </a:lnTo>
                  <a:lnTo>
                    <a:pt x="183180" y="119941"/>
                  </a:lnTo>
                  <a:lnTo>
                    <a:pt x="181320" y="117704"/>
                  </a:lnTo>
                  <a:lnTo>
                    <a:pt x="180881" y="117281"/>
                  </a:lnTo>
                  <a:lnTo>
                    <a:pt x="179249" y="115710"/>
                  </a:lnTo>
                  <a:lnTo>
                    <a:pt x="173959" y="112294"/>
                  </a:lnTo>
                  <a:lnTo>
                    <a:pt x="171313" y="106745"/>
                  </a:lnTo>
                  <a:lnTo>
                    <a:pt x="170717" y="105382"/>
                  </a:lnTo>
                  <a:lnTo>
                    <a:pt x="164760" y="100577"/>
                  </a:lnTo>
                  <a:lnTo>
                    <a:pt x="163309" y="99744"/>
                  </a:lnTo>
                  <a:lnTo>
                    <a:pt x="159465" y="97537"/>
                  </a:lnTo>
                  <a:lnTo>
                    <a:pt x="158004" y="96698"/>
                  </a:lnTo>
                  <a:lnTo>
                    <a:pt x="157728" y="96557"/>
                  </a:lnTo>
                  <a:lnTo>
                    <a:pt x="154838" y="94667"/>
                  </a:lnTo>
                  <a:lnTo>
                    <a:pt x="148348" y="90421"/>
                  </a:lnTo>
                  <a:lnTo>
                    <a:pt x="145729" y="87317"/>
                  </a:lnTo>
                  <a:lnTo>
                    <a:pt x="142914" y="85976"/>
                  </a:lnTo>
                  <a:lnTo>
                    <a:pt x="145130" y="82266"/>
                  </a:lnTo>
                  <a:lnTo>
                    <a:pt x="149105" y="76592"/>
                  </a:lnTo>
                  <a:lnTo>
                    <a:pt x="169776" y="84469"/>
                  </a:lnTo>
                  <a:lnTo>
                    <a:pt x="173964" y="78550"/>
                  </a:lnTo>
                  <a:lnTo>
                    <a:pt x="171424" y="75362"/>
                  </a:lnTo>
                  <a:lnTo>
                    <a:pt x="173964" y="72129"/>
                  </a:lnTo>
                  <a:lnTo>
                    <a:pt x="171825" y="69442"/>
                  </a:lnTo>
                  <a:lnTo>
                    <a:pt x="170845" y="64752"/>
                  </a:lnTo>
                  <a:lnTo>
                    <a:pt x="166034" y="59971"/>
                  </a:lnTo>
                  <a:lnTo>
                    <a:pt x="165054" y="57785"/>
                  </a:lnTo>
                  <a:lnTo>
                    <a:pt x="165767" y="45672"/>
                  </a:lnTo>
                  <a:lnTo>
                    <a:pt x="163316" y="43623"/>
                  </a:lnTo>
                  <a:lnTo>
                    <a:pt x="161846" y="41620"/>
                  </a:lnTo>
                  <a:lnTo>
                    <a:pt x="163272" y="39844"/>
                  </a:lnTo>
                  <a:lnTo>
                    <a:pt x="153159" y="33150"/>
                  </a:lnTo>
                  <a:lnTo>
                    <a:pt x="154406" y="31920"/>
                  </a:lnTo>
                  <a:lnTo>
                    <a:pt x="161980" y="25044"/>
                  </a:lnTo>
                  <a:lnTo>
                    <a:pt x="162737" y="23496"/>
                  </a:lnTo>
                  <a:lnTo>
                    <a:pt x="163450" y="21174"/>
                  </a:lnTo>
                  <a:lnTo>
                    <a:pt x="164296" y="20172"/>
                  </a:lnTo>
                  <a:lnTo>
                    <a:pt x="165722" y="19398"/>
                  </a:lnTo>
                  <a:lnTo>
                    <a:pt x="166969" y="19398"/>
                  </a:lnTo>
                  <a:lnTo>
                    <a:pt x="169152" y="19808"/>
                  </a:lnTo>
                  <a:lnTo>
                    <a:pt x="173652" y="18943"/>
                  </a:lnTo>
                  <a:lnTo>
                    <a:pt x="188665" y="5236"/>
                  </a:lnTo>
                  <a:lnTo>
                    <a:pt x="19565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3072135" y="4969938"/>
              <a:ext cx="165133" cy="139635"/>
            </a:xfrm>
            <a:custGeom>
              <a:avLst/>
              <a:pathLst>
                <a:path w="165133" h="139635">
                  <a:moveTo>
                    <a:pt x="156043" y="21295"/>
                  </a:moveTo>
                  <a:lnTo>
                    <a:pt x="150638" y="42946"/>
                  </a:lnTo>
                  <a:lnTo>
                    <a:pt x="154815" y="42775"/>
                  </a:lnTo>
                  <a:lnTo>
                    <a:pt x="157825" y="41996"/>
                  </a:lnTo>
                  <a:lnTo>
                    <a:pt x="158240" y="59965"/>
                  </a:lnTo>
                  <a:lnTo>
                    <a:pt x="164978" y="62014"/>
                  </a:lnTo>
                  <a:lnTo>
                    <a:pt x="165133" y="62104"/>
                  </a:lnTo>
                  <a:lnTo>
                    <a:pt x="164520" y="63521"/>
                  </a:lnTo>
                  <a:lnTo>
                    <a:pt x="163396" y="65677"/>
                  </a:lnTo>
                  <a:lnTo>
                    <a:pt x="162694" y="66452"/>
                  </a:lnTo>
                  <a:lnTo>
                    <a:pt x="161892" y="67204"/>
                  </a:lnTo>
                  <a:lnTo>
                    <a:pt x="161731" y="67437"/>
                  </a:lnTo>
                  <a:lnTo>
                    <a:pt x="160990" y="68513"/>
                  </a:lnTo>
                  <a:lnTo>
                    <a:pt x="160158" y="70977"/>
                  </a:lnTo>
                  <a:lnTo>
                    <a:pt x="159896" y="71724"/>
                  </a:lnTo>
                  <a:lnTo>
                    <a:pt x="158014" y="75638"/>
                  </a:lnTo>
                  <a:lnTo>
                    <a:pt x="157452" y="76659"/>
                  </a:lnTo>
                  <a:lnTo>
                    <a:pt x="154734" y="75612"/>
                  </a:lnTo>
                  <a:lnTo>
                    <a:pt x="152719" y="75152"/>
                  </a:lnTo>
                  <a:lnTo>
                    <a:pt x="150777" y="75189"/>
                  </a:lnTo>
                  <a:lnTo>
                    <a:pt x="142494" y="76345"/>
                  </a:lnTo>
                  <a:lnTo>
                    <a:pt x="141975" y="76418"/>
                  </a:lnTo>
                  <a:lnTo>
                    <a:pt x="140992" y="77083"/>
                  </a:lnTo>
                  <a:lnTo>
                    <a:pt x="142112" y="75914"/>
                  </a:lnTo>
                  <a:lnTo>
                    <a:pt x="143914" y="74032"/>
                  </a:lnTo>
                  <a:lnTo>
                    <a:pt x="140942" y="73188"/>
                  </a:lnTo>
                  <a:lnTo>
                    <a:pt x="140711" y="73122"/>
                  </a:lnTo>
                  <a:lnTo>
                    <a:pt x="137956" y="71426"/>
                  </a:lnTo>
                  <a:lnTo>
                    <a:pt x="135617" y="69987"/>
                  </a:lnTo>
                  <a:lnTo>
                    <a:pt x="135042" y="69642"/>
                  </a:lnTo>
                  <a:lnTo>
                    <a:pt x="131169" y="67315"/>
                  </a:lnTo>
                  <a:lnTo>
                    <a:pt x="130903" y="67155"/>
                  </a:lnTo>
                  <a:lnTo>
                    <a:pt x="129081" y="66065"/>
                  </a:lnTo>
                  <a:lnTo>
                    <a:pt x="127274" y="64531"/>
                  </a:lnTo>
                  <a:lnTo>
                    <a:pt x="127917" y="63323"/>
                  </a:lnTo>
                  <a:lnTo>
                    <a:pt x="128322" y="62561"/>
                  </a:lnTo>
                  <a:lnTo>
                    <a:pt x="128879" y="61514"/>
                  </a:lnTo>
                  <a:lnTo>
                    <a:pt x="129030" y="61230"/>
                  </a:lnTo>
                  <a:lnTo>
                    <a:pt x="129440" y="60665"/>
                  </a:lnTo>
                  <a:lnTo>
                    <a:pt x="129232" y="60577"/>
                  </a:lnTo>
                  <a:lnTo>
                    <a:pt x="125463" y="58357"/>
                  </a:lnTo>
                  <a:lnTo>
                    <a:pt x="122930" y="57146"/>
                  </a:lnTo>
                  <a:lnTo>
                    <a:pt x="121134" y="56368"/>
                  </a:lnTo>
                  <a:lnTo>
                    <a:pt x="120959" y="56292"/>
                  </a:lnTo>
                  <a:lnTo>
                    <a:pt x="119480" y="56056"/>
                  </a:lnTo>
                  <a:lnTo>
                    <a:pt x="118982" y="55976"/>
                  </a:lnTo>
                  <a:lnTo>
                    <a:pt x="117696" y="55825"/>
                  </a:lnTo>
                  <a:lnTo>
                    <a:pt x="116526" y="55780"/>
                  </a:lnTo>
                  <a:lnTo>
                    <a:pt x="115681" y="55904"/>
                  </a:lnTo>
                  <a:lnTo>
                    <a:pt x="111795" y="56475"/>
                  </a:lnTo>
                  <a:lnTo>
                    <a:pt x="111637" y="56508"/>
                  </a:lnTo>
                  <a:lnTo>
                    <a:pt x="111591" y="56321"/>
                  </a:lnTo>
                  <a:lnTo>
                    <a:pt x="111292" y="56317"/>
                  </a:lnTo>
                  <a:lnTo>
                    <a:pt x="110487" y="56305"/>
                  </a:lnTo>
                  <a:lnTo>
                    <a:pt x="109865" y="56297"/>
                  </a:lnTo>
                  <a:lnTo>
                    <a:pt x="108831" y="56096"/>
                  </a:lnTo>
                  <a:lnTo>
                    <a:pt x="108066" y="55714"/>
                  </a:lnTo>
                  <a:lnTo>
                    <a:pt x="107205" y="55284"/>
                  </a:lnTo>
                  <a:lnTo>
                    <a:pt x="106413" y="54017"/>
                  </a:lnTo>
                  <a:lnTo>
                    <a:pt x="105790" y="53270"/>
                  </a:lnTo>
                  <a:lnTo>
                    <a:pt x="105638" y="53118"/>
                  </a:lnTo>
                  <a:lnTo>
                    <a:pt x="104589" y="52379"/>
                  </a:lnTo>
                  <a:lnTo>
                    <a:pt x="104419" y="52259"/>
                  </a:lnTo>
                  <a:lnTo>
                    <a:pt x="103458" y="51818"/>
                  </a:lnTo>
                  <a:lnTo>
                    <a:pt x="102736" y="51627"/>
                  </a:lnTo>
                  <a:lnTo>
                    <a:pt x="102518" y="51569"/>
                  </a:lnTo>
                  <a:lnTo>
                    <a:pt x="101655" y="51626"/>
                  </a:lnTo>
                  <a:lnTo>
                    <a:pt x="100625" y="52017"/>
                  </a:lnTo>
                  <a:lnTo>
                    <a:pt x="98513" y="53112"/>
                  </a:lnTo>
                  <a:lnTo>
                    <a:pt x="98173" y="53289"/>
                  </a:lnTo>
                  <a:lnTo>
                    <a:pt x="96614" y="53991"/>
                  </a:lnTo>
                  <a:lnTo>
                    <a:pt x="95975" y="54382"/>
                  </a:lnTo>
                  <a:lnTo>
                    <a:pt x="94796" y="54912"/>
                  </a:lnTo>
                  <a:lnTo>
                    <a:pt x="92284" y="56731"/>
                  </a:lnTo>
                  <a:lnTo>
                    <a:pt x="91734" y="57129"/>
                  </a:lnTo>
                  <a:lnTo>
                    <a:pt x="94128" y="59407"/>
                  </a:lnTo>
                  <a:lnTo>
                    <a:pt x="95520" y="60731"/>
                  </a:lnTo>
                  <a:lnTo>
                    <a:pt x="98039" y="63377"/>
                  </a:lnTo>
                  <a:lnTo>
                    <a:pt x="98337" y="63690"/>
                  </a:lnTo>
                  <a:lnTo>
                    <a:pt x="100975" y="66461"/>
                  </a:lnTo>
                  <a:lnTo>
                    <a:pt x="101501" y="66994"/>
                  </a:lnTo>
                  <a:lnTo>
                    <a:pt x="104147" y="69672"/>
                  </a:lnTo>
                  <a:lnTo>
                    <a:pt x="105351" y="70892"/>
                  </a:lnTo>
                  <a:lnTo>
                    <a:pt x="105208" y="71092"/>
                  </a:lnTo>
                  <a:lnTo>
                    <a:pt x="100955" y="77018"/>
                  </a:lnTo>
                  <a:lnTo>
                    <a:pt x="97227" y="75366"/>
                  </a:lnTo>
                  <a:lnTo>
                    <a:pt x="94766" y="74275"/>
                  </a:lnTo>
                  <a:lnTo>
                    <a:pt x="92930" y="73313"/>
                  </a:lnTo>
                  <a:lnTo>
                    <a:pt x="89076" y="71674"/>
                  </a:lnTo>
                  <a:lnTo>
                    <a:pt x="88806" y="71294"/>
                  </a:lnTo>
                  <a:lnTo>
                    <a:pt x="86938" y="68669"/>
                  </a:lnTo>
                  <a:lnTo>
                    <a:pt x="86102" y="67673"/>
                  </a:lnTo>
                  <a:lnTo>
                    <a:pt x="81326" y="65909"/>
                  </a:lnTo>
                  <a:lnTo>
                    <a:pt x="80629" y="65921"/>
                  </a:lnTo>
                  <a:lnTo>
                    <a:pt x="74083" y="66030"/>
                  </a:lnTo>
                  <a:lnTo>
                    <a:pt x="73773" y="66035"/>
                  </a:lnTo>
                  <a:lnTo>
                    <a:pt x="73732" y="67323"/>
                  </a:lnTo>
                  <a:lnTo>
                    <a:pt x="73723" y="67595"/>
                  </a:lnTo>
                  <a:lnTo>
                    <a:pt x="73660" y="69521"/>
                  </a:lnTo>
                  <a:lnTo>
                    <a:pt x="73628" y="70539"/>
                  </a:lnTo>
                  <a:lnTo>
                    <a:pt x="73693" y="73092"/>
                  </a:lnTo>
                  <a:lnTo>
                    <a:pt x="71204" y="74109"/>
                  </a:lnTo>
                  <a:lnTo>
                    <a:pt x="68750" y="75100"/>
                  </a:lnTo>
                  <a:lnTo>
                    <a:pt x="67372" y="75656"/>
                  </a:lnTo>
                  <a:lnTo>
                    <a:pt x="64297" y="76898"/>
                  </a:lnTo>
                  <a:lnTo>
                    <a:pt x="62010" y="77822"/>
                  </a:lnTo>
                  <a:lnTo>
                    <a:pt x="61498" y="78029"/>
                  </a:lnTo>
                  <a:lnTo>
                    <a:pt x="61191" y="78153"/>
                  </a:lnTo>
                  <a:lnTo>
                    <a:pt x="59412" y="76944"/>
                  </a:lnTo>
                  <a:lnTo>
                    <a:pt x="59157" y="76915"/>
                  </a:lnTo>
                  <a:lnTo>
                    <a:pt x="52977" y="80163"/>
                  </a:lnTo>
                  <a:lnTo>
                    <a:pt x="51679" y="80845"/>
                  </a:lnTo>
                  <a:lnTo>
                    <a:pt x="50901" y="82391"/>
                  </a:lnTo>
                  <a:lnTo>
                    <a:pt x="50146" y="83892"/>
                  </a:lnTo>
                  <a:lnTo>
                    <a:pt x="49322" y="83681"/>
                  </a:lnTo>
                  <a:lnTo>
                    <a:pt x="46236" y="82892"/>
                  </a:lnTo>
                  <a:lnTo>
                    <a:pt x="46208" y="83768"/>
                  </a:lnTo>
                  <a:lnTo>
                    <a:pt x="46167" y="85042"/>
                  </a:lnTo>
                  <a:lnTo>
                    <a:pt x="46061" y="88287"/>
                  </a:lnTo>
                  <a:lnTo>
                    <a:pt x="46262" y="89972"/>
                  </a:lnTo>
                  <a:lnTo>
                    <a:pt x="46383" y="90186"/>
                  </a:lnTo>
                  <a:lnTo>
                    <a:pt x="47019" y="91315"/>
                  </a:lnTo>
                  <a:lnTo>
                    <a:pt x="47654" y="92757"/>
                  </a:lnTo>
                  <a:lnTo>
                    <a:pt x="47998" y="93536"/>
                  </a:lnTo>
                  <a:lnTo>
                    <a:pt x="48133" y="93842"/>
                  </a:lnTo>
                  <a:lnTo>
                    <a:pt x="48272" y="94166"/>
                  </a:lnTo>
                  <a:lnTo>
                    <a:pt x="49046" y="95960"/>
                  </a:lnTo>
                  <a:lnTo>
                    <a:pt x="49190" y="96655"/>
                  </a:lnTo>
                  <a:lnTo>
                    <a:pt x="49389" y="97622"/>
                  </a:lnTo>
                  <a:lnTo>
                    <a:pt x="49692" y="98942"/>
                  </a:lnTo>
                  <a:lnTo>
                    <a:pt x="50169" y="100631"/>
                  </a:lnTo>
                  <a:lnTo>
                    <a:pt x="52342" y="103192"/>
                  </a:lnTo>
                  <a:lnTo>
                    <a:pt x="54515" y="105406"/>
                  </a:lnTo>
                  <a:lnTo>
                    <a:pt x="54700" y="105595"/>
                  </a:lnTo>
                  <a:lnTo>
                    <a:pt x="54944" y="105843"/>
                  </a:lnTo>
                  <a:lnTo>
                    <a:pt x="55317" y="106218"/>
                  </a:lnTo>
                  <a:lnTo>
                    <a:pt x="57594" y="108502"/>
                  </a:lnTo>
                  <a:lnTo>
                    <a:pt x="58262" y="109919"/>
                  </a:lnTo>
                  <a:lnTo>
                    <a:pt x="59402" y="112689"/>
                  </a:lnTo>
                  <a:lnTo>
                    <a:pt x="59632" y="113171"/>
                  </a:lnTo>
                  <a:lnTo>
                    <a:pt x="59783" y="113488"/>
                  </a:lnTo>
                  <a:lnTo>
                    <a:pt x="60401" y="114734"/>
                  </a:lnTo>
                  <a:lnTo>
                    <a:pt x="61888" y="116527"/>
                  </a:lnTo>
                  <a:lnTo>
                    <a:pt x="63172" y="117898"/>
                  </a:lnTo>
                  <a:lnTo>
                    <a:pt x="63938" y="119023"/>
                  </a:lnTo>
                  <a:lnTo>
                    <a:pt x="64099" y="119260"/>
                  </a:lnTo>
                  <a:lnTo>
                    <a:pt x="64494" y="119840"/>
                  </a:lnTo>
                  <a:lnTo>
                    <a:pt x="66064" y="121240"/>
                  </a:lnTo>
                  <a:lnTo>
                    <a:pt x="68136" y="122111"/>
                  </a:lnTo>
                  <a:lnTo>
                    <a:pt x="70023" y="122828"/>
                  </a:lnTo>
                  <a:lnTo>
                    <a:pt x="71120" y="124264"/>
                  </a:lnTo>
                  <a:lnTo>
                    <a:pt x="71143" y="126034"/>
                  </a:lnTo>
                  <a:lnTo>
                    <a:pt x="70893" y="127286"/>
                  </a:lnTo>
                  <a:lnTo>
                    <a:pt x="70531" y="128367"/>
                  </a:lnTo>
                  <a:lnTo>
                    <a:pt x="70364" y="129421"/>
                  </a:lnTo>
                  <a:lnTo>
                    <a:pt x="70308" y="130445"/>
                  </a:lnTo>
                  <a:lnTo>
                    <a:pt x="70475" y="131384"/>
                  </a:lnTo>
                  <a:lnTo>
                    <a:pt x="70809" y="132750"/>
                  </a:lnTo>
                  <a:lnTo>
                    <a:pt x="67763" y="133867"/>
                  </a:lnTo>
                  <a:lnTo>
                    <a:pt x="65825" y="134745"/>
                  </a:lnTo>
                  <a:lnTo>
                    <a:pt x="64522" y="135335"/>
                  </a:lnTo>
                  <a:lnTo>
                    <a:pt x="61856" y="136698"/>
                  </a:lnTo>
                  <a:lnTo>
                    <a:pt x="61219" y="136986"/>
                  </a:lnTo>
                  <a:lnTo>
                    <a:pt x="55614" y="139526"/>
                  </a:lnTo>
                  <a:lnTo>
                    <a:pt x="55358" y="139635"/>
                  </a:lnTo>
                  <a:lnTo>
                    <a:pt x="54341" y="138524"/>
                  </a:lnTo>
                  <a:lnTo>
                    <a:pt x="50805" y="134661"/>
                  </a:lnTo>
                  <a:lnTo>
                    <a:pt x="49444" y="133173"/>
                  </a:lnTo>
                  <a:lnTo>
                    <a:pt x="48983" y="132670"/>
                  </a:lnTo>
                  <a:lnTo>
                    <a:pt x="43416" y="125718"/>
                  </a:lnTo>
                  <a:lnTo>
                    <a:pt x="35734" y="117952"/>
                  </a:lnTo>
                  <a:lnTo>
                    <a:pt x="28009" y="103850"/>
                  </a:lnTo>
                  <a:lnTo>
                    <a:pt x="30828" y="102077"/>
                  </a:lnTo>
                  <a:lnTo>
                    <a:pt x="29165" y="100617"/>
                  </a:lnTo>
                  <a:lnTo>
                    <a:pt x="27904" y="99509"/>
                  </a:lnTo>
                  <a:lnTo>
                    <a:pt x="25660" y="98662"/>
                  </a:lnTo>
                  <a:lnTo>
                    <a:pt x="22230" y="97979"/>
                  </a:lnTo>
                  <a:lnTo>
                    <a:pt x="14812" y="91084"/>
                  </a:lnTo>
                  <a:lnTo>
                    <a:pt x="20893" y="84455"/>
                  </a:lnTo>
                  <a:lnTo>
                    <a:pt x="15592" y="78808"/>
                  </a:lnTo>
                  <a:lnTo>
                    <a:pt x="9067" y="84577"/>
                  </a:lnTo>
                  <a:lnTo>
                    <a:pt x="3630" y="77592"/>
                  </a:lnTo>
                  <a:lnTo>
                    <a:pt x="5568" y="76304"/>
                  </a:lnTo>
                  <a:lnTo>
                    <a:pt x="2673" y="72279"/>
                  </a:lnTo>
                  <a:lnTo>
                    <a:pt x="0" y="68562"/>
                  </a:lnTo>
                  <a:lnTo>
                    <a:pt x="1717" y="66974"/>
                  </a:lnTo>
                  <a:lnTo>
                    <a:pt x="12275" y="57208"/>
                  </a:lnTo>
                  <a:lnTo>
                    <a:pt x="13815" y="55924"/>
                  </a:lnTo>
                  <a:lnTo>
                    <a:pt x="17324" y="59168"/>
                  </a:lnTo>
                  <a:lnTo>
                    <a:pt x="31023" y="47300"/>
                  </a:lnTo>
                  <a:lnTo>
                    <a:pt x="29259" y="43783"/>
                  </a:lnTo>
                  <a:lnTo>
                    <a:pt x="50068" y="26724"/>
                  </a:lnTo>
                  <a:lnTo>
                    <a:pt x="53448" y="23598"/>
                  </a:lnTo>
                  <a:lnTo>
                    <a:pt x="53978" y="23547"/>
                  </a:lnTo>
                  <a:lnTo>
                    <a:pt x="60927" y="29541"/>
                  </a:lnTo>
                  <a:lnTo>
                    <a:pt x="69138" y="34368"/>
                  </a:lnTo>
                  <a:lnTo>
                    <a:pt x="73122" y="44995"/>
                  </a:lnTo>
                  <a:lnTo>
                    <a:pt x="77382" y="45507"/>
                  </a:lnTo>
                  <a:lnTo>
                    <a:pt x="80250" y="34828"/>
                  </a:lnTo>
                  <a:lnTo>
                    <a:pt x="101690" y="32444"/>
                  </a:lnTo>
                  <a:lnTo>
                    <a:pt x="102445" y="27477"/>
                  </a:lnTo>
                  <a:lnTo>
                    <a:pt x="103068" y="23385"/>
                  </a:lnTo>
                  <a:lnTo>
                    <a:pt x="104298" y="15306"/>
                  </a:lnTo>
                  <a:lnTo>
                    <a:pt x="115639" y="5891"/>
                  </a:lnTo>
                  <a:lnTo>
                    <a:pt x="125496" y="341"/>
                  </a:lnTo>
                  <a:lnTo>
                    <a:pt x="132512" y="0"/>
                  </a:lnTo>
                  <a:lnTo>
                    <a:pt x="138861" y="3073"/>
                  </a:lnTo>
                  <a:lnTo>
                    <a:pt x="145710" y="89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3118196" y="4995482"/>
              <a:ext cx="252203" cy="308178"/>
            </a:xfrm>
            <a:custGeom>
              <a:avLst/>
              <a:pathLst>
                <a:path w="252203" h="308178">
                  <a:moveTo>
                    <a:pt x="176844" y="3019"/>
                  </a:moveTo>
                  <a:lnTo>
                    <a:pt x="171470" y="15194"/>
                  </a:lnTo>
                  <a:lnTo>
                    <a:pt x="178019" y="18200"/>
                  </a:lnTo>
                  <a:lnTo>
                    <a:pt x="180950" y="10844"/>
                  </a:lnTo>
                  <a:lnTo>
                    <a:pt x="186455" y="13331"/>
                  </a:lnTo>
                  <a:lnTo>
                    <a:pt x="179709" y="32188"/>
                  </a:lnTo>
                  <a:lnTo>
                    <a:pt x="178700" y="35459"/>
                  </a:lnTo>
                  <a:lnTo>
                    <a:pt x="186615" y="37452"/>
                  </a:lnTo>
                  <a:lnTo>
                    <a:pt x="190996" y="38555"/>
                  </a:lnTo>
                  <a:lnTo>
                    <a:pt x="189121" y="47214"/>
                  </a:lnTo>
                  <a:lnTo>
                    <a:pt x="188590" y="49666"/>
                  </a:lnTo>
                  <a:lnTo>
                    <a:pt x="190673" y="49254"/>
                  </a:lnTo>
                  <a:lnTo>
                    <a:pt x="202846" y="46843"/>
                  </a:lnTo>
                  <a:lnTo>
                    <a:pt x="210776" y="55859"/>
                  </a:lnTo>
                  <a:lnTo>
                    <a:pt x="220220" y="63145"/>
                  </a:lnTo>
                  <a:lnTo>
                    <a:pt x="222270" y="65240"/>
                  </a:lnTo>
                  <a:lnTo>
                    <a:pt x="217447" y="74541"/>
                  </a:lnTo>
                  <a:lnTo>
                    <a:pt x="222893" y="74165"/>
                  </a:lnTo>
                  <a:lnTo>
                    <a:pt x="227437" y="75440"/>
                  </a:lnTo>
                  <a:lnTo>
                    <a:pt x="232962" y="79174"/>
                  </a:lnTo>
                  <a:lnTo>
                    <a:pt x="239733" y="85367"/>
                  </a:lnTo>
                  <a:lnTo>
                    <a:pt x="248465" y="91468"/>
                  </a:lnTo>
                  <a:lnTo>
                    <a:pt x="252203" y="97201"/>
                  </a:lnTo>
                  <a:lnTo>
                    <a:pt x="251547" y="108180"/>
                  </a:lnTo>
                  <a:lnTo>
                    <a:pt x="241968" y="126849"/>
                  </a:lnTo>
                  <a:lnTo>
                    <a:pt x="239028" y="128216"/>
                  </a:lnTo>
                  <a:lnTo>
                    <a:pt x="223748" y="124163"/>
                  </a:lnTo>
                  <a:lnTo>
                    <a:pt x="221832" y="125119"/>
                  </a:lnTo>
                  <a:lnTo>
                    <a:pt x="220005" y="130629"/>
                  </a:lnTo>
                  <a:lnTo>
                    <a:pt x="221520" y="134818"/>
                  </a:lnTo>
                  <a:lnTo>
                    <a:pt x="223035" y="137186"/>
                  </a:lnTo>
                  <a:lnTo>
                    <a:pt x="226701" y="142536"/>
                  </a:lnTo>
                  <a:lnTo>
                    <a:pt x="225461" y="149138"/>
                  </a:lnTo>
                  <a:lnTo>
                    <a:pt x="225345" y="149755"/>
                  </a:lnTo>
                  <a:lnTo>
                    <a:pt x="217416" y="149299"/>
                  </a:lnTo>
                  <a:lnTo>
                    <a:pt x="215773" y="148434"/>
                  </a:lnTo>
                  <a:lnTo>
                    <a:pt x="214651" y="149920"/>
                  </a:lnTo>
                  <a:lnTo>
                    <a:pt x="215913" y="151867"/>
                  </a:lnTo>
                  <a:lnTo>
                    <a:pt x="218062" y="155185"/>
                  </a:lnTo>
                  <a:lnTo>
                    <a:pt x="217907" y="157515"/>
                  </a:lnTo>
                  <a:lnTo>
                    <a:pt x="217783" y="159383"/>
                  </a:lnTo>
                  <a:lnTo>
                    <a:pt x="215625" y="160948"/>
                  </a:lnTo>
                  <a:lnTo>
                    <a:pt x="212214" y="161588"/>
                  </a:lnTo>
                  <a:lnTo>
                    <a:pt x="206855" y="167280"/>
                  </a:lnTo>
                  <a:lnTo>
                    <a:pt x="206019" y="169771"/>
                  </a:lnTo>
                  <a:lnTo>
                    <a:pt x="202330" y="172617"/>
                  </a:lnTo>
                  <a:lnTo>
                    <a:pt x="197107" y="182540"/>
                  </a:lnTo>
                  <a:lnTo>
                    <a:pt x="200181" y="186684"/>
                  </a:lnTo>
                  <a:lnTo>
                    <a:pt x="200136" y="191921"/>
                  </a:lnTo>
                  <a:lnTo>
                    <a:pt x="189731" y="195527"/>
                  </a:lnTo>
                  <a:lnTo>
                    <a:pt x="197527" y="212319"/>
                  </a:lnTo>
                  <a:lnTo>
                    <a:pt x="197527" y="215805"/>
                  </a:lnTo>
                  <a:lnTo>
                    <a:pt x="194325" y="221639"/>
                  </a:lnTo>
                  <a:lnTo>
                    <a:pt x="192724" y="230106"/>
                  </a:lnTo>
                  <a:lnTo>
                    <a:pt x="197249" y="234660"/>
                  </a:lnTo>
                  <a:lnTo>
                    <a:pt x="200103" y="238146"/>
                  </a:lnTo>
                  <a:lnTo>
                    <a:pt x="203235" y="237292"/>
                  </a:lnTo>
                  <a:lnTo>
                    <a:pt x="203931" y="232881"/>
                  </a:lnTo>
                  <a:lnTo>
                    <a:pt x="207481" y="222849"/>
                  </a:lnTo>
                  <a:lnTo>
                    <a:pt x="209438" y="220563"/>
                  </a:lnTo>
                  <a:lnTo>
                    <a:pt x="211379" y="218295"/>
                  </a:lnTo>
                  <a:lnTo>
                    <a:pt x="213927" y="193879"/>
                  </a:lnTo>
                  <a:lnTo>
                    <a:pt x="216073" y="193879"/>
                  </a:lnTo>
                  <a:lnTo>
                    <a:pt x="218565" y="193879"/>
                  </a:lnTo>
                  <a:lnTo>
                    <a:pt x="222079" y="193879"/>
                  </a:lnTo>
                  <a:lnTo>
                    <a:pt x="222045" y="194241"/>
                  </a:lnTo>
                  <a:lnTo>
                    <a:pt x="221478" y="200129"/>
                  </a:lnTo>
                  <a:lnTo>
                    <a:pt x="222802" y="200282"/>
                  </a:lnTo>
                  <a:lnTo>
                    <a:pt x="226223" y="200675"/>
                  </a:lnTo>
                  <a:lnTo>
                    <a:pt x="226680" y="201117"/>
                  </a:lnTo>
                  <a:lnTo>
                    <a:pt x="238941" y="212935"/>
                  </a:lnTo>
                  <a:lnTo>
                    <a:pt x="239233" y="214852"/>
                  </a:lnTo>
                  <a:lnTo>
                    <a:pt x="238672" y="217745"/>
                  </a:lnTo>
                  <a:lnTo>
                    <a:pt x="225955" y="217602"/>
                  </a:lnTo>
                  <a:lnTo>
                    <a:pt x="226018" y="219943"/>
                  </a:lnTo>
                  <a:lnTo>
                    <a:pt x="225981" y="221357"/>
                  </a:lnTo>
                  <a:lnTo>
                    <a:pt x="225845" y="226555"/>
                  </a:lnTo>
                  <a:lnTo>
                    <a:pt x="225743" y="230455"/>
                  </a:lnTo>
                  <a:lnTo>
                    <a:pt x="225930" y="230486"/>
                  </a:lnTo>
                  <a:lnTo>
                    <a:pt x="227876" y="230802"/>
                  </a:lnTo>
                  <a:lnTo>
                    <a:pt x="233330" y="227917"/>
                  </a:lnTo>
                  <a:lnTo>
                    <a:pt x="237689" y="234967"/>
                  </a:lnTo>
                  <a:lnTo>
                    <a:pt x="236863" y="235424"/>
                  </a:lnTo>
                  <a:lnTo>
                    <a:pt x="236462" y="235646"/>
                  </a:lnTo>
                  <a:lnTo>
                    <a:pt x="232286" y="237962"/>
                  </a:lnTo>
                  <a:lnTo>
                    <a:pt x="231211" y="238815"/>
                  </a:lnTo>
                  <a:lnTo>
                    <a:pt x="229999" y="239776"/>
                  </a:lnTo>
                  <a:lnTo>
                    <a:pt x="229650" y="240053"/>
                  </a:lnTo>
                  <a:lnTo>
                    <a:pt x="228289" y="241280"/>
                  </a:lnTo>
                  <a:lnTo>
                    <a:pt x="227513" y="241978"/>
                  </a:lnTo>
                  <a:lnTo>
                    <a:pt x="227130" y="242323"/>
                  </a:lnTo>
                  <a:lnTo>
                    <a:pt x="225176" y="244083"/>
                  </a:lnTo>
                  <a:lnTo>
                    <a:pt x="224539" y="244656"/>
                  </a:lnTo>
                  <a:lnTo>
                    <a:pt x="224277" y="244893"/>
                  </a:lnTo>
                  <a:lnTo>
                    <a:pt x="222680" y="246331"/>
                  </a:lnTo>
                  <a:lnTo>
                    <a:pt x="222366" y="246614"/>
                  </a:lnTo>
                  <a:lnTo>
                    <a:pt x="221903" y="247031"/>
                  </a:lnTo>
                  <a:lnTo>
                    <a:pt x="221491" y="247399"/>
                  </a:lnTo>
                  <a:lnTo>
                    <a:pt x="221204" y="247616"/>
                  </a:lnTo>
                  <a:lnTo>
                    <a:pt x="220717" y="247982"/>
                  </a:lnTo>
                  <a:lnTo>
                    <a:pt x="220443" y="248188"/>
                  </a:lnTo>
                  <a:lnTo>
                    <a:pt x="219924" y="248580"/>
                  </a:lnTo>
                  <a:lnTo>
                    <a:pt x="219573" y="248682"/>
                  </a:lnTo>
                  <a:lnTo>
                    <a:pt x="219222" y="248785"/>
                  </a:lnTo>
                  <a:lnTo>
                    <a:pt x="218660" y="248780"/>
                  </a:lnTo>
                  <a:lnTo>
                    <a:pt x="217415" y="248773"/>
                  </a:lnTo>
                  <a:lnTo>
                    <a:pt x="217043" y="248781"/>
                  </a:lnTo>
                  <a:lnTo>
                    <a:pt x="212419" y="248878"/>
                  </a:lnTo>
                  <a:lnTo>
                    <a:pt x="212079" y="248880"/>
                  </a:lnTo>
                  <a:lnTo>
                    <a:pt x="211824" y="248882"/>
                  </a:lnTo>
                  <a:lnTo>
                    <a:pt x="211542" y="248884"/>
                  </a:lnTo>
                  <a:lnTo>
                    <a:pt x="210111" y="262506"/>
                  </a:lnTo>
                  <a:lnTo>
                    <a:pt x="216279" y="262989"/>
                  </a:lnTo>
                  <a:lnTo>
                    <a:pt x="215233" y="270617"/>
                  </a:lnTo>
                  <a:lnTo>
                    <a:pt x="214852" y="273397"/>
                  </a:lnTo>
                  <a:lnTo>
                    <a:pt x="216268" y="273993"/>
                  </a:lnTo>
                  <a:lnTo>
                    <a:pt x="212512" y="283075"/>
                  </a:lnTo>
                  <a:lnTo>
                    <a:pt x="210741" y="287359"/>
                  </a:lnTo>
                  <a:lnTo>
                    <a:pt x="210290" y="288448"/>
                  </a:lnTo>
                  <a:lnTo>
                    <a:pt x="205820" y="286228"/>
                  </a:lnTo>
                  <a:lnTo>
                    <a:pt x="197992" y="287960"/>
                  </a:lnTo>
                  <a:lnTo>
                    <a:pt x="196906" y="288201"/>
                  </a:lnTo>
                  <a:lnTo>
                    <a:pt x="195865" y="288431"/>
                  </a:lnTo>
                  <a:lnTo>
                    <a:pt x="195669" y="288509"/>
                  </a:lnTo>
                  <a:lnTo>
                    <a:pt x="195517" y="288569"/>
                  </a:lnTo>
                  <a:lnTo>
                    <a:pt x="186881" y="292077"/>
                  </a:lnTo>
                  <a:lnTo>
                    <a:pt x="179970" y="294885"/>
                  </a:lnTo>
                  <a:lnTo>
                    <a:pt x="176342" y="296358"/>
                  </a:lnTo>
                  <a:lnTo>
                    <a:pt x="165555" y="300740"/>
                  </a:lnTo>
                  <a:lnTo>
                    <a:pt x="157256" y="304331"/>
                  </a:lnTo>
                  <a:lnTo>
                    <a:pt x="147247" y="308178"/>
                  </a:lnTo>
                  <a:lnTo>
                    <a:pt x="142700" y="297447"/>
                  </a:lnTo>
                  <a:lnTo>
                    <a:pt x="131421" y="270089"/>
                  </a:lnTo>
                  <a:lnTo>
                    <a:pt x="127357" y="260305"/>
                  </a:lnTo>
                  <a:lnTo>
                    <a:pt x="124494" y="253414"/>
                  </a:lnTo>
                  <a:lnTo>
                    <a:pt x="120472" y="243730"/>
                  </a:lnTo>
                  <a:lnTo>
                    <a:pt x="120162" y="242985"/>
                  </a:lnTo>
                  <a:lnTo>
                    <a:pt x="117421" y="236387"/>
                  </a:lnTo>
                  <a:lnTo>
                    <a:pt x="115200" y="231039"/>
                  </a:lnTo>
                  <a:lnTo>
                    <a:pt x="110390" y="219460"/>
                  </a:lnTo>
                  <a:lnTo>
                    <a:pt x="110063" y="218674"/>
                  </a:lnTo>
                  <a:lnTo>
                    <a:pt x="117347" y="201106"/>
                  </a:lnTo>
                  <a:lnTo>
                    <a:pt x="108330" y="198597"/>
                  </a:lnTo>
                  <a:lnTo>
                    <a:pt x="92794" y="194273"/>
                  </a:lnTo>
                  <a:lnTo>
                    <a:pt x="69074" y="187754"/>
                  </a:lnTo>
                  <a:lnTo>
                    <a:pt x="68673" y="187649"/>
                  </a:lnTo>
                  <a:lnTo>
                    <a:pt x="63465" y="186279"/>
                  </a:lnTo>
                  <a:lnTo>
                    <a:pt x="52223" y="183322"/>
                  </a:lnTo>
                  <a:lnTo>
                    <a:pt x="30961" y="177579"/>
                  </a:lnTo>
                  <a:lnTo>
                    <a:pt x="25976" y="176233"/>
                  </a:lnTo>
                  <a:lnTo>
                    <a:pt x="38385" y="167740"/>
                  </a:lnTo>
                  <a:lnTo>
                    <a:pt x="43288" y="164383"/>
                  </a:lnTo>
                  <a:lnTo>
                    <a:pt x="47853" y="160401"/>
                  </a:lnTo>
                  <a:lnTo>
                    <a:pt x="50567" y="156771"/>
                  </a:lnTo>
                  <a:lnTo>
                    <a:pt x="48843" y="155269"/>
                  </a:lnTo>
                  <a:lnTo>
                    <a:pt x="45967" y="152764"/>
                  </a:lnTo>
                  <a:lnTo>
                    <a:pt x="43845" y="150579"/>
                  </a:lnTo>
                  <a:lnTo>
                    <a:pt x="43644" y="150420"/>
                  </a:lnTo>
                  <a:lnTo>
                    <a:pt x="42443" y="149462"/>
                  </a:lnTo>
                  <a:lnTo>
                    <a:pt x="41723" y="148888"/>
                  </a:lnTo>
                  <a:lnTo>
                    <a:pt x="40420" y="147061"/>
                  </a:lnTo>
                  <a:lnTo>
                    <a:pt x="39401" y="146259"/>
                  </a:lnTo>
                  <a:lnTo>
                    <a:pt x="38164" y="145695"/>
                  </a:lnTo>
                  <a:lnTo>
                    <a:pt x="37806" y="145435"/>
                  </a:lnTo>
                  <a:lnTo>
                    <a:pt x="36869" y="144753"/>
                  </a:lnTo>
                  <a:lnTo>
                    <a:pt x="36212" y="143953"/>
                  </a:lnTo>
                  <a:lnTo>
                    <a:pt x="34772" y="141525"/>
                  </a:lnTo>
                  <a:lnTo>
                    <a:pt x="34417" y="140927"/>
                  </a:lnTo>
                  <a:lnTo>
                    <a:pt x="32736" y="139040"/>
                  </a:lnTo>
                  <a:lnTo>
                    <a:pt x="31276" y="138160"/>
                  </a:lnTo>
                  <a:lnTo>
                    <a:pt x="30727" y="137991"/>
                  </a:lnTo>
                  <a:lnTo>
                    <a:pt x="28903" y="135749"/>
                  </a:lnTo>
                  <a:lnTo>
                    <a:pt x="28226" y="134916"/>
                  </a:lnTo>
                  <a:lnTo>
                    <a:pt x="27622" y="134174"/>
                  </a:lnTo>
                  <a:lnTo>
                    <a:pt x="26986" y="132756"/>
                  </a:lnTo>
                  <a:lnTo>
                    <a:pt x="26877" y="131260"/>
                  </a:lnTo>
                  <a:lnTo>
                    <a:pt x="26532" y="129698"/>
                  </a:lnTo>
                  <a:lnTo>
                    <a:pt x="26431" y="129240"/>
                  </a:lnTo>
                  <a:lnTo>
                    <a:pt x="26318" y="128400"/>
                  </a:lnTo>
                  <a:lnTo>
                    <a:pt x="26074" y="127965"/>
                  </a:lnTo>
                  <a:lnTo>
                    <a:pt x="25503" y="127567"/>
                  </a:lnTo>
                  <a:lnTo>
                    <a:pt x="24757" y="127275"/>
                  </a:lnTo>
                  <a:lnTo>
                    <a:pt x="24029" y="126990"/>
                  </a:lnTo>
                  <a:lnTo>
                    <a:pt x="23292" y="126701"/>
                  </a:lnTo>
                  <a:lnTo>
                    <a:pt x="22060" y="126219"/>
                  </a:lnTo>
                  <a:lnTo>
                    <a:pt x="15712" y="123732"/>
                  </a:lnTo>
                  <a:lnTo>
                    <a:pt x="14977" y="123444"/>
                  </a:lnTo>
                  <a:lnTo>
                    <a:pt x="14556" y="123308"/>
                  </a:lnTo>
                  <a:lnTo>
                    <a:pt x="12749" y="122722"/>
                  </a:lnTo>
                  <a:lnTo>
                    <a:pt x="13661" y="122567"/>
                  </a:lnTo>
                  <a:lnTo>
                    <a:pt x="16965" y="122004"/>
                  </a:lnTo>
                  <a:lnTo>
                    <a:pt x="17839" y="121856"/>
                  </a:lnTo>
                  <a:lnTo>
                    <a:pt x="18600" y="121356"/>
                  </a:lnTo>
                  <a:lnTo>
                    <a:pt x="18979" y="120915"/>
                  </a:lnTo>
                  <a:lnTo>
                    <a:pt x="19718" y="120054"/>
                  </a:lnTo>
                  <a:lnTo>
                    <a:pt x="21557" y="117912"/>
                  </a:lnTo>
                  <a:lnTo>
                    <a:pt x="18304" y="114009"/>
                  </a:lnTo>
                  <a:lnTo>
                    <a:pt x="16920" y="112349"/>
                  </a:lnTo>
                  <a:lnTo>
                    <a:pt x="16450" y="111785"/>
                  </a:lnTo>
                  <a:lnTo>
                    <a:pt x="15911" y="111094"/>
                  </a:lnTo>
                  <a:lnTo>
                    <a:pt x="18461" y="109791"/>
                  </a:lnTo>
                  <a:lnTo>
                    <a:pt x="19764" y="109201"/>
                  </a:lnTo>
                  <a:lnTo>
                    <a:pt x="21702" y="108322"/>
                  </a:lnTo>
                  <a:lnTo>
                    <a:pt x="24748" y="107206"/>
                  </a:lnTo>
                  <a:lnTo>
                    <a:pt x="24413" y="105840"/>
                  </a:lnTo>
                  <a:lnTo>
                    <a:pt x="24246" y="104901"/>
                  </a:lnTo>
                  <a:lnTo>
                    <a:pt x="24302" y="103876"/>
                  </a:lnTo>
                  <a:lnTo>
                    <a:pt x="24469" y="102823"/>
                  </a:lnTo>
                  <a:lnTo>
                    <a:pt x="24831" y="101742"/>
                  </a:lnTo>
                  <a:lnTo>
                    <a:pt x="25082" y="100489"/>
                  </a:lnTo>
                  <a:lnTo>
                    <a:pt x="24966" y="98599"/>
                  </a:lnTo>
                  <a:lnTo>
                    <a:pt x="23962" y="97284"/>
                  </a:lnTo>
                  <a:lnTo>
                    <a:pt x="22074" y="96567"/>
                  </a:lnTo>
                  <a:lnTo>
                    <a:pt x="20003" y="95696"/>
                  </a:lnTo>
                  <a:lnTo>
                    <a:pt x="18432" y="94296"/>
                  </a:lnTo>
                  <a:lnTo>
                    <a:pt x="18038" y="93716"/>
                  </a:lnTo>
                  <a:lnTo>
                    <a:pt x="17876" y="93479"/>
                  </a:lnTo>
                  <a:lnTo>
                    <a:pt x="17096" y="92332"/>
                  </a:lnTo>
                  <a:lnTo>
                    <a:pt x="15826" y="90983"/>
                  </a:lnTo>
                  <a:lnTo>
                    <a:pt x="14339" y="89190"/>
                  </a:lnTo>
                  <a:lnTo>
                    <a:pt x="13721" y="87943"/>
                  </a:lnTo>
                  <a:lnTo>
                    <a:pt x="13552" y="87589"/>
                  </a:lnTo>
                  <a:lnTo>
                    <a:pt x="13340" y="87145"/>
                  </a:lnTo>
                  <a:lnTo>
                    <a:pt x="12201" y="84374"/>
                  </a:lnTo>
                  <a:lnTo>
                    <a:pt x="11533" y="82957"/>
                  </a:lnTo>
                  <a:lnTo>
                    <a:pt x="9255" y="80673"/>
                  </a:lnTo>
                  <a:lnTo>
                    <a:pt x="8882" y="80299"/>
                  </a:lnTo>
                  <a:lnTo>
                    <a:pt x="8639" y="80051"/>
                  </a:lnTo>
                  <a:lnTo>
                    <a:pt x="8453" y="79862"/>
                  </a:lnTo>
                  <a:lnTo>
                    <a:pt x="6280" y="77647"/>
                  </a:lnTo>
                  <a:lnTo>
                    <a:pt x="4042" y="74994"/>
                  </a:lnTo>
                  <a:lnTo>
                    <a:pt x="3630" y="73398"/>
                  </a:lnTo>
                  <a:lnTo>
                    <a:pt x="3328" y="72077"/>
                  </a:lnTo>
                  <a:lnTo>
                    <a:pt x="3128" y="71111"/>
                  </a:lnTo>
                  <a:lnTo>
                    <a:pt x="2984" y="70415"/>
                  </a:lnTo>
                  <a:lnTo>
                    <a:pt x="2211" y="68622"/>
                  </a:lnTo>
                  <a:lnTo>
                    <a:pt x="2071" y="68298"/>
                  </a:lnTo>
                  <a:lnTo>
                    <a:pt x="1929" y="67976"/>
                  </a:lnTo>
                  <a:lnTo>
                    <a:pt x="1593" y="67213"/>
                  </a:lnTo>
                  <a:lnTo>
                    <a:pt x="957" y="65771"/>
                  </a:lnTo>
                  <a:lnTo>
                    <a:pt x="321" y="64642"/>
                  </a:lnTo>
                  <a:lnTo>
                    <a:pt x="200" y="64427"/>
                  </a:lnTo>
                  <a:lnTo>
                    <a:pt x="0" y="62742"/>
                  </a:lnTo>
                  <a:lnTo>
                    <a:pt x="105" y="59497"/>
                  </a:lnTo>
                  <a:lnTo>
                    <a:pt x="146" y="58224"/>
                  </a:lnTo>
                  <a:lnTo>
                    <a:pt x="175" y="57348"/>
                  </a:lnTo>
                  <a:lnTo>
                    <a:pt x="3258" y="58114"/>
                  </a:lnTo>
                  <a:lnTo>
                    <a:pt x="4094" y="58329"/>
                  </a:lnTo>
                  <a:lnTo>
                    <a:pt x="4839" y="56847"/>
                  </a:lnTo>
                  <a:lnTo>
                    <a:pt x="5617" y="55301"/>
                  </a:lnTo>
                  <a:lnTo>
                    <a:pt x="6915" y="54618"/>
                  </a:lnTo>
                  <a:lnTo>
                    <a:pt x="13157" y="51378"/>
                  </a:lnTo>
                  <a:lnTo>
                    <a:pt x="13350" y="51400"/>
                  </a:lnTo>
                  <a:lnTo>
                    <a:pt x="15176" y="52589"/>
                  </a:lnTo>
                  <a:lnTo>
                    <a:pt x="15436" y="52484"/>
                  </a:lnTo>
                  <a:lnTo>
                    <a:pt x="15948" y="52278"/>
                  </a:lnTo>
                  <a:lnTo>
                    <a:pt x="18236" y="51354"/>
                  </a:lnTo>
                  <a:lnTo>
                    <a:pt x="21310" y="50112"/>
                  </a:lnTo>
                  <a:lnTo>
                    <a:pt x="22688" y="49555"/>
                  </a:lnTo>
                  <a:lnTo>
                    <a:pt x="25142" y="48564"/>
                  </a:lnTo>
                  <a:lnTo>
                    <a:pt x="27631" y="47547"/>
                  </a:lnTo>
                  <a:lnTo>
                    <a:pt x="27566" y="44994"/>
                  </a:lnTo>
                  <a:lnTo>
                    <a:pt x="27599" y="43977"/>
                  </a:lnTo>
                  <a:lnTo>
                    <a:pt x="27661" y="42051"/>
                  </a:lnTo>
                  <a:lnTo>
                    <a:pt x="27670" y="41779"/>
                  </a:lnTo>
                  <a:lnTo>
                    <a:pt x="27712" y="40490"/>
                  </a:lnTo>
                  <a:lnTo>
                    <a:pt x="28021" y="40485"/>
                  </a:lnTo>
                  <a:lnTo>
                    <a:pt x="34568" y="40376"/>
                  </a:lnTo>
                  <a:lnTo>
                    <a:pt x="35265" y="40365"/>
                  </a:lnTo>
                  <a:lnTo>
                    <a:pt x="40183" y="42300"/>
                  </a:lnTo>
                  <a:lnTo>
                    <a:pt x="40876" y="43124"/>
                  </a:lnTo>
                  <a:lnTo>
                    <a:pt x="42744" y="45750"/>
                  </a:lnTo>
                  <a:lnTo>
                    <a:pt x="43014" y="46130"/>
                  </a:lnTo>
                  <a:lnTo>
                    <a:pt x="46868" y="47769"/>
                  </a:lnTo>
                  <a:lnTo>
                    <a:pt x="48705" y="48731"/>
                  </a:lnTo>
                  <a:lnTo>
                    <a:pt x="51165" y="49821"/>
                  </a:lnTo>
                  <a:lnTo>
                    <a:pt x="54912" y="51448"/>
                  </a:lnTo>
                  <a:lnTo>
                    <a:pt x="59147" y="45547"/>
                  </a:lnTo>
                  <a:lnTo>
                    <a:pt x="59290" y="45348"/>
                  </a:lnTo>
                  <a:lnTo>
                    <a:pt x="58085" y="44128"/>
                  </a:lnTo>
                  <a:lnTo>
                    <a:pt x="55439" y="41449"/>
                  </a:lnTo>
                  <a:lnTo>
                    <a:pt x="54914" y="40917"/>
                  </a:lnTo>
                  <a:lnTo>
                    <a:pt x="52275" y="38146"/>
                  </a:lnTo>
                  <a:lnTo>
                    <a:pt x="51977" y="37833"/>
                  </a:lnTo>
                  <a:lnTo>
                    <a:pt x="49458" y="35187"/>
                  </a:lnTo>
                  <a:lnTo>
                    <a:pt x="48067" y="33863"/>
                  </a:lnTo>
                  <a:lnTo>
                    <a:pt x="45673" y="31585"/>
                  </a:lnTo>
                  <a:lnTo>
                    <a:pt x="46223" y="31187"/>
                  </a:lnTo>
                  <a:lnTo>
                    <a:pt x="48735" y="29367"/>
                  </a:lnTo>
                  <a:lnTo>
                    <a:pt x="49914" y="28837"/>
                  </a:lnTo>
                  <a:lnTo>
                    <a:pt x="50552" y="28447"/>
                  </a:lnTo>
                  <a:lnTo>
                    <a:pt x="52111" y="27744"/>
                  </a:lnTo>
                  <a:lnTo>
                    <a:pt x="52452" y="27568"/>
                  </a:lnTo>
                  <a:lnTo>
                    <a:pt x="54563" y="26473"/>
                  </a:lnTo>
                  <a:lnTo>
                    <a:pt x="55594" y="26082"/>
                  </a:lnTo>
                  <a:lnTo>
                    <a:pt x="56457" y="26025"/>
                  </a:lnTo>
                  <a:lnTo>
                    <a:pt x="56675" y="26082"/>
                  </a:lnTo>
                  <a:lnTo>
                    <a:pt x="57396" y="26274"/>
                  </a:lnTo>
                  <a:lnTo>
                    <a:pt x="58357" y="26715"/>
                  </a:lnTo>
                  <a:lnTo>
                    <a:pt x="58528" y="26835"/>
                  </a:lnTo>
                  <a:lnTo>
                    <a:pt x="59577" y="27574"/>
                  </a:lnTo>
                  <a:lnTo>
                    <a:pt x="59728" y="27725"/>
                  </a:lnTo>
                  <a:lnTo>
                    <a:pt x="60351" y="28473"/>
                  </a:lnTo>
                  <a:lnTo>
                    <a:pt x="61144" y="29739"/>
                  </a:lnTo>
                  <a:lnTo>
                    <a:pt x="62005" y="30170"/>
                  </a:lnTo>
                  <a:lnTo>
                    <a:pt x="62770" y="30552"/>
                  </a:lnTo>
                  <a:lnTo>
                    <a:pt x="63803" y="30752"/>
                  </a:lnTo>
                  <a:lnTo>
                    <a:pt x="64426" y="30761"/>
                  </a:lnTo>
                  <a:lnTo>
                    <a:pt x="65230" y="30772"/>
                  </a:lnTo>
                  <a:lnTo>
                    <a:pt x="65529" y="30777"/>
                  </a:lnTo>
                  <a:lnTo>
                    <a:pt x="65575" y="30964"/>
                  </a:lnTo>
                  <a:lnTo>
                    <a:pt x="65734" y="30931"/>
                  </a:lnTo>
                  <a:lnTo>
                    <a:pt x="69740" y="30342"/>
                  </a:lnTo>
                  <a:lnTo>
                    <a:pt x="70465" y="30235"/>
                  </a:lnTo>
                  <a:lnTo>
                    <a:pt x="71634" y="30281"/>
                  </a:lnTo>
                  <a:lnTo>
                    <a:pt x="72920" y="30432"/>
                  </a:lnTo>
                  <a:lnTo>
                    <a:pt x="73418" y="30511"/>
                  </a:lnTo>
                  <a:lnTo>
                    <a:pt x="74897" y="30748"/>
                  </a:lnTo>
                  <a:lnTo>
                    <a:pt x="75073" y="30824"/>
                  </a:lnTo>
                  <a:lnTo>
                    <a:pt x="76869" y="31601"/>
                  </a:lnTo>
                  <a:lnTo>
                    <a:pt x="79475" y="32848"/>
                  </a:lnTo>
                  <a:lnTo>
                    <a:pt x="83170" y="35033"/>
                  </a:lnTo>
                  <a:lnTo>
                    <a:pt x="83379" y="35120"/>
                  </a:lnTo>
                  <a:lnTo>
                    <a:pt x="82968" y="35686"/>
                  </a:lnTo>
                  <a:lnTo>
                    <a:pt x="82817" y="35970"/>
                  </a:lnTo>
                  <a:lnTo>
                    <a:pt x="82261" y="37017"/>
                  </a:lnTo>
                  <a:lnTo>
                    <a:pt x="81855" y="37779"/>
                  </a:lnTo>
                  <a:lnTo>
                    <a:pt x="81186" y="39037"/>
                  </a:lnTo>
                  <a:lnTo>
                    <a:pt x="83019" y="40520"/>
                  </a:lnTo>
                  <a:lnTo>
                    <a:pt x="84841" y="41611"/>
                  </a:lnTo>
                  <a:lnTo>
                    <a:pt x="85108" y="41771"/>
                  </a:lnTo>
                  <a:lnTo>
                    <a:pt x="88981" y="44098"/>
                  </a:lnTo>
                  <a:lnTo>
                    <a:pt x="89555" y="44443"/>
                  </a:lnTo>
                  <a:lnTo>
                    <a:pt x="91894" y="45882"/>
                  </a:lnTo>
                  <a:lnTo>
                    <a:pt x="94650" y="47578"/>
                  </a:lnTo>
                  <a:lnTo>
                    <a:pt x="94880" y="47643"/>
                  </a:lnTo>
                  <a:lnTo>
                    <a:pt x="97852" y="48488"/>
                  </a:lnTo>
                  <a:lnTo>
                    <a:pt x="96050" y="50369"/>
                  </a:lnTo>
                  <a:lnTo>
                    <a:pt x="94930" y="51539"/>
                  </a:lnTo>
                  <a:lnTo>
                    <a:pt x="95913" y="50874"/>
                  </a:lnTo>
                  <a:lnTo>
                    <a:pt x="96432" y="50801"/>
                  </a:lnTo>
                  <a:lnTo>
                    <a:pt x="104715" y="49644"/>
                  </a:lnTo>
                  <a:lnTo>
                    <a:pt x="106657" y="49608"/>
                  </a:lnTo>
                  <a:lnTo>
                    <a:pt x="108672" y="50068"/>
                  </a:lnTo>
                  <a:lnTo>
                    <a:pt x="111390" y="51115"/>
                  </a:lnTo>
                  <a:lnTo>
                    <a:pt x="111953" y="50094"/>
                  </a:lnTo>
                  <a:lnTo>
                    <a:pt x="113868" y="46110"/>
                  </a:lnTo>
                  <a:lnTo>
                    <a:pt x="114096" y="45433"/>
                  </a:lnTo>
                  <a:lnTo>
                    <a:pt x="114928" y="42968"/>
                  </a:lnTo>
                  <a:lnTo>
                    <a:pt x="115669" y="41893"/>
                  </a:lnTo>
                  <a:lnTo>
                    <a:pt x="115830" y="41659"/>
                  </a:lnTo>
                  <a:lnTo>
                    <a:pt x="116632" y="40908"/>
                  </a:lnTo>
                  <a:lnTo>
                    <a:pt x="117337" y="40128"/>
                  </a:lnTo>
                  <a:lnTo>
                    <a:pt x="118459" y="37976"/>
                  </a:lnTo>
                  <a:lnTo>
                    <a:pt x="119071" y="36560"/>
                  </a:lnTo>
                  <a:lnTo>
                    <a:pt x="119115" y="34610"/>
                  </a:lnTo>
                  <a:lnTo>
                    <a:pt x="122652" y="28145"/>
                  </a:lnTo>
                  <a:lnTo>
                    <a:pt x="118472" y="25572"/>
                  </a:lnTo>
                  <a:lnTo>
                    <a:pt x="125573" y="17864"/>
                  </a:lnTo>
                  <a:lnTo>
                    <a:pt x="115206" y="8382"/>
                  </a:lnTo>
                  <a:lnTo>
                    <a:pt x="116703" y="6653"/>
                  </a:lnTo>
                  <a:lnTo>
                    <a:pt x="118246" y="4872"/>
                  </a:lnTo>
                  <a:lnTo>
                    <a:pt x="118815" y="4215"/>
                  </a:lnTo>
                  <a:lnTo>
                    <a:pt x="122691" y="3771"/>
                  </a:lnTo>
                  <a:lnTo>
                    <a:pt x="128037" y="3054"/>
                  </a:lnTo>
                  <a:lnTo>
                    <a:pt x="134385" y="3942"/>
                  </a:lnTo>
                  <a:lnTo>
                    <a:pt x="136857" y="4386"/>
                  </a:lnTo>
                  <a:lnTo>
                    <a:pt x="139464" y="5137"/>
                  </a:lnTo>
                  <a:lnTo>
                    <a:pt x="141569" y="5581"/>
                  </a:lnTo>
                  <a:lnTo>
                    <a:pt x="142993" y="5568"/>
                  </a:lnTo>
                  <a:lnTo>
                    <a:pt x="151415" y="4583"/>
                  </a:lnTo>
                  <a:lnTo>
                    <a:pt x="156382" y="10500"/>
                  </a:lnTo>
                  <a:lnTo>
                    <a:pt x="157494" y="9361"/>
                  </a:lnTo>
                  <a:lnTo>
                    <a:pt x="161546" y="5209"/>
                  </a:lnTo>
                  <a:lnTo>
                    <a:pt x="163261" y="3451"/>
                  </a:lnTo>
                  <a:lnTo>
                    <a:pt x="166630" y="0"/>
                  </a:lnTo>
                  <a:lnTo>
                    <a:pt x="174972" y="1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1604573" y="4185810"/>
              <a:ext cx="468844" cy="247819"/>
            </a:xfrm>
            <a:custGeom>
              <a:avLst/>
              <a:pathLst>
                <a:path w="468844" h="247819">
                  <a:moveTo>
                    <a:pt x="89467" y="4327"/>
                  </a:moveTo>
                  <a:lnTo>
                    <a:pt x="90212" y="9790"/>
                  </a:lnTo>
                  <a:lnTo>
                    <a:pt x="128415" y="4506"/>
                  </a:lnTo>
                  <a:lnTo>
                    <a:pt x="143614" y="8226"/>
                  </a:lnTo>
                  <a:lnTo>
                    <a:pt x="151005" y="20501"/>
                  </a:lnTo>
                  <a:lnTo>
                    <a:pt x="114211" y="25530"/>
                  </a:lnTo>
                  <a:lnTo>
                    <a:pt x="105970" y="31449"/>
                  </a:lnTo>
                  <a:lnTo>
                    <a:pt x="104188" y="35320"/>
                  </a:lnTo>
                  <a:lnTo>
                    <a:pt x="109979" y="44655"/>
                  </a:lnTo>
                  <a:lnTo>
                    <a:pt x="109311" y="50347"/>
                  </a:lnTo>
                  <a:lnTo>
                    <a:pt x="103965" y="51258"/>
                  </a:lnTo>
                  <a:lnTo>
                    <a:pt x="97951" y="47387"/>
                  </a:lnTo>
                  <a:lnTo>
                    <a:pt x="91046" y="49892"/>
                  </a:lnTo>
                  <a:lnTo>
                    <a:pt x="86368" y="58999"/>
                  </a:lnTo>
                  <a:lnTo>
                    <a:pt x="96169" y="71294"/>
                  </a:lnTo>
                  <a:lnTo>
                    <a:pt x="107306" y="63553"/>
                  </a:lnTo>
                  <a:lnTo>
                    <a:pt x="116662" y="66057"/>
                  </a:lnTo>
                  <a:lnTo>
                    <a:pt x="129135" y="55811"/>
                  </a:lnTo>
                  <a:lnTo>
                    <a:pt x="135818" y="56950"/>
                  </a:lnTo>
                  <a:lnTo>
                    <a:pt x="144282" y="66512"/>
                  </a:lnTo>
                  <a:lnTo>
                    <a:pt x="147846" y="72432"/>
                  </a:lnTo>
                  <a:lnTo>
                    <a:pt x="155197" y="69700"/>
                  </a:lnTo>
                  <a:lnTo>
                    <a:pt x="172571" y="71521"/>
                  </a:lnTo>
                  <a:lnTo>
                    <a:pt x="176804" y="69472"/>
                  </a:lnTo>
                  <a:lnTo>
                    <a:pt x="173462" y="64463"/>
                  </a:lnTo>
                  <a:lnTo>
                    <a:pt x="184434" y="59499"/>
                  </a:lnTo>
                  <a:lnTo>
                    <a:pt x="194053" y="70720"/>
                  </a:lnTo>
                  <a:lnTo>
                    <a:pt x="195673" y="74054"/>
                  </a:lnTo>
                  <a:lnTo>
                    <a:pt x="196114" y="74961"/>
                  </a:lnTo>
                  <a:lnTo>
                    <a:pt x="196712" y="76189"/>
                  </a:lnTo>
                  <a:lnTo>
                    <a:pt x="199074" y="78824"/>
                  </a:lnTo>
                  <a:lnTo>
                    <a:pt x="201584" y="81625"/>
                  </a:lnTo>
                  <a:lnTo>
                    <a:pt x="203582" y="83799"/>
                  </a:lnTo>
                  <a:lnTo>
                    <a:pt x="203881" y="84125"/>
                  </a:lnTo>
                  <a:lnTo>
                    <a:pt x="204514" y="84813"/>
                  </a:lnTo>
                  <a:lnTo>
                    <a:pt x="205037" y="85382"/>
                  </a:lnTo>
                  <a:lnTo>
                    <a:pt x="207632" y="87983"/>
                  </a:lnTo>
                  <a:lnTo>
                    <a:pt x="207877" y="88228"/>
                  </a:lnTo>
                  <a:lnTo>
                    <a:pt x="208293" y="89055"/>
                  </a:lnTo>
                  <a:lnTo>
                    <a:pt x="208581" y="89627"/>
                  </a:lnTo>
                  <a:lnTo>
                    <a:pt x="209262" y="90980"/>
                  </a:lnTo>
                  <a:lnTo>
                    <a:pt x="210577" y="93593"/>
                  </a:lnTo>
                  <a:lnTo>
                    <a:pt x="211152" y="94734"/>
                  </a:lnTo>
                  <a:lnTo>
                    <a:pt x="211570" y="94611"/>
                  </a:lnTo>
                  <a:lnTo>
                    <a:pt x="216792" y="93077"/>
                  </a:lnTo>
                  <a:lnTo>
                    <a:pt x="228443" y="89653"/>
                  </a:lnTo>
                  <a:lnTo>
                    <a:pt x="230939" y="89068"/>
                  </a:lnTo>
                  <a:lnTo>
                    <a:pt x="232819" y="88627"/>
                  </a:lnTo>
                  <a:lnTo>
                    <a:pt x="236467" y="87771"/>
                  </a:lnTo>
                  <a:lnTo>
                    <a:pt x="237153" y="87499"/>
                  </a:lnTo>
                  <a:lnTo>
                    <a:pt x="238035" y="87149"/>
                  </a:lnTo>
                  <a:lnTo>
                    <a:pt x="238886" y="86844"/>
                  </a:lnTo>
                  <a:lnTo>
                    <a:pt x="243082" y="85340"/>
                  </a:lnTo>
                  <a:lnTo>
                    <a:pt x="246375" y="94535"/>
                  </a:lnTo>
                  <a:lnTo>
                    <a:pt x="246432" y="94695"/>
                  </a:lnTo>
                  <a:lnTo>
                    <a:pt x="246613" y="95200"/>
                  </a:lnTo>
                  <a:lnTo>
                    <a:pt x="259895" y="90261"/>
                  </a:lnTo>
                  <a:lnTo>
                    <a:pt x="263464" y="88934"/>
                  </a:lnTo>
                  <a:lnTo>
                    <a:pt x="266209" y="90638"/>
                  </a:lnTo>
                  <a:lnTo>
                    <a:pt x="275391" y="96340"/>
                  </a:lnTo>
                  <a:lnTo>
                    <a:pt x="280893" y="99756"/>
                  </a:lnTo>
                  <a:lnTo>
                    <a:pt x="284819" y="102195"/>
                  </a:lnTo>
                  <a:lnTo>
                    <a:pt x="285041" y="102328"/>
                  </a:lnTo>
                  <a:lnTo>
                    <a:pt x="285938" y="102868"/>
                  </a:lnTo>
                  <a:lnTo>
                    <a:pt x="292607" y="106882"/>
                  </a:lnTo>
                  <a:lnTo>
                    <a:pt x="294291" y="107896"/>
                  </a:lnTo>
                  <a:lnTo>
                    <a:pt x="295222" y="108456"/>
                  </a:lnTo>
                  <a:lnTo>
                    <a:pt x="296622" y="109324"/>
                  </a:lnTo>
                  <a:lnTo>
                    <a:pt x="299208" y="110929"/>
                  </a:lnTo>
                  <a:lnTo>
                    <a:pt x="299446" y="111076"/>
                  </a:lnTo>
                  <a:lnTo>
                    <a:pt x="303264" y="113445"/>
                  </a:lnTo>
                  <a:lnTo>
                    <a:pt x="303910" y="113846"/>
                  </a:lnTo>
                  <a:lnTo>
                    <a:pt x="306204" y="115268"/>
                  </a:lnTo>
                  <a:lnTo>
                    <a:pt x="307842" y="116285"/>
                  </a:lnTo>
                  <a:lnTo>
                    <a:pt x="313189" y="119602"/>
                  </a:lnTo>
                  <a:lnTo>
                    <a:pt x="313353" y="119703"/>
                  </a:lnTo>
                  <a:lnTo>
                    <a:pt x="317361" y="122419"/>
                  </a:lnTo>
                  <a:lnTo>
                    <a:pt x="318500" y="123191"/>
                  </a:lnTo>
                  <a:lnTo>
                    <a:pt x="322199" y="125698"/>
                  </a:lnTo>
                  <a:lnTo>
                    <a:pt x="335896" y="134981"/>
                  </a:lnTo>
                  <a:lnTo>
                    <a:pt x="338723" y="130521"/>
                  </a:lnTo>
                  <a:lnTo>
                    <a:pt x="347725" y="116319"/>
                  </a:lnTo>
                  <a:lnTo>
                    <a:pt x="352065" y="119064"/>
                  </a:lnTo>
                  <a:lnTo>
                    <a:pt x="352250" y="119181"/>
                  </a:lnTo>
                  <a:lnTo>
                    <a:pt x="360451" y="124367"/>
                  </a:lnTo>
                  <a:lnTo>
                    <a:pt x="374085" y="132988"/>
                  </a:lnTo>
                  <a:lnTo>
                    <a:pt x="374333" y="133145"/>
                  </a:lnTo>
                  <a:lnTo>
                    <a:pt x="376965" y="134809"/>
                  </a:lnTo>
                  <a:lnTo>
                    <a:pt x="385770" y="140377"/>
                  </a:lnTo>
                  <a:lnTo>
                    <a:pt x="385906" y="140463"/>
                  </a:lnTo>
                  <a:lnTo>
                    <a:pt x="386396" y="140773"/>
                  </a:lnTo>
                  <a:lnTo>
                    <a:pt x="387271" y="141327"/>
                  </a:lnTo>
                  <a:lnTo>
                    <a:pt x="387441" y="141427"/>
                  </a:lnTo>
                  <a:lnTo>
                    <a:pt x="392411" y="144379"/>
                  </a:lnTo>
                  <a:lnTo>
                    <a:pt x="393692" y="145139"/>
                  </a:lnTo>
                  <a:lnTo>
                    <a:pt x="402019" y="150085"/>
                  </a:lnTo>
                  <a:lnTo>
                    <a:pt x="403086" y="150719"/>
                  </a:lnTo>
                  <a:lnTo>
                    <a:pt x="403443" y="150947"/>
                  </a:lnTo>
                  <a:lnTo>
                    <a:pt x="407603" y="153619"/>
                  </a:lnTo>
                  <a:lnTo>
                    <a:pt x="408861" y="154427"/>
                  </a:lnTo>
                  <a:lnTo>
                    <a:pt x="409430" y="154793"/>
                  </a:lnTo>
                  <a:lnTo>
                    <a:pt x="414454" y="158020"/>
                  </a:lnTo>
                  <a:lnTo>
                    <a:pt x="415484" y="158668"/>
                  </a:lnTo>
                  <a:lnTo>
                    <a:pt x="416029" y="159011"/>
                  </a:lnTo>
                  <a:lnTo>
                    <a:pt x="419173" y="160989"/>
                  </a:lnTo>
                  <a:lnTo>
                    <a:pt x="422621" y="163159"/>
                  </a:lnTo>
                  <a:lnTo>
                    <a:pt x="425635" y="165055"/>
                  </a:lnTo>
                  <a:lnTo>
                    <a:pt x="427276" y="166087"/>
                  </a:lnTo>
                  <a:lnTo>
                    <a:pt x="428090" y="166599"/>
                  </a:lnTo>
                  <a:lnTo>
                    <a:pt x="429505" y="167513"/>
                  </a:lnTo>
                  <a:lnTo>
                    <a:pt x="436847" y="172253"/>
                  </a:lnTo>
                  <a:lnTo>
                    <a:pt x="447647" y="179226"/>
                  </a:lnTo>
                  <a:lnTo>
                    <a:pt x="447783" y="179314"/>
                  </a:lnTo>
                  <a:lnTo>
                    <a:pt x="468142" y="192459"/>
                  </a:lnTo>
                  <a:lnTo>
                    <a:pt x="468844" y="192912"/>
                  </a:lnTo>
                  <a:lnTo>
                    <a:pt x="468356" y="193714"/>
                  </a:lnTo>
                  <a:lnTo>
                    <a:pt x="462057" y="204046"/>
                  </a:lnTo>
                  <a:lnTo>
                    <a:pt x="457531" y="211721"/>
                  </a:lnTo>
                  <a:lnTo>
                    <a:pt x="455050" y="215929"/>
                  </a:lnTo>
                  <a:lnTo>
                    <a:pt x="451531" y="221895"/>
                  </a:lnTo>
                  <a:lnTo>
                    <a:pt x="451232" y="222403"/>
                  </a:lnTo>
                  <a:lnTo>
                    <a:pt x="451707" y="228022"/>
                  </a:lnTo>
                  <a:lnTo>
                    <a:pt x="451108" y="228995"/>
                  </a:lnTo>
                  <a:lnTo>
                    <a:pt x="445444" y="238203"/>
                  </a:lnTo>
                  <a:lnTo>
                    <a:pt x="439843" y="247310"/>
                  </a:lnTo>
                  <a:lnTo>
                    <a:pt x="439498" y="247819"/>
                  </a:lnTo>
                  <a:lnTo>
                    <a:pt x="438284" y="247326"/>
                  </a:lnTo>
                  <a:lnTo>
                    <a:pt x="435937" y="246371"/>
                  </a:lnTo>
                  <a:lnTo>
                    <a:pt x="422782" y="241022"/>
                  </a:lnTo>
                  <a:lnTo>
                    <a:pt x="415704" y="238143"/>
                  </a:lnTo>
                  <a:lnTo>
                    <a:pt x="415156" y="237921"/>
                  </a:lnTo>
                  <a:lnTo>
                    <a:pt x="410464" y="236012"/>
                  </a:lnTo>
                  <a:lnTo>
                    <a:pt x="406997" y="234603"/>
                  </a:lnTo>
                  <a:lnTo>
                    <a:pt x="397776" y="230853"/>
                  </a:lnTo>
                  <a:lnTo>
                    <a:pt x="396826" y="230466"/>
                  </a:lnTo>
                  <a:lnTo>
                    <a:pt x="396418" y="230298"/>
                  </a:lnTo>
                  <a:lnTo>
                    <a:pt x="385494" y="225792"/>
                  </a:lnTo>
                  <a:lnTo>
                    <a:pt x="368125" y="218627"/>
                  </a:lnTo>
                  <a:lnTo>
                    <a:pt x="362876" y="214552"/>
                  </a:lnTo>
                  <a:lnTo>
                    <a:pt x="359564" y="211981"/>
                  </a:lnTo>
                  <a:lnTo>
                    <a:pt x="357302" y="210224"/>
                  </a:lnTo>
                  <a:lnTo>
                    <a:pt x="346753" y="202034"/>
                  </a:lnTo>
                  <a:lnTo>
                    <a:pt x="345138" y="200780"/>
                  </a:lnTo>
                  <a:lnTo>
                    <a:pt x="344313" y="200139"/>
                  </a:lnTo>
                  <a:lnTo>
                    <a:pt x="344130" y="199988"/>
                  </a:lnTo>
                  <a:lnTo>
                    <a:pt x="336536" y="193727"/>
                  </a:lnTo>
                  <a:lnTo>
                    <a:pt x="334419" y="191983"/>
                  </a:lnTo>
                  <a:lnTo>
                    <a:pt x="328075" y="186752"/>
                  </a:lnTo>
                  <a:lnTo>
                    <a:pt x="327785" y="186530"/>
                  </a:lnTo>
                  <a:lnTo>
                    <a:pt x="328026" y="186215"/>
                  </a:lnTo>
                  <a:lnTo>
                    <a:pt x="331108" y="182181"/>
                  </a:lnTo>
                  <a:lnTo>
                    <a:pt x="334454" y="177801"/>
                  </a:lnTo>
                  <a:lnTo>
                    <a:pt x="334846" y="177288"/>
                  </a:lnTo>
                  <a:lnTo>
                    <a:pt x="335293" y="176645"/>
                  </a:lnTo>
                  <a:lnTo>
                    <a:pt x="329660" y="172080"/>
                  </a:lnTo>
                  <a:lnTo>
                    <a:pt x="328691" y="167927"/>
                  </a:lnTo>
                  <a:lnTo>
                    <a:pt x="327564" y="162845"/>
                  </a:lnTo>
                  <a:lnTo>
                    <a:pt x="327442" y="163023"/>
                  </a:lnTo>
                  <a:lnTo>
                    <a:pt x="326516" y="163293"/>
                  </a:lnTo>
                  <a:lnTo>
                    <a:pt x="325581" y="163328"/>
                  </a:lnTo>
                  <a:lnTo>
                    <a:pt x="324934" y="163028"/>
                  </a:lnTo>
                  <a:lnTo>
                    <a:pt x="324512" y="162832"/>
                  </a:lnTo>
                  <a:lnTo>
                    <a:pt x="323626" y="162269"/>
                  </a:lnTo>
                  <a:lnTo>
                    <a:pt x="322189" y="161074"/>
                  </a:lnTo>
                  <a:lnTo>
                    <a:pt x="320703" y="159298"/>
                  </a:lnTo>
                  <a:lnTo>
                    <a:pt x="318335" y="155976"/>
                  </a:lnTo>
                  <a:lnTo>
                    <a:pt x="318044" y="157050"/>
                  </a:lnTo>
                  <a:lnTo>
                    <a:pt x="317875" y="157673"/>
                  </a:lnTo>
                  <a:lnTo>
                    <a:pt x="313778" y="157946"/>
                  </a:lnTo>
                  <a:lnTo>
                    <a:pt x="313191" y="157985"/>
                  </a:lnTo>
                  <a:lnTo>
                    <a:pt x="311306" y="157823"/>
                  </a:lnTo>
                  <a:lnTo>
                    <a:pt x="310139" y="157723"/>
                  </a:lnTo>
                  <a:lnTo>
                    <a:pt x="307462" y="156553"/>
                  </a:lnTo>
                  <a:lnTo>
                    <a:pt x="306753" y="156243"/>
                  </a:lnTo>
                  <a:lnTo>
                    <a:pt x="306453" y="153932"/>
                  </a:lnTo>
                  <a:lnTo>
                    <a:pt x="305311" y="153485"/>
                  </a:lnTo>
                  <a:lnTo>
                    <a:pt x="305027" y="153374"/>
                  </a:lnTo>
                  <a:lnTo>
                    <a:pt x="304995" y="152019"/>
                  </a:lnTo>
                  <a:lnTo>
                    <a:pt x="301905" y="151857"/>
                  </a:lnTo>
                  <a:lnTo>
                    <a:pt x="301823" y="152120"/>
                  </a:lnTo>
                  <a:lnTo>
                    <a:pt x="301782" y="152252"/>
                  </a:lnTo>
                  <a:lnTo>
                    <a:pt x="301537" y="153037"/>
                  </a:lnTo>
                  <a:lnTo>
                    <a:pt x="301314" y="153750"/>
                  </a:lnTo>
                  <a:lnTo>
                    <a:pt x="297252" y="154137"/>
                  </a:lnTo>
                  <a:lnTo>
                    <a:pt x="297338" y="155849"/>
                  </a:lnTo>
                  <a:lnTo>
                    <a:pt x="293825" y="156295"/>
                  </a:lnTo>
                  <a:lnTo>
                    <a:pt x="293242" y="156295"/>
                  </a:lnTo>
                  <a:lnTo>
                    <a:pt x="292355" y="156295"/>
                  </a:lnTo>
                  <a:lnTo>
                    <a:pt x="292214" y="156262"/>
                  </a:lnTo>
                  <a:lnTo>
                    <a:pt x="291219" y="156022"/>
                  </a:lnTo>
                  <a:lnTo>
                    <a:pt x="289988" y="154730"/>
                  </a:lnTo>
                  <a:lnTo>
                    <a:pt x="289347" y="154548"/>
                  </a:lnTo>
                  <a:lnTo>
                    <a:pt x="288301" y="154252"/>
                  </a:lnTo>
                  <a:lnTo>
                    <a:pt x="286830" y="153103"/>
                  </a:lnTo>
                  <a:lnTo>
                    <a:pt x="285461" y="152032"/>
                  </a:lnTo>
                  <a:lnTo>
                    <a:pt x="283933" y="150999"/>
                  </a:lnTo>
                  <a:lnTo>
                    <a:pt x="283512" y="150714"/>
                  </a:lnTo>
                  <a:lnTo>
                    <a:pt x="281565" y="150233"/>
                  </a:lnTo>
                  <a:lnTo>
                    <a:pt x="281100" y="150050"/>
                  </a:lnTo>
                  <a:lnTo>
                    <a:pt x="280337" y="149748"/>
                  </a:lnTo>
                  <a:lnTo>
                    <a:pt x="279266" y="149325"/>
                  </a:lnTo>
                  <a:lnTo>
                    <a:pt x="276192" y="148112"/>
                  </a:lnTo>
                  <a:lnTo>
                    <a:pt x="275942" y="148013"/>
                  </a:lnTo>
                  <a:lnTo>
                    <a:pt x="275888" y="147666"/>
                  </a:lnTo>
                  <a:lnTo>
                    <a:pt x="275579" y="145665"/>
                  </a:lnTo>
                  <a:lnTo>
                    <a:pt x="275989" y="144824"/>
                  </a:lnTo>
                  <a:lnTo>
                    <a:pt x="277041" y="142663"/>
                  </a:lnTo>
                  <a:lnTo>
                    <a:pt x="277390" y="142109"/>
                  </a:lnTo>
                  <a:lnTo>
                    <a:pt x="274452" y="143657"/>
                  </a:lnTo>
                  <a:lnTo>
                    <a:pt x="272449" y="144713"/>
                  </a:lnTo>
                  <a:lnTo>
                    <a:pt x="271100" y="145424"/>
                  </a:lnTo>
                  <a:lnTo>
                    <a:pt x="270425" y="145779"/>
                  </a:lnTo>
                  <a:lnTo>
                    <a:pt x="269047" y="146107"/>
                  </a:lnTo>
                  <a:lnTo>
                    <a:pt x="266614" y="146195"/>
                  </a:lnTo>
                  <a:lnTo>
                    <a:pt x="265603" y="146232"/>
                  </a:lnTo>
                  <a:lnTo>
                    <a:pt x="264043" y="145959"/>
                  </a:lnTo>
                  <a:lnTo>
                    <a:pt x="259797" y="142076"/>
                  </a:lnTo>
                  <a:lnTo>
                    <a:pt x="259556" y="141857"/>
                  </a:lnTo>
                  <a:lnTo>
                    <a:pt x="259101" y="141122"/>
                  </a:lnTo>
                  <a:lnTo>
                    <a:pt x="255955" y="141902"/>
                  </a:lnTo>
                  <a:lnTo>
                    <a:pt x="255715" y="141074"/>
                  </a:lnTo>
                  <a:lnTo>
                    <a:pt x="255534" y="140449"/>
                  </a:lnTo>
                  <a:lnTo>
                    <a:pt x="254430" y="140007"/>
                  </a:lnTo>
                  <a:lnTo>
                    <a:pt x="251766" y="138944"/>
                  </a:lnTo>
                  <a:lnTo>
                    <a:pt x="247033" y="137053"/>
                  </a:lnTo>
                  <a:lnTo>
                    <a:pt x="246869" y="136988"/>
                  </a:lnTo>
                  <a:lnTo>
                    <a:pt x="246401" y="136033"/>
                  </a:lnTo>
                  <a:lnTo>
                    <a:pt x="246339" y="134970"/>
                  </a:lnTo>
                  <a:lnTo>
                    <a:pt x="246192" y="134412"/>
                  </a:lnTo>
                  <a:lnTo>
                    <a:pt x="245325" y="134068"/>
                  </a:lnTo>
                  <a:lnTo>
                    <a:pt x="243292" y="133261"/>
                  </a:lnTo>
                  <a:lnTo>
                    <a:pt x="242405" y="132910"/>
                  </a:lnTo>
                  <a:lnTo>
                    <a:pt x="242084" y="133665"/>
                  </a:lnTo>
                  <a:lnTo>
                    <a:pt x="241935" y="133947"/>
                  </a:lnTo>
                  <a:lnTo>
                    <a:pt x="241455" y="133755"/>
                  </a:lnTo>
                  <a:lnTo>
                    <a:pt x="237519" y="132179"/>
                  </a:lnTo>
                  <a:lnTo>
                    <a:pt x="235772" y="131479"/>
                  </a:lnTo>
                  <a:lnTo>
                    <a:pt x="229813" y="129103"/>
                  </a:lnTo>
                  <a:lnTo>
                    <a:pt x="229445" y="128946"/>
                  </a:lnTo>
                  <a:lnTo>
                    <a:pt x="228685" y="128573"/>
                  </a:lnTo>
                  <a:lnTo>
                    <a:pt x="224194" y="126368"/>
                  </a:lnTo>
                  <a:lnTo>
                    <a:pt x="222155" y="125366"/>
                  </a:lnTo>
                  <a:lnTo>
                    <a:pt x="218071" y="126190"/>
                  </a:lnTo>
                  <a:lnTo>
                    <a:pt x="215044" y="126800"/>
                  </a:lnTo>
                  <a:lnTo>
                    <a:pt x="214346" y="126831"/>
                  </a:lnTo>
                  <a:lnTo>
                    <a:pt x="212705" y="126902"/>
                  </a:lnTo>
                  <a:lnTo>
                    <a:pt x="211993" y="126746"/>
                  </a:lnTo>
                  <a:lnTo>
                    <a:pt x="211302" y="126595"/>
                  </a:lnTo>
                  <a:lnTo>
                    <a:pt x="209464" y="125639"/>
                  </a:lnTo>
                  <a:lnTo>
                    <a:pt x="208853" y="125261"/>
                  </a:lnTo>
                  <a:lnTo>
                    <a:pt x="208703" y="125169"/>
                  </a:lnTo>
                  <a:lnTo>
                    <a:pt x="208201" y="124859"/>
                  </a:lnTo>
                  <a:lnTo>
                    <a:pt x="207964" y="124570"/>
                  </a:lnTo>
                  <a:lnTo>
                    <a:pt x="207068" y="123480"/>
                  </a:lnTo>
                  <a:lnTo>
                    <a:pt x="206624" y="122941"/>
                  </a:lnTo>
                  <a:lnTo>
                    <a:pt x="198866" y="126028"/>
                  </a:lnTo>
                  <a:lnTo>
                    <a:pt x="198472" y="126185"/>
                  </a:lnTo>
                  <a:lnTo>
                    <a:pt x="194873" y="127452"/>
                  </a:lnTo>
                  <a:lnTo>
                    <a:pt x="191009" y="128812"/>
                  </a:lnTo>
                  <a:lnTo>
                    <a:pt x="190506" y="128989"/>
                  </a:lnTo>
                  <a:lnTo>
                    <a:pt x="190301" y="128916"/>
                  </a:lnTo>
                  <a:lnTo>
                    <a:pt x="186026" y="127408"/>
                  </a:lnTo>
                  <a:lnTo>
                    <a:pt x="185764" y="127316"/>
                  </a:lnTo>
                  <a:lnTo>
                    <a:pt x="185522" y="127230"/>
                  </a:lnTo>
                  <a:lnTo>
                    <a:pt x="184894" y="127008"/>
                  </a:lnTo>
                  <a:lnTo>
                    <a:pt x="184140" y="126742"/>
                  </a:lnTo>
                  <a:lnTo>
                    <a:pt x="183710" y="126591"/>
                  </a:lnTo>
                  <a:lnTo>
                    <a:pt x="182930" y="126316"/>
                  </a:lnTo>
                  <a:lnTo>
                    <a:pt x="182615" y="126218"/>
                  </a:lnTo>
                  <a:lnTo>
                    <a:pt x="181598" y="126027"/>
                  </a:lnTo>
                  <a:lnTo>
                    <a:pt x="180820" y="125881"/>
                  </a:lnTo>
                  <a:lnTo>
                    <a:pt x="180626" y="125844"/>
                  </a:lnTo>
                  <a:lnTo>
                    <a:pt x="180251" y="125774"/>
                  </a:lnTo>
                  <a:lnTo>
                    <a:pt x="180028" y="125732"/>
                  </a:lnTo>
                  <a:lnTo>
                    <a:pt x="179552" y="125659"/>
                  </a:lnTo>
                  <a:lnTo>
                    <a:pt x="179233" y="125668"/>
                  </a:lnTo>
                  <a:lnTo>
                    <a:pt x="179092" y="125672"/>
                  </a:lnTo>
                  <a:lnTo>
                    <a:pt x="178981" y="125966"/>
                  </a:lnTo>
                  <a:lnTo>
                    <a:pt x="178718" y="126305"/>
                  </a:lnTo>
                  <a:lnTo>
                    <a:pt x="177512" y="127860"/>
                  </a:lnTo>
                  <a:lnTo>
                    <a:pt x="177985" y="128424"/>
                  </a:lnTo>
                  <a:lnTo>
                    <a:pt x="179516" y="130251"/>
                  </a:lnTo>
                  <a:lnTo>
                    <a:pt x="178781" y="131548"/>
                  </a:lnTo>
                  <a:lnTo>
                    <a:pt x="176641" y="132505"/>
                  </a:lnTo>
                  <a:lnTo>
                    <a:pt x="175971" y="132456"/>
                  </a:lnTo>
                  <a:lnTo>
                    <a:pt x="173588" y="132281"/>
                  </a:lnTo>
                  <a:lnTo>
                    <a:pt x="171262" y="132363"/>
                  </a:lnTo>
                  <a:lnTo>
                    <a:pt x="170448" y="132790"/>
                  </a:lnTo>
                  <a:lnTo>
                    <a:pt x="169585" y="135987"/>
                  </a:lnTo>
                  <a:lnTo>
                    <a:pt x="168463" y="136146"/>
                  </a:lnTo>
                  <a:lnTo>
                    <a:pt x="168278" y="136172"/>
                  </a:lnTo>
                  <a:lnTo>
                    <a:pt x="167641" y="136262"/>
                  </a:lnTo>
                  <a:lnTo>
                    <a:pt x="164523" y="137355"/>
                  </a:lnTo>
                  <a:lnTo>
                    <a:pt x="158420" y="136672"/>
                  </a:lnTo>
                  <a:lnTo>
                    <a:pt x="157234" y="136306"/>
                  </a:lnTo>
                  <a:lnTo>
                    <a:pt x="156490" y="136077"/>
                  </a:lnTo>
                  <a:lnTo>
                    <a:pt x="156053" y="135942"/>
                  </a:lnTo>
                  <a:lnTo>
                    <a:pt x="153278" y="130478"/>
                  </a:lnTo>
                  <a:lnTo>
                    <a:pt x="153192" y="130308"/>
                  </a:lnTo>
                  <a:lnTo>
                    <a:pt x="152716" y="129470"/>
                  </a:lnTo>
                  <a:lnTo>
                    <a:pt x="151101" y="128384"/>
                  </a:lnTo>
                  <a:lnTo>
                    <a:pt x="148160" y="130674"/>
                  </a:lnTo>
                  <a:lnTo>
                    <a:pt x="147597" y="131113"/>
                  </a:lnTo>
                  <a:lnTo>
                    <a:pt x="145727" y="131926"/>
                  </a:lnTo>
                  <a:lnTo>
                    <a:pt x="144979" y="132251"/>
                  </a:lnTo>
                  <a:lnTo>
                    <a:pt x="142435" y="130893"/>
                  </a:lnTo>
                  <a:lnTo>
                    <a:pt x="138769" y="128935"/>
                  </a:lnTo>
                  <a:lnTo>
                    <a:pt x="121766" y="119856"/>
                  </a:lnTo>
                  <a:lnTo>
                    <a:pt x="97757" y="107035"/>
                  </a:lnTo>
                  <a:lnTo>
                    <a:pt x="89154" y="117701"/>
                  </a:lnTo>
                  <a:lnTo>
                    <a:pt x="87865" y="119300"/>
                  </a:lnTo>
                  <a:lnTo>
                    <a:pt x="79932" y="129134"/>
                  </a:lnTo>
                  <a:lnTo>
                    <a:pt x="73506" y="123175"/>
                  </a:lnTo>
                  <a:lnTo>
                    <a:pt x="76848" y="107465"/>
                  </a:lnTo>
                  <a:lnTo>
                    <a:pt x="60587" y="95398"/>
                  </a:lnTo>
                  <a:lnTo>
                    <a:pt x="62369" y="86518"/>
                  </a:lnTo>
                  <a:lnTo>
                    <a:pt x="55241" y="85608"/>
                  </a:lnTo>
                  <a:lnTo>
                    <a:pt x="18330" y="66222"/>
                  </a:lnTo>
                  <a:lnTo>
                    <a:pt x="14924" y="64433"/>
                  </a:lnTo>
                  <a:lnTo>
                    <a:pt x="0" y="31875"/>
                  </a:lnTo>
                  <a:lnTo>
                    <a:pt x="3513" y="25770"/>
                  </a:lnTo>
                  <a:lnTo>
                    <a:pt x="6682" y="20263"/>
                  </a:lnTo>
                  <a:lnTo>
                    <a:pt x="34080" y="17076"/>
                  </a:lnTo>
                  <a:lnTo>
                    <a:pt x="36307" y="30964"/>
                  </a:lnTo>
                  <a:lnTo>
                    <a:pt x="58359" y="41438"/>
                  </a:lnTo>
                  <a:lnTo>
                    <a:pt x="68160" y="36656"/>
                  </a:lnTo>
                  <a:lnTo>
                    <a:pt x="69274" y="13660"/>
                  </a:lnTo>
                  <a:lnTo>
                    <a:pt x="80563" y="5793"/>
                  </a:lnTo>
                  <a:lnTo>
                    <a:pt x="888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1693727" y="4292846"/>
              <a:ext cx="350343" cy="180665"/>
            </a:xfrm>
            <a:custGeom>
              <a:avLst/>
              <a:pathLst>
                <a:path w="350343" h="180665">
                  <a:moveTo>
                    <a:pt x="53281" y="23857"/>
                  </a:moveTo>
                  <a:lnTo>
                    <a:pt x="55825" y="25215"/>
                  </a:lnTo>
                  <a:lnTo>
                    <a:pt x="56572" y="24890"/>
                  </a:lnTo>
                  <a:lnTo>
                    <a:pt x="58442" y="24077"/>
                  </a:lnTo>
                  <a:lnTo>
                    <a:pt x="59119" y="23550"/>
                  </a:lnTo>
                  <a:lnTo>
                    <a:pt x="61946" y="21348"/>
                  </a:lnTo>
                  <a:lnTo>
                    <a:pt x="63638" y="22485"/>
                  </a:lnTo>
                  <a:lnTo>
                    <a:pt x="64037" y="23272"/>
                  </a:lnTo>
                  <a:lnTo>
                    <a:pt x="64123" y="23442"/>
                  </a:lnTo>
                  <a:lnTo>
                    <a:pt x="66899" y="28906"/>
                  </a:lnTo>
                  <a:lnTo>
                    <a:pt x="67336" y="29041"/>
                  </a:lnTo>
                  <a:lnTo>
                    <a:pt x="68080" y="29270"/>
                  </a:lnTo>
                  <a:lnTo>
                    <a:pt x="69265" y="29636"/>
                  </a:lnTo>
                  <a:lnTo>
                    <a:pt x="75369" y="30319"/>
                  </a:lnTo>
                  <a:lnTo>
                    <a:pt x="78487" y="29226"/>
                  </a:lnTo>
                  <a:lnTo>
                    <a:pt x="79123" y="29136"/>
                  </a:lnTo>
                  <a:lnTo>
                    <a:pt x="79309" y="29110"/>
                  </a:lnTo>
                  <a:lnTo>
                    <a:pt x="80430" y="28951"/>
                  </a:lnTo>
                  <a:lnTo>
                    <a:pt x="81294" y="25754"/>
                  </a:lnTo>
                  <a:lnTo>
                    <a:pt x="82108" y="25327"/>
                  </a:lnTo>
                  <a:lnTo>
                    <a:pt x="84433" y="25245"/>
                  </a:lnTo>
                  <a:lnTo>
                    <a:pt x="86816" y="25420"/>
                  </a:lnTo>
                  <a:lnTo>
                    <a:pt x="87486" y="25469"/>
                  </a:lnTo>
                  <a:lnTo>
                    <a:pt x="89627" y="24512"/>
                  </a:lnTo>
                  <a:lnTo>
                    <a:pt x="90362" y="23215"/>
                  </a:lnTo>
                  <a:lnTo>
                    <a:pt x="88830" y="21388"/>
                  </a:lnTo>
                  <a:lnTo>
                    <a:pt x="88357" y="20824"/>
                  </a:lnTo>
                  <a:lnTo>
                    <a:pt x="89564" y="19269"/>
                  </a:lnTo>
                  <a:lnTo>
                    <a:pt x="89894" y="18843"/>
                  </a:lnTo>
                  <a:lnTo>
                    <a:pt x="89938" y="18636"/>
                  </a:lnTo>
                  <a:lnTo>
                    <a:pt x="90218" y="18628"/>
                  </a:lnTo>
                  <a:lnTo>
                    <a:pt x="90473" y="18621"/>
                  </a:lnTo>
                  <a:lnTo>
                    <a:pt x="90874" y="18696"/>
                  </a:lnTo>
                  <a:lnTo>
                    <a:pt x="91097" y="18738"/>
                  </a:lnTo>
                  <a:lnTo>
                    <a:pt x="91471" y="18809"/>
                  </a:lnTo>
                  <a:lnTo>
                    <a:pt x="91666" y="18845"/>
                  </a:lnTo>
                  <a:lnTo>
                    <a:pt x="92444" y="18991"/>
                  </a:lnTo>
                  <a:lnTo>
                    <a:pt x="93544" y="19198"/>
                  </a:lnTo>
                  <a:lnTo>
                    <a:pt x="93776" y="19280"/>
                  </a:lnTo>
                  <a:lnTo>
                    <a:pt x="94555" y="19555"/>
                  </a:lnTo>
                  <a:lnTo>
                    <a:pt x="94986" y="19707"/>
                  </a:lnTo>
                  <a:lnTo>
                    <a:pt x="95739" y="19972"/>
                  </a:lnTo>
                  <a:lnTo>
                    <a:pt x="96367" y="20194"/>
                  </a:lnTo>
                  <a:lnTo>
                    <a:pt x="96610" y="20280"/>
                  </a:lnTo>
                  <a:lnTo>
                    <a:pt x="96871" y="20372"/>
                  </a:lnTo>
                  <a:lnTo>
                    <a:pt x="101146" y="21880"/>
                  </a:lnTo>
                  <a:lnTo>
                    <a:pt x="101351" y="21953"/>
                  </a:lnTo>
                  <a:lnTo>
                    <a:pt x="101854" y="21776"/>
                  </a:lnTo>
                  <a:lnTo>
                    <a:pt x="105718" y="20416"/>
                  </a:lnTo>
                  <a:lnTo>
                    <a:pt x="109317" y="19149"/>
                  </a:lnTo>
                  <a:lnTo>
                    <a:pt x="109712" y="18992"/>
                  </a:lnTo>
                  <a:lnTo>
                    <a:pt x="117470" y="15905"/>
                  </a:lnTo>
                  <a:lnTo>
                    <a:pt x="117913" y="16444"/>
                  </a:lnTo>
                  <a:lnTo>
                    <a:pt x="118810" y="17534"/>
                  </a:lnTo>
                  <a:lnTo>
                    <a:pt x="119047" y="17823"/>
                  </a:lnTo>
                  <a:lnTo>
                    <a:pt x="119548" y="18133"/>
                  </a:lnTo>
                  <a:lnTo>
                    <a:pt x="119699" y="18226"/>
                  </a:lnTo>
                  <a:lnTo>
                    <a:pt x="120310" y="18603"/>
                  </a:lnTo>
                  <a:lnTo>
                    <a:pt x="122148" y="19559"/>
                  </a:lnTo>
                  <a:lnTo>
                    <a:pt x="122849" y="19713"/>
                  </a:lnTo>
                  <a:lnTo>
                    <a:pt x="123551" y="19867"/>
                  </a:lnTo>
                  <a:lnTo>
                    <a:pt x="125192" y="19795"/>
                  </a:lnTo>
                  <a:lnTo>
                    <a:pt x="125890" y="19764"/>
                  </a:lnTo>
                  <a:lnTo>
                    <a:pt x="128916" y="19154"/>
                  </a:lnTo>
                  <a:lnTo>
                    <a:pt x="133000" y="18330"/>
                  </a:lnTo>
                  <a:lnTo>
                    <a:pt x="135040" y="19332"/>
                  </a:lnTo>
                  <a:lnTo>
                    <a:pt x="139531" y="21537"/>
                  </a:lnTo>
                  <a:lnTo>
                    <a:pt x="140290" y="21910"/>
                  </a:lnTo>
                  <a:lnTo>
                    <a:pt x="140661" y="22058"/>
                  </a:lnTo>
                  <a:lnTo>
                    <a:pt x="146617" y="24443"/>
                  </a:lnTo>
                  <a:lnTo>
                    <a:pt x="148415" y="25163"/>
                  </a:lnTo>
                  <a:lnTo>
                    <a:pt x="152300" y="26719"/>
                  </a:lnTo>
                  <a:lnTo>
                    <a:pt x="152805" y="26921"/>
                  </a:lnTo>
                  <a:lnTo>
                    <a:pt x="152929" y="26629"/>
                  </a:lnTo>
                  <a:lnTo>
                    <a:pt x="153251" y="25874"/>
                  </a:lnTo>
                  <a:lnTo>
                    <a:pt x="154137" y="26225"/>
                  </a:lnTo>
                  <a:lnTo>
                    <a:pt x="156170" y="27032"/>
                  </a:lnTo>
                  <a:lnTo>
                    <a:pt x="157037" y="27376"/>
                  </a:lnTo>
                  <a:lnTo>
                    <a:pt x="157184" y="27934"/>
                  </a:lnTo>
                  <a:lnTo>
                    <a:pt x="157247" y="28997"/>
                  </a:lnTo>
                  <a:lnTo>
                    <a:pt x="157715" y="29952"/>
                  </a:lnTo>
                  <a:lnTo>
                    <a:pt x="157879" y="30018"/>
                  </a:lnTo>
                  <a:lnTo>
                    <a:pt x="162612" y="31908"/>
                  </a:lnTo>
                  <a:lnTo>
                    <a:pt x="165275" y="32972"/>
                  </a:lnTo>
                  <a:lnTo>
                    <a:pt x="166380" y="33413"/>
                  </a:lnTo>
                  <a:lnTo>
                    <a:pt x="166561" y="34038"/>
                  </a:lnTo>
                  <a:lnTo>
                    <a:pt x="166801" y="34866"/>
                  </a:lnTo>
                  <a:lnTo>
                    <a:pt x="169947" y="34086"/>
                  </a:lnTo>
                  <a:lnTo>
                    <a:pt x="170402" y="34821"/>
                  </a:lnTo>
                  <a:lnTo>
                    <a:pt x="170642" y="35040"/>
                  </a:lnTo>
                  <a:lnTo>
                    <a:pt x="174889" y="38923"/>
                  </a:lnTo>
                  <a:lnTo>
                    <a:pt x="176448" y="39196"/>
                  </a:lnTo>
                  <a:lnTo>
                    <a:pt x="177459" y="39159"/>
                  </a:lnTo>
                  <a:lnTo>
                    <a:pt x="179892" y="39071"/>
                  </a:lnTo>
                  <a:lnTo>
                    <a:pt x="181271" y="38743"/>
                  </a:lnTo>
                  <a:lnTo>
                    <a:pt x="181946" y="38388"/>
                  </a:lnTo>
                  <a:lnTo>
                    <a:pt x="183295" y="37677"/>
                  </a:lnTo>
                  <a:lnTo>
                    <a:pt x="185298" y="36621"/>
                  </a:lnTo>
                  <a:lnTo>
                    <a:pt x="188235" y="35073"/>
                  </a:lnTo>
                  <a:lnTo>
                    <a:pt x="187886" y="35627"/>
                  </a:lnTo>
                  <a:lnTo>
                    <a:pt x="186834" y="37788"/>
                  </a:lnTo>
                  <a:lnTo>
                    <a:pt x="186424" y="38630"/>
                  </a:lnTo>
                  <a:lnTo>
                    <a:pt x="186734" y="40630"/>
                  </a:lnTo>
                  <a:lnTo>
                    <a:pt x="186788" y="40977"/>
                  </a:lnTo>
                  <a:lnTo>
                    <a:pt x="187038" y="41076"/>
                  </a:lnTo>
                  <a:lnTo>
                    <a:pt x="190112" y="42290"/>
                  </a:lnTo>
                  <a:lnTo>
                    <a:pt x="191305" y="42761"/>
                  </a:lnTo>
                  <a:lnTo>
                    <a:pt x="191946" y="43014"/>
                  </a:lnTo>
                  <a:lnTo>
                    <a:pt x="192411" y="43197"/>
                  </a:lnTo>
                  <a:lnTo>
                    <a:pt x="194357" y="43678"/>
                  </a:lnTo>
                  <a:lnTo>
                    <a:pt x="194778" y="43963"/>
                  </a:lnTo>
                  <a:lnTo>
                    <a:pt x="196306" y="44996"/>
                  </a:lnTo>
                  <a:lnTo>
                    <a:pt x="197676" y="46067"/>
                  </a:lnTo>
                  <a:lnTo>
                    <a:pt x="199146" y="47216"/>
                  </a:lnTo>
                  <a:lnTo>
                    <a:pt x="200192" y="47512"/>
                  </a:lnTo>
                  <a:lnTo>
                    <a:pt x="200834" y="47694"/>
                  </a:lnTo>
                  <a:lnTo>
                    <a:pt x="202064" y="48986"/>
                  </a:lnTo>
                  <a:lnTo>
                    <a:pt x="203060" y="49226"/>
                  </a:lnTo>
                  <a:lnTo>
                    <a:pt x="203200" y="49259"/>
                  </a:lnTo>
                  <a:lnTo>
                    <a:pt x="204088" y="49259"/>
                  </a:lnTo>
                  <a:lnTo>
                    <a:pt x="204670" y="49259"/>
                  </a:lnTo>
                  <a:lnTo>
                    <a:pt x="208184" y="48813"/>
                  </a:lnTo>
                  <a:lnTo>
                    <a:pt x="208097" y="47101"/>
                  </a:lnTo>
                  <a:lnTo>
                    <a:pt x="212160" y="46714"/>
                  </a:lnTo>
                  <a:lnTo>
                    <a:pt x="212382" y="46001"/>
                  </a:lnTo>
                  <a:lnTo>
                    <a:pt x="212627" y="45216"/>
                  </a:lnTo>
                  <a:lnTo>
                    <a:pt x="212669" y="45084"/>
                  </a:lnTo>
                  <a:lnTo>
                    <a:pt x="212750" y="44821"/>
                  </a:lnTo>
                  <a:lnTo>
                    <a:pt x="215841" y="44983"/>
                  </a:lnTo>
                  <a:lnTo>
                    <a:pt x="215887" y="46344"/>
                  </a:lnTo>
                  <a:lnTo>
                    <a:pt x="216156" y="46449"/>
                  </a:lnTo>
                  <a:lnTo>
                    <a:pt x="217298" y="46896"/>
                  </a:lnTo>
                  <a:lnTo>
                    <a:pt x="217599" y="49207"/>
                  </a:lnTo>
                  <a:lnTo>
                    <a:pt x="218308" y="49517"/>
                  </a:lnTo>
                  <a:lnTo>
                    <a:pt x="220985" y="50687"/>
                  </a:lnTo>
                  <a:lnTo>
                    <a:pt x="222151" y="50787"/>
                  </a:lnTo>
                  <a:lnTo>
                    <a:pt x="224036" y="50949"/>
                  </a:lnTo>
                  <a:lnTo>
                    <a:pt x="224624" y="50910"/>
                  </a:lnTo>
                  <a:lnTo>
                    <a:pt x="228721" y="50637"/>
                  </a:lnTo>
                  <a:lnTo>
                    <a:pt x="228890" y="50014"/>
                  </a:lnTo>
                  <a:lnTo>
                    <a:pt x="229181" y="48940"/>
                  </a:lnTo>
                  <a:lnTo>
                    <a:pt x="231548" y="52262"/>
                  </a:lnTo>
                  <a:lnTo>
                    <a:pt x="233035" y="54038"/>
                  </a:lnTo>
                  <a:lnTo>
                    <a:pt x="234472" y="55233"/>
                  </a:lnTo>
                  <a:lnTo>
                    <a:pt x="235357" y="55796"/>
                  </a:lnTo>
                  <a:lnTo>
                    <a:pt x="235780" y="55992"/>
                  </a:lnTo>
                  <a:lnTo>
                    <a:pt x="236426" y="56292"/>
                  </a:lnTo>
                  <a:lnTo>
                    <a:pt x="237362" y="56258"/>
                  </a:lnTo>
                  <a:lnTo>
                    <a:pt x="238287" y="55987"/>
                  </a:lnTo>
                  <a:lnTo>
                    <a:pt x="238410" y="55809"/>
                  </a:lnTo>
                  <a:lnTo>
                    <a:pt x="239537" y="60891"/>
                  </a:lnTo>
                  <a:lnTo>
                    <a:pt x="240505" y="65044"/>
                  </a:lnTo>
                  <a:lnTo>
                    <a:pt x="246139" y="69609"/>
                  </a:lnTo>
                  <a:lnTo>
                    <a:pt x="245692" y="70252"/>
                  </a:lnTo>
                  <a:lnTo>
                    <a:pt x="245300" y="70765"/>
                  </a:lnTo>
                  <a:lnTo>
                    <a:pt x="241954" y="75145"/>
                  </a:lnTo>
                  <a:lnTo>
                    <a:pt x="238871" y="79179"/>
                  </a:lnTo>
                  <a:lnTo>
                    <a:pt x="238631" y="79494"/>
                  </a:lnTo>
                  <a:lnTo>
                    <a:pt x="238920" y="79716"/>
                  </a:lnTo>
                  <a:lnTo>
                    <a:pt x="245265" y="84947"/>
                  </a:lnTo>
                  <a:lnTo>
                    <a:pt x="247502" y="86791"/>
                  </a:lnTo>
                  <a:lnTo>
                    <a:pt x="254975" y="92952"/>
                  </a:lnTo>
                  <a:lnTo>
                    <a:pt x="255159" y="93103"/>
                  </a:lnTo>
                  <a:lnTo>
                    <a:pt x="255983" y="93744"/>
                  </a:lnTo>
                  <a:lnTo>
                    <a:pt x="257599" y="94998"/>
                  </a:lnTo>
                  <a:lnTo>
                    <a:pt x="268148" y="103188"/>
                  </a:lnTo>
                  <a:lnTo>
                    <a:pt x="270410" y="104945"/>
                  </a:lnTo>
                  <a:lnTo>
                    <a:pt x="273722" y="107516"/>
                  </a:lnTo>
                  <a:lnTo>
                    <a:pt x="278970" y="111591"/>
                  </a:lnTo>
                  <a:lnTo>
                    <a:pt x="296339" y="118756"/>
                  </a:lnTo>
                  <a:lnTo>
                    <a:pt x="307264" y="123262"/>
                  </a:lnTo>
                  <a:lnTo>
                    <a:pt x="307671" y="123430"/>
                  </a:lnTo>
                  <a:lnTo>
                    <a:pt x="308621" y="123817"/>
                  </a:lnTo>
                  <a:lnTo>
                    <a:pt x="317843" y="127567"/>
                  </a:lnTo>
                  <a:lnTo>
                    <a:pt x="321310" y="128977"/>
                  </a:lnTo>
                  <a:lnTo>
                    <a:pt x="326002" y="130885"/>
                  </a:lnTo>
                  <a:lnTo>
                    <a:pt x="326550" y="131107"/>
                  </a:lnTo>
                  <a:lnTo>
                    <a:pt x="333628" y="133986"/>
                  </a:lnTo>
                  <a:lnTo>
                    <a:pt x="346783" y="139335"/>
                  </a:lnTo>
                  <a:lnTo>
                    <a:pt x="349130" y="140290"/>
                  </a:lnTo>
                  <a:lnTo>
                    <a:pt x="350343" y="140783"/>
                  </a:lnTo>
                  <a:lnTo>
                    <a:pt x="350183" y="141019"/>
                  </a:lnTo>
                  <a:lnTo>
                    <a:pt x="349796" y="141592"/>
                  </a:lnTo>
                  <a:lnTo>
                    <a:pt x="347275" y="145317"/>
                  </a:lnTo>
                  <a:lnTo>
                    <a:pt x="345954" y="147270"/>
                  </a:lnTo>
                  <a:lnTo>
                    <a:pt x="345151" y="148456"/>
                  </a:lnTo>
                  <a:lnTo>
                    <a:pt x="344311" y="149696"/>
                  </a:lnTo>
                  <a:lnTo>
                    <a:pt x="343572" y="150789"/>
                  </a:lnTo>
                  <a:lnTo>
                    <a:pt x="343304" y="151185"/>
                  </a:lnTo>
                  <a:lnTo>
                    <a:pt x="343161" y="151396"/>
                  </a:lnTo>
                  <a:lnTo>
                    <a:pt x="337243" y="160141"/>
                  </a:lnTo>
                  <a:lnTo>
                    <a:pt x="336912" y="160629"/>
                  </a:lnTo>
                  <a:lnTo>
                    <a:pt x="336271" y="161576"/>
                  </a:lnTo>
                  <a:lnTo>
                    <a:pt x="336024" y="161941"/>
                  </a:lnTo>
                  <a:lnTo>
                    <a:pt x="335300" y="162729"/>
                  </a:lnTo>
                  <a:lnTo>
                    <a:pt x="334434" y="163671"/>
                  </a:lnTo>
                  <a:lnTo>
                    <a:pt x="332571" y="165698"/>
                  </a:lnTo>
                  <a:lnTo>
                    <a:pt x="329741" y="167879"/>
                  </a:lnTo>
                  <a:lnTo>
                    <a:pt x="326487" y="170386"/>
                  </a:lnTo>
                  <a:lnTo>
                    <a:pt x="325332" y="171276"/>
                  </a:lnTo>
                  <a:lnTo>
                    <a:pt x="324792" y="171642"/>
                  </a:lnTo>
                  <a:lnTo>
                    <a:pt x="323528" y="172498"/>
                  </a:lnTo>
                  <a:lnTo>
                    <a:pt x="322902" y="172921"/>
                  </a:lnTo>
                  <a:lnTo>
                    <a:pt x="317877" y="176322"/>
                  </a:lnTo>
                  <a:lnTo>
                    <a:pt x="314274" y="178760"/>
                  </a:lnTo>
                  <a:lnTo>
                    <a:pt x="313132" y="180140"/>
                  </a:lnTo>
                  <a:lnTo>
                    <a:pt x="312697" y="180665"/>
                  </a:lnTo>
                  <a:lnTo>
                    <a:pt x="310284" y="178677"/>
                  </a:lnTo>
                  <a:lnTo>
                    <a:pt x="308261" y="177010"/>
                  </a:lnTo>
                  <a:lnTo>
                    <a:pt x="307587" y="176455"/>
                  </a:lnTo>
                  <a:lnTo>
                    <a:pt x="307313" y="176229"/>
                  </a:lnTo>
                  <a:lnTo>
                    <a:pt x="304826" y="175111"/>
                  </a:lnTo>
                  <a:lnTo>
                    <a:pt x="302602" y="174112"/>
                  </a:lnTo>
                  <a:lnTo>
                    <a:pt x="299646" y="172836"/>
                  </a:lnTo>
                  <a:lnTo>
                    <a:pt x="297878" y="172180"/>
                  </a:lnTo>
                  <a:lnTo>
                    <a:pt x="291181" y="169696"/>
                  </a:lnTo>
                  <a:lnTo>
                    <a:pt x="289919" y="169155"/>
                  </a:lnTo>
                  <a:lnTo>
                    <a:pt x="287806" y="168248"/>
                  </a:lnTo>
                  <a:lnTo>
                    <a:pt x="287569" y="168153"/>
                  </a:lnTo>
                  <a:lnTo>
                    <a:pt x="286398" y="167686"/>
                  </a:lnTo>
                  <a:lnTo>
                    <a:pt x="284917" y="167096"/>
                  </a:lnTo>
                  <a:lnTo>
                    <a:pt x="284240" y="166826"/>
                  </a:lnTo>
                  <a:lnTo>
                    <a:pt x="281805" y="165855"/>
                  </a:lnTo>
                  <a:lnTo>
                    <a:pt x="281024" y="165544"/>
                  </a:lnTo>
                  <a:lnTo>
                    <a:pt x="279414" y="164901"/>
                  </a:lnTo>
                  <a:lnTo>
                    <a:pt x="279018" y="164744"/>
                  </a:lnTo>
                  <a:lnTo>
                    <a:pt x="277845" y="164276"/>
                  </a:lnTo>
                  <a:lnTo>
                    <a:pt x="276878" y="163890"/>
                  </a:lnTo>
                  <a:lnTo>
                    <a:pt x="276461" y="163724"/>
                  </a:lnTo>
                  <a:lnTo>
                    <a:pt x="274528" y="162953"/>
                  </a:lnTo>
                  <a:lnTo>
                    <a:pt x="274215" y="162828"/>
                  </a:lnTo>
                  <a:lnTo>
                    <a:pt x="272364" y="162090"/>
                  </a:lnTo>
                  <a:lnTo>
                    <a:pt x="270187" y="161222"/>
                  </a:lnTo>
                  <a:lnTo>
                    <a:pt x="269478" y="160985"/>
                  </a:lnTo>
                  <a:lnTo>
                    <a:pt x="268801" y="160758"/>
                  </a:lnTo>
                  <a:lnTo>
                    <a:pt x="267452" y="160393"/>
                  </a:lnTo>
                  <a:lnTo>
                    <a:pt x="266784" y="160212"/>
                  </a:lnTo>
                  <a:lnTo>
                    <a:pt x="264980" y="160143"/>
                  </a:lnTo>
                  <a:lnTo>
                    <a:pt x="261267" y="161084"/>
                  </a:lnTo>
                  <a:lnTo>
                    <a:pt x="260504" y="161278"/>
                  </a:lnTo>
                  <a:lnTo>
                    <a:pt x="258263" y="161846"/>
                  </a:lnTo>
                  <a:lnTo>
                    <a:pt x="257731" y="161981"/>
                  </a:lnTo>
                  <a:lnTo>
                    <a:pt x="253582" y="163033"/>
                  </a:lnTo>
                  <a:lnTo>
                    <a:pt x="252450" y="163319"/>
                  </a:lnTo>
                  <a:lnTo>
                    <a:pt x="252166" y="163462"/>
                  </a:lnTo>
                  <a:lnTo>
                    <a:pt x="249830" y="164712"/>
                  </a:lnTo>
                  <a:lnTo>
                    <a:pt x="247174" y="168173"/>
                  </a:lnTo>
                  <a:lnTo>
                    <a:pt x="244157" y="172105"/>
                  </a:lnTo>
                  <a:lnTo>
                    <a:pt x="243148" y="173421"/>
                  </a:lnTo>
                  <a:lnTo>
                    <a:pt x="241339" y="175666"/>
                  </a:lnTo>
                  <a:lnTo>
                    <a:pt x="240670" y="175851"/>
                  </a:lnTo>
                  <a:lnTo>
                    <a:pt x="238209" y="176534"/>
                  </a:lnTo>
                  <a:lnTo>
                    <a:pt x="234771" y="177488"/>
                  </a:lnTo>
                  <a:lnTo>
                    <a:pt x="229383" y="177460"/>
                  </a:lnTo>
                  <a:lnTo>
                    <a:pt x="228766" y="177597"/>
                  </a:lnTo>
                  <a:lnTo>
                    <a:pt x="228473" y="176534"/>
                  </a:lnTo>
                  <a:lnTo>
                    <a:pt x="227791" y="174063"/>
                  </a:lnTo>
                  <a:lnTo>
                    <a:pt x="229501" y="173543"/>
                  </a:lnTo>
                  <a:lnTo>
                    <a:pt x="230353" y="173285"/>
                  </a:lnTo>
                  <a:lnTo>
                    <a:pt x="232524" y="171874"/>
                  </a:lnTo>
                  <a:lnTo>
                    <a:pt x="234878" y="170344"/>
                  </a:lnTo>
                  <a:lnTo>
                    <a:pt x="235110" y="169935"/>
                  </a:lnTo>
                  <a:lnTo>
                    <a:pt x="235446" y="169342"/>
                  </a:lnTo>
                  <a:lnTo>
                    <a:pt x="236676" y="167171"/>
                  </a:lnTo>
                  <a:lnTo>
                    <a:pt x="236994" y="166610"/>
                  </a:lnTo>
                  <a:lnTo>
                    <a:pt x="238976" y="165221"/>
                  </a:lnTo>
                  <a:lnTo>
                    <a:pt x="239649" y="164849"/>
                  </a:lnTo>
                  <a:lnTo>
                    <a:pt x="240754" y="164237"/>
                  </a:lnTo>
                  <a:lnTo>
                    <a:pt x="241649" y="163741"/>
                  </a:lnTo>
                  <a:lnTo>
                    <a:pt x="242906" y="162419"/>
                  </a:lnTo>
                  <a:lnTo>
                    <a:pt x="243378" y="161923"/>
                  </a:lnTo>
                  <a:lnTo>
                    <a:pt x="243416" y="161615"/>
                  </a:lnTo>
                  <a:lnTo>
                    <a:pt x="243471" y="161178"/>
                  </a:lnTo>
                  <a:lnTo>
                    <a:pt x="243542" y="160147"/>
                  </a:lnTo>
                  <a:lnTo>
                    <a:pt x="238282" y="156669"/>
                  </a:lnTo>
                  <a:lnTo>
                    <a:pt x="236345" y="155388"/>
                  </a:lnTo>
                  <a:lnTo>
                    <a:pt x="234056" y="153875"/>
                  </a:lnTo>
                  <a:lnTo>
                    <a:pt x="232426" y="152797"/>
                  </a:lnTo>
                  <a:lnTo>
                    <a:pt x="232133" y="152368"/>
                  </a:lnTo>
                  <a:lnTo>
                    <a:pt x="231758" y="151818"/>
                  </a:lnTo>
                  <a:lnTo>
                    <a:pt x="230533" y="151226"/>
                  </a:lnTo>
                  <a:lnTo>
                    <a:pt x="230350" y="151191"/>
                  </a:lnTo>
                  <a:lnTo>
                    <a:pt x="229230" y="150974"/>
                  </a:lnTo>
                  <a:lnTo>
                    <a:pt x="226880" y="150520"/>
                  </a:lnTo>
                  <a:lnTo>
                    <a:pt x="225012" y="150353"/>
                  </a:lnTo>
                  <a:lnTo>
                    <a:pt x="224516" y="150308"/>
                  </a:lnTo>
                  <a:lnTo>
                    <a:pt x="222794" y="154154"/>
                  </a:lnTo>
                  <a:lnTo>
                    <a:pt x="219646" y="152002"/>
                  </a:lnTo>
                  <a:lnTo>
                    <a:pt x="219296" y="151762"/>
                  </a:lnTo>
                  <a:lnTo>
                    <a:pt x="219022" y="151575"/>
                  </a:lnTo>
                  <a:lnTo>
                    <a:pt x="218336" y="151105"/>
                  </a:lnTo>
                  <a:lnTo>
                    <a:pt x="217696" y="150701"/>
                  </a:lnTo>
                  <a:lnTo>
                    <a:pt x="215005" y="148999"/>
                  </a:lnTo>
                  <a:lnTo>
                    <a:pt x="213524" y="149227"/>
                  </a:lnTo>
                  <a:lnTo>
                    <a:pt x="211618" y="148704"/>
                  </a:lnTo>
                  <a:lnTo>
                    <a:pt x="211060" y="148551"/>
                  </a:lnTo>
                  <a:lnTo>
                    <a:pt x="210829" y="148487"/>
                  </a:lnTo>
                  <a:lnTo>
                    <a:pt x="208637" y="148035"/>
                  </a:lnTo>
                  <a:lnTo>
                    <a:pt x="207614" y="147825"/>
                  </a:lnTo>
                  <a:lnTo>
                    <a:pt x="206108" y="147514"/>
                  </a:lnTo>
                  <a:lnTo>
                    <a:pt x="205138" y="147314"/>
                  </a:lnTo>
                  <a:lnTo>
                    <a:pt x="203455" y="146953"/>
                  </a:lnTo>
                  <a:lnTo>
                    <a:pt x="202883" y="146830"/>
                  </a:lnTo>
                  <a:lnTo>
                    <a:pt x="202487" y="146745"/>
                  </a:lnTo>
                  <a:lnTo>
                    <a:pt x="198934" y="146404"/>
                  </a:lnTo>
                  <a:lnTo>
                    <a:pt x="198122" y="146427"/>
                  </a:lnTo>
                  <a:lnTo>
                    <a:pt x="197589" y="146442"/>
                  </a:lnTo>
                  <a:lnTo>
                    <a:pt x="192733" y="146581"/>
                  </a:lnTo>
                  <a:lnTo>
                    <a:pt x="191106" y="150294"/>
                  </a:lnTo>
                  <a:lnTo>
                    <a:pt x="190503" y="150275"/>
                  </a:lnTo>
                  <a:lnTo>
                    <a:pt x="189254" y="150234"/>
                  </a:lnTo>
                  <a:lnTo>
                    <a:pt x="188485" y="150209"/>
                  </a:lnTo>
                  <a:lnTo>
                    <a:pt x="167235" y="149521"/>
                  </a:lnTo>
                  <a:lnTo>
                    <a:pt x="166774" y="140891"/>
                  </a:lnTo>
                  <a:lnTo>
                    <a:pt x="182010" y="130326"/>
                  </a:lnTo>
                  <a:lnTo>
                    <a:pt x="181030" y="127958"/>
                  </a:lnTo>
                  <a:lnTo>
                    <a:pt x="168467" y="126865"/>
                  </a:lnTo>
                  <a:lnTo>
                    <a:pt x="152607" y="134515"/>
                  </a:lnTo>
                  <a:lnTo>
                    <a:pt x="150112" y="128596"/>
                  </a:lnTo>
                  <a:lnTo>
                    <a:pt x="137015" y="123222"/>
                  </a:lnTo>
                  <a:lnTo>
                    <a:pt x="125343" y="128596"/>
                  </a:lnTo>
                  <a:lnTo>
                    <a:pt x="120798" y="134607"/>
                  </a:lnTo>
                  <a:lnTo>
                    <a:pt x="113938" y="130508"/>
                  </a:lnTo>
                  <a:lnTo>
                    <a:pt x="113314" y="126137"/>
                  </a:lnTo>
                  <a:lnTo>
                    <a:pt x="104672" y="126774"/>
                  </a:lnTo>
                  <a:lnTo>
                    <a:pt x="103691" y="122676"/>
                  </a:lnTo>
                  <a:lnTo>
                    <a:pt x="76694" y="128414"/>
                  </a:lnTo>
                  <a:lnTo>
                    <a:pt x="75269" y="124133"/>
                  </a:lnTo>
                  <a:lnTo>
                    <a:pt x="74492" y="122118"/>
                  </a:lnTo>
                  <a:lnTo>
                    <a:pt x="100825" y="108650"/>
                  </a:lnTo>
                  <a:lnTo>
                    <a:pt x="102355" y="101911"/>
                  </a:lnTo>
                  <a:lnTo>
                    <a:pt x="104404" y="99726"/>
                  </a:lnTo>
                  <a:lnTo>
                    <a:pt x="98078" y="90618"/>
                  </a:lnTo>
                  <a:lnTo>
                    <a:pt x="100573" y="88433"/>
                  </a:lnTo>
                  <a:lnTo>
                    <a:pt x="89257" y="85518"/>
                  </a:lnTo>
                  <a:lnTo>
                    <a:pt x="83377" y="80692"/>
                  </a:lnTo>
                  <a:lnTo>
                    <a:pt x="79278" y="81329"/>
                  </a:lnTo>
                  <a:lnTo>
                    <a:pt x="61904" y="77049"/>
                  </a:lnTo>
                  <a:lnTo>
                    <a:pt x="54241" y="79052"/>
                  </a:lnTo>
                  <a:lnTo>
                    <a:pt x="45866" y="90618"/>
                  </a:lnTo>
                  <a:lnTo>
                    <a:pt x="22672" y="85052"/>
                  </a:lnTo>
                  <a:lnTo>
                    <a:pt x="18570" y="81202"/>
                  </a:lnTo>
                  <a:lnTo>
                    <a:pt x="17577" y="80271"/>
                  </a:lnTo>
                  <a:lnTo>
                    <a:pt x="21709" y="76233"/>
                  </a:lnTo>
                  <a:lnTo>
                    <a:pt x="17228" y="66878"/>
                  </a:lnTo>
                  <a:lnTo>
                    <a:pt x="11947" y="55854"/>
                  </a:lnTo>
                  <a:lnTo>
                    <a:pt x="22310" y="52785"/>
                  </a:lnTo>
                  <a:lnTo>
                    <a:pt x="24656" y="52072"/>
                  </a:lnTo>
                  <a:lnTo>
                    <a:pt x="27281" y="56893"/>
                  </a:lnTo>
                  <a:lnTo>
                    <a:pt x="29617" y="55699"/>
                  </a:lnTo>
                  <a:lnTo>
                    <a:pt x="33359" y="50053"/>
                  </a:lnTo>
                  <a:lnTo>
                    <a:pt x="35853" y="50781"/>
                  </a:lnTo>
                  <a:lnTo>
                    <a:pt x="38883" y="44953"/>
                  </a:lnTo>
                  <a:lnTo>
                    <a:pt x="26972" y="43574"/>
                  </a:lnTo>
                  <a:lnTo>
                    <a:pt x="19003" y="42651"/>
                  </a:lnTo>
                  <a:lnTo>
                    <a:pt x="18916" y="41543"/>
                  </a:lnTo>
                  <a:lnTo>
                    <a:pt x="20906" y="33625"/>
                  </a:lnTo>
                  <a:lnTo>
                    <a:pt x="7670" y="19089"/>
                  </a:lnTo>
                  <a:lnTo>
                    <a:pt x="0" y="10665"/>
                  </a:lnTo>
                  <a:lnTo>
                    <a:pt x="8602" y="0"/>
                  </a:lnTo>
                  <a:lnTo>
                    <a:pt x="32612" y="12820"/>
                  </a:lnTo>
                  <a:lnTo>
                    <a:pt x="49614" y="218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2817746" y="4080563"/>
              <a:ext cx="72685" cy="72838"/>
            </a:xfrm>
            <a:custGeom>
              <a:avLst/>
              <a:pathLst>
                <a:path w="72685" h="72838">
                  <a:moveTo>
                    <a:pt x="48858" y="3244"/>
                  </a:moveTo>
                  <a:lnTo>
                    <a:pt x="51510" y="5215"/>
                  </a:lnTo>
                  <a:lnTo>
                    <a:pt x="52540" y="4255"/>
                  </a:lnTo>
                  <a:lnTo>
                    <a:pt x="53075" y="4042"/>
                  </a:lnTo>
                  <a:lnTo>
                    <a:pt x="55058" y="5234"/>
                  </a:lnTo>
                  <a:lnTo>
                    <a:pt x="56406" y="6044"/>
                  </a:lnTo>
                  <a:lnTo>
                    <a:pt x="57342" y="6647"/>
                  </a:lnTo>
                  <a:lnTo>
                    <a:pt x="58606" y="7969"/>
                  </a:lnTo>
                  <a:lnTo>
                    <a:pt x="59693" y="9107"/>
                  </a:lnTo>
                  <a:lnTo>
                    <a:pt x="61865" y="11839"/>
                  </a:lnTo>
                  <a:lnTo>
                    <a:pt x="62326" y="12419"/>
                  </a:lnTo>
                  <a:lnTo>
                    <a:pt x="63109" y="12758"/>
                  </a:lnTo>
                  <a:lnTo>
                    <a:pt x="64369" y="13583"/>
                  </a:lnTo>
                  <a:lnTo>
                    <a:pt x="65136" y="13962"/>
                  </a:lnTo>
                  <a:lnTo>
                    <a:pt x="68379" y="15137"/>
                  </a:lnTo>
                  <a:lnTo>
                    <a:pt x="69665" y="15462"/>
                  </a:lnTo>
                  <a:lnTo>
                    <a:pt x="69495" y="16491"/>
                  </a:lnTo>
                  <a:lnTo>
                    <a:pt x="69001" y="19496"/>
                  </a:lnTo>
                  <a:lnTo>
                    <a:pt x="69145" y="21021"/>
                  </a:lnTo>
                  <a:lnTo>
                    <a:pt x="69186" y="22430"/>
                  </a:lnTo>
                  <a:lnTo>
                    <a:pt x="69293" y="23321"/>
                  </a:lnTo>
                  <a:lnTo>
                    <a:pt x="69508" y="25112"/>
                  </a:lnTo>
                  <a:lnTo>
                    <a:pt x="69666" y="26439"/>
                  </a:lnTo>
                  <a:lnTo>
                    <a:pt x="69657" y="26816"/>
                  </a:lnTo>
                  <a:lnTo>
                    <a:pt x="69649" y="27104"/>
                  </a:lnTo>
                  <a:lnTo>
                    <a:pt x="69644" y="27304"/>
                  </a:lnTo>
                  <a:lnTo>
                    <a:pt x="69755" y="27907"/>
                  </a:lnTo>
                  <a:lnTo>
                    <a:pt x="69867" y="28511"/>
                  </a:lnTo>
                  <a:lnTo>
                    <a:pt x="69889" y="30423"/>
                  </a:lnTo>
                  <a:lnTo>
                    <a:pt x="69748" y="31863"/>
                  </a:lnTo>
                  <a:lnTo>
                    <a:pt x="69711" y="32245"/>
                  </a:lnTo>
                  <a:lnTo>
                    <a:pt x="69434" y="32955"/>
                  </a:lnTo>
                  <a:lnTo>
                    <a:pt x="69241" y="33453"/>
                  </a:lnTo>
                  <a:lnTo>
                    <a:pt x="68835" y="34556"/>
                  </a:lnTo>
                  <a:lnTo>
                    <a:pt x="68676" y="34986"/>
                  </a:lnTo>
                  <a:lnTo>
                    <a:pt x="68498" y="35691"/>
                  </a:lnTo>
                  <a:lnTo>
                    <a:pt x="68075" y="39061"/>
                  </a:lnTo>
                  <a:lnTo>
                    <a:pt x="67968" y="40534"/>
                  </a:lnTo>
                  <a:lnTo>
                    <a:pt x="67698" y="41315"/>
                  </a:lnTo>
                  <a:lnTo>
                    <a:pt x="67649" y="41570"/>
                  </a:lnTo>
                  <a:lnTo>
                    <a:pt x="67463" y="42526"/>
                  </a:lnTo>
                  <a:lnTo>
                    <a:pt x="67348" y="43120"/>
                  </a:lnTo>
                  <a:lnTo>
                    <a:pt x="67263" y="44669"/>
                  </a:lnTo>
                  <a:lnTo>
                    <a:pt x="67108" y="47525"/>
                  </a:lnTo>
                  <a:lnTo>
                    <a:pt x="67088" y="49607"/>
                  </a:lnTo>
                  <a:lnTo>
                    <a:pt x="67070" y="51557"/>
                  </a:lnTo>
                  <a:lnTo>
                    <a:pt x="67052" y="53377"/>
                  </a:lnTo>
                  <a:lnTo>
                    <a:pt x="66986" y="54379"/>
                  </a:lnTo>
                  <a:lnTo>
                    <a:pt x="66674" y="55130"/>
                  </a:lnTo>
                  <a:lnTo>
                    <a:pt x="64925" y="57111"/>
                  </a:lnTo>
                  <a:lnTo>
                    <a:pt x="67598" y="60321"/>
                  </a:lnTo>
                  <a:lnTo>
                    <a:pt x="69723" y="64149"/>
                  </a:lnTo>
                  <a:lnTo>
                    <a:pt x="71565" y="67468"/>
                  </a:lnTo>
                  <a:lnTo>
                    <a:pt x="72330" y="68845"/>
                  </a:lnTo>
                  <a:lnTo>
                    <a:pt x="72685" y="69485"/>
                  </a:lnTo>
                  <a:lnTo>
                    <a:pt x="70924" y="69886"/>
                  </a:lnTo>
                  <a:lnTo>
                    <a:pt x="70497" y="70209"/>
                  </a:lnTo>
                  <a:lnTo>
                    <a:pt x="68789" y="71381"/>
                  </a:lnTo>
                  <a:lnTo>
                    <a:pt x="67631" y="71882"/>
                  </a:lnTo>
                  <a:lnTo>
                    <a:pt x="66517" y="72520"/>
                  </a:lnTo>
                  <a:lnTo>
                    <a:pt x="64423" y="72838"/>
                  </a:lnTo>
                  <a:lnTo>
                    <a:pt x="62908" y="72793"/>
                  </a:lnTo>
                  <a:lnTo>
                    <a:pt x="61483" y="71563"/>
                  </a:lnTo>
                  <a:lnTo>
                    <a:pt x="60948" y="70835"/>
                  </a:lnTo>
                  <a:lnTo>
                    <a:pt x="60013" y="70379"/>
                  </a:lnTo>
                  <a:lnTo>
                    <a:pt x="56627" y="69195"/>
                  </a:lnTo>
                  <a:lnTo>
                    <a:pt x="55424" y="69150"/>
                  </a:lnTo>
                  <a:lnTo>
                    <a:pt x="54492" y="70914"/>
                  </a:lnTo>
                  <a:lnTo>
                    <a:pt x="50729" y="69664"/>
                  </a:lnTo>
                  <a:lnTo>
                    <a:pt x="48608" y="69190"/>
                  </a:lnTo>
                  <a:lnTo>
                    <a:pt x="46853" y="68799"/>
                  </a:lnTo>
                  <a:lnTo>
                    <a:pt x="44960" y="68336"/>
                  </a:lnTo>
                  <a:lnTo>
                    <a:pt x="41819" y="67569"/>
                  </a:lnTo>
                  <a:lnTo>
                    <a:pt x="41416" y="67501"/>
                  </a:lnTo>
                  <a:lnTo>
                    <a:pt x="38936" y="67078"/>
                  </a:lnTo>
                  <a:lnTo>
                    <a:pt x="37456" y="64908"/>
                  </a:lnTo>
                  <a:lnTo>
                    <a:pt x="36149" y="62992"/>
                  </a:lnTo>
                  <a:lnTo>
                    <a:pt x="33610" y="62890"/>
                  </a:lnTo>
                  <a:lnTo>
                    <a:pt x="32940" y="61915"/>
                  </a:lnTo>
                  <a:lnTo>
                    <a:pt x="32390" y="61074"/>
                  </a:lnTo>
                  <a:lnTo>
                    <a:pt x="32009" y="60493"/>
                  </a:lnTo>
                  <a:lnTo>
                    <a:pt x="31618" y="59957"/>
                  </a:lnTo>
                  <a:lnTo>
                    <a:pt x="30866" y="58924"/>
                  </a:lnTo>
                  <a:lnTo>
                    <a:pt x="29523" y="57464"/>
                  </a:lnTo>
                  <a:lnTo>
                    <a:pt x="28910" y="56798"/>
                  </a:lnTo>
                  <a:lnTo>
                    <a:pt x="28559" y="56416"/>
                  </a:lnTo>
                  <a:lnTo>
                    <a:pt x="28351" y="56190"/>
                  </a:lnTo>
                  <a:lnTo>
                    <a:pt x="26732" y="54044"/>
                  </a:lnTo>
                  <a:lnTo>
                    <a:pt x="26482" y="53713"/>
                  </a:lnTo>
                  <a:lnTo>
                    <a:pt x="26336" y="53519"/>
                  </a:lnTo>
                  <a:lnTo>
                    <a:pt x="24880" y="52011"/>
                  </a:lnTo>
                  <a:lnTo>
                    <a:pt x="24514" y="51632"/>
                  </a:lnTo>
                  <a:lnTo>
                    <a:pt x="24384" y="51497"/>
                  </a:lnTo>
                  <a:lnTo>
                    <a:pt x="23736" y="50826"/>
                  </a:lnTo>
                  <a:lnTo>
                    <a:pt x="22037" y="49066"/>
                  </a:lnTo>
                  <a:lnTo>
                    <a:pt x="21798" y="48818"/>
                  </a:lnTo>
                  <a:lnTo>
                    <a:pt x="20767" y="47751"/>
                  </a:lnTo>
                  <a:lnTo>
                    <a:pt x="19360" y="46293"/>
                  </a:lnTo>
                  <a:lnTo>
                    <a:pt x="26679" y="40526"/>
                  </a:lnTo>
                  <a:lnTo>
                    <a:pt x="26106" y="37949"/>
                  </a:lnTo>
                  <a:lnTo>
                    <a:pt x="31630" y="35376"/>
                  </a:lnTo>
                  <a:lnTo>
                    <a:pt x="32581" y="35507"/>
                  </a:lnTo>
                  <a:lnTo>
                    <a:pt x="32899" y="33882"/>
                  </a:lnTo>
                  <a:lnTo>
                    <a:pt x="31027" y="30400"/>
                  </a:lnTo>
                  <a:lnTo>
                    <a:pt x="30349" y="30727"/>
                  </a:lnTo>
                  <a:lnTo>
                    <a:pt x="26026" y="32810"/>
                  </a:lnTo>
                  <a:lnTo>
                    <a:pt x="25357" y="32878"/>
                  </a:lnTo>
                  <a:lnTo>
                    <a:pt x="24272" y="32742"/>
                  </a:lnTo>
                  <a:lnTo>
                    <a:pt x="22902" y="32469"/>
                  </a:lnTo>
                  <a:lnTo>
                    <a:pt x="22250" y="32144"/>
                  </a:lnTo>
                  <a:lnTo>
                    <a:pt x="21315" y="31547"/>
                  </a:lnTo>
                  <a:lnTo>
                    <a:pt x="20646" y="31256"/>
                  </a:lnTo>
                  <a:lnTo>
                    <a:pt x="19811" y="31137"/>
                  </a:lnTo>
                  <a:lnTo>
                    <a:pt x="19229" y="31087"/>
                  </a:lnTo>
                  <a:lnTo>
                    <a:pt x="17188" y="30915"/>
                  </a:lnTo>
                  <a:lnTo>
                    <a:pt x="16303" y="30915"/>
                  </a:lnTo>
                  <a:lnTo>
                    <a:pt x="15835" y="30966"/>
                  </a:lnTo>
                  <a:lnTo>
                    <a:pt x="13680" y="31444"/>
                  </a:lnTo>
                  <a:lnTo>
                    <a:pt x="12477" y="31717"/>
                  </a:lnTo>
                  <a:lnTo>
                    <a:pt x="30" y="28560"/>
                  </a:lnTo>
                  <a:lnTo>
                    <a:pt x="0" y="27766"/>
                  </a:lnTo>
                  <a:lnTo>
                    <a:pt x="1882" y="23907"/>
                  </a:lnTo>
                  <a:lnTo>
                    <a:pt x="1893" y="22455"/>
                  </a:lnTo>
                  <a:lnTo>
                    <a:pt x="1870" y="22112"/>
                  </a:lnTo>
                  <a:lnTo>
                    <a:pt x="1787" y="20865"/>
                  </a:lnTo>
                  <a:lnTo>
                    <a:pt x="6143" y="22497"/>
                  </a:lnTo>
                  <a:lnTo>
                    <a:pt x="10759" y="24082"/>
                  </a:lnTo>
                  <a:lnTo>
                    <a:pt x="10978" y="23375"/>
                  </a:lnTo>
                  <a:lnTo>
                    <a:pt x="11707" y="21021"/>
                  </a:lnTo>
                  <a:lnTo>
                    <a:pt x="8748" y="19513"/>
                  </a:lnTo>
                  <a:lnTo>
                    <a:pt x="8502" y="19388"/>
                  </a:lnTo>
                  <a:lnTo>
                    <a:pt x="6609" y="18164"/>
                  </a:lnTo>
                  <a:lnTo>
                    <a:pt x="5913" y="17524"/>
                  </a:lnTo>
                  <a:lnTo>
                    <a:pt x="5801" y="16969"/>
                  </a:lnTo>
                  <a:lnTo>
                    <a:pt x="6050" y="12597"/>
                  </a:lnTo>
                  <a:lnTo>
                    <a:pt x="6190" y="9229"/>
                  </a:lnTo>
                  <a:lnTo>
                    <a:pt x="6217" y="8585"/>
                  </a:lnTo>
                  <a:lnTo>
                    <a:pt x="5820" y="6487"/>
                  </a:lnTo>
                  <a:lnTo>
                    <a:pt x="5673" y="5710"/>
                  </a:lnTo>
                  <a:lnTo>
                    <a:pt x="5916" y="5719"/>
                  </a:lnTo>
                  <a:lnTo>
                    <a:pt x="6677" y="5751"/>
                  </a:lnTo>
                  <a:lnTo>
                    <a:pt x="7972" y="5902"/>
                  </a:lnTo>
                  <a:lnTo>
                    <a:pt x="9909" y="6129"/>
                  </a:lnTo>
                  <a:lnTo>
                    <a:pt x="12651" y="6450"/>
                  </a:lnTo>
                  <a:lnTo>
                    <a:pt x="13001" y="6529"/>
                  </a:lnTo>
                  <a:lnTo>
                    <a:pt x="13472" y="6635"/>
                  </a:lnTo>
                  <a:lnTo>
                    <a:pt x="16340" y="7105"/>
                  </a:lnTo>
                  <a:lnTo>
                    <a:pt x="18094" y="7083"/>
                  </a:lnTo>
                  <a:lnTo>
                    <a:pt x="18252" y="7081"/>
                  </a:lnTo>
                  <a:lnTo>
                    <a:pt x="18489" y="7078"/>
                  </a:lnTo>
                  <a:lnTo>
                    <a:pt x="18662" y="7076"/>
                  </a:lnTo>
                  <a:lnTo>
                    <a:pt x="25023" y="6900"/>
                  </a:lnTo>
                  <a:lnTo>
                    <a:pt x="28007" y="5725"/>
                  </a:lnTo>
                  <a:lnTo>
                    <a:pt x="32060" y="3858"/>
                  </a:lnTo>
                  <a:lnTo>
                    <a:pt x="32285" y="3335"/>
                  </a:lnTo>
                  <a:lnTo>
                    <a:pt x="33842" y="2583"/>
                  </a:lnTo>
                  <a:lnTo>
                    <a:pt x="34842" y="3153"/>
                  </a:lnTo>
                  <a:lnTo>
                    <a:pt x="37997" y="4949"/>
                  </a:lnTo>
                  <a:lnTo>
                    <a:pt x="38474" y="5600"/>
                  </a:lnTo>
                  <a:lnTo>
                    <a:pt x="38550" y="5366"/>
                  </a:lnTo>
                  <a:lnTo>
                    <a:pt x="39204" y="3886"/>
                  </a:lnTo>
                  <a:lnTo>
                    <a:pt x="41492" y="1872"/>
                  </a:lnTo>
                  <a:lnTo>
                    <a:pt x="41994" y="1430"/>
                  </a:lnTo>
                  <a:lnTo>
                    <a:pt x="45045" y="494"/>
                  </a:lnTo>
                  <a:lnTo>
                    <a:pt x="46226" y="132"/>
                  </a:lnTo>
                  <a:lnTo>
                    <a:pt x="46643" y="55"/>
                  </a:lnTo>
                  <a:lnTo>
                    <a:pt x="46948" y="0"/>
                  </a:lnTo>
                  <a:lnTo>
                    <a:pt x="47576" y="880"/>
                  </a:lnTo>
                  <a:lnTo>
                    <a:pt x="48517" y="29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2025413" y="3312610"/>
              <a:ext cx="108249" cy="73680"/>
            </a:xfrm>
            <a:custGeom>
              <a:avLst/>
              <a:pathLst>
                <a:path w="108249" h="73680">
                  <a:moveTo>
                    <a:pt x="39648" y="0"/>
                  </a:moveTo>
                  <a:lnTo>
                    <a:pt x="61421" y="8139"/>
                  </a:lnTo>
                  <a:lnTo>
                    <a:pt x="66955" y="10779"/>
                  </a:lnTo>
                  <a:lnTo>
                    <a:pt x="69771" y="12120"/>
                  </a:lnTo>
                  <a:lnTo>
                    <a:pt x="72390" y="15225"/>
                  </a:lnTo>
                  <a:lnTo>
                    <a:pt x="78880" y="19470"/>
                  </a:lnTo>
                  <a:lnTo>
                    <a:pt x="81769" y="21361"/>
                  </a:lnTo>
                  <a:lnTo>
                    <a:pt x="82046" y="21502"/>
                  </a:lnTo>
                  <a:lnTo>
                    <a:pt x="83507" y="22341"/>
                  </a:lnTo>
                  <a:lnTo>
                    <a:pt x="87351" y="24548"/>
                  </a:lnTo>
                  <a:lnTo>
                    <a:pt x="88802" y="25381"/>
                  </a:lnTo>
                  <a:lnTo>
                    <a:pt x="94759" y="30186"/>
                  </a:lnTo>
                  <a:lnTo>
                    <a:pt x="95355" y="31548"/>
                  </a:lnTo>
                  <a:lnTo>
                    <a:pt x="98000" y="37098"/>
                  </a:lnTo>
                  <a:lnTo>
                    <a:pt x="103291" y="40513"/>
                  </a:lnTo>
                  <a:lnTo>
                    <a:pt x="104922" y="42085"/>
                  </a:lnTo>
                  <a:lnTo>
                    <a:pt x="105359" y="42589"/>
                  </a:lnTo>
                  <a:lnTo>
                    <a:pt x="107222" y="44745"/>
                  </a:lnTo>
                  <a:lnTo>
                    <a:pt x="108249" y="46510"/>
                  </a:lnTo>
                  <a:lnTo>
                    <a:pt x="105209" y="47819"/>
                  </a:lnTo>
                  <a:lnTo>
                    <a:pt x="105863" y="49262"/>
                  </a:lnTo>
                  <a:lnTo>
                    <a:pt x="106604" y="50894"/>
                  </a:lnTo>
                  <a:lnTo>
                    <a:pt x="105982" y="51812"/>
                  </a:lnTo>
                  <a:lnTo>
                    <a:pt x="105041" y="52517"/>
                  </a:lnTo>
                  <a:lnTo>
                    <a:pt x="99827" y="52667"/>
                  </a:lnTo>
                  <a:lnTo>
                    <a:pt x="95078" y="51303"/>
                  </a:lnTo>
                  <a:lnTo>
                    <a:pt x="93642" y="53617"/>
                  </a:lnTo>
                  <a:lnTo>
                    <a:pt x="91475" y="57110"/>
                  </a:lnTo>
                  <a:lnTo>
                    <a:pt x="90611" y="58501"/>
                  </a:lnTo>
                  <a:lnTo>
                    <a:pt x="88019" y="63290"/>
                  </a:lnTo>
                  <a:lnTo>
                    <a:pt x="85412" y="62327"/>
                  </a:lnTo>
                  <a:lnTo>
                    <a:pt x="78162" y="59647"/>
                  </a:lnTo>
                  <a:lnTo>
                    <a:pt x="77612" y="63298"/>
                  </a:lnTo>
                  <a:lnTo>
                    <a:pt x="77336" y="65133"/>
                  </a:lnTo>
                  <a:lnTo>
                    <a:pt x="77134" y="66480"/>
                  </a:lnTo>
                  <a:lnTo>
                    <a:pt x="77104" y="66677"/>
                  </a:lnTo>
                  <a:lnTo>
                    <a:pt x="76834" y="68176"/>
                  </a:lnTo>
                  <a:lnTo>
                    <a:pt x="75334" y="69881"/>
                  </a:lnTo>
                  <a:lnTo>
                    <a:pt x="72593" y="72853"/>
                  </a:lnTo>
                  <a:lnTo>
                    <a:pt x="72468" y="73055"/>
                  </a:lnTo>
                  <a:lnTo>
                    <a:pt x="72369" y="73216"/>
                  </a:lnTo>
                  <a:lnTo>
                    <a:pt x="72083" y="73680"/>
                  </a:lnTo>
                  <a:lnTo>
                    <a:pt x="65499" y="68693"/>
                  </a:lnTo>
                  <a:lnTo>
                    <a:pt x="64686" y="68077"/>
                  </a:lnTo>
                  <a:lnTo>
                    <a:pt x="63602" y="67299"/>
                  </a:lnTo>
                  <a:lnTo>
                    <a:pt x="63282" y="67069"/>
                  </a:lnTo>
                  <a:lnTo>
                    <a:pt x="59754" y="65027"/>
                  </a:lnTo>
                  <a:lnTo>
                    <a:pt x="58053" y="64042"/>
                  </a:lnTo>
                  <a:lnTo>
                    <a:pt x="57262" y="63584"/>
                  </a:lnTo>
                  <a:lnTo>
                    <a:pt x="56952" y="63405"/>
                  </a:lnTo>
                  <a:lnTo>
                    <a:pt x="56111" y="62918"/>
                  </a:lnTo>
                  <a:lnTo>
                    <a:pt x="54399" y="61927"/>
                  </a:lnTo>
                  <a:lnTo>
                    <a:pt x="53594" y="61461"/>
                  </a:lnTo>
                  <a:lnTo>
                    <a:pt x="53418" y="61358"/>
                  </a:lnTo>
                  <a:lnTo>
                    <a:pt x="53646" y="60156"/>
                  </a:lnTo>
                  <a:lnTo>
                    <a:pt x="54592" y="58068"/>
                  </a:lnTo>
                  <a:lnTo>
                    <a:pt x="55345" y="57968"/>
                  </a:lnTo>
                  <a:lnTo>
                    <a:pt x="55632" y="57458"/>
                  </a:lnTo>
                  <a:lnTo>
                    <a:pt x="56526" y="55868"/>
                  </a:lnTo>
                  <a:lnTo>
                    <a:pt x="54456" y="54584"/>
                  </a:lnTo>
                  <a:lnTo>
                    <a:pt x="54116" y="54373"/>
                  </a:lnTo>
                  <a:lnTo>
                    <a:pt x="52672" y="53478"/>
                  </a:lnTo>
                  <a:lnTo>
                    <a:pt x="49877" y="51372"/>
                  </a:lnTo>
                  <a:lnTo>
                    <a:pt x="49285" y="50927"/>
                  </a:lnTo>
                  <a:lnTo>
                    <a:pt x="48554" y="50310"/>
                  </a:lnTo>
                  <a:lnTo>
                    <a:pt x="48006" y="49849"/>
                  </a:lnTo>
                  <a:lnTo>
                    <a:pt x="46459" y="48545"/>
                  </a:lnTo>
                  <a:lnTo>
                    <a:pt x="45630" y="47703"/>
                  </a:lnTo>
                  <a:lnTo>
                    <a:pt x="44407" y="46035"/>
                  </a:lnTo>
                  <a:lnTo>
                    <a:pt x="44057" y="45560"/>
                  </a:lnTo>
                  <a:lnTo>
                    <a:pt x="43336" y="44748"/>
                  </a:lnTo>
                  <a:lnTo>
                    <a:pt x="42372" y="43662"/>
                  </a:lnTo>
                  <a:lnTo>
                    <a:pt x="41037" y="42480"/>
                  </a:lnTo>
                  <a:lnTo>
                    <a:pt x="40482" y="42052"/>
                  </a:lnTo>
                  <a:lnTo>
                    <a:pt x="39374" y="41199"/>
                  </a:lnTo>
                  <a:lnTo>
                    <a:pt x="35937" y="38248"/>
                  </a:lnTo>
                  <a:lnTo>
                    <a:pt x="35059" y="37495"/>
                  </a:lnTo>
                  <a:lnTo>
                    <a:pt x="35489" y="37034"/>
                  </a:lnTo>
                  <a:lnTo>
                    <a:pt x="35893" y="36601"/>
                  </a:lnTo>
                  <a:lnTo>
                    <a:pt x="36325" y="36137"/>
                  </a:lnTo>
                  <a:lnTo>
                    <a:pt x="36945" y="35353"/>
                  </a:lnTo>
                  <a:lnTo>
                    <a:pt x="37455" y="34708"/>
                  </a:lnTo>
                  <a:lnTo>
                    <a:pt x="37710" y="34442"/>
                  </a:lnTo>
                  <a:lnTo>
                    <a:pt x="37918" y="34225"/>
                  </a:lnTo>
                  <a:lnTo>
                    <a:pt x="39196" y="32076"/>
                  </a:lnTo>
                  <a:lnTo>
                    <a:pt x="38675" y="30337"/>
                  </a:lnTo>
                  <a:lnTo>
                    <a:pt x="38198" y="30090"/>
                  </a:lnTo>
                  <a:lnTo>
                    <a:pt x="37579" y="29893"/>
                  </a:lnTo>
                  <a:lnTo>
                    <a:pt x="27439" y="26674"/>
                  </a:lnTo>
                  <a:lnTo>
                    <a:pt x="21079" y="25032"/>
                  </a:lnTo>
                  <a:lnTo>
                    <a:pt x="18920" y="24474"/>
                  </a:lnTo>
                  <a:lnTo>
                    <a:pt x="15010" y="23464"/>
                  </a:lnTo>
                  <a:lnTo>
                    <a:pt x="843" y="25240"/>
                  </a:lnTo>
                  <a:lnTo>
                    <a:pt x="0" y="14303"/>
                  </a:lnTo>
                  <a:lnTo>
                    <a:pt x="5055" y="14283"/>
                  </a:lnTo>
                  <a:lnTo>
                    <a:pt x="5122" y="8720"/>
                  </a:lnTo>
                  <a:lnTo>
                    <a:pt x="5188" y="8003"/>
                  </a:lnTo>
                  <a:lnTo>
                    <a:pt x="17419" y="7852"/>
                  </a:lnTo>
                  <a:lnTo>
                    <a:pt x="21026" y="7866"/>
                  </a:lnTo>
                  <a:lnTo>
                    <a:pt x="22529" y="3973"/>
                  </a:lnTo>
                  <a:lnTo>
                    <a:pt x="36305" y="79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2445604" y="2957038"/>
              <a:ext cx="248012" cy="231821"/>
            </a:xfrm>
            <a:custGeom>
              <a:avLst/>
              <a:pathLst>
                <a:path w="248012" h="231821">
                  <a:moveTo>
                    <a:pt x="160645" y="182207"/>
                  </a:moveTo>
                  <a:lnTo>
                    <a:pt x="161356" y="181617"/>
                  </a:lnTo>
                  <a:lnTo>
                    <a:pt x="161820" y="180938"/>
                  </a:lnTo>
                  <a:lnTo>
                    <a:pt x="162501" y="179938"/>
                  </a:lnTo>
                  <a:lnTo>
                    <a:pt x="163957" y="177804"/>
                  </a:lnTo>
                  <a:lnTo>
                    <a:pt x="164099" y="177596"/>
                  </a:lnTo>
                  <a:lnTo>
                    <a:pt x="170790" y="164170"/>
                  </a:lnTo>
                  <a:lnTo>
                    <a:pt x="174104" y="162079"/>
                  </a:lnTo>
                  <a:lnTo>
                    <a:pt x="179256" y="158828"/>
                  </a:lnTo>
                  <a:lnTo>
                    <a:pt x="184378" y="155596"/>
                  </a:lnTo>
                  <a:lnTo>
                    <a:pt x="190629" y="151590"/>
                  </a:lnTo>
                  <a:lnTo>
                    <a:pt x="193742" y="155577"/>
                  </a:lnTo>
                  <a:lnTo>
                    <a:pt x="195107" y="157325"/>
                  </a:lnTo>
                  <a:lnTo>
                    <a:pt x="199216" y="154671"/>
                  </a:lnTo>
                  <a:lnTo>
                    <a:pt x="199944" y="153989"/>
                  </a:lnTo>
                  <a:lnTo>
                    <a:pt x="200743" y="155001"/>
                  </a:lnTo>
                  <a:lnTo>
                    <a:pt x="202289" y="156961"/>
                  </a:lnTo>
                  <a:lnTo>
                    <a:pt x="202491" y="157217"/>
                  </a:lnTo>
                  <a:lnTo>
                    <a:pt x="202641" y="157407"/>
                  </a:lnTo>
                  <a:lnTo>
                    <a:pt x="202956" y="157104"/>
                  </a:lnTo>
                  <a:lnTo>
                    <a:pt x="203343" y="156733"/>
                  </a:lnTo>
                  <a:lnTo>
                    <a:pt x="205521" y="154641"/>
                  </a:lnTo>
                  <a:lnTo>
                    <a:pt x="208512" y="156714"/>
                  </a:lnTo>
                  <a:lnTo>
                    <a:pt x="210173" y="157544"/>
                  </a:lnTo>
                  <a:lnTo>
                    <a:pt x="210567" y="157741"/>
                  </a:lnTo>
                  <a:lnTo>
                    <a:pt x="210698" y="157807"/>
                  </a:lnTo>
                  <a:lnTo>
                    <a:pt x="210413" y="158789"/>
                  </a:lnTo>
                  <a:lnTo>
                    <a:pt x="210368" y="159098"/>
                  </a:lnTo>
                  <a:lnTo>
                    <a:pt x="214550" y="161155"/>
                  </a:lnTo>
                  <a:lnTo>
                    <a:pt x="215643" y="161692"/>
                  </a:lnTo>
                  <a:lnTo>
                    <a:pt x="218260" y="162499"/>
                  </a:lnTo>
                  <a:lnTo>
                    <a:pt x="220424" y="162538"/>
                  </a:lnTo>
                  <a:lnTo>
                    <a:pt x="221817" y="162563"/>
                  </a:lnTo>
                  <a:lnTo>
                    <a:pt x="223210" y="162560"/>
                  </a:lnTo>
                  <a:lnTo>
                    <a:pt x="226346" y="162229"/>
                  </a:lnTo>
                  <a:lnTo>
                    <a:pt x="227341" y="162124"/>
                  </a:lnTo>
                  <a:lnTo>
                    <a:pt x="227520" y="162105"/>
                  </a:lnTo>
                  <a:lnTo>
                    <a:pt x="230365" y="157515"/>
                  </a:lnTo>
                  <a:lnTo>
                    <a:pt x="233176" y="158453"/>
                  </a:lnTo>
                  <a:lnTo>
                    <a:pt x="236283" y="154878"/>
                  </a:lnTo>
                  <a:lnTo>
                    <a:pt x="243420" y="157418"/>
                  </a:lnTo>
                  <a:lnTo>
                    <a:pt x="248012" y="161955"/>
                  </a:lnTo>
                  <a:lnTo>
                    <a:pt x="247228" y="168330"/>
                  </a:lnTo>
                  <a:lnTo>
                    <a:pt x="246598" y="173567"/>
                  </a:lnTo>
                  <a:lnTo>
                    <a:pt x="245144" y="173354"/>
                  </a:lnTo>
                  <a:lnTo>
                    <a:pt x="242604" y="173354"/>
                  </a:lnTo>
                  <a:lnTo>
                    <a:pt x="241404" y="173626"/>
                  </a:lnTo>
                  <a:lnTo>
                    <a:pt x="239397" y="174082"/>
                  </a:lnTo>
                  <a:lnTo>
                    <a:pt x="234853" y="175858"/>
                  </a:lnTo>
                  <a:lnTo>
                    <a:pt x="232937" y="176996"/>
                  </a:lnTo>
                  <a:lnTo>
                    <a:pt x="232306" y="177590"/>
                  </a:lnTo>
                  <a:lnTo>
                    <a:pt x="231244" y="178590"/>
                  </a:lnTo>
                  <a:lnTo>
                    <a:pt x="229622" y="181752"/>
                  </a:lnTo>
                  <a:lnTo>
                    <a:pt x="229383" y="182217"/>
                  </a:lnTo>
                  <a:lnTo>
                    <a:pt x="229152" y="182666"/>
                  </a:lnTo>
                  <a:lnTo>
                    <a:pt x="228021" y="185066"/>
                  </a:lnTo>
                  <a:lnTo>
                    <a:pt x="227791" y="185556"/>
                  </a:lnTo>
                  <a:lnTo>
                    <a:pt x="227720" y="185705"/>
                  </a:lnTo>
                  <a:lnTo>
                    <a:pt x="225928" y="189508"/>
                  </a:lnTo>
                  <a:lnTo>
                    <a:pt x="224508" y="192521"/>
                  </a:lnTo>
                  <a:lnTo>
                    <a:pt x="218042" y="191094"/>
                  </a:lnTo>
                  <a:lnTo>
                    <a:pt x="214212" y="190249"/>
                  </a:lnTo>
                  <a:lnTo>
                    <a:pt x="210259" y="190030"/>
                  </a:lnTo>
                  <a:lnTo>
                    <a:pt x="208013" y="192917"/>
                  </a:lnTo>
                  <a:lnTo>
                    <a:pt x="207875" y="193094"/>
                  </a:lnTo>
                  <a:lnTo>
                    <a:pt x="206669" y="193738"/>
                  </a:lnTo>
                  <a:lnTo>
                    <a:pt x="203002" y="195696"/>
                  </a:lnTo>
                  <a:lnTo>
                    <a:pt x="200875" y="196832"/>
                  </a:lnTo>
                  <a:lnTo>
                    <a:pt x="199764" y="197413"/>
                  </a:lnTo>
                  <a:lnTo>
                    <a:pt x="194487" y="201279"/>
                  </a:lnTo>
                  <a:lnTo>
                    <a:pt x="189868" y="195302"/>
                  </a:lnTo>
                  <a:lnTo>
                    <a:pt x="189294" y="194595"/>
                  </a:lnTo>
                  <a:lnTo>
                    <a:pt x="184875" y="198187"/>
                  </a:lnTo>
                  <a:lnTo>
                    <a:pt x="179237" y="202769"/>
                  </a:lnTo>
                  <a:lnTo>
                    <a:pt x="178802" y="203136"/>
                  </a:lnTo>
                  <a:lnTo>
                    <a:pt x="175376" y="206028"/>
                  </a:lnTo>
                  <a:lnTo>
                    <a:pt x="174899" y="206431"/>
                  </a:lnTo>
                  <a:lnTo>
                    <a:pt x="174653" y="206638"/>
                  </a:lnTo>
                  <a:lnTo>
                    <a:pt x="175037" y="211180"/>
                  </a:lnTo>
                  <a:lnTo>
                    <a:pt x="174275" y="211847"/>
                  </a:lnTo>
                  <a:lnTo>
                    <a:pt x="173708" y="212344"/>
                  </a:lnTo>
                  <a:lnTo>
                    <a:pt x="171439" y="214439"/>
                  </a:lnTo>
                  <a:lnTo>
                    <a:pt x="165262" y="220256"/>
                  </a:lnTo>
                  <a:lnTo>
                    <a:pt x="164123" y="221329"/>
                  </a:lnTo>
                  <a:lnTo>
                    <a:pt x="162623" y="222742"/>
                  </a:lnTo>
                  <a:lnTo>
                    <a:pt x="162385" y="222944"/>
                  </a:lnTo>
                  <a:lnTo>
                    <a:pt x="160421" y="221637"/>
                  </a:lnTo>
                  <a:lnTo>
                    <a:pt x="159692" y="221152"/>
                  </a:lnTo>
                  <a:lnTo>
                    <a:pt x="160006" y="214633"/>
                  </a:lnTo>
                  <a:lnTo>
                    <a:pt x="157671" y="214530"/>
                  </a:lnTo>
                  <a:lnTo>
                    <a:pt x="155949" y="214453"/>
                  </a:lnTo>
                  <a:lnTo>
                    <a:pt x="155722" y="214443"/>
                  </a:lnTo>
                  <a:lnTo>
                    <a:pt x="155046" y="222863"/>
                  </a:lnTo>
                  <a:lnTo>
                    <a:pt x="155003" y="223399"/>
                  </a:lnTo>
                  <a:lnTo>
                    <a:pt x="154832" y="225525"/>
                  </a:lnTo>
                  <a:lnTo>
                    <a:pt x="154810" y="225799"/>
                  </a:lnTo>
                  <a:lnTo>
                    <a:pt x="154792" y="226027"/>
                  </a:lnTo>
                  <a:lnTo>
                    <a:pt x="152878" y="225955"/>
                  </a:lnTo>
                  <a:lnTo>
                    <a:pt x="149465" y="225828"/>
                  </a:lnTo>
                  <a:lnTo>
                    <a:pt x="148574" y="227318"/>
                  </a:lnTo>
                  <a:lnTo>
                    <a:pt x="148088" y="228131"/>
                  </a:lnTo>
                  <a:lnTo>
                    <a:pt x="145879" y="231821"/>
                  </a:lnTo>
                  <a:lnTo>
                    <a:pt x="140903" y="226284"/>
                  </a:lnTo>
                  <a:lnTo>
                    <a:pt x="130869" y="215050"/>
                  </a:lnTo>
                  <a:lnTo>
                    <a:pt x="124972" y="208448"/>
                  </a:lnTo>
                  <a:lnTo>
                    <a:pt x="124735" y="208183"/>
                  </a:lnTo>
                  <a:lnTo>
                    <a:pt x="124327" y="207726"/>
                  </a:lnTo>
                  <a:lnTo>
                    <a:pt x="123260" y="208647"/>
                  </a:lnTo>
                  <a:lnTo>
                    <a:pt x="117474" y="214136"/>
                  </a:lnTo>
                  <a:lnTo>
                    <a:pt x="111569" y="219739"/>
                  </a:lnTo>
                  <a:lnTo>
                    <a:pt x="105679" y="225328"/>
                  </a:lnTo>
                  <a:lnTo>
                    <a:pt x="105295" y="225671"/>
                  </a:lnTo>
                  <a:lnTo>
                    <a:pt x="104889" y="225175"/>
                  </a:lnTo>
                  <a:lnTo>
                    <a:pt x="101534" y="221068"/>
                  </a:lnTo>
                  <a:lnTo>
                    <a:pt x="100525" y="216956"/>
                  </a:lnTo>
                  <a:lnTo>
                    <a:pt x="100528" y="214854"/>
                  </a:lnTo>
                  <a:lnTo>
                    <a:pt x="100566" y="209100"/>
                  </a:lnTo>
                  <a:lnTo>
                    <a:pt x="100577" y="204286"/>
                  </a:lnTo>
                  <a:lnTo>
                    <a:pt x="97584" y="202148"/>
                  </a:lnTo>
                  <a:lnTo>
                    <a:pt x="94405" y="199877"/>
                  </a:lnTo>
                  <a:lnTo>
                    <a:pt x="93829" y="200404"/>
                  </a:lnTo>
                  <a:lnTo>
                    <a:pt x="92800" y="201345"/>
                  </a:lnTo>
                  <a:lnTo>
                    <a:pt x="92652" y="201517"/>
                  </a:lnTo>
                  <a:lnTo>
                    <a:pt x="92170" y="202075"/>
                  </a:lnTo>
                  <a:lnTo>
                    <a:pt x="91918" y="202368"/>
                  </a:lnTo>
                  <a:lnTo>
                    <a:pt x="90601" y="201664"/>
                  </a:lnTo>
                  <a:lnTo>
                    <a:pt x="82176" y="197157"/>
                  </a:lnTo>
                  <a:lnTo>
                    <a:pt x="78015" y="194932"/>
                  </a:lnTo>
                  <a:lnTo>
                    <a:pt x="75901" y="194262"/>
                  </a:lnTo>
                  <a:lnTo>
                    <a:pt x="74352" y="191209"/>
                  </a:lnTo>
                  <a:lnTo>
                    <a:pt x="72848" y="188247"/>
                  </a:lnTo>
                  <a:lnTo>
                    <a:pt x="72685" y="187926"/>
                  </a:lnTo>
                  <a:lnTo>
                    <a:pt x="72609" y="187776"/>
                  </a:lnTo>
                  <a:lnTo>
                    <a:pt x="72427" y="187418"/>
                  </a:lnTo>
                  <a:lnTo>
                    <a:pt x="66661" y="189462"/>
                  </a:lnTo>
                  <a:lnTo>
                    <a:pt x="61830" y="188373"/>
                  </a:lnTo>
                  <a:lnTo>
                    <a:pt x="51249" y="185987"/>
                  </a:lnTo>
                  <a:lnTo>
                    <a:pt x="47776" y="184443"/>
                  </a:lnTo>
                  <a:lnTo>
                    <a:pt x="47458" y="184302"/>
                  </a:lnTo>
                  <a:lnTo>
                    <a:pt x="42771" y="182218"/>
                  </a:lnTo>
                  <a:lnTo>
                    <a:pt x="43264" y="177099"/>
                  </a:lnTo>
                  <a:lnTo>
                    <a:pt x="50002" y="174822"/>
                  </a:lnTo>
                  <a:lnTo>
                    <a:pt x="50381" y="169070"/>
                  </a:lnTo>
                  <a:lnTo>
                    <a:pt x="47162" y="168390"/>
                  </a:lnTo>
                  <a:lnTo>
                    <a:pt x="45633" y="161867"/>
                  </a:lnTo>
                  <a:lnTo>
                    <a:pt x="42961" y="159954"/>
                  </a:lnTo>
                  <a:lnTo>
                    <a:pt x="40849" y="155593"/>
                  </a:lnTo>
                  <a:lnTo>
                    <a:pt x="43941" y="148024"/>
                  </a:lnTo>
                  <a:lnTo>
                    <a:pt x="44137" y="142999"/>
                  </a:lnTo>
                  <a:lnTo>
                    <a:pt x="44297" y="138917"/>
                  </a:lnTo>
                  <a:lnTo>
                    <a:pt x="45892" y="137862"/>
                  </a:lnTo>
                  <a:lnTo>
                    <a:pt x="47326" y="136913"/>
                  </a:lnTo>
                  <a:lnTo>
                    <a:pt x="47950" y="133908"/>
                  </a:lnTo>
                  <a:lnTo>
                    <a:pt x="47330" y="133653"/>
                  </a:lnTo>
                  <a:lnTo>
                    <a:pt x="46162" y="133172"/>
                  </a:lnTo>
                  <a:lnTo>
                    <a:pt x="40663" y="130912"/>
                  </a:lnTo>
                  <a:lnTo>
                    <a:pt x="45099" y="122523"/>
                  </a:lnTo>
                  <a:lnTo>
                    <a:pt x="44208" y="119427"/>
                  </a:lnTo>
                  <a:lnTo>
                    <a:pt x="40606" y="120338"/>
                  </a:lnTo>
                  <a:lnTo>
                    <a:pt x="40163" y="119347"/>
                  </a:lnTo>
                  <a:lnTo>
                    <a:pt x="33533" y="104497"/>
                  </a:lnTo>
                  <a:lnTo>
                    <a:pt x="20013" y="110062"/>
                  </a:lnTo>
                  <a:lnTo>
                    <a:pt x="16903" y="103588"/>
                  </a:lnTo>
                  <a:lnTo>
                    <a:pt x="16802" y="103378"/>
                  </a:lnTo>
                  <a:lnTo>
                    <a:pt x="16614" y="102987"/>
                  </a:lnTo>
                  <a:lnTo>
                    <a:pt x="15993" y="103320"/>
                  </a:lnTo>
                  <a:lnTo>
                    <a:pt x="7905" y="107649"/>
                  </a:lnTo>
                  <a:lnTo>
                    <a:pt x="287" y="94739"/>
                  </a:lnTo>
                  <a:lnTo>
                    <a:pt x="5994" y="90071"/>
                  </a:lnTo>
                  <a:lnTo>
                    <a:pt x="0" y="81465"/>
                  </a:lnTo>
                  <a:lnTo>
                    <a:pt x="931" y="79608"/>
                  </a:lnTo>
                  <a:lnTo>
                    <a:pt x="1339" y="78794"/>
                  </a:lnTo>
                  <a:lnTo>
                    <a:pt x="1948" y="77579"/>
                  </a:lnTo>
                  <a:lnTo>
                    <a:pt x="4588" y="72313"/>
                  </a:lnTo>
                  <a:lnTo>
                    <a:pt x="9177" y="70946"/>
                  </a:lnTo>
                  <a:lnTo>
                    <a:pt x="9808" y="70734"/>
                  </a:lnTo>
                  <a:lnTo>
                    <a:pt x="16409" y="68517"/>
                  </a:lnTo>
                  <a:lnTo>
                    <a:pt x="18731" y="65601"/>
                  </a:lnTo>
                  <a:lnTo>
                    <a:pt x="19527" y="64601"/>
                  </a:lnTo>
                  <a:lnTo>
                    <a:pt x="29417" y="70248"/>
                  </a:lnTo>
                  <a:lnTo>
                    <a:pt x="30843" y="55949"/>
                  </a:lnTo>
                  <a:lnTo>
                    <a:pt x="31070" y="54332"/>
                  </a:lnTo>
                  <a:lnTo>
                    <a:pt x="30950" y="50062"/>
                  </a:lnTo>
                  <a:lnTo>
                    <a:pt x="30795" y="44947"/>
                  </a:lnTo>
                  <a:lnTo>
                    <a:pt x="30739" y="43104"/>
                  </a:lnTo>
                  <a:lnTo>
                    <a:pt x="23279" y="28760"/>
                  </a:lnTo>
                  <a:lnTo>
                    <a:pt x="22730" y="28537"/>
                  </a:lnTo>
                  <a:lnTo>
                    <a:pt x="10585" y="23599"/>
                  </a:lnTo>
                  <a:lnTo>
                    <a:pt x="9898" y="23325"/>
                  </a:lnTo>
                  <a:lnTo>
                    <a:pt x="9021" y="9828"/>
                  </a:lnTo>
                  <a:lnTo>
                    <a:pt x="20071" y="4986"/>
                  </a:lnTo>
                  <a:lnTo>
                    <a:pt x="26085" y="0"/>
                  </a:lnTo>
                  <a:lnTo>
                    <a:pt x="30295" y="1707"/>
                  </a:lnTo>
                  <a:lnTo>
                    <a:pt x="27768" y="19783"/>
                  </a:lnTo>
                  <a:lnTo>
                    <a:pt x="25596" y="25283"/>
                  </a:lnTo>
                  <a:lnTo>
                    <a:pt x="27195" y="27415"/>
                  </a:lnTo>
                  <a:lnTo>
                    <a:pt x="30534" y="31083"/>
                  </a:lnTo>
                  <a:lnTo>
                    <a:pt x="32764" y="34843"/>
                  </a:lnTo>
                  <a:lnTo>
                    <a:pt x="35585" y="39542"/>
                  </a:lnTo>
                  <a:lnTo>
                    <a:pt x="43378" y="33522"/>
                  </a:lnTo>
                  <a:lnTo>
                    <a:pt x="49796" y="27062"/>
                  </a:lnTo>
                  <a:lnTo>
                    <a:pt x="50643" y="26174"/>
                  </a:lnTo>
                  <a:lnTo>
                    <a:pt x="55585" y="29902"/>
                  </a:lnTo>
                  <a:lnTo>
                    <a:pt x="59211" y="32636"/>
                  </a:lnTo>
                  <a:lnTo>
                    <a:pt x="77150" y="60648"/>
                  </a:lnTo>
                  <a:lnTo>
                    <a:pt x="83895" y="57211"/>
                  </a:lnTo>
                  <a:lnTo>
                    <a:pt x="90241" y="67822"/>
                  </a:lnTo>
                  <a:lnTo>
                    <a:pt x="92391" y="84088"/>
                  </a:lnTo>
                  <a:lnTo>
                    <a:pt x="77824" y="93332"/>
                  </a:lnTo>
                  <a:lnTo>
                    <a:pt x="79699" y="96159"/>
                  </a:lnTo>
                  <a:lnTo>
                    <a:pt x="75887" y="98639"/>
                  </a:lnTo>
                  <a:lnTo>
                    <a:pt x="71906" y="101229"/>
                  </a:lnTo>
                  <a:lnTo>
                    <a:pt x="70964" y="101842"/>
                  </a:lnTo>
                  <a:lnTo>
                    <a:pt x="69073" y="103073"/>
                  </a:lnTo>
                  <a:lnTo>
                    <a:pt x="68993" y="105243"/>
                  </a:lnTo>
                  <a:lnTo>
                    <a:pt x="69011" y="105527"/>
                  </a:lnTo>
                  <a:lnTo>
                    <a:pt x="68256" y="109208"/>
                  </a:lnTo>
                  <a:lnTo>
                    <a:pt x="72224" y="109304"/>
                  </a:lnTo>
                  <a:lnTo>
                    <a:pt x="72023" y="111889"/>
                  </a:lnTo>
                  <a:lnTo>
                    <a:pt x="71856" y="114051"/>
                  </a:lnTo>
                  <a:lnTo>
                    <a:pt x="71846" y="117277"/>
                  </a:lnTo>
                  <a:lnTo>
                    <a:pt x="78799" y="122200"/>
                  </a:lnTo>
                  <a:lnTo>
                    <a:pt x="85218" y="118250"/>
                  </a:lnTo>
                  <a:lnTo>
                    <a:pt x="88368" y="121815"/>
                  </a:lnTo>
                  <a:lnTo>
                    <a:pt x="86135" y="123854"/>
                  </a:lnTo>
                  <a:lnTo>
                    <a:pt x="85450" y="124395"/>
                  </a:lnTo>
                  <a:lnTo>
                    <a:pt x="90786" y="131786"/>
                  </a:lnTo>
                  <a:lnTo>
                    <a:pt x="95683" y="122434"/>
                  </a:lnTo>
                  <a:lnTo>
                    <a:pt x="96239" y="121714"/>
                  </a:lnTo>
                  <a:lnTo>
                    <a:pt x="110252" y="123116"/>
                  </a:lnTo>
                  <a:lnTo>
                    <a:pt x="110986" y="123188"/>
                  </a:lnTo>
                  <a:lnTo>
                    <a:pt x="111106" y="126825"/>
                  </a:lnTo>
                  <a:lnTo>
                    <a:pt x="111162" y="128517"/>
                  </a:lnTo>
                  <a:lnTo>
                    <a:pt x="113957" y="129565"/>
                  </a:lnTo>
                  <a:lnTo>
                    <a:pt x="114251" y="129675"/>
                  </a:lnTo>
                  <a:lnTo>
                    <a:pt x="114616" y="130612"/>
                  </a:lnTo>
                  <a:lnTo>
                    <a:pt x="115954" y="134041"/>
                  </a:lnTo>
                  <a:lnTo>
                    <a:pt x="116588" y="135666"/>
                  </a:lnTo>
                  <a:lnTo>
                    <a:pt x="117171" y="136865"/>
                  </a:lnTo>
                  <a:lnTo>
                    <a:pt x="117459" y="137292"/>
                  </a:lnTo>
                  <a:lnTo>
                    <a:pt x="117547" y="137423"/>
                  </a:lnTo>
                  <a:lnTo>
                    <a:pt x="120634" y="142010"/>
                  </a:lnTo>
                  <a:lnTo>
                    <a:pt x="120825" y="142293"/>
                  </a:lnTo>
                  <a:lnTo>
                    <a:pt x="121594" y="143587"/>
                  </a:lnTo>
                  <a:lnTo>
                    <a:pt x="123416" y="146653"/>
                  </a:lnTo>
                  <a:lnTo>
                    <a:pt x="124628" y="148692"/>
                  </a:lnTo>
                  <a:lnTo>
                    <a:pt x="124885" y="149124"/>
                  </a:lnTo>
                  <a:lnTo>
                    <a:pt x="125061" y="149837"/>
                  </a:lnTo>
                  <a:lnTo>
                    <a:pt x="125308" y="149847"/>
                  </a:lnTo>
                  <a:lnTo>
                    <a:pt x="126138" y="149883"/>
                  </a:lnTo>
                  <a:lnTo>
                    <a:pt x="128362" y="149979"/>
                  </a:lnTo>
                  <a:lnTo>
                    <a:pt x="129193" y="151176"/>
                  </a:lnTo>
                  <a:lnTo>
                    <a:pt x="130194" y="151488"/>
                  </a:lnTo>
                  <a:lnTo>
                    <a:pt x="136730" y="153524"/>
                  </a:lnTo>
                  <a:lnTo>
                    <a:pt x="138692" y="153724"/>
                  </a:lnTo>
                  <a:lnTo>
                    <a:pt x="140312" y="153138"/>
                  </a:lnTo>
                  <a:lnTo>
                    <a:pt x="142510" y="152344"/>
                  </a:lnTo>
                  <a:lnTo>
                    <a:pt x="142160" y="151697"/>
                  </a:lnTo>
                  <a:lnTo>
                    <a:pt x="141474" y="150432"/>
                  </a:lnTo>
                  <a:lnTo>
                    <a:pt x="141363" y="150296"/>
                  </a:lnTo>
                  <a:lnTo>
                    <a:pt x="139474" y="147987"/>
                  </a:lnTo>
                  <a:lnTo>
                    <a:pt x="138289" y="146417"/>
                  </a:lnTo>
                  <a:lnTo>
                    <a:pt x="138155" y="146261"/>
                  </a:lnTo>
                  <a:lnTo>
                    <a:pt x="136349" y="144159"/>
                  </a:lnTo>
                  <a:lnTo>
                    <a:pt x="132530" y="139794"/>
                  </a:lnTo>
                  <a:lnTo>
                    <a:pt x="128101" y="134338"/>
                  </a:lnTo>
                  <a:lnTo>
                    <a:pt x="127016" y="131503"/>
                  </a:lnTo>
                  <a:lnTo>
                    <a:pt x="130582" y="129293"/>
                  </a:lnTo>
                  <a:lnTo>
                    <a:pt x="133334" y="132977"/>
                  </a:lnTo>
                  <a:lnTo>
                    <a:pt x="137834" y="138720"/>
                  </a:lnTo>
                  <a:lnTo>
                    <a:pt x="145032" y="147013"/>
                  </a:lnTo>
                  <a:lnTo>
                    <a:pt x="147869" y="150558"/>
                  </a:lnTo>
                  <a:lnTo>
                    <a:pt x="151125" y="154627"/>
                  </a:lnTo>
                  <a:lnTo>
                    <a:pt x="154307" y="157986"/>
                  </a:lnTo>
                  <a:lnTo>
                    <a:pt x="157709" y="159364"/>
                  </a:lnTo>
                  <a:lnTo>
                    <a:pt x="162876" y="161456"/>
                  </a:lnTo>
                  <a:lnTo>
                    <a:pt x="156684" y="177818"/>
                  </a:lnTo>
                  <a:lnTo>
                    <a:pt x="155102" y="181998"/>
                  </a:lnTo>
                  <a:lnTo>
                    <a:pt x="154823" y="182736"/>
                  </a:lnTo>
                  <a:lnTo>
                    <a:pt x="153841" y="185330"/>
                  </a:lnTo>
                  <a:lnTo>
                    <a:pt x="151708" y="191504"/>
                  </a:lnTo>
                  <a:lnTo>
                    <a:pt x="155983" y="191666"/>
                  </a:lnTo>
                  <a:lnTo>
                    <a:pt x="157349" y="191718"/>
                  </a:lnTo>
                  <a:lnTo>
                    <a:pt x="157563" y="187278"/>
                  </a:lnTo>
                  <a:lnTo>
                    <a:pt x="157774" y="186043"/>
                  </a:lnTo>
                  <a:lnTo>
                    <a:pt x="158223" y="18421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2523319" y="2854218"/>
              <a:ext cx="216274" cy="294538"/>
            </a:xfrm>
            <a:custGeom>
              <a:avLst/>
              <a:pathLst>
                <a:path w="216274" h="294538">
                  <a:moveTo>
                    <a:pt x="64280" y="4234"/>
                  </a:moveTo>
                  <a:lnTo>
                    <a:pt x="52003" y="26358"/>
                  </a:lnTo>
                  <a:lnTo>
                    <a:pt x="41691" y="35481"/>
                  </a:lnTo>
                  <a:lnTo>
                    <a:pt x="41844" y="38938"/>
                  </a:lnTo>
                  <a:lnTo>
                    <a:pt x="49712" y="37908"/>
                  </a:lnTo>
                  <a:lnTo>
                    <a:pt x="54114" y="48945"/>
                  </a:lnTo>
                  <a:lnTo>
                    <a:pt x="77663" y="37395"/>
                  </a:lnTo>
                  <a:lnTo>
                    <a:pt x="82273" y="39623"/>
                  </a:lnTo>
                  <a:lnTo>
                    <a:pt x="82678" y="51658"/>
                  </a:lnTo>
                  <a:lnTo>
                    <a:pt x="83371" y="52830"/>
                  </a:lnTo>
                  <a:lnTo>
                    <a:pt x="88135" y="60879"/>
                  </a:lnTo>
                  <a:lnTo>
                    <a:pt x="94038" y="61449"/>
                  </a:lnTo>
                  <a:lnTo>
                    <a:pt x="97602" y="65319"/>
                  </a:lnTo>
                  <a:lnTo>
                    <a:pt x="94038" y="79891"/>
                  </a:lnTo>
                  <a:lnTo>
                    <a:pt x="93704" y="86835"/>
                  </a:lnTo>
                  <a:lnTo>
                    <a:pt x="89026" y="94690"/>
                  </a:lnTo>
                  <a:lnTo>
                    <a:pt x="88692" y="101179"/>
                  </a:lnTo>
                  <a:lnTo>
                    <a:pt x="83123" y="105733"/>
                  </a:lnTo>
                  <a:lnTo>
                    <a:pt x="79336" y="102431"/>
                  </a:lnTo>
                  <a:lnTo>
                    <a:pt x="70983" y="115523"/>
                  </a:lnTo>
                  <a:lnTo>
                    <a:pt x="69445" y="114724"/>
                  </a:lnTo>
                  <a:lnTo>
                    <a:pt x="67340" y="113630"/>
                  </a:lnTo>
                  <a:lnTo>
                    <a:pt x="62071" y="122565"/>
                  </a:lnTo>
                  <a:lnTo>
                    <a:pt x="51270" y="118597"/>
                  </a:lnTo>
                  <a:lnTo>
                    <a:pt x="52787" y="125202"/>
                  </a:lnTo>
                  <a:lnTo>
                    <a:pt x="54220" y="131440"/>
                  </a:lnTo>
                  <a:lnTo>
                    <a:pt x="54659" y="132538"/>
                  </a:lnTo>
                  <a:lnTo>
                    <a:pt x="63219" y="153981"/>
                  </a:lnTo>
                  <a:lnTo>
                    <a:pt x="54377" y="157793"/>
                  </a:lnTo>
                  <a:lnTo>
                    <a:pt x="59600" y="174782"/>
                  </a:lnTo>
                  <a:lnTo>
                    <a:pt x="60290" y="174536"/>
                  </a:lnTo>
                  <a:lnTo>
                    <a:pt x="67754" y="171874"/>
                  </a:lnTo>
                  <a:lnTo>
                    <a:pt x="72053" y="179173"/>
                  </a:lnTo>
                  <a:lnTo>
                    <a:pt x="73990" y="182461"/>
                  </a:lnTo>
                  <a:lnTo>
                    <a:pt x="81118" y="183372"/>
                  </a:lnTo>
                  <a:lnTo>
                    <a:pt x="82789" y="173354"/>
                  </a:lnTo>
                  <a:lnTo>
                    <a:pt x="92256" y="166865"/>
                  </a:lnTo>
                  <a:lnTo>
                    <a:pt x="93836" y="165170"/>
                  </a:lnTo>
                  <a:lnTo>
                    <a:pt x="97904" y="160806"/>
                  </a:lnTo>
                  <a:lnTo>
                    <a:pt x="105650" y="154211"/>
                  </a:lnTo>
                  <a:lnTo>
                    <a:pt x="113032" y="151661"/>
                  </a:lnTo>
                  <a:lnTo>
                    <a:pt x="116231" y="151317"/>
                  </a:lnTo>
                  <a:lnTo>
                    <a:pt x="123106" y="151155"/>
                  </a:lnTo>
                  <a:lnTo>
                    <a:pt x="125210" y="151507"/>
                  </a:lnTo>
                  <a:lnTo>
                    <a:pt x="128433" y="154892"/>
                  </a:lnTo>
                  <a:lnTo>
                    <a:pt x="139245" y="151632"/>
                  </a:lnTo>
                  <a:lnTo>
                    <a:pt x="142840" y="150548"/>
                  </a:lnTo>
                  <a:lnTo>
                    <a:pt x="143766" y="152142"/>
                  </a:lnTo>
                  <a:lnTo>
                    <a:pt x="145049" y="155652"/>
                  </a:lnTo>
                  <a:lnTo>
                    <a:pt x="145328" y="156416"/>
                  </a:lnTo>
                  <a:lnTo>
                    <a:pt x="145699" y="157420"/>
                  </a:lnTo>
                  <a:lnTo>
                    <a:pt x="145945" y="158086"/>
                  </a:lnTo>
                  <a:lnTo>
                    <a:pt x="147666" y="161266"/>
                  </a:lnTo>
                  <a:lnTo>
                    <a:pt x="149709" y="164970"/>
                  </a:lnTo>
                  <a:lnTo>
                    <a:pt x="151702" y="167795"/>
                  </a:lnTo>
                  <a:lnTo>
                    <a:pt x="154208" y="168862"/>
                  </a:lnTo>
                  <a:lnTo>
                    <a:pt x="156296" y="169004"/>
                  </a:lnTo>
                  <a:lnTo>
                    <a:pt x="159311" y="168919"/>
                  </a:lnTo>
                  <a:lnTo>
                    <a:pt x="161304" y="168862"/>
                  </a:lnTo>
                  <a:lnTo>
                    <a:pt x="166111" y="168862"/>
                  </a:lnTo>
                  <a:lnTo>
                    <a:pt x="172584" y="170072"/>
                  </a:lnTo>
                  <a:lnTo>
                    <a:pt x="176912" y="171301"/>
                  </a:lnTo>
                  <a:lnTo>
                    <a:pt x="179799" y="172121"/>
                  </a:lnTo>
                  <a:lnTo>
                    <a:pt x="180470" y="172312"/>
                  </a:lnTo>
                  <a:lnTo>
                    <a:pt x="189151" y="174198"/>
                  </a:lnTo>
                  <a:lnTo>
                    <a:pt x="193317" y="176209"/>
                  </a:lnTo>
                  <a:lnTo>
                    <a:pt x="194163" y="176617"/>
                  </a:lnTo>
                  <a:lnTo>
                    <a:pt x="197486" y="179017"/>
                  </a:lnTo>
                  <a:lnTo>
                    <a:pt x="200567" y="181242"/>
                  </a:lnTo>
                  <a:lnTo>
                    <a:pt x="203839" y="185725"/>
                  </a:lnTo>
                  <a:lnTo>
                    <a:pt x="204952" y="186792"/>
                  </a:lnTo>
                  <a:lnTo>
                    <a:pt x="207319" y="187930"/>
                  </a:lnTo>
                  <a:lnTo>
                    <a:pt x="208816" y="189068"/>
                  </a:lnTo>
                  <a:lnTo>
                    <a:pt x="210591" y="192626"/>
                  </a:lnTo>
                  <a:lnTo>
                    <a:pt x="211485" y="195403"/>
                  </a:lnTo>
                  <a:lnTo>
                    <a:pt x="212171" y="197532"/>
                  </a:lnTo>
                  <a:lnTo>
                    <a:pt x="212749" y="200026"/>
                  </a:lnTo>
                  <a:lnTo>
                    <a:pt x="212680" y="207324"/>
                  </a:lnTo>
                  <a:lnTo>
                    <a:pt x="211844" y="213260"/>
                  </a:lnTo>
                  <a:lnTo>
                    <a:pt x="211325" y="215279"/>
                  </a:lnTo>
                  <a:lnTo>
                    <a:pt x="213629" y="223770"/>
                  </a:lnTo>
                  <a:lnTo>
                    <a:pt x="214882" y="228893"/>
                  </a:lnTo>
                  <a:lnTo>
                    <a:pt x="216274" y="233020"/>
                  </a:lnTo>
                  <a:lnTo>
                    <a:pt x="208394" y="234927"/>
                  </a:lnTo>
                  <a:lnTo>
                    <a:pt x="199930" y="237887"/>
                  </a:lnTo>
                  <a:lnTo>
                    <a:pt x="192802" y="242212"/>
                  </a:lnTo>
                  <a:lnTo>
                    <a:pt x="181887" y="247449"/>
                  </a:lnTo>
                  <a:lnTo>
                    <a:pt x="177209" y="252003"/>
                  </a:lnTo>
                  <a:lnTo>
                    <a:pt x="165705" y="260239"/>
                  </a:lnTo>
                  <a:lnTo>
                    <a:pt x="158568" y="257698"/>
                  </a:lnTo>
                  <a:lnTo>
                    <a:pt x="155461" y="261273"/>
                  </a:lnTo>
                  <a:lnTo>
                    <a:pt x="152650" y="260335"/>
                  </a:lnTo>
                  <a:lnTo>
                    <a:pt x="149805" y="264925"/>
                  </a:lnTo>
                  <a:lnTo>
                    <a:pt x="149585" y="264948"/>
                  </a:lnTo>
                  <a:lnTo>
                    <a:pt x="148631" y="265049"/>
                  </a:lnTo>
                  <a:lnTo>
                    <a:pt x="145469" y="265380"/>
                  </a:lnTo>
                  <a:lnTo>
                    <a:pt x="144102" y="265384"/>
                  </a:lnTo>
                  <a:lnTo>
                    <a:pt x="142709" y="265358"/>
                  </a:lnTo>
                  <a:lnTo>
                    <a:pt x="140545" y="265319"/>
                  </a:lnTo>
                  <a:lnTo>
                    <a:pt x="137928" y="264513"/>
                  </a:lnTo>
                  <a:lnTo>
                    <a:pt x="136835" y="263975"/>
                  </a:lnTo>
                  <a:lnTo>
                    <a:pt x="132653" y="261918"/>
                  </a:lnTo>
                  <a:lnTo>
                    <a:pt x="132698" y="261610"/>
                  </a:lnTo>
                  <a:lnTo>
                    <a:pt x="132983" y="260627"/>
                  </a:lnTo>
                  <a:lnTo>
                    <a:pt x="132852" y="260562"/>
                  </a:lnTo>
                  <a:lnTo>
                    <a:pt x="132458" y="260365"/>
                  </a:lnTo>
                  <a:lnTo>
                    <a:pt x="130798" y="259535"/>
                  </a:lnTo>
                  <a:lnTo>
                    <a:pt x="127806" y="257462"/>
                  </a:lnTo>
                  <a:lnTo>
                    <a:pt x="125628" y="259553"/>
                  </a:lnTo>
                  <a:lnTo>
                    <a:pt x="125242" y="259924"/>
                  </a:lnTo>
                  <a:lnTo>
                    <a:pt x="124926" y="260227"/>
                  </a:lnTo>
                  <a:lnTo>
                    <a:pt x="124740" y="259991"/>
                  </a:lnTo>
                  <a:lnTo>
                    <a:pt x="124574" y="259781"/>
                  </a:lnTo>
                  <a:lnTo>
                    <a:pt x="123028" y="257821"/>
                  </a:lnTo>
                  <a:lnTo>
                    <a:pt x="122122" y="256881"/>
                  </a:lnTo>
                  <a:lnTo>
                    <a:pt x="121501" y="257491"/>
                  </a:lnTo>
                  <a:lnTo>
                    <a:pt x="117392" y="260145"/>
                  </a:lnTo>
                  <a:lnTo>
                    <a:pt x="116027" y="258397"/>
                  </a:lnTo>
                  <a:lnTo>
                    <a:pt x="112914" y="254411"/>
                  </a:lnTo>
                  <a:lnTo>
                    <a:pt x="106663" y="258416"/>
                  </a:lnTo>
                  <a:lnTo>
                    <a:pt x="101541" y="261648"/>
                  </a:lnTo>
                  <a:lnTo>
                    <a:pt x="96389" y="264900"/>
                  </a:lnTo>
                  <a:lnTo>
                    <a:pt x="93075" y="266991"/>
                  </a:lnTo>
                  <a:lnTo>
                    <a:pt x="86384" y="280416"/>
                  </a:lnTo>
                  <a:lnTo>
                    <a:pt x="86242" y="280624"/>
                  </a:lnTo>
                  <a:lnTo>
                    <a:pt x="84786" y="282759"/>
                  </a:lnTo>
                  <a:lnTo>
                    <a:pt x="84105" y="283758"/>
                  </a:lnTo>
                  <a:lnTo>
                    <a:pt x="83642" y="284438"/>
                  </a:lnTo>
                  <a:lnTo>
                    <a:pt x="82930" y="285028"/>
                  </a:lnTo>
                  <a:lnTo>
                    <a:pt x="80508" y="287035"/>
                  </a:lnTo>
                  <a:lnTo>
                    <a:pt x="80059" y="288864"/>
                  </a:lnTo>
                  <a:lnTo>
                    <a:pt x="79848" y="290098"/>
                  </a:lnTo>
                  <a:lnTo>
                    <a:pt x="79634" y="294538"/>
                  </a:lnTo>
                  <a:lnTo>
                    <a:pt x="78268" y="294487"/>
                  </a:lnTo>
                  <a:lnTo>
                    <a:pt x="73993" y="294324"/>
                  </a:lnTo>
                  <a:lnTo>
                    <a:pt x="76127" y="288150"/>
                  </a:lnTo>
                  <a:lnTo>
                    <a:pt x="77108" y="285557"/>
                  </a:lnTo>
                  <a:lnTo>
                    <a:pt x="77387" y="284819"/>
                  </a:lnTo>
                  <a:lnTo>
                    <a:pt x="78969" y="280638"/>
                  </a:lnTo>
                  <a:lnTo>
                    <a:pt x="85161" y="264276"/>
                  </a:lnTo>
                  <a:lnTo>
                    <a:pt x="79995" y="262184"/>
                  </a:lnTo>
                  <a:lnTo>
                    <a:pt x="76592" y="260806"/>
                  </a:lnTo>
                  <a:lnTo>
                    <a:pt x="73411" y="257447"/>
                  </a:lnTo>
                  <a:lnTo>
                    <a:pt x="70154" y="253378"/>
                  </a:lnTo>
                  <a:lnTo>
                    <a:pt x="67317" y="249833"/>
                  </a:lnTo>
                  <a:lnTo>
                    <a:pt x="60120" y="241540"/>
                  </a:lnTo>
                  <a:lnTo>
                    <a:pt x="55619" y="235797"/>
                  </a:lnTo>
                  <a:lnTo>
                    <a:pt x="52755" y="232183"/>
                  </a:lnTo>
                  <a:lnTo>
                    <a:pt x="49301" y="234323"/>
                  </a:lnTo>
                  <a:lnTo>
                    <a:pt x="50387" y="237159"/>
                  </a:lnTo>
                  <a:lnTo>
                    <a:pt x="54815" y="242614"/>
                  </a:lnTo>
                  <a:lnTo>
                    <a:pt x="58635" y="246980"/>
                  </a:lnTo>
                  <a:lnTo>
                    <a:pt x="60440" y="249081"/>
                  </a:lnTo>
                  <a:lnTo>
                    <a:pt x="60575" y="249237"/>
                  </a:lnTo>
                  <a:lnTo>
                    <a:pt x="61759" y="250808"/>
                  </a:lnTo>
                  <a:lnTo>
                    <a:pt x="63648" y="253116"/>
                  </a:lnTo>
                  <a:lnTo>
                    <a:pt x="63759" y="253252"/>
                  </a:lnTo>
                  <a:lnTo>
                    <a:pt x="64445" y="254517"/>
                  </a:lnTo>
                  <a:lnTo>
                    <a:pt x="64795" y="255164"/>
                  </a:lnTo>
                  <a:lnTo>
                    <a:pt x="62595" y="255958"/>
                  </a:lnTo>
                  <a:lnTo>
                    <a:pt x="60977" y="256544"/>
                  </a:lnTo>
                  <a:lnTo>
                    <a:pt x="59015" y="256344"/>
                  </a:lnTo>
                  <a:lnTo>
                    <a:pt x="52479" y="254308"/>
                  </a:lnTo>
                  <a:lnTo>
                    <a:pt x="51478" y="253996"/>
                  </a:lnTo>
                  <a:lnTo>
                    <a:pt x="50647" y="252799"/>
                  </a:lnTo>
                  <a:lnTo>
                    <a:pt x="48423" y="252703"/>
                  </a:lnTo>
                  <a:lnTo>
                    <a:pt x="47593" y="252668"/>
                  </a:lnTo>
                  <a:lnTo>
                    <a:pt x="47346" y="252657"/>
                  </a:lnTo>
                  <a:lnTo>
                    <a:pt x="47169" y="251944"/>
                  </a:lnTo>
                  <a:lnTo>
                    <a:pt x="46913" y="251512"/>
                  </a:lnTo>
                  <a:lnTo>
                    <a:pt x="45701" y="249474"/>
                  </a:lnTo>
                  <a:lnTo>
                    <a:pt x="43879" y="246407"/>
                  </a:lnTo>
                  <a:lnTo>
                    <a:pt x="43110" y="245114"/>
                  </a:lnTo>
                  <a:lnTo>
                    <a:pt x="42919" y="244830"/>
                  </a:lnTo>
                  <a:lnTo>
                    <a:pt x="39832" y="240244"/>
                  </a:lnTo>
                  <a:lnTo>
                    <a:pt x="39744" y="240112"/>
                  </a:lnTo>
                  <a:lnTo>
                    <a:pt x="39324" y="239452"/>
                  </a:lnTo>
                  <a:lnTo>
                    <a:pt x="38873" y="238486"/>
                  </a:lnTo>
                  <a:lnTo>
                    <a:pt x="38239" y="236861"/>
                  </a:lnTo>
                  <a:lnTo>
                    <a:pt x="36901" y="233432"/>
                  </a:lnTo>
                  <a:lnTo>
                    <a:pt x="36536" y="232495"/>
                  </a:lnTo>
                  <a:lnTo>
                    <a:pt x="36242" y="232385"/>
                  </a:lnTo>
                  <a:lnTo>
                    <a:pt x="33448" y="231337"/>
                  </a:lnTo>
                  <a:lnTo>
                    <a:pt x="33391" y="229645"/>
                  </a:lnTo>
                  <a:lnTo>
                    <a:pt x="33271" y="226008"/>
                  </a:lnTo>
                  <a:lnTo>
                    <a:pt x="41434" y="223390"/>
                  </a:lnTo>
                  <a:lnTo>
                    <a:pt x="37911" y="218367"/>
                  </a:lnTo>
                  <a:lnTo>
                    <a:pt x="37795" y="217985"/>
                  </a:lnTo>
                  <a:lnTo>
                    <a:pt x="35587" y="210695"/>
                  </a:lnTo>
                  <a:lnTo>
                    <a:pt x="35193" y="209396"/>
                  </a:lnTo>
                  <a:lnTo>
                    <a:pt x="35108" y="205747"/>
                  </a:lnTo>
                  <a:lnTo>
                    <a:pt x="35065" y="204837"/>
                  </a:lnTo>
                  <a:lnTo>
                    <a:pt x="40649" y="204510"/>
                  </a:lnTo>
                  <a:lnTo>
                    <a:pt x="34214" y="178463"/>
                  </a:lnTo>
                  <a:lnTo>
                    <a:pt x="26862" y="179703"/>
                  </a:lnTo>
                  <a:lnTo>
                    <a:pt x="20996" y="149918"/>
                  </a:lnTo>
                  <a:lnTo>
                    <a:pt x="0" y="151004"/>
                  </a:lnTo>
                  <a:lnTo>
                    <a:pt x="8144" y="126678"/>
                  </a:lnTo>
                  <a:lnTo>
                    <a:pt x="16642" y="105976"/>
                  </a:lnTo>
                  <a:lnTo>
                    <a:pt x="24995" y="93880"/>
                  </a:lnTo>
                  <a:lnTo>
                    <a:pt x="21491" y="92122"/>
                  </a:lnTo>
                  <a:lnTo>
                    <a:pt x="21548" y="90925"/>
                  </a:lnTo>
                  <a:lnTo>
                    <a:pt x="22016" y="81043"/>
                  </a:lnTo>
                  <a:lnTo>
                    <a:pt x="28684" y="83136"/>
                  </a:lnTo>
                  <a:lnTo>
                    <a:pt x="27244" y="69986"/>
                  </a:lnTo>
                  <a:lnTo>
                    <a:pt x="17825" y="68337"/>
                  </a:lnTo>
                  <a:lnTo>
                    <a:pt x="17991" y="67046"/>
                  </a:lnTo>
                  <a:lnTo>
                    <a:pt x="20720" y="45723"/>
                  </a:lnTo>
                  <a:lnTo>
                    <a:pt x="29122" y="46486"/>
                  </a:lnTo>
                  <a:lnTo>
                    <a:pt x="31821" y="39423"/>
                  </a:lnTo>
                  <a:lnTo>
                    <a:pt x="25552" y="38027"/>
                  </a:lnTo>
                  <a:lnTo>
                    <a:pt x="19455" y="37585"/>
                  </a:lnTo>
                  <a:lnTo>
                    <a:pt x="16199" y="37349"/>
                  </a:lnTo>
                  <a:lnTo>
                    <a:pt x="15264" y="20652"/>
                  </a:lnTo>
                  <a:lnTo>
                    <a:pt x="20448" y="20259"/>
                  </a:lnTo>
                  <a:lnTo>
                    <a:pt x="20376" y="15914"/>
                  </a:lnTo>
                  <a:lnTo>
                    <a:pt x="29799" y="10723"/>
                  </a:lnTo>
                  <a:lnTo>
                    <a:pt x="36566" y="21100"/>
                  </a:lnTo>
                  <a:lnTo>
                    <a:pt x="57531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1640822" y="1508760"/>
              <a:ext cx="3182836" cy="4220000"/>
            </a:xfrm>
            <a:custGeom>
              <a:avLst/>
              <a:pathLst>
                <a:path w="3182836" h="4220000">
                  <a:moveTo>
                    <a:pt x="2100671" y="30858"/>
                  </a:moveTo>
                  <a:lnTo>
                    <a:pt x="2126649" y="58607"/>
                  </a:lnTo>
                  <a:lnTo>
                    <a:pt x="2141159" y="84443"/>
                  </a:lnTo>
                  <a:lnTo>
                    <a:pt x="2156371" y="118650"/>
                  </a:lnTo>
                  <a:lnTo>
                    <a:pt x="2164796" y="147835"/>
                  </a:lnTo>
                  <a:lnTo>
                    <a:pt x="2166434" y="153576"/>
                  </a:lnTo>
                  <a:lnTo>
                    <a:pt x="2182115" y="177497"/>
                  </a:lnTo>
                  <a:lnTo>
                    <a:pt x="2203645" y="198788"/>
                  </a:lnTo>
                  <a:lnTo>
                    <a:pt x="2220262" y="205246"/>
                  </a:lnTo>
                  <a:lnTo>
                    <a:pt x="2242963" y="214337"/>
                  </a:lnTo>
                  <a:lnTo>
                    <a:pt x="2293514" y="225819"/>
                  </a:lnTo>
                  <a:lnTo>
                    <a:pt x="2296556" y="226537"/>
                  </a:lnTo>
                  <a:lnTo>
                    <a:pt x="2346639" y="232995"/>
                  </a:lnTo>
                  <a:lnTo>
                    <a:pt x="2380106" y="233474"/>
                  </a:lnTo>
                  <a:lnTo>
                    <a:pt x="2387595" y="233713"/>
                  </a:lnTo>
                  <a:lnTo>
                    <a:pt x="2421763" y="229168"/>
                  </a:lnTo>
                  <a:lnTo>
                    <a:pt x="2462251" y="214337"/>
                  </a:lnTo>
                  <a:lnTo>
                    <a:pt x="2513504" y="183239"/>
                  </a:lnTo>
                  <a:lnTo>
                    <a:pt x="2552587" y="151662"/>
                  </a:lnTo>
                  <a:lnTo>
                    <a:pt x="2588628" y="136831"/>
                  </a:lnTo>
                  <a:lnTo>
                    <a:pt x="2622095" y="133482"/>
                  </a:lnTo>
                  <a:lnTo>
                    <a:pt x="2679199" y="124631"/>
                  </a:lnTo>
                  <a:lnTo>
                    <a:pt x="2680369" y="124392"/>
                  </a:lnTo>
                  <a:lnTo>
                    <a:pt x="2707517" y="117215"/>
                  </a:lnTo>
                  <a:lnTo>
                    <a:pt x="2723197" y="112909"/>
                  </a:lnTo>
                  <a:lnTo>
                    <a:pt x="2787087" y="97360"/>
                  </a:lnTo>
                  <a:lnTo>
                    <a:pt x="2803470" y="97599"/>
                  </a:lnTo>
                  <a:lnTo>
                    <a:pt x="2832022" y="98078"/>
                  </a:lnTo>
                  <a:lnTo>
                    <a:pt x="2868063" y="97360"/>
                  </a:lnTo>
                  <a:lnTo>
                    <a:pt x="2915571" y="95925"/>
                  </a:lnTo>
                  <a:lnTo>
                    <a:pt x="2964250" y="97360"/>
                  </a:lnTo>
                  <a:lnTo>
                    <a:pt x="2968696" y="96882"/>
                  </a:lnTo>
                  <a:lnTo>
                    <a:pt x="2982738" y="95207"/>
                  </a:lnTo>
                  <a:lnTo>
                    <a:pt x="3002631" y="92815"/>
                  </a:lnTo>
                  <a:lnTo>
                    <a:pt x="3053182" y="88988"/>
                  </a:lnTo>
                  <a:lnTo>
                    <a:pt x="3099286" y="80854"/>
                  </a:lnTo>
                  <a:lnTo>
                    <a:pt x="3115902" y="77984"/>
                  </a:lnTo>
                  <a:lnTo>
                    <a:pt x="3155688" y="77984"/>
                  </a:lnTo>
                  <a:lnTo>
                    <a:pt x="3174645" y="92815"/>
                  </a:lnTo>
                  <a:lnTo>
                    <a:pt x="3182836" y="116737"/>
                  </a:lnTo>
                  <a:lnTo>
                    <a:pt x="3167624" y="150227"/>
                  </a:lnTo>
                  <a:lnTo>
                    <a:pt x="3141178" y="186588"/>
                  </a:lnTo>
                  <a:lnTo>
                    <a:pt x="3122689" y="227733"/>
                  </a:lnTo>
                  <a:lnTo>
                    <a:pt x="3115200" y="289929"/>
                  </a:lnTo>
                  <a:lnTo>
                    <a:pt x="3119647" y="346144"/>
                  </a:lnTo>
                  <a:lnTo>
                    <a:pt x="3127136" y="393031"/>
                  </a:lnTo>
                  <a:lnTo>
                    <a:pt x="3132987" y="428674"/>
                  </a:lnTo>
                  <a:lnTo>
                    <a:pt x="3124796" y="473407"/>
                  </a:lnTo>
                  <a:lnTo>
                    <a:pt x="3093903" y="511681"/>
                  </a:lnTo>
                  <a:lnTo>
                    <a:pt x="3089925" y="516705"/>
                  </a:lnTo>
                  <a:lnTo>
                    <a:pt x="3064649" y="537277"/>
                  </a:lnTo>
                  <a:lnTo>
                    <a:pt x="2992568" y="582489"/>
                  </a:lnTo>
                  <a:lnTo>
                    <a:pt x="2944591" y="605215"/>
                  </a:lnTo>
                  <a:lnTo>
                    <a:pt x="2905274" y="620046"/>
                  </a:lnTo>
                  <a:lnTo>
                    <a:pt x="2866190" y="632246"/>
                  </a:lnTo>
                  <a:lnTo>
                    <a:pt x="2839745" y="648513"/>
                  </a:lnTo>
                  <a:lnTo>
                    <a:pt x="2817512" y="662148"/>
                  </a:lnTo>
                  <a:lnTo>
                    <a:pt x="2780769" y="679371"/>
                  </a:lnTo>
                  <a:lnTo>
                    <a:pt x="2763684" y="719560"/>
                  </a:lnTo>
                  <a:lnTo>
                    <a:pt x="2750578" y="778407"/>
                  </a:lnTo>
                  <a:lnTo>
                    <a:pt x="2749876" y="817160"/>
                  </a:lnTo>
                  <a:lnTo>
                    <a:pt x="2737941" y="871940"/>
                  </a:lnTo>
                  <a:lnTo>
                    <a:pt x="2718984" y="934614"/>
                  </a:lnTo>
                  <a:lnTo>
                    <a:pt x="2687858" y="1003269"/>
                  </a:lnTo>
                  <a:lnTo>
                    <a:pt x="2668433" y="1037238"/>
                  </a:lnTo>
                  <a:lnTo>
                    <a:pt x="2656264" y="1058767"/>
                  </a:lnTo>
                  <a:lnTo>
                    <a:pt x="2642924" y="1090344"/>
                  </a:lnTo>
                  <a:lnTo>
                    <a:pt x="2641754" y="1127900"/>
                  </a:lnTo>
                  <a:lnTo>
                    <a:pt x="2642222" y="1130771"/>
                  </a:lnTo>
                  <a:lnTo>
                    <a:pt x="2647370" y="1165457"/>
                  </a:lnTo>
                  <a:lnTo>
                    <a:pt x="2648072" y="1170481"/>
                  </a:lnTo>
                  <a:lnTo>
                    <a:pt x="2664455" y="1204689"/>
                  </a:lnTo>
                  <a:lnTo>
                    <a:pt x="2676624" y="1243442"/>
                  </a:lnTo>
                  <a:lnTo>
                    <a:pt x="2668901" y="1278367"/>
                  </a:lnTo>
                  <a:lnTo>
                    <a:pt x="2658136" y="1311618"/>
                  </a:lnTo>
                  <a:lnTo>
                    <a:pt x="2656264" y="1317120"/>
                  </a:lnTo>
                  <a:lnTo>
                    <a:pt x="2646434" y="1332430"/>
                  </a:lnTo>
                  <a:lnTo>
                    <a:pt x="2635435" y="1349414"/>
                  </a:lnTo>
                  <a:lnTo>
                    <a:pt x="2632392" y="1373336"/>
                  </a:lnTo>
                  <a:lnTo>
                    <a:pt x="2636605" y="1406347"/>
                  </a:lnTo>
                  <a:lnTo>
                    <a:pt x="2651817" y="1432900"/>
                  </a:lnTo>
                  <a:lnTo>
                    <a:pt x="2697453" y="1475481"/>
                  </a:lnTo>
                  <a:lnTo>
                    <a:pt x="2711963" y="1500598"/>
                  </a:lnTo>
                  <a:lnTo>
                    <a:pt x="2718282" y="1533610"/>
                  </a:lnTo>
                  <a:lnTo>
                    <a:pt x="2720856" y="1560163"/>
                  </a:lnTo>
                  <a:lnTo>
                    <a:pt x="2715942" y="1574516"/>
                  </a:lnTo>
                  <a:lnTo>
                    <a:pt x="2712665" y="1584802"/>
                  </a:lnTo>
                  <a:lnTo>
                    <a:pt x="2690432" y="1609202"/>
                  </a:lnTo>
                  <a:lnTo>
                    <a:pt x="2667029" y="1628578"/>
                  </a:lnTo>
                  <a:lnTo>
                    <a:pt x="2627244" y="1657763"/>
                  </a:lnTo>
                  <a:lnTo>
                    <a:pt x="2565225" y="1684076"/>
                  </a:lnTo>
                  <a:lnTo>
                    <a:pt x="2496420" y="1708716"/>
                  </a:lnTo>
                  <a:lnTo>
                    <a:pt x="2440018" y="1738378"/>
                  </a:lnTo>
                  <a:lnTo>
                    <a:pt x="2419891" y="1752014"/>
                  </a:lnTo>
                  <a:lnTo>
                    <a:pt x="2396488" y="1780480"/>
                  </a:lnTo>
                  <a:lnTo>
                    <a:pt x="2386893" y="1799139"/>
                  </a:lnTo>
                  <a:lnTo>
                    <a:pt x="2380106" y="1812774"/>
                  </a:lnTo>
                  <a:lnTo>
                    <a:pt x="2376361" y="1841241"/>
                  </a:lnTo>
                  <a:lnTo>
                    <a:pt x="2376595" y="1849614"/>
                  </a:lnTo>
                  <a:lnTo>
                    <a:pt x="2377531" y="1875449"/>
                  </a:lnTo>
                  <a:lnTo>
                    <a:pt x="2368170" y="1908939"/>
                  </a:lnTo>
                  <a:lnTo>
                    <a:pt x="2351554" y="1930947"/>
                  </a:lnTo>
                  <a:lnTo>
                    <a:pt x="2330023" y="1944821"/>
                  </a:lnTo>
                  <a:lnTo>
                    <a:pt x="2314577" y="1971853"/>
                  </a:lnTo>
                  <a:lnTo>
                    <a:pt x="2306152" y="2005104"/>
                  </a:lnTo>
                  <a:lnTo>
                    <a:pt x="2279004" y="2033092"/>
                  </a:lnTo>
                  <a:lnTo>
                    <a:pt x="2246707" y="2047684"/>
                  </a:lnTo>
                  <a:lnTo>
                    <a:pt x="2231027" y="2054621"/>
                  </a:lnTo>
                  <a:lnTo>
                    <a:pt x="2195220" y="2074476"/>
                  </a:lnTo>
                  <a:lnTo>
                    <a:pt x="2173455" y="2091939"/>
                  </a:lnTo>
                  <a:lnTo>
                    <a:pt x="2171115" y="2096962"/>
                  </a:lnTo>
                  <a:lnTo>
                    <a:pt x="2163392" y="2112511"/>
                  </a:lnTo>
                  <a:lnTo>
                    <a:pt x="2153563" y="2132845"/>
                  </a:lnTo>
                  <a:lnTo>
                    <a:pt x="2134138" y="2162986"/>
                  </a:lnTo>
                  <a:lnTo>
                    <a:pt x="2106990" y="2185950"/>
                  </a:lnTo>
                  <a:lnTo>
                    <a:pt x="2065801" y="2199586"/>
                  </a:lnTo>
                  <a:lnTo>
                    <a:pt x="2019696" y="2206523"/>
                  </a:lnTo>
                  <a:lnTo>
                    <a:pt x="1982719" y="2190974"/>
                  </a:lnTo>
                  <a:lnTo>
                    <a:pt x="1938019" y="2182841"/>
                  </a:lnTo>
                  <a:lnTo>
                    <a:pt x="1912510" y="2194084"/>
                  </a:lnTo>
                  <a:lnTo>
                    <a:pt x="1900340" y="2209154"/>
                  </a:lnTo>
                  <a:lnTo>
                    <a:pt x="1890043" y="2221833"/>
                  </a:lnTo>
                  <a:lnTo>
                    <a:pt x="1893085" y="2263935"/>
                  </a:lnTo>
                  <a:lnTo>
                    <a:pt x="1887702" y="2320868"/>
                  </a:lnTo>
                  <a:lnTo>
                    <a:pt x="1880915" y="2388327"/>
                  </a:lnTo>
                  <a:lnTo>
                    <a:pt x="1874362" y="2432582"/>
                  </a:lnTo>
                  <a:lnTo>
                    <a:pt x="1812110" y="2597162"/>
                  </a:lnTo>
                  <a:lnTo>
                    <a:pt x="1791983" y="2635915"/>
                  </a:lnTo>
                  <a:lnTo>
                    <a:pt x="1783324" y="2652421"/>
                  </a:lnTo>
                  <a:lnTo>
                    <a:pt x="1732539" y="2721075"/>
                  </a:lnTo>
                  <a:lnTo>
                    <a:pt x="1713114" y="2753609"/>
                  </a:lnTo>
                  <a:lnTo>
                    <a:pt x="1708668" y="2763177"/>
                  </a:lnTo>
                  <a:lnTo>
                    <a:pt x="1679180" y="2826809"/>
                  </a:lnTo>
                  <a:lnTo>
                    <a:pt x="1636352" y="2891636"/>
                  </a:lnTo>
                  <a:lnTo>
                    <a:pt x="1604289" y="2940675"/>
                  </a:lnTo>
                  <a:lnTo>
                    <a:pt x="1590481" y="2968663"/>
                  </a:lnTo>
                  <a:lnTo>
                    <a:pt x="1585099" y="2986844"/>
                  </a:lnTo>
                  <a:lnTo>
                    <a:pt x="1571993" y="3000001"/>
                  </a:lnTo>
                  <a:lnTo>
                    <a:pt x="1574567" y="3022248"/>
                  </a:lnTo>
                  <a:lnTo>
                    <a:pt x="1570589" y="3036122"/>
                  </a:lnTo>
                  <a:lnTo>
                    <a:pt x="1535016" y="3066503"/>
                  </a:lnTo>
                  <a:lnTo>
                    <a:pt x="1520740" y="3104538"/>
                  </a:lnTo>
                  <a:lnTo>
                    <a:pt x="1508570" y="3120805"/>
                  </a:lnTo>
                  <a:lnTo>
                    <a:pt x="1496635" y="3149510"/>
                  </a:lnTo>
                  <a:lnTo>
                    <a:pt x="1467849" y="3174628"/>
                  </a:lnTo>
                  <a:lnTo>
                    <a:pt x="1439999" y="3206922"/>
                  </a:lnTo>
                  <a:lnTo>
                    <a:pt x="1431574" y="3245914"/>
                  </a:lnTo>
                  <a:lnTo>
                    <a:pt x="1433914" y="3281557"/>
                  </a:lnTo>
                  <a:lnTo>
                    <a:pt x="1434616" y="3294236"/>
                  </a:lnTo>
                  <a:lnTo>
                    <a:pt x="1434148" y="3308349"/>
                  </a:lnTo>
                  <a:lnTo>
                    <a:pt x="1445382" y="3340644"/>
                  </a:lnTo>
                  <a:lnTo>
                    <a:pt x="1486571" y="3430589"/>
                  </a:lnTo>
                  <a:lnTo>
                    <a:pt x="1513953" y="3443985"/>
                  </a:lnTo>
                  <a:lnTo>
                    <a:pt x="1542505" y="3452596"/>
                  </a:lnTo>
                  <a:lnTo>
                    <a:pt x="1582992" y="3471255"/>
                  </a:lnTo>
                  <a:lnTo>
                    <a:pt x="1619735" y="3478432"/>
                  </a:lnTo>
                  <a:lnTo>
                    <a:pt x="1623480" y="3479149"/>
                  </a:lnTo>
                  <a:lnTo>
                    <a:pt x="1634479" y="3486087"/>
                  </a:lnTo>
                  <a:lnTo>
                    <a:pt x="1646181" y="3486087"/>
                  </a:lnTo>
                  <a:lnTo>
                    <a:pt x="1658117" y="3486087"/>
                  </a:lnTo>
                  <a:lnTo>
                    <a:pt x="1666074" y="3498526"/>
                  </a:lnTo>
                  <a:lnTo>
                    <a:pt x="1669116" y="3508573"/>
                  </a:lnTo>
                  <a:lnTo>
                    <a:pt x="1673797" y="3516228"/>
                  </a:lnTo>
                  <a:lnTo>
                    <a:pt x="1685498" y="3521730"/>
                  </a:lnTo>
                  <a:lnTo>
                    <a:pt x="1689945" y="3535365"/>
                  </a:lnTo>
                  <a:lnTo>
                    <a:pt x="1695094" y="3543259"/>
                  </a:lnTo>
                  <a:lnTo>
                    <a:pt x="1703519" y="3548043"/>
                  </a:lnTo>
                  <a:lnTo>
                    <a:pt x="1714050" y="3550196"/>
                  </a:lnTo>
                  <a:lnTo>
                    <a:pt x="1722242" y="3554024"/>
                  </a:lnTo>
                  <a:lnTo>
                    <a:pt x="1734411" y="3559526"/>
                  </a:lnTo>
                  <a:lnTo>
                    <a:pt x="1747517" y="3562875"/>
                  </a:lnTo>
                  <a:lnTo>
                    <a:pt x="1756176" y="3572204"/>
                  </a:lnTo>
                  <a:lnTo>
                    <a:pt x="1761559" y="3582969"/>
                  </a:lnTo>
                  <a:lnTo>
                    <a:pt x="1765303" y="3593494"/>
                  </a:lnTo>
                  <a:lnTo>
                    <a:pt x="1769750" y="3603541"/>
                  </a:lnTo>
                  <a:lnTo>
                    <a:pt x="1774197" y="3611435"/>
                  </a:lnTo>
                  <a:lnTo>
                    <a:pt x="1787536" y="3619569"/>
                  </a:lnTo>
                  <a:lnTo>
                    <a:pt x="1799940" y="3634161"/>
                  </a:lnTo>
                  <a:lnTo>
                    <a:pt x="1804855" y="3651145"/>
                  </a:lnTo>
                  <a:lnTo>
                    <a:pt x="1797132" y="3663345"/>
                  </a:lnTo>
                  <a:lnTo>
                    <a:pt x="1792919" y="3665737"/>
                  </a:lnTo>
                  <a:lnTo>
                    <a:pt x="1793153" y="3671239"/>
                  </a:lnTo>
                  <a:lnTo>
                    <a:pt x="1790111" y="3677937"/>
                  </a:lnTo>
                  <a:lnTo>
                    <a:pt x="1788707" y="3685592"/>
                  </a:lnTo>
                  <a:lnTo>
                    <a:pt x="1792217" y="3694204"/>
                  </a:lnTo>
                  <a:lnTo>
                    <a:pt x="1797132" y="3698031"/>
                  </a:lnTo>
                  <a:lnTo>
                    <a:pt x="1803919" y="3701859"/>
                  </a:lnTo>
                  <a:lnTo>
                    <a:pt x="1810238" y="3702337"/>
                  </a:lnTo>
                  <a:lnTo>
                    <a:pt x="1814450" y="3703294"/>
                  </a:lnTo>
                  <a:lnTo>
                    <a:pt x="1825450" y="3730565"/>
                  </a:lnTo>
                  <a:lnTo>
                    <a:pt x="1827088" y="3735110"/>
                  </a:lnTo>
                  <a:lnTo>
                    <a:pt x="1828492" y="3738698"/>
                  </a:lnTo>
                  <a:lnTo>
                    <a:pt x="1828960" y="3738937"/>
                  </a:lnTo>
                  <a:lnTo>
                    <a:pt x="1835747" y="3740851"/>
                  </a:lnTo>
                  <a:lnTo>
                    <a:pt x="1842534" y="3740373"/>
                  </a:lnTo>
                  <a:lnTo>
                    <a:pt x="1841598" y="3752573"/>
                  </a:lnTo>
                  <a:lnTo>
                    <a:pt x="1841364" y="3757357"/>
                  </a:lnTo>
                  <a:lnTo>
                    <a:pt x="1842768" y="3765012"/>
                  </a:lnTo>
                  <a:lnTo>
                    <a:pt x="1844172" y="3772906"/>
                  </a:lnTo>
                  <a:lnTo>
                    <a:pt x="1846044" y="3774580"/>
                  </a:lnTo>
                  <a:lnTo>
                    <a:pt x="1845342" y="3785345"/>
                  </a:lnTo>
                  <a:lnTo>
                    <a:pt x="1839960" y="3808549"/>
                  </a:lnTo>
                  <a:lnTo>
                    <a:pt x="1832705" y="3826251"/>
                  </a:lnTo>
                  <a:lnTo>
                    <a:pt x="1837853" y="3840604"/>
                  </a:lnTo>
                  <a:lnTo>
                    <a:pt x="1810238" y="3851608"/>
                  </a:lnTo>
                  <a:lnTo>
                    <a:pt x="1793621" y="3858545"/>
                  </a:lnTo>
                  <a:lnTo>
                    <a:pt x="1703285" y="3894667"/>
                  </a:lnTo>
                  <a:lnTo>
                    <a:pt x="1683158" y="3901125"/>
                  </a:lnTo>
                  <a:lnTo>
                    <a:pt x="1576440" y="3934616"/>
                  </a:lnTo>
                  <a:lnTo>
                    <a:pt x="1525655" y="3953514"/>
                  </a:lnTo>
                  <a:lnTo>
                    <a:pt x="1519804" y="3954710"/>
                  </a:lnTo>
                  <a:lnTo>
                    <a:pt x="1465742" y="3965235"/>
                  </a:lnTo>
                  <a:lnTo>
                    <a:pt x="1455913" y="3963561"/>
                  </a:lnTo>
                  <a:lnTo>
                    <a:pt x="1423383" y="3961647"/>
                  </a:lnTo>
                  <a:lnTo>
                    <a:pt x="1401618" y="3956145"/>
                  </a:lnTo>
                  <a:lnTo>
                    <a:pt x="1387576" y="3956623"/>
                  </a:lnTo>
                  <a:lnTo>
                    <a:pt x="1378448" y="3959255"/>
                  </a:lnTo>
                  <a:lnTo>
                    <a:pt x="1363704" y="3959733"/>
                  </a:lnTo>
                  <a:lnTo>
                    <a:pt x="1353407" y="3954470"/>
                  </a:lnTo>
                  <a:lnTo>
                    <a:pt x="1344748" y="3952557"/>
                  </a:lnTo>
                  <a:lnTo>
                    <a:pt x="1331408" y="3952318"/>
                  </a:lnTo>
                  <a:lnTo>
                    <a:pt x="1323217" y="3953274"/>
                  </a:lnTo>
                  <a:lnTo>
                    <a:pt x="1313387" y="3953514"/>
                  </a:lnTo>
                  <a:lnTo>
                    <a:pt x="1310111" y="3953753"/>
                  </a:lnTo>
                  <a:lnTo>
                    <a:pt x="1301218" y="3958776"/>
                  </a:lnTo>
                  <a:lnTo>
                    <a:pt x="1297005" y="3959255"/>
                  </a:lnTo>
                  <a:lnTo>
                    <a:pt x="1270092" y="3954470"/>
                  </a:lnTo>
                  <a:lnTo>
                    <a:pt x="1256518" y="3952318"/>
                  </a:lnTo>
                  <a:lnTo>
                    <a:pt x="1248795" y="3950882"/>
                  </a:lnTo>
                  <a:lnTo>
                    <a:pt x="1228200" y="3947055"/>
                  </a:lnTo>
                  <a:lnTo>
                    <a:pt x="1223285" y="3946337"/>
                  </a:lnTo>
                  <a:lnTo>
                    <a:pt x="1205733" y="3944423"/>
                  </a:lnTo>
                  <a:lnTo>
                    <a:pt x="1198712" y="3943467"/>
                  </a:lnTo>
                  <a:lnTo>
                    <a:pt x="1188414" y="3939639"/>
                  </a:lnTo>
                  <a:lnTo>
                    <a:pt x="1186074" y="3938921"/>
                  </a:lnTo>
                  <a:lnTo>
                    <a:pt x="1181393" y="3938204"/>
                  </a:lnTo>
                  <a:lnTo>
                    <a:pt x="1176011" y="3937725"/>
                  </a:lnTo>
                  <a:lnTo>
                    <a:pt x="1164543" y="3937725"/>
                  </a:lnTo>
                  <a:lnTo>
                    <a:pt x="1143948" y="3941314"/>
                  </a:lnTo>
                  <a:lnTo>
                    <a:pt x="1125928" y="3946816"/>
                  </a:lnTo>
                  <a:lnTo>
                    <a:pt x="1115396" y="3948012"/>
                  </a:lnTo>
                  <a:lnTo>
                    <a:pt x="1099014" y="3951839"/>
                  </a:lnTo>
                  <a:lnTo>
                    <a:pt x="1066016" y="3954710"/>
                  </a:lnTo>
                  <a:lnTo>
                    <a:pt x="1042612" y="3959255"/>
                  </a:lnTo>
                  <a:lnTo>
                    <a:pt x="1038166" y="3961408"/>
                  </a:lnTo>
                  <a:lnTo>
                    <a:pt x="1003997" y="3966431"/>
                  </a:lnTo>
                  <a:lnTo>
                    <a:pt x="981296" y="3970976"/>
                  </a:lnTo>
                  <a:lnTo>
                    <a:pt x="927001" y="3971216"/>
                  </a:lnTo>
                  <a:lnTo>
                    <a:pt x="921618" y="3970976"/>
                  </a:lnTo>
                  <a:lnTo>
                    <a:pt x="911320" y="3969302"/>
                  </a:lnTo>
                  <a:lnTo>
                    <a:pt x="902427" y="3969541"/>
                  </a:lnTo>
                  <a:lnTo>
                    <a:pt x="880428" y="3974086"/>
                  </a:lnTo>
                  <a:lnTo>
                    <a:pt x="863110" y="3976000"/>
                  </a:lnTo>
                  <a:lnTo>
                    <a:pt x="852344" y="3976239"/>
                  </a:lnTo>
                  <a:lnTo>
                    <a:pt x="838770" y="3975043"/>
                  </a:lnTo>
                  <a:lnTo>
                    <a:pt x="836196" y="3975043"/>
                  </a:lnTo>
                  <a:lnTo>
                    <a:pt x="831047" y="3975282"/>
                  </a:lnTo>
                  <a:lnTo>
                    <a:pt x="818410" y="3973847"/>
                  </a:lnTo>
                  <a:lnTo>
                    <a:pt x="817708" y="3973847"/>
                  </a:lnTo>
                  <a:lnTo>
                    <a:pt x="800623" y="3978631"/>
                  </a:lnTo>
                  <a:lnTo>
                    <a:pt x="793134" y="3980067"/>
                  </a:lnTo>
                  <a:lnTo>
                    <a:pt x="784007" y="3981502"/>
                  </a:lnTo>
                  <a:lnTo>
                    <a:pt x="776050" y="3982937"/>
                  </a:lnTo>
                  <a:lnTo>
                    <a:pt x="757327" y="3989396"/>
                  </a:lnTo>
                  <a:lnTo>
                    <a:pt x="747030" y="3991549"/>
                  </a:lnTo>
                  <a:lnTo>
                    <a:pt x="734860" y="3992267"/>
                  </a:lnTo>
                  <a:lnTo>
                    <a:pt x="727605" y="3992745"/>
                  </a:lnTo>
                  <a:lnTo>
                    <a:pt x="698585" y="4002074"/>
                  </a:lnTo>
                  <a:lnTo>
                    <a:pt x="675182" y="4009490"/>
                  </a:lnTo>
                  <a:lnTo>
                    <a:pt x="670033" y="4012839"/>
                  </a:lnTo>
                  <a:lnTo>
                    <a:pt x="652949" y="4022168"/>
                  </a:lnTo>
                  <a:lnTo>
                    <a:pt x="637971" y="4028866"/>
                  </a:lnTo>
                  <a:lnTo>
                    <a:pt x="626737" y="4034129"/>
                  </a:lnTo>
                  <a:lnTo>
                    <a:pt x="604036" y="4037478"/>
                  </a:lnTo>
                  <a:lnTo>
                    <a:pt x="583441" y="4040827"/>
                  </a:lnTo>
                  <a:lnTo>
                    <a:pt x="579229" y="4041545"/>
                  </a:lnTo>
                  <a:lnTo>
                    <a:pt x="573144" y="4041784"/>
                  </a:lnTo>
                  <a:lnTo>
                    <a:pt x="549741" y="4045851"/>
                  </a:lnTo>
                  <a:lnTo>
                    <a:pt x="539911" y="4049439"/>
                  </a:lnTo>
                  <a:lnTo>
                    <a:pt x="515806" y="4054223"/>
                  </a:lnTo>
                  <a:lnTo>
                    <a:pt x="496850" y="4059486"/>
                  </a:lnTo>
                  <a:lnTo>
                    <a:pt x="496616" y="4059486"/>
                  </a:lnTo>
                  <a:lnTo>
                    <a:pt x="493339" y="4061161"/>
                  </a:lnTo>
                  <a:lnTo>
                    <a:pt x="491935" y="4061639"/>
                  </a:lnTo>
                  <a:lnTo>
                    <a:pt x="471106" y="4075035"/>
                  </a:lnTo>
                  <a:lnTo>
                    <a:pt x="464787" y="4083168"/>
                  </a:lnTo>
                  <a:lnTo>
                    <a:pt x="443724" y="4126945"/>
                  </a:lnTo>
                  <a:lnTo>
                    <a:pt x="438576" y="4152062"/>
                  </a:lnTo>
                  <a:lnTo>
                    <a:pt x="437405" y="4157564"/>
                  </a:lnTo>
                  <a:lnTo>
                    <a:pt x="435299" y="4165937"/>
                  </a:lnTo>
                  <a:lnTo>
                    <a:pt x="430619" y="4195360"/>
                  </a:lnTo>
                  <a:lnTo>
                    <a:pt x="422895" y="4220000"/>
                  </a:lnTo>
                  <a:lnTo>
                    <a:pt x="401599" y="4216411"/>
                  </a:lnTo>
                  <a:lnTo>
                    <a:pt x="398322" y="4217129"/>
                  </a:lnTo>
                  <a:lnTo>
                    <a:pt x="397854" y="4212345"/>
                  </a:lnTo>
                  <a:lnTo>
                    <a:pt x="395982" y="4212584"/>
                  </a:lnTo>
                  <a:lnTo>
                    <a:pt x="390833" y="4210431"/>
                  </a:lnTo>
                  <a:lnTo>
                    <a:pt x="390131" y="4211627"/>
                  </a:lnTo>
                  <a:lnTo>
                    <a:pt x="385684" y="4209474"/>
                  </a:lnTo>
                  <a:lnTo>
                    <a:pt x="384982" y="4210909"/>
                  </a:lnTo>
                  <a:lnTo>
                    <a:pt x="383812" y="4210192"/>
                  </a:lnTo>
                  <a:lnTo>
                    <a:pt x="383110" y="4211866"/>
                  </a:lnTo>
                  <a:lnTo>
                    <a:pt x="378663" y="4209713"/>
                  </a:lnTo>
                  <a:lnTo>
                    <a:pt x="378195" y="4210192"/>
                  </a:lnTo>
                  <a:lnTo>
                    <a:pt x="374919" y="4208039"/>
                  </a:lnTo>
                  <a:lnTo>
                    <a:pt x="373749" y="4208757"/>
                  </a:lnTo>
                  <a:lnTo>
                    <a:pt x="371642" y="4207560"/>
                  </a:lnTo>
                  <a:lnTo>
                    <a:pt x="371876" y="4206364"/>
                  </a:lnTo>
                  <a:lnTo>
                    <a:pt x="368834" y="4206364"/>
                  </a:lnTo>
                  <a:lnTo>
                    <a:pt x="368834" y="4206125"/>
                  </a:lnTo>
                  <a:lnTo>
                    <a:pt x="368600" y="4204929"/>
                  </a:lnTo>
                  <a:lnTo>
                    <a:pt x="368132" y="4203972"/>
                  </a:lnTo>
                  <a:lnTo>
                    <a:pt x="363919" y="4202058"/>
                  </a:lnTo>
                  <a:lnTo>
                    <a:pt x="362047" y="4202058"/>
                  </a:lnTo>
                  <a:lnTo>
                    <a:pt x="355260" y="4198949"/>
                  </a:lnTo>
                  <a:lnTo>
                    <a:pt x="352218" y="4196557"/>
                  </a:lnTo>
                  <a:lnTo>
                    <a:pt x="345665" y="4195839"/>
                  </a:lnTo>
                  <a:lnTo>
                    <a:pt x="342856" y="4194404"/>
                  </a:lnTo>
                  <a:lnTo>
                    <a:pt x="338878" y="4193447"/>
                  </a:lnTo>
                  <a:lnTo>
                    <a:pt x="333261" y="4193207"/>
                  </a:lnTo>
                  <a:lnTo>
                    <a:pt x="328815" y="4192490"/>
                  </a:lnTo>
                  <a:lnTo>
                    <a:pt x="327410" y="4191055"/>
                  </a:lnTo>
                  <a:lnTo>
                    <a:pt x="323900" y="4189141"/>
                  </a:lnTo>
                  <a:lnTo>
                    <a:pt x="320389" y="4187466"/>
                  </a:lnTo>
                  <a:lnTo>
                    <a:pt x="316411" y="4185553"/>
                  </a:lnTo>
                  <a:lnTo>
                    <a:pt x="312900" y="4183878"/>
                  </a:lnTo>
                  <a:lnTo>
                    <a:pt x="309624" y="4180290"/>
                  </a:lnTo>
                  <a:lnTo>
                    <a:pt x="306347" y="4175745"/>
                  </a:lnTo>
                  <a:lnTo>
                    <a:pt x="306816" y="4168329"/>
                  </a:lnTo>
                  <a:lnTo>
                    <a:pt x="307986" y="4161392"/>
                  </a:lnTo>
                  <a:lnTo>
                    <a:pt x="310794" y="4151106"/>
                  </a:lnTo>
                  <a:lnTo>
                    <a:pt x="307986" y="4146082"/>
                  </a:lnTo>
                  <a:lnTo>
                    <a:pt x="294880" y="4133404"/>
                  </a:lnTo>
                  <a:lnTo>
                    <a:pt x="288795" y="4123835"/>
                  </a:lnTo>
                  <a:lnTo>
                    <a:pt x="282008" y="4110678"/>
                  </a:lnTo>
                  <a:lnTo>
                    <a:pt x="277796" y="4100870"/>
                  </a:lnTo>
                  <a:lnTo>
                    <a:pt x="274987" y="4095608"/>
                  </a:lnTo>
                  <a:lnTo>
                    <a:pt x="271477" y="4091062"/>
                  </a:lnTo>
                  <a:lnTo>
                    <a:pt x="268902" y="4082929"/>
                  </a:lnTo>
                  <a:lnTo>
                    <a:pt x="266094" y="4074796"/>
                  </a:lnTo>
                  <a:lnTo>
                    <a:pt x="262115" y="4070968"/>
                  </a:lnTo>
                  <a:lnTo>
                    <a:pt x="259073" y="4068098"/>
                  </a:lnTo>
                  <a:lnTo>
                    <a:pt x="256967" y="4065706"/>
                  </a:lnTo>
                  <a:lnTo>
                    <a:pt x="253924" y="4058529"/>
                  </a:lnTo>
                  <a:lnTo>
                    <a:pt x="249946" y="4055180"/>
                  </a:lnTo>
                  <a:lnTo>
                    <a:pt x="248776" y="4054463"/>
                  </a:lnTo>
                  <a:lnTo>
                    <a:pt x="240819" y="4049439"/>
                  </a:lnTo>
                  <a:lnTo>
                    <a:pt x="238712" y="4049200"/>
                  </a:lnTo>
                  <a:lnTo>
                    <a:pt x="235904" y="4042980"/>
                  </a:lnTo>
                  <a:lnTo>
                    <a:pt x="231223" y="4035804"/>
                  </a:lnTo>
                  <a:lnTo>
                    <a:pt x="226543" y="4031737"/>
                  </a:lnTo>
                  <a:lnTo>
                    <a:pt x="221394" y="4025278"/>
                  </a:lnTo>
                  <a:lnTo>
                    <a:pt x="215777" y="4016666"/>
                  </a:lnTo>
                  <a:lnTo>
                    <a:pt x="210394" y="4009968"/>
                  </a:lnTo>
                  <a:lnTo>
                    <a:pt x="206884" y="4005902"/>
                  </a:lnTo>
                  <a:lnTo>
                    <a:pt x="203607" y="4002792"/>
                  </a:lnTo>
                  <a:lnTo>
                    <a:pt x="201267" y="3999921"/>
                  </a:lnTo>
                  <a:lnTo>
                    <a:pt x="200799" y="3995616"/>
                  </a:lnTo>
                  <a:lnTo>
                    <a:pt x="200565" y="3993223"/>
                  </a:lnTo>
                  <a:lnTo>
                    <a:pt x="198927" y="3990592"/>
                  </a:lnTo>
                  <a:lnTo>
                    <a:pt x="198225" y="3988200"/>
                  </a:lnTo>
                  <a:lnTo>
                    <a:pt x="201735" y="3977674"/>
                  </a:lnTo>
                  <a:lnTo>
                    <a:pt x="204778" y="3973368"/>
                  </a:lnTo>
                  <a:lnTo>
                    <a:pt x="204544" y="3970259"/>
                  </a:lnTo>
                  <a:lnTo>
                    <a:pt x="205246" y="3970019"/>
                  </a:lnTo>
                  <a:lnTo>
                    <a:pt x="208522" y="3968106"/>
                  </a:lnTo>
                  <a:lnTo>
                    <a:pt x="208522" y="3965235"/>
                  </a:lnTo>
                  <a:lnTo>
                    <a:pt x="207586" y="3963800"/>
                  </a:lnTo>
                  <a:lnTo>
                    <a:pt x="206884" y="3960451"/>
                  </a:lnTo>
                  <a:lnTo>
                    <a:pt x="205480" y="3959255"/>
                  </a:lnTo>
                  <a:lnTo>
                    <a:pt x="205480" y="3953992"/>
                  </a:lnTo>
                  <a:lnTo>
                    <a:pt x="206884" y="3953274"/>
                  </a:lnTo>
                  <a:lnTo>
                    <a:pt x="206650" y="3948490"/>
                  </a:lnTo>
                  <a:lnTo>
                    <a:pt x="207118" y="3941314"/>
                  </a:lnTo>
                  <a:lnTo>
                    <a:pt x="206182" y="3937247"/>
                  </a:lnTo>
                  <a:lnTo>
                    <a:pt x="207352" y="3936769"/>
                  </a:lnTo>
                  <a:lnTo>
                    <a:pt x="207820" y="3929592"/>
                  </a:lnTo>
                  <a:lnTo>
                    <a:pt x="219288" y="3924569"/>
                  </a:lnTo>
                  <a:lnTo>
                    <a:pt x="221862" y="3923372"/>
                  </a:lnTo>
                  <a:lnTo>
                    <a:pt x="230053" y="3919306"/>
                  </a:lnTo>
                  <a:lnTo>
                    <a:pt x="241989" y="3901125"/>
                  </a:lnTo>
                  <a:lnTo>
                    <a:pt x="253222" y="3890839"/>
                  </a:lnTo>
                  <a:lnTo>
                    <a:pt x="253456" y="3865482"/>
                  </a:lnTo>
                  <a:lnTo>
                    <a:pt x="261179" y="3851369"/>
                  </a:lnTo>
                  <a:lnTo>
                    <a:pt x="268200" y="3835341"/>
                  </a:lnTo>
                  <a:lnTo>
                    <a:pt x="267732" y="3824337"/>
                  </a:lnTo>
                  <a:lnTo>
                    <a:pt x="261647" y="3810463"/>
                  </a:lnTo>
                  <a:lnTo>
                    <a:pt x="254392" y="3804243"/>
                  </a:lnTo>
                  <a:lnTo>
                    <a:pt x="249712" y="3791804"/>
                  </a:lnTo>
                  <a:lnTo>
                    <a:pt x="242223" y="3778886"/>
                  </a:lnTo>
                  <a:lnTo>
                    <a:pt x="244563" y="3759749"/>
                  </a:lnTo>
                  <a:lnTo>
                    <a:pt x="247839" y="3736067"/>
                  </a:lnTo>
                  <a:lnTo>
                    <a:pt x="252754" y="3719082"/>
                  </a:lnTo>
                  <a:lnTo>
                    <a:pt x="251818" y="3701620"/>
                  </a:lnTo>
                  <a:lnTo>
                    <a:pt x="242223" y="3690137"/>
                  </a:lnTo>
                  <a:lnTo>
                    <a:pt x="233798" y="3679373"/>
                  </a:lnTo>
                  <a:lnTo>
                    <a:pt x="227713" y="3675067"/>
                  </a:lnTo>
                  <a:lnTo>
                    <a:pt x="222096" y="3671239"/>
                  </a:lnTo>
                  <a:lnTo>
                    <a:pt x="212969" y="3655930"/>
                  </a:lnTo>
                  <a:lnTo>
                    <a:pt x="201501" y="3639902"/>
                  </a:lnTo>
                  <a:lnTo>
                    <a:pt x="199161" y="3609761"/>
                  </a:lnTo>
                  <a:lnTo>
                    <a:pt x="204075" y="3598757"/>
                  </a:lnTo>
                  <a:lnTo>
                    <a:pt x="204309" y="3584404"/>
                  </a:lnTo>
                  <a:lnTo>
                    <a:pt x="203139" y="3572443"/>
                  </a:lnTo>
                  <a:lnTo>
                    <a:pt x="195182" y="3560483"/>
                  </a:lnTo>
                  <a:lnTo>
                    <a:pt x="182310" y="3555220"/>
                  </a:lnTo>
                  <a:lnTo>
                    <a:pt x="167098" y="3552349"/>
                  </a:lnTo>
                  <a:lnTo>
                    <a:pt x="155397" y="3550196"/>
                  </a:lnTo>
                  <a:lnTo>
                    <a:pt x="146738" y="3544934"/>
                  </a:lnTo>
                  <a:lnTo>
                    <a:pt x="130823" y="3543737"/>
                  </a:lnTo>
                  <a:lnTo>
                    <a:pt x="130355" y="3539910"/>
                  </a:lnTo>
                  <a:lnTo>
                    <a:pt x="126377" y="3501157"/>
                  </a:lnTo>
                  <a:lnTo>
                    <a:pt x="126377" y="3484412"/>
                  </a:lnTo>
                  <a:lnTo>
                    <a:pt x="126377" y="3479389"/>
                  </a:lnTo>
                  <a:lnTo>
                    <a:pt x="124973" y="3465992"/>
                  </a:lnTo>
                  <a:lnTo>
                    <a:pt x="118420" y="3455945"/>
                  </a:lnTo>
                  <a:lnTo>
                    <a:pt x="108356" y="3454510"/>
                  </a:lnTo>
                  <a:lnTo>
                    <a:pt x="91506" y="3435612"/>
                  </a:lnTo>
                  <a:lnTo>
                    <a:pt x="74422" y="3403079"/>
                  </a:lnTo>
                  <a:lnTo>
                    <a:pt x="60380" y="3387291"/>
                  </a:lnTo>
                  <a:lnTo>
                    <a:pt x="57571" y="3374134"/>
                  </a:lnTo>
                  <a:lnTo>
                    <a:pt x="57571" y="3354996"/>
                  </a:lnTo>
                  <a:lnTo>
                    <a:pt x="60380" y="3350451"/>
                  </a:lnTo>
                  <a:lnTo>
                    <a:pt x="64592" y="3340883"/>
                  </a:lnTo>
                  <a:lnTo>
                    <a:pt x="64592" y="3328922"/>
                  </a:lnTo>
                  <a:lnTo>
                    <a:pt x="61316" y="3313851"/>
                  </a:lnTo>
                  <a:lnTo>
                    <a:pt x="55231" y="3305000"/>
                  </a:lnTo>
                  <a:lnTo>
                    <a:pt x="44934" y="3288016"/>
                  </a:lnTo>
                  <a:lnTo>
                    <a:pt x="42125" y="3282275"/>
                  </a:lnTo>
                  <a:lnTo>
                    <a:pt x="35806" y="3273663"/>
                  </a:lnTo>
                  <a:lnTo>
                    <a:pt x="24339" y="3266487"/>
                  </a:lnTo>
                  <a:lnTo>
                    <a:pt x="15212" y="3263616"/>
                  </a:lnTo>
                  <a:lnTo>
                    <a:pt x="7957" y="3264573"/>
                  </a:lnTo>
                  <a:lnTo>
                    <a:pt x="3744" y="3258353"/>
                  </a:lnTo>
                  <a:lnTo>
                    <a:pt x="0" y="3251655"/>
                  </a:lnTo>
                  <a:lnTo>
                    <a:pt x="6552" y="3241848"/>
                  </a:lnTo>
                  <a:lnTo>
                    <a:pt x="8659" y="3200703"/>
                  </a:lnTo>
                  <a:lnTo>
                    <a:pt x="14744" y="3172954"/>
                  </a:lnTo>
                  <a:lnTo>
                    <a:pt x="21296" y="3146161"/>
                  </a:lnTo>
                  <a:lnTo>
                    <a:pt x="1872" y="3084444"/>
                  </a:lnTo>
                  <a:lnTo>
                    <a:pt x="17318" y="3047605"/>
                  </a:lnTo>
                  <a:lnTo>
                    <a:pt x="20594" y="3035644"/>
                  </a:lnTo>
                  <a:lnTo>
                    <a:pt x="20594" y="3031577"/>
                  </a:lnTo>
                  <a:lnTo>
                    <a:pt x="18254" y="3025118"/>
                  </a:lnTo>
                  <a:lnTo>
                    <a:pt x="15212" y="3016985"/>
                  </a:lnTo>
                  <a:lnTo>
                    <a:pt x="7957" y="2999762"/>
                  </a:lnTo>
                  <a:lnTo>
                    <a:pt x="9361" y="2986365"/>
                  </a:lnTo>
                  <a:lnTo>
                    <a:pt x="15446" y="2973448"/>
                  </a:lnTo>
                  <a:lnTo>
                    <a:pt x="17084" y="2970338"/>
                  </a:lnTo>
                  <a:lnTo>
                    <a:pt x="17084" y="2970099"/>
                  </a:lnTo>
                  <a:lnTo>
                    <a:pt x="23871" y="2955267"/>
                  </a:lnTo>
                  <a:lnTo>
                    <a:pt x="30190" y="2945699"/>
                  </a:lnTo>
                  <a:lnTo>
                    <a:pt x="46806" y="2926322"/>
                  </a:lnTo>
                  <a:lnTo>
                    <a:pt x="51955" y="2914362"/>
                  </a:lnTo>
                  <a:lnTo>
                    <a:pt x="54763" y="2907664"/>
                  </a:lnTo>
                  <a:lnTo>
                    <a:pt x="52657" y="2894985"/>
                  </a:lnTo>
                  <a:lnTo>
                    <a:pt x="53827" y="2889483"/>
                  </a:lnTo>
                  <a:lnTo>
                    <a:pt x="48210" y="2876087"/>
                  </a:lnTo>
                  <a:lnTo>
                    <a:pt x="42593" y="2862930"/>
                  </a:lnTo>
                  <a:lnTo>
                    <a:pt x="45168" y="2853840"/>
                  </a:lnTo>
                  <a:lnTo>
                    <a:pt x="47040" y="2848338"/>
                  </a:lnTo>
                  <a:lnTo>
                    <a:pt x="43998" y="2841640"/>
                  </a:lnTo>
                  <a:lnTo>
                    <a:pt x="46338" y="2830636"/>
                  </a:lnTo>
                  <a:lnTo>
                    <a:pt x="47040" y="2818915"/>
                  </a:lnTo>
                  <a:lnTo>
                    <a:pt x="39317" y="2813173"/>
                  </a:lnTo>
                  <a:lnTo>
                    <a:pt x="39083" y="2812934"/>
                  </a:lnTo>
                  <a:lnTo>
                    <a:pt x="36743" y="2805279"/>
                  </a:lnTo>
                  <a:lnTo>
                    <a:pt x="32296" y="2794275"/>
                  </a:lnTo>
                  <a:lnTo>
                    <a:pt x="34402" y="2774181"/>
                  </a:lnTo>
                  <a:lnTo>
                    <a:pt x="34870" y="2757675"/>
                  </a:lnTo>
                  <a:lnTo>
                    <a:pt x="31828" y="2747868"/>
                  </a:lnTo>
                  <a:lnTo>
                    <a:pt x="28785" y="2736624"/>
                  </a:lnTo>
                  <a:lnTo>
                    <a:pt x="26445" y="2707919"/>
                  </a:lnTo>
                  <a:lnTo>
                    <a:pt x="29488" y="2691174"/>
                  </a:lnTo>
                  <a:lnTo>
                    <a:pt x="32998" y="2682323"/>
                  </a:lnTo>
                  <a:lnTo>
                    <a:pt x="40019" y="2672993"/>
                  </a:lnTo>
                  <a:lnTo>
                    <a:pt x="49380" y="2659597"/>
                  </a:lnTo>
                  <a:lnTo>
                    <a:pt x="48678" y="2652181"/>
                  </a:lnTo>
                  <a:lnTo>
                    <a:pt x="45168" y="2647636"/>
                  </a:lnTo>
                  <a:lnTo>
                    <a:pt x="39551" y="2640699"/>
                  </a:lnTo>
                  <a:lnTo>
                    <a:pt x="34402" y="2632327"/>
                  </a:lnTo>
                  <a:lnTo>
                    <a:pt x="36743" y="2603142"/>
                  </a:lnTo>
                  <a:lnTo>
                    <a:pt x="36509" y="2602903"/>
                  </a:lnTo>
                  <a:lnTo>
                    <a:pt x="41657" y="2594531"/>
                  </a:lnTo>
                  <a:lnTo>
                    <a:pt x="44700" y="2587115"/>
                  </a:lnTo>
                  <a:lnTo>
                    <a:pt x="49848" y="2575872"/>
                  </a:lnTo>
                  <a:lnTo>
                    <a:pt x="51955" y="2569413"/>
                  </a:lnTo>
                  <a:lnTo>
                    <a:pt x="61784" y="2559127"/>
                  </a:lnTo>
                  <a:lnTo>
                    <a:pt x="76528" y="2528746"/>
                  </a:lnTo>
                  <a:lnTo>
                    <a:pt x="81677" y="2516546"/>
                  </a:lnTo>
                  <a:lnTo>
                    <a:pt x="55699" y="2467268"/>
                  </a:lnTo>
                  <a:lnTo>
                    <a:pt x="51721" y="2432103"/>
                  </a:lnTo>
                  <a:lnTo>
                    <a:pt x="51721" y="2431625"/>
                  </a:lnTo>
                  <a:lnTo>
                    <a:pt x="62018" y="2387609"/>
                  </a:lnTo>
                  <a:lnTo>
                    <a:pt x="89166" y="2344550"/>
                  </a:lnTo>
                  <a:lnTo>
                    <a:pt x="112803" y="2321825"/>
                  </a:lnTo>
                  <a:lnTo>
                    <a:pt x="131526" y="2297664"/>
                  </a:lnTo>
                  <a:lnTo>
                    <a:pt x="161716" y="2264413"/>
                  </a:lnTo>
                  <a:lnTo>
                    <a:pt x="206416" y="2230684"/>
                  </a:lnTo>
                  <a:lnTo>
                    <a:pt x="243159" y="2201978"/>
                  </a:lnTo>
                  <a:lnTo>
                    <a:pt x="252754" y="2192888"/>
                  </a:lnTo>
                  <a:lnTo>
                    <a:pt x="278966" y="2168009"/>
                  </a:lnTo>
                  <a:lnTo>
                    <a:pt x="304943" y="2128300"/>
                  </a:lnTo>
                  <a:lnTo>
                    <a:pt x="304475" y="2085958"/>
                  </a:lnTo>
                  <a:lnTo>
                    <a:pt x="320623" y="2057013"/>
                  </a:lnTo>
                  <a:lnTo>
                    <a:pt x="319921" y="2027111"/>
                  </a:lnTo>
                  <a:lnTo>
                    <a:pt x="325772" y="1985009"/>
                  </a:lnTo>
                  <a:lnTo>
                    <a:pt x="342856" y="1946974"/>
                  </a:lnTo>
                  <a:lnTo>
                    <a:pt x="362749" y="1933339"/>
                  </a:lnTo>
                  <a:lnTo>
                    <a:pt x="364387" y="1920900"/>
                  </a:lnTo>
                  <a:lnTo>
                    <a:pt x="355494" y="1896021"/>
                  </a:lnTo>
                  <a:lnTo>
                    <a:pt x="322964" y="1844590"/>
                  </a:lnTo>
                  <a:lnTo>
                    <a:pt x="322262" y="1827845"/>
                  </a:lnTo>
                  <a:lnTo>
                    <a:pt x="365324" y="1811339"/>
                  </a:lnTo>
                  <a:lnTo>
                    <a:pt x="377025" y="1796268"/>
                  </a:lnTo>
                  <a:lnTo>
                    <a:pt x="393641" y="1789331"/>
                  </a:lnTo>
                  <a:lnTo>
                    <a:pt x="402535" y="1785743"/>
                  </a:lnTo>
                  <a:lnTo>
                    <a:pt x="424300" y="1775457"/>
                  </a:lnTo>
                  <a:lnTo>
                    <a:pt x="439278" y="1763735"/>
                  </a:lnTo>
                  <a:lnTo>
                    <a:pt x="454490" y="1747708"/>
                  </a:lnTo>
                  <a:lnTo>
                    <a:pt x="465021" y="1739574"/>
                  </a:lnTo>
                  <a:lnTo>
                    <a:pt x="474383" y="1736943"/>
                  </a:lnTo>
                  <a:lnTo>
                    <a:pt x="492637" y="1718523"/>
                  </a:lnTo>
                  <a:lnTo>
                    <a:pt x="526806" y="1703692"/>
                  </a:lnTo>
                  <a:lnTo>
                    <a:pt x="545996" y="1697472"/>
                  </a:lnTo>
                  <a:lnTo>
                    <a:pt x="567293" y="1682163"/>
                  </a:lnTo>
                  <a:lnTo>
                    <a:pt x="594207" y="1654653"/>
                  </a:lnTo>
                  <a:lnTo>
                    <a:pt x="598185" y="1645563"/>
                  </a:lnTo>
                  <a:lnTo>
                    <a:pt x="597951" y="1624990"/>
                  </a:lnTo>
                  <a:lnTo>
                    <a:pt x="600760" y="1614465"/>
                  </a:lnTo>
                  <a:lnTo>
                    <a:pt x="605909" y="1609202"/>
                  </a:lnTo>
                  <a:lnTo>
                    <a:pt x="619482" y="1606092"/>
                  </a:lnTo>
                  <a:lnTo>
                    <a:pt x="626503" y="1604657"/>
                  </a:lnTo>
                  <a:lnTo>
                    <a:pt x="641247" y="1596045"/>
                  </a:lnTo>
                  <a:lnTo>
                    <a:pt x="647800" y="1589826"/>
                  </a:lnTo>
                  <a:lnTo>
                    <a:pt x="654119" y="1550116"/>
                  </a:lnTo>
                  <a:lnTo>
                    <a:pt x="705372" y="1531457"/>
                  </a:lnTo>
                  <a:lnTo>
                    <a:pt x="723627" y="1521888"/>
                  </a:lnTo>
                  <a:lnTo>
                    <a:pt x="734158" y="1499881"/>
                  </a:lnTo>
                  <a:lnTo>
                    <a:pt x="741179" y="1439359"/>
                  </a:lnTo>
                  <a:lnTo>
                    <a:pt x="764582" y="1407783"/>
                  </a:lnTo>
                  <a:lnTo>
                    <a:pt x="795709" y="1378359"/>
                  </a:lnTo>
                  <a:lnTo>
                    <a:pt x="825197" y="1350371"/>
                  </a:lnTo>
                  <a:lnTo>
                    <a:pt x="893534" y="1339367"/>
                  </a:lnTo>
                  <a:lnTo>
                    <a:pt x="948063" y="1342238"/>
                  </a:lnTo>
                  <a:lnTo>
                    <a:pt x="981998" y="1337932"/>
                  </a:lnTo>
                  <a:lnTo>
                    <a:pt x="995572" y="1326210"/>
                  </a:lnTo>
                  <a:lnTo>
                    <a:pt x="986913" y="1300136"/>
                  </a:lnTo>
                  <a:lnTo>
                    <a:pt x="985509" y="1296069"/>
                  </a:lnTo>
                  <a:lnTo>
                    <a:pt x="972403" y="1281238"/>
                  </a:lnTo>
                  <a:lnTo>
                    <a:pt x="953212" y="1259230"/>
                  </a:lnTo>
                  <a:lnTo>
                    <a:pt x="953446" y="1248943"/>
                  </a:lnTo>
                  <a:lnTo>
                    <a:pt x="954616" y="1212104"/>
                  </a:lnTo>
                  <a:lnTo>
                    <a:pt x="943851" y="1138665"/>
                  </a:lnTo>
                  <a:lnTo>
                    <a:pt x="945255" y="1110677"/>
                  </a:lnTo>
                  <a:lnTo>
                    <a:pt x="959297" y="1075991"/>
                  </a:lnTo>
                  <a:lnTo>
                    <a:pt x="976849" y="1032932"/>
                  </a:lnTo>
                  <a:lnTo>
                    <a:pt x="978254" y="1029104"/>
                  </a:lnTo>
                  <a:lnTo>
                    <a:pt x="991359" y="966669"/>
                  </a:lnTo>
                  <a:lnTo>
                    <a:pt x="990657" y="921697"/>
                  </a:lnTo>
                  <a:lnTo>
                    <a:pt x="1005869" y="867873"/>
                  </a:lnTo>
                  <a:lnTo>
                    <a:pt x="1041208" y="837014"/>
                  </a:lnTo>
                  <a:lnTo>
                    <a:pt x="1054080" y="826011"/>
                  </a:lnTo>
                  <a:lnTo>
                    <a:pt x="1097844" y="801132"/>
                  </a:lnTo>
                  <a:lnTo>
                    <a:pt x="1146055" y="771230"/>
                  </a:lnTo>
                  <a:lnTo>
                    <a:pt x="1207839" y="751136"/>
                  </a:lnTo>
                  <a:lnTo>
                    <a:pt x="1270560" y="727215"/>
                  </a:lnTo>
                  <a:lnTo>
                    <a:pt x="1317132" y="687983"/>
                  </a:lnTo>
                  <a:lnTo>
                    <a:pt x="1351067" y="640140"/>
                  </a:lnTo>
                  <a:lnTo>
                    <a:pt x="1385937" y="592297"/>
                  </a:lnTo>
                  <a:lnTo>
                    <a:pt x="1415191" y="558328"/>
                  </a:lnTo>
                  <a:lnTo>
                    <a:pt x="1430404" y="534407"/>
                  </a:lnTo>
                  <a:lnTo>
                    <a:pt x="1461296" y="478909"/>
                  </a:lnTo>
                  <a:lnTo>
                    <a:pt x="1487039" y="432740"/>
                  </a:lnTo>
                  <a:lnTo>
                    <a:pt x="1514655" y="400446"/>
                  </a:lnTo>
                  <a:lnTo>
                    <a:pt x="1530569" y="381787"/>
                  </a:lnTo>
                  <a:lnTo>
                    <a:pt x="1557717" y="350929"/>
                  </a:lnTo>
                  <a:lnTo>
                    <a:pt x="1585801" y="314089"/>
                  </a:lnTo>
                  <a:lnTo>
                    <a:pt x="1610608" y="287776"/>
                  </a:lnTo>
                  <a:lnTo>
                    <a:pt x="1645245" y="261701"/>
                  </a:lnTo>
                  <a:lnTo>
                    <a:pt x="1682222" y="243999"/>
                  </a:lnTo>
                  <a:lnTo>
                    <a:pt x="1722944" y="230125"/>
                  </a:lnTo>
                  <a:lnTo>
                    <a:pt x="1725752" y="228689"/>
                  </a:lnTo>
                  <a:lnTo>
                    <a:pt x="1743304" y="220078"/>
                  </a:lnTo>
                  <a:lnTo>
                    <a:pt x="1769750" y="175344"/>
                  </a:lnTo>
                  <a:lnTo>
                    <a:pt x="1802280" y="138266"/>
                  </a:lnTo>
                  <a:lnTo>
                    <a:pt x="1831534" y="110517"/>
                  </a:lnTo>
                  <a:lnTo>
                    <a:pt x="1891213" y="75113"/>
                  </a:lnTo>
                  <a:lnTo>
                    <a:pt x="1934041" y="46647"/>
                  </a:lnTo>
                  <a:lnTo>
                    <a:pt x="1956040" y="29662"/>
                  </a:lnTo>
                  <a:lnTo>
                    <a:pt x="1987634" y="24160"/>
                  </a:lnTo>
                  <a:lnTo>
                    <a:pt x="2045440" y="16027"/>
                  </a:lnTo>
                  <a:lnTo>
                    <a:pt x="2074694" y="0"/>
                  </a:lnTo>
                  <a:close/>
                </a:path>
              </a:pathLst>
            </a:custGeom>
            <a:ln w="1626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1516888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1626616" y="5806440"/>
            <a:ext cx="1264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</a:t>
            </a:r>
          </a:p>
        </p:txBody>
      </p:sp>
      <p:sp>
        <p:nvSpPr>
          <p:cNvPr id="206" name=""/>
          <p:cNvSpPr>
            <a:spLocks noGrp="1"/>
          </p:cNvSpPr>
          <p:nvPr>
            </p:nvPr>
        </p:nvSpPr>
        <p:spPr>
          <a:xfrm>
            <a:off x="2982976" y="5870448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7" name=""/>
          <p:cNvSpPr>
            <a:spLocks noGrp="1"/>
          </p:cNvSpPr>
          <p:nvPr>
            </p:nvPr>
        </p:nvSpPr>
        <p:spPr>
          <a:xfrm>
            <a:off x="3092704" y="5806440"/>
            <a:ext cx="200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fuera de la muestra</a:t>
            </a:r>
          </a:p>
        </p:txBody>
      </p:sp>
      <p:sp>
        <p:nvSpPr>
          <p:cNvPr id="208" name=""/>
          <p:cNvSpPr>
            <a:spLocks noGrp="1"/>
          </p:cNvSpPr>
          <p:nvPr>
            </p:nvPr>
        </p:nvSpPr>
        <p:spPr>
          <a:xfrm>
            <a:off x="65059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9" name=""/>
          <p:cNvSpPr>
            <a:spLocks noGrp="1"/>
          </p:cNvSpPr>
          <p:nvPr>
            </p:nvPr>
        </p:nvSpPr>
        <p:spPr>
          <a:xfrm>
            <a:off x="6871716" y="1508760"/>
            <a:ext cx="50319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</a:t>
            </a:r>
          </a:p>
        </p:txBody>
      </p:sp>
      <p:sp>
        <p:nvSpPr>
          <p:cNvPr id="210" name=""/>
          <p:cNvSpPr>
            <a:spLocks noGrp="1"/>
          </p:cNvSpPr>
          <p:nvPr>
            </p:nvPr>
        </p:nvSpPr>
        <p:spPr>
          <a:xfrm>
            <a:off x="6871716" y="2075688"/>
            <a:ext cx="50319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</a:t>
            </a:r>
          </a:p>
        </p:txBody>
      </p:sp>
      <p:sp>
        <p:nvSpPr>
          <p:cNvPr id="211" name=""/>
          <p:cNvSpPr>
            <a:spLocks noGrp="1"/>
          </p:cNvSpPr>
          <p:nvPr>
            </p:nvPr>
        </p:nvSpPr>
        <p:spPr>
          <a:xfrm>
            <a:off x="6871716" y="2331720"/>
            <a:ext cx="50319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199 zonas censales del distrito</a:t>
            </a:r>
          </a:p>
        </p:txBody>
      </p:sp>
      <p:sp>
        <p:nvSpPr>
          <p:cNvPr id="212" name=""/>
          <p:cNvSpPr>
            <a:spLocks noGrp="1"/>
          </p:cNvSpPr>
          <p:nvPr>
            </p:nvPr>
        </p:nvSpPr>
        <p:spPr>
          <a:xfrm>
            <a:off x="6871716" y="2743200"/>
            <a:ext cx="50319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3" name=""/>
          <p:cNvSpPr>
            <a:spLocks noGrp="1"/>
          </p:cNvSpPr>
          <p:nvPr>
            </p:nvPr>
        </p:nvSpPr>
        <p:spPr>
          <a:xfrm>
            <a:off x="6780276" y="2971800"/>
            <a:ext cx="5123383" cy="6858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Cada zona es un conjunto de manzanas. El mapa pinta la zona completa aunque se haya aplicado sólo en algunas de sus manzanas.</a:t>
            </a:r>
          </a:p>
        </p:txBody>
      </p:sp>
      <p:sp>
        <p:nvSpPr>
          <p:cNvPr id="214" name=""/>
          <p:cNvSpPr>
            <a:spLocks noGrp="1"/>
          </p:cNvSpPr>
          <p:nvPr>
            </p:nvPr>
        </p:nvSpPr>
        <p:spPr>
          <a:xfrm>
            <a:off x="6780276" y="384048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zonas salen en racimos porque la muestra se sortea por conglomerados.</a:t>
            </a:r>
          </a:p>
        </p:txBody>
      </p:sp>
      <p:sp>
        <p:nvSpPr>
          <p:cNvPr id="215" name=""/>
          <p:cNvSpPr>
            <a:spLocks noGrp="1"/>
          </p:cNvSpPr>
          <p:nvPr>
            </p:nvPr>
        </p:nvSpPr>
        <p:spPr>
          <a:xfrm>
            <a:off x="6780276" y="4511040"/>
            <a:ext cx="5123383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detalle por manzana va en una lámina propia o en el anexo.</a:t>
            </a:r>
          </a:p>
        </p:txBody>
      </p:sp>
      <p:sp>
        <p:nvSpPr>
          <p:cNvPr id="2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 de San Juan de Lurigancho</a:t>
            </a:r>
          </a:p>
        </p:txBody>
      </p:sp>
      <p:sp>
        <p:nvSpPr>
          <p:cNvPr id="21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</a:p>
        </p:txBody>
      </p:sp>
      <p:sp>
        <p:nvSpPr>
          <p:cNvPr id="2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scope = district): zonas aplicadas en el distrito</a:t>
            </a:r>
          </a:p>
        </p:txBody>
      </p:sp>
      <p:sp>
        <p:nvSpPr>
          <p:cNvPr id="2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2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28" name=""/>
          <p:cNvSpPr>
            <a:spLocks noGrp="1"/>
          </p:cNvSpPr>
          <p:nvPr>
            </p:nvPr>
        </p:nvSpPr>
        <p:spPr>
          <a:xfrm>
            <a:off x="1516888" y="5806440"/>
            <a:ext cx="33944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9" name=""/>
          <p:cNvSpPr>
            <a:spLocks noGrp="1"/>
          </p:cNvSpPr>
          <p:nvPr>
            </p:nvPr>
        </p:nvSpPr>
        <p:spPr>
          <a:xfrm>
            <a:off x="1516888" y="5623560"/>
            <a:ext cx="33944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9.43 x 0.76 cm</a:t>
            </a:r>
          </a:p>
        </p:txBody>
      </p:sp>
      <p:sp>
        <p:nvSpPr>
          <p:cNvPr id="230" name=""/>
          <p:cNvSpPr>
            <a:spLocks noGrp="1"/>
          </p:cNvSpPr>
          <p:nvPr>
            </p:nvPr>
        </p:nvSpPr>
        <p:spPr>
          <a:xfrm>
            <a:off x="288036" y="1508760"/>
            <a:ext cx="58521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1" name=""/>
          <p:cNvSpPr>
            <a:spLocks noGrp="1"/>
          </p:cNvSpPr>
          <p:nvPr>
            </p:nvPr>
        </p:nvSpPr>
        <p:spPr>
          <a:xfrm>
            <a:off x="288036" y="1325880"/>
            <a:ext cx="5852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distrito con sus zonas, 16.26 x 11.73 cm</a:t>
            </a:r>
          </a:p>
        </p:txBody>
      </p:sp>
      <p:sp>
        <p:nvSpPr>
          <p:cNvPr id="232" name=""/>
          <p:cNvSpPr>
            <a:spLocks noGrp="1"/>
          </p:cNvSpPr>
          <p:nvPr>
            </p:nvPr>
        </p:nvSpPr>
        <p:spPr>
          <a:xfrm>
            <a:off x="6871716" y="1508760"/>
            <a:ext cx="50319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3" name=""/>
          <p:cNvSpPr>
            <a:spLocks noGrp="1"/>
          </p:cNvSpPr>
          <p:nvPr>
            </p:nvPr>
        </p:nvSpPr>
        <p:spPr>
          <a:xfrm>
            <a:off x="6871716" y="1325880"/>
            <a:ext cx="50319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13.98 x 2.92 cm</a:t>
            </a:r>
          </a:p>
        </p:txBody>
      </p:sp>
      <p:sp>
        <p:nvSpPr>
          <p:cNvPr id="2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 EN UN RACIMO DE ZONAS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6766560" cy="4224528"/>
            <a:chOff x="288036" y="1508760"/>
            <a:chExt cx="6766560" cy="4224528"/>
          </a:xfrm>
        </p:grpSpPr>
        <p:sp>
          <p:nvSpPr>
            <p:cNvPr id="4" name="pg3"/>
            <p:cNvSpPr/>
            <p:nvPr/>
          </p:nvSpPr>
          <p:spPr>
            <a:xfrm>
              <a:off x="3525641" y="3476768"/>
              <a:ext cx="34942" cy="51745"/>
            </a:xfrm>
            <a:custGeom>
              <a:avLst/>
              <a:pathLst>
                <a:path w="34942" h="51745">
                  <a:moveTo>
                    <a:pt x="252" y="46105"/>
                  </a:moveTo>
                  <a:lnTo>
                    <a:pt x="494" y="40710"/>
                  </a:lnTo>
                  <a:lnTo>
                    <a:pt x="684" y="36455"/>
                  </a:lnTo>
                  <a:lnTo>
                    <a:pt x="847" y="32821"/>
                  </a:lnTo>
                  <a:lnTo>
                    <a:pt x="982" y="29807"/>
                  </a:lnTo>
                  <a:lnTo>
                    <a:pt x="1140" y="26292"/>
                  </a:lnTo>
                  <a:lnTo>
                    <a:pt x="1298" y="22771"/>
                  </a:lnTo>
                  <a:lnTo>
                    <a:pt x="1484" y="18613"/>
                  </a:lnTo>
                  <a:lnTo>
                    <a:pt x="1754" y="12597"/>
                  </a:lnTo>
                  <a:lnTo>
                    <a:pt x="2076" y="5409"/>
                  </a:lnTo>
                  <a:lnTo>
                    <a:pt x="17949" y="2745"/>
                  </a:lnTo>
                  <a:lnTo>
                    <a:pt x="34307" y="0"/>
                  </a:lnTo>
                  <a:lnTo>
                    <a:pt x="34537" y="75"/>
                  </a:lnTo>
                  <a:lnTo>
                    <a:pt x="34580" y="4946"/>
                  </a:lnTo>
                  <a:lnTo>
                    <a:pt x="34624" y="10008"/>
                  </a:lnTo>
                  <a:lnTo>
                    <a:pt x="34664" y="14619"/>
                  </a:lnTo>
                  <a:lnTo>
                    <a:pt x="34714" y="20398"/>
                  </a:lnTo>
                  <a:lnTo>
                    <a:pt x="34761" y="25670"/>
                  </a:lnTo>
                  <a:lnTo>
                    <a:pt x="34805" y="30818"/>
                  </a:lnTo>
                  <a:lnTo>
                    <a:pt x="34877" y="38984"/>
                  </a:lnTo>
                  <a:lnTo>
                    <a:pt x="34942" y="46452"/>
                  </a:lnTo>
                  <a:lnTo>
                    <a:pt x="34915" y="46850"/>
                  </a:lnTo>
                  <a:lnTo>
                    <a:pt x="31685" y="47157"/>
                  </a:lnTo>
                  <a:lnTo>
                    <a:pt x="26141" y="47684"/>
                  </a:lnTo>
                  <a:lnTo>
                    <a:pt x="15965" y="49265"/>
                  </a:lnTo>
                  <a:lnTo>
                    <a:pt x="0" y="517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g4"/>
            <p:cNvSpPr/>
            <p:nvPr/>
          </p:nvSpPr>
          <p:spPr>
            <a:xfrm>
              <a:off x="1965848" y="4516580"/>
              <a:ext cx="24578" cy="34673"/>
            </a:xfrm>
            <a:custGeom>
              <a:avLst/>
              <a:pathLst>
                <a:path w="24578" h="34673">
                  <a:moveTo>
                    <a:pt x="13463" y="22578"/>
                  </a:moveTo>
                  <a:lnTo>
                    <a:pt x="0" y="24792"/>
                  </a:lnTo>
                  <a:lnTo>
                    <a:pt x="0" y="0"/>
                  </a:lnTo>
                  <a:lnTo>
                    <a:pt x="24578" y="2141"/>
                  </a:lnTo>
                  <a:lnTo>
                    <a:pt x="24282" y="18407"/>
                  </a:lnTo>
                  <a:lnTo>
                    <a:pt x="23987" y="346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5"/>
            <p:cNvSpPr/>
            <p:nvPr/>
          </p:nvSpPr>
          <p:spPr>
            <a:xfrm>
              <a:off x="1965848" y="4556776"/>
              <a:ext cx="23884" cy="75695"/>
            </a:xfrm>
            <a:custGeom>
              <a:avLst/>
              <a:pathLst>
                <a:path w="23884" h="75695">
                  <a:moveTo>
                    <a:pt x="23273" y="33725"/>
                  </a:moveTo>
                  <a:lnTo>
                    <a:pt x="22510" y="75695"/>
                  </a:lnTo>
                  <a:lnTo>
                    <a:pt x="17659" y="75088"/>
                  </a:lnTo>
                  <a:lnTo>
                    <a:pt x="12808" y="74481"/>
                  </a:lnTo>
                  <a:lnTo>
                    <a:pt x="0" y="58769"/>
                  </a:lnTo>
                  <a:lnTo>
                    <a:pt x="0" y="0"/>
                  </a:lnTo>
                  <a:lnTo>
                    <a:pt x="1736" y="8"/>
                  </a:lnTo>
                  <a:lnTo>
                    <a:pt x="12810" y="60"/>
                  </a:lnTo>
                  <a:lnTo>
                    <a:pt x="23884" y="1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6"/>
            <p:cNvSpPr/>
            <p:nvPr/>
          </p:nvSpPr>
          <p:spPr>
            <a:xfrm>
              <a:off x="1965848" y="3244366"/>
              <a:ext cx="325996" cy="420267"/>
            </a:xfrm>
            <a:custGeom>
              <a:avLst/>
              <a:pathLst>
                <a:path w="325996" h="420267">
                  <a:moveTo>
                    <a:pt x="310085" y="370869"/>
                  </a:moveTo>
                  <a:lnTo>
                    <a:pt x="278961" y="394730"/>
                  </a:lnTo>
                  <a:lnTo>
                    <a:pt x="261761" y="397661"/>
                  </a:lnTo>
                  <a:lnTo>
                    <a:pt x="246813" y="402893"/>
                  </a:lnTo>
                  <a:lnTo>
                    <a:pt x="205450" y="413778"/>
                  </a:lnTo>
                  <a:lnTo>
                    <a:pt x="176783" y="419220"/>
                  </a:lnTo>
                  <a:lnTo>
                    <a:pt x="162655" y="420267"/>
                  </a:lnTo>
                  <a:lnTo>
                    <a:pt x="138492" y="415662"/>
                  </a:lnTo>
                  <a:lnTo>
                    <a:pt x="113102" y="410429"/>
                  </a:lnTo>
                  <a:lnTo>
                    <a:pt x="103887" y="408126"/>
                  </a:lnTo>
                  <a:lnTo>
                    <a:pt x="96720" y="406661"/>
                  </a:lnTo>
                  <a:lnTo>
                    <a:pt x="90987" y="406033"/>
                  </a:lnTo>
                  <a:lnTo>
                    <a:pt x="77063" y="404987"/>
                  </a:lnTo>
                  <a:lnTo>
                    <a:pt x="67644" y="404149"/>
                  </a:lnTo>
                  <a:lnTo>
                    <a:pt x="58430" y="403940"/>
                  </a:lnTo>
                  <a:lnTo>
                    <a:pt x="43627" y="403356"/>
                  </a:lnTo>
                  <a:lnTo>
                    <a:pt x="32979" y="379494"/>
                  </a:lnTo>
                  <a:lnTo>
                    <a:pt x="27041" y="368400"/>
                  </a:lnTo>
                  <a:lnTo>
                    <a:pt x="15779" y="362330"/>
                  </a:lnTo>
                  <a:lnTo>
                    <a:pt x="0" y="348726"/>
                  </a:lnTo>
                  <a:lnTo>
                    <a:pt x="0" y="120910"/>
                  </a:lnTo>
                  <a:lnTo>
                    <a:pt x="30625" y="78124"/>
                  </a:lnTo>
                  <a:lnTo>
                    <a:pt x="81056" y="0"/>
                  </a:lnTo>
                  <a:lnTo>
                    <a:pt x="134236" y="34377"/>
                  </a:lnTo>
                  <a:lnTo>
                    <a:pt x="161297" y="53312"/>
                  </a:lnTo>
                  <a:lnTo>
                    <a:pt x="171545" y="60483"/>
                  </a:lnTo>
                  <a:lnTo>
                    <a:pt x="202504" y="78480"/>
                  </a:lnTo>
                  <a:lnTo>
                    <a:pt x="265490" y="96308"/>
                  </a:lnTo>
                  <a:lnTo>
                    <a:pt x="264360" y="99662"/>
                  </a:lnTo>
                  <a:lnTo>
                    <a:pt x="257518" y="119976"/>
                  </a:lnTo>
                  <a:lnTo>
                    <a:pt x="232887" y="157221"/>
                  </a:lnTo>
                  <a:lnTo>
                    <a:pt x="206313" y="197406"/>
                  </a:lnTo>
                  <a:lnTo>
                    <a:pt x="256195" y="297888"/>
                  </a:lnTo>
                  <a:lnTo>
                    <a:pt x="262009" y="309599"/>
                  </a:lnTo>
                  <a:lnTo>
                    <a:pt x="285413" y="297207"/>
                  </a:lnTo>
                  <a:lnTo>
                    <a:pt x="309044" y="332612"/>
                  </a:lnTo>
                  <a:lnTo>
                    <a:pt x="325996" y="3580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7"/>
            <p:cNvSpPr/>
            <p:nvPr/>
          </p:nvSpPr>
          <p:spPr>
            <a:xfrm>
              <a:off x="2200450" y="2989366"/>
              <a:ext cx="164858" cy="165079"/>
            </a:xfrm>
            <a:custGeom>
              <a:avLst/>
              <a:pathLst>
                <a:path w="164858" h="165079">
                  <a:moveTo>
                    <a:pt x="15618" y="103926"/>
                  </a:moveTo>
                  <a:lnTo>
                    <a:pt x="16623" y="102457"/>
                  </a:lnTo>
                  <a:lnTo>
                    <a:pt x="26539" y="87966"/>
                  </a:lnTo>
                  <a:lnTo>
                    <a:pt x="38146" y="71006"/>
                  </a:lnTo>
                  <a:lnTo>
                    <a:pt x="41719" y="65785"/>
                  </a:lnTo>
                  <a:lnTo>
                    <a:pt x="60242" y="38719"/>
                  </a:lnTo>
                  <a:lnTo>
                    <a:pt x="83371" y="4922"/>
                  </a:lnTo>
                  <a:lnTo>
                    <a:pt x="85622" y="1633"/>
                  </a:lnTo>
                  <a:lnTo>
                    <a:pt x="86387" y="1216"/>
                  </a:lnTo>
                  <a:lnTo>
                    <a:pt x="88621" y="0"/>
                  </a:lnTo>
                  <a:lnTo>
                    <a:pt x="92514" y="300"/>
                  </a:lnTo>
                  <a:lnTo>
                    <a:pt x="93759" y="927"/>
                  </a:lnTo>
                  <a:lnTo>
                    <a:pt x="95792" y="1951"/>
                  </a:lnTo>
                  <a:lnTo>
                    <a:pt x="98515" y="5695"/>
                  </a:lnTo>
                  <a:lnTo>
                    <a:pt x="111023" y="33037"/>
                  </a:lnTo>
                  <a:lnTo>
                    <a:pt x="112572" y="36293"/>
                  </a:lnTo>
                  <a:lnTo>
                    <a:pt x="117278" y="46176"/>
                  </a:lnTo>
                  <a:lnTo>
                    <a:pt x="124946" y="62283"/>
                  </a:lnTo>
                  <a:lnTo>
                    <a:pt x="131646" y="76356"/>
                  </a:lnTo>
                  <a:lnTo>
                    <a:pt x="164858" y="146118"/>
                  </a:lnTo>
                  <a:lnTo>
                    <a:pt x="160954" y="147041"/>
                  </a:lnTo>
                  <a:lnTo>
                    <a:pt x="159201" y="147456"/>
                  </a:lnTo>
                  <a:lnTo>
                    <a:pt x="117084" y="157420"/>
                  </a:lnTo>
                  <a:lnTo>
                    <a:pt x="110028" y="159089"/>
                  </a:lnTo>
                  <a:lnTo>
                    <a:pt x="98810" y="161020"/>
                  </a:lnTo>
                  <a:lnTo>
                    <a:pt x="75233" y="165079"/>
                  </a:lnTo>
                  <a:lnTo>
                    <a:pt x="69754" y="164695"/>
                  </a:lnTo>
                  <a:lnTo>
                    <a:pt x="67839" y="164561"/>
                  </a:lnTo>
                  <a:lnTo>
                    <a:pt x="60783" y="164066"/>
                  </a:lnTo>
                  <a:lnTo>
                    <a:pt x="44243" y="158676"/>
                  </a:lnTo>
                  <a:lnTo>
                    <a:pt x="32698" y="150739"/>
                  </a:lnTo>
                  <a:lnTo>
                    <a:pt x="19602" y="141735"/>
                  </a:lnTo>
                  <a:lnTo>
                    <a:pt x="18837" y="141209"/>
                  </a:lnTo>
                  <a:lnTo>
                    <a:pt x="13510" y="137119"/>
                  </a:lnTo>
                  <a:lnTo>
                    <a:pt x="0" y="1267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8"/>
            <p:cNvSpPr/>
            <p:nvPr/>
          </p:nvSpPr>
          <p:spPr>
            <a:xfrm>
              <a:off x="2161960" y="3118283"/>
              <a:ext cx="219542" cy="108102"/>
            </a:xfrm>
            <a:custGeom>
              <a:avLst/>
              <a:pathLst>
                <a:path w="219542" h="108102">
                  <a:moveTo>
                    <a:pt x="4576" y="43996"/>
                  </a:moveTo>
                  <a:lnTo>
                    <a:pt x="10309" y="35697"/>
                  </a:lnTo>
                  <a:lnTo>
                    <a:pt x="18959" y="23175"/>
                  </a:lnTo>
                  <a:lnTo>
                    <a:pt x="25135" y="14234"/>
                  </a:lnTo>
                  <a:lnTo>
                    <a:pt x="34969" y="0"/>
                  </a:lnTo>
                  <a:lnTo>
                    <a:pt x="46533" y="8479"/>
                  </a:lnTo>
                  <a:lnTo>
                    <a:pt x="77423" y="31128"/>
                  </a:lnTo>
                  <a:lnTo>
                    <a:pt x="78736" y="31947"/>
                  </a:lnTo>
                  <a:lnTo>
                    <a:pt x="79632" y="32342"/>
                  </a:lnTo>
                  <a:lnTo>
                    <a:pt x="100070" y="38699"/>
                  </a:lnTo>
                  <a:lnTo>
                    <a:pt x="102295" y="38735"/>
                  </a:lnTo>
                  <a:lnTo>
                    <a:pt x="118927" y="39001"/>
                  </a:lnTo>
                  <a:lnTo>
                    <a:pt x="130722" y="36350"/>
                  </a:lnTo>
                  <a:lnTo>
                    <a:pt x="155920" y="30688"/>
                  </a:lnTo>
                  <a:lnTo>
                    <a:pt x="199129" y="20977"/>
                  </a:lnTo>
                  <a:lnTo>
                    <a:pt x="207217" y="21902"/>
                  </a:lnTo>
                  <a:lnTo>
                    <a:pt x="209062" y="31581"/>
                  </a:lnTo>
                  <a:lnTo>
                    <a:pt x="211458" y="44152"/>
                  </a:lnTo>
                  <a:lnTo>
                    <a:pt x="213224" y="53418"/>
                  </a:lnTo>
                  <a:lnTo>
                    <a:pt x="215003" y="62752"/>
                  </a:lnTo>
                  <a:lnTo>
                    <a:pt x="217171" y="74123"/>
                  </a:lnTo>
                  <a:lnTo>
                    <a:pt x="219542" y="86567"/>
                  </a:lnTo>
                  <a:lnTo>
                    <a:pt x="216996" y="87116"/>
                  </a:lnTo>
                  <a:lnTo>
                    <a:pt x="179706" y="95164"/>
                  </a:lnTo>
                  <a:lnTo>
                    <a:pt x="129993" y="105892"/>
                  </a:lnTo>
                  <a:lnTo>
                    <a:pt x="117777" y="106663"/>
                  </a:lnTo>
                  <a:lnTo>
                    <a:pt x="94982" y="108102"/>
                  </a:lnTo>
                  <a:lnTo>
                    <a:pt x="79274" y="105675"/>
                  </a:lnTo>
                  <a:lnTo>
                    <a:pt x="29358" y="76742"/>
                  </a:lnTo>
                  <a:lnTo>
                    <a:pt x="3962" y="62023"/>
                  </a:lnTo>
                  <a:lnTo>
                    <a:pt x="1362" y="57065"/>
                  </a:lnTo>
                  <a:lnTo>
                    <a:pt x="599" y="53454"/>
                  </a:lnTo>
                  <a:lnTo>
                    <a:pt x="0" y="5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9"/>
            <p:cNvSpPr/>
            <p:nvPr/>
          </p:nvSpPr>
          <p:spPr>
            <a:xfrm>
              <a:off x="2102121" y="3200514"/>
              <a:ext cx="144912" cy="122769"/>
            </a:xfrm>
            <a:custGeom>
              <a:avLst/>
              <a:pathLst>
                <a:path w="144912" h="122769">
                  <a:moveTo>
                    <a:pt x="8531" y="64023"/>
                  </a:moveTo>
                  <a:lnTo>
                    <a:pt x="0" y="57020"/>
                  </a:lnTo>
                  <a:lnTo>
                    <a:pt x="118" y="53638"/>
                  </a:lnTo>
                  <a:lnTo>
                    <a:pt x="2717" y="49735"/>
                  </a:lnTo>
                  <a:lnTo>
                    <a:pt x="8449" y="41127"/>
                  </a:lnTo>
                  <a:lnTo>
                    <a:pt x="14022" y="32757"/>
                  </a:lnTo>
                  <a:lnTo>
                    <a:pt x="20344" y="23263"/>
                  </a:lnTo>
                  <a:lnTo>
                    <a:pt x="22228" y="20433"/>
                  </a:lnTo>
                  <a:lnTo>
                    <a:pt x="25736" y="15165"/>
                  </a:lnTo>
                  <a:lnTo>
                    <a:pt x="31737" y="6153"/>
                  </a:lnTo>
                  <a:lnTo>
                    <a:pt x="35835" y="0"/>
                  </a:lnTo>
                  <a:lnTo>
                    <a:pt x="40206" y="2885"/>
                  </a:lnTo>
                  <a:lnTo>
                    <a:pt x="46824" y="7254"/>
                  </a:lnTo>
                  <a:lnTo>
                    <a:pt x="53105" y="11400"/>
                  </a:lnTo>
                  <a:lnTo>
                    <a:pt x="60335" y="16172"/>
                  </a:lnTo>
                  <a:lnTo>
                    <a:pt x="67117" y="20649"/>
                  </a:lnTo>
                  <a:lnTo>
                    <a:pt x="76670" y="26955"/>
                  </a:lnTo>
                  <a:lnTo>
                    <a:pt x="78885" y="28417"/>
                  </a:lnTo>
                  <a:lnTo>
                    <a:pt x="83156" y="30507"/>
                  </a:lnTo>
                  <a:lnTo>
                    <a:pt x="91235" y="34460"/>
                  </a:lnTo>
                  <a:lnTo>
                    <a:pt x="102934" y="40183"/>
                  </a:lnTo>
                  <a:lnTo>
                    <a:pt x="115185" y="45642"/>
                  </a:lnTo>
                  <a:lnTo>
                    <a:pt x="122191" y="48763"/>
                  </a:lnTo>
                  <a:lnTo>
                    <a:pt x="133320" y="52470"/>
                  </a:lnTo>
                  <a:lnTo>
                    <a:pt x="144912" y="54941"/>
                  </a:lnTo>
                  <a:lnTo>
                    <a:pt x="143766" y="62535"/>
                  </a:lnTo>
                  <a:lnTo>
                    <a:pt x="142479" y="71065"/>
                  </a:lnTo>
                  <a:lnTo>
                    <a:pt x="141294" y="78917"/>
                  </a:lnTo>
                  <a:lnTo>
                    <a:pt x="139779" y="88956"/>
                  </a:lnTo>
                  <a:lnTo>
                    <a:pt x="138639" y="96507"/>
                  </a:lnTo>
                  <a:lnTo>
                    <a:pt x="137717" y="102619"/>
                  </a:lnTo>
                  <a:lnTo>
                    <a:pt x="137044" y="107076"/>
                  </a:lnTo>
                  <a:lnTo>
                    <a:pt x="134576" y="122769"/>
                  </a:lnTo>
                  <a:lnTo>
                    <a:pt x="129797" y="121669"/>
                  </a:lnTo>
                  <a:lnTo>
                    <a:pt x="126324" y="120870"/>
                  </a:lnTo>
                  <a:lnTo>
                    <a:pt x="117831" y="119414"/>
                  </a:lnTo>
                  <a:lnTo>
                    <a:pt x="108006" y="117730"/>
                  </a:lnTo>
                  <a:lnTo>
                    <a:pt x="103587" y="116972"/>
                  </a:lnTo>
                  <a:lnTo>
                    <a:pt x="94162" y="113498"/>
                  </a:lnTo>
                  <a:lnTo>
                    <a:pt x="90808" y="112262"/>
                  </a:lnTo>
                  <a:lnTo>
                    <a:pt x="78718" y="106532"/>
                  </a:lnTo>
                  <a:lnTo>
                    <a:pt x="60559" y="98054"/>
                  </a:lnTo>
                  <a:lnTo>
                    <a:pt x="47359" y="89420"/>
                  </a:lnTo>
                  <a:lnTo>
                    <a:pt x="34807" y="81210"/>
                  </a:lnTo>
                  <a:lnTo>
                    <a:pt x="20474" y="71835"/>
                  </a:lnTo>
                  <a:lnTo>
                    <a:pt x="17973" y="70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10"/>
            <p:cNvSpPr/>
            <p:nvPr/>
          </p:nvSpPr>
          <p:spPr>
            <a:xfrm>
              <a:off x="2266619" y="3236718"/>
              <a:ext cx="137392" cy="88377"/>
            </a:xfrm>
            <a:custGeom>
              <a:avLst/>
              <a:pathLst>
                <a:path w="137392" h="88377">
                  <a:moveTo>
                    <a:pt x="389" y="26697"/>
                  </a:moveTo>
                  <a:lnTo>
                    <a:pt x="3934" y="22025"/>
                  </a:lnTo>
                  <a:lnTo>
                    <a:pt x="16092" y="21811"/>
                  </a:lnTo>
                  <a:lnTo>
                    <a:pt x="29914" y="19989"/>
                  </a:lnTo>
                  <a:lnTo>
                    <a:pt x="45195" y="17975"/>
                  </a:lnTo>
                  <a:lnTo>
                    <a:pt x="64424" y="15441"/>
                  </a:lnTo>
                  <a:lnTo>
                    <a:pt x="64582" y="15420"/>
                  </a:lnTo>
                  <a:lnTo>
                    <a:pt x="65979" y="15052"/>
                  </a:lnTo>
                  <a:lnTo>
                    <a:pt x="86462" y="9654"/>
                  </a:lnTo>
                  <a:lnTo>
                    <a:pt x="123098" y="0"/>
                  </a:lnTo>
                  <a:lnTo>
                    <a:pt x="124671" y="7613"/>
                  </a:lnTo>
                  <a:lnTo>
                    <a:pt x="126208" y="15052"/>
                  </a:lnTo>
                  <a:lnTo>
                    <a:pt x="127046" y="19105"/>
                  </a:lnTo>
                  <a:lnTo>
                    <a:pt x="129309" y="30060"/>
                  </a:lnTo>
                  <a:lnTo>
                    <a:pt x="130937" y="37939"/>
                  </a:lnTo>
                  <a:lnTo>
                    <a:pt x="134400" y="54696"/>
                  </a:lnTo>
                  <a:lnTo>
                    <a:pt x="137392" y="69176"/>
                  </a:lnTo>
                  <a:lnTo>
                    <a:pt x="135702" y="69512"/>
                  </a:lnTo>
                  <a:lnTo>
                    <a:pt x="132389" y="70171"/>
                  </a:lnTo>
                  <a:lnTo>
                    <a:pt x="126392" y="71365"/>
                  </a:lnTo>
                  <a:lnTo>
                    <a:pt x="118771" y="72881"/>
                  </a:lnTo>
                  <a:lnTo>
                    <a:pt x="111511" y="74326"/>
                  </a:lnTo>
                  <a:lnTo>
                    <a:pt x="107804" y="75064"/>
                  </a:lnTo>
                  <a:lnTo>
                    <a:pt x="107121" y="75180"/>
                  </a:lnTo>
                  <a:lnTo>
                    <a:pt x="102214" y="76017"/>
                  </a:lnTo>
                  <a:lnTo>
                    <a:pt x="94723" y="77294"/>
                  </a:lnTo>
                  <a:lnTo>
                    <a:pt x="86435" y="78707"/>
                  </a:lnTo>
                  <a:lnTo>
                    <a:pt x="71931" y="81181"/>
                  </a:lnTo>
                  <a:lnTo>
                    <a:pt x="59340" y="83327"/>
                  </a:lnTo>
                  <a:lnTo>
                    <a:pt x="55338" y="84010"/>
                  </a:lnTo>
                  <a:lnTo>
                    <a:pt x="45904" y="85642"/>
                  </a:lnTo>
                  <a:lnTo>
                    <a:pt x="30096" y="88377"/>
                  </a:lnTo>
                  <a:lnTo>
                    <a:pt x="25877" y="88338"/>
                  </a:lnTo>
                  <a:lnTo>
                    <a:pt x="0" y="88098"/>
                  </a:lnTo>
                  <a:lnTo>
                    <a:pt x="27" y="83745"/>
                  </a:lnTo>
                  <a:lnTo>
                    <a:pt x="61" y="78391"/>
                  </a:lnTo>
                  <a:lnTo>
                    <a:pt x="101" y="72028"/>
                  </a:lnTo>
                  <a:lnTo>
                    <a:pt x="129" y="67662"/>
                  </a:lnTo>
                  <a:lnTo>
                    <a:pt x="161" y="62638"/>
                  </a:lnTo>
                  <a:lnTo>
                    <a:pt x="186" y="58617"/>
                  </a:lnTo>
                  <a:lnTo>
                    <a:pt x="218" y="53592"/>
                  </a:lnTo>
                  <a:lnTo>
                    <a:pt x="250" y="48575"/>
                  </a:lnTo>
                  <a:lnTo>
                    <a:pt x="280" y="43895"/>
                  </a:lnTo>
                  <a:lnTo>
                    <a:pt x="314" y="38520"/>
                  </a:lnTo>
                  <a:lnTo>
                    <a:pt x="352" y="32505"/>
                  </a:lnTo>
                  <a:lnTo>
                    <a:pt x="383" y="275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1"/>
            <p:cNvSpPr/>
            <p:nvPr/>
          </p:nvSpPr>
          <p:spPr>
            <a:xfrm>
              <a:off x="2350347" y="3062050"/>
              <a:ext cx="110321" cy="140358"/>
            </a:xfrm>
            <a:custGeom>
              <a:avLst/>
              <a:pathLst>
                <a:path w="110321" h="140358">
                  <a:moveTo>
                    <a:pt x="3418" y="0"/>
                  </a:moveTo>
                  <a:lnTo>
                    <a:pt x="49305" y="12406"/>
                  </a:lnTo>
                  <a:lnTo>
                    <a:pt x="81547" y="21123"/>
                  </a:lnTo>
                  <a:lnTo>
                    <a:pt x="88339" y="23057"/>
                  </a:lnTo>
                  <a:lnTo>
                    <a:pt x="97471" y="66923"/>
                  </a:lnTo>
                  <a:lnTo>
                    <a:pt x="99388" y="76133"/>
                  </a:lnTo>
                  <a:lnTo>
                    <a:pt x="99872" y="78456"/>
                  </a:lnTo>
                  <a:lnTo>
                    <a:pt x="104262" y="99546"/>
                  </a:lnTo>
                  <a:lnTo>
                    <a:pt x="110321" y="128648"/>
                  </a:lnTo>
                  <a:lnTo>
                    <a:pt x="104552" y="129651"/>
                  </a:lnTo>
                  <a:lnTo>
                    <a:pt x="69864" y="135683"/>
                  </a:lnTo>
                  <a:lnTo>
                    <a:pt x="42983" y="140358"/>
                  </a:lnTo>
                  <a:lnTo>
                    <a:pt x="36256" y="103762"/>
                  </a:lnTo>
                  <a:lnTo>
                    <a:pt x="34027" y="91634"/>
                  </a:lnTo>
                  <a:lnTo>
                    <a:pt x="28509" y="61611"/>
                  </a:lnTo>
                  <a:lnTo>
                    <a:pt x="27057" y="58599"/>
                  </a:lnTo>
                  <a:lnTo>
                    <a:pt x="3420" y="9553"/>
                  </a:lnTo>
                  <a:lnTo>
                    <a:pt x="0" y="2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2"/>
            <p:cNvSpPr/>
            <p:nvPr/>
          </p:nvSpPr>
          <p:spPr>
            <a:xfrm>
              <a:off x="2464132" y="3105804"/>
              <a:ext cx="65265" cy="78040"/>
            </a:xfrm>
            <a:custGeom>
              <a:avLst/>
              <a:pathLst>
                <a:path w="65265" h="78040">
                  <a:moveTo>
                    <a:pt x="51640" y="44471"/>
                  </a:moveTo>
                  <a:lnTo>
                    <a:pt x="56003" y="71397"/>
                  </a:lnTo>
                  <a:lnTo>
                    <a:pt x="52313" y="71964"/>
                  </a:lnTo>
                  <a:lnTo>
                    <a:pt x="48683" y="72521"/>
                  </a:lnTo>
                  <a:lnTo>
                    <a:pt x="42614" y="73454"/>
                  </a:lnTo>
                  <a:lnTo>
                    <a:pt x="24333" y="76261"/>
                  </a:lnTo>
                  <a:lnTo>
                    <a:pt x="18338" y="77182"/>
                  </a:lnTo>
                  <a:lnTo>
                    <a:pt x="13699" y="78040"/>
                  </a:lnTo>
                  <a:lnTo>
                    <a:pt x="11650" y="76788"/>
                  </a:lnTo>
                  <a:lnTo>
                    <a:pt x="9632" y="65256"/>
                  </a:lnTo>
                  <a:lnTo>
                    <a:pt x="8265" y="57444"/>
                  </a:lnTo>
                  <a:lnTo>
                    <a:pt x="5792" y="43316"/>
                  </a:lnTo>
                  <a:lnTo>
                    <a:pt x="3935" y="32709"/>
                  </a:lnTo>
                  <a:lnTo>
                    <a:pt x="2535" y="24712"/>
                  </a:lnTo>
                  <a:lnTo>
                    <a:pt x="331" y="12116"/>
                  </a:lnTo>
                  <a:lnTo>
                    <a:pt x="0" y="10224"/>
                  </a:lnTo>
                  <a:lnTo>
                    <a:pt x="8905" y="8708"/>
                  </a:lnTo>
                  <a:lnTo>
                    <a:pt x="17352" y="7270"/>
                  </a:lnTo>
                  <a:lnTo>
                    <a:pt x="28085" y="5443"/>
                  </a:lnTo>
                  <a:lnTo>
                    <a:pt x="37648" y="3816"/>
                  </a:lnTo>
                  <a:lnTo>
                    <a:pt x="60066" y="0"/>
                  </a:lnTo>
                  <a:lnTo>
                    <a:pt x="61397" y="6175"/>
                  </a:lnTo>
                  <a:lnTo>
                    <a:pt x="63370" y="15330"/>
                  </a:lnTo>
                  <a:lnTo>
                    <a:pt x="65265" y="24123"/>
                  </a:lnTo>
                  <a:lnTo>
                    <a:pt x="62605" y="24668"/>
                  </a:lnTo>
                  <a:lnTo>
                    <a:pt x="56227" y="25977"/>
                  </a:lnTo>
                  <a:lnTo>
                    <a:pt x="48334" y="27596"/>
                  </a:lnTo>
                  <a:lnTo>
                    <a:pt x="49086" y="314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3"/>
            <p:cNvSpPr/>
            <p:nvPr/>
          </p:nvSpPr>
          <p:spPr>
            <a:xfrm>
              <a:off x="2517330" y="3106360"/>
              <a:ext cx="83077" cy="71618"/>
            </a:xfrm>
            <a:custGeom>
              <a:avLst/>
              <a:pathLst>
                <a:path w="83077" h="71618">
                  <a:moveTo>
                    <a:pt x="18402" y="1197"/>
                  </a:moveTo>
                  <a:lnTo>
                    <a:pt x="26061" y="2458"/>
                  </a:lnTo>
                  <a:lnTo>
                    <a:pt x="34055" y="4499"/>
                  </a:lnTo>
                  <a:lnTo>
                    <a:pt x="43133" y="6816"/>
                  </a:lnTo>
                  <a:lnTo>
                    <a:pt x="52442" y="9192"/>
                  </a:lnTo>
                  <a:lnTo>
                    <a:pt x="63254" y="11951"/>
                  </a:lnTo>
                  <a:lnTo>
                    <a:pt x="71769" y="14125"/>
                  </a:lnTo>
                  <a:lnTo>
                    <a:pt x="74789" y="16144"/>
                  </a:lnTo>
                  <a:lnTo>
                    <a:pt x="77082" y="20228"/>
                  </a:lnTo>
                  <a:lnTo>
                    <a:pt x="78101" y="26477"/>
                  </a:lnTo>
                  <a:lnTo>
                    <a:pt x="79117" y="32709"/>
                  </a:lnTo>
                  <a:lnTo>
                    <a:pt x="80126" y="38900"/>
                  </a:lnTo>
                  <a:lnTo>
                    <a:pt x="81308" y="46150"/>
                  </a:lnTo>
                  <a:lnTo>
                    <a:pt x="83077" y="57005"/>
                  </a:lnTo>
                  <a:lnTo>
                    <a:pt x="80619" y="57468"/>
                  </a:lnTo>
                  <a:lnTo>
                    <a:pt x="75764" y="58383"/>
                  </a:lnTo>
                  <a:lnTo>
                    <a:pt x="69172" y="59625"/>
                  </a:lnTo>
                  <a:lnTo>
                    <a:pt x="57171" y="61887"/>
                  </a:lnTo>
                  <a:lnTo>
                    <a:pt x="42781" y="64599"/>
                  </a:lnTo>
                  <a:lnTo>
                    <a:pt x="29810" y="67044"/>
                  </a:lnTo>
                  <a:lnTo>
                    <a:pt x="14527" y="69924"/>
                  </a:lnTo>
                  <a:lnTo>
                    <a:pt x="5539" y="71618"/>
                  </a:lnTo>
                  <a:lnTo>
                    <a:pt x="4569" y="66276"/>
                  </a:lnTo>
                  <a:lnTo>
                    <a:pt x="3627" y="61087"/>
                  </a:lnTo>
                  <a:lnTo>
                    <a:pt x="2411" y="54396"/>
                  </a:lnTo>
                  <a:lnTo>
                    <a:pt x="1076" y="47040"/>
                  </a:lnTo>
                  <a:lnTo>
                    <a:pt x="912" y="46141"/>
                  </a:lnTo>
                  <a:lnTo>
                    <a:pt x="0" y="41115"/>
                  </a:lnTo>
                  <a:lnTo>
                    <a:pt x="3308" y="40466"/>
                  </a:lnTo>
                  <a:lnTo>
                    <a:pt x="5577" y="40020"/>
                  </a:lnTo>
                  <a:lnTo>
                    <a:pt x="8411" y="39464"/>
                  </a:lnTo>
                  <a:lnTo>
                    <a:pt x="11351" y="38887"/>
                  </a:lnTo>
                  <a:lnTo>
                    <a:pt x="14737" y="38223"/>
                  </a:lnTo>
                  <a:lnTo>
                    <a:pt x="16816" y="37815"/>
                  </a:lnTo>
                  <a:lnTo>
                    <a:pt x="17699" y="37641"/>
                  </a:lnTo>
                  <a:lnTo>
                    <a:pt x="16971" y="33469"/>
                  </a:lnTo>
                  <a:lnTo>
                    <a:pt x="16023" y="28040"/>
                  </a:lnTo>
                  <a:lnTo>
                    <a:pt x="15071" y="22589"/>
                  </a:lnTo>
                  <a:lnTo>
                    <a:pt x="13352" y="12745"/>
                  </a:lnTo>
                  <a:lnTo>
                    <a:pt x="111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4"/>
            <p:cNvSpPr/>
            <p:nvPr/>
          </p:nvSpPr>
          <p:spPr>
            <a:xfrm>
              <a:off x="2372296" y="3318445"/>
              <a:ext cx="58090" cy="74858"/>
            </a:xfrm>
            <a:custGeom>
              <a:avLst/>
              <a:pathLst>
                <a:path w="58090" h="74858">
                  <a:moveTo>
                    <a:pt x="2632" y="45183"/>
                  </a:moveTo>
                  <a:lnTo>
                    <a:pt x="0" y="36414"/>
                  </a:lnTo>
                  <a:lnTo>
                    <a:pt x="1950" y="35156"/>
                  </a:lnTo>
                  <a:lnTo>
                    <a:pt x="3288" y="33713"/>
                  </a:lnTo>
                  <a:lnTo>
                    <a:pt x="4713" y="32175"/>
                  </a:lnTo>
                  <a:lnTo>
                    <a:pt x="9987" y="26486"/>
                  </a:lnTo>
                  <a:lnTo>
                    <a:pt x="17433" y="18454"/>
                  </a:lnTo>
                  <a:lnTo>
                    <a:pt x="18553" y="17245"/>
                  </a:lnTo>
                  <a:lnTo>
                    <a:pt x="16427" y="12515"/>
                  </a:lnTo>
                  <a:lnTo>
                    <a:pt x="17414" y="10623"/>
                  </a:lnTo>
                  <a:lnTo>
                    <a:pt x="18258" y="9003"/>
                  </a:lnTo>
                  <a:lnTo>
                    <a:pt x="20590" y="4528"/>
                  </a:lnTo>
                  <a:lnTo>
                    <a:pt x="28073" y="3120"/>
                  </a:lnTo>
                  <a:lnTo>
                    <a:pt x="35265" y="1767"/>
                  </a:lnTo>
                  <a:lnTo>
                    <a:pt x="44659" y="0"/>
                  </a:lnTo>
                  <a:lnTo>
                    <a:pt x="46872" y="10448"/>
                  </a:lnTo>
                  <a:lnTo>
                    <a:pt x="48568" y="18454"/>
                  </a:lnTo>
                  <a:lnTo>
                    <a:pt x="49369" y="22233"/>
                  </a:lnTo>
                  <a:lnTo>
                    <a:pt x="50725" y="28635"/>
                  </a:lnTo>
                  <a:lnTo>
                    <a:pt x="52686" y="37892"/>
                  </a:lnTo>
                  <a:lnTo>
                    <a:pt x="58090" y="63403"/>
                  </a:lnTo>
                  <a:lnTo>
                    <a:pt x="56292" y="63813"/>
                  </a:lnTo>
                  <a:lnTo>
                    <a:pt x="53909" y="64355"/>
                  </a:lnTo>
                  <a:lnTo>
                    <a:pt x="51812" y="64833"/>
                  </a:lnTo>
                  <a:lnTo>
                    <a:pt x="41302" y="67225"/>
                  </a:lnTo>
                  <a:lnTo>
                    <a:pt x="29284" y="69961"/>
                  </a:lnTo>
                  <a:lnTo>
                    <a:pt x="17446" y="73290"/>
                  </a:lnTo>
                  <a:lnTo>
                    <a:pt x="11874" y="74858"/>
                  </a:lnTo>
                  <a:lnTo>
                    <a:pt x="10904" y="74567"/>
                  </a:lnTo>
                  <a:lnTo>
                    <a:pt x="7881" y="73660"/>
                  </a:lnTo>
                  <a:lnTo>
                    <a:pt x="4571" y="72667"/>
                  </a:lnTo>
                  <a:lnTo>
                    <a:pt x="5024" y="65411"/>
                  </a:lnTo>
                  <a:lnTo>
                    <a:pt x="5344" y="60286"/>
                  </a:lnTo>
                  <a:lnTo>
                    <a:pt x="5828" y="59876"/>
                  </a:lnTo>
                  <a:lnTo>
                    <a:pt x="6796" y="59054"/>
                  </a:lnTo>
                  <a:lnTo>
                    <a:pt x="6152" y="56907"/>
                  </a:lnTo>
                  <a:lnTo>
                    <a:pt x="4632" y="51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5"/>
            <p:cNvSpPr/>
            <p:nvPr/>
          </p:nvSpPr>
          <p:spPr>
            <a:xfrm>
              <a:off x="2345562" y="3349475"/>
              <a:ext cx="28055" cy="42981"/>
            </a:xfrm>
            <a:custGeom>
              <a:avLst/>
              <a:pathLst>
                <a:path w="28055" h="42981">
                  <a:moveTo>
                    <a:pt x="0" y="8292"/>
                  </a:moveTo>
                  <a:lnTo>
                    <a:pt x="11034" y="4136"/>
                  </a:lnTo>
                  <a:lnTo>
                    <a:pt x="22016" y="0"/>
                  </a:lnTo>
                  <a:lnTo>
                    <a:pt x="24362" y="5023"/>
                  </a:lnTo>
                  <a:lnTo>
                    <a:pt x="26572" y="9755"/>
                  </a:lnTo>
                  <a:lnTo>
                    <a:pt x="28055" y="18283"/>
                  </a:lnTo>
                  <a:lnTo>
                    <a:pt x="28009" y="26288"/>
                  </a:lnTo>
                  <a:lnTo>
                    <a:pt x="27912" y="42981"/>
                  </a:lnTo>
                  <a:lnTo>
                    <a:pt x="25578" y="42874"/>
                  </a:lnTo>
                  <a:lnTo>
                    <a:pt x="16133" y="42442"/>
                  </a:lnTo>
                  <a:lnTo>
                    <a:pt x="12011" y="41162"/>
                  </a:lnTo>
                  <a:lnTo>
                    <a:pt x="1383" y="37862"/>
                  </a:lnTo>
                  <a:lnTo>
                    <a:pt x="230" y="37503"/>
                  </a:lnTo>
                  <a:lnTo>
                    <a:pt x="2678" y="28833"/>
                  </a:lnTo>
                  <a:lnTo>
                    <a:pt x="1769" y="218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2300825" y="3498162"/>
              <a:ext cx="95494" cy="58735"/>
            </a:xfrm>
            <a:custGeom>
              <a:avLst/>
              <a:pathLst>
                <a:path w="95494" h="58735">
                  <a:moveTo>
                    <a:pt x="4131" y="22401"/>
                  </a:moveTo>
                  <a:lnTo>
                    <a:pt x="5556" y="19525"/>
                  </a:lnTo>
                  <a:lnTo>
                    <a:pt x="8496" y="13591"/>
                  </a:lnTo>
                  <a:lnTo>
                    <a:pt x="12648" y="5212"/>
                  </a:lnTo>
                  <a:lnTo>
                    <a:pt x="15231" y="0"/>
                  </a:lnTo>
                  <a:lnTo>
                    <a:pt x="37697" y="3643"/>
                  </a:lnTo>
                  <a:lnTo>
                    <a:pt x="62774" y="7710"/>
                  </a:lnTo>
                  <a:lnTo>
                    <a:pt x="81567" y="11660"/>
                  </a:lnTo>
                  <a:lnTo>
                    <a:pt x="95494" y="17674"/>
                  </a:lnTo>
                  <a:lnTo>
                    <a:pt x="94251" y="21441"/>
                  </a:lnTo>
                  <a:lnTo>
                    <a:pt x="91995" y="28276"/>
                  </a:lnTo>
                  <a:lnTo>
                    <a:pt x="89820" y="34865"/>
                  </a:lnTo>
                  <a:lnTo>
                    <a:pt x="87526" y="41814"/>
                  </a:lnTo>
                  <a:lnTo>
                    <a:pt x="86494" y="44753"/>
                  </a:lnTo>
                  <a:lnTo>
                    <a:pt x="64149" y="51220"/>
                  </a:lnTo>
                  <a:lnTo>
                    <a:pt x="27593" y="55513"/>
                  </a:lnTo>
                  <a:lnTo>
                    <a:pt x="164" y="58735"/>
                  </a:lnTo>
                  <a:lnTo>
                    <a:pt x="69" y="50989"/>
                  </a:lnTo>
                  <a:lnTo>
                    <a:pt x="0" y="45274"/>
                  </a:lnTo>
                  <a:lnTo>
                    <a:pt x="612" y="41881"/>
                  </a:lnTo>
                  <a:lnTo>
                    <a:pt x="2281" y="326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7"/>
            <p:cNvSpPr/>
            <p:nvPr/>
          </p:nvSpPr>
          <p:spPr>
            <a:xfrm>
              <a:off x="2385059" y="3549935"/>
              <a:ext cx="25727" cy="33385"/>
            </a:xfrm>
            <a:custGeom>
              <a:avLst/>
              <a:pathLst>
                <a:path w="25727" h="33385">
                  <a:moveTo>
                    <a:pt x="1530" y="2046"/>
                  </a:moveTo>
                  <a:lnTo>
                    <a:pt x="3475" y="1102"/>
                  </a:lnTo>
                  <a:lnTo>
                    <a:pt x="4764" y="477"/>
                  </a:lnTo>
                  <a:lnTo>
                    <a:pt x="5747" y="0"/>
                  </a:lnTo>
                  <a:lnTo>
                    <a:pt x="13245" y="8542"/>
                  </a:lnTo>
                  <a:lnTo>
                    <a:pt x="22076" y="18603"/>
                  </a:lnTo>
                  <a:lnTo>
                    <a:pt x="25727" y="28756"/>
                  </a:lnTo>
                  <a:lnTo>
                    <a:pt x="24981" y="29200"/>
                  </a:lnTo>
                  <a:lnTo>
                    <a:pt x="24076" y="29737"/>
                  </a:lnTo>
                  <a:lnTo>
                    <a:pt x="22867" y="30455"/>
                  </a:lnTo>
                  <a:lnTo>
                    <a:pt x="21629" y="31190"/>
                  </a:lnTo>
                  <a:lnTo>
                    <a:pt x="20303" y="31978"/>
                  </a:lnTo>
                  <a:lnTo>
                    <a:pt x="19073" y="32708"/>
                  </a:lnTo>
                  <a:lnTo>
                    <a:pt x="17934" y="33385"/>
                  </a:lnTo>
                  <a:lnTo>
                    <a:pt x="13806" y="23308"/>
                  </a:lnTo>
                  <a:lnTo>
                    <a:pt x="13218" y="22509"/>
                  </a:lnTo>
                  <a:lnTo>
                    <a:pt x="6915" y="13954"/>
                  </a:lnTo>
                  <a:lnTo>
                    <a:pt x="4182" y="9541"/>
                  </a:lnTo>
                  <a:lnTo>
                    <a:pt x="0" y="2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2250449" y="3552118"/>
              <a:ext cx="167073" cy="165228"/>
            </a:xfrm>
            <a:custGeom>
              <a:avLst/>
              <a:pathLst>
                <a:path w="167073" h="165228">
                  <a:moveTo>
                    <a:pt x="60470" y="9511"/>
                  </a:moveTo>
                  <a:lnTo>
                    <a:pt x="67760" y="8536"/>
                  </a:lnTo>
                  <a:lnTo>
                    <a:pt x="76195" y="7409"/>
                  </a:lnTo>
                  <a:lnTo>
                    <a:pt x="84599" y="6286"/>
                  </a:lnTo>
                  <a:lnTo>
                    <a:pt x="95093" y="4883"/>
                  </a:lnTo>
                  <a:lnTo>
                    <a:pt x="105766" y="3457"/>
                  </a:lnTo>
                  <a:lnTo>
                    <a:pt x="112997" y="2490"/>
                  </a:lnTo>
                  <a:lnTo>
                    <a:pt x="117631" y="1667"/>
                  </a:lnTo>
                  <a:lnTo>
                    <a:pt x="127018" y="0"/>
                  </a:lnTo>
                  <a:lnTo>
                    <a:pt x="130233" y="4959"/>
                  </a:lnTo>
                  <a:lnTo>
                    <a:pt x="137187" y="15683"/>
                  </a:lnTo>
                  <a:lnTo>
                    <a:pt x="139608" y="21466"/>
                  </a:lnTo>
                  <a:lnTo>
                    <a:pt x="140939" y="25715"/>
                  </a:lnTo>
                  <a:lnTo>
                    <a:pt x="142192" y="29718"/>
                  </a:lnTo>
                  <a:lnTo>
                    <a:pt x="142167" y="34675"/>
                  </a:lnTo>
                  <a:lnTo>
                    <a:pt x="142143" y="39331"/>
                  </a:lnTo>
                  <a:lnTo>
                    <a:pt x="142118" y="44359"/>
                  </a:lnTo>
                  <a:lnTo>
                    <a:pt x="135959" y="50115"/>
                  </a:lnTo>
                  <a:lnTo>
                    <a:pt x="124545" y="55652"/>
                  </a:lnTo>
                  <a:lnTo>
                    <a:pt x="110665" y="59297"/>
                  </a:lnTo>
                  <a:lnTo>
                    <a:pt x="106529" y="58706"/>
                  </a:lnTo>
                  <a:lnTo>
                    <a:pt x="102179" y="61945"/>
                  </a:lnTo>
                  <a:lnTo>
                    <a:pt x="101442" y="67125"/>
                  </a:lnTo>
                  <a:lnTo>
                    <a:pt x="104426" y="71218"/>
                  </a:lnTo>
                  <a:lnTo>
                    <a:pt x="104683" y="71790"/>
                  </a:lnTo>
                  <a:lnTo>
                    <a:pt x="106960" y="73909"/>
                  </a:lnTo>
                  <a:lnTo>
                    <a:pt x="110512" y="69055"/>
                  </a:lnTo>
                  <a:lnTo>
                    <a:pt x="112754" y="64533"/>
                  </a:lnTo>
                  <a:lnTo>
                    <a:pt x="114507" y="64203"/>
                  </a:lnTo>
                  <a:lnTo>
                    <a:pt x="116145" y="63894"/>
                  </a:lnTo>
                  <a:lnTo>
                    <a:pt x="116364" y="63953"/>
                  </a:lnTo>
                  <a:lnTo>
                    <a:pt x="122270" y="65543"/>
                  </a:lnTo>
                  <a:lnTo>
                    <a:pt x="123021" y="65486"/>
                  </a:lnTo>
                  <a:lnTo>
                    <a:pt x="128566" y="68530"/>
                  </a:lnTo>
                  <a:lnTo>
                    <a:pt x="128617" y="69575"/>
                  </a:lnTo>
                  <a:lnTo>
                    <a:pt x="128738" y="69864"/>
                  </a:lnTo>
                  <a:lnTo>
                    <a:pt x="129829" y="72465"/>
                  </a:lnTo>
                  <a:lnTo>
                    <a:pt x="129349" y="73612"/>
                  </a:lnTo>
                  <a:lnTo>
                    <a:pt x="128774" y="74982"/>
                  </a:lnTo>
                  <a:lnTo>
                    <a:pt x="128487" y="75665"/>
                  </a:lnTo>
                  <a:lnTo>
                    <a:pt x="127373" y="78893"/>
                  </a:lnTo>
                  <a:lnTo>
                    <a:pt x="127279" y="79118"/>
                  </a:lnTo>
                  <a:lnTo>
                    <a:pt x="126912" y="82263"/>
                  </a:lnTo>
                  <a:lnTo>
                    <a:pt x="127340" y="82378"/>
                  </a:lnTo>
                  <a:lnTo>
                    <a:pt x="130599" y="84246"/>
                  </a:lnTo>
                  <a:lnTo>
                    <a:pt x="130813" y="84303"/>
                  </a:lnTo>
                  <a:lnTo>
                    <a:pt x="131569" y="86975"/>
                  </a:lnTo>
                  <a:lnTo>
                    <a:pt x="131265" y="87679"/>
                  </a:lnTo>
                  <a:lnTo>
                    <a:pt x="131094" y="88075"/>
                  </a:lnTo>
                  <a:lnTo>
                    <a:pt x="129704" y="91847"/>
                  </a:lnTo>
                  <a:lnTo>
                    <a:pt x="129546" y="94940"/>
                  </a:lnTo>
                  <a:lnTo>
                    <a:pt x="130913" y="95509"/>
                  </a:lnTo>
                  <a:lnTo>
                    <a:pt x="136659" y="97900"/>
                  </a:lnTo>
                  <a:lnTo>
                    <a:pt x="143331" y="93424"/>
                  </a:lnTo>
                  <a:lnTo>
                    <a:pt x="154735" y="97372"/>
                  </a:lnTo>
                  <a:lnTo>
                    <a:pt x="155781" y="97651"/>
                  </a:lnTo>
                  <a:lnTo>
                    <a:pt x="163662" y="103338"/>
                  </a:lnTo>
                  <a:lnTo>
                    <a:pt x="167073" y="107801"/>
                  </a:lnTo>
                  <a:lnTo>
                    <a:pt x="162135" y="114364"/>
                  </a:lnTo>
                  <a:lnTo>
                    <a:pt x="155250" y="124160"/>
                  </a:lnTo>
                  <a:lnTo>
                    <a:pt x="148450" y="133834"/>
                  </a:lnTo>
                  <a:lnTo>
                    <a:pt x="138664" y="139659"/>
                  </a:lnTo>
                  <a:lnTo>
                    <a:pt x="129739" y="138632"/>
                  </a:lnTo>
                  <a:lnTo>
                    <a:pt x="122015" y="137743"/>
                  </a:lnTo>
                  <a:lnTo>
                    <a:pt x="121782" y="137854"/>
                  </a:lnTo>
                  <a:lnTo>
                    <a:pt x="121382" y="137670"/>
                  </a:lnTo>
                  <a:lnTo>
                    <a:pt x="120726" y="137595"/>
                  </a:lnTo>
                  <a:lnTo>
                    <a:pt x="119128" y="137411"/>
                  </a:lnTo>
                  <a:lnTo>
                    <a:pt x="117565" y="135919"/>
                  </a:lnTo>
                  <a:lnTo>
                    <a:pt x="108543" y="127304"/>
                  </a:lnTo>
                  <a:lnTo>
                    <a:pt x="104584" y="129480"/>
                  </a:lnTo>
                  <a:lnTo>
                    <a:pt x="101906" y="130952"/>
                  </a:lnTo>
                  <a:lnTo>
                    <a:pt x="95628" y="134403"/>
                  </a:lnTo>
                  <a:lnTo>
                    <a:pt x="89323" y="134630"/>
                  </a:lnTo>
                  <a:lnTo>
                    <a:pt x="87620" y="134253"/>
                  </a:lnTo>
                  <a:lnTo>
                    <a:pt x="83876" y="133423"/>
                  </a:lnTo>
                  <a:lnTo>
                    <a:pt x="72694" y="130947"/>
                  </a:lnTo>
                  <a:lnTo>
                    <a:pt x="61143" y="130147"/>
                  </a:lnTo>
                  <a:lnTo>
                    <a:pt x="57358" y="129885"/>
                  </a:lnTo>
                  <a:lnTo>
                    <a:pt x="45268" y="140491"/>
                  </a:lnTo>
                  <a:lnTo>
                    <a:pt x="29927" y="151341"/>
                  </a:lnTo>
                  <a:lnTo>
                    <a:pt x="22670" y="157964"/>
                  </a:lnTo>
                  <a:lnTo>
                    <a:pt x="3974" y="165228"/>
                  </a:lnTo>
                  <a:lnTo>
                    <a:pt x="1142" y="162238"/>
                  </a:lnTo>
                  <a:lnTo>
                    <a:pt x="0" y="161032"/>
                  </a:lnTo>
                  <a:lnTo>
                    <a:pt x="1025" y="150910"/>
                  </a:lnTo>
                  <a:lnTo>
                    <a:pt x="26121" y="125195"/>
                  </a:lnTo>
                  <a:lnTo>
                    <a:pt x="32104" y="119787"/>
                  </a:lnTo>
                  <a:lnTo>
                    <a:pt x="42931" y="110320"/>
                  </a:lnTo>
                  <a:lnTo>
                    <a:pt x="60822" y="94848"/>
                  </a:lnTo>
                  <a:lnTo>
                    <a:pt x="69376" y="100035"/>
                  </a:lnTo>
                  <a:lnTo>
                    <a:pt x="79850" y="106385"/>
                  </a:lnTo>
                  <a:lnTo>
                    <a:pt x="86419" y="108598"/>
                  </a:lnTo>
                  <a:lnTo>
                    <a:pt x="88657" y="108915"/>
                  </a:lnTo>
                  <a:lnTo>
                    <a:pt x="95315" y="109861"/>
                  </a:lnTo>
                  <a:lnTo>
                    <a:pt x="98315" y="110287"/>
                  </a:lnTo>
                  <a:lnTo>
                    <a:pt x="105495" y="112884"/>
                  </a:lnTo>
                  <a:lnTo>
                    <a:pt x="116199" y="114676"/>
                  </a:lnTo>
                  <a:lnTo>
                    <a:pt x="121343" y="115185"/>
                  </a:lnTo>
                  <a:lnTo>
                    <a:pt x="125893" y="114432"/>
                  </a:lnTo>
                  <a:lnTo>
                    <a:pt x="126195" y="113394"/>
                  </a:lnTo>
                  <a:lnTo>
                    <a:pt x="126551" y="112178"/>
                  </a:lnTo>
                  <a:lnTo>
                    <a:pt x="124430" y="109828"/>
                  </a:lnTo>
                  <a:lnTo>
                    <a:pt x="110723" y="103216"/>
                  </a:lnTo>
                  <a:lnTo>
                    <a:pt x="93785" y="95521"/>
                  </a:lnTo>
                  <a:lnTo>
                    <a:pt x="82452" y="90372"/>
                  </a:lnTo>
                  <a:lnTo>
                    <a:pt x="73443" y="86280"/>
                  </a:lnTo>
                  <a:lnTo>
                    <a:pt x="70436" y="83938"/>
                  </a:lnTo>
                  <a:lnTo>
                    <a:pt x="69228" y="80020"/>
                  </a:lnTo>
                  <a:lnTo>
                    <a:pt x="68079" y="76293"/>
                  </a:lnTo>
                  <a:lnTo>
                    <a:pt x="63265" y="60675"/>
                  </a:lnTo>
                  <a:lnTo>
                    <a:pt x="60878" y="49939"/>
                  </a:lnTo>
                  <a:lnTo>
                    <a:pt x="59631" y="41402"/>
                  </a:lnTo>
                  <a:lnTo>
                    <a:pt x="58623" y="35030"/>
                  </a:lnTo>
                  <a:lnTo>
                    <a:pt x="54713" y="21701"/>
                  </a:lnTo>
                  <a:lnTo>
                    <a:pt x="53628" y="16391"/>
                  </a:lnTo>
                  <a:lnTo>
                    <a:pt x="52441" y="105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9"/>
            <p:cNvSpPr/>
            <p:nvPr/>
          </p:nvSpPr>
          <p:spPr>
            <a:xfrm>
              <a:off x="2206220" y="3735197"/>
              <a:ext cx="89426" cy="74400"/>
            </a:xfrm>
            <a:custGeom>
              <a:avLst/>
              <a:pathLst>
                <a:path w="89426" h="74400">
                  <a:moveTo>
                    <a:pt x="59264" y="3590"/>
                  </a:moveTo>
                  <a:lnTo>
                    <a:pt x="64057" y="5292"/>
                  </a:lnTo>
                  <a:lnTo>
                    <a:pt x="66607" y="6197"/>
                  </a:lnTo>
                  <a:lnTo>
                    <a:pt x="68031" y="6942"/>
                  </a:lnTo>
                  <a:lnTo>
                    <a:pt x="73233" y="10157"/>
                  </a:lnTo>
                  <a:lnTo>
                    <a:pt x="73484" y="10540"/>
                  </a:lnTo>
                  <a:lnTo>
                    <a:pt x="77783" y="14915"/>
                  </a:lnTo>
                  <a:lnTo>
                    <a:pt x="81341" y="19343"/>
                  </a:lnTo>
                  <a:lnTo>
                    <a:pt x="83733" y="23338"/>
                  </a:lnTo>
                  <a:lnTo>
                    <a:pt x="85561" y="27484"/>
                  </a:lnTo>
                  <a:lnTo>
                    <a:pt x="88474" y="35811"/>
                  </a:lnTo>
                  <a:lnTo>
                    <a:pt x="88806" y="37662"/>
                  </a:lnTo>
                  <a:lnTo>
                    <a:pt x="89426" y="40624"/>
                  </a:lnTo>
                  <a:lnTo>
                    <a:pt x="84193" y="41183"/>
                  </a:lnTo>
                  <a:lnTo>
                    <a:pt x="84021" y="41219"/>
                  </a:lnTo>
                  <a:lnTo>
                    <a:pt x="77548" y="42583"/>
                  </a:lnTo>
                  <a:lnTo>
                    <a:pt x="71211" y="45088"/>
                  </a:lnTo>
                  <a:lnTo>
                    <a:pt x="70030" y="45119"/>
                  </a:lnTo>
                  <a:lnTo>
                    <a:pt x="65575" y="46803"/>
                  </a:lnTo>
                  <a:lnTo>
                    <a:pt x="59694" y="49772"/>
                  </a:lnTo>
                  <a:lnTo>
                    <a:pt x="58665" y="50354"/>
                  </a:lnTo>
                  <a:lnTo>
                    <a:pt x="54174" y="54559"/>
                  </a:lnTo>
                  <a:lnTo>
                    <a:pt x="53698" y="54987"/>
                  </a:lnTo>
                  <a:lnTo>
                    <a:pt x="53149" y="55139"/>
                  </a:lnTo>
                  <a:lnTo>
                    <a:pt x="47605" y="59182"/>
                  </a:lnTo>
                  <a:lnTo>
                    <a:pt x="41086" y="64956"/>
                  </a:lnTo>
                  <a:lnTo>
                    <a:pt x="40540" y="65107"/>
                  </a:lnTo>
                  <a:lnTo>
                    <a:pt x="36477" y="69015"/>
                  </a:lnTo>
                  <a:lnTo>
                    <a:pt x="36007" y="69437"/>
                  </a:lnTo>
                  <a:lnTo>
                    <a:pt x="35363" y="69761"/>
                  </a:lnTo>
                  <a:lnTo>
                    <a:pt x="34720" y="70084"/>
                  </a:lnTo>
                  <a:lnTo>
                    <a:pt x="30524" y="73433"/>
                  </a:lnTo>
                  <a:lnTo>
                    <a:pt x="28601" y="74400"/>
                  </a:lnTo>
                  <a:lnTo>
                    <a:pt x="23549" y="69046"/>
                  </a:lnTo>
                  <a:lnTo>
                    <a:pt x="19406" y="64642"/>
                  </a:lnTo>
                  <a:lnTo>
                    <a:pt x="14290" y="60976"/>
                  </a:lnTo>
                  <a:lnTo>
                    <a:pt x="8091" y="59288"/>
                  </a:lnTo>
                  <a:lnTo>
                    <a:pt x="2320" y="56175"/>
                  </a:lnTo>
                  <a:lnTo>
                    <a:pt x="991" y="55628"/>
                  </a:lnTo>
                  <a:lnTo>
                    <a:pt x="0" y="55220"/>
                  </a:lnTo>
                  <a:lnTo>
                    <a:pt x="2066" y="49869"/>
                  </a:lnTo>
                  <a:lnTo>
                    <a:pt x="11956" y="35472"/>
                  </a:lnTo>
                  <a:lnTo>
                    <a:pt x="18251" y="26309"/>
                  </a:lnTo>
                  <a:lnTo>
                    <a:pt x="24259" y="17563"/>
                  </a:lnTo>
                  <a:lnTo>
                    <a:pt x="26734" y="13960"/>
                  </a:lnTo>
                  <a:lnTo>
                    <a:pt x="29454" y="10000"/>
                  </a:lnTo>
                  <a:lnTo>
                    <a:pt x="37901" y="1971"/>
                  </a:lnTo>
                  <a:lnTo>
                    <a:pt x="39894" y="897"/>
                  </a:lnTo>
                  <a:lnTo>
                    <a:pt x="44591" y="0"/>
                  </a:lnTo>
                  <a:lnTo>
                    <a:pt x="52249" y="1748"/>
                  </a:lnTo>
                  <a:lnTo>
                    <a:pt x="54311" y="2276"/>
                  </a:lnTo>
                  <a:lnTo>
                    <a:pt x="57560" y="3109"/>
                  </a:lnTo>
                  <a:lnTo>
                    <a:pt x="57914" y="33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2605908" y="3131646"/>
              <a:ext cx="45916" cy="34314"/>
            </a:xfrm>
            <a:custGeom>
              <a:avLst/>
              <a:pathLst>
                <a:path w="45916" h="34314">
                  <a:moveTo>
                    <a:pt x="11944" y="4540"/>
                  </a:moveTo>
                  <a:lnTo>
                    <a:pt x="45916" y="27602"/>
                  </a:lnTo>
                  <a:lnTo>
                    <a:pt x="40597" y="34314"/>
                  </a:lnTo>
                  <a:lnTo>
                    <a:pt x="32812" y="32786"/>
                  </a:lnTo>
                  <a:lnTo>
                    <a:pt x="25025" y="32408"/>
                  </a:lnTo>
                  <a:lnTo>
                    <a:pt x="22818" y="32300"/>
                  </a:lnTo>
                  <a:lnTo>
                    <a:pt x="12827" y="32228"/>
                  </a:lnTo>
                  <a:lnTo>
                    <a:pt x="3055" y="32827"/>
                  </a:lnTo>
                  <a:lnTo>
                    <a:pt x="1915" y="24449"/>
                  </a:lnTo>
                  <a:lnTo>
                    <a:pt x="0" y="10363"/>
                  </a:lnTo>
                  <a:lnTo>
                    <a:pt x="52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1"/>
            <p:cNvSpPr/>
            <p:nvPr/>
          </p:nvSpPr>
          <p:spPr>
            <a:xfrm>
              <a:off x="2218131" y="3351621"/>
              <a:ext cx="108137" cy="149366"/>
            </a:xfrm>
            <a:custGeom>
              <a:avLst/>
              <a:pathLst>
                <a:path w="108137" h="149366">
                  <a:moveTo>
                    <a:pt x="11495" y="89253"/>
                  </a:moveTo>
                  <a:lnTo>
                    <a:pt x="37348" y="0"/>
                  </a:lnTo>
                  <a:lnTo>
                    <a:pt x="78991" y="11378"/>
                  </a:lnTo>
                  <a:lnTo>
                    <a:pt x="108137" y="19341"/>
                  </a:lnTo>
                  <a:lnTo>
                    <a:pt x="93929" y="74051"/>
                  </a:lnTo>
                  <a:lnTo>
                    <a:pt x="90932" y="85592"/>
                  </a:lnTo>
                  <a:lnTo>
                    <a:pt x="74370" y="149366"/>
                  </a:lnTo>
                  <a:lnTo>
                    <a:pt x="39483" y="139783"/>
                  </a:lnTo>
                  <a:lnTo>
                    <a:pt x="0" y="1289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2150804" y="4170243"/>
              <a:ext cx="62608" cy="68787"/>
            </a:xfrm>
            <a:custGeom>
              <a:avLst/>
              <a:pathLst>
                <a:path w="62608" h="68787">
                  <a:moveTo>
                    <a:pt x="6207" y="42726"/>
                  </a:moveTo>
                  <a:lnTo>
                    <a:pt x="15158" y="30235"/>
                  </a:lnTo>
                  <a:lnTo>
                    <a:pt x="25896" y="15251"/>
                  </a:lnTo>
                  <a:lnTo>
                    <a:pt x="31452" y="0"/>
                  </a:lnTo>
                  <a:lnTo>
                    <a:pt x="41318" y="13472"/>
                  </a:lnTo>
                  <a:lnTo>
                    <a:pt x="50101" y="25464"/>
                  </a:lnTo>
                  <a:lnTo>
                    <a:pt x="55680" y="35161"/>
                  </a:lnTo>
                  <a:lnTo>
                    <a:pt x="62608" y="47202"/>
                  </a:lnTo>
                  <a:lnTo>
                    <a:pt x="56250" y="53812"/>
                  </a:lnTo>
                  <a:lnTo>
                    <a:pt x="54684" y="54572"/>
                  </a:lnTo>
                  <a:lnTo>
                    <a:pt x="40195" y="61614"/>
                  </a:lnTo>
                  <a:lnTo>
                    <a:pt x="25436" y="68787"/>
                  </a:lnTo>
                  <a:lnTo>
                    <a:pt x="20237" y="65231"/>
                  </a:lnTo>
                  <a:lnTo>
                    <a:pt x="11081" y="58968"/>
                  </a:lnTo>
                  <a:lnTo>
                    <a:pt x="656" y="51837"/>
                  </a:lnTo>
                  <a:lnTo>
                    <a:pt x="0" y="51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3"/>
            <p:cNvSpPr/>
            <p:nvPr/>
          </p:nvSpPr>
          <p:spPr>
            <a:xfrm>
              <a:off x="2285180" y="4163168"/>
              <a:ext cx="37264" cy="43726"/>
            </a:xfrm>
            <a:custGeom>
              <a:avLst/>
              <a:pathLst>
                <a:path w="37264" h="43726">
                  <a:moveTo>
                    <a:pt x="12558" y="10042"/>
                  </a:moveTo>
                  <a:lnTo>
                    <a:pt x="16500" y="0"/>
                  </a:lnTo>
                  <a:lnTo>
                    <a:pt x="29860" y="8276"/>
                  </a:lnTo>
                  <a:lnTo>
                    <a:pt x="37264" y="12863"/>
                  </a:lnTo>
                  <a:lnTo>
                    <a:pt x="33431" y="20081"/>
                  </a:lnTo>
                  <a:lnTo>
                    <a:pt x="27902" y="25191"/>
                  </a:lnTo>
                  <a:lnTo>
                    <a:pt x="26094" y="26862"/>
                  </a:lnTo>
                  <a:lnTo>
                    <a:pt x="24545" y="28293"/>
                  </a:lnTo>
                  <a:lnTo>
                    <a:pt x="18114" y="32627"/>
                  </a:lnTo>
                  <a:lnTo>
                    <a:pt x="16926" y="34526"/>
                  </a:lnTo>
                  <a:lnTo>
                    <a:pt x="15521" y="36773"/>
                  </a:lnTo>
                  <a:lnTo>
                    <a:pt x="8880" y="39999"/>
                  </a:lnTo>
                  <a:lnTo>
                    <a:pt x="6983" y="41205"/>
                  </a:lnTo>
                  <a:lnTo>
                    <a:pt x="5057" y="42431"/>
                  </a:lnTo>
                  <a:lnTo>
                    <a:pt x="3098" y="43726"/>
                  </a:lnTo>
                  <a:lnTo>
                    <a:pt x="1457" y="42833"/>
                  </a:lnTo>
                  <a:lnTo>
                    <a:pt x="0" y="42040"/>
                  </a:lnTo>
                  <a:lnTo>
                    <a:pt x="3567" y="32951"/>
                  </a:lnTo>
                  <a:lnTo>
                    <a:pt x="9362" y="18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2249924" y="4155544"/>
              <a:ext cx="46966" cy="61378"/>
            </a:xfrm>
            <a:custGeom>
              <a:avLst/>
              <a:pathLst>
                <a:path w="46966" h="61378">
                  <a:moveTo>
                    <a:pt x="7430" y="36311"/>
                  </a:moveTo>
                  <a:lnTo>
                    <a:pt x="13362" y="19222"/>
                  </a:lnTo>
                  <a:lnTo>
                    <a:pt x="14593" y="15597"/>
                  </a:lnTo>
                  <a:lnTo>
                    <a:pt x="19891" y="0"/>
                  </a:lnTo>
                  <a:lnTo>
                    <a:pt x="31296" y="2326"/>
                  </a:lnTo>
                  <a:lnTo>
                    <a:pt x="46966" y="5523"/>
                  </a:lnTo>
                  <a:lnTo>
                    <a:pt x="41111" y="21740"/>
                  </a:lnTo>
                  <a:lnTo>
                    <a:pt x="36857" y="33522"/>
                  </a:lnTo>
                  <a:lnTo>
                    <a:pt x="30093" y="52258"/>
                  </a:lnTo>
                  <a:lnTo>
                    <a:pt x="24412" y="57559"/>
                  </a:lnTo>
                  <a:lnTo>
                    <a:pt x="19344" y="60570"/>
                  </a:lnTo>
                  <a:lnTo>
                    <a:pt x="13253" y="61350"/>
                  </a:lnTo>
                  <a:lnTo>
                    <a:pt x="12434" y="61378"/>
                  </a:lnTo>
                  <a:lnTo>
                    <a:pt x="5347" y="59499"/>
                  </a:lnTo>
                  <a:lnTo>
                    <a:pt x="2561" y="58760"/>
                  </a:lnTo>
                  <a:lnTo>
                    <a:pt x="0" y="57714"/>
                  </a:lnTo>
                  <a:lnTo>
                    <a:pt x="3388" y="47954"/>
                  </a:lnTo>
                  <a:lnTo>
                    <a:pt x="4320" y="4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5"/>
            <p:cNvSpPr/>
            <p:nvPr/>
          </p:nvSpPr>
          <p:spPr>
            <a:xfrm>
              <a:off x="2301565" y="4135032"/>
              <a:ext cx="38214" cy="38241"/>
            </a:xfrm>
            <a:custGeom>
              <a:avLst/>
              <a:pathLst>
                <a:path w="38214" h="38241">
                  <a:moveTo>
                    <a:pt x="3822" y="18348"/>
                  </a:moveTo>
                  <a:lnTo>
                    <a:pt x="11046" y="7922"/>
                  </a:lnTo>
                  <a:lnTo>
                    <a:pt x="16362" y="3469"/>
                  </a:lnTo>
                  <a:lnTo>
                    <a:pt x="18944" y="2285"/>
                  </a:lnTo>
                  <a:lnTo>
                    <a:pt x="21127" y="1285"/>
                  </a:lnTo>
                  <a:lnTo>
                    <a:pt x="23804" y="736"/>
                  </a:lnTo>
                  <a:lnTo>
                    <a:pt x="27394" y="0"/>
                  </a:lnTo>
                  <a:lnTo>
                    <a:pt x="31709" y="599"/>
                  </a:lnTo>
                  <a:lnTo>
                    <a:pt x="33958" y="1866"/>
                  </a:lnTo>
                  <a:lnTo>
                    <a:pt x="35337" y="2643"/>
                  </a:lnTo>
                  <a:lnTo>
                    <a:pt x="37958" y="5310"/>
                  </a:lnTo>
                  <a:lnTo>
                    <a:pt x="38043" y="7207"/>
                  </a:lnTo>
                  <a:lnTo>
                    <a:pt x="38214" y="11062"/>
                  </a:lnTo>
                  <a:lnTo>
                    <a:pt x="36014" y="11964"/>
                  </a:lnTo>
                  <a:lnTo>
                    <a:pt x="34018" y="10931"/>
                  </a:lnTo>
                  <a:lnTo>
                    <a:pt x="31505" y="10400"/>
                  </a:lnTo>
                  <a:lnTo>
                    <a:pt x="28518" y="9984"/>
                  </a:lnTo>
                  <a:lnTo>
                    <a:pt x="27431" y="11730"/>
                  </a:lnTo>
                  <a:lnTo>
                    <a:pt x="26497" y="13230"/>
                  </a:lnTo>
                  <a:lnTo>
                    <a:pt x="27167" y="15465"/>
                  </a:lnTo>
                  <a:lnTo>
                    <a:pt x="27545" y="16729"/>
                  </a:lnTo>
                  <a:lnTo>
                    <a:pt x="28728" y="21918"/>
                  </a:lnTo>
                  <a:lnTo>
                    <a:pt x="29166" y="26016"/>
                  </a:lnTo>
                  <a:lnTo>
                    <a:pt x="27653" y="29131"/>
                  </a:lnTo>
                  <a:lnTo>
                    <a:pt x="26479" y="31547"/>
                  </a:lnTo>
                  <a:lnTo>
                    <a:pt x="23228" y="38241"/>
                  </a:lnTo>
                  <a:lnTo>
                    <a:pt x="13589" y="32276"/>
                  </a:lnTo>
                  <a:lnTo>
                    <a:pt x="10057" y="30090"/>
                  </a:lnTo>
                  <a:lnTo>
                    <a:pt x="0" y="238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6"/>
            <p:cNvSpPr/>
            <p:nvPr/>
          </p:nvSpPr>
          <p:spPr>
            <a:xfrm>
              <a:off x="2044756" y="4127024"/>
              <a:ext cx="78051" cy="91230"/>
            </a:xfrm>
            <a:custGeom>
              <a:avLst/>
              <a:pathLst>
                <a:path w="78051" h="91230">
                  <a:moveTo>
                    <a:pt x="30045" y="2139"/>
                  </a:moveTo>
                  <a:lnTo>
                    <a:pt x="34294" y="2837"/>
                  </a:lnTo>
                  <a:lnTo>
                    <a:pt x="43867" y="4409"/>
                  </a:lnTo>
                  <a:lnTo>
                    <a:pt x="46840" y="4897"/>
                  </a:lnTo>
                  <a:lnTo>
                    <a:pt x="56500" y="6484"/>
                  </a:lnTo>
                  <a:lnTo>
                    <a:pt x="66568" y="8138"/>
                  </a:lnTo>
                  <a:lnTo>
                    <a:pt x="71670" y="13181"/>
                  </a:lnTo>
                  <a:lnTo>
                    <a:pt x="78051" y="19488"/>
                  </a:lnTo>
                  <a:lnTo>
                    <a:pt x="77970" y="24052"/>
                  </a:lnTo>
                  <a:lnTo>
                    <a:pt x="77793" y="34028"/>
                  </a:lnTo>
                  <a:lnTo>
                    <a:pt x="77774" y="35092"/>
                  </a:lnTo>
                  <a:lnTo>
                    <a:pt x="72054" y="45669"/>
                  </a:lnTo>
                  <a:lnTo>
                    <a:pt x="68209" y="52778"/>
                  </a:lnTo>
                  <a:lnTo>
                    <a:pt x="53295" y="68443"/>
                  </a:lnTo>
                  <a:lnTo>
                    <a:pt x="46553" y="75525"/>
                  </a:lnTo>
                  <a:lnTo>
                    <a:pt x="28953" y="91230"/>
                  </a:lnTo>
                  <a:lnTo>
                    <a:pt x="25444" y="86677"/>
                  </a:lnTo>
                  <a:lnTo>
                    <a:pt x="17837" y="76806"/>
                  </a:lnTo>
                  <a:lnTo>
                    <a:pt x="11790" y="68960"/>
                  </a:lnTo>
                  <a:lnTo>
                    <a:pt x="10009" y="66370"/>
                  </a:lnTo>
                  <a:lnTo>
                    <a:pt x="0" y="51812"/>
                  </a:lnTo>
                  <a:lnTo>
                    <a:pt x="5325" y="44086"/>
                  </a:lnTo>
                  <a:lnTo>
                    <a:pt x="10588" y="37141"/>
                  </a:lnTo>
                  <a:lnTo>
                    <a:pt x="14661" y="31244"/>
                  </a:lnTo>
                  <a:lnTo>
                    <a:pt x="17249" y="24955"/>
                  </a:lnTo>
                  <a:lnTo>
                    <a:pt x="17192" y="18838"/>
                  </a:lnTo>
                  <a:lnTo>
                    <a:pt x="170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7"/>
            <p:cNvSpPr/>
            <p:nvPr/>
          </p:nvSpPr>
          <p:spPr>
            <a:xfrm>
              <a:off x="2195902" y="4116215"/>
              <a:ext cx="67241" cy="100140"/>
            </a:xfrm>
            <a:custGeom>
              <a:avLst/>
              <a:pathLst>
                <a:path w="67241" h="100140">
                  <a:moveTo>
                    <a:pt x="0" y="50512"/>
                  </a:moveTo>
                  <a:lnTo>
                    <a:pt x="1606" y="45840"/>
                  </a:lnTo>
                  <a:lnTo>
                    <a:pt x="3776" y="39528"/>
                  </a:lnTo>
                  <a:lnTo>
                    <a:pt x="6500" y="31609"/>
                  </a:lnTo>
                  <a:lnTo>
                    <a:pt x="9628" y="22513"/>
                  </a:lnTo>
                  <a:lnTo>
                    <a:pt x="12086" y="15363"/>
                  </a:lnTo>
                  <a:lnTo>
                    <a:pt x="17369" y="0"/>
                  </a:lnTo>
                  <a:lnTo>
                    <a:pt x="32591" y="5894"/>
                  </a:lnTo>
                  <a:lnTo>
                    <a:pt x="42830" y="9859"/>
                  </a:lnTo>
                  <a:lnTo>
                    <a:pt x="67241" y="19312"/>
                  </a:lnTo>
                  <a:lnTo>
                    <a:pt x="67224" y="24081"/>
                  </a:lnTo>
                  <a:lnTo>
                    <a:pt x="67187" y="34359"/>
                  </a:lnTo>
                  <a:lnTo>
                    <a:pt x="64459" y="41229"/>
                  </a:lnTo>
                  <a:lnTo>
                    <a:pt x="62819" y="45357"/>
                  </a:lnTo>
                  <a:lnTo>
                    <a:pt x="56557" y="61303"/>
                  </a:lnTo>
                  <a:lnTo>
                    <a:pt x="52218" y="72354"/>
                  </a:lnTo>
                  <a:lnTo>
                    <a:pt x="46144" y="87822"/>
                  </a:lnTo>
                  <a:lnTo>
                    <a:pt x="43778" y="92815"/>
                  </a:lnTo>
                  <a:lnTo>
                    <a:pt x="40307" y="100140"/>
                  </a:lnTo>
                  <a:lnTo>
                    <a:pt x="39753" y="99849"/>
                  </a:lnTo>
                  <a:lnTo>
                    <a:pt x="35976" y="96539"/>
                  </a:lnTo>
                  <a:lnTo>
                    <a:pt x="33326" y="93182"/>
                  </a:lnTo>
                  <a:lnTo>
                    <a:pt x="28811" y="87462"/>
                  </a:lnTo>
                  <a:lnTo>
                    <a:pt x="25328" y="82780"/>
                  </a:lnTo>
                  <a:lnTo>
                    <a:pt x="19341" y="74733"/>
                  </a:lnTo>
                  <a:lnTo>
                    <a:pt x="8917" y="60056"/>
                  </a:lnTo>
                  <a:lnTo>
                    <a:pt x="4232" y="54518"/>
                  </a:lnTo>
                  <a:lnTo>
                    <a:pt x="2061" y="51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8"/>
            <p:cNvSpPr/>
            <p:nvPr/>
          </p:nvSpPr>
          <p:spPr>
            <a:xfrm>
              <a:off x="2162578" y="4110139"/>
              <a:ext cx="47396" cy="53101"/>
            </a:xfrm>
            <a:custGeom>
              <a:avLst/>
              <a:pathLst>
                <a:path w="47396" h="53101">
                  <a:moveTo>
                    <a:pt x="6125" y="27454"/>
                  </a:moveTo>
                  <a:lnTo>
                    <a:pt x="7459" y="24509"/>
                  </a:lnTo>
                  <a:lnTo>
                    <a:pt x="8971" y="21169"/>
                  </a:lnTo>
                  <a:lnTo>
                    <a:pt x="14398" y="15970"/>
                  </a:lnTo>
                  <a:lnTo>
                    <a:pt x="16691" y="13774"/>
                  </a:lnTo>
                  <a:lnTo>
                    <a:pt x="21581" y="8427"/>
                  </a:lnTo>
                  <a:lnTo>
                    <a:pt x="24256" y="5502"/>
                  </a:lnTo>
                  <a:lnTo>
                    <a:pt x="26492" y="2299"/>
                  </a:lnTo>
                  <a:lnTo>
                    <a:pt x="28097" y="0"/>
                  </a:lnTo>
                  <a:lnTo>
                    <a:pt x="33968" y="1257"/>
                  </a:lnTo>
                  <a:lnTo>
                    <a:pt x="38109" y="2144"/>
                  </a:lnTo>
                  <a:lnTo>
                    <a:pt x="39852" y="2770"/>
                  </a:lnTo>
                  <a:lnTo>
                    <a:pt x="42607" y="3758"/>
                  </a:lnTo>
                  <a:lnTo>
                    <a:pt x="47396" y="5320"/>
                  </a:lnTo>
                  <a:lnTo>
                    <a:pt x="44713" y="13090"/>
                  </a:lnTo>
                  <a:lnTo>
                    <a:pt x="43781" y="15788"/>
                  </a:lnTo>
                  <a:lnTo>
                    <a:pt x="42427" y="19708"/>
                  </a:lnTo>
                  <a:lnTo>
                    <a:pt x="39056" y="29470"/>
                  </a:lnTo>
                  <a:lnTo>
                    <a:pt x="32631" y="48071"/>
                  </a:lnTo>
                  <a:lnTo>
                    <a:pt x="30894" y="53101"/>
                  </a:lnTo>
                  <a:lnTo>
                    <a:pt x="29303" y="52490"/>
                  </a:lnTo>
                  <a:lnTo>
                    <a:pt x="21894" y="49645"/>
                  </a:lnTo>
                  <a:lnTo>
                    <a:pt x="7320" y="44050"/>
                  </a:lnTo>
                  <a:lnTo>
                    <a:pt x="468" y="41180"/>
                  </a:lnTo>
                  <a:lnTo>
                    <a:pt x="0" y="40984"/>
                  </a:lnTo>
                  <a:lnTo>
                    <a:pt x="2899" y="34580"/>
                  </a:lnTo>
                  <a:lnTo>
                    <a:pt x="4223" y="316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9"/>
            <p:cNvSpPr/>
            <p:nvPr/>
          </p:nvSpPr>
          <p:spPr>
            <a:xfrm>
              <a:off x="2274180" y="4105192"/>
              <a:ext cx="124692" cy="45952"/>
            </a:xfrm>
            <a:custGeom>
              <a:avLst/>
              <a:pathLst>
                <a:path w="124692" h="45952">
                  <a:moveTo>
                    <a:pt x="1502" y="40398"/>
                  </a:moveTo>
                  <a:lnTo>
                    <a:pt x="0" y="37043"/>
                  </a:lnTo>
                  <a:lnTo>
                    <a:pt x="1317" y="32332"/>
                  </a:lnTo>
                  <a:lnTo>
                    <a:pt x="2252" y="29559"/>
                  </a:lnTo>
                  <a:lnTo>
                    <a:pt x="3583" y="25613"/>
                  </a:lnTo>
                  <a:lnTo>
                    <a:pt x="5877" y="19083"/>
                  </a:lnTo>
                  <a:lnTo>
                    <a:pt x="8391" y="11929"/>
                  </a:lnTo>
                  <a:lnTo>
                    <a:pt x="18892" y="9492"/>
                  </a:lnTo>
                  <a:lnTo>
                    <a:pt x="26376" y="7755"/>
                  </a:lnTo>
                  <a:lnTo>
                    <a:pt x="39666" y="4671"/>
                  </a:lnTo>
                  <a:lnTo>
                    <a:pt x="51275" y="1976"/>
                  </a:lnTo>
                  <a:lnTo>
                    <a:pt x="57697" y="1952"/>
                  </a:lnTo>
                  <a:lnTo>
                    <a:pt x="69730" y="1907"/>
                  </a:lnTo>
                  <a:lnTo>
                    <a:pt x="76190" y="766"/>
                  </a:lnTo>
                  <a:lnTo>
                    <a:pt x="78713" y="320"/>
                  </a:lnTo>
                  <a:lnTo>
                    <a:pt x="85163" y="0"/>
                  </a:lnTo>
                  <a:lnTo>
                    <a:pt x="95690" y="951"/>
                  </a:lnTo>
                  <a:lnTo>
                    <a:pt x="99780" y="860"/>
                  </a:lnTo>
                  <a:lnTo>
                    <a:pt x="124690" y="304"/>
                  </a:lnTo>
                  <a:lnTo>
                    <a:pt x="124690" y="5334"/>
                  </a:lnTo>
                  <a:lnTo>
                    <a:pt x="124690" y="6677"/>
                  </a:lnTo>
                  <a:lnTo>
                    <a:pt x="124691" y="11594"/>
                  </a:lnTo>
                  <a:lnTo>
                    <a:pt x="124691" y="15948"/>
                  </a:lnTo>
                  <a:lnTo>
                    <a:pt x="124692" y="20637"/>
                  </a:lnTo>
                  <a:lnTo>
                    <a:pt x="124692" y="26532"/>
                  </a:lnTo>
                  <a:lnTo>
                    <a:pt x="103084" y="28607"/>
                  </a:lnTo>
                  <a:lnTo>
                    <a:pt x="99373" y="29067"/>
                  </a:lnTo>
                  <a:lnTo>
                    <a:pt x="83748" y="31005"/>
                  </a:lnTo>
                  <a:lnTo>
                    <a:pt x="83154" y="31079"/>
                  </a:lnTo>
                  <a:lnTo>
                    <a:pt x="75221" y="30172"/>
                  </a:lnTo>
                  <a:lnTo>
                    <a:pt x="62088" y="28788"/>
                  </a:lnTo>
                  <a:lnTo>
                    <a:pt x="51283" y="27008"/>
                  </a:lnTo>
                  <a:lnTo>
                    <a:pt x="46916" y="27257"/>
                  </a:lnTo>
                  <a:lnTo>
                    <a:pt x="39730" y="27667"/>
                  </a:lnTo>
                  <a:lnTo>
                    <a:pt x="32726" y="28734"/>
                  </a:lnTo>
                  <a:lnTo>
                    <a:pt x="32453" y="28771"/>
                  </a:lnTo>
                  <a:lnTo>
                    <a:pt x="25469" y="32791"/>
                  </a:lnTo>
                  <a:lnTo>
                    <a:pt x="24963" y="33137"/>
                  </a:lnTo>
                  <a:lnTo>
                    <a:pt x="21134" y="37527"/>
                  </a:lnTo>
                  <a:lnTo>
                    <a:pt x="20901" y="37833"/>
                  </a:lnTo>
                  <a:lnTo>
                    <a:pt x="19105" y="39450"/>
                  </a:lnTo>
                  <a:lnTo>
                    <a:pt x="17014" y="41332"/>
                  </a:lnTo>
                  <a:lnTo>
                    <a:pt x="12621" y="45285"/>
                  </a:lnTo>
                  <a:lnTo>
                    <a:pt x="11757" y="45458"/>
                  </a:lnTo>
                  <a:lnTo>
                    <a:pt x="9292" y="45952"/>
                  </a:lnTo>
                  <a:lnTo>
                    <a:pt x="1685" y="40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0"/>
            <p:cNvSpPr/>
            <p:nvPr/>
          </p:nvSpPr>
          <p:spPr>
            <a:xfrm>
              <a:off x="2061472" y="3999097"/>
              <a:ext cx="62794" cy="129483"/>
            </a:xfrm>
            <a:custGeom>
              <a:avLst/>
              <a:pathLst>
                <a:path w="62794" h="129483">
                  <a:moveTo>
                    <a:pt x="58097" y="112328"/>
                  </a:moveTo>
                  <a:lnTo>
                    <a:pt x="52508" y="129483"/>
                  </a:lnTo>
                  <a:lnTo>
                    <a:pt x="45853" y="127693"/>
                  </a:lnTo>
                  <a:lnTo>
                    <a:pt x="36336" y="125132"/>
                  </a:lnTo>
                  <a:lnTo>
                    <a:pt x="29724" y="122552"/>
                  </a:lnTo>
                  <a:lnTo>
                    <a:pt x="26030" y="121111"/>
                  </a:lnTo>
                  <a:lnTo>
                    <a:pt x="22417" y="119947"/>
                  </a:lnTo>
                  <a:lnTo>
                    <a:pt x="18087" y="118553"/>
                  </a:lnTo>
                  <a:lnTo>
                    <a:pt x="15163" y="118624"/>
                  </a:lnTo>
                  <a:lnTo>
                    <a:pt x="7269" y="118817"/>
                  </a:lnTo>
                  <a:lnTo>
                    <a:pt x="382" y="118985"/>
                  </a:lnTo>
                  <a:lnTo>
                    <a:pt x="1742" y="93298"/>
                  </a:lnTo>
                  <a:lnTo>
                    <a:pt x="0" y="82285"/>
                  </a:lnTo>
                  <a:lnTo>
                    <a:pt x="957" y="72747"/>
                  </a:lnTo>
                  <a:lnTo>
                    <a:pt x="1689" y="65464"/>
                  </a:lnTo>
                  <a:lnTo>
                    <a:pt x="2199" y="59587"/>
                  </a:lnTo>
                  <a:lnTo>
                    <a:pt x="3253" y="47438"/>
                  </a:lnTo>
                  <a:lnTo>
                    <a:pt x="6894" y="20922"/>
                  </a:lnTo>
                  <a:lnTo>
                    <a:pt x="14155" y="0"/>
                  </a:lnTo>
                  <a:lnTo>
                    <a:pt x="22480" y="4322"/>
                  </a:lnTo>
                  <a:lnTo>
                    <a:pt x="28761" y="7584"/>
                  </a:lnTo>
                  <a:lnTo>
                    <a:pt x="34047" y="10329"/>
                  </a:lnTo>
                  <a:lnTo>
                    <a:pt x="39535" y="13178"/>
                  </a:lnTo>
                  <a:lnTo>
                    <a:pt x="47468" y="17298"/>
                  </a:lnTo>
                  <a:lnTo>
                    <a:pt x="55405" y="21419"/>
                  </a:lnTo>
                  <a:lnTo>
                    <a:pt x="62794" y="25256"/>
                  </a:lnTo>
                  <a:lnTo>
                    <a:pt x="58142" y="36712"/>
                  </a:lnTo>
                  <a:lnTo>
                    <a:pt x="50670" y="55113"/>
                  </a:lnTo>
                  <a:lnTo>
                    <a:pt x="47974" y="61754"/>
                  </a:lnTo>
                  <a:lnTo>
                    <a:pt x="39384" y="70584"/>
                  </a:lnTo>
                  <a:lnTo>
                    <a:pt x="38803" y="87114"/>
                  </a:lnTo>
                  <a:lnTo>
                    <a:pt x="38970" y="92802"/>
                  </a:lnTo>
                  <a:lnTo>
                    <a:pt x="62319" y="99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1"/>
            <p:cNvSpPr/>
            <p:nvPr/>
          </p:nvSpPr>
          <p:spPr>
            <a:xfrm>
              <a:off x="2121467" y="4076069"/>
              <a:ext cx="80767" cy="67645"/>
            </a:xfrm>
            <a:custGeom>
              <a:avLst/>
              <a:pathLst>
                <a:path w="80767" h="67645">
                  <a:moveTo>
                    <a:pt x="41881" y="51926"/>
                  </a:moveTo>
                  <a:lnTo>
                    <a:pt x="35320" y="57565"/>
                  </a:lnTo>
                  <a:lnTo>
                    <a:pt x="23590" y="67645"/>
                  </a:lnTo>
                  <a:lnTo>
                    <a:pt x="19888" y="64336"/>
                  </a:lnTo>
                  <a:lnTo>
                    <a:pt x="15161" y="60110"/>
                  </a:lnTo>
                  <a:lnTo>
                    <a:pt x="8377" y="54046"/>
                  </a:lnTo>
                  <a:lnTo>
                    <a:pt x="4908" y="50130"/>
                  </a:lnTo>
                  <a:lnTo>
                    <a:pt x="4238" y="49374"/>
                  </a:lnTo>
                  <a:lnTo>
                    <a:pt x="5422" y="44247"/>
                  </a:lnTo>
                  <a:lnTo>
                    <a:pt x="8404" y="40299"/>
                  </a:lnTo>
                  <a:lnTo>
                    <a:pt x="11115" y="35186"/>
                  </a:lnTo>
                  <a:lnTo>
                    <a:pt x="14807" y="29636"/>
                  </a:lnTo>
                  <a:lnTo>
                    <a:pt x="14958" y="29453"/>
                  </a:lnTo>
                  <a:lnTo>
                    <a:pt x="17236" y="26719"/>
                  </a:lnTo>
                  <a:lnTo>
                    <a:pt x="18605" y="25075"/>
                  </a:lnTo>
                  <a:lnTo>
                    <a:pt x="19393" y="22634"/>
                  </a:lnTo>
                  <a:lnTo>
                    <a:pt x="17918" y="19542"/>
                  </a:lnTo>
                  <a:lnTo>
                    <a:pt x="16114" y="17597"/>
                  </a:lnTo>
                  <a:lnTo>
                    <a:pt x="2945" y="3402"/>
                  </a:lnTo>
                  <a:lnTo>
                    <a:pt x="0" y="227"/>
                  </a:lnTo>
                  <a:lnTo>
                    <a:pt x="17847" y="584"/>
                  </a:lnTo>
                  <a:lnTo>
                    <a:pt x="26653" y="760"/>
                  </a:lnTo>
                  <a:lnTo>
                    <a:pt x="37485" y="977"/>
                  </a:lnTo>
                  <a:lnTo>
                    <a:pt x="46065" y="1149"/>
                  </a:lnTo>
                  <a:lnTo>
                    <a:pt x="48945" y="999"/>
                  </a:lnTo>
                  <a:lnTo>
                    <a:pt x="64949" y="166"/>
                  </a:lnTo>
                  <a:lnTo>
                    <a:pt x="68143" y="0"/>
                  </a:lnTo>
                  <a:lnTo>
                    <a:pt x="76796" y="246"/>
                  </a:lnTo>
                  <a:lnTo>
                    <a:pt x="80767" y="2297"/>
                  </a:lnTo>
                  <a:lnTo>
                    <a:pt x="77121" y="6319"/>
                  </a:lnTo>
                  <a:lnTo>
                    <a:pt x="72151" y="11799"/>
                  </a:lnTo>
                  <a:lnTo>
                    <a:pt x="71277" y="12763"/>
                  </a:lnTo>
                  <a:lnTo>
                    <a:pt x="68458" y="16356"/>
                  </a:lnTo>
                  <a:lnTo>
                    <a:pt x="55349" y="33068"/>
                  </a:lnTo>
                  <a:lnTo>
                    <a:pt x="52998" y="35990"/>
                  </a:lnTo>
                  <a:lnTo>
                    <a:pt x="49355" y="40518"/>
                  </a:lnTo>
                  <a:lnTo>
                    <a:pt x="48466" y="42819"/>
                  </a:lnTo>
                  <a:lnTo>
                    <a:pt x="46726" y="47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2"/>
            <p:cNvSpPr/>
            <p:nvPr/>
          </p:nvSpPr>
          <p:spPr>
            <a:xfrm>
              <a:off x="2199153" y="4057514"/>
              <a:ext cx="63895" cy="71614"/>
            </a:xfrm>
            <a:custGeom>
              <a:avLst/>
              <a:pathLst>
                <a:path w="63895" h="71614">
                  <a:moveTo>
                    <a:pt x="243" y="42662"/>
                  </a:moveTo>
                  <a:lnTo>
                    <a:pt x="8788" y="31123"/>
                  </a:lnTo>
                  <a:lnTo>
                    <a:pt x="18533" y="17964"/>
                  </a:lnTo>
                  <a:lnTo>
                    <a:pt x="29193" y="3569"/>
                  </a:lnTo>
                  <a:lnTo>
                    <a:pt x="40308" y="0"/>
                  </a:lnTo>
                  <a:lnTo>
                    <a:pt x="41722" y="1780"/>
                  </a:lnTo>
                  <a:lnTo>
                    <a:pt x="43378" y="9146"/>
                  </a:lnTo>
                  <a:lnTo>
                    <a:pt x="44392" y="16552"/>
                  </a:lnTo>
                  <a:lnTo>
                    <a:pt x="46910" y="24892"/>
                  </a:lnTo>
                  <a:lnTo>
                    <a:pt x="48807" y="33577"/>
                  </a:lnTo>
                  <a:lnTo>
                    <a:pt x="63895" y="64960"/>
                  </a:lnTo>
                  <a:lnTo>
                    <a:pt x="63829" y="68699"/>
                  </a:lnTo>
                  <a:lnTo>
                    <a:pt x="62732" y="71280"/>
                  </a:lnTo>
                  <a:lnTo>
                    <a:pt x="58947" y="71614"/>
                  </a:lnTo>
                  <a:lnTo>
                    <a:pt x="56797" y="70766"/>
                  </a:lnTo>
                  <a:lnTo>
                    <a:pt x="45392" y="66266"/>
                  </a:lnTo>
                  <a:lnTo>
                    <a:pt x="26415" y="58778"/>
                  </a:lnTo>
                  <a:lnTo>
                    <a:pt x="5586" y="50559"/>
                  </a:lnTo>
                  <a:lnTo>
                    <a:pt x="1355" y="48472"/>
                  </a:lnTo>
                  <a:lnTo>
                    <a:pt x="300" y="46029"/>
                  </a:lnTo>
                  <a:lnTo>
                    <a:pt x="0" y="4533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3"/>
            <p:cNvSpPr/>
            <p:nvPr/>
          </p:nvSpPr>
          <p:spPr>
            <a:xfrm>
              <a:off x="2316936" y="4056915"/>
              <a:ext cx="91701" cy="45866"/>
            </a:xfrm>
            <a:custGeom>
              <a:avLst/>
              <a:pathLst>
                <a:path w="91701" h="45866">
                  <a:moveTo>
                    <a:pt x="0" y="19542"/>
                  </a:moveTo>
                  <a:lnTo>
                    <a:pt x="18986" y="12106"/>
                  </a:lnTo>
                  <a:lnTo>
                    <a:pt x="35035" y="4537"/>
                  </a:lnTo>
                  <a:lnTo>
                    <a:pt x="39389" y="2484"/>
                  </a:lnTo>
                  <a:lnTo>
                    <a:pt x="53722" y="0"/>
                  </a:lnTo>
                  <a:lnTo>
                    <a:pt x="54174" y="2152"/>
                  </a:lnTo>
                  <a:lnTo>
                    <a:pt x="55498" y="8461"/>
                  </a:lnTo>
                  <a:lnTo>
                    <a:pt x="56416" y="12839"/>
                  </a:lnTo>
                  <a:lnTo>
                    <a:pt x="67651" y="12733"/>
                  </a:lnTo>
                  <a:lnTo>
                    <a:pt x="78970" y="12626"/>
                  </a:lnTo>
                  <a:lnTo>
                    <a:pt x="84275" y="12576"/>
                  </a:lnTo>
                  <a:lnTo>
                    <a:pt x="86722" y="21684"/>
                  </a:lnTo>
                  <a:lnTo>
                    <a:pt x="88830" y="29530"/>
                  </a:lnTo>
                  <a:lnTo>
                    <a:pt x="91701" y="40213"/>
                  </a:lnTo>
                  <a:lnTo>
                    <a:pt x="88553" y="40700"/>
                  </a:lnTo>
                  <a:lnTo>
                    <a:pt x="68777" y="43763"/>
                  </a:lnTo>
                  <a:lnTo>
                    <a:pt x="63206" y="44625"/>
                  </a:lnTo>
                  <a:lnTo>
                    <a:pt x="21167" y="45490"/>
                  </a:lnTo>
                  <a:lnTo>
                    <a:pt x="2899" y="45866"/>
                  </a:lnTo>
                  <a:lnTo>
                    <a:pt x="2106" y="38672"/>
                  </a:lnTo>
                  <a:lnTo>
                    <a:pt x="1173" y="30198"/>
                  </a:lnTo>
                  <a:lnTo>
                    <a:pt x="765" y="264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4"/>
            <p:cNvSpPr/>
            <p:nvPr/>
          </p:nvSpPr>
          <p:spPr>
            <a:xfrm>
              <a:off x="2249455" y="4007060"/>
              <a:ext cx="63463" cy="95668"/>
            </a:xfrm>
            <a:custGeom>
              <a:avLst/>
              <a:pathLst>
                <a:path w="63463" h="95668">
                  <a:moveTo>
                    <a:pt x="4122" y="36582"/>
                  </a:moveTo>
                  <a:lnTo>
                    <a:pt x="5367" y="30889"/>
                  </a:lnTo>
                  <a:lnTo>
                    <a:pt x="5975" y="28110"/>
                  </a:lnTo>
                  <a:lnTo>
                    <a:pt x="11457" y="21968"/>
                  </a:lnTo>
                  <a:lnTo>
                    <a:pt x="31063" y="0"/>
                  </a:lnTo>
                  <a:lnTo>
                    <a:pt x="34190" y="2535"/>
                  </a:lnTo>
                  <a:lnTo>
                    <a:pt x="38906" y="6361"/>
                  </a:lnTo>
                  <a:lnTo>
                    <a:pt x="43987" y="10483"/>
                  </a:lnTo>
                  <a:lnTo>
                    <a:pt x="49878" y="15261"/>
                  </a:lnTo>
                  <a:lnTo>
                    <a:pt x="47733" y="17688"/>
                  </a:lnTo>
                  <a:lnTo>
                    <a:pt x="41874" y="24317"/>
                  </a:lnTo>
                  <a:lnTo>
                    <a:pt x="23525" y="45077"/>
                  </a:lnTo>
                  <a:lnTo>
                    <a:pt x="22379" y="53300"/>
                  </a:lnTo>
                  <a:lnTo>
                    <a:pt x="24040" y="59909"/>
                  </a:lnTo>
                  <a:lnTo>
                    <a:pt x="28542" y="63481"/>
                  </a:lnTo>
                  <a:lnTo>
                    <a:pt x="32327" y="66082"/>
                  </a:lnTo>
                  <a:lnTo>
                    <a:pt x="37303" y="69501"/>
                  </a:lnTo>
                  <a:lnTo>
                    <a:pt x="44126" y="71806"/>
                  </a:lnTo>
                  <a:lnTo>
                    <a:pt x="49556" y="73640"/>
                  </a:lnTo>
                  <a:lnTo>
                    <a:pt x="63196" y="74926"/>
                  </a:lnTo>
                  <a:lnTo>
                    <a:pt x="63244" y="78628"/>
                  </a:lnTo>
                  <a:lnTo>
                    <a:pt x="63293" y="82477"/>
                  </a:lnTo>
                  <a:lnTo>
                    <a:pt x="63340" y="86104"/>
                  </a:lnTo>
                  <a:lnTo>
                    <a:pt x="63463" y="95668"/>
                  </a:lnTo>
                  <a:lnTo>
                    <a:pt x="51011" y="95363"/>
                  </a:lnTo>
                  <a:lnTo>
                    <a:pt x="34810" y="94965"/>
                  </a:lnTo>
                  <a:lnTo>
                    <a:pt x="25219" y="94103"/>
                  </a:lnTo>
                  <a:lnTo>
                    <a:pt x="22569" y="93865"/>
                  </a:lnTo>
                  <a:lnTo>
                    <a:pt x="12330" y="90909"/>
                  </a:lnTo>
                  <a:lnTo>
                    <a:pt x="5879" y="82152"/>
                  </a:lnTo>
                  <a:lnTo>
                    <a:pt x="3759" y="78253"/>
                  </a:lnTo>
                  <a:lnTo>
                    <a:pt x="2288" y="75549"/>
                  </a:lnTo>
                  <a:lnTo>
                    <a:pt x="1770" y="66256"/>
                  </a:lnTo>
                  <a:lnTo>
                    <a:pt x="1469" y="62896"/>
                  </a:lnTo>
                  <a:lnTo>
                    <a:pt x="932" y="56911"/>
                  </a:lnTo>
                  <a:lnTo>
                    <a:pt x="670" y="53985"/>
                  </a:lnTo>
                  <a:lnTo>
                    <a:pt x="285" y="50721"/>
                  </a:lnTo>
                  <a:lnTo>
                    <a:pt x="0" y="48299"/>
                  </a:lnTo>
                  <a:lnTo>
                    <a:pt x="1722" y="43682"/>
                  </a:lnTo>
                  <a:lnTo>
                    <a:pt x="3769" y="381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5"/>
            <p:cNvSpPr/>
            <p:nvPr/>
          </p:nvSpPr>
          <p:spPr>
            <a:xfrm>
              <a:off x="2313304" y="3978181"/>
              <a:ext cx="91585" cy="89210"/>
            </a:xfrm>
            <a:custGeom>
              <a:avLst/>
              <a:pathLst>
                <a:path w="91585" h="89210">
                  <a:moveTo>
                    <a:pt x="4125" y="79007"/>
                  </a:moveTo>
                  <a:lnTo>
                    <a:pt x="8387" y="73141"/>
                  </a:lnTo>
                  <a:lnTo>
                    <a:pt x="12365" y="68188"/>
                  </a:lnTo>
                  <a:lnTo>
                    <a:pt x="14655" y="65336"/>
                  </a:lnTo>
                  <a:lnTo>
                    <a:pt x="14806" y="65165"/>
                  </a:lnTo>
                  <a:lnTo>
                    <a:pt x="21865" y="54179"/>
                  </a:lnTo>
                  <a:lnTo>
                    <a:pt x="24735" y="49712"/>
                  </a:lnTo>
                  <a:lnTo>
                    <a:pt x="29731" y="42516"/>
                  </a:lnTo>
                  <a:lnTo>
                    <a:pt x="37323" y="31579"/>
                  </a:lnTo>
                  <a:lnTo>
                    <a:pt x="38700" y="29596"/>
                  </a:lnTo>
                  <a:lnTo>
                    <a:pt x="64653" y="0"/>
                  </a:lnTo>
                  <a:lnTo>
                    <a:pt x="70573" y="4202"/>
                  </a:lnTo>
                  <a:lnTo>
                    <a:pt x="80579" y="11305"/>
                  </a:lnTo>
                  <a:lnTo>
                    <a:pt x="91585" y="19118"/>
                  </a:lnTo>
                  <a:lnTo>
                    <a:pt x="89945" y="22951"/>
                  </a:lnTo>
                  <a:lnTo>
                    <a:pt x="88892" y="25411"/>
                  </a:lnTo>
                  <a:lnTo>
                    <a:pt x="87858" y="27830"/>
                  </a:lnTo>
                  <a:lnTo>
                    <a:pt x="79844" y="34613"/>
                  </a:lnTo>
                  <a:lnTo>
                    <a:pt x="67485" y="44691"/>
                  </a:lnTo>
                  <a:lnTo>
                    <a:pt x="59822" y="50939"/>
                  </a:lnTo>
                  <a:lnTo>
                    <a:pt x="49652" y="59766"/>
                  </a:lnTo>
                  <a:lnTo>
                    <a:pt x="23688" y="82304"/>
                  </a:lnTo>
                  <a:lnTo>
                    <a:pt x="9743" y="88392"/>
                  </a:lnTo>
                  <a:lnTo>
                    <a:pt x="3872" y="89210"/>
                  </a:lnTo>
                  <a:lnTo>
                    <a:pt x="2584" y="88282"/>
                  </a:lnTo>
                  <a:lnTo>
                    <a:pt x="911" y="87078"/>
                  </a:lnTo>
                  <a:lnTo>
                    <a:pt x="0" y="864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6"/>
            <p:cNvSpPr/>
            <p:nvPr/>
          </p:nvSpPr>
          <p:spPr>
            <a:xfrm>
              <a:off x="2081179" y="3937095"/>
              <a:ext cx="57704" cy="49391"/>
            </a:xfrm>
            <a:custGeom>
              <a:avLst/>
              <a:pathLst>
                <a:path w="57704" h="49391">
                  <a:moveTo>
                    <a:pt x="19156" y="29871"/>
                  </a:moveTo>
                  <a:lnTo>
                    <a:pt x="536" y="17800"/>
                  </a:lnTo>
                  <a:lnTo>
                    <a:pt x="0" y="17452"/>
                  </a:lnTo>
                  <a:lnTo>
                    <a:pt x="1514" y="13574"/>
                  </a:lnTo>
                  <a:lnTo>
                    <a:pt x="4022" y="7148"/>
                  </a:lnTo>
                  <a:lnTo>
                    <a:pt x="6813" y="0"/>
                  </a:lnTo>
                  <a:lnTo>
                    <a:pt x="24711" y="10315"/>
                  </a:lnTo>
                  <a:lnTo>
                    <a:pt x="57704" y="29330"/>
                  </a:lnTo>
                  <a:lnTo>
                    <a:pt x="56726" y="31655"/>
                  </a:lnTo>
                  <a:lnTo>
                    <a:pt x="56083" y="33185"/>
                  </a:lnTo>
                  <a:lnTo>
                    <a:pt x="53098" y="40282"/>
                  </a:lnTo>
                  <a:lnTo>
                    <a:pt x="52272" y="42248"/>
                  </a:lnTo>
                  <a:lnTo>
                    <a:pt x="51195" y="44807"/>
                  </a:lnTo>
                  <a:lnTo>
                    <a:pt x="49268" y="49391"/>
                  </a:lnTo>
                  <a:lnTo>
                    <a:pt x="48985" y="49207"/>
                  </a:lnTo>
                  <a:lnTo>
                    <a:pt x="45480" y="469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7"/>
            <p:cNvSpPr/>
            <p:nvPr/>
          </p:nvSpPr>
          <p:spPr>
            <a:xfrm>
              <a:off x="2151712" y="3955276"/>
              <a:ext cx="52690" cy="47107"/>
            </a:xfrm>
            <a:custGeom>
              <a:avLst/>
              <a:pathLst>
                <a:path w="52690" h="47107">
                  <a:moveTo>
                    <a:pt x="33043" y="41786"/>
                  </a:moveTo>
                  <a:lnTo>
                    <a:pt x="26104" y="36943"/>
                  </a:lnTo>
                  <a:lnTo>
                    <a:pt x="14296" y="28701"/>
                  </a:lnTo>
                  <a:lnTo>
                    <a:pt x="3414" y="21106"/>
                  </a:lnTo>
                  <a:lnTo>
                    <a:pt x="0" y="18723"/>
                  </a:lnTo>
                  <a:lnTo>
                    <a:pt x="6838" y="10692"/>
                  </a:lnTo>
                  <a:lnTo>
                    <a:pt x="15943" y="0"/>
                  </a:lnTo>
                  <a:lnTo>
                    <a:pt x="21086" y="4291"/>
                  </a:lnTo>
                  <a:lnTo>
                    <a:pt x="30890" y="12471"/>
                  </a:lnTo>
                  <a:lnTo>
                    <a:pt x="38907" y="19160"/>
                  </a:lnTo>
                  <a:lnTo>
                    <a:pt x="52690" y="30659"/>
                  </a:lnTo>
                  <a:lnTo>
                    <a:pt x="51477" y="32318"/>
                  </a:lnTo>
                  <a:lnTo>
                    <a:pt x="46704" y="38847"/>
                  </a:lnTo>
                  <a:lnTo>
                    <a:pt x="42421" y="44707"/>
                  </a:lnTo>
                  <a:lnTo>
                    <a:pt x="40666" y="471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8"/>
            <p:cNvSpPr/>
            <p:nvPr/>
          </p:nvSpPr>
          <p:spPr>
            <a:xfrm>
              <a:off x="2305980" y="3962216"/>
              <a:ext cx="66006" cy="73260"/>
            </a:xfrm>
            <a:custGeom>
              <a:avLst/>
              <a:pathLst>
                <a:path w="66006" h="73260">
                  <a:moveTo>
                    <a:pt x="12922" y="68328"/>
                  </a:moveTo>
                  <a:lnTo>
                    <a:pt x="0" y="60559"/>
                  </a:lnTo>
                  <a:lnTo>
                    <a:pt x="1713" y="58175"/>
                  </a:lnTo>
                  <a:lnTo>
                    <a:pt x="3089" y="56259"/>
                  </a:lnTo>
                  <a:lnTo>
                    <a:pt x="13278" y="41202"/>
                  </a:lnTo>
                  <a:lnTo>
                    <a:pt x="15406" y="38312"/>
                  </a:lnTo>
                  <a:lnTo>
                    <a:pt x="24454" y="26021"/>
                  </a:lnTo>
                  <a:lnTo>
                    <a:pt x="37016" y="11354"/>
                  </a:lnTo>
                  <a:lnTo>
                    <a:pt x="46429" y="0"/>
                  </a:lnTo>
                  <a:lnTo>
                    <a:pt x="54660" y="6415"/>
                  </a:lnTo>
                  <a:lnTo>
                    <a:pt x="66006" y="15258"/>
                  </a:lnTo>
                  <a:lnTo>
                    <a:pt x="63413" y="18996"/>
                  </a:lnTo>
                  <a:lnTo>
                    <a:pt x="58788" y="25664"/>
                  </a:lnTo>
                  <a:lnTo>
                    <a:pt x="52111" y="34309"/>
                  </a:lnTo>
                  <a:lnTo>
                    <a:pt x="49408" y="37809"/>
                  </a:lnTo>
                  <a:lnTo>
                    <a:pt x="37590" y="51314"/>
                  </a:lnTo>
                  <a:lnTo>
                    <a:pt x="33651" y="55646"/>
                  </a:lnTo>
                  <a:lnTo>
                    <a:pt x="29428" y="60291"/>
                  </a:lnTo>
                  <a:lnTo>
                    <a:pt x="21125" y="73260"/>
                  </a:lnTo>
                  <a:lnTo>
                    <a:pt x="16803" y="706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9"/>
            <p:cNvSpPr/>
            <p:nvPr/>
          </p:nvSpPr>
          <p:spPr>
            <a:xfrm>
              <a:off x="2281836" y="3944611"/>
              <a:ext cx="68123" cy="76198"/>
            </a:xfrm>
            <a:custGeom>
              <a:avLst/>
              <a:pathLst>
                <a:path w="68123" h="76198">
                  <a:moveTo>
                    <a:pt x="13047" y="44616"/>
                  </a:moveTo>
                  <a:lnTo>
                    <a:pt x="22481" y="33518"/>
                  </a:lnTo>
                  <a:lnTo>
                    <a:pt x="43024" y="9356"/>
                  </a:lnTo>
                  <a:lnTo>
                    <a:pt x="50107" y="0"/>
                  </a:lnTo>
                  <a:lnTo>
                    <a:pt x="54226" y="3761"/>
                  </a:lnTo>
                  <a:lnTo>
                    <a:pt x="61122" y="10058"/>
                  </a:lnTo>
                  <a:lnTo>
                    <a:pt x="68123" y="16451"/>
                  </a:lnTo>
                  <a:lnTo>
                    <a:pt x="65985" y="18559"/>
                  </a:lnTo>
                  <a:lnTo>
                    <a:pt x="57066" y="27352"/>
                  </a:lnTo>
                  <a:lnTo>
                    <a:pt x="53425" y="32911"/>
                  </a:lnTo>
                  <a:lnTo>
                    <a:pt x="49638" y="38692"/>
                  </a:lnTo>
                  <a:lnTo>
                    <a:pt x="41010" y="50325"/>
                  </a:lnTo>
                  <a:lnTo>
                    <a:pt x="38508" y="53187"/>
                  </a:lnTo>
                  <a:lnTo>
                    <a:pt x="33127" y="59346"/>
                  </a:lnTo>
                  <a:lnTo>
                    <a:pt x="23849" y="70307"/>
                  </a:lnTo>
                  <a:lnTo>
                    <a:pt x="19605" y="76198"/>
                  </a:lnTo>
                  <a:lnTo>
                    <a:pt x="16874" y="73937"/>
                  </a:lnTo>
                  <a:lnTo>
                    <a:pt x="11405" y="69407"/>
                  </a:lnTo>
                  <a:lnTo>
                    <a:pt x="7490" y="66165"/>
                  </a:lnTo>
                  <a:lnTo>
                    <a:pt x="5522" y="64536"/>
                  </a:lnTo>
                  <a:lnTo>
                    <a:pt x="5154" y="64231"/>
                  </a:lnTo>
                  <a:lnTo>
                    <a:pt x="3340" y="62729"/>
                  </a:lnTo>
                  <a:lnTo>
                    <a:pt x="1097" y="60872"/>
                  </a:lnTo>
                  <a:lnTo>
                    <a:pt x="0" y="59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40"/>
            <p:cNvSpPr/>
            <p:nvPr/>
          </p:nvSpPr>
          <p:spPr>
            <a:xfrm>
              <a:off x="2331302" y="3890431"/>
              <a:ext cx="85794" cy="97538"/>
            </a:xfrm>
            <a:custGeom>
              <a:avLst/>
              <a:pathLst>
                <a:path w="85794" h="97538">
                  <a:moveTo>
                    <a:pt x="37848" y="19799"/>
                  </a:moveTo>
                  <a:lnTo>
                    <a:pt x="39622" y="22255"/>
                  </a:lnTo>
                  <a:lnTo>
                    <a:pt x="47638" y="32963"/>
                  </a:lnTo>
                  <a:lnTo>
                    <a:pt x="52230" y="40713"/>
                  </a:lnTo>
                  <a:lnTo>
                    <a:pt x="55624" y="46440"/>
                  </a:lnTo>
                  <a:lnTo>
                    <a:pt x="67405" y="56775"/>
                  </a:lnTo>
                  <a:lnTo>
                    <a:pt x="85794" y="72064"/>
                  </a:lnTo>
                  <a:lnTo>
                    <a:pt x="82120" y="76840"/>
                  </a:lnTo>
                  <a:lnTo>
                    <a:pt x="80595" y="78822"/>
                  </a:lnTo>
                  <a:lnTo>
                    <a:pt x="76269" y="84444"/>
                  </a:lnTo>
                  <a:lnTo>
                    <a:pt x="66194" y="97538"/>
                  </a:lnTo>
                  <a:lnTo>
                    <a:pt x="52028" y="87567"/>
                  </a:lnTo>
                  <a:lnTo>
                    <a:pt x="42273" y="83605"/>
                  </a:lnTo>
                  <a:lnTo>
                    <a:pt x="28191" y="69936"/>
                  </a:lnTo>
                  <a:lnTo>
                    <a:pt x="24968" y="67330"/>
                  </a:lnTo>
                  <a:lnTo>
                    <a:pt x="1023" y="47973"/>
                  </a:lnTo>
                  <a:lnTo>
                    <a:pt x="0" y="47145"/>
                  </a:lnTo>
                  <a:lnTo>
                    <a:pt x="8753" y="32907"/>
                  </a:lnTo>
                  <a:lnTo>
                    <a:pt x="12424" y="26935"/>
                  </a:lnTo>
                  <a:lnTo>
                    <a:pt x="6111" y="5812"/>
                  </a:lnTo>
                  <a:lnTo>
                    <a:pt x="12412" y="3129"/>
                  </a:lnTo>
                  <a:lnTo>
                    <a:pt x="17212" y="1086"/>
                  </a:lnTo>
                  <a:lnTo>
                    <a:pt x="19763" y="0"/>
                  </a:lnTo>
                  <a:lnTo>
                    <a:pt x="26299" y="2888"/>
                  </a:lnTo>
                  <a:lnTo>
                    <a:pt x="27125" y="4295"/>
                  </a:lnTo>
                  <a:lnTo>
                    <a:pt x="30443" y="9943"/>
                  </a:lnTo>
                  <a:lnTo>
                    <a:pt x="31225" y="10629"/>
                  </a:lnTo>
                  <a:lnTo>
                    <a:pt x="34206" y="147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1"/>
            <p:cNvSpPr/>
            <p:nvPr/>
          </p:nvSpPr>
          <p:spPr>
            <a:xfrm>
              <a:off x="2100022" y="3872115"/>
              <a:ext cx="63671" cy="90493"/>
            </a:xfrm>
            <a:custGeom>
              <a:avLst/>
              <a:pathLst>
                <a:path w="63671" h="90493">
                  <a:moveTo>
                    <a:pt x="7982" y="64802"/>
                  </a:moveTo>
                  <a:lnTo>
                    <a:pt x="14683" y="54638"/>
                  </a:lnTo>
                  <a:lnTo>
                    <a:pt x="17512" y="50347"/>
                  </a:lnTo>
                  <a:lnTo>
                    <a:pt x="18674" y="48584"/>
                  </a:lnTo>
                  <a:lnTo>
                    <a:pt x="19272" y="35834"/>
                  </a:lnTo>
                  <a:lnTo>
                    <a:pt x="17807" y="32786"/>
                  </a:lnTo>
                  <a:lnTo>
                    <a:pt x="12026" y="27502"/>
                  </a:lnTo>
                  <a:lnTo>
                    <a:pt x="9430" y="25130"/>
                  </a:lnTo>
                  <a:lnTo>
                    <a:pt x="0" y="16206"/>
                  </a:lnTo>
                  <a:lnTo>
                    <a:pt x="14623" y="14307"/>
                  </a:lnTo>
                  <a:lnTo>
                    <a:pt x="13542" y="11635"/>
                  </a:lnTo>
                  <a:lnTo>
                    <a:pt x="8833" y="0"/>
                  </a:lnTo>
                  <a:lnTo>
                    <a:pt x="24385" y="2510"/>
                  </a:lnTo>
                  <a:lnTo>
                    <a:pt x="39169" y="4896"/>
                  </a:lnTo>
                  <a:lnTo>
                    <a:pt x="46612" y="6098"/>
                  </a:lnTo>
                  <a:lnTo>
                    <a:pt x="51241" y="11430"/>
                  </a:lnTo>
                  <a:lnTo>
                    <a:pt x="54773" y="18583"/>
                  </a:lnTo>
                  <a:lnTo>
                    <a:pt x="58859" y="26856"/>
                  </a:lnTo>
                  <a:lnTo>
                    <a:pt x="63671" y="36599"/>
                  </a:lnTo>
                  <a:lnTo>
                    <a:pt x="62522" y="42977"/>
                  </a:lnTo>
                  <a:lnTo>
                    <a:pt x="61741" y="47312"/>
                  </a:lnTo>
                  <a:lnTo>
                    <a:pt x="58994" y="62560"/>
                  </a:lnTo>
                  <a:lnTo>
                    <a:pt x="58085" y="67605"/>
                  </a:lnTo>
                  <a:lnTo>
                    <a:pt x="55601" y="71769"/>
                  </a:lnTo>
                  <a:lnTo>
                    <a:pt x="44433" y="90493"/>
                  </a:lnTo>
                  <a:lnTo>
                    <a:pt x="29966" y="82311"/>
                  </a:lnTo>
                  <a:lnTo>
                    <a:pt x="22568" y="78128"/>
                  </a:lnTo>
                  <a:lnTo>
                    <a:pt x="20079" y="75854"/>
                  </a:lnTo>
                  <a:lnTo>
                    <a:pt x="17242" y="732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2"/>
            <p:cNvSpPr/>
            <p:nvPr/>
          </p:nvSpPr>
          <p:spPr>
            <a:xfrm>
              <a:off x="2175173" y="3872151"/>
              <a:ext cx="74330" cy="84333"/>
            </a:xfrm>
            <a:custGeom>
              <a:avLst/>
              <a:pathLst>
                <a:path w="74330" h="84333">
                  <a:moveTo>
                    <a:pt x="19445" y="58721"/>
                  </a:moveTo>
                  <a:lnTo>
                    <a:pt x="18606" y="57895"/>
                  </a:lnTo>
                  <a:lnTo>
                    <a:pt x="11773" y="51164"/>
                  </a:lnTo>
                  <a:lnTo>
                    <a:pt x="7835" y="47326"/>
                  </a:lnTo>
                  <a:lnTo>
                    <a:pt x="4298" y="30136"/>
                  </a:lnTo>
                  <a:lnTo>
                    <a:pt x="2592" y="26625"/>
                  </a:lnTo>
                  <a:lnTo>
                    <a:pt x="489" y="22298"/>
                  </a:lnTo>
                  <a:lnTo>
                    <a:pt x="0" y="21292"/>
                  </a:lnTo>
                  <a:lnTo>
                    <a:pt x="8351" y="18318"/>
                  </a:lnTo>
                  <a:lnTo>
                    <a:pt x="13605" y="17046"/>
                  </a:lnTo>
                  <a:lnTo>
                    <a:pt x="17598" y="17426"/>
                  </a:lnTo>
                  <a:lnTo>
                    <a:pt x="18661" y="17527"/>
                  </a:lnTo>
                  <a:lnTo>
                    <a:pt x="18976" y="17440"/>
                  </a:lnTo>
                  <a:lnTo>
                    <a:pt x="24060" y="17404"/>
                  </a:lnTo>
                  <a:lnTo>
                    <a:pt x="28252" y="16593"/>
                  </a:lnTo>
                  <a:lnTo>
                    <a:pt x="28883" y="16419"/>
                  </a:lnTo>
                  <a:lnTo>
                    <a:pt x="33478" y="15838"/>
                  </a:lnTo>
                  <a:lnTo>
                    <a:pt x="33908" y="15550"/>
                  </a:lnTo>
                  <a:lnTo>
                    <a:pt x="38587" y="13415"/>
                  </a:lnTo>
                  <a:lnTo>
                    <a:pt x="39247" y="12724"/>
                  </a:lnTo>
                  <a:lnTo>
                    <a:pt x="39793" y="12234"/>
                  </a:lnTo>
                  <a:lnTo>
                    <a:pt x="43525" y="10359"/>
                  </a:lnTo>
                  <a:lnTo>
                    <a:pt x="44588" y="9898"/>
                  </a:lnTo>
                  <a:lnTo>
                    <a:pt x="48665" y="7418"/>
                  </a:lnTo>
                  <a:lnTo>
                    <a:pt x="49612" y="7158"/>
                  </a:lnTo>
                  <a:lnTo>
                    <a:pt x="55155" y="4445"/>
                  </a:lnTo>
                  <a:lnTo>
                    <a:pt x="55586" y="4157"/>
                  </a:lnTo>
                  <a:lnTo>
                    <a:pt x="61676" y="954"/>
                  </a:lnTo>
                  <a:lnTo>
                    <a:pt x="65152" y="0"/>
                  </a:lnTo>
                  <a:lnTo>
                    <a:pt x="64754" y="13146"/>
                  </a:lnTo>
                  <a:lnTo>
                    <a:pt x="64488" y="21939"/>
                  </a:lnTo>
                  <a:lnTo>
                    <a:pt x="64032" y="36993"/>
                  </a:lnTo>
                  <a:lnTo>
                    <a:pt x="68131" y="38906"/>
                  </a:lnTo>
                  <a:lnTo>
                    <a:pt x="74330" y="41799"/>
                  </a:lnTo>
                  <a:lnTo>
                    <a:pt x="73178" y="49041"/>
                  </a:lnTo>
                  <a:lnTo>
                    <a:pt x="72893" y="50837"/>
                  </a:lnTo>
                  <a:lnTo>
                    <a:pt x="69995" y="56375"/>
                  </a:lnTo>
                  <a:lnTo>
                    <a:pt x="67558" y="61107"/>
                  </a:lnTo>
                  <a:lnTo>
                    <a:pt x="66384" y="63162"/>
                  </a:lnTo>
                  <a:lnTo>
                    <a:pt x="63201" y="68735"/>
                  </a:lnTo>
                  <a:lnTo>
                    <a:pt x="62542" y="69423"/>
                  </a:lnTo>
                  <a:lnTo>
                    <a:pt x="59907" y="72324"/>
                  </a:lnTo>
                  <a:lnTo>
                    <a:pt x="58244" y="74155"/>
                  </a:lnTo>
                  <a:lnTo>
                    <a:pt x="55466" y="77623"/>
                  </a:lnTo>
                  <a:lnTo>
                    <a:pt x="54578" y="78712"/>
                  </a:lnTo>
                  <a:lnTo>
                    <a:pt x="51399" y="81952"/>
                  </a:lnTo>
                  <a:lnTo>
                    <a:pt x="47648" y="84333"/>
                  </a:lnTo>
                  <a:lnTo>
                    <a:pt x="24989" y="653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3"/>
            <p:cNvSpPr/>
            <p:nvPr/>
          </p:nvSpPr>
          <p:spPr>
            <a:xfrm>
              <a:off x="2153462" y="3826009"/>
              <a:ext cx="75962" cy="64584"/>
            </a:xfrm>
            <a:custGeom>
              <a:avLst/>
              <a:pathLst>
                <a:path w="75962" h="64584">
                  <a:moveTo>
                    <a:pt x="9381" y="30328"/>
                  </a:moveTo>
                  <a:lnTo>
                    <a:pt x="12661" y="25524"/>
                  </a:lnTo>
                  <a:lnTo>
                    <a:pt x="19439" y="15599"/>
                  </a:lnTo>
                  <a:lnTo>
                    <a:pt x="30092" y="0"/>
                  </a:lnTo>
                  <a:lnTo>
                    <a:pt x="42742" y="7748"/>
                  </a:lnTo>
                  <a:lnTo>
                    <a:pt x="51966" y="13543"/>
                  </a:lnTo>
                  <a:lnTo>
                    <a:pt x="55141" y="17364"/>
                  </a:lnTo>
                  <a:lnTo>
                    <a:pt x="59549" y="22669"/>
                  </a:lnTo>
                  <a:lnTo>
                    <a:pt x="67328" y="31904"/>
                  </a:lnTo>
                  <a:lnTo>
                    <a:pt x="75962" y="42420"/>
                  </a:lnTo>
                  <a:lnTo>
                    <a:pt x="74184" y="44603"/>
                  </a:lnTo>
                  <a:lnTo>
                    <a:pt x="72176" y="46224"/>
                  </a:lnTo>
                  <a:lnTo>
                    <a:pt x="69738" y="48194"/>
                  </a:lnTo>
                  <a:lnTo>
                    <a:pt x="69079" y="48883"/>
                  </a:lnTo>
                  <a:lnTo>
                    <a:pt x="65552" y="50867"/>
                  </a:lnTo>
                  <a:lnTo>
                    <a:pt x="64520" y="50812"/>
                  </a:lnTo>
                  <a:lnTo>
                    <a:pt x="60449" y="53283"/>
                  </a:lnTo>
                  <a:lnTo>
                    <a:pt x="55748" y="55928"/>
                  </a:lnTo>
                  <a:lnTo>
                    <a:pt x="55117" y="56100"/>
                  </a:lnTo>
                  <a:lnTo>
                    <a:pt x="51763" y="56851"/>
                  </a:lnTo>
                  <a:lnTo>
                    <a:pt x="51247" y="56823"/>
                  </a:lnTo>
                  <a:lnTo>
                    <a:pt x="47865" y="58090"/>
                  </a:lnTo>
                  <a:lnTo>
                    <a:pt x="47033" y="58148"/>
                  </a:lnTo>
                  <a:lnTo>
                    <a:pt x="41960" y="60048"/>
                  </a:lnTo>
                  <a:lnTo>
                    <a:pt x="41645" y="60134"/>
                  </a:lnTo>
                  <a:lnTo>
                    <a:pt x="36542" y="60687"/>
                  </a:lnTo>
                  <a:lnTo>
                    <a:pt x="31468" y="60724"/>
                  </a:lnTo>
                  <a:lnTo>
                    <a:pt x="25762" y="60934"/>
                  </a:lnTo>
                  <a:lnTo>
                    <a:pt x="18629" y="64584"/>
                  </a:lnTo>
                  <a:lnTo>
                    <a:pt x="16118" y="61938"/>
                  </a:lnTo>
                  <a:lnTo>
                    <a:pt x="12315" y="57930"/>
                  </a:lnTo>
                  <a:lnTo>
                    <a:pt x="8057" y="53443"/>
                  </a:lnTo>
                  <a:lnTo>
                    <a:pt x="3932" y="49096"/>
                  </a:lnTo>
                  <a:lnTo>
                    <a:pt x="859" y="45857"/>
                  </a:lnTo>
                  <a:lnTo>
                    <a:pt x="0" y="44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4"/>
            <p:cNvSpPr/>
            <p:nvPr/>
          </p:nvSpPr>
          <p:spPr>
            <a:xfrm>
              <a:off x="2079759" y="3965546"/>
              <a:ext cx="46031" cy="51375"/>
            </a:xfrm>
            <a:custGeom>
              <a:avLst/>
              <a:pathLst>
                <a:path w="46031" h="51375">
                  <a:moveTo>
                    <a:pt x="204" y="0"/>
                  </a:moveTo>
                  <a:lnTo>
                    <a:pt x="16856" y="9084"/>
                  </a:lnTo>
                  <a:lnTo>
                    <a:pt x="46031" y="25000"/>
                  </a:lnTo>
                  <a:lnTo>
                    <a:pt x="45690" y="27353"/>
                  </a:lnTo>
                  <a:lnTo>
                    <a:pt x="45940" y="27462"/>
                  </a:lnTo>
                  <a:lnTo>
                    <a:pt x="45094" y="31469"/>
                  </a:lnTo>
                  <a:lnTo>
                    <a:pt x="44623" y="34720"/>
                  </a:lnTo>
                  <a:lnTo>
                    <a:pt x="42209" y="51375"/>
                  </a:lnTo>
                  <a:lnTo>
                    <a:pt x="41036" y="50689"/>
                  </a:lnTo>
                  <a:lnTo>
                    <a:pt x="29582" y="43993"/>
                  </a:lnTo>
                  <a:lnTo>
                    <a:pt x="9695" y="32368"/>
                  </a:lnTo>
                  <a:lnTo>
                    <a:pt x="0" y="26700"/>
                  </a:lnTo>
                  <a:lnTo>
                    <a:pt x="121" y="10883"/>
                  </a:lnTo>
                  <a:lnTo>
                    <a:pt x="147" y="7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5"/>
            <p:cNvSpPr/>
            <p:nvPr/>
          </p:nvSpPr>
          <p:spPr>
            <a:xfrm>
              <a:off x="2235190" y="3645799"/>
              <a:ext cx="40773" cy="62633"/>
            </a:xfrm>
            <a:custGeom>
              <a:avLst/>
              <a:pathLst>
                <a:path w="40773" h="62633">
                  <a:moveTo>
                    <a:pt x="6226" y="60971"/>
                  </a:moveTo>
                  <a:lnTo>
                    <a:pt x="3495" y="57645"/>
                  </a:lnTo>
                  <a:lnTo>
                    <a:pt x="1672" y="55425"/>
                  </a:lnTo>
                  <a:lnTo>
                    <a:pt x="33" y="53428"/>
                  </a:lnTo>
                  <a:lnTo>
                    <a:pt x="0" y="53246"/>
                  </a:lnTo>
                  <a:lnTo>
                    <a:pt x="1816" y="38753"/>
                  </a:lnTo>
                  <a:lnTo>
                    <a:pt x="2878" y="36471"/>
                  </a:lnTo>
                  <a:lnTo>
                    <a:pt x="5385" y="31083"/>
                  </a:lnTo>
                  <a:lnTo>
                    <a:pt x="9326" y="27059"/>
                  </a:lnTo>
                  <a:lnTo>
                    <a:pt x="10516" y="26092"/>
                  </a:lnTo>
                  <a:lnTo>
                    <a:pt x="15158" y="22318"/>
                  </a:lnTo>
                  <a:lnTo>
                    <a:pt x="21570" y="17106"/>
                  </a:lnTo>
                  <a:lnTo>
                    <a:pt x="18434" y="12112"/>
                  </a:lnTo>
                  <a:lnTo>
                    <a:pt x="16618" y="9222"/>
                  </a:lnTo>
                  <a:lnTo>
                    <a:pt x="15151" y="6886"/>
                  </a:lnTo>
                  <a:lnTo>
                    <a:pt x="19793" y="0"/>
                  </a:lnTo>
                  <a:lnTo>
                    <a:pt x="23512" y="4478"/>
                  </a:lnTo>
                  <a:lnTo>
                    <a:pt x="32279" y="15033"/>
                  </a:lnTo>
                  <a:lnTo>
                    <a:pt x="40773" y="25260"/>
                  </a:lnTo>
                  <a:lnTo>
                    <a:pt x="39068" y="27180"/>
                  </a:lnTo>
                  <a:lnTo>
                    <a:pt x="36647" y="29906"/>
                  </a:lnTo>
                  <a:lnTo>
                    <a:pt x="30215" y="37150"/>
                  </a:lnTo>
                  <a:lnTo>
                    <a:pt x="23928" y="44231"/>
                  </a:lnTo>
                  <a:lnTo>
                    <a:pt x="17596" y="51362"/>
                  </a:lnTo>
                  <a:lnTo>
                    <a:pt x="7777" y="62422"/>
                  </a:lnTo>
                  <a:lnTo>
                    <a:pt x="7590" y="626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6"/>
            <p:cNvSpPr/>
            <p:nvPr/>
          </p:nvSpPr>
          <p:spPr>
            <a:xfrm>
              <a:off x="2134742" y="4005036"/>
              <a:ext cx="49268" cy="34956"/>
            </a:xfrm>
            <a:custGeom>
              <a:avLst/>
              <a:pathLst>
                <a:path w="49268" h="34956">
                  <a:moveTo>
                    <a:pt x="0" y="29150"/>
                  </a:moveTo>
                  <a:lnTo>
                    <a:pt x="1571" y="24830"/>
                  </a:lnTo>
                  <a:lnTo>
                    <a:pt x="4908" y="15656"/>
                  </a:lnTo>
                  <a:lnTo>
                    <a:pt x="7927" y="7358"/>
                  </a:lnTo>
                  <a:lnTo>
                    <a:pt x="10604" y="0"/>
                  </a:lnTo>
                  <a:lnTo>
                    <a:pt x="20486" y="331"/>
                  </a:lnTo>
                  <a:lnTo>
                    <a:pt x="29330" y="628"/>
                  </a:lnTo>
                  <a:lnTo>
                    <a:pt x="38863" y="949"/>
                  </a:lnTo>
                  <a:lnTo>
                    <a:pt x="48374" y="1268"/>
                  </a:lnTo>
                  <a:lnTo>
                    <a:pt x="48512" y="6481"/>
                  </a:lnTo>
                  <a:lnTo>
                    <a:pt x="48839" y="18800"/>
                  </a:lnTo>
                  <a:lnTo>
                    <a:pt x="49268" y="34956"/>
                  </a:lnTo>
                  <a:lnTo>
                    <a:pt x="46407" y="34841"/>
                  </a:lnTo>
                  <a:lnTo>
                    <a:pt x="42546" y="34686"/>
                  </a:lnTo>
                  <a:lnTo>
                    <a:pt x="33901" y="34338"/>
                  </a:lnTo>
                  <a:lnTo>
                    <a:pt x="25088" y="33983"/>
                  </a:lnTo>
                  <a:lnTo>
                    <a:pt x="13048" y="33498"/>
                  </a:lnTo>
                  <a:lnTo>
                    <a:pt x="3876" y="33129"/>
                  </a:lnTo>
                  <a:lnTo>
                    <a:pt x="2190" y="32065"/>
                  </a:lnTo>
                  <a:lnTo>
                    <a:pt x="997" y="313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7"/>
            <p:cNvSpPr/>
            <p:nvPr/>
          </p:nvSpPr>
          <p:spPr>
            <a:xfrm>
              <a:off x="2147759" y="3998856"/>
              <a:ext cx="102933" cy="72163"/>
            </a:xfrm>
            <a:custGeom>
              <a:avLst/>
              <a:pathLst>
                <a:path w="102933" h="72163">
                  <a:moveTo>
                    <a:pt x="81567" y="54732"/>
                  </a:moveTo>
                  <a:lnTo>
                    <a:pt x="78104" y="59486"/>
                  </a:lnTo>
                  <a:lnTo>
                    <a:pt x="75385" y="63218"/>
                  </a:lnTo>
                  <a:lnTo>
                    <a:pt x="71798" y="66047"/>
                  </a:lnTo>
                  <a:lnTo>
                    <a:pt x="64043" y="72163"/>
                  </a:lnTo>
                  <a:lnTo>
                    <a:pt x="61316" y="72128"/>
                  </a:lnTo>
                  <a:lnTo>
                    <a:pt x="53752" y="72030"/>
                  </a:lnTo>
                  <a:lnTo>
                    <a:pt x="49649" y="71976"/>
                  </a:lnTo>
                  <a:lnTo>
                    <a:pt x="42287" y="71881"/>
                  </a:lnTo>
                  <a:lnTo>
                    <a:pt x="36754" y="71809"/>
                  </a:lnTo>
                  <a:lnTo>
                    <a:pt x="30827" y="71732"/>
                  </a:lnTo>
                  <a:lnTo>
                    <a:pt x="25296" y="71660"/>
                  </a:lnTo>
                  <a:lnTo>
                    <a:pt x="18287" y="71569"/>
                  </a:lnTo>
                  <a:lnTo>
                    <a:pt x="14441" y="71519"/>
                  </a:lnTo>
                  <a:lnTo>
                    <a:pt x="0" y="71332"/>
                  </a:lnTo>
                  <a:lnTo>
                    <a:pt x="40" y="62565"/>
                  </a:lnTo>
                  <a:lnTo>
                    <a:pt x="115" y="46607"/>
                  </a:lnTo>
                  <a:lnTo>
                    <a:pt x="17747" y="46975"/>
                  </a:lnTo>
                  <a:lnTo>
                    <a:pt x="48071" y="47606"/>
                  </a:lnTo>
                  <a:lnTo>
                    <a:pt x="52742" y="48767"/>
                  </a:lnTo>
                  <a:lnTo>
                    <a:pt x="59980" y="49591"/>
                  </a:lnTo>
                  <a:lnTo>
                    <a:pt x="59949" y="42334"/>
                  </a:lnTo>
                  <a:lnTo>
                    <a:pt x="48570" y="34632"/>
                  </a:lnTo>
                  <a:lnTo>
                    <a:pt x="42018" y="17887"/>
                  </a:lnTo>
                  <a:lnTo>
                    <a:pt x="45025" y="12845"/>
                  </a:lnTo>
                  <a:lnTo>
                    <a:pt x="48836" y="6454"/>
                  </a:lnTo>
                  <a:lnTo>
                    <a:pt x="58941" y="0"/>
                  </a:lnTo>
                  <a:lnTo>
                    <a:pt x="61341" y="1521"/>
                  </a:lnTo>
                  <a:lnTo>
                    <a:pt x="64160" y="3309"/>
                  </a:lnTo>
                  <a:lnTo>
                    <a:pt x="67167" y="5217"/>
                  </a:lnTo>
                  <a:lnTo>
                    <a:pt x="70471" y="7312"/>
                  </a:lnTo>
                  <a:lnTo>
                    <a:pt x="73937" y="9510"/>
                  </a:lnTo>
                  <a:lnTo>
                    <a:pt x="76073" y="10865"/>
                  </a:lnTo>
                  <a:lnTo>
                    <a:pt x="79524" y="13054"/>
                  </a:lnTo>
                  <a:lnTo>
                    <a:pt x="83053" y="15292"/>
                  </a:lnTo>
                  <a:lnTo>
                    <a:pt x="85415" y="17052"/>
                  </a:lnTo>
                  <a:lnTo>
                    <a:pt x="89555" y="20136"/>
                  </a:lnTo>
                  <a:lnTo>
                    <a:pt x="93985" y="23436"/>
                  </a:lnTo>
                  <a:lnTo>
                    <a:pt x="102933" y="30102"/>
                  </a:lnTo>
                  <a:lnTo>
                    <a:pt x="97212" y="37012"/>
                  </a:lnTo>
                  <a:lnTo>
                    <a:pt x="92972" y="42134"/>
                  </a:lnTo>
                  <a:lnTo>
                    <a:pt x="88126" y="4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8"/>
            <p:cNvSpPr/>
            <p:nvPr/>
          </p:nvSpPr>
          <p:spPr>
            <a:xfrm>
              <a:off x="2230803" y="3917325"/>
              <a:ext cx="59832" cy="61760"/>
            </a:xfrm>
            <a:custGeom>
              <a:avLst/>
              <a:pathLst>
                <a:path w="59832" h="61760">
                  <a:moveTo>
                    <a:pt x="16113" y="61575"/>
                  </a:moveTo>
                  <a:lnTo>
                    <a:pt x="12825" y="58792"/>
                  </a:lnTo>
                  <a:lnTo>
                    <a:pt x="9108" y="55646"/>
                  </a:lnTo>
                  <a:lnTo>
                    <a:pt x="5349" y="52465"/>
                  </a:lnTo>
                  <a:lnTo>
                    <a:pt x="1511" y="49216"/>
                  </a:lnTo>
                  <a:lnTo>
                    <a:pt x="0" y="47937"/>
                  </a:lnTo>
                  <a:lnTo>
                    <a:pt x="1129" y="46436"/>
                  </a:lnTo>
                  <a:lnTo>
                    <a:pt x="5369" y="40806"/>
                  </a:lnTo>
                  <a:lnTo>
                    <a:pt x="5972" y="40006"/>
                  </a:lnTo>
                  <a:lnTo>
                    <a:pt x="8041" y="37258"/>
                  </a:lnTo>
                  <a:lnTo>
                    <a:pt x="10397" y="34129"/>
                  </a:lnTo>
                  <a:lnTo>
                    <a:pt x="11696" y="32404"/>
                  </a:lnTo>
                  <a:lnTo>
                    <a:pt x="15455" y="27413"/>
                  </a:lnTo>
                  <a:lnTo>
                    <a:pt x="16475" y="26058"/>
                  </a:lnTo>
                  <a:lnTo>
                    <a:pt x="21145" y="19857"/>
                  </a:lnTo>
                  <a:lnTo>
                    <a:pt x="21759" y="19042"/>
                  </a:lnTo>
                  <a:lnTo>
                    <a:pt x="23783" y="16354"/>
                  </a:lnTo>
                  <a:lnTo>
                    <a:pt x="25855" y="13601"/>
                  </a:lnTo>
                  <a:lnTo>
                    <a:pt x="26992" y="12092"/>
                  </a:lnTo>
                  <a:lnTo>
                    <a:pt x="31206" y="6496"/>
                  </a:lnTo>
                  <a:lnTo>
                    <a:pt x="31683" y="5863"/>
                  </a:lnTo>
                  <a:lnTo>
                    <a:pt x="35978" y="159"/>
                  </a:lnTo>
                  <a:lnTo>
                    <a:pt x="36166" y="0"/>
                  </a:lnTo>
                  <a:lnTo>
                    <a:pt x="36611" y="148"/>
                  </a:lnTo>
                  <a:lnTo>
                    <a:pt x="37868" y="569"/>
                  </a:lnTo>
                  <a:lnTo>
                    <a:pt x="40380" y="1410"/>
                  </a:lnTo>
                  <a:lnTo>
                    <a:pt x="41959" y="1938"/>
                  </a:lnTo>
                  <a:lnTo>
                    <a:pt x="45436" y="3101"/>
                  </a:lnTo>
                  <a:lnTo>
                    <a:pt x="45984" y="3285"/>
                  </a:lnTo>
                  <a:lnTo>
                    <a:pt x="48602" y="4161"/>
                  </a:lnTo>
                  <a:lnTo>
                    <a:pt x="50570" y="4819"/>
                  </a:lnTo>
                  <a:lnTo>
                    <a:pt x="50950" y="4946"/>
                  </a:lnTo>
                  <a:lnTo>
                    <a:pt x="59832" y="7918"/>
                  </a:lnTo>
                  <a:lnTo>
                    <a:pt x="48244" y="22261"/>
                  </a:lnTo>
                  <a:lnTo>
                    <a:pt x="33519" y="40486"/>
                  </a:lnTo>
                  <a:lnTo>
                    <a:pt x="18489" y="59089"/>
                  </a:lnTo>
                  <a:lnTo>
                    <a:pt x="16331" y="617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9"/>
            <p:cNvSpPr/>
            <p:nvPr/>
          </p:nvSpPr>
          <p:spPr>
            <a:xfrm>
              <a:off x="2239635" y="3778606"/>
              <a:ext cx="69799" cy="78530"/>
            </a:xfrm>
            <a:custGeom>
              <a:avLst/>
              <a:pathLst>
                <a:path w="69799" h="78530">
                  <a:moveTo>
                    <a:pt x="13402" y="23600"/>
                  </a:moveTo>
                  <a:lnTo>
                    <a:pt x="19996" y="18468"/>
                  </a:lnTo>
                  <a:lnTo>
                    <a:pt x="24057" y="15764"/>
                  </a:lnTo>
                  <a:lnTo>
                    <a:pt x="24642" y="15375"/>
                  </a:lnTo>
                  <a:lnTo>
                    <a:pt x="26554" y="14103"/>
                  </a:lnTo>
                  <a:lnTo>
                    <a:pt x="33688" y="8581"/>
                  </a:lnTo>
                  <a:lnTo>
                    <a:pt x="39330" y="5324"/>
                  </a:lnTo>
                  <a:lnTo>
                    <a:pt x="39733" y="4736"/>
                  </a:lnTo>
                  <a:lnTo>
                    <a:pt x="46394" y="1218"/>
                  </a:lnTo>
                  <a:lnTo>
                    <a:pt x="50976" y="0"/>
                  </a:lnTo>
                  <a:lnTo>
                    <a:pt x="57395" y="42"/>
                  </a:lnTo>
                  <a:lnTo>
                    <a:pt x="59421" y="11805"/>
                  </a:lnTo>
                  <a:lnTo>
                    <a:pt x="60036" y="15375"/>
                  </a:lnTo>
                  <a:lnTo>
                    <a:pt x="62553" y="29989"/>
                  </a:lnTo>
                  <a:lnTo>
                    <a:pt x="63256" y="34075"/>
                  </a:lnTo>
                  <a:lnTo>
                    <a:pt x="69400" y="69749"/>
                  </a:lnTo>
                  <a:lnTo>
                    <a:pt x="69799" y="72068"/>
                  </a:lnTo>
                  <a:lnTo>
                    <a:pt x="67134" y="72124"/>
                  </a:lnTo>
                  <a:lnTo>
                    <a:pt x="58528" y="72307"/>
                  </a:lnTo>
                  <a:lnTo>
                    <a:pt x="55367" y="72374"/>
                  </a:lnTo>
                  <a:lnTo>
                    <a:pt x="48486" y="72956"/>
                  </a:lnTo>
                  <a:lnTo>
                    <a:pt x="42644" y="73450"/>
                  </a:lnTo>
                  <a:lnTo>
                    <a:pt x="37522" y="75053"/>
                  </a:lnTo>
                  <a:lnTo>
                    <a:pt x="26417" y="78530"/>
                  </a:lnTo>
                  <a:lnTo>
                    <a:pt x="9117" y="49390"/>
                  </a:lnTo>
                  <a:lnTo>
                    <a:pt x="2806" y="38761"/>
                  </a:lnTo>
                  <a:lnTo>
                    <a:pt x="0" y="340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50"/>
            <p:cNvSpPr/>
            <p:nvPr/>
          </p:nvSpPr>
          <p:spPr>
            <a:xfrm>
              <a:off x="2091608" y="4149143"/>
              <a:ext cx="88014" cy="70292"/>
            </a:xfrm>
            <a:custGeom>
              <a:avLst/>
              <a:pathLst>
                <a:path w="88014" h="70292">
                  <a:moveTo>
                    <a:pt x="2720" y="57385"/>
                  </a:moveTo>
                  <a:lnTo>
                    <a:pt x="4552" y="55284"/>
                  </a:lnTo>
                  <a:lnTo>
                    <a:pt x="23253" y="33845"/>
                  </a:lnTo>
                  <a:lnTo>
                    <a:pt x="25014" y="31164"/>
                  </a:lnTo>
                  <a:lnTo>
                    <a:pt x="27195" y="27842"/>
                  </a:lnTo>
                  <a:lnTo>
                    <a:pt x="34288" y="14109"/>
                  </a:lnTo>
                  <a:lnTo>
                    <a:pt x="40095" y="9836"/>
                  </a:lnTo>
                  <a:lnTo>
                    <a:pt x="40251" y="9598"/>
                  </a:lnTo>
                  <a:lnTo>
                    <a:pt x="42827" y="0"/>
                  </a:lnTo>
                  <a:lnTo>
                    <a:pt x="50158" y="3233"/>
                  </a:lnTo>
                  <a:lnTo>
                    <a:pt x="88014" y="19930"/>
                  </a:lnTo>
                  <a:lnTo>
                    <a:pt x="86119" y="25398"/>
                  </a:lnTo>
                  <a:lnTo>
                    <a:pt x="84631" y="29692"/>
                  </a:lnTo>
                  <a:lnTo>
                    <a:pt x="81486" y="36931"/>
                  </a:lnTo>
                  <a:lnTo>
                    <a:pt x="79988" y="38845"/>
                  </a:lnTo>
                  <a:lnTo>
                    <a:pt x="57255" y="67902"/>
                  </a:lnTo>
                  <a:lnTo>
                    <a:pt x="53463" y="64778"/>
                  </a:lnTo>
                  <a:lnTo>
                    <a:pt x="45341" y="60060"/>
                  </a:lnTo>
                  <a:lnTo>
                    <a:pt x="42671" y="59705"/>
                  </a:lnTo>
                  <a:lnTo>
                    <a:pt x="37100" y="58964"/>
                  </a:lnTo>
                  <a:lnTo>
                    <a:pt x="30517" y="63340"/>
                  </a:lnTo>
                  <a:lnTo>
                    <a:pt x="22911" y="64759"/>
                  </a:lnTo>
                  <a:lnTo>
                    <a:pt x="7040" y="70292"/>
                  </a:lnTo>
                  <a:lnTo>
                    <a:pt x="0" y="67062"/>
                  </a:lnTo>
                  <a:lnTo>
                    <a:pt x="1068" y="632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1"/>
            <p:cNvSpPr/>
            <p:nvPr/>
          </p:nvSpPr>
          <p:spPr>
            <a:xfrm>
              <a:off x="2277882" y="4029970"/>
              <a:ext cx="43012" cy="43619"/>
            </a:xfrm>
            <a:custGeom>
              <a:avLst/>
              <a:pathLst>
                <a:path w="43012" h="43619">
                  <a:moveTo>
                    <a:pt x="6651" y="18535"/>
                  </a:moveTo>
                  <a:lnTo>
                    <a:pt x="11813" y="12344"/>
                  </a:lnTo>
                  <a:lnTo>
                    <a:pt x="16643" y="6552"/>
                  </a:lnTo>
                  <a:lnTo>
                    <a:pt x="22107" y="0"/>
                  </a:lnTo>
                  <a:lnTo>
                    <a:pt x="25108" y="2095"/>
                  </a:lnTo>
                  <a:lnTo>
                    <a:pt x="28827" y="4692"/>
                  </a:lnTo>
                  <a:lnTo>
                    <a:pt x="37518" y="10761"/>
                  </a:lnTo>
                  <a:lnTo>
                    <a:pt x="43012" y="14597"/>
                  </a:lnTo>
                  <a:lnTo>
                    <a:pt x="29820" y="32348"/>
                  </a:lnTo>
                  <a:lnTo>
                    <a:pt x="21444" y="43619"/>
                  </a:lnTo>
                  <a:lnTo>
                    <a:pt x="11880" y="35989"/>
                  </a:lnTo>
                  <a:lnTo>
                    <a:pt x="0" y="26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2"/>
            <p:cNvSpPr/>
            <p:nvPr/>
          </p:nvSpPr>
          <p:spPr>
            <a:xfrm>
              <a:off x="2366830" y="3874793"/>
              <a:ext cx="50577" cy="66235"/>
            </a:xfrm>
            <a:custGeom>
              <a:avLst/>
              <a:pathLst>
                <a:path w="50577" h="66235">
                  <a:moveTo>
                    <a:pt x="0" y="24894"/>
                  </a:moveTo>
                  <a:lnTo>
                    <a:pt x="10449" y="9533"/>
                  </a:lnTo>
                  <a:lnTo>
                    <a:pt x="16934" y="0"/>
                  </a:lnTo>
                  <a:lnTo>
                    <a:pt x="25163" y="10918"/>
                  </a:lnTo>
                  <a:lnTo>
                    <a:pt x="30211" y="17734"/>
                  </a:lnTo>
                  <a:lnTo>
                    <a:pt x="35941" y="25472"/>
                  </a:lnTo>
                  <a:lnTo>
                    <a:pt x="39833" y="32077"/>
                  </a:lnTo>
                  <a:lnTo>
                    <a:pt x="42813" y="37134"/>
                  </a:lnTo>
                  <a:lnTo>
                    <a:pt x="44455" y="39759"/>
                  </a:lnTo>
                  <a:lnTo>
                    <a:pt x="50577" y="49545"/>
                  </a:lnTo>
                  <a:lnTo>
                    <a:pt x="49377" y="57399"/>
                  </a:lnTo>
                  <a:lnTo>
                    <a:pt x="45612" y="66235"/>
                  </a:lnTo>
                  <a:lnTo>
                    <a:pt x="40221" y="63705"/>
                  </a:lnTo>
                  <a:lnTo>
                    <a:pt x="39914" y="63436"/>
                  </a:lnTo>
                  <a:lnTo>
                    <a:pt x="29535" y="55164"/>
                  </a:lnTo>
                  <a:lnTo>
                    <a:pt x="28460" y="54223"/>
                  </a:lnTo>
                  <a:lnTo>
                    <a:pt x="27540" y="53417"/>
                  </a:lnTo>
                  <a:lnTo>
                    <a:pt x="22458" y="46497"/>
                  </a:lnTo>
                  <a:lnTo>
                    <a:pt x="19225" y="42008"/>
                  </a:lnTo>
                  <a:lnTo>
                    <a:pt x="16555" y="383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3"/>
            <p:cNvSpPr/>
            <p:nvPr/>
          </p:nvSpPr>
          <p:spPr>
            <a:xfrm>
              <a:off x="2124544" y="4046305"/>
              <a:ext cx="21279" cy="24474"/>
            </a:xfrm>
            <a:custGeom>
              <a:avLst/>
              <a:pathLst>
                <a:path w="21279" h="24474">
                  <a:moveTo>
                    <a:pt x="0" y="23887"/>
                  </a:moveTo>
                  <a:lnTo>
                    <a:pt x="386" y="19196"/>
                  </a:lnTo>
                  <a:lnTo>
                    <a:pt x="2159" y="14643"/>
                  </a:lnTo>
                  <a:lnTo>
                    <a:pt x="4697" y="8125"/>
                  </a:lnTo>
                  <a:lnTo>
                    <a:pt x="5305" y="6565"/>
                  </a:lnTo>
                  <a:lnTo>
                    <a:pt x="6576" y="3301"/>
                  </a:lnTo>
                  <a:lnTo>
                    <a:pt x="7506" y="913"/>
                  </a:lnTo>
                  <a:lnTo>
                    <a:pt x="7862" y="0"/>
                  </a:lnTo>
                  <a:lnTo>
                    <a:pt x="9996" y="63"/>
                  </a:lnTo>
                  <a:lnTo>
                    <a:pt x="11340" y="103"/>
                  </a:lnTo>
                  <a:lnTo>
                    <a:pt x="15537" y="228"/>
                  </a:lnTo>
                  <a:lnTo>
                    <a:pt x="21279" y="399"/>
                  </a:lnTo>
                  <a:lnTo>
                    <a:pt x="21267" y="3599"/>
                  </a:lnTo>
                  <a:lnTo>
                    <a:pt x="21248" y="8899"/>
                  </a:lnTo>
                  <a:lnTo>
                    <a:pt x="21239" y="11189"/>
                  </a:lnTo>
                  <a:lnTo>
                    <a:pt x="21191" y="24066"/>
                  </a:lnTo>
                  <a:lnTo>
                    <a:pt x="17283" y="24157"/>
                  </a:lnTo>
                  <a:lnTo>
                    <a:pt x="15631" y="24195"/>
                  </a:lnTo>
                  <a:lnTo>
                    <a:pt x="4079" y="24465"/>
                  </a:lnTo>
                  <a:lnTo>
                    <a:pt x="3669" y="244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4"/>
            <p:cNvSpPr/>
            <p:nvPr/>
          </p:nvSpPr>
          <p:spPr>
            <a:xfrm>
              <a:off x="2170196" y="3934054"/>
              <a:ext cx="100003" cy="80293"/>
            </a:xfrm>
            <a:custGeom>
              <a:avLst/>
              <a:pathLst>
                <a:path w="100003" h="80293">
                  <a:moveTo>
                    <a:pt x="14138" y="30671"/>
                  </a:moveTo>
                  <a:lnTo>
                    <a:pt x="803" y="18980"/>
                  </a:lnTo>
                  <a:lnTo>
                    <a:pt x="0" y="18275"/>
                  </a:lnTo>
                  <a:lnTo>
                    <a:pt x="2851" y="14700"/>
                  </a:lnTo>
                  <a:lnTo>
                    <a:pt x="7479" y="8898"/>
                  </a:lnTo>
                  <a:lnTo>
                    <a:pt x="9772" y="6023"/>
                  </a:lnTo>
                  <a:lnTo>
                    <a:pt x="14577" y="0"/>
                  </a:lnTo>
                  <a:lnTo>
                    <a:pt x="28670" y="11879"/>
                  </a:lnTo>
                  <a:lnTo>
                    <a:pt x="57047" y="35798"/>
                  </a:lnTo>
                  <a:lnTo>
                    <a:pt x="79062" y="51823"/>
                  </a:lnTo>
                  <a:lnTo>
                    <a:pt x="100003" y="68388"/>
                  </a:lnTo>
                  <a:lnTo>
                    <a:pt x="98593" y="70290"/>
                  </a:lnTo>
                  <a:lnTo>
                    <a:pt x="96902" y="72571"/>
                  </a:lnTo>
                  <a:lnTo>
                    <a:pt x="94194" y="76226"/>
                  </a:lnTo>
                  <a:lnTo>
                    <a:pt x="91180" y="80293"/>
                  </a:lnTo>
                  <a:lnTo>
                    <a:pt x="67115" y="60473"/>
                  </a:lnTo>
                  <a:lnTo>
                    <a:pt x="62539" y="66685"/>
                  </a:lnTo>
                  <a:lnTo>
                    <a:pt x="56379" y="61302"/>
                  </a:lnTo>
                  <a:lnTo>
                    <a:pt x="43341" y="49907"/>
                  </a:lnTo>
                  <a:lnTo>
                    <a:pt x="35702" y="49479"/>
                  </a:lnTo>
                  <a:lnTo>
                    <a:pt x="34714" y="48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5"/>
            <p:cNvSpPr/>
            <p:nvPr/>
          </p:nvSpPr>
          <p:spPr>
            <a:xfrm>
              <a:off x="2185752" y="3792248"/>
              <a:ext cx="95040" cy="118987"/>
            </a:xfrm>
            <a:custGeom>
              <a:avLst/>
              <a:pathLst>
                <a:path w="95040" h="118987">
                  <a:moveTo>
                    <a:pt x="47642" y="20472"/>
                  </a:moveTo>
                  <a:lnTo>
                    <a:pt x="50203" y="26388"/>
                  </a:lnTo>
                  <a:lnTo>
                    <a:pt x="55576" y="32997"/>
                  </a:lnTo>
                  <a:lnTo>
                    <a:pt x="58646" y="36773"/>
                  </a:lnTo>
                  <a:lnTo>
                    <a:pt x="62145" y="42552"/>
                  </a:lnTo>
                  <a:lnTo>
                    <a:pt x="64032" y="45668"/>
                  </a:lnTo>
                  <a:lnTo>
                    <a:pt x="74617" y="63997"/>
                  </a:lnTo>
                  <a:lnTo>
                    <a:pt x="82994" y="73334"/>
                  </a:lnTo>
                  <a:lnTo>
                    <a:pt x="95040" y="118114"/>
                  </a:lnTo>
                  <a:lnTo>
                    <a:pt x="92277" y="118207"/>
                  </a:lnTo>
                  <a:lnTo>
                    <a:pt x="89119" y="118312"/>
                  </a:lnTo>
                  <a:lnTo>
                    <a:pt x="85192" y="118444"/>
                  </a:lnTo>
                  <a:lnTo>
                    <a:pt x="80679" y="118595"/>
                  </a:lnTo>
                  <a:lnTo>
                    <a:pt x="77242" y="118710"/>
                  </a:lnTo>
                  <a:lnTo>
                    <a:pt x="74153" y="118814"/>
                  </a:lnTo>
                  <a:lnTo>
                    <a:pt x="71223" y="118912"/>
                  </a:lnTo>
                  <a:lnTo>
                    <a:pt x="68984" y="118987"/>
                  </a:lnTo>
                  <a:lnTo>
                    <a:pt x="67392" y="91226"/>
                  </a:lnTo>
                  <a:lnTo>
                    <a:pt x="67229" y="88382"/>
                  </a:lnTo>
                  <a:lnTo>
                    <a:pt x="67208" y="69052"/>
                  </a:lnTo>
                  <a:lnTo>
                    <a:pt x="51738" y="74489"/>
                  </a:lnTo>
                  <a:lnTo>
                    <a:pt x="46407" y="67754"/>
                  </a:lnTo>
                  <a:lnTo>
                    <a:pt x="38706" y="59673"/>
                  </a:lnTo>
                  <a:lnTo>
                    <a:pt x="36604" y="57416"/>
                  </a:lnTo>
                  <a:lnTo>
                    <a:pt x="33108" y="53661"/>
                  </a:lnTo>
                  <a:lnTo>
                    <a:pt x="27513" y="47653"/>
                  </a:lnTo>
                  <a:lnTo>
                    <a:pt x="18358" y="42014"/>
                  </a:lnTo>
                  <a:lnTo>
                    <a:pt x="730" y="31079"/>
                  </a:lnTo>
                  <a:lnTo>
                    <a:pt x="0" y="30626"/>
                  </a:lnTo>
                  <a:lnTo>
                    <a:pt x="5655" y="22292"/>
                  </a:lnTo>
                  <a:lnTo>
                    <a:pt x="8151" y="18614"/>
                  </a:lnTo>
                  <a:lnTo>
                    <a:pt x="9155" y="17134"/>
                  </a:lnTo>
                  <a:lnTo>
                    <a:pt x="13095" y="11328"/>
                  </a:lnTo>
                  <a:lnTo>
                    <a:pt x="14609" y="9097"/>
                  </a:lnTo>
                  <a:lnTo>
                    <a:pt x="16787" y="5139"/>
                  </a:lnTo>
                  <a:lnTo>
                    <a:pt x="19615" y="0"/>
                  </a:lnTo>
                  <a:lnTo>
                    <a:pt x="24131" y="2725"/>
                  </a:lnTo>
                  <a:lnTo>
                    <a:pt x="33832" y="6917"/>
                  </a:lnTo>
                  <a:lnTo>
                    <a:pt x="40704" y="11070"/>
                  </a:lnTo>
                  <a:lnTo>
                    <a:pt x="45774" y="161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6"/>
            <p:cNvSpPr/>
            <p:nvPr/>
          </p:nvSpPr>
          <p:spPr>
            <a:xfrm>
              <a:off x="2262442" y="3616868"/>
              <a:ext cx="46596" cy="48145"/>
            </a:xfrm>
            <a:custGeom>
              <a:avLst/>
              <a:pathLst>
                <a:path w="46596" h="48145">
                  <a:moveTo>
                    <a:pt x="5362" y="20644"/>
                  </a:moveTo>
                  <a:lnTo>
                    <a:pt x="13780" y="11917"/>
                  </a:lnTo>
                  <a:lnTo>
                    <a:pt x="20794" y="4645"/>
                  </a:lnTo>
                  <a:lnTo>
                    <a:pt x="25275" y="0"/>
                  </a:lnTo>
                  <a:lnTo>
                    <a:pt x="26476" y="1553"/>
                  </a:lnTo>
                  <a:lnTo>
                    <a:pt x="28755" y="4503"/>
                  </a:lnTo>
                  <a:lnTo>
                    <a:pt x="31304" y="7800"/>
                  </a:lnTo>
                  <a:lnTo>
                    <a:pt x="35079" y="12686"/>
                  </a:lnTo>
                  <a:lnTo>
                    <a:pt x="46596" y="27588"/>
                  </a:lnTo>
                  <a:lnTo>
                    <a:pt x="42332" y="30875"/>
                  </a:lnTo>
                  <a:lnTo>
                    <a:pt x="36357" y="35480"/>
                  </a:lnTo>
                  <a:lnTo>
                    <a:pt x="29095" y="41077"/>
                  </a:lnTo>
                  <a:lnTo>
                    <a:pt x="19926" y="48145"/>
                  </a:lnTo>
                  <a:lnTo>
                    <a:pt x="7814" y="34807"/>
                  </a:lnTo>
                  <a:lnTo>
                    <a:pt x="3316" y="29854"/>
                  </a:lnTo>
                  <a:lnTo>
                    <a:pt x="0" y="26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7"/>
            <p:cNvSpPr/>
            <p:nvPr/>
          </p:nvSpPr>
          <p:spPr>
            <a:xfrm>
              <a:off x="2317909" y="3445958"/>
              <a:ext cx="105079" cy="62485"/>
            </a:xfrm>
            <a:custGeom>
              <a:avLst/>
              <a:pathLst>
                <a:path w="105079" h="62485">
                  <a:moveTo>
                    <a:pt x="85985" y="11627"/>
                  </a:moveTo>
                  <a:lnTo>
                    <a:pt x="95266" y="16482"/>
                  </a:lnTo>
                  <a:lnTo>
                    <a:pt x="105079" y="22381"/>
                  </a:lnTo>
                  <a:lnTo>
                    <a:pt x="104727" y="29445"/>
                  </a:lnTo>
                  <a:lnTo>
                    <a:pt x="104395" y="36112"/>
                  </a:lnTo>
                  <a:lnTo>
                    <a:pt x="101529" y="46368"/>
                  </a:lnTo>
                  <a:lnTo>
                    <a:pt x="93551" y="56461"/>
                  </a:lnTo>
                  <a:lnTo>
                    <a:pt x="85966" y="62485"/>
                  </a:lnTo>
                  <a:lnTo>
                    <a:pt x="78306" y="61471"/>
                  </a:lnTo>
                  <a:lnTo>
                    <a:pt x="67758" y="60063"/>
                  </a:lnTo>
                  <a:lnTo>
                    <a:pt x="55330" y="57272"/>
                  </a:lnTo>
                  <a:lnTo>
                    <a:pt x="29489" y="51468"/>
                  </a:lnTo>
                  <a:lnTo>
                    <a:pt x="17780" y="49109"/>
                  </a:lnTo>
                  <a:lnTo>
                    <a:pt x="0" y="45526"/>
                  </a:lnTo>
                  <a:lnTo>
                    <a:pt x="3711" y="31811"/>
                  </a:lnTo>
                  <a:lnTo>
                    <a:pt x="6091" y="23015"/>
                  </a:lnTo>
                  <a:lnTo>
                    <a:pt x="8934" y="12510"/>
                  </a:lnTo>
                  <a:lnTo>
                    <a:pt x="11819" y="1850"/>
                  </a:lnTo>
                  <a:lnTo>
                    <a:pt x="12319" y="0"/>
                  </a:lnTo>
                  <a:lnTo>
                    <a:pt x="26711" y="2143"/>
                  </a:lnTo>
                  <a:lnTo>
                    <a:pt x="44223" y="4751"/>
                  </a:lnTo>
                  <a:lnTo>
                    <a:pt x="51709" y="5866"/>
                  </a:lnTo>
                  <a:lnTo>
                    <a:pt x="64012" y="8233"/>
                  </a:lnTo>
                  <a:lnTo>
                    <a:pt x="81280" y="115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8"/>
            <p:cNvSpPr/>
            <p:nvPr/>
          </p:nvSpPr>
          <p:spPr>
            <a:xfrm>
              <a:off x="2386462" y="3386214"/>
              <a:ext cx="52263" cy="63929"/>
            </a:xfrm>
            <a:custGeom>
              <a:avLst/>
              <a:pathLst>
                <a:path w="52263" h="63929">
                  <a:moveTo>
                    <a:pt x="8867" y="6541"/>
                  </a:moveTo>
                  <a:lnTo>
                    <a:pt x="18175" y="4690"/>
                  </a:lnTo>
                  <a:lnTo>
                    <a:pt x="25616" y="3210"/>
                  </a:lnTo>
                  <a:lnTo>
                    <a:pt x="33718" y="1598"/>
                  </a:lnTo>
                  <a:lnTo>
                    <a:pt x="41757" y="0"/>
                  </a:lnTo>
                  <a:lnTo>
                    <a:pt x="43225" y="7039"/>
                  </a:lnTo>
                  <a:lnTo>
                    <a:pt x="44021" y="10860"/>
                  </a:lnTo>
                  <a:lnTo>
                    <a:pt x="45261" y="16805"/>
                  </a:lnTo>
                  <a:lnTo>
                    <a:pt x="45987" y="20287"/>
                  </a:lnTo>
                  <a:lnTo>
                    <a:pt x="46766" y="24026"/>
                  </a:lnTo>
                  <a:lnTo>
                    <a:pt x="47737" y="28683"/>
                  </a:lnTo>
                  <a:lnTo>
                    <a:pt x="48395" y="31838"/>
                  </a:lnTo>
                  <a:lnTo>
                    <a:pt x="49196" y="35682"/>
                  </a:lnTo>
                  <a:lnTo>
                    <a:pt x="50271" y="40840"/>
                  </a:lnTo>
                  <a:lnTo>
                    <a:pt x="52263" y="50393"/>
                  </a:lnTo>
                  <a:lnTo>
                    <a:pt x="52046" y="50430"/>
                  </a:lnTo>
                  <a:lnTo>
                    <a:pt x="44599" y="51696"/>
                  </a:lnTo>
                  <a:lnTo>
                    <a:pt x="34078" y="53486"/>
                  </a:lnTo>
                  <a:lnTo>
                    <a:pt x="25498" y="54946"/>
                  </a:lnTo>
                  <a:lnTo>
                    <a:pt x="16569" y="56465"/>
                  </a:lnTo>
                  <a:lnTo>
                    <a:pt x="17574" y="63929"/>
                  </a:lnTo>
                  <a:lnTo>
                    <a:pt x="9703" y="63900"/>
                  </a:lnTo>
                  <a:lnTo>
                    <a:pt x="9153" y="56470"/>
                  </a:lnTo>
                  <a:lnTo>
                    <a:pt x="8657" y="49785"/>
                  </a:lnTo>
                  <a:lnTo>
                    <a:pt x="8123" y="42576"/>
                  </a:lnTo>
                  <a:lnTo>
                    <a:pt x="7857" y="38990"/>
                  </a:lnTo>
                  <a:lnTo>
                    <a:pt x="5223" y="37681"/>
                  </a:lnTo>
                  <a:lnTo>
                    <a:pt x="4576" y="34041"/>
                  </a:lnTo>
                  <a:lnTo>
                    <a:pt x="2551" y="22651"/>
                  </a:lnTo>
                  <a:lnTo>
                    <a:pt x="1295" y="15592"/>
                  </a:lnTo>
                  <a:lnTo>
                    <a:pt x="287" y="9923"/>
                  </a:lnTo>
                  <a:lnTo>
                    <a:pt x="0" y="83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9"/>
            <p:cNvSpPr/>
            <p:nvPr/>
          </p:nvSpPr>
          <p:spPr>
            <a:xfrm>
              <a:off x="2331979" y="3391715"/>
              <a:ext cx="61826" cy="58539"/>
            </a:xfrm>
            <a:custGeom>
              <a:avLst/>
              <a:pathLst>
                <a:path w="61826" h="58539">
                  <a:moveTo>
                    <a:pt x="13612" y="0"/>
                  </a:moveTo>
                  <a:lnTo>
                    <a:pt x="26300" y="2459"/>
                  </a:lnTo>
                  <a:lnTo>
                    <a:pt x="37006" y="4533"/>
                  </a:lnTo>
                  <a:lnTo>
                    <a:pt x="43703" y="3095"/>
                  </a:lnTo>
                  <a:lnTo>
                    <a:pt x="52409" y="3616"/>
                  </a:lnTo>
                  <a:lnTo>
                    <a:pt x="54419" y="24276"/>
                  </a:lnTo>
                  <a:lnTo>
                    <a:pt x="55160" y="31886"/>
                  </a:lnTo>
                  <a:lnTo>
                    <a:pt x="58356" y="33806"/>
                  </a:lnTo>
                  <a:lnTo>
                    <a:pt x="61826" y="58539"/>
                  </a:lnTo>
                  <a:lnTo>
                    <a:pt x="58568" y="58264"/>
                  </a:lnTo>
                  <a:lnTo>
                    <a:pt x="49757" y="57519"/>
                  </a:lnTo>
                  <a:lnTo>
                    <a:pt x="33253" y="55351"/>
                  </a:lnTo>
                  <a:lnTo>
                    <a:pt x="24712" y="54200"/>
                  </a:lnTo>
                  <a:lnTo>
                    <a:pt x="18548" y="53370"/>
                  </a:lnTo>
                  <a:lnTo>
                    <a:pt x="9505" y="50913"/>
                  </a:lnTo>
                  <a:lnTo>
                    <a:pt x="5049" y="49909"/>
                  </a:lnTo>
                  <a:lnTo>
                    <a:pt x="0" y="46150"/>
                  </a:lnTo>
                  <a:lnTo>
                    <a:pt x="1125" y="41683"/>
                  </a:lnTo>
                  <a:lnTo>
                    <a:pt x="3741" y="32951"/>
                  </a:lnTo>
                  <a:lnTo>
                    <a:pt x="12438" y="39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60"/>
            <p:cNvSpPr/>
            <p:nvPr/>
          </p:nvSpPr>
          <p:spPr>
            <a:xfrm>
              <a:off x="2256189" y="3926178"/>
              <a:ext cx="62023" cy="70832"/>
            </a:xfrm>
            <a:custGeom>
              <a:avLst/>
              <a:pathLst>
                <a:path w="62023" h="70832">
                  <a:moveTo>
                    <a:pt x="0" y="54850"/>
                  </a:moveTo>
                  <a:lnTo>
                    <a:pt x="10331" y="41408"/>
                  </a:lnTo>
                  <a:lnTo>
                    <a:pt x="24185" y="23382"/>
                  </a:lnTo>
                  <a:lnTo>
                    <a:pt x="42156" y="0"/>
                  </a:lnTo>
                  <a:lnTo>
                    <a:pt x="46373" y="3314"/>
                  </a:lnTo>
                  <a:lnTo>
                    <a:pt x="55113" y="10182"/>
                  </a:lnTo>
                  <a:lnTo>
                    <a:pt x="59343" y="13507"/>
                  </a:lnTo>
                  <a:lnTo>
                    <a:pt x="62023" y="15613"/>
                  </a:lnTo>
                  <a:lnTo>
                    <a:pt x="61283" y="16547"/>
                  </a:lnTo>
                  <a:lnTo>
                    <a:pt x="41660" y="41322"/>
                  </a:lnTo>
                  <a:lnTo>
                    <a:pt x="18287" y="70832"/>
                  </a:lnTo>
                  <a:lnTo>
                    <a:pt x="5638" y="59778"/>
                  </a:lnTo>
                  <a:lnTo>
                    <a:pt x="802" y="55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1"/>
            <p:cNvSpPr/>
            <p:nvPr/>
          </p:nvSpPr>
          <p:spPr>
            <a:xfrm>
              <a:off x="2298884" y="3730977"/>
              <a:ext cx="40570" cy="126886"/>
            </a:xfrm>
            <a:custGeom>
              <a:avLst/>
              <a:pathLst>
                <a:path w="40570" h="126886">
                  <a:moveTo>
                    <a:pt x="5071" y="13403"/>
                  </a:moveTo>
                  <a:lnTo>
                    <a:pt x="12347" y="6866"/>
                  </a:lnTo>
                  <a:lnTo>
                    <a:pt x="17461" y="2272"/>
                  </a:lnTo>
                  <a:lnTo>
                    <a:pt x="32205" y="0"/>
                  </a:lnTo>
                  <a:lnTo>
                    <a:pt x="34983" y="18620"/>
                  </a:lnTo>
                  <a:lnTo>
                    <a:pt x="35279" y="28387"/>
                  </a:lnTo>
                  <a:lnTo>
                    <a:pt x="35749" y="35897"/>
                  </a:lnTo>
                  <a:lnTo>
                    <a:pt x="36622" y="49825"/>
                  </a:lnTo>
                  <a:lnTo>
                    <a:pt x="37378" y="53934"/>
                  </a:lnTo>
                  <a:lnTo>
                    <a:pt x="40570" y="71307"/>
                  </a:lnTo>
                  <a:lnTo>
                    <a:pt x="39928" y="97196"/>
                  </a:lnTo>
                  <a:lnTo>
                    <a:pt x="36117" y="108458"/>
                  </a:lnTo>
                  <a:lnTo>
                    <a:pt x="30079" y="126300"/>
                  </a:lnTo>
                  <a:lnTo>
                    <a:pt x="23015" y="126886"/>
                  </a:lnTo>
                  <a:lnTo>
                    <a:pt x="16258" y="86949"/>
                  </a:lnTo>
                  <a:lnTo>
                    <a:pt x="9244" y="55440"/>
                  </a:lnTo>
                  <a:lnTo>
                    <a:pt x="6921" y="45002"/>
                  </a:lnTo>
                  <a:lnTo>
                    <a:pt x="4951" y="35742"/>
                  </a:lnTo>
                  <a:lnTo>
                    <a:pt x="3235" y="27671"/>
                  </a:lnTo>
                  <a:lnTo>
                    <a:pt x="0" y="17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2"/>
            <p:cNvSpPr/>
            <p:nvPr/>
          </p:nvSpPr>
          <p:spPr>
            <a:xfrm>
              <a:off x="2095795" y="3806506"/>
              <a:ext cx="81012" cy="65808"/>
            </a:xfrm>
            <a:custGeom>
              <a:avLst/>
              <a:pathLst>
                <a:path w="81012" h="65808">
                  <a:moveTo>
                    <a:pt x="3169" y="57044"/>
                  </a:moveTo>
                  <a:lnTo>
                    <a:pt x="10464" y="42946"/>
                  </a:lnTo>
                  <a:lnTo>
                    <a:pt x="20188" y="24155"/>
                  </a:lnTo>
                  <a:lnTo>
                    <a:pt x="23950" y="16884"/>
                  </a:lnTo>
                  <a:lnTo>
                    <a:pt x="28136" y="8795"/>
                  </a:lnTo>
                  <a:lnTo>
                    <a:pt x="32688" y="0"/>
                  </a:lnTo>
                  <a:lnTo>
                    <a:pt x="42747" y="4705"/>
                  </a:lnTo>
                  <a:lnTo>
                    <a:pt x="52942" y="9475"/>
                  </a:lnTo>
                  <a:lnTo>
                    <a:pt x="59453" y="12520"/>
                  </a:lnTo>
                  <a:lnTo>
                    <a:pt x="72373" y="18564"/>
                  </a:lnTo>
                  <a:lnTo>
                    <a:pt x="81012" y="22605"/>
                  </a:lnTo>
                  <a:lnTo>
                    <a:pt x="76441" y="29494"/>
                  </a:lnTo>
                  <a:lnTo>
                    <a:pt x="68688" y="41178"/>
                  </a:lnTo>
                  <a:lnTo>
                    <a:pt x="57696" y="57744"/>
                  </a:lnTo>
                  <a:lnTo>
                    <a:pt x="52345" y="65808"/>
                  </a:lnTo>
                  <a:lnTo>
                    <a:pt x="48431" y="64772"/>
                  </a:lnTo>
                  <a:lnTo>
                    <a:pt x="46569" y="64280"/>
                  </a:lnTo>
                  <a:lnTo>
                    <a:pt x="38421" y="62124"/>
                  </a:lnTo>
                  <a:lnTo>
                    <a:pt x="27118" y="62124"/>
                  </a:lnTo>
                  <a:lnTo>
                    <a:pt x="25480" y="62124"/>
                  </a:lnTo>
                  <a:lnTo>
                    <a:pt x="17715" y="62936"/>
                  </a:lnTo>
                  <a:lnTo>
                    <a:pt x="4953" y="64270"/>
                  </a:lnTo>
                  <a:lnTo>
                    <a:pt x="0" y="631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3"/>
            <p:cNvSpPr/>
            <p:nvPr/>
          </p:nvSpPr>
          <p:spPr>
            <a:xfrm>
              <a:off x="2029404" y="3774996"/>
              <a:ext cx="93864" cy="93605"/>
            </a:xfrm>
            <a:custGeom>
              <a:avLst/>
              <a:pathLst>
                <a:path w="93864" h="93605">
                  <a:moveTo>
                    <a:pt x="18241" y="47257"/>
                  </a:moveTo>
                  <a:lnTo>
                    <a:pt x="30474" y="30885"/>
                  </a:lnTo>
                  <a:lnTo>
                    <a:pt x="36408" y="20559"/>
                  </a:lnTo>
                  <a:lnTo>
                    <a:pt x="45375" y="0"/>
                  </a:lnTo>
                  <a:lnTo>
                    <a:pt x="59199" y="8640"/>
                  </a:lnTo>
                  <a:lnTo>
                    <a:pt x="74542" y="18231"/>
                  </a:lnTo>
                  <a:lnTo>
                    <a:pt x="82496" y="23202"/>
                  </a:lnTo>
                  <a:lnTo>
                    <a:pt x="93864" y="30308"/>
                  </a:lnTo>
                  <a:lnTo>
                    <a:pt x="89528" y="38822"/>
                  </a:lnTo>
                  <a:lnTo>
                    <a:pt x="79240" y="59023"/>
                  </a:lnTo>
                  <a:lnTo>
                    <a:pt x="70063" y="77042"/>
                  </a:lnTo>
                  <a:lnTo>
                    <a:pt x="68523" y="80066"/>
                  </a:lnTo>
                  <a:lnTo>
                    <a:pt x="58808" y="93605"/>
                  </a:lnTo>
                  <a:lnTo>
                    <a:pt x="42433" y="90984"/>
                  </a:lnTo>
                  <a:lnTo>
                    <a:pt x="35844" y="89929"/>
                  </a:lnTo>
                  <a:lnTo>
                    <a:pt x="22772" y="85314"/>
                  </a:lnTo>
                  <a:lnTo>
                    <a:pt x="11630" y="81381"/>
                  </a:lnTo>
                  <a:lnTo>
                    <a:pt x="0" y="71669"/>
                  </a:lnTo>
                  <a:lnTo>
                    <a:pt x="11037" y="56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4"/>
            <p:cNvSpPr/>
            <p:nvPr/>
          </p:nvSpPr>
          <p:spPr>
            <a:xfrm>
              <a:off x="2034338" y="3705601"/>
              <a:ext cx="194116" cy="119360"/>
            </a:xfrm>
            <a:custGeom>
              <a:avLst/>
              <a:pathLst>
                <a:path w="194116" h="119360">
                  <a:moveTo>
                    <a:pt x="61674" y="33077"/>
                  </a:moveTo>
                  <a:lnTo>
                    <a:pt x="113369" y="70721"/>
                  </a:lnTo>
                  <a:lnTo>
                    <a:pt x="119992" y="60292"/>
                  </a:lnTo>
                  <a:lnTo>
                    <a:pt x="125441" y="52651"/>
                  </a:lnTo>
                  <a:lnTo>
                    <a:pt x="143141" y="27834"/>
                  </a:lnTo>
                  <a:lnTo>
                    <a:pt x="147922" y="27837"/>
                  </a:lnTo>
                  <a:lnTo>
                    <a:pt x="153245" y="27839"/>
                  </a:lnTo>
                  <a:lnTo>
                    <a:pt x="160003" y="27843"/>
                  </a:lnTo>
                  <a:lnTo>
                    <a:pt x="163614" y="27845"/>
                  </a:lnTo>
                  <a:lnTo>
                    <a:pt x="166795" y="29024"/>
                  </a:lnTo>
                  <a:lnTo>
                    <a:pt x="172896" y="31285"/>
                  </a:lnTo>
                  <a:lnTo>
                    <a:pt x="177388" y="32950"/>
                  </a:lnTo>
                  <a:lnTo>
                    <a:pt x="183125" y="35077"/>
                  </a:lnTo>
                  <a:lnTo>
                    <a:pt x="189426" y="37412"/>
                  </a:lnTo>
                  <a:lnTo>
                    <a:pt x="194116" y="39151"/>
                  </a:lnTo>
                  <a:lnTo>
                    <a:pt x="172177" y="75417"/>
                  </a:lnTo>
                  <a:lnTo>
                    <a:pt x="158961" y="97264"/>
                  </a:lnTo>
                  <a:lnTo>
                    <a:pt x="157414" y="99821"/>
                  </a:lnTo>
                  <a:lnTo>
                    <a:pt x="144970" y="119360"/>
                  </a:lnTo>
                  <a:lnTo>
                    <a:pt x="119935" y="107149"/>
                  </a:lnTo>
                  <a:lnTo>
                    <a:pt x="101495" y="98154"/>
                  </a:lnTo>
                  <a:lnTo>
                    <a:pt x="97261" y="96089"/>
                  </a:lnTo>
                  <a:lnTo>
                    <a:pt x="79654" y="85004"/>
                  </a:lnTo>
                  <a:lnTo>
                    <a:pt x="67595" y="77411"/>
                  </a:lnTo>
                  <a:lnTo>
                    <a:pt x="58520" y="71864"/>
                  </a:lnTo>
                  <a:lnTo>
                    <a:pt x="43693" y="62801"/>
                  </a:lnTo>
                  <a:lnTo>
                    <a:pt x="39314" y="60124"/>
                  </a:lnTo>
                  <a:lnTo>
                    <a:pt x="1251" y="22569"/>
                  </a:lnTo>
                  <a:lnTo>
                    <a:pt x="0" y="13071"/>
                  </a:lnTo>
                  <a:lnTo>
                    <a:pt x="1882" y="11557"/>
                  </a:lnTo>
                  <a:lnTo>
                    <a:pt x="4061" y="9804"/>
                  </a:lnTo>
                  <a:lnTo>
                    <a:pt x="6350" y="7963"/>
                  </a:lnTo>
                  <a:lnTo>
                    <a:pt x="8606" y="6148"/>
                  </a:lnTo>
                  <a:lnTo>
                    <a:pt x="10529" y="4601"/>
                  </a:lnTo>
                  <a:lnTo>
                    <a:pt x="12706" y="2849"/>
                  </a:lnTo>
                  <a:lnTo>
                    <a:pt x="162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5"/>
            <p:cNvSpPr/>
            <p:nvPr/>
          </p:nvSpPr>
          <p:spPr>
            <a:xfrm>
              <a:off x="1979297" y="3719363"/>
              <a:ext cx="90664" cy="121180"/>
            </a:xfrm>
            <a:custGeom>
              <a:avLst/>
              <a:pathLst>
                <a:path w="90664" h="121180">
                  <a:moveTo>
                    <a:pt x="21029" y="18546"/>
                  </a:moveTo>
                  <a:lnTo>
                    <a:pt x="35424" y="0"/>
                  </a:lnTo>
                  <a:lnTo>
                    <a:pt x="40315" y="4829"/>
                  </a:lnTo>
                  <a:lnTo>
                    <a:pt x="46193" y="10635"/>
                  </a:lnTo>
                  <a:lnTo>
                    <a:pt x="54939" y="19272"/>
                  </a:lnTo>
                  <a:lnTo>
                    <a:pt x="63330" y="27558"/>
                  </a:lnTo>
                  <a:lnTo>
                    <a:pt x="74057" y="38152"/>
                  </a:lnTo>
                  <a:lnTo>
                    <a:pt x="90664" y="54552"/>
                  </a:lnTo>
                  <a:lnTo>
                    <a:pt x="87855" y="62215"/>
                  </a:lnTo>
                  <a:lnTo>
                    <a:pt x="82026" y="78121"/>
                  </a:lnTo>
                  <a:lnTo>
                    <a:pt x="80051" y="80545"/>
                  </a:lnTo>
                  <a:lnTo>
                    <a:pt x="70083" y="92775"/>
                  </a:lnTo>
                  <a:lnTo>
                    <a:pt x="58222" y="107329"/>
                  </a:lnTo>
                  <a:lnTo>
                    <a:pt x="46932" y="121180"/>
                  </a:lnTo>
                  <a:lnTo>
                    <a:pt x="36730" y="112128"/>
                  </a:lnTo>
                  <a:lnTo>
                    <a:pt x="25850" y="102473"/>
                  </a:lnTo>
                  <a:lnTo>
                    <a:pt x="19632" y="96956"/>
                  </a:lnTo>
                  <a:lnTo>
                    <a:pt x="9072" y="83760"/>
                  </a:lnTo>
                  <a:lnTo>
                    <a:pt x="0" y="72422"/>
                  </a:lnTo>
                  <a:lnTo>
                    <a:pt x="3602" y="61662"/>
                  </a:lnTo>
                  <a:lnTo>
                    <a:pt x="7524" y="49946"/>
                  </a:lnTo>
                  <a:lnTo>
                    <a:pt x="11805" y="37159"/>
                  </a:lnTo>
                  <a:lnTo>
                    <a:pt x="15766" y="253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6"/>
            <p:cNvSpPr/>
            <p:nvPr/>
          </p:nvSpPr>
          <p:spPr>
            <a:xfrm>
              <a:off x="2195204" y="3707792"/>
              <a:ext cx="47199" cy="32609"/>
            </a:xfrm>
            <a:custGeom>
              <a:avLst/>
              <a:pathLst>
                <a:path w="47199" h="32609">
                  <a:moveTo>
                    <a:pt x="11375" y="0"/>
                  </a:moveTo>
                  <a:lnTo>
                    <a:pt x="15967" y="1338"/>
                  </a:lnTo>
                  <a:lnTo>
                    <a:pt x="25163" y="4018"/>
                  </a:lnTo>
                  <a:lnTo>
                    <a:pt x="36527" y="7331"/>
                  </a:lnTo>
                  <a:lnTo>
                    <a:pt x="38527" y="10539"/>
                  </a:lnTo>
                  <a:lnTo>
                    <a:pt x="47199" y="24456"/>
                  </a:lnTo>
                  <a:lnTo>
                    <a:pt x="43958" y="26493"/>
                  </a:lnTo>
                  <a:lnTo>
                    <a:pt x="39259" y="29447"/>
                  </a:lnTo>
                  <a:lnTo>
                    <a:pt x="34232" y="32609"/>
                  </a:lnTo>
                  <a:lnTo>
                    <a:pt x="32032" y="30045"/>
                  </a:lnTo>
                  <a:lnTo>
                    <a:pt x="26544" y="23650"/>
                  </a:lnTo>
                  <a:lnTo>
                    <a:pt x="22266" y="18664"/>
                  </a:lnTo>
                  <a:lnTo>
                    <a:pt x="20661" y="16795"/>
                  </a:lnTo>
                  <a:lnTo>
                    <a:pt x="12805" y="13984"/>
                  </a:lnTo>
                  <a:lnTo>
                    <a:pt x="0" y="9402"/>
                  </a:lnTo>
                  <a:lnTo>
                    <a:pt x="346" y="7447"/>
                  </a:lnTo>
                  <a:lnTo>
                    <a:pt x="658" y="5689"/>
                  </a:lnTo>
                  <a:lnTo>
                    <a:pt x="940" y="4097"/>
                  </a:lnTo>
                  <a:lnTo>
                    <a:pt x="1250" y="2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7"/>
            <p:cNvSpPr/>
            <p:nvPr/>
          </p:nvSpPr>
          <p:spPr>
            <a:xfrm>
              <a:off x="2119966" y="3671329"/>
              <a:ext cx="24043" cy="27016"/>
            </a:xfrm>
            <a:custGeom>
              <a:avLst/>
              <a:pathLst>
                <a:path w="24043" h="27016">
                  <a:moveTo>
                    <a:pt x="24043" y="19295"/>
                  </a:moveTo>
                  <a:lnTo>
                    <a:pt x="23506" y="26115"/>
                  </a:lnTo>
                  <a:lnTo>
                    <a:pt x="23435" y="27016"/>
                  </a:lnTo>
                  <a:lnTo>
                    <a:pt x="20150" y="26869"/>
                  </a:lnTo>
                  <a:lnTo>
                    <a:pt x="11758" y="26493"/>
                  </a:lnTo>
                  <a:lnTo>
                    <a:pt x="6599" y="26262"/>
                  </a:lnTo>
                  <a:lnTo>
                    <a:pt x="6392" y="22544"/>
                  </a:lnTo>
                  <a:lnTo>
                    <a:pt x="6274" y="20418"/>
                  </a:lnTo>
                  <a:lnTo>
                    <a:pt x="6212" y="19299"/>
                  </a:lnTo>
                  <a:lnTo>
                    <a:pt x="0" y="19114"/>
                  </a:lnTo>
                  <a:lnTo>
                    <a:pt x="127" y="18009"/>
                  </a:lnTo>
                  <a:lnTo>
                    <a:pt x="425" y="15413"/>
                  </a:lnTo>
                  <a:lnTo>
                    <a:pt x="1184" y="8801"/>
                  </a:lnTo>
                  <a:lnTo>
                    <a:pt x="4286" y="9134"/>
                  </a:lnTo>
                  <a:lnTo>
                    <a:pt x="8650" y="9602"/>
                  </a:lnTo>
                  <a:lnTo>
                    <a:pt x="9879" y="4264"/>
                  </a:lnTo>
                  <a:lnTo>
                    <a:pt x="10627" y="1017"/>
                  </a:lnTo>
                  <a:lnTo>
                    <a:pt x="10839" y="93"/>
                  </a:lnTo>
                  <a:lnTo>
                    <a:pt x="13139" y="73"/>
                  </a:lnTo>
                  <a:lnTo>
                    <a:pt x="18788" y="24"/>
                  </a:lnTo>
                  <a:lnTo>
                    <a:pt x="21550" y="0"/>
                  </a:lnTo>
                  <a:lnTo>
                    <a:pt x="21351" y="1338"/>
                  </a:lnTo>
                  <a:lnTo>
                    <a:pt x="20726" y="5548"/>
                  </a:lnTo>
                  <a:lnTo>
                    <a:pt x="20208" y="9031"/>
                  </a:lnTo>
                  <a:lnTo>
                    <a:pt x="19815" y="11670"/>
                  </a:lnTo>
                  <a:lnTo>
                    <a:pt x="18821" y="18355"/>
                  </a:lnTo>
                  <a:lnTo>
                    <a:pt x="23548" y="192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8"/>
            <p:cNvSpPr/>
            <p:nvPr/>
          </p:nvSpPr>
          <p:spPr>
            <a:xfrm>
              <a:off x="2146897" y="3673408"/>
              <a:ext cx="27827" cy="18782"/>
            </a:xfrm>
            <a:custGeom>
              <a:avLst/>
              <a:pathLst>
                <a:path w="27827" h="18782">
                  <a:moveTo>
                    <a:pt x="1511" y="3910"/>
                  </a:moveTo>
                  <a:lnTo>
                    <a:pt x="2256" y="234"/>
                  </a:lnTo>
                  <a:lnTo>
                    <a:pt x="5649" y="125"/>
                  </a:lnTo>
                  <a:lnTo>
                    <a:pt x="9528" y="0"/>
                  </a:lnTo>
                  <a:lnTo>
                    <a:pt x="10723" y="4428"/>
                  </a:lnTo>
                  <a:lnTo>
                    <a:pt x="19747" y="6833"/>
                  </a:lnTo>
                  <a:lnTo>
                    <a:pt x="27827" y="7334"/>
                  </a:lnTo>
                  <a:lnTo>
                    <a:pt x="27542" y="11434"/>
                  </a:lnTo>
                  <a:lnTo>
                    <a:pt x="27110" y="17640"/>
                  </a:lnTo>
                  <a:lnTo>
                    <a:pt x="27031" y="18782"/>
                  </a:lnTo>
                  <a:lnTo>
                    <a:pt x="24646" y="18128"/>
                  </a:lnTo>
                  <a:lnTo>
                    <a:pt x="22236" y="17468"/>
                  </a:lnTo>
                  <a:lnTo>
                    <a:pt x="13338" y="15031"/>
                  </a:lnTo>
                  <a:lnTo>
                    <a:pt x="5932" y="13003"/>
                  </a:lnTo>
                  <a:lnTo>
                    <a:pt x="0" y="11379"/>
                  </a:lnTo>
                  <a:lnTo>
                    <a:pt x="604" y="8393"/>
                  </a:lnTo>
                  <a:lnTo>
                    <a:pt x="1040" y="62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9"/>
            <p:cNvSpPr/>
            <p:nvPr/>
          </p:nvSpPr>
          <p:spPr>
            <a:xfrm>
              <a:off x="2175655" y="3663987"/>
              <a:ext cx="13553" cy="18557"/>
            </a:xfrm>
            <a:custGeom>
              <a:avLst/>
              <a:pathLst>
                <a:path w="13553" h="18557">
                  <a:moveTo>
                    <a:pt x="0" y="10282"/>
                  </a:moveTo>
                  <a:lnTo>
                    <a:pt x="210" y="9906"/>
                  </a:lnTo>
                  <a:lnTo>
                    <a:pt x="1959" y="6782"/>
                  </a:lnTo>
                  <a:lnTo>
                    <a:pt x="5070" y="1224"/>
                  </a:lnTo>
                  <a:lnTo>
                    <a:pt x="9071" y="534"/>
                  </a:lnTo>
                  <a:lnTo>
                    <a:pt x="12172" y="0"/>
                  </a:lnTo>
                  <a:lnTo>
                    <a:pt x="12912" y="9940"/>
                  </a:lnTo>
                  <a:lnTo>
                    <a:pt x="13553" y="18557"/>
                  </a:lnTo>
                  <a:lnTo>
                    <a:pt x="12470" y="18452"/>
                  </a:lnTo>
                  <a:lnTo>
                    <a:pt x="9410" y="18156"/>
                  </a:lnTo>
                  <a:lnTo>
                    <a:pt x="1043" y="17347"/>
                  </a:lnTo>
                  <a:lnTo>
                    <a:pt x="491" y="13608"/>
                  </a:lnTo>
                  <a:lnTo>
                    <a:pt x="234" y="118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70"/>
            <p:cNvSpPr/>
            <p:nvPr/>
          </p:nvSpPr>
          <p:spPr>
            <a:xfrm>
              <a:off x="2198512" y="3648810"/>
              <a:ext cx="37078" cy="33838"/>
            </a:xfrm>
            <a:custGeom>
              <a:avLst/>
              <a:pathLst>
                <a:path w="37078" h="33838">
                  <a:moveTo>
                    <a:pt x="1177" y="19533"/>
                  </a:moveTo>
                  <a:lnTo>
                    <a:pt x="0" y="18253"/>
                  </a:lnTo>
                  <a:lnTo>
                    <a:pt x="2793" y="13486"/>
                  </a:lnTo>
                  <a:lnTo>
                    <a:pt x="3690" y="11956"/>
                  </a:lnTo>
                  <a:lnTo>
                    <a:pt x="7756" y="15666"/>
                  </a:lnTo>
                  <a:lnTo>
                    <a:pt x="8938" y="16745"/>
                  </a:lnTo>
                  <a:lnTo>
                    <a:pt x="11595" y="13410"/>
                  </a:lnTo>
                  <a:lnTo>
                    <a:pt x="18297" y="4995"/>
                  </a:lnTo>
                  <a:lnTo>
                    <a:pt x="18482" y="4909"/>
                  </a:lnTo>
                  <a:lnTo>
                    <a:pt x="22682" y="6894"/>
                  </a:lnTo>
                  <a:lnTo>
                    <a:pt x="24570" y="7787"/>
                  </a:lnTo>
                  <a:lnTo>
                    <a:pt x="29678" y="3247"/>
                  </a:lnTo>
                  <a:lnTo>
                    <a:pt x="33331" y="0"/>
                  </a:lnTo>
                  <a:lnTo>
                    <a:pt x="34854" y="1043"/>
                  </a:lnTo>
                  <a:lnTo>
                    <a:pt x="37078" y="2567"/>
                  </a:lnTo>
                  <a:lnTo>
                    <a:pt x="34538" y="6060"/>
                  </a:lnTo>
                  <a:lnTo>
                    <a:pt x="28046" y="14985"/>
                  </a:lnTo>
                  <a:lnTo>
                    <a:pt x="22093" y="23170"/>
                  </a:lnTo>
                  <a:lnTo>
                    <a:pt x="14334" y="33838"/>
                  </a:lnTo>
                  <a:lnTo>
                    <a:pt x="4276" y="229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1"/>
            <p:cNvSpPr/>
            <p:nvPr/>
          </p:nvSpPr>
          <p:spPr>
            <a:xfrm>
              <a:off x="2010865" y="3652889"/>
              <a:ext cx="92171" cy="34285"/>
            </a:xfrm>
            <a:custGeom>
              <a:avLst/>
              <a:pathLst>
                <a:path w="92171" h="34285">
                  <a:moveTo>
                    <a:pt x="9430" y="12390"/>
                  </a:moveTo>
                  <a:lnTo>
                    <a:pt x="17346" y="3063"/>
                  </a:lnTo>
                  <a:lnTo>
                    <a:pt x="19946" y="0"/>
                  </a:lnTo>
                  <a:lnTo>
                    <a:pt x="36008" y="1391"/>
                  </a:lnTo>
                  <a:lnTo>
                    <a:pt x="46863" y="2331"/>
                  </a:lnTo>
                  <a:lnTo>
                    <a:pt x="54948" y="3632"/>
                  </a:lnTo>
                  <a:lnTo>
                    <a:pt x="59265" y="4968"/>
                  </a:lnTo>
                  <a:lnTo>
                    <a:pt x="63967" y="6424"/>
                  </a:lnTo>
                  <a:lnTo>
                    <a:pt x="78624" y="9963"/>
                  </a:lnTo>
                  <a:lnTo>
                    <a:pt x="86960" y="11247"/>
                  </a:lnTo>
                  <a:lnTo>
                    <a:pt x="90261" y="12969"/>
                  </a:lnTo>
                  <a:lnTo>
                    <a:pt x="91658" y="17334"/>
                  </a:lnTo>
                  <a:lnTo>
                    <a:pt x="92171" y="18934"/>
                  </a:lnTo>
                  <a:lnTo>
                    <a:pt x="91385" y="23791"/>
                  </a:lnTo>
                  <a:lnTo>
                    <a:pt x="90918" y="26682"/>
                  </a:lnTo>
                  <a:lnTo>
                    <a:pt x="90618" y="28535"/>
                  </a:lnTo>
                  <a:lnTo>
                    <a:pt x="88695" y="34222"/>
                  </a:lnTo>
                  <a:lnTo>
                    <a:pt x="79612" y="34246"/>
                  </a:lnTo>
                  <a:lnTo>
                    <a:pt x="68310" y="34274"/>
                  </a:lnTo>
                  <a:lnTo>
                    <a:pt x="64350" y="34285"/>
                  </a:lnTo>
                  <a:lnTo>
                    <a:pt x="40134" y="30286"/>
                  </a:lnTo>
                  <a:lnTo>
                    <a:pt x="24104" y="27639"/>
                  </a:lnTo>
                  <a:lnTo>
                    <a:pt x="12907" y="25717"/>
                  </a:lnTo>
                  <a:lnTo>
                    <a:pt x="1957" y="23838"/>
                  </a:lnTo>
                  <a:lnTo>
                    <a:pt x="0" y="235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2"/>
            <p:cNvSpPr/>
            <p:nvPr/>
          </p:nvSpPr>
          <p:spPr>
            <a:xfrm>
              <a:off x="3613246" y="3803218"/>
              <a:ext cx="56286" cy="71859"/>
            </a:xfrm>
            <a:custGeom>
              <a:avLst/>
              <a:pathLst>
                <a:path w="56286" h="71859">
                  <a:moveTo>
                    <a:pt x="922" y="60755"/>
                  </a:moveTo>
                  <a:lnTo>
                    <a:pt x="1836" y="53099"/>
                  </a:lnTo>
                  <a:lnTo>
                    <a:pt x="2561" y="47032"/>
                  </a:lnTo>
                  <a:lnTo>
                    <a:pt x="3219" y="41523"/>
                  </a:lnTo>
                  <a:lnTo>
                    <a:pt x="4983" y="34103"/>
                  </a:lnTo>
                  <a:lnTo>
                    <a:pt x="6895" y="26058"/>
                  </a:lnTo>
                  <a:lnTo>
                    <a:pt x="9193" y="16390"/>
                  </a:lnTo>
                  <a:lnTo>
                    <a:pt x="11373" y="7219"/>
                  </a:lnTo>
                  <a:lnTo>
                    <a:pt x="13090" y="0"/>
                  </a:lnTo>
                  <a:lnTo>
                    <a:pt x="34779" y="3974"/>
                  </a:lnTo>
                  <a:lnTo>
                    <a:pt x="56286" y="7915"/>
                  </a:lnTo>
                  <a:lnTo>
                    <a:pt x="55570" y="12370"/>
                  </a:lnTo>
                  <a:lnTo>
                    <a:pt x="54194" y="20924"/>
                  </a:lnTo>
                  <a:lnTo>
                    <a:pt x="52695" y="30242"/>
                  </a:lnTo>
                  <a:lnTo>
                    <a:pt x="51009" y="40726"/>
                  </a:lnTo>
                  <a:lnTo>
                    <a:pt x="50208" y="45708"/>
                  </a:lnTo>
                  <a:lnTo>
                    <a:pt x="49545" y="52924"/>
                  </a:lnTo>
                  <a:lnTo>
                    <a:pt x="48686" y="62266"/>
                  </a:lnTo>
                  <a:lnTo>
                    <a:pt x="47804" y="71859"/>
                  </a:lnTo>
                  <a:lnTo>
                    <a:pt x="23279" y="70126"/>
                  </a:lnTo>
                  <a:lnTo>
                    <a:pt x="0" y="684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3"/>
            <p:cNvSpPr/>
            <p:nvPr/>
          </p:nvSpPr>
          <p:spPr>
            <a:xfrm>
              <a:off x="3667693" y="3810957"/>
              <a:ext cx="58444" cy="71138"/>
            </a:xfrm>
            <a:custGeom>
              <a:avLst/>
              <a:pathLst>
                <a:path w="58444" h="71138">
                  <a:moveTo>
                    <a:pt x="9644" y="5862"/>
                  </a:moveTo>
                  <a:lnTo>
                    <a:pt x="10854" y="0"/>
                  </a:lnTo>
                  <a:lnTo>
                    <a:pt x="34125" y="3595"/>
                  </a:lnTo>
                  <a:lnTo>
                    <a:pt x="58444" y="7353"/>
                  </a:lnTo>
                  <a:lnTo>
                    <a:pt x="57252" y="15234"/>
                  </a:lnTo>
                  <a:lnTo>
                    <a:pt x="56085" y="22952"/>
                  </a:lnTo>
                  <a:lnTo>
                    <a:pt x="54704" y="32087"/>
                  </a:lnTo>
                  <a:lnTo>
                    <a:pt x="53537" y="39806"/>
                  </a:lnTo>
                  <a:lnTo>
                    <a:pt x="52501" y="46657"/>
                  </a:lnTo>
                  <a:lnTo>
                    <a:pt x="51211" y="55187"/>
                  </a:lnTo>
                  <a:lnTo>
                    <a:pt x="50068" y="62748"/>
                  </a:lnTo>
                  <a:lnTo>
                    <a:pt x="48799" y="71138"/>
                  </a:lnTo>
                  <a:lnTo>
                    <a:pt x="26225" y="68237"/>
                  </a:lnTo>
                  <a:lnTo>
                    <a:pt x="6391" y="65687"/>
                  </a:lnTo>
                  <a:lnTo>
                    <a:pt x="0" y="64866"/>
                  </a:lnTo>
                  <a:lnTo>
                    <a:pt x="807" y="59711"/>
                  </a:lnTo>
                  <a:lnTo>
                    <a:pt x="1795" y="53403"/>
                  </a:lnTo>
                  <a:lnTo>
                    <a:pt x="2583" y="48374"/>
                  </a:lnTo>
                  <a:lnTo>
                    <a:pt x="3359" y="43425"/>
                  </a:lnTo>
                  <a:lnTo>
                    <a:pt x="4104" y="38670"/>
                  </a:lnTo>
                  <a:lnTo>
                    <a:pt x="5355" y="30683"/>
                  </a:lnTo>
                  <a:lnTo>
                    <a:pt x="6681" y="22225"/>
                  </a:lnTo>
                  <a:lnTo>
                    <a:pt x="7985" y="138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4"/>
            <p:cNvSpPr/>
            <p:nvPr/>
          </p:nvSpPr>
          <p:spPr>
            <a:xfrm>
              <a:off x="3487604" y="3890013"/>
              <a:ext cx="21492" cy="25087"/>
            </a:xfrm>
            <a:custGeom>
              <a:avLst/>
              <a:pathLst>
                <a:path w="21492" h="25087">
                  <a:moveTo>
                    <a:pt x="1064" y="1173"/>
                  </a:moveTo>
                  <a:lnTo>
                    <a:pt x="10352" y="640"/>
                  </a:lnTo>
                  <a:lnTo>
                    <a:pt x="21492" y="0"/>
                  </a:lnTo>
                  <a:lnTo>
                    <a:pt x="21183" y="3830"/>
                  </a:lnTo>
                  <a:lnTo>
                    <a:pt x="20559" y="11570"/>
                  </a:lnTo>
                  <a:lnTo>
                    <a:pt x="20170" y="16386"/>
                  </a:lnTo>
                  <a:lnTo>
                    <a:pt x="17898" y="22773"/>
                  </a:lnTo>
                  <a:lnTo>
                    <a:pt x="10057" y="24121"/>
                  </a:lnTo>
                  <a:lnTo>
                    <a:pt x="4570" y="25064"/>
                  </a:lnTo>
                  <a:lnTo>
                    <a:pt x="246" y="25087"/>
                  </a:lnTo>
                  <a:lnTo>
                    <a:pt x="72" y="14080"/>
                  </a:lnTo>
                  <a:lnTo>
                    <a:pt x="0" y="95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5"/>
            <p:cNvSpPr/>
            <p:nvPr/>
          </p:nvSpPr>
          <p:spPr>
            <a:xfrm>
              <a:off x="3723122" y="3820196"/>
              <a:ext cx="77386" cy="82071"/>
            </a:xfrm>
            <a:custGeom>
              <a:avLst/>
              <a:pathLst>
                <a:path w="77386" h="82071">
                  <a:moveTo>
                    <a:pt x="10811" y="7932"/>
                  </a:moveTo>
                  <a:lnTo>
                    <a:pt x="15831" y="3253"/>
                  </a:lnTo>
                  <a:lnTo>
                    <a:pt x="19321" y="0"/>
                  </a:lnTo>
                  <a:lnTo>
                    <a:pt x="24024" y="4141"/>
                  </a:lnTo>
                  <a:lnTo>
                    <a:pt x="27436" y="7146"/>
                  </a:lnTo>
                  <a:lnTo>
                    <a:pt x="31082" y="10357"/>
                  </a:lnTo>
                  <a:lnTo>
                    <a:pt x="35433" y="15092"/>
                  </a:lnTo>
                  <a:lnTo>
                    <a:pt x="39472" y="19487"/>
                  </a:lnTo>
                  <a:lnTo>
                    <a:pt x="42326" y="22593"/>
                  </a:lnTo>
                  <a:lnTo>
                    <a:pt x="46448" y="27079"/>
                  </a:lnTo>
                  <a:lnTo>
                    <a:pt x="52930" y="34133"/>
                  </a:lnTo>
                  <a:lnTo>
                    <a:pt x="57974" y="39622"/>
                  </a:lnTo>
                  <a:lnTo>
                    <a:pt x="63631" y="45778"/>
                  </a:lnTo>
                  <a:lnTo>
                    <a:pt x="70415" y="53161"/>
                  </a:lnTo>
                  <a:lnTo>
                    <a:pt x="77386" y="60748"/>
                  </a:lnTo>
                  <a:lnTo>
                    <a:pt x="69788" y="73898"/>
                  </a:lnTo>
                  <a:lnTo>
                    <a:pt x="67489" y="77876"/>
                  </a:lnTo>
                  <a:lnTo>
                    <a:pt x="65066" y="82071"/>
                  </a:lnTo>
                  <a:lnTo>
                    <a:pt x="56645" y="76670"/>
                  </a:lnTo>
                  <a:lnTo>
                    <a:pt x="34719" y="62605"/>
                  </a:lnTo>
                  <a:lnTo>
                    <a:pt x="19731" y="75666"/>
                  </a:lnTo>
                  <a:lnTo>
                    <a:pt x="0" y="51637"/>
                  </a:lnTo>
                  <a:lnTo>
                    <a:pt x="4364" y="40106"/>
                  </a:lnTo>
                  <a:lnTo>
                    <a:pt x="10647" y="235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6"/>
            <p:cNvSpPr/>
            <p:nvPr/>
          </p:nvSpPr>
          <p:spPr>
            <a:xfrm>
              <a:off x="3492711" y="3787163"/>
              <a:ext cx="68718" cy="52103"/>
            </a:xfrm>
            <a:custGeom>
              <a:avLst/>
              <a:pathLst>
                <a:path w="68718" h="52103">
                  <a:moveTo>
                    <a:pt x="2254" y="26950"/>
                  </a:moveTo>
                  <a:lnTo>
                    <a:pt x="4741" y="19132"/>
                  </a:lnTo>
                  <a:lnTo>
                    <a:pt x="7874" y="12752"/>
                  </a:lnTo>
                  <a:lnTo>
                    <a:pt x="9034" y="10387"/>
                  </a:lnTo>
                  <a:lnTo>
                    <a:pt x="13365" y="5992"/>
                  </a:lnTo>
                  <a:lnTo>
                    <a:pt x="18659" y="2666"/>
                  </a:lnTo>
                  <a:lnTo>
                    <a:pt x="22983" y="1055"/>
                  </a:lnTo>
                  <a:lnTo>
                    <a:pt x="25328" y="735"/>
                  </a:lnTo>
                  <a:lnTo>
                    <a:pt x="30721" y="0"/>
                  </a:lnTo>
                  <a:lnTo>
                    <a:pt x="37303" y="774"/>
                  </a:lnTo>
                  <a:lnTo>
                    <a:pt x="56655" y="4300"/>
                  </a:lnTo>
                  <a:lnTo>
                    <a:pt x="68718" y="6499"/>
                  </a:lnTo>
                  <a:lnTo>
                    <a:pt x="67436" y="12885"/>
                  </a:lnTo>
                  <a:lnTo>
                    <a:pt x="66052" y="19782"/>
                  </a:lnTo>
                  <a:lnTo>
                    <a:pt x="64530" y="27360"/>
                  </a:lnTo>
                  <a:lnTo>
                    <a:pt x="62679" y="36581"/>
                  </a:lnTo>
                  <a:lnTo>
                    <a:pt x="59563" y="52103"/>
                  </a:lnTo>
                  <a:lnTo>
                    <a:pt x="54483" y="50626"/>
                  </a:lnTo>
                  <a:lnTo>
                    <a:pt x="45849" y="48115"/>
                  </a:lnTo>
                  <a:lnTo>
                    <a:pt x="38447" y="45963"/>
                  </a:lnTo>
                  <a:lnTo>
                    <a:pt x="27669" y="42828"/>
                  </a:lnTo>
                  <a:lnTo>
                    <a:pt x="13840" y="38806"/>
                  </a:lnTo>
                  <a:lnTo>
                    <a:pt x="0" y="347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7"/>
            <p:cNvSpPr/>
            <p:nvPr/>
          </p:nvSpPr>
          <p:spPr>
            <a:xfrm>
              <a:off x="3555167" y="3794500"/>
              <a:ext cx="59952" cy="73865"/>
            </a:xfrm>
            <a:custGeom>
              <a:avLst/>
              <a:pathLst>
                <a:path w="59952" h="73865">
                  <a:moveTo>
                    <a:pt x="9472" y="19043"/>
                  </a:moveTo>
                  <a:lnTo>
                    <a:pt x="10972" y="10048"/>
                  </a:lnTo>
                  <a:lnTo>
                    <a:pt x="12648" y="0"/>
                  </a:lnTo>
                  <a:lnTo>
                    <a:pt x="25165" y="1755"/>
                  </a:lnTo>
                  <a:lnTo>
                    <a:pt x="34627" y="3083"/>
                  </a:lnTo>
                  <a:lnTo>
                    <a:pt x="41380" y="4030"/>
                  </a:lnTo>
                  <a:lnTo>
                    <a:pt x="48540" y="5035"/>
                  </a:lnTo>
                  <a:lnTo>
                    <a:pt x="59338" y="6550"/>
                  </a:lnTo>
                  <a:lnTo>
                    <a:pt x="59661" y="12427"/>
                  </a:lnTo>
                  <a:lnTo>
                    <a:pt x="59952" y="17727"/>
                  </a:lnTo>
                  <a:lnTo>
                    <a:pt x="59428" y="22330"/>
                  </a:lnTo>
                  <a:lnTo>
                    <a:pt x="58478" y="30663"/>
                  </a:lnTo>
                  <a:lnTo>
                    <a:pt x="56362" y="38982"/>
                  </a:lnTo>
                  <a:lnTo>
                    <a:pt x="53686" y="49501"/>
                  </a:lnTo>
                  <a:lnTo>
                    <a:pt x="52560" y="56949"/>
                  </a:lnTo>
                  <a:lnTo>
                    <a:pt x="51615" y="63196"/>
                  </a:lnTo>
                  <a:lnTo>
                    <a:pt x="50001" y="73865"/>
                  </a:lnTo>
                  <a:lnTo>
                    <a:pt x="45853" y="73438"/>
                  </a:lnTo>
                  <a:lnTo>
                    <a:pt x="26781" y="71477"/>
                  </a:lnTo>
                  <a:lnTo>
                    <a:pt x="0" y="68722"/>
                  </a:lnTo>
                  <a:lnTo>
                    <a:pt x="1677" y="60093"/>
                  </a:lnTo>
                  <a:lnTo>
                    <a:pt x="3490" y="50766"/>
                  </a:lnTo>
                  <a:lnTo>
                    <a:pt x="5256" y="41684"/>
                  </a:lnTo>
                  <a:lnTo>
                    <a:pt x="7248" y="31442"/>
                  </a:lnTo>
                  <a:lnTo>
                    <a:pt x="8351" y="257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8"/>
            <p:cNvSpPr/>
            <p:nvPr/>
          </p:nvSpPr>
          <p:spPr>
            <a:xfrm>
              <a:off x="3481460" y="3826000"/>
              <a:ext cx="70965" cy="60774"/>
            </a:xfrm>
            <a:custGeom>
              <a:avLst/>
              <a:pathLst>
                <a:path w="70965" h="60774">
                  <a:moveTo>
                    <a:pt x="0" y="22838"/>
                  </a:moveTo>
                  <a:lnTo>
                    <a:pt x="1167" y="18887"/>
                  </a:lnTo>
                  <a:lnTo>
                    <a:pt x="6749" y="0"/>
                  </a:lnTo>
                  <a:lnTo>
                    <a:pt x="12381" y="1843"/>
                  </a:lnTo>
                  <a:lnTo>
                    <a:pt x="17737" y="3596"/>
                  </a:lnTo>
                  <a:lnTo>
                    <a:pt x="25204" y="6040"/>
                  </a:lnTo>
                  <a:lnTo>
                    <a:pt x="33220" y="8664"/>
                  </a:lnTo>
                  <a:lnTo>
                    <a:pt x="39141" y="10602"/>
                  </a:lnTo>
                  <a:lnTo>
                    <a:pt x="47165" y="13228"/>
                  </a:lnTo>
                  <a:lnTo>
                    <a:pt x="55181" y="15852"/>
                  </a:lnTo>
                  <a:lnTo>
                    <a:pt x="63138" y="18456"/>
                  </a:lnTo>
                  <a:lnTo>
                    <a:pt x="70965" y="21018"/>
                  </a:lnTo>
                  <a:lnTo>
                    <a:pt x="66784" y="36085"/>
                  </a:lnTo>
                  <a:lnTo>
                    <a:pt x="61068" y="39875"/>
                  </a:lnTo>
                  <a:lnTo>
                    <a:pt x="29548" y="60774"/>
                  </a:lnTo>
                  <a:lnTo>
                    <a:pt x="24414" y="59363"/>
                  </a:lnTo>
                  <a:lnTo>
                    <a:pt x="20096" y="58175"/>
                  </a:lnTo>
                  <a:lnTo>
                    <a:pt x="14772" y="56711"/>
                  </a:lnTo>
                  <a:lnTo>
                    <a:pt x="7729" y="54775"/>
                  </a:lnTo>
                  <a:lnTo>
                    <a:pt x="2486" y="533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9"/>
            <p:cNvSpPr/>
            <p:nvPr/>
          </p:nvSpPr>
          <p:spPr>
            <a:xfrm>
              <a:off x="3867688" y="3761254"/>
              <a:ext cx="88950" cy="55587"/>
            </a:xfrm>
            <a:custGeom>
              <a:avLst/>
              <a:pathLst>
                <a:path w="88950" h="55587">
                  <a:moveTo>
                    <a:pt x="7973" y="15671"/>
                  </a:moveTo>
                  <a:lnTo>
                    <a:pt x="14369" y="0"/>
                  </a:lnTo>
                  <a:lnTo>
                    <a:pt x="33733" y="5304"/>
                  </a:lnTo>
                  <a:lnTo>
                    <a:pt x="48969" y="9373"/>
                  </a:lnTo>
                  <a:lnTo>
                    <a:pt x="88950" y="20051"/>
                  </a:lnTo>
                  <a:lnTo>
                    <a:pt x="84353" y="35017"/>
                  </a:lnTo>
                  <a:lnTo>
                    <a:pt x="83768" y="36922"/>
                  </a:lnTo>
                  <a:lnTo>
                    <a:pt x="78799" y="55587"/>
                  </a:lnTo>
                  <a:lnTo>
                    <a:pt x="74399" y="54741"/>
                  </a:lnTo>
                  <a:lnTo>
                    <a:pt x="70046" y="53905"/>
                  </a:lnTo>
                  <a:lnTo>
                    <a:pt x="65059" y="52608"/>
                  </a:lnTo>
                  <a:lnTo>
                    <a:pt x="61304" y="51631"/>
                  </a:lnTo>
                  <a:lnTo>
                    <a:pt x="56056" y="50266"/>
                  </a:lnTo>
                  <a:lnTo>
                    <a:pt x="51000" y="48951"/>
                  </a:lnTo>
                  <a:lnTo>
                    <a:pt x="44650" y="47299"/>
                  </a:lnTo>
                  <a:lnTo>
                    <a:pt x="39982" y="46085"/>
                  </a:lnTo>
                  <a:lnTo>
                    <a:pt x="33531" y="44407"/>
                  </a:lnTo>
                  <a:lnTo>
                    <a:pt x="27178" y="42754"/>
                  </a:lnTo>
                  <a:lnTo>
                    <a:pt x="21933" y="41390"/>
                  </a:lnTo>
                  <a:lnTo>
                    <a:pt x="15433" y="39699"/>
                  </a:lnTo>
                  <a:lnTo>
                    <a:pt x="8221" y="37600"/>
                  </a:lnTo>
                  <a:lnTo>
                    <a:pt x="2169" y="35838"/>
                  </a:lnTo>
                  <a:lnTo>
                    <a:pt x="0" y="352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80"/>
            <p:cNvSpPr/>
            <p:nvPr/>
          </p:nvSpPr>
          <p:spPr>
            <a:xfrm>
              <a:off x="3961018" y="3730011"/>
              <a:ext cx="44843" cy="45839"/>
            </a:xfrm>
            <a:custGeom>
              <a:avLst/>
              <a:pathLst>
                <a:path w="44843" h="45839">
                  <a:moveTo>
                    <a:pt x="3218" y="17099"/>
                  </a:moveTo>
                  <a:lnTo>
                    <a:pt x="5631" y="0"/>
                  </a:lnTo>
                  <a:lnTo>
                    <a:pt x="23204" y="646"/>
                  </a:lnTo>
                  <a:lnTo>
                    <a:pt x="44843" y="1443"/>
                  </a:lnTo>
                  <a:lnTo>
                    <a:pt x="44647" y="5746"/>
                  </a:lnTo>
                  <a:lnTo>
                    <a:pt x="44409" y="10998"/>
                  </a:lnTo>
                  <a:lnTo>
                    <a:pt x="44122" y="17309"/>
                  </a:lnTo>
                  <a:lnTo>
                    <a:pt x="43244" y="21621"/>
                  </a:lnTo>
                  <a:lnTo>
                    <a:pt x="42886" y="23379"/>
                  </a:lnTo>
                  <a:lnTo>
                    <a:pt x="40347" y="35842"/>
                  </a:lnTo>
                  <a:lnTo>
                    <a:pt x="38311" y="45839"/>
                  </a:lnTo>
                  <a:lnTo>
                    <a:pt x="34377" y="45420"/>
                  </a:lnTo>
                  <a:lnTo>
                    <a:pt x="29976" y="44951"/>
                  </a:lnTo>
                  <a:lnTo>
                    <a:pt x="25793" y="44505"/>
                  </a:lnTo>
                  <a:lnTo>
                    <a:pt x="21565" y="44055"/>
                  </a:lnTo>
                  <a:lnTo>
                    <a:pt x="17023" y="43180"/>
                  </a:lnTo>
                  <a:lnTo>
                    <a:pt x="10623" y="41948"/>
                  </a:lnTo>
                  <a:lnTo>
                    <a:pt x="5149" y="40894"/>
                  </a:lnTo>
                  <a:lnTo>
                    <a:pt x="0" y="39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1"/>
            <p:cNvSpPr/>
            <p:nvPr/>
          </p:nvSpPr>
          <p:spPr>
            <a:xfrm>
              <a:off x="4001825" y="3763976"/>
              <a:ext cx="54459" cy="60453"/>
            </a:xfrm>
            <a:custGeom>
              <a:avLst/>
              <a:pathLst>
                <a:path w="54459" h="60453">
                  <a:moveTo>
                    <a:pt x="295" y="48983"/>
                  </a:moveTo>
                  <a:lnTo>
                    <a:pt x="573" y="39788"/>
                  </a:lnTo>
                  <a:lnTo>
                    <a:pt x="800" y="32260"/>
                  </a:lnTo>
                  <a:lnTo>
                    <a:pt x="995" y="25787"/>
                  </a:lnTo>
                  <a:lnTo>
                    <a:pt x="2132" y="17605"/>
                  </a:lnTo>
                  <a:lnTo>
                    <a:pt x="3575" y="7221"/>
                  </a:lnTo>
                  <a:lnTo>
                    <a:pt x="27889" y="3770"/>
                  </a:lnTo>
                  <a:lnTo>
                    <a:pt x="54459" y="0"/>
                  </a:lnTo>
                  <a:lnTo>
                    <a:pt x="51407" y="14246"/>
                  </a:lnTo>
                  <a:lnTo>
                    <a:pt x="50034" y="20654"/>
                  </a:lnTo>
                  <a:lnTo>
                    <a:pt x="49212" y="29867"/>
                  </a:lnTo>
                  <a:lnTo>
                    <a:pt x="48157" y="41700"/>
                  </a:lnTo>
                  <a:lnTo>
                    <a:pt x="46484" y="60453"/>
                  </a:lnTo>
                  <a:lnTo>
                    <a:pt x="38907" y="60181"/>
                  </a:lnTo>
                  <a:lnTo>
                    <a:pt x="34613" y="60026"/>
                  </a:lnTo>
                  <a:lnTo>
                    <a:pt x="28718" y="59814"/>
                  </a:lnTo>
                  <a:lnTo>
                    <a:pt x="23196" y="59616"/>
                  </a:lnTo>
                  <a:lnTo>
                    <a:pt x="15198" y="59328"/>
                  </a:lnTo>
                  <a:lnTo>
                    <a:pt x="7624" y="59056"/>
                  </a:lnTo>
                  <a:lnTo>
                    <a:pt x="0" y="58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2"/>
            <p:cNvSpPr/>
            <p:nvPr/>
          </p:nvSpPr>
          <p:spPr>
            <a:xfrm>
              <a:off x="4051780" y="3751380"/>
              <a:ext cx="62545" cy="78697"/>
            </a:xfrm>
            <a:custGeom>
              <a:avLst/>
              <a:pathLst>
                <a:path w="62545" h="78697">
                  <a:moveTo>
                    <a:pt x="10082" y="5418"/>
                  </a:moveTo>
                  <a:lnTo>
                    <a:pt x="32938" y="2807"/>
                  </a:lnTo>
                  <a:lnTo>
                    <a:pt x="57507" y="0"/>
                  </a:lnTo>
                  <a:lnTo>
                    <a:pt x="62545" y="8916"/>
                  </a:lnTo>
                  <a:lnTo>
                    <a:pt x="60743" y="15328"/>
                  </a:lnTo>
                  <a:lnTo>
                    <a:pt x="58600" y="22956"/>
                  </a:lnTo>
                  <a:lnTo>
                    <a:pt x="56606" y="30053"/>
                  </a:lnTo>
                  <a:lnTo>
                    <a:pt x="55208" y="35026"/>
                  </a:lnTo>
                  <a:lnTo>
                    <a:pt x="53354" y="41625"/>
                  </a:lnTo>
                  <a:lnTo>
                    <a:pt x="52472" y="44765"/>
                  </a:lnTo>
                  <a:lnTo>
                    <a:pt x="52270" y="47845"/>
                  </a:lnTo>
                  <a:lnTo>
                    <a:pt x="51958" y="52596"/>
                  </a:lnTo>
                  <a:lnTo>
                    <a:pt x="51531" y="59097"/>
                  </a:lnTo>
                  <a:lnTo>
                    <a:pt x="51052" y="66399"/>
                  </a:lnTo>
                  <a:lnTo>
                    <a:pt x="50245" y="78697"/>
                  </a:lnTo>
                  <a:lnTo>
                    <a:pt x="47915" y="78462"/>
                  </a:lnTo>
                  <a:lnTo>
                    <a:pt x="45348" y="78203"/>
                  </a:lnTo>
                  <a:lnTo>
                    <a:pt x="41686" y="77833"/>
                  </a:lnTo>
                  <a:lnTo>
                    <a:pt x="37501" y="77410"/>
                  </a:lnTo>
                  <a:lnTo>
                    <a:pt x="33548" y="77011"/>
                  </a:lnTo>
                  <a:lnTo>
                    <a:pt x="31474" y="76802"/>
                  </a:lnTo>
                  <a:lnTo>
                    <a:pt x="28112" y="76335"/>
                  </a:lnTo>
                  <a:lnTo>
                    <a:pt x="21982" y="75485"/>
                  </a:lnTo>
                  <a:lnTo>
                    <a:pt x="16335" y="74701"/>
                  </a:lnTo>
                  <a:lnTo>
                    <a:pt x="10100" y="73836"/>
                  </a:lnTo>
                  <a:lnTo>
                    <a:pt x="4557" y="73067"/>
                  </a:lnTo>
                  <a:lnTo>
                    <a:pt x="1906" y="72699"/>
                  </a:lnTo>
                  <a:lnTo>
                    <a:pt x="0" y="72435"/>
                  </a:lnTo>
                  <a:lnTo>
                    <a:pt x="925" y="65591"/>
                  </a:lnTo>
                  <a:lnTo>
                    <a:pt x="1754" y="59467"/>
                  </a:lnTo>
                  <a:lnTo>
                    <a:pt x="2181" y="56308"/>
                  </a:lnTo>
                  <a:lnTo>
                    <a:pt x="2382" y="54827"/>
                  </a:lnTo>
                  <a:lnTo>
                    <a:pt x="2928" y="50794"/>
                  </a:lnTo>
                  <a:lnTo>
                    <a:pt x="3648" y="45482"/>
                  </a:lnTo>
                  <a:lnTo>
                    <a:pt x="4640" y="38161"/>
                  </a:lnTo>
                  <a:lnTo>
                    <a:pt x="5016" y="35386"/>
                  </a:lnTo>
                  <a:lnTo>
                    <a:pt x="5910" y="30256"/>
                  </a:lnTo>
                  <a:lnTo>
                    <a:pt x="7238" y="22635"/>
                  </a:lnTo>
                  <a:lnTo>
                    <a:pt x="8696" y="14263"/>
                  </a:lnTo>
                  <a:lnTo>
                    <a:pt x="9009" y="124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3"/>
            <p:cNvSpPr/>
            <p:nvPr/>
          </p:nvSpPr>
          <p:spPr>
            <a:xfrm>
              <a:off x="3936549" y="3828532"/>
              <a:ext cx="107831" cy="55138"/>
            </a:xfrm>
            <a:custGeom>
              <a:avLst/>
              <a:pathLst>
                <a:path w="107831" h="55138">
                  <a:moveTo>
                    <a:pt x="58987" y="54962"/>
                  </a:moveTo>
                  <a:lnTo>
                    <a:pt x="50350" y="54570"/>
                  </a:lnTo>
                  <a:lnTo>
                    <a:pt x="42797" y="54227"/>
                  </a:lnTo>
                  <a:lnTo>
                    <a:pt x="38710" y="54041"/>
                  </a:lnTo>
                  <a:lnTo>
                    <a:pt x="33778" y="53817"/>
                  </a:lnTo>
                  <a:lnTo>
                    <a:pt x="28986" y="53599"/>
                  </a:lnTo>
                  <a:lnTo>
                    <a:pt x="26520" y="53267"/>
                  </a:lnTo>
                  <a:lnTo>
                    <a:pt x="21290" y="52563"/>
                  </a:lnTo>
                  <a:lnTo>
                    <a:pt x="15249" y="51750"/>
                  </a:lnTo>
                  <a:lnTo>
                    <a:pt x="7817" y="50749"/>
                  </a:lnTo>
                  <a:lnTo>
                    <a:pt x="3458" y="50162"/>
                  </a:lnTo>
                  <a:lnTo>
                    <a:pt x="0" y="49696"/>
                  </a:lnTo>
                  <a:lnTo>
                    <a:pt x="95" y="48606"/>
                  </a:lnTo>
                  <a:lnTo>
                    <a:pt x="1648" y="30954"/>
                  </a:lnTo>
                  <a:lnTo>
                    <a:pt x="1706" y="30287"/>
                  </a:lnTo>
                  <a:lnTo>
                    <a:pt x="2457" y="21753"/>
                  </a:lnTo>
                  <a:lnTo>
                    <a:pt x="5717" y="10202"/>
                  </a:lnTo>
                  <a:lnTo>
                    <a:pt x="8597" y="0"/>
                  </a:lnTo>
                  <a:lnTo>
                    <a:pt x="14305" y="519"/>
                  </a:lnTo>
                  <a:lnTo>
                    <a:pt x="18625" y="913"/>
                  </a:lnTo>
                  <a:lnTo>
                    <a:pt x="23334" y="1342"/>
                  </a:lnTo>
                  <a:lnTo>
                    <a:pt x="29465" y="1900"/>
                  </a:lnTo>
                  <a:lnTo>
                    <a:pt x="36187" y="2512"/>
                  </a:lnTo>
                  <a:lnTo>
                    <a:pt x="43388" y="3168"/>
                  </a:lnTo>
                  <a:lnTo>
                    <a:pt x="47505" y="3542"/>
                  </a:lnTo>
                  <a:lnTo>
                    <a:pt x="52991" y="3952"/>
                  </a:lnTo>
                  <a:lnTo>
                    <a:pt x="60964" y="4546"/>
                  </a:lnTo>
                  <a:lnTo>
                    <a:pt x="69419" y="5177"/>
                  </a:lnTo>
                  <a:lnTo>
                    <a:pt x="77203" y="5757"/>
                  </a:lnTo>
                  <a:lnTo>
                    <a:pt x="85584" y="6382"/>
                  </a:lnTo>
                  <a:lnTo>
                    <a:pt x="92743" y="6916"/>
                  </a:lnTo>
                  <a:lnTo>
                    <a:pt x="107831" y="8041"/>
                  </a:lnTo>
                  <a:lnTo>
                    <a:pt x="106787" y="25674"/>
                  </a:lnTo>
                  <a:lnTo>
                    <a:pt x="106212" y="35366"/>
                  </a:lnTo>
                  <a:lnTo>
                    <a:pt x="103571" y="54619"/>
                  </a:lnTo>
                  <a:lnTo>
                    <a:pt x="98088" y="54689"/>
                  </a:lnTo>
                  <a:lnTo>
                    <a:pt x="89284" y="54801"/>
                  </a:lnTo>
                  <a:lnTo>
                    <a:pt x="78643" y="54937"/>
                  </a:lnTo>
                  <a:lnTo>
                    <a:pt x="66761" y="55088"/>
                  </a:lnTo>
                  <a:lnTo>
                    <a:pt x="62862" y="551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4043727" y="3837648"/>
              <a:ext cx="79676" cy="60727"/>
            </a:xfrm>
            <a:custGeom>
              <a:avLst/>
              <a:pathLst>
                <a:path w="79676" h="60727">
                  <a:moveTo>
                    <a:pt x="2962" y="21336"/>
                  </a:moveTo>
                  <a:lnTo>
                    <a:pt x="5574" y="0"/>
                  </a:lnTo>
                  <a:lnTo>
                    <a:pt x="9380" y="348"/>
                  </a:lnTo>
                  <a:lnTo>
                    <a:pt x="13402" y="717"/>
                  </a:lnTo>
                  <a:lnTo>
                    <a:pt x="18077" y="1145"/>
                  </a:lnTo>
                  <a:lnTo>
                    <a:pt x="23627" y="1654"/>
                  </a:lnTo>
                  <a:lnTo>
                    <a:pt x="27083" y="1970"/>
                  </a:lnTo>
                  <a:lnTo>
                    <a:pt x="34473" y="2648"/>
                  </a:lnTo>
                  <a:lnTo>
                    <a:pt x="41474" y="3289"/>
                  </a:lnTo>
                  <a:lnTo>
                    <a:pt x="47368" y="3829"/>
                  </a:lnTo>
                  <a:lnTo>
                    <a:pt x="52497" y="4299"/>
                  </a:lnTo>
                  <a:lnTo>
                    <a:pt x="54007" y="4601"/>
                  </a:lnTo>
                  <a:lnTo>
                    <a:pt x="60961" y="5989"/>
                  </a:lnTo>
                  <a:lnTo>
                    <a:pt x="65920" y="8569"/>
                  </a:lnTo>
                  <a:lnTo>
                    <a:pt x="68479" y="10663"/>
                  </a:lnTo>
                  <a:lnTo>
                    <a:pt x="70783" y="12703"/>
                  </a:lnTo>
                  <a:lnTo>
                    <a:pt x="73291" y="16157"/>
                  </a:lnTo>
                  <a:lnTo>
                    <a:pt x="75965" y="22926"/>
                  </a:lnTo>
                  <a:lnTo>
                    <a:pt x="78316" y="31702"/>
                  </a:lnTo>
                  <a:lnTo>
                    <a:pt x="79676" y="36781"/>
                  </a:lnTo>
                  <a:lnTo>
                    <a:pt x="78974" y="48321"/>
                  </a:lnTo>
                  <a:lnTo>
                    <a:pt x="78284" y="59638"/>
                  </a:lnTo>
                  <a:lnTo>
                    <a:pt x="67472" y="60727"/>
                  </a:lnTo>
                  <a:lnTo>
                    <a:pt x="62214" y="56871"/>
                  </a:lnTo>
                  <a:lnTo>
                    <a:pt x="57640" y="53518"/>
                  </a:lnTo>
                  <a:lnTo>
                    <a:pt x="48988" y="51724"/>
                  </a:lnTo>
                  <a:lnTo>
                    <a:pt x="35695" y="48969"/>
                  </a:lnTo>
                  <a:lnTo>
                    <a:pt x="28185" y="47412"/>
                  </a:lnTo>
                  <a:lnTo>
                    <a:pt x="24804" y="46711"/>
                  </a:lnTo>
                  <a:lnTo>
                    <a:pt x="11712" y="46097"/>
                  </a:lnTo>
                  <a:lnTo>
                    <a:pt x="0" y="455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5"/>
            <p:cNvSpPr/>
            <p:nvPr/>
          </p:nvSpPr>
          <p:spPr>
            <a:xfrm>
              <a:off x="4119061" y="3710815"/>
              <a:ext cx="58085" cy="64880"/>
            </a:xfrm>
            <a:custGeom>
              <a:avLst/>
              <a:pathLst>
                <a:path w="58085" h="64880">
                  <a:moveTo>
                    <a:pt x="25950" y="63978"/>
                  </a:moveTo>
                  <a:lnTo>
                    <a:pt x="16511" y="63165"/>
                  </a:lnTo>
                  <a:lnTo>
                    <a:pt x="9242" y="62539"/>
                  </a:lnTo>
                  <a:lnTo>
                    <a:pt x="5250" y="62196"/>
                  </a:lnTo>
                  <a:lnTo>
                    <a:pt x="0" y="55150"/>
                  </a:lnTo>
                  <a:lnTo>
                    <a:pt x="1968" y="41060"/>
                  </a:lnTo>
                  <a:lnTo>
                    <a:pt x="4506" y="25181"/>
                  </a:lnTo>
                  <a:lnTo>
                    <a:pt x="8532" y="0"/>
                  </a:lnTo>
                  <a:lnTo>
                    <a:pt x="33620" y="1483"/>
                  </a:lnTo>
                  <a:lnTo>
                    <a:pt x="58085" y="2930"/>
                  </a:lnTo>
                  <a:lnTo>
                    <a:pt x="56805" y="19363"/>
                  </a:lnTo>
                  <a:lnTo>
                    <a:pt x="56365" y="25010"/>
                  </a:lnTo>
                  <a:lnTo>
                    <a:pt x="55210" y="33326"/>
                  </a:lnTo>
                  <a:lnTo>
                    <a:pt x="51003" y="63617"/>
                  </a:lnTo>
                  <a:lnTo>
                    <a:pt x="44422" y="64187"/>
                  </a:lnTo>
                  <a:lnTo>
                    <a:pt x="37609" y="64778"/>
                  </a:lnTo>
                  <a:lnTo>
                    <a:pt x="36427" y="6488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6"/>
            <p:cNvSpPr/>
            <p:nvPr/>
          </p:nvSpPr>
          <p:spPr>
            <a:xfrm>
              <a:off x="4177892" y="3716131"/>
              <a:ext cx="53845" cy="54911"/>
            </a:xfrm>
            <a:custGeom>
              <a:avLst/>
              <a:pathLst>
                <a:path w="53845" h="54911">
                  <a:moveTo>
                    <a:pt x="2239" y="37084"/>
                  </a:moveTo>
                  <a:lnTo>
                    <a:pt x="3594" y="26296"/>
                  </a:lnTo>
                  <a:lnTo>
                    <a:pt x="4044" y="20955"/>
                  </a:lnTo>
                  <a:lnTo>
                    <a:pt x="5807" y="0"/>
                  </a:lnTo>
                  <a:lnTo>
                    <a:pt x="23621" y="1632"/>
                  </a:lnTo>
                  <a:lnTo>
                    <a:pt x="29162" y="5535"/>
                  </a:lnTo>
                  <a:lnTo>
                    <a:pt x="52647" y="22081"/>
                  </a:lnTo>
                  <a:lnTo>
                    <a:pt x="53137" y="32887"/>
                  </a:lnTo>
                  <a:lnTo>
                    <a:pt x="53845" y="48518"/>
                  </a:lnTo>
                  <a:lnTo>
                    <a:pt x="50864" y="48872"/>
                  </a:lnTo>
                  <a:lnTo>
                    <a:pt x="45268" y="49537"/>
                  </a:lnTo>
                  <a:lnTo>
                    <a:pt x="38530" y="50337"/>
                  </a:lnTo>
                  <a:lnTo>
                    <a:pt x="33315" y="50956"/>
                  </a:lnTo>
                  <a:lnTo>
                    <a:pt x="27564" y="51639"/>
                  </a:lnTo>
                  <a:lnTo>
                    <a:pt x="22015" y="52297"/>
                  </a:lnTo>
                  <a:lnTo>
                    <a:pt x="16466" y="52956"/>
                  </a:lnTo>
                  <a:lnTo>
                    <a:pt x="8897" y="53855"/>
                  </a:lnTo>
                  <a:lnTo>
                    <a:pt x="0" y="549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7"/>
            <p:cNvSpPr/>
            <p:nvPr/>
          </p:nvSpPr>
          <p:spPr>
            <a:xfrm>
              <a:off x="4222914" y="3755465"/>
              <a:ext cx="216898" cy="50078"/>
            </a:xfrm>
            <a:custGeom>
              <a:avLst/>
              <a:pathLst>
                <a:path w="216898" h="50078">
                  <a:moveTo>
                    <a:pt x="201741" y="3535"/>
                  </a:moveTo>
                  <a:lnTo>
                    <a:pt x="208226" y="0"/>
                  </a:lnTo>
                  <a:lnTo>
                    <a:pt x="209436" y="2168"/>
                  </a:lnTo>
                  <a:lnTo>
                    <a:pt x="212586" y="7817"/>
                  </a:lnTo>
                  <a:lnTo>
                    <a:pt x="216898" y="15546"/>
                  </a:lnTo>
                  <a:lnTo>
                    <a:pt x="204417" y="26029"/>
                  </a:lnTo>
                  <a:lnTo>
                    <a:pt x="191319" y="31230"/>
                  </a:lnTo>
                  <a:lnTo>
                    <a:pt x="175826" y="37439"/>
                  </a:lnTo>
                  <a:lnTo>
                    <a:pt x="155059" y="45405"/>
                  </a:lnTo>
                  <a:lnTo>
                    <a:pt x="149446" y="47161"/>
                  </a:lnTo>
                  <a:lnTo>
                    <a:pt x="144570" y="48376"/>
                  </a:lnTo>
                  <a:lnTo>
                    <a:pt x="137739" y="50078"/>
                  </a:lnTo>
                  <a:lnTo>
                    <a:pt x="129405" y="49346"/>
                  </a:lnTo>
                  <a:lnTo>
                    <a:pt x="129188" y="49297"/>
                  </a:lnTo>
                  <a:lnTo>
                    <a:pt x="125191" y="45380"/>
                  </a:lnTo>
                  <a:lnTo>
                    <a:pt x="123469" y="41827"/>
                  </a:lnTo>
                  <a:lnTo>
                    <a:pt x="122531" y="39893"/>
                  </a:lnTo>
                  <a:lnTo>
                    <a:pt x="117572" y="38536"/>
                  </a:lnTo>
                  <a:lnTo>
                    <a:pt x="105538" y="37676"/>
                  </a:lnTo>
                  <a:lnTo>
                    <a:pt x="95367" y="37700"/>
                  </a:lnTo>
                  <a:lnTo>
                    <a:pt x="87024" y="36043"/>
                  </a:lnTo>
                  <a:lnTo>
                    <a:pt x="77261" y="35459"/>
                  </a:lnTo>
                  <a:lnTo>
                    <a:pt x="69522" y="34170"/>
                  </a:lnTo>
                  <a:lnTo>
                    <a:pt x="62054" y="32710"/>
                  </a:lnTo>
                  <a:lnTo>
                    <a:pt x="53348" y="32593"/>
                  </a:lnTo>
                  <a:lnTo>
                    <a:pt x="45358" y="32404"/>
                  </a:lnTo>
                  <a:lnTo>
                    <a:pt x="38267" y="33341"/>
                  </a:lnTo>
                  <a:lnTo>
                    <a:pt x="32596" y="34133"/>
                  </a:lnTo>
                  <a:lnTo>
                    <a:pt x="26256" y="35919"/>
                  </a:lnTo>
                  <a:lnTo>
                    <a:pt x="25991" y="36088"/>
                  </a:lnTo>
                  <a:lnTo>
                    <a:pt x="19893" y="39977"/>
                  </a:lnTo>
                  <a:lnTo>
                    <a:pt x="13316" y="43050"/>
                  </a:lnTo>
                  <a:lnTo>
                    <a:pt x="4961" y="45022"/>
                  </a:lnTo>
                  <a:lnTo>
                    <a:pt x="2137" y="30044"/>
                  </a:lnTo>
                  <a:lnTo>
                    <a:pt x="181" y="19674"/>
                  </a:lnTo>
                  <a:lnTo>
                    <a:pt x="387" y="19645"/>
                  </a:lnTo>
                  <a:lnTo>
                    <a:pt x="0" y="17496"/>
                  </a:lnTo>
                  <a:lnTo>
                    <a:pt x="7603" y="17534"/>
                  </a:lnTo>
                  <a:lnTo>
                    <a:pt x="15180" y="17571"/>
                  </a:lnTo>
                  <a:lnTo>
                    <a:pt x="22756" y="17609"/>
                  </a:lnTo>
                  <a:lnTo>
                    <a:pt x="31762" y="17654"/>
                  </a:lnTo>
                  <a:lnTo>
                    <a:pt x="35877" y="17674"/>
                  </a:lnTo>
                  <a:lnTo>
                    <a:pt x="41776" y="18019"/>
                  </a:lnTo>
                  <a:lnTo>
                    <a:pt x="48919" y="18436"/>
                  </a:lnTo>
                  <a:lnTo>
                    <a:pt x="56541" y="18881"/>
                  </a:lnTo>
                  <a:lnTo>
                    <a:pt x="64308" y="19334"/>
                  </a:lnTo>
                  <a:lnTo>
                    <a:pt x="67979" y="19548"/>
                  </a:lnTo>
                  <a:lnTo>
                    <a:pt x="73622" y="20179"/>
                  </a:lnTo>
                  <a:lnTo>
                    <a:pt x="83199" y="21248"/>
                  </a:lnTo>
                  <a:lnTo>
                    <a:pt x="94612" y="22523"/>
                  </a:lnTo>
                  <a:lnTo>
                    <a:pt x="98046" y="24718"/>
                  </a:lnTo>
                  <a:lnTo>
                    <a:pt x="101397" y="25531"/>
                  </a:lnTo>
                  <a:lnTo>
                    <a:pt x="112951" y="28334"/>
                  </a:lnTo>
                  <a:lnTo>
                    <a:pt x="121580" y="30151"/>
                  </a:lnTo>
                  <a:lnTo>
                    <a:pt x="127511" y="31399"/>
                  </a:lnTo>
                  <a:lnTo>
                    <a:pt x="130241" y="31101"/>
                  </a:lnTo>
                  <a:lnTo>
                    <a:pt x="140166" y="30019"/>
                  </a:lnTo>
                  <a:lnTo>
                    <a:pt x="147619" y="29029"/>
                  </a:lnTo>
                  <a:lnTo>
                    <a:pt x="150047" y="28707"/>
                  </a:lnTo>
                  <a:lnTo>
                    <a:pt x="156308" y="28351"/>
                  </a:lnTo>
                  <a:lnTo>
                    <a:pt x="164261" y="27898"/>
                  </a:lnTo>
                  <a:lnTo>
                    <a:pt x="167802" y="25937"/>
                  </a:lnTo>
                  <a:lnTo>
                    <a:pt x="177746" y="20429"/>
                  </a:lnTo>
                  <a:lnTo>
                    <a:pt x="185184" y="15604"/>
                  </a:lnTo>
                  <a:lnTo>
                    <a:pt x="190250" y="10928"/>
                  </a:lnTo>
                  <a:lnTo>
                    <a:pt x="200167" y="51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8"/>
            <p:cNvSpPr/>
            <p:nvPr/>
          </p:nvSpPr>
          <p:spPr>
            <a:xfrm>
              <a:off x="4111068" y="3774695"/>
              <a:ext cx="107999" cy="37392"/>
            </a:xfrm>
            <a:custGeom>
              <a:avLst/>
              <a:pathLst>
                <a:path w="107999" h="37392">
                  <a:moveTo>
                    <a:pt x="1538" y="37392"/>
                  </a:moveTo>
                  <a:lnTo>
                    <a:pt x="978" y="33328"/>
                  </a:lnTo>
                  <a:lnTo>
                    <a:pt x="793" y="32816"/>
                  </a:lnTo>
                  <a:lnTo>
                    <a:pt x="0" y="30617"/>
                  </a:lnTo>
                  <a:lnTo>
                    <a:pt x="77" y="27016"/>
                  </a:lnTo>
                  <a:lnTo>
                    <a:pt x="216" y="23054"/>
                  </a:lnTo>
                  <a:lnTo>
                    <a:pt x="270" y="18516"/>
                  </a:lnTo>
                  <a:lnTo>
                    <a:pt x="1844" y="15714"/>
                  </a:lnTo>
                  <a:lnTo>
                    <a:pt x="3275" y="12694"/>
                  </a:lnTo>
                  <a:lnTo>
                    <a:pt x="3974" y="11964"/>
                  </a:lnTo>
                  <a:lnTo>
                    <a:pt x="6785" y="9027"/>
                  </a:lnTo>
                  <a:lnTo>
                    <a:pt x="7285" y="8506"/>
                  </a:lnTo>
                  <a:lnTo>
                    <a:pt x="10642" y="6018"/>
                  </a:lnTo>
                  <a:lnTo>
                    <a:pt x="13932" y="4987"/>
                  </a:lnTo>
                  <a:lnTo>
                    <a:pt x="18756" y="4617"/>
                  </a:lnTo>
                  <a:lnTo>
                    <a:pt x="23310" y="4749"/>
                  </a:lnTo>
                  <a:lnTo>
                    <a:pt x="28024" y="6019"/>
                  </a:lnTo>
                  <a:lnTo>
                    <a:pt x="30365" y="6313"/>
                  </a:lnTo>
                  <a:lnTo>
                    <a:pt x="36437" y="7074"/>
                  </a:lnTo>
                  <a:lnTo>
                    <a:pt x="42996" y="6296"/>
                  </a:lnTo>
                  <a:lnTo>
                    <a:pt x="49420" y="5304"/>
                  </a:lnTo>
                  <a:lnTo>
                    <a:pt x="57411" y="4795"/>
                  </a:lnTo>
                  <a:lnTo>
                    <a:pt x="65040" y="4221"/>
                  </a:lnTo>
                  <a:lnTo>
                    <a:pt x="67855" y="4010"/>
                  </a:lnTo>
                  <a:lnTo>
                    <a:pt x="72265" y="3714"/>
                  </a:lnTo>
                  <a:lnTo>
                    <a:pt x="77924" y="3335"/>
                  </a:lnTo>
                  <a:lnTo>
                    <a:pt x="86073" y="1732"/>
                  </a:lnTo>
                  <a:lnTo>
                    <a:pt x="88478" y="1258"/>
                  </a:lnTo>
                  <a:lnTo>
                    <a:pt x="92121" y="788"/>
                  </a:lnTo>
                  <a:lnTo>
                    <a:pt x="96628" y="207"/>
                  </a:lnTo>
                  <a:lnTo>
                    <a:pt x="102171" y="88"/>
                  </a:lnTo>
                  <a:lnTo>
                    <a:pt x="106273" y="0"/>
                  </a:lnTo>
                  <a:lnTo>
                    <a:pt x="106451" y="2971"/>
                  </a:lnTo>
                  <a:lnTo>
                    <a:pt x="106598" y="5421"/>
                  </a:lnTo>
                  <a:lnTo>
                    <a:pt x="107093" y="13690"/>
                  </a:lnTo>
                  <a:lnTo>
                    <a:pt x="107467" y="19946"/>
                  </a:lnTo>
                  <a:lnTo>
                    <a:pt x="107999" y="28840"/>
                  </a:lnTo>
                  <a:lnTo>
                    <a:pt x="61806" y="33697"/>
                  </a:lnTo>
                  <a:lnTo>
                    <a:pt x="59221" y="33855"/>
                  </a:lnTo>
                  <a:lnTo>
                    <a:pt x="53562" y="34202"/>
                  </a:lnTo>
                  <a:lnTo>
                    <a:pt x="50371" y="34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9"/>
            <p:cNvSpPr/>
            <p:nvPr/>
          </p:nvSpPr>
          <p:spPr>
            <a:xfrm>
              <a:off x="4122939" y="3808927"/>
              <a:ext cx="116801" cy="98352"/>
            </a:xfrm>
            <a:custGeom>
              <a:avLst/>
              <a:pathLst>
                <a:path w="116801" h="98352">
                  <a:moveTo>
                    <a:pt x="15273" y="91696"/>
                  </a:moveTo>
                  <a:lnTo>
                    <a:pt x="14151" y="82527"/>
                  </a:lnTo>
                  <a:lnTo>
                    <a:pt x="12953" y="72735"/>
                  </a:lnTo>
                  <a:lnTo>
                    <a:pt x="11500" y="62640"/>
                  </a:lnTo>
                  <a:lnTo>
                    <a:pt x="8729" y="55076"/>
                  </a:lnTo>
                  <a:lnTo>
                    <a:pt x="6226" y="48243"/>
                  </a:lnTo>
                  <a:lnTo>
                    <a:pt x="6190" y="45787"/>
                  </a:lnTo>
                  <a:lnTo>
                    <a:pt x="6151" y="43197"/>
                  </a:lnTo>
                  <a:lnTo>
                    <a:pt x="4312" y="39133"/>
                  </a:lnTo>
                  <a:lnTo>
                    <a:pt x="2204" y="34476"/>
                  </a:lnTo>
                  <a:lnTo>
                    <a:pt x="0" y="29603"/>
                  </a:lnTo>
                  <a:lnTo>
                    <a:pt x="6260" y="25187"/>
                  </a:lnTo>
                  <a:lnTo>
                    <a:pt x="8742" y="25555"/>
                  </a:lnTo>
                  <a:lnTo>
                    <a:pt x="9871" y="25723"/>
                  </a:lnTo>
                  <a:lnTo>
                    <a:pt x="14158" y="26359"/>
                  </a:lnTo>
                  <a:lnTo>
                    <a:pt x="15511" y="26560"/>
                  </a:lnTo>
                  <a:lnTo>
                    <a:pt x="23209" y="27469"/>
                  </a:lnTo>
                  <a:lnTo>
                    <a:pt x="23660" y="27536"/>
                  </a:lnTo>
                  <a:lnTo>
                    <a:pt x="24787" y="27703"/>
                  </a:lnTo>
                  <a:lnTo>
                    <a:pt x="31957" y="27370"/>
                  </a:lnTo>
                  <a:lnTo>
                    <a:pt x="33792" y="27409"/>
                  </a:lnTo>
                  <a:lnTo>
                    <a:pt x="35145" y="27610"/>
                  </a:lnTo>
                  <a:lnTo>
                    <a:pt x="36590" y="27125"/>
                  </a:lnTo>
                  <a:lnTo>
                    <a:pt x="37266" y="27225"/>
                  </a:lnTo>
                  <a:lnTo>
                    <a:pt x="44446" y="26891"/>
                  </a:lnTo>
                  <a:lnTo>
                    <a:pt x="45380" y="26796"/>
                  </a:lnTo>
                  <a:lnTo>
                    <a:pt x="46088" y="26668"/>
                  </a:lnTo>
                  <a:lnTo>
                    <a:pt x="48559" y="26220"/>
                  </a:lnTo>
                  <a:lnTo>
                    <a:pt x="53888" y="25254"/>
                  </a:lnTo>
                  <a:lnTo>
                    <a:pt x="55179" y="24276"/>
                  </a:lnTo>
                  <a:lnTo>
                    <a:pt x="61228" y="20715"/>
                  </a:lnTo>
                  <a:lnTo>
                    <a:pt x="61520" y="20289"/>
                  </a:lnTo>
                  <a:lnTo>
                    <a:pt x="65031" y="16805"/>
                  </a:lnTo>
                  <a:lnTo>
                    <a:pt x="65585" y="16180"/>
                  </a:lnTo>
                  <a:lnTo>
                    <a:pt x="67258" y="12644"/>
                  </a:lnTo>
                  <a:lnTo>
                    <a:pt x="67586" y="11982"/>
                  </a:lnTo>
                  <a:lnTo>
                    <a:pt x="68482" y="9030"/>
                  </a:lnTo>
                  <a:lnTo>
                    <a:pt x="68616" y="8813"/>
                  </a:lnTo>
                  <a:lnTo>
                    <a:pt x="69698" y="7071"/>
                  </a:lnTo>
                  <a:lnTo>
                    <a:pt x="87457" y="2079"/>
                  </a:lnTo>
                  <a:lnTo>
                    <a:pt x="99228" y="0"/>
                  </a:lnTo>
                  <a:lnTo>
                    <a:pt x="99635" y="3552"/>
                  </a:lnTo>
                  <a:lnTo>
                    <a:pt x="100010" y="6825"/>
                  </a:lnTo>
                  <a:lnTo>
                    <a:pt x="101132" y="7134"/>
                  </a:lnTo>
                  <a:lnTo>
                    <a:pt x="103806" y="7870"/>
                  </a:lnTo>
                  <a:lnTo>
                    <a:pt x="110064" y="8090"/>
                  </a:lnTo>
                  <a:lnTo>
                    <a:pt x="112062" y="8696"/>
                  </a:lnTo>
                  <a:lnTo>
                    <a:pt x="116280" y="9975"/>
                  </a:lnTo>
                  <a:lnTo>
                    <a:pt x="116801" y="12437"/>
                  </a:lnTo>
                  <a:lnTo>
                    <a:pt x="113659" y="14346"/>
                  </a:lnTo>
                  <a:lnTo>
                    <a:pt x="112400" y="15110"/>
                  </a:lnTo>
                  <a:lnTo>
                    <a:pt x="111870" y="15505"/>
                  </a:lnTo>
                  <a:lnTo>
                    <a:pt x="107181" y="17177"/>
                  </a:lnTo>
                  <a:lnTo>
                    <a:pt x="106425" y="17538"/>
                  </a:lnTo>
                  <a:lnTo>
                    <a:pt x="100539" y="19499"/>
                  </a:lnTo>
                  <a:lnTo>
                    <a:pt x="99822" y="19628"/>
                  </a:lnTo>
                  <a:lnTo>
                    <a:pt x="95643" y="21130"/>
                  </a:lnTo>
                  <a:lnTo>
                    <a:pt x="91860" y="24570"/>
                  </a:lnTo>
                  <a:lnTo>
                    <a:pt x="93241" y="29000"/>
                  </a:lnTo>
                  <a:lnTo>
                    <a:pt x="95931" y="33843"/>
                  </a:lnTo>
                  <a:lnTo>
                    <a:pt x="97329" y="36614"/>
                  </a:lnTo>
                  <a:lnTo>
                    <a:pt x="98990" y="40580"/>
                  </a:lnTo>
                  <a:lnTo>
                    <a:pt x="100687" y="45694"/>
                  </a:lnTo>
                  <a:lnTo>
                    <a:pt x="101855" y="51170"/>
                  </a:lnTo>
                  <a:lnTo>
                    <a:pt x="101911" y="52279"/>
                  </a:lnTo>
                  <a:lnTo>
                    <a:pt x="102126" y="56488"/>
                  </a:lnTo>
                  <a:lnTo>
                    <a:pt x="100192" y="57434"/>
                  </a:lnTo>
                  <a:lnTo>
                    <a:pt x="94984" y="59984"/>
                  </a:lnTo>
                  <a:lnTo>
                    <a:pt x="84755" y="64990"/>
                  </a:lnTo>
                  <a:lnTo>
                    <a:pt x="73194" y="70649"/>
                  </a:lnTo>
                  <a:lnTo>
                    <a:pt x="59887" y="77163"/>
                  </a:lnTo>
                  <a:lnTo>
                    <a:pt x="40980" y="86417"/>
                  </a:lnTo>
                  <a:lnTo>
                    <a:pt x="38623" y="87571"/>
                  </a:lnTo>
                  <a:lnTo>
                    <a:pt x="38232" y="87762"/>
                  </a:lnTo>
                  <a:lnTo>
                    <a:pt x="23095" y="95171"/>
                  </a:lnTo>
                  <a:lnTo>
                    <a:pt x="16596" y="98352"/>
                  </a:lnTo>
                  <a:lnTo>
                    <a:pt x="15472" y="9286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90"/>
            <p:cNvSpPr/>
            <p:nvPr/>
          </p:nvSpPr>
          <p:spPr>
            <a:xfrm>
              <a:off x="4181695" y="3935516"/>
              <a:ext cx="67799" cy="71502"/>
            </a:xfrm>
            <a:custGeom>
              <a:avLst/>
              <a:pathLst>
                <a:path w="67799" h="71502">
                  <a:moveTo>
                    <a:pt x="11901" y="14468"/>
                  </a:moveTo>
                  <a:lnTo>
                    <a:pt x="21755" y="9519"/>
                  </a:lnTo>
                  <a:lnTo>
                    <a:pt x="29893" y="5432"/>
                  </a:lnTo>
                  <a:lnTo>
                    <a:pt x="40709" y="0"/>
                  </a:lnTo>
                  <a:lnTo>
                    <a:pt x="45570" y="8769"/>
                  </a:lnTo>
                  <a:lnTo>
                    <a:pt x="50118" y="17312"/>
                  </a:lnTo>
                  <a:lnTo>
                    <a:pt x="52213" y="22810"/>
                  </a:lnTo>
                  <a:lnTo>
                    <a:pt x="54300" y="27328"/>
                  </a:lnTo>
                  <a:lnTo>
                    <a:pt x="54750" y="28173"/>
                  </a:lnTo>
                  <a:lnTo>
                    <a:pt x="57054" y="32617"/>
                  </a:lnTo>
                  <a:lnTo>
                    <a:pt x="57503" y="33459"/>
                  </a:lnTo>
                  <a:lnTo>
                    <a:pt x="57614" y="33908"/>
                  </a:lnTo>
                  <a:lnTo>
                    <a:pt x="59013" y="37608"/>
                  </a:lnTo>
                  <a:lnTo>
                    <a:pt x="59516" y="38670"/>
                  </a:lnTo>
                  <a:lnTo>
                    <a:pt x="60131" y="39229"/>
                  </a:lnTo>
                  <a:lnTo>
                    <a:pt x="60298" y="39900"/>
                  </a:lnTo>
                  <a:lnTo>
                    <a:pt x="61579" y="43138"/>
                  </a:lnTo>
                  <a:lnTo>
                    <a:pt x="62025" y="43973"/>
                  </a:lnTo>
                  <a:lnTo>
                    <a:pt x="62415" y="44586"/>
                  </a:lnTo>
                  <a:lnTo>
                    <a:pt x="64361" y="47644"/>
                  </a:lnTo>
                  <a:lnTo>
                    <a:pt x="64637" y="48755"/>
                  </a:lnTo>
                  <a:lnTo>
                    <a:pt x="67799" y="52908"/>
                  </a:lnTo>
                  <a:lnTo>
                    <a:pt x="63354" y="56289"/>
                  </a:lnTo>
                  <a:lnTo>
                    <a:pt x="55153" y="62527"/>
                  </a:lnTo>
                  <a:lnTo>
                    <a:pt x="43355" y="71502"/>
                  </a:lnTo>
                  <a:lnTo>
                    <a:pt x="38564" y="69127"/>
                  </a:lnTo>
                  <a:lnTo>
                    <a:pt x="37102" y="68402"/>
                  </a:lnTo>
                  <a:lnTo>
                    <a:pt x="35000" y="66375"/>
                  </a:lnTo>
                  <a:lnTo>
                    <a:pt x="32664" y="64122"/>
                  </a:lnTo>
                  <a:lnTo>
                    <a:pt x="29470" y="59733"/>
                  </a:lnTo>
                  <a:lnTo>
                    <a:pt x="24535" y="52949"/>
                  </a:lnTo>
                  <a:lnTo>
                    <a:pt x="20733" y="47723"/>
                  </a:lnTo>
                  <a:lnTo>
                    <a:pt x="19262" y="45787"/>
                  </a:lnTo>
                  <a:lnTo>
                    <a:pt x="13087" y="37665"/>
                  </a:lnTo>
                  <a:lnTo>
                    <a:pt x="6620" y="29155"/>
                  </a:lnTo>
                  <a:lnTo>
                    <a:pt x="1292" y="22146"/>
                  </a:lnTo>
                  <a:lnTo>
                    <a:pt x="0" y="204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1"/>
            <p:cNvSpPr/>
            <p:nvPr/>
          </p:nvSpPr>
          <p:spPr>
            <a:xfrm>
              <a:off x="4008336" y="3729569"/>
              <a:ext cx="100951" cy="36862"/>
            </a:xfrm>
            <a:custGeom>
              <a:avLst/>
              <a:pathLst>
                <a:path w="100951" h="36862">
                  <a:moveTo>
                    <a:pt x="39830" y="3924"/>
                  </a:moveTo>
                  <a:lnTo>
                    <a:pt x="50285" y="3809"/>
                  </a:lnTo>
                  <a:lnTo>
                    <a:pt x="64917" y="1348"/>
                  </a:lnTo>
                  <a:lnTo>
                    <a:pt x="72939" y="0"/>
                  </a:lnTo>
                  <a:lnTo>
                    <a:pt x="99477" y="125"/>
                  </a:lnTo>
                  <a:lnTo>
                    <a:pt x="100036" y="5885"/>
                  </a:lnTo>
                  <a:lnTo>
                    <a:pt x="100951" y="15321"/>
                  </a:lnTo>
                  <a:lnTo>
                    <a:pt x="89648" y="16201"/>
                  </a:lnTo>
                  <a:lnTo>
                    <a:pt x="72740" y="20069"/>
                  </a:lnTo>
                  <a:lnTo>
                    <a:pt x="63848" y="22103"/>
                  </a:lnTo>
                  <a:lnTo>
                    <a:pt x="51109" y="24865"/>
                  </a:lnTo>
                  <a:lnTo>
                    <a:pt x="41704" y="26904"/>
                  </a:lnTo>
                  <a:lnTo>
                    <a:pt x="28226" y="30157"/>
                  </a:lnTo>
                  <a:lnTo>
                    <a:pt x="25038" y="30927"/>
                  </a:lnTo>
                  <a:lnTo>
                    <a:pt x="453" y="36862"/>
                  </a:lnTo>
                  <a:lnTo>
                    <a:pt x="291" y="35135"/>
                  </a:lnTo>
                  <a:lnTo>
                    <a:pt x="0" y="32018"/>
                  </a:lnTo>
                  <a:lnTo>
                    <a:pt x="2524" y="20976"/>
                  </a:lnTo>
                  <a:lnTo>
                    <a:pt x="6338" y="42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2"/>
            <p:cNvSpPr/>
            <p:nvPr/>
          </p:nvSpPr>
          <p:spPr>
            <a:xfrm>
              <a:off x="3950759" y="3781210"/>
              <a:ext cx="49096" cy="39441"/>
            </a:xfrm>
            <a:custGeom>
              <a:avLst/>
              <a:pathLst>
                <a:path w="49096" h="39441">
                  <a:moveTo>
                    <a:pt x="3187" y="24637"/>
                  </a:moveTo>
                  <a:lnTo>
                    <a:pt x="6090" y="14254"/>
                  </a:lnTo>
                  <a:lnTo>
                    <a:pt x="10074" y="0"/>
                  </a:lnTo>
                  <a:lnTo>
                    <a:pt x="31202" y="3146"/>
                  </a:lnTo>
                  <a:lnTo>
                    <a:pt x="40447" y="4522"/>
                  </a:lnTo>
                  <a:lnTo>
                    <a:pt x="49096" y="5810"/>
                  </a:lnTo>
                  <a:lnTo>
                    <a:pt x="48089" y="23551"/>
                  </a:lnTo>
                  <a:lnTo>
                    <a:pt x="47187" y="39441"/>
                  </a:lnTo>
                  <a:lnTo>
                    <a:pt x="43657" y="39187"/>
                  </a:lnTo>
                  <a:lnTo>
                    <a:pt x="39989" y="38923"/>
                  </a:lnTo>
                  <a:lnTo>
                    <a:pt x="35807" y="38622"/>
                  </a:lnTo>
                  <a:lnTo>
                    <a:pt x="31363" y="38302"/>
                  </a:lnTo>
                  <a:lnTo>
                    <a:pt x="25111" y="37852"/>
                  </a:lnTo>
                  <a:lnTo>
                    <a:pt x="19976" y="37482"/>
                  </a:lnTo>
                  <a:lnTo>
                    <a:pt x="15697" y="37174"/>
                  </a:lnTo>
                  <a:lnTo>
                    <a:pt x="10423" y="36794"/>
                  </a:lnTo>
                  <a:lnTo>
                    <a:pt x="5237" y="36420"/>
                  </a:lnTo>
                  <a:lnTo>
                    <a:pt x="2862" y="36249"/>
                  </a:lnTo>
                  <a:lnTo>
                    <a:pt x="0" y="360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3"/>
            <p:cNvSpPr/>
            <p:nvPr/>
          </p:nvSpPr>
          <p:spPr>
            <a:xfrm>
              <a:off x="4145538" y="3884962"/>
              <a:ext cx="77388" cy="65912"/>
            </a:xfrm>
            <a:custGeom>
              <a:avLst/>
              <a:pathLst>
                <a:path w="77388" h="65912">
                  <a:moveTo>
                    <a:pt x="320" y="25206"/>
                  </a:moveTo>
                  <a:lnTo>
                    <a:pt x="9748" y="20618"/>
                  </a:lnTo>
                  <a:lnTo>
                    <a:pt x="20660" y="15308"/>
                  </a:lnTo>
                  <a:lnTo>
                    <a:pt x="30523" y="10508"/>
                  </a:lnTo>
                  <a:lnTo>
                    <a:pt x="43089" y="4394"/>
                  </a:lnTo>
                  <a:lnTo>
                    <a:pt x="52119" y="0"/>
                  </a:lnTo>
                  <a:lnTo>
                    <a:pt x="54916" y="1346"/>
                  </a:lnTo>
                  <a:lnTo>
                    <a:pt x="55164" y="1453"/>
                  </a:lnTo>
                  <a:lnTo>
                    <a:pt x="57606" y="3967"/>
                  </a:lnTo>
                  <a:lnTo>
                    <a:pt x="57819" y="4498"/>
                  </a:lnTo>
                  <a:lnTo>
                    <a:pt x="58244" y="5560"/>
                  </a:lnTo>
                  <a:lnTo>
                    <a:pt x="59518" y="8745"/>
                  </a:lnTo>
                  <a:lnTo>
                    <a:pt x="59943" y="9807"/>
                  </a:lnTo>
                  <a:lnTo>
                    <a:pt x="60191" y="10939"/>
                  </a:lnTo>
                  <a:lnTo>
                    <a:pt x="61147" y="13841"/>
                  </a:lnTo>
                  <a:lnTo>
                    <a:pt x="61359" y="14372"/>
                  </a:lnTo>
                  <a:lnTo>
                    <a:pt x="61891" y="17238"/>
                  </a:lnTo>
                  <a:lnTo>
                    <a:pt x="62245" y="18123"/>
                  </a:lnTo>
                  <a:lnTo>
                    <a:pt x="63130" y="20848"/>
                  </a:lnTo>
                  <a:lnTo>
                    <a:pt x="63413" y="21555"/>
                  </a:lnTo>
                  <a:lnTo>
                    <a:pt x="66492" y="25659"/>
                  </a:lnTo>
                  <a:lnTo>
                    <a:pt x="70030" y="29374"/>
                  </a:lnTo>
                  <a:lnTo>
                    <a:pt x="70914" y="30046"/>
                  </a:lnTo>
                  <a:lnTo>
                    <a:pt x="71056" y="30400"/>
                  </a:lnTo>
                  <a:lnTo>
                    <a:pt x="74062" y="34326"/>
                  </a:lnTo>
                  <a:lnTo>
                    <a:pt x="77388" y="41611"/>
                  </a:lnTo>
                  <a:lnTo>
                    <a:pt x="73003" y="43840"/>
                  </a:lnTo>
                  <a:lnTo>
                    <a:pt x="70332" y="45198"/>
                  </a:lnTo>
                  <a:lnTo>
                    <a:pt x="62198" y="49333"/>
                  </a:lnTo>
                  <a:lnTo>
                    <a:pt x="55114" y="52934"/>
                  </a:lnTo>
                  <a:lnTo>
                    <a:pt x="46718" y="57203"/>
                  </a:lnTo>
                  <a:lnTo>
                    <a:pt x="29585" y="65912"/>
                  </a:lnTo>
                  <a:lnTo>
                    <a:pt x="26660" y="62470"/>
                  </a:lnTo>
                  <a:lnTo>
                    <a:pt x="23619" y="58890"/>
                  </a:lnTo>
                  <a:lnTo>
                    <a:pt x="20821" y="55597"/>
                  </a:lnTo>
                  <a:lnTo>
                    <a:pt x="17142" y="51266"/>
                  </a:lnTo>
                  <a:lnTo>
                    <a:pt x="13586" y="47081"/>
                  </a:lnTo>
                  <a:lnTo>
                    <a:pt x="9868" y="42705"/>
                  </a:lnTo>
                  <a:lnTo>
                    <a:pt x="6805" y="39101"/>
                  </a:lnTo>
                  <a:lnTo>
                    <a:pt x="3916" y="35699"/>
                  </a:lnTo>
                  <a:lnTo>
                    <a:pt x="0" y="31090"/>
                  </a:lnTo>
                  <a:lnTo>
                    <a:pt x="181" y="277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4"/>
            <p:cNvSpPr/>
            <p:nvPr/>
          </p:nvSpPr>
          <p:spPr>
            <a:xfrm>
              <a:off x="4205636" y="3872193"/>
              <a:ext cx="39301" cy="50287"/>
            </a:xfrm>
            <a:custGeom>
              <a:avLst/>
              <a:pathLst>
                <a:path w="39301" h="50287">
                  <a:moveTo>
                    <a:pt x="0" y="8124"/>
                  </a:moveTo>
                  <a:lnTo>
                    <a:pt x="9510" y="3814"/>
                  </a:lnTo>
                  <a:lnTo>
                    <a:pt x="11303" y="3002"/>
                  </a:lnTo>
                  <a:lnTo>
                    <a:pt x="16260" y="0"/>
                  </a:lnTo>
                  <a:lnTo>
                    <a:pt x="18703" y="2514"/>
                  </a:lnTo>
                  <a:lnTo>
                    <a:pt x="21961" y="7577"/>
                  </a:lnTo>
                  <a:lnTo>
                    <a:pt x="22031" y="7753"/>
                  </a:lnTo>
                  <a:lnTo>
                    <a:pt x="25642" y="13700"/>
                  </a:lnTo>
                  <a:lnTo>
                    <a:pt x="25854" y="14230"/>
                  </a:lnTo>
                  <a:lnTo>
                    <a:pt x="28049" y="17663"/>
                  </a:lnTo>
                  <a:lnTo>
                    <a:pt x="28686" y="18229"/>
                  </a:lnTo>
                  <a:lnTo>
                    <a:pt x="30703" y="21732"/>
                  </a:lnTo>
                  <a:lnTo>
                    <a:pt x="30844" y="22086"/>
                  </a:lnTo>
                  <a:lnTo>
                    <a:pt x="32012" y="25517"/>
                  </a:lnTo>
                  <a:lnTo>
                    <a:pt x="32119" y="26296"/>
                  </a:lnTo>
                  <a:lnTo>
                    <a:pt x="33286" y="30753"/>
                  </a:lnTo>
                  <a:lnTo>
                    <a:pt x="36754" y="37367"/>
                  </a:lnTo>
                  <a:lnTo>
                    <a:pt x="39301" y="41682"/>
                  </a:lnTo>
                  <a:lnTo>
                    <a:pt x="37324" y="42632"/>
                  </a:lnTo>
                  <a:lnTo>
                    <a:pt x="30219" y="46048"/>
                  </a:lnTo>
                  <a:lnTo>
                    <a:pt x="21399" y="50287"/>
                  </a:lnTo>
                  <a:lnTo>
                    <a:pt x="20053" y="46926"/>
                  </a:lnTo>
                  <a:lnTo>
                    <a:pt x="18990" y="44272"/>
                  </a:lnTo>
                  <a:lnTo>
                    <a:pt x="18495" y="43033"/>
                  </a:lnTo>
                  <a:lnTo>
                    <a:pt x="17149" y="39671"/>
                  </a:lnTo>
                  <a:lnTo>
                    <a:pt x="17007" y="39317"/>
                  </a:lnTo>
                  <a:lnTo>
                    <a:pt x="17149" y="37618"/>
                  </a:lnTo>
                  <a:lnTo>
                    <a:pt x="17113" y="37016"/>
                  </a:lnTo>
                  <a:lnTo>
                    <a:pt x="17184" y="36167"/>
                  </a:lnTo>
                  <a:lnTo>
                    <a:pt x="16830" y="35282"/>
                  </a:lnTo>
                  <a:lnTo>
                    <a:pt x="15802" y="33229"/>
                  </a:lnTo>
                  <a:lnTo>
                    <a:pt x="15732" y="33052"/>
                  </a:lnTo>
                  <a:lnTo>
                    <a:pt x="13677" y="29972"/>
                  </a:lnTo>
                  <a:lnTo>
                    <a:pt x="13217" y="29335"/>
                  </a:lnTo>
                  <a:lnTo>
                    <a:pt x="11410" y="27388"/>
                  </a:lnTo>
                  <a:lnTo>
                    <a:pt x="10843" y="26999"/>
                  </a:lnTo>
                  <a:lnTo>
                    <a:pt x="10312" y="26184"/>
                  </a:lnTo>
                  <a:lnTo>
                    <a:pt x="8009" y="22998"/>
                  </a:lnTo>
                  <a:lnTo>
                    <a:pt x="7726" y="22290"/>
                  </a:lnTo>
                  <a:lnTo>
                    <a:pt x="7442" y="21581"/>
                  </a:lnTo>
                  <a:lnTo>
                    <a:pt x="4536" y="17403"/>
                  </a:lnTo>
                  <a:lnTo>
                    <a:pt x="4075" y="16765"/>
                  </a:lnTo>
                  <a:lnTo>
                    <a:pt x="1593" y="12622"/>
                  </a:lnTo>
                  <a:lnTo>
                    <a:pt x="1156" y="113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5"/>
            <p:cNvSpPr/>
            <p:nvPr/>
          </p:nvSpPr>
          <p:spPr>
            <a:xfrm>
              <a:off x="3876573" y="3639593"/>
              <a:ext cx="82503" cy="133102"/>
            </a:xfrm>
            <a:custGeom>
              <a:avLst/>
              <a:pathLst>
                <a:path w="82503" h="133102">
                  <a:moveTo>
                    <a:pt x="1333" y="105239"/>
                  </a:moveTo>
                  <a:lnTo>
                    <a:pt x="3342" y="97596"/>
                  </a:lnTo>
                  <a:lnTo>
                    <a:pt x="5108" y="90877"/>
                  </a:lnTo>
                  <a:lnTo>
                    <a:pt x="7438" y="82010"/>
                  </a:lnTo>
                  <a:lnTo>
                    <a:pt x="9964" y="72400"/>
                  </a:lnTo>
                  <a:lnTo>
                    <a:pt x="12428" y="63024"/>
                  </a:lnTo>
                  <a:lnTo>
                    <a:pt x="13091" y="60502"/>
                  </a:lnTo>
                  <a:lnTo>
                    <a:pt x="13910" y="56990"/>
                  </a:lnTo>
                  <a:lnTo>
                    <a:pt x="16655" y="45229"/>
                  </a:lnTo>
                  <a:lnTo>
                    <a:pt x="18822" y="35939"/>
                  </a:lnTo>
                  <a:lnTo>
                    <a:pt x="20664" y="28048"/>
                  </a:lnTo>
                  <a:lnTo>
                    <a:pt x="22043" y="24344"/>
                  </a:lnTo>
                  <a:lnTo>
                    <a:pt x="24924" y="16605"/>
                  </a:lnTo>
                  <a:lnTo>
                    <a:pt x="28470" y="7081"/>
                  </a:lnTo>
                  <a:lnTo>
                    <a:pt x="31107" y="0"/>
                  </a:lnTo>
                  <a:lnTo>
                    <a:pt x="44007" y="5651"/>
                  </a:lnTo>
                  <a:lnTo>
                    <a:pt x="39466" y="26384"/>
                  </a:lnTo>
                  <a:lnTo>
                    <a:pt x="47528" y="31762"/>
                  </a:lnTo>
                  <a:lnTo>
                    <a:pt x="55054" y="36783"/>
                  </a:lnTo>
                  <a:lnTo>
                    <a:pt x="53599" y="43878"/>
                  </a:lnTo>
                  <a:lnTo>
                    <a:pt x="74722" y="48351"/>
                  </a:lnTo>
                  <a:lnTo>
                    <a:pt x="73756" y="53071"/>
                  </a:lnTo>
                  <a:lnTo>
                    <a:pt x="72382" y="59791"/>
                  </a:lnTo>
                  <a:lnTo>
                    <a:pt x="70821" y="67421"/>
                  </a:lnTo>
                  <a:lnTo>
                    <a:pt x="70012" y="71376"/>
                  </a:lnTo>
                  <a:lnTo>
                    <a:pt x="72259" y="75707"/>
                  </a:lnTo>
                  <a:lnTo>
                    <a:pt x="79846" y="90327"/>
                  </a:lnTo>
                  <a:lnTo>
                    <a:pt x="82503" y="95447"/>
                  </a:lnTo>
                  <a:lnTo>
                    <a:pt x="81439" y="102684"/>
                  </a:lnTo>
                  <a:lnTo>
                    <a:pt x="79895" y="113185"/>
                  </a:lnTo>
                  <a:lnTo>
                    <a:pt x="78860" y="120219"/>
                  </a:lnTo>
                  <a:lnTo>
                    <a:pt x="78376" y="123286"/>
                  </a:lnTo>
                  <a:lnTo>
                    <a:pt x="77056" y="131632"/>
                  </a:lnTo>
                  <a:lnTo>
                    <a:pt x="76824" y="133102"/>
                  </a:lnTo>
                  <a:lnTo>
                    <a:pt x="53981" y="127281"/>
                  </a:lnTo>
                  <a:lnTo>
                    <a:pt x="36543" y="122837"/>
                  </a:lnTo>
                  <a:lnTo>
                    <a:pt x="28706" y="120152"/>
                  </a:lnTo>
                  <a:lnTo>
                    <a:pt x="0" y="1103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6"/>
            <p:cNvSpPr/>
            <p:nvPr/>
          </p:nvSpPr>
          <p:spPr>
            <a:xfrm>
              <a:off x="3820397" y="3797350"/>
              <a:ext cx="118506" cy="80103"/>
            </a:xfrm>
            <a:custGeom>
              <a:avLst/>
              <a:pathLst>
                <a:path w="118506" h="80103">
                  <a:moveTo>
                    <a:pt x="8626" y="21102"/>
                  </a:moveTo>
                  <a:lnTo>
                    <a:pt x="15018" y="0"/>
                  </a:lnTo>
                  <a:lnTo>
                    <a:pt x="22190" y="2374"/>
                  </a:lnTo>
                  <a:lnTo>
                    <a:pt x="27559" y="4152"/>
                  </a:lnTo>
                  <a:lnTo>
                    <a:pt x="31936" y="5601"/>
                  </a:lnTo>
                  <a:lnTo>
                    <a:pt x="36368" y="7068"/>
                  </a:lnTo>
                  <a:lnTo>
                    <a:pt x="42654" y="9149"/>
                  </a:lnTo>
                  <a:lnTo>
                    <a:pt x="47211" y="10658"/>
                  </a:lnTo>
                  <a:lnTo>
                    <a:pt x="52755" y="12494"/>
                  </a:lnTo>
                  <a:lnTo>
                    <a:pt x="57808" y="14167"/>
                  </a:lnTo>
                  <a:lnTo>
                    <a:pt x="64775" y="16473"/>
                  </a:lnTo>
                  <a:lnTo>
                    <a:pt x="70744" y="18450"/>
                  </a:lnTo>
                  <a:lnTo>
                    <a:pt x="75857" y="20143"/>
                  </a:lnTo>
                  <a:lnTo>
                    <a:pt x="83244" y="22588"/>
                  </a:lnTo>
                  <a:lnTo>
                    <a:pt x="87561" y="24018"/>
                  </a:lnTo>
                  <a:lnTo>
                    <a:pt x="92549" y="25669"/>
                  </a:lnTo>
                  <a:lnTo>
                    <a:pt x="97793" y="27405"/>
                  </a:lnTo>
                  <a:lnTo>
                    <a:pt x="105981" y="30116"/>
                  </a:lnTo>
                  <a:lnTo>
                    <a:pt x="116633" y="33643"/>
                  </a:lnTo>
                  <a:lnTo>
                    <a:pt x="118506" y="34264"/>
                  </a:lnTo>
                  <a:lnTo>
                    <a:pt x="114844" y="47794"/>
                  </a:lnTo>
                  <a:lnTo>
                    <a:pt x="110664" y="63236"/>
                  </a:lnTo>
                  <a:lnTo>
                    <a:pt x="106098" y="80103"/>
                  </a:lnTo>
                  <a:lnTo>
                    <a:pt x="100695" y="78500"/>
                  </a:lnTo>
                  <a:lnTo>
                    <a:pt x="95048" y="76824"/>
                  </a:lnTo>
                  <a:lnTo>
                    <a:pt x="89456" y="75165"/>
                  </a:lnTo>
                  <a:lnTo>
                    <a:pt x="82998" y="73249"/>
                  </a:lnTo>
                  <a:lnTo>
                    <a:pt x="76352" y="71277"/>
                  </a:lnTo>
                  <a:lnTo>
                    <a:pt x="70815" y="69633"/>
                  </a:lnTo>
                  <a:lnTo>
                    <a:pt x="59392" y="66244"/>
                  </a:lnTo>
                  <a:lnTo>
                    <a:pt x="52856" y="64304"/>
                  </a:lnTo>
                  <a:lnTo>
                    <a:pt x="46100" y="62299"/>
                  </a:lnTo>
                  <a:lnTo>
                    <a:pt x="35810" y="59246"/>
                  </a:lnTo>
                  <a:lnTo>
                    <a:pt x="31911" y="58089"/>
                  </a:lnTo>
                  <a:lnTo>
                    <a:pt x="24084" y="56003"/>
                  </a:lnTo>
                  <a:lnTo>
                    <a:pt x="15806" y="53797"/>
                  </a:lnTo>
                  <a:lnTo>
                    <a:pt x="6103" y="51211"/>
                  </a:lnTo>
                  <a:lnTo>
                    <a:pt x="0" y="495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7"/>
            <p:cNvSpPr/>
            <p:nvPr/>
          </p:nvSpPr>
          <p:spPr>
            <a:xfrm>
              <a:off x="3749936" y="3692345"/>
              <a:ext cx="121171" cy="103036"/>
            </a:xfrm>
            <a:custGeom>
              <a:avLst/>
              <a:pathLst>
                <a:path w="121171" h="103036">
                  <a:moveTo>
                    <a:pt x="60172" y="13515"/>
                  </a:moveTo>
                  <a:lnTo>
                    <a:pt x="92473" y="24134"/>
                  </a:lnTo>
                  <a:lnTo>
                    <a:pt x="112498" y="52137"/>
                  </a:lnTo>
                  <a:lnTo>
                    <a:pt x="121171" y="61004"/>
                  </a:lnTo>
                  <a:lnTo>
                    <a:pt x="120664" y="75359"/>
                  </a:lnTo>
                  <a:lnTo>
                    <a:pt x="120373" y="83614"/>
                  </a:lnTo>
                  <a:lnTo>
                    <a:pt x="118079" y="90311"/>
                  </a:lnTo>
                  <a:lnTo>
                    <a:pt x="113822" y="103036"/>
                  </a:lnTo>
                  <a:lnTo>
                    <a:pt x="108517" y="101133"/>
                  </a:lnTo>
                  <a:lnTo>
                    <a:pt x="101547" y="98633"/>
                  </a:lnTo>
                  <a:lnTo>
                    <a:pt x="96415" y="96792"/>
                  </a:lnTo>
                  <a:lnTo>
                    <a:pt x="93125" y="95612"/>
                  </a:lnTo>
                  <a:lnTo>
                    <a:pt x="90457" y="94144"/>
                  </a:lnTo>
                  <a:lnTo>
                    <a:pt x="85314" y="91313"/>
                  </a:lnTo>
                  <a:lnTo>
                    <a:pt x="79057" y="87870"/>
                  </a:lnTo>
                  <a:lnTo>
                    <a:pt x="74236" y="85217"/>
                  </a:lnTo>
                  <a:lnTo>
                    <a:pt x="70264" y="83032"/>
                  </a:lnTo>
                  <a:lnTo>
                    <a:pt x="64535" y="79879"/>
                  </a:lnTo>
                  <a:lnTo>
                    <a:pt x="57955" y="76258"/>
                  </a:lnTo>
                  <a:lnTo>
                    <a:pt x="54365" y="74283"/>
                  </a:lnTo>
                  <a:lnTo>
                    <a:pt x="50179" y="71979"/>
                  </a:lnTo>
                  <a:lnTo>
                    <a:pt x="46334" y="70266"/>
                  </a:lnTo>
                  <a:lnTo>
                    <a:pt x="42670" y="68634"/>
                  </a:lnTo>
                  <a:lnTo>
                    <a:pt x="38709" y="66870"/>
                  </a:lnTo>
                  <a:lnTo>
                    <a:pt x="31641" y="63721"/>
                  </a:lnTo>
                  <a:lnTo>
                    <a:pt x="25515" y="60992"/>
                  </a:lnTo>
                  <a:lnTo>
                    <a:pt x="21396" y="59156"/>
                  </a:lnTo>
                  <a:lnTo>
                    <a:pt x="19132" y="58376"/>
                  </a:lnTo>
                  <a:lnTo>
                    <a:pt x="15617" y="57777"/>
                  </a:lnTo>
                  <a:lnTo>
                    <a:pt x="10916" y="56977"/>
                  </a:lnTo>
                  <a:lnTo>
                    <a:pt x="4460" y="55878"/>
                  </a:lnTo>
                  <a:lnTo>
                    <a:pt x="0" y="55118"/>
                  </a:lnTo>
                  <a:lnTo>
                    <a:pt x="2047" y="39491"/>
                  </a:lnTo>
                  <a:lnTo>
                    <a:pt x="4283" y="22419"/>
                  </a:lnTo>
                  <a:lnTo>
                    <a:pt x="6304" y="10168"/>
                  </a:lnTo>
                  <a:lnTo>
                    <a:pt x="1905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8"/>
            <p:cNvSpPr/>
            <p:nvPr/>
          </p:nvSpPr>
          <p:spPr>
            <a:xfrm>
              <a:off x="3632322" y="3741844"/>
              <a:ext cx="200240" cy="103375"/>
            </a:xfrm>
            <a:custGeom>
              <a:avLst/>
              <a:pathLst>
                <a:path w="200240" h="103375">
                  <a:moveTo>
                    <a:pt x="140468" y="80148"/>
                  </a:moveTo>
                  <a:lnTo>
                    <a:pt x="136419" y="78341"/>
                  </a:lnTo>
                  <a:lnTo>
                    <a:pt x="131983" y="76362"/>
                  </a:lnTo>
                  <a:lnTo>
                    <a:pt x="125484" y="73461"/>
                  </a:lnTo>
                  <a:lnTo>
                    <a:pt x="120472" y="71224"/>
                  </a:lnTo>
                  <a:lnTo>
                    <a:pt x="115240" y="69802"/>
                  </a:lnTo>
                  <a:lnTo>
                    <a:pt x="108923" y="68085"/>
                  </a:lnTo>
                  <a:lnTo>
                    <a:pt x="103867" y="67143"/>
                  </a:lnTo>
                  <a:lnTo>
                    <a:pt x="97855" y="66024"/>
                  </a:lnTo>
                  <a:lnTo>
                    <a:pt x="93682" y="65248"/>
                  </a:lnTo>
                  <a:lnTo>
                    <a:pt x="88796" y="64338"/>
                  </a:lnTo>
                  <a:lnTo>
                    <a:pt x="81639" y="63006"/>
                  </a:lnTo>
                  <a:lnTo>
                    <a:pt x="75430" y="61850"/>
                  </a:lnTo>
                  <a:lnTo>
                    <a:pt x="70473" y="60986"/>
                  </a:lnTo>
                  <a:lnTo>
                    <a:pt x="64935" y="60022"/>
                  </a:lnTo>
                  <a:lnTo>
                    <a:pt x="59921" y="59149"/>
                  </a:lnTo>
                  <a:lnTo>
                    <a:pt x="53748" y="58074"/>
                  </a:lnTo>
                  <a:lnTo>
                    <a:pt x="48769" y="57206"/>
                  </a:lnTo>
                  <a:lnTo>
                    <a:pt x="43033" y="56207"/>
                  </a:lnTo>
                  <a:lnTo>
                    <a:pt x="38135" y="55354"/>
                  </a:lnTo>
                  <a:lnTo>
                    <a:pt x="32445" y="54363"/>
                  </a:lnTo>
                  <a:lnTo>
                    <a:pt x="27069" y="53427"/>
                  </a:lnTo>
                  <a:lnTo>
                    <a:pt x="19900" y="52178"/>
                  </a:lnTo>
                  <a:lnTo>
                    <a:pt x="12930" y="50964"/>
                  </a:lnTo>
                  <a:lnTo>
                    <a:pt x="6995" y="49931"/>
                  </a:lnTo>
                  <a:lnTo>
                    <a:pt x="0" y="48712"/>
                  </a:lnTo>
                  <a:lnTo>
                    <a:pt x="5366" y="23844"/>
                  </a:lnTo>
                  <a:lnTo>
                    <a:pt x="10511" y="0"/>
                  </a:lnTo>
                  <a:lnTo>
                    <a:pt x="14469" y="593"/>
                  </a:lnTo>
                  <a:lnTo>
                    <a:pt x="21105" y="1588"/>
                  </a:lnTo>
                  <a:lnTo>
                    <a:pt x="25781" y="2289"/>
                  </a:lnTo>
                  <a:lnTo>
                    <a:pt x="30733" y="3032"/>
                  </a:lnTo>
                  <a:lnTo>
                    <a:pt x="35820" y="3794"/>
                  </a:lnTo>
                  <a:lnTo>
                    <a:pt x="40255" y="4459"/>
                  </a:lnTo>
                  <a:lnTo>
                    <a:pt x="44691" y="5124"/>
                  </a:lnTo>
                  <a:lnTo>
                    <a:pt x="49332" y="5820"/>
                  </a:lnTo>
                  <a:lnTo>
                    <a:pt x="54284" y="6563"/>
                  </a:lnTo>
                  <a:lnTo>
                    <a:pt x="58924" y="7259"/>
                  </a:lnTo>
                  <a:lnTo>
                    <a:pt x="64980" y="8167"/>
                  </a:lnTo>
                  <a:lnTo>
                    <a:pt x="71715" y="9176"/>
                  </a:lnTo>
                  <a:lnTo>
                    <a:pt x="78836" y="10244"/>
                  </a:lnTo>
                  <a:lnTo>
                    <a:pt x="82534" y="11128"/>
                  </a:lnTo>
                  <a:lnTo>
                    <a:pt x="88274" y="12501"/>
                  </a:lnTo>
                  <a:lnTo>
                    <a:pt x="92621" y="13540"/>
                  </a:lnTo>
                  <a:lnTo>
                    <a:pt x="98727" y="15000"/>
                  </a:lnTo>
                  <a:lnTo>
                    <a:pt x="102603" y="15927"/>
                  </a:lnTo>
                  <a:lnTo>
                    <a:pt x="108348" y="17301"/>
                  </a:lnTo>
                  <a:lnTo>
                    <a:pt x="113408" y="18401"/>
                  </a:lnTo>
                  <a:lnTo>
                    <a:pt x="118830" y="19581"/>
                  </a:lnTo>
                  <a:lnTo>
                    <a:pt x="124772" y="20874"/>
                  </a:lnTo>
                  <a:lnTo>
                    <a:pt x="131419" y="22320"/>
                  </a:lnTo>
                  <a:lnTo>
                    <a:pt x="136505" y="23426"/>
                  </a:lnTo>
                  <a:lnTo>
                    <a:pt x="143200" y="24882"/>
                  </a:lnTo>
                  <a:lnTo>
                    <a:pt x="147192" y="26876"/>
                  </a:lnTo>
                  <a:lnTo>
                    <a:pt x="150942" y="28750"/>
                  </a:lnTo>
                  <a:lnTo>
                    <a:pt x="154305" y="30430"/>
                  </a:lnTo>
                  <a:lnTo>
                    <a:pt x="160475" y="33513"/>
                  </a:lnTo>
                  <a:lnTo>
                    <a:pt x="164966" y="35757"/>
                  </a:lnTo>
                  <a:lnTo>
                    <a:pt x="170396" y="38469"/>
                  </a:lnTo>
                  <a:lnTo>
                    <a:pt x="176470" y="41504"/>
                  </a:lnTo>
                  <a:lnTo>
                    <a:pt x="181322" y="44407"/>
                  </a:lnTo>
                  <a:lnTo>
                    <a:pt x="189473" y="49284"/>
                  </a:lnTo>
                  <a:lnTo>
                    <a:pt x="200240" y="55726"/>
                  </a:lnTo>
                  <a:lnTo>
                    <a:pt x="194947" y="71443"/>
                  </a:lnTo>
                  <a:lnTo>
                    <a:pt x="192035" y="80091"/>
                  </a:lnTo>
                  <a:lnTo>
                    <a:pt x="188599" y="90296"/>
                  </a:lnTo>
                  <a:lnTo>
                    <a:pt x="184194" y="103375"/>
                  </a:lnTo>
                  <a:lnTo>
                    <a:pt x="181505" y="101927"/>
                  </a:lnTo>
                  <a:lnTo>
                    <a:pt x="177809" y="99936"/>
                  </a:lnTo>
                  <a:lnTo>
                    <a:pt x="171978" y="96795"/>
                  </a:lnTo>
                  <a:lnTo>
                    <a:pt x="166733" y="93971"/>
                  </a:lnTo>
                  <a:lnTo>
                    <a:pt x="161073" y="90922"/>
                  </a:lnTo>
                  <a:lnTo>
                    <a:pt x="158182" y="89365"/>
                  </a:lnTo>
                  <a:lnTo>
                    <a:pt x="154672" y="87458"/>
                  </a:lnTo>
                  <a:lnTo>
                    <a:pt x="150360" y="85115"/>
                  </a:lnTo>
                  <a:lnTo>
                    <a:pt x="144675" y="820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9"/>
            <p:cNvSpPr/>
            <p:nvPr/>
          </p:nvSpPr>
          <p:spPr>
            <a:xfrm>
              <a:off x="3654877" y="3677967"/>
              <a:ext cx="95829" cy="64754"/>
            </a:xfrm>
            <a:custGeom>
              <a:avLst/>
              <a:pathLst>
                <a:path w="95829" h="64754">
                  <a:moveTo>
                    <a:pt x="2657" y="35946"/>
                  </a:moveTo>
                  <a:lnTo>
                    <a:pt x="4880" y="23358"/>
                  </a:lnTo>
                  <a:lnTo>
                    <a:pt x="6991" y="11405"/>
                  </a:lnTo>
                  <a:lnTo>
                    <a:pt x="8258" y="4232"/>
                  </a:lnTo>
                  <a:lnTo>
                    <a:pt x="27004" y="0"/>
                  </a:lnTo>
                  <a:lnTo>
                    <a:pt x="39904" y="418"/>
                  </a:lnTo>
                  <a:lnTo>
                    <a:pt x="52190" y="4395"/>
                  </a:lnTo>
                  <a:lnTo>
                    <a:pt x="55715" y="5562"/>
                  </a:lnTo>
                  <a:lnTo>
                    <a:pt x="72763" y="11203"/>
                  </a:lnTo>
                  <a:lnTo>
                    <a:pt x="91690" y="15276"/>
                  </a:lnTo>
                  <a:lnTo>
                    <a:pt x="95829" y="16167"/>
                  </a:lnTo>
                  <a:lnTo>
                    <a:pt x="94405" y="23940"/>
                  </a:lnTo>
                  <a:lnTo>
                    <a:pt x="93399" y="29430"/>
                  </a:lnTo>
                  <a:lnTo>
                    <a:pt x="92086" y="36599"/>
                  </a:lnTo>
                  <a:lnTo>
                    <a:pt x="91000" y="42527"/>
                  </a:lnTo>
                  <a:lnTo>
                    <a:pt x="90483" y="45344"/>
                  </a:lnTo>
                  <a:lnTo>
                    <a:pt x="88731" y="54909"/>
                  </a:lnTo>
                  <a:lnTo>
                    <a:pt x="86927" y="64754"/>
                  </a:lnTo>
                  <a:lnTo>
                    <a:pt x="83457" y="64204"/>
                  </a:lnTo>
                  <a:lnTo>
                    <a:pt x="79494" y="63577"/>
                  </a:lnTo>
                  <a:lnTo>
                    <a:pt x="76195" y="63055"/>
                  </a:lnTo>
                  <a:lnTo>
                    <a:pt x="73081" y="62562"/>
                  </a:lnTo>
                  <a:lnTo>
                    <a:pt x="70262" y="62116"/>
                  </a:lnTo>
                  <a:lnTo>
                    <a:pt x="67309" y="61649"/>
                  </a:lnTo>
                  <a:lnTo>
                    <a:pt x="64195" y="61156"/>
                  </a:lnTo>
                  <a:lnTo>
                    <a:pt x="60441" y="60562"/>
                  </a:lnTo>
                  <a:lnTo>
                    <a:pt x="55493" y="59779"/>
                  </a:lnTo>
                  <a:lnTo>
                    <a:pt x="52834" y="59358"/>
                  </a:lnTo>
                  <a:lnTo>
                    <a:pt x="49696" y="58861"/>
                  </a:lnTo>
                  <a:lnTo>
                    <a:pt x="45142" y="58141"/>
                  </a:lnTo>
                  <a:lnTo>
                    <a:pt x="41942" y="57634"/>
                  </a:lnTo>
                  <a:lnTo>
                    <a:pt x="38053" y="57019"/>
                  </a:lnTo>
                  <a:lnTo>
                    <a:pt x="34225" y="56413"/>
                  </a:lnTo>
                  <a:lnTo>
                    <a:pt x="30213" y="55778"/>
                  </a:lnTo>
                  <a:lnTo>
                    <a:pt x="26128" y="55131"/>
                  </a:lnTo>
                  <a:lnTo>
                    <a:pt x="21475" y="54395"/>
                  </a:lnTo>
                  <a:lnTo>
                    <a:pt x="17191" y="53717"/>
                  </a:lnTo>
                  <a:lnTo>
                    <a:pt x="13918" y="53199"/>
                  </a:lnTo>
                  <a:lnTo>
                    <a:pt x="11124" y="52757"/>
                  </a:lnTo>
                  <a:lnTo>
                    <a:pt x="9179" y="52449"/>
                  </a:lnTo>
                  <a:lnTo>
                    <a:pt x="6939" y="52095"/>
                  </a:lnTo>
                  <a:lnTo>
                    <a:pt x="4380" y="51690"/>
                  </a:lnTo>
                  <a:lnTo>
                    <a:pt x="2447" y="51384"/>
                  </a:lnTo>
                  <a:lnTo>
                    <a:pt x="0" y="5099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100"/>
            <p:cNvSpPr/>
            <p:nvPr/>
          </p:nvSpPr>
          <p:spPr>
            <a:xfrm>
              <a:off x="3426668" y="3722091"/>
              <a:ext cx="205845" cy="100232"/>
            </a:xfrm>
            <a:custGeom>
              <a:avLst/>
              <a:pathLst>
                <a:path w="205845" h="100232">
                  <a:moveTo>
                    <a:pt x="98488" y="49131"/>
                  </a:moveTo>
                  <a:lnTo>
                    <a:pt x="95651" y="48798"/>
                  </a:lnTo>
                  <a:lnTo>
                    <a:pt x="93701" y="48897"/>
                  </a:lnTo>
                  <a:lnTo>
                    <a:pt x="89381" y="49116"/>
                  </a:lnTo>
                  <a:lnTo>
                    <a:pt x="85887" y="49293"/>
                  </a:lnTo>
                  <a:lnTo>
                    <a:pt x="79668" y="50828"/>
                  </a:lnTo>
                  <a:lnTo>
                    <a:pt x="76982" y="51492"/>
                  </a:lnTo>
                  <a:lnTo>
                    <a:pt x="75427" y="52537"/>
                  </a:lnTo>
                  <a:lnTo>
                    <a:pt x="71673" y="55060"/>
                  </a:lnTo>
                  <a:lnTo>
                    <a:pt x="67219" y="58054"/>
                  </a:lnTo>
                  <a:lnTo>
                    <a:pt x="64769" y="60530"/>
                  </a:lnTo>
                  <a:lnTo>
                    <a:pt x="61575" y="63759"/>
                  </a:lnTo>
                  <a:lnTo>
                    <a:pt x="59432" y="65925"/>
                  </a:lnTo>
                  <a:lnTo>
                    <a:pt x="55532" y="71478"/>
                  </a:lnTo>
                  <a:lnTo>
                    <a:pt x="54206" y="73365"/>
                  </a:lnTo>
                  <a:lnTo>
                    <a:pt x="51671" y="78525"/>
                  </a:lnTo>
                  <a:lnTo>
                    <a:pt x="49911" y="82108"/>
                  </a:lnTo>
                  <a:lnTo>
                    <a:pt x="47423" y="89928"/>
                  </a:lnTo>
                  <a:lnTo>
                    <a:pt x="43698" y="100232"/>
                  </a:lnTo>
                  <a:lnTo>
                    <a:pt x="30966" y="96407"/>
                  </a:lnTo>
                  <a:lnTo>
                    <a:pt x="17001" y="92211"/>
                  </a:lnTo>
                  <a:lnTo>
                    <a:pt x="0" y="87104"/>
                  </a:lnTo>
                  <a:lnTo>
                    <a:pt x="1429" y="82352"/>
                  </a:lnTo>
                  <a:lnTo>
                    <a:pt x="2991" y="77160"/>
                  </a:lnTo>
                  <a:lnTo>
                    <a:pt x="5311" y="69450"/>
                  </a:lnTo>
                  <a:lnTo>
                    <a:pt x="6915" y="65885"/>
                  </a:lnTo>
                  <a:lnTo>
                    <a:pt x="8912" y="61449"/>
                  </a:lnTo>
                  <a:lnTo>
                    <a:pt x="11699" y="55258"/>
                  </a:lnTo>
                  <a:lnTo>
                    <a:pt x="14895" y="50374"/>
                  </a:lnTo>
                  <a:lnTo>
                    <a:pt x="17989" y="45646"/>
                  </a:lnTo>
                  <a:lnTo>
                    <a:pt x="20767" y="41400"/>
                  </a:lnTo>
                  <a:lnTo>
                    <a:pt x="24354" y="35918"/>
                  </a:lnTo>
                  <a:lnTo>
                    <a:pt x="26986" y="32229"/>
                  </a:lnTo>
                  <a:lnTo>
                    <a:pt x="29159" y="29183"/>
                  </a:lnTo>
                  <a:lnTo>
                    <a:pt x="32040" y="25145"/>
                  </a:lnTo>
                  <a:lnTo>
                    <a:pt x="35392" y="22141"/>
                  </a:lnTo>
                  <a:lnTo>
                    <a:pt x="39506" y="18454"/>
                  </a:lnTo>
                  <a:lnTo>
                    <a:pt x="45561" y="13028"/>
                  </a:lnTo>
                  <a:lnTo>
                    <a:pt x="48254" y="11908"/>
                  </a:lnTo>
                  <a:lnTo>
                    <a:pt x="52236" y="10252"/>
                  </a:lnTo>
                  <a:lnTo>
                    <a:pt x="55898" y="8729"/>
                  </a:lnTo>
                  <a:lnTo>
                    <a:pt x="60934" y="6635"/>
                  </a:lnTo>
                  <a:lnTo>
                    <a:pt x="63300" y="5651"/>
                  </a:lnTo>
                  <a:lnTo>
                    <a:pt x="69526" y="3869"/>
                  </a:lnTo>
                  <a:lnTo>
                    <a:pt x="73779" y="2652"/>
                  </a:lnTo>
                  <a:lnTo>
                    <a:pt x="78657" y="1255"/>
                  </a:lnTo>
                  <a:lnTo>
                    <a:pt x="83294" y="821"/>
                  </a:lnTo>
                  <a:lnTo>
                    <a:pt x="88223" y="358"/>
                  </a:lnTo>
                  <a:lnTo>
                    <a:pt x="92049" y="0"/>
                  </a:lnTo>
                  <a:lnTo>
                    <a:pt x="95766" y="318"/>
                  </a:lnTo>
                  <a:lnTo>
                    <a:pt x="100053" y="685"/>
                  </a:lnTo>
                  <a:lnTo>
                    <a:pt x="106578" y="1244"/>
                  </a:lnTo>
                  <a:lnTo>
                    <a:pt x="110516" y="1391"/>
                  </a:lnTo>
                  <a:lnTo>
                    <a:pt x="115840" y="1589"/>
                  </a:lnTo>
                  <a:lnTo>
                    <a:pt x="121763" y="1810"/>
                  </a:lnTo>
                  <a:lnTo>
                    <a:pt x="127299" y="2017"/>
                  </a:lnTo>
                  <a:lnTo>
                    <a:pt x="133821" y="2260"/>
                  </a:lnTo>
                  <a:lnTo>
                    <a:pt x="139210" y="3394"/>
                  </a:lnTo>
                  <a:lnTo>
                    <a:pt x="145115" y="4636"/>
                  </a:lnTo>
                  <a:lnTo>
                    <a:pt x="152660" y="6223"/>
                  </a:lnTo>
                  <a:lnTo>
                    <a:pt x="160530" y="7878"/>
                  </a:lnTo>
                  <a:lnTo>
                    <a:pt x="168711" y="9599"/>
                  </a:lnTo>
                  <a:lnTo>
                    <a:pt x="177637" y="11477"/>
                  </a:lnTo>
                  <a:lnTo>
                    <a:pt x="184247" y="12867"/>
                  </a:lnTo>
                  <a:lnTo>
                    <a:pt x="192035" y="14506"/>
                  </a:lnTo>
                  <a:lnTo>
                    <a:pt x="198957" y="15962"/>
                  </a:lnTo>
                  <a:lnTo>
                    <a:pt x="201786" y="16557"/>
                  </a:lnTo>
                  <a:lnTo>
                    <a:pt x="205845" y="17257"/>
                  </a:lnTo>
                  <a:lnTo>
                    <a:pt x="203607" y="33772"/>
                  </a:lnTo>
                  <a:lnTo>
                    <a:pt x="199141" y="66729"/>
                  </a:lnTo>
                  <a:lnTo>
                    <a:pt x="197691" y="66486"/>
                  </a:lnTo>
                  <a:lnTo>
                    <a:pt x="194500" y="65953"/>
                  </a:lnTo>
                  <a:lnTo>
                    <a:pt x="189515" y="65119"/>
                  </a:lnTo>
                  <a:lnTo>
                    <a:pt x="183902" y="64180"/>
                  </a:lnTo>
                  <a:lnTo>
                    <a:pt x="179583" y="63458"/>
                  </a:lnTo>
                  <a:lnTo>
                    <a:pt x="174467" y="62603"/>
                  </a:lnTo>
                  <a:lnTo>
                    <a:pt x="168850" y="61664"/>
                  </a:lnTo>
                  <a:lnTo>
                    <a:pt x="165546" y="61111"/>
                  </a:lnTo>
                  <a:lnTo>
                    <a:pt x="160526" y="60196"/>
                  </a:lnTo>
                  <a:lnTo>
                    <a:pt x="155912" y="59355"/>
                  </a:lnTo>
                  <a:lnTo>
                    <a:pt x="151872" y="58619"/>
                  </a:lnTo>
                  <a:lnTo>
                    <a:pt x="147492" y="57821"/>
                  </a:lnTo>
                  <a:lnTo>
                    <a:pt x="143240" y="57046"/>
                  </a:lnTo>
                  <a:lnTo>
                    <a:pt x="138534" y="56188"/>
                  </a:lnTo>
                  <a:lnTo>
                    <a:pt x="133969" y="55356"/>
                  </a:lnTo>
                  <a:lnTo>
                    <a:pt x="130128" y="54656"/>
                  </a:lnTo>
                  <a:lnTo>
                    <a:pt x="125153" y="53749"/>
                  </a:lnTo>
                  <a:lnTo>
                    <a:pt x="121205" y="53030"/>
                  </a:lnTo>
                  <a:lnTo>
                    <a:pt x="116967" y="52257"/>
                  </a:lnTo>
                  <a:lnTo>
                    <a:pt x="112155" y="51380"/>
                  </a:lnTo>
                  <a:lnTo>
                    <a:pt x="107916" y="50607"/>
                  </a:lnTo>
                  <a:lnTo>
                    <a:pt x="102235" y="49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1"/>
            <p:cNvSpPr/>
            <p:nvPr/>
          </p:nvSpPr>
          <p:spPr>
            <a:xfrm>
              <a:off x="3445076" y="3930474"/>
              <a:ext cx="61672" cy="57210"/>
            </a:xfrm>
            <a:custGeom>
              <a:avLst/>
              <a:pathLst>
                <a:path w="61672" h="57210">
                  <a:moveTo>
                    <a:pt x="9566" y="16982"/>
                  </a:moveTo>
                  <a:lnTo>
                    <a:pt x="18270" y="13418"/>
                  </a:lnTo>
                  <a:lnTo>
                    <a:pt x="27398" y="9680"/>
                  </a:lnTo>
                  <a:lnTo>
                    <a:pt x="39300" y="4807"/>
                  </a:lnTo>
                  <a:lnTo>
                    <a:pt x="51041" y="0"/>
                  </a:lnTo>
                  <a:lnTo>
                    <a:pt x="56105" y="17926"/>
                  </a:lnTo>
                  <a:lnTo>
                    <a:pt x="61672" y="37634"/>
                  </a:lnTo>
                  <a:lnTo>
                    <a:pt x="52907" y="41212"/>
                  </a:lnTo>
                  <a:lnTo>
                    <a:pt x="42652" y="45398"/>
                  </a:lnTo>
                  <a:lnTo>
                    <a:pt x="28901" y="51011"/>
                  </a:lnTo>
                  <a:lnTo>
                    <a:pt x="13713" y="57210"/>
                  </a:lnTo>
                  <a:lnTo>
                    <a:pt x="12686" y="54488"/>
                  </a:lnTo>
                  <a:lnTo>
                    <a:pt x="11247" y="50678"/>
                  </a:lnTo>
                  <a:lnTo>
                    <a:pt x="9414" y="45825"/>
                  </a:lnTo>
                  <a:lnTo>
                    <a:pt x="7794" y="41535"/>
                  </a:lnTo>
                  <a:lnTo>
                    <a:pt x="6224" y="37380"/>
                  </a:lnTo>
                  <a:lnTo>
                    <a:pt x="4648" y="33207"/>
                  </a:lnTo>
                  <a:lnTo>
                    <a:pt x="2827" y="28386"/>
                  </a:lnTo>
                  <a:lnTo>
                    <a:pt x="0" y="2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2"/>
            <p:cNvSpPr/>
            <p:nvPr/>
          </p:nvSpPr>
          <p:spPr>
            <a:xfrm>
              <a:off x="3460492" y="3969755"/>
              <a:ext cx="62226" cy="57766"/>
            </a:xfrm>
            <a:custGeom>
              <a:avLst/>
              <a:pathLst>
                <a:path w="62226" h="57766">
                  <a:moveTo>
                    <a:pt x="14751" y="13451"/>
                  </a:moveTo>
                  <a:lnTo>
                    <a:pt x="25765" y="9010"/>
                  </a:lnTo>
                  <a:lnTo>
                    <a:pt x="34169" y="5621"/>
                  </a:lnTo>
                  <a:lnTo>
                    <a:pt x="48108" y="0"/>
                  </a:lnTo>
                  <a:lnTo>
                    <a:pt x="55021" y="19226"/>
                  </a:lnTo>
                  <a:lnTo>
                    <a:pt x="61594" y="37507"/>
                  </a:lnTo>
                  <a:lnTo>
                    <a:pt x="62226" y="39263"/>
                  </a:lnTo>
                  <a:lnTo>
                    <a:pt x="51081" y="43567"/>
                  </a:lnTo>
                  <a:lnTo>
                    <a:pt x="45808" y="45603"/>
                  </a:lnTo>
                  <a:lnTo>
                    <a:pt x="33647" y="50299"/>
                  </a:lnTo>
                  <a:lnTo>
                    <a:pt x="14311" y="57766"/>
                  </a:lnTo>
                  <a:lnTo>
                    <a:pt x="13560" y="55752"/>
                  </a:lnTo>
                  <a:lnTo>
                    <a:pt x="11868" y="51218"/>
                  </a:lnTo>
                  <a:lnTo>
                    <a:pt x="10665" y="47991"/>
                  </a:lnTo>
                  <a:lnTo>
                    <a:pt x="9235" y="44158"/>
                  </a:lnTo>
                  <a:lnTo>
                    <a:pt x="7770" y="40231"/>
                  </a:lnTo>
                  <a:lnTo>
                    <a:pt x="6258" y="36179"/>
                  </a:lnTo>
                  <a:lnTo>
                    <a:pt x="4511" y="31495"/>
                  </a:lnTo>
                  <a:lnTo>
                    <a:pt x="2805" y="26921"/>
                  </a:lnTo>
                  <a:lnTo>
                    <a:pt x="0" y="194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3"/>
            <p:cNvSpPr/>
            <p:nvPr/>
          </p:nvSpPr>
          <p:spPr>
            <a:xfrm>
              <a:off x="3476318" y="4010442"/>
              <a:ext cx="62355" cy="58202"/>
            </a:xfrm>
            <a:custGeom>
              <a:avLst/>
              <a:pathLst>
                <a:path w="62355" h="58202">
                  <a:moveTo>
                    <a:pt x="5325" y="31461"/>
                  </a:moveTo>
                  <a:lnTo>
                    <a:pt x="3016" y="25943"/>
                  </a:lnTo>
                  <a:lnTo>
                    <a:pt x="0" y="18733"/>
                  </a:lnTo>
                  <a:lnTo>
                    <a:pt x="6883" y="16019"/>
                  </a:lnTo>
                  <a:lnTo>
                    <a:pt x="12347" y="13864"/>
                  </a:lnTo>
                  <a:lnTo>
                    <a:pt x="18561" y="11414"/>
                  </a:lnTo>
                  <a:lnTo>
                    <a:pt x="24881" y="8921"/>
                  </a:lnTo>
                  <a:lnTo>
                    <a:pt x="30189" y="6828"/>
                  </a:lnTo>
                  <a:lnTo>
                    <a:pt x="37875" y="3797"/>
                  </a:lnTo>
                  <a:lnTo>
                    <a:pt x="47505" y="0"/>
                  </a:lnTo>
                  <a:lnTo>
                    <a:pt x="49117" y="2529"/>
                  </a:lnTo>
                  <a:lnTo>
                    <a:pt x="54330" y="14443"/>
                  </a:lnTo>
                  <a:lnTo>
                    <a:pt x="57311" y="21256"/>
                  </a:lnTo>
                  <a:lnTo>
                    <a:pt x="62355" y="36315"/>
                  </a:lnTo>
                  <a:lnTo>
                    <a:pt x="59854" y="41360"/>
                  </a:lnTo>
                  <a:lnTo>
                    <a:pt x="51518" y="44569"/>
                  </a:lnTo>
                  <a:lnTo>
                    <a:pt x="39784" y="49086"/>
                  </a:lnTo>
                  <a:lnTo>
                    <a:pt x="16102" y="58202"/>
                  </a:lnTo>
                  <a:lnTo>
                    <a:pt x="14886" y="55171"/>
                  </a:lnTo>
                  <a:lnTo>
                    <a:pt x="13127" y="50786"/>
                  </a:lnTo>
                  <a:lnTo>
                    <a:pt x="11084" y="45692"/>
                  </a:lnTo>
                  <a:lnTo>
                    <a:pt x="9397" y="41488"/>
                  </a:lnTo>
                  <a:lnTo>
                    <a:pt x="7311" y="36287"/>
                  </a:lnTo>
                  <a:lnTo>
                    <a:pt x="6546" y="3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4"/>
            <p:cNvSpPr/>
            <p:nvPr/>
          </p:nvSpPr>
          <p:spPr>
            <a:xfrm>
              <a:off x="3499571" y="4047696"/>
              <a:ext cx="149235" cy="203415"/>
            </a:xfrm>
            <a:custGeom>
              <a:avLst/>
              <a:pathLst>
                <a:path w="149235" h="203415">
                  <a:moveTo>
                    <a:pt x="58908" y="0"/>
                  </a:moveTo>
                  <a:lnTo>
                    <a:pt x="105064" y="46403"/>
                  </a:lnTo>
                  <a:lnTo>
                    <a:pt x="118639" y="60051"/>
                  </a:lnTo>
                  <a:lnTo>
                    <a:pt x="122698" y="86618"/>
                  </a:lnTo>
                  <a:lnTo>
                    <a:pt x="129087" y="101437"/>
                  </a:lnTo>
                  <a:lnTo>
                    <a:pt x="141371" y="101941"/>
                  </a:lnTo>
                  <a:lnTo>
                    <a:pt x="143093" y="117763"/>
                  </a:lnTo>
                  <a:lnTo>
                    <a:pt x="149235" y="119773"/>
                  </a:lnTo>
                  <a:lnTo>
                    <a:pt x="148006" y="131830"/>
                  </a:lnTo>
                  <a:lnTo>
                    <a:pt x="98401" y="128750"/>
                  </a:lnTo>
                  <a:lnTo>
                    <a:pt x="98051" y="136286"/>
                  </a:lnTo>
                  <a:lnTo>
                    <a:pt x="107761" y="136671"/>
                  </a:lnTo>
                  <a:lnTo>
                    <a:pt x="106383" y="151040"/>
                  </a:lnTo>
                  <a:lnTo>
                    <a:pt x="95426" y="150639"/>
                  </a:lnTo>
                  <a:lnTo>
                    <a:pt x="94202" y="167726"/>
                  </a:lnTo>
                  <a:lnTo>
                    <a:pt x="94202" y="180855"/>
                  </a:lnTo>
                  <a:lnTo>
                    <a:pt x="105185" y="181383"/>
                  </a:lnTo>
                  <a:lnTo>
                    <a:pt x="112597" y="202748"/>
                  </a:lnTo>
                  <a:lnTo>
                    <a:pt x="98653" y="203127"/>
                  </a:lnTo>
                  <a:lnTo>
                    <a:pt x="88052" y="203415"/>
                  </a:lnTo>
                  <a:lnTo>
                    <a:pt x="86009" y="198167"/>
                  </a:lnTo>
                  <a:lnTo>
                    <a:pt x="82729" y="189735"/>
                  </a:lnTo>
                  <a:lnTo>
                    <a:pt x="79182" y="180622"/>
                  </a:lnTo>
                  <a:lnTo>
                    <a:pt x="76738" y="173277"/>
                  </a:lnTo>
                  <a:lnTo>
                    <a:pt x="75128" y="168440"/>
                  </a:lnTo>
                  <a:lnTo>
                    <a:pt x="74511" y="164901"/>
                  </a:lnTo>
                  <a:lnTo>
                    <a:pt x="73088" y="156727"/>
                  </a:lnTo>
                  <a:lnTo>
                    <a:pt x="72548" y="153620"/>
                  </a:lnTo>
                  <a:lnTo>
                    <a:pt x="72471" y="148402"/>
                  </a:lnTo>
                  <a:lnTo>
                    <a:pt x="72349" y="140047"/>
                  </a:lnTo>
                  <a:lnTo>
                    <a:pt x="72226" y="131676"/>
                  </a:lnTo>
                  <a:lnTo>
                    <a:pt x="72128" y="124965"/>
                  </a:lnTo>
                  <a:lnTo>
                    <a:pt x="72056" y="120088"/>
                  </a:lnTo>
                  <a:lnTo>
                    <a:pt x="72029" y="115572"/>
                  </a:lnTo>
                  <a:lnTo>
                    <a:pt x="72000" y="110716"/>
                  </a:lnTo>
                  <a:lnTo>
                    <a:pt x="71973" y="106195"/>
                  </a:lnTo>
                  <a:lnTo>
                    <a:pt x="71944" y="101337"/>
                  </a:lnTo>
                  <a:lnTo>
                    <a:pt x="71933" y="99492"/>
                  </a:lnTo>
                  <a:lnTo>
                    <a:pt x="71245" y="96971"/>
                  </a:lnTo>
                  <a:lnTo>
                    <a:pt x="70459" y="94091"/>
                  </a:lnTo>
                  <a:lnTo>
                    <a:pt x="68616" y="89570"/>
                  </a:lnTo>
                  <a:lnTo>
                    <a:pt x="67959" y="88227"/>
                  </a:lnTo>
                  <a:lnTo>
                    <a:pt x="66159" y="84547"/>
                  </a:lnTo>
                  <a:lnTo>
                    <a:pt x="65603" y="77945"/>
                  </a:lnTo>
                  <a:lnTo>
                    <a:pt x="65299" y="74751"/>
                  </a:lnTo>
                  <a:lnTo>
                    <a:pt x="60514" y="71113"/>
                  </a:lnTo>
                  <a:lnTo>
                    <a:pt x="54469" y="66518"/>
                  </a:lnTo>
                  <a:lnTo>
                    <a:pt x="49265" y="62562"/>
                  </a:lnTo>
                  <a:lnTo>
                    <a:pt x="41720" y="56825"/>
                  </a:lnTo>
                  <a:lnTo>
                    <a:pt x="36058" y="52521"/>
                  </a:lnTo>
                  <a:lnTo>
                    <a:pt x="33444" y="50703"/>
                  </a:lnTo>
                  <a:lnTo>
                    <a:pt x="27288" y="46423"/>
                  </a:lnTo>
                  <a:lnTo>
                    <a:pt x="21947" y="42710"/>
                  </a:lnTo>
                  <a:lnTo>
                    <a:pt x="15212" y="38027"/>
                  </a:lnTo>
                  <a:lnTo>
                    <a:pt x="9386" y="34211"/>
                  </a:lnTo>
                  <a:lnTo>
                    <a:pt x="3317" y="30236"/>
                  </a:lnTo>
                  <a:lnTo>
                    <a:pt x="1105" y="27850"/>
                  </a:lnTo>
                  <a:lnTo>
                    <a:pt x="491" y="26218"/>
                  </a:lnTo>
                  <a:lnTo>
                    <a:pt x="245" y="23832"/>
                  </a:lnTo>
                  <a:lnTo>
                    <a:pt x="0" y="22576"/>
                  </a:lnTo>
                  <a:lnTo>
                    <a:pt x="27851" y="10984"/>
                  </a:lnTo>
                  <a:lnTo>
                    <a:pt x="34400" y="8259"/>
                  </a:lnTo>
                  <a:lnTo>
                    <a:pt x="43399" y="45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5"/>
            <p:cNvSpPr/>
            <p:nvPr/>
          </p:nvSpPr>
          <p:spPr>
            <a:xfrm>
              <a:off x="3531920" y="4147359"/>
              <a:ext cx="38282" cy="87475"/>
            </a:xfrm>
            <a:custGeom>
              <a:avLst/>
              <a:pathLst>
                <a:path w="38282" h="87475">
                  <a:moveTo>
                    <a:pt x="12913" y="29381"/>
                  </a:moveTo>
                  <a:lnTo>
                    <a:pt x="15185" y="0"/>
                  </a:lnTo>
                  <a:lnTo>
                    <a:pt x="23889" y="350"/>
                  </a:lnTo>
                  <a:lnTo>
                    <a:pt x="30788" y="627"/>
                  </a:lnTo>
                  <a:lnTo>
                    <a:pt x="31121" y="5276"/>
                  </a:lnTo>
                  <a:lnTo>
                    <a:pt x="31730" y="13789"/>
                  </a:lnTo>
                  <a:lnTo>
                    <a:pt x="32262" y="21224"/>
                  </a:lnTo>
                  <a:lnTo>
                    <a:pt x="32402" y="32399"/>
                  </a:lnTo>
                  <a:lnTo>
                    <a:pt x="32508" y="40816"/>
                  </a:lnTo>
                  <a:lnTo>
                    <a:pt x="32559" y="47880"/>
                  </a:lnTo>
                  <a:lnTo>
                    <a:pt x="32605" y="54160"/>
                  </a:lnTo>
                  <a:lnTo>
                    <a:pt x="32631" y="57770"/>
                  </a:lnTo>
                  <a:lnTo>
                    <a:pt x="32866" y="61529"/>
                  </a:lnTo>
                  <a:lnTo>
                    <a:pt x="33040" y="64301"/>
                  </a:lnTo>
                  <a:lnTo>
                    <a:pt x="35016" y="70959"/>
                  </a:lnTo>
                  <a:lnTo>
                    <a:pt x="38282" y="81967"/>
                  </a:lnTo>
                  <a:lnTo>
                    <a:pt x="36830" y="82466"/>
                  </a:lnTo>
                  <a:lnTo>
                    <a:pt x="30541" y="84627"/>
                  </a:lnTo>
                  <a:lnTo>
                    <a:pt x="22250" y="87475"/>
                  </a:lnTo>
                  <a:lnTo>
                    <a:pt x="16366" y="77379"/>
                  </a:lnTo>
                  <a:lnTo>
                    <a:pt x="11133" y="68398"/>
                  </a:lnTo>
                  <a:lnTo>
                    <a:pt x="5356" y="54395"/>
                  </a:lnTo>
                  <a:lnTo>
                    <a:pt x="2775" y="42679"/>
                  </a:lnTo>
                  <a:lnTo>
                    <a:pt x="0" y="300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6"/>
            <p:cNvSpPr/>
            <p:nvPr/>
          </p:nvSpPr>
          <p:spPr>
            <a:xfrm>
              <a:off x="3415638" y="3991463"/>
              <a:ext cx="52952" cy="51724"/>
            </a:xfrm>
            <a:custGeom>
              <a:avLst/>
              <a:pathLst>
                <a:path w="52952" h="51724">
                  <a:moveTo>
                    <a:pt x="8657" y="11591"/>
                  </a:moveTo>
                  <a:lnTo>
                    <a:pt x="14517" y="9248"/>
                  </a:lnTo>
                  <a:lnTo>
                    <a:pt x="19465" y="7270"/>
                  </a:lnTo>
                  <a:lnTo>
                    <a:pt x="27373" y="4108"/>
                  </a:lnTo>
                  <a:lnTo>
                    <a:pt x="37650" y="0"/>
                  </a:lnTo>
                  <a:lnTo>
                    <a:pt x="38960" y="3320"/>
                  </a:lnTo>
                  <a:lnTo>
                    <a:pt x="40701" y="7733"/>
                  </a:lnTo>
                  <a:lnTo>
                    <a:pt x="42288" y="11756"/>
                  </a:lnTo>
                  <a:lnTo>
                    <a:pt x="43866" y="15756"/>
                  </a:lnTo>
                  <a:lnTo>
                    <a:pt x="45197" y="19131"/>
                  </a:lnTo>
                  <a:lnTo>
                    <a:pt x="48773" y="28195"/>
                  </a:lnTo>
                  <a:lnTo>
                    <a:pt x="52952" y="38788"/>
                  </a:lnTo>
                  <a:lnTo>
                    <a:pt x="47323" y="40867"/>
                  </a:lnTo>
                  <a:lnTo>
                    <a:pt x="40018" y="43566"/>
                  </a:lnTo>
                  <a:lnTo>
                    <a:pt x="30482" y="47089"/>
                  </a:lnTo>
                  <a:lnTo>
                    <a:pt x="17937" y="51724"/>
                  </a:lnTo>
                  <a:lnTo>
                    <a:pt x="12010" y="39433"/>
                  </a:lnTo>
                  <a:lnTo>
                    <a:pt x="8247" y="31795"/>
                  </a:lnTo>
                  <a:lnTo>
                    <a:pt x="0" y="15052"/>
                  </a:lnTo>
                  <a:lnTo>
                    <a:pt x="2101" y="142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7"/>
            <p:cNvSpPr/>
            <p:nvPr/>
          </p:nvSpPr>
          <p:spPr>
            <a:xfrm>
              <a:off x="3386889" y="3953935"/>
              <a:ext cx="65033" cy="51608"/>
            </a:xfrm>
            <a:custGeom>
              <a:avLst/>
              <a:pathLst>
                <a:path w="65033" h="51608">
                  <a:moveTo>
                    <a:pt x="6224" y="36336"/>
                  </a:moveTo>
                  <a:lnTo>
                    <a:pt x="0" y="17080"/>
                  </a:lnTo>
                  <a:lnTo>
                    <a:pt x="12941" y="6697"/>
                  </a:lnTo>
                  <a:lnTo>
                    <a:pt x="22278" y="3181"/>
                  </a:lnTo>
                  <a:lnTo>
                    <a:pt x="25052" y="8839"/>
                  </a:lnTo>
                  <a:lnTo>
                    <a:pt x="38703" y="4349"/>
                  </a:lnTo>
                  <a:lnTo>
                    <a:pt x="43661" y="2719"/>
                  </a:lnTo>
                  <a:lnTo>
                    <a:pt x="51928" y="0"/>
                  </a:lnTo>
                  <a:lnTo>
                    <a:pt x="54182" y="5961"/>
                  </a:lnTo>
                  <a:lnTo>
                    <a:pt x="55718" y="10026"/>
                  </a:lnTo>
                  <a:lnTo>
                    <a:pt x="57182" y="13896"/>
                  </a:lnTo>
                  <a:lnTo>
                    <a:pt x="59185" y="19194"/>
                  </a:lnTo>
                  <a:lnTo>
                    <a:pt x="60568" y="22853"/>
                  </a:lnTo>
                  <a:lnTo>
                    <a:pt x="61787" y="26077"/>
                  </a:lnTo>
                  <a:lnTo>
                    <a:pt x="63117" y="29595"/>
                  </a:lnTo>
                  <a:lnTo>
                    <a:pt x="65033" y="34662"/>
                  </a:lnTo>
                  <a:lnTo>
                    <a:pt x="56870" y="37802"/>
                  </a:lnTo>
                  <a:lnTo>
                    <a:pt x="46776" y="41685"/>
                  </a:lnTo>
                  <a:lnTo>
                    <a:pt x="38880" y="44722"/>
                  </a:lnTo>
                  <a:lnTo>
                    <a:pt x="29931" y="48164"/>
                  </a:lnTo>
                  <a:lnTo>
                    <a:pt x="20979" y="51608"/>
                  </a:lnTo>
                  <a:lnTo>
                    <a:pt x="11916" y="350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8"/>
            <p:cNvSpPr/>
            <p:nvPr/>
          </p:nvSpPr>
          <p:spPr>
            <a:xfrm>
              <a:off x="4104991" y="3992582"/>
              <a:ext cx="54158" cy="58151"/>
            </a:xfrm>
            <a:custGeom>
              <a:avLst/>
              <a:pathLst>
                <a:path w="54158" h="58151">
                  <a:moveTo>
                    <a:pt x="13724" y="1198"/>
                  </a:moveTo>
                  <a:lnTo>
                    <a:pt x="16896" y="3288"/>
                  </a:lnTo>
                  <a:lnTo>
                    <a:pt x="17263" y="3529"/>
                  </a:lnTo>
                  <a:lnTo>
                    <a:pt x="19512" y="5011"/>
                  </a:lnTo>
                  <a:lnTo>
                    <a:pt x="25551" y="8989"/>
                  </a:lnTo>
                  <a:lnTo>
                    <a:pt x="35636" y="15634"/>
                  </a:lnTo>
                  <a:lnTo>
                    <a:pt x="44190" y="21269"/>
                  </a:lnTo>
                  <a:lnTo>
                    <a:pt x="54158" y="27836"/>
                  </a:lnTo>
                  <a:lnTo>
                    <a:pt x="53181" y="29015"/>
                  </a:lnTo>
                  <a:lnTo>
                    <a:pt x="42944" y="41376"/>
                  </a:lnTo>
                  <a:lnTo>
                    <a:pt x="37700" y="50724"/>
                  </a:lnTo>
                  <a:lnTo>
                    <a:pt x="27070" y="58151"/>
                  </a:lnTo>
                  <a:lnTo>
                    <a:pt x="21794" y="52293"/>
                  </a:lnTo>
                  <a:lnTo>
                    <a:pt x="14332" y="44006"/>
                  </a:lnTo>
                  <a:lnTo>
                    <a:pt x="11317" y="40657"/>
                  </a:lnTo>
                  <a:lnTo>
                    <a:pt x="6337" y="30522"/>
                  </a:lnTo>
                  <a:lnTo>
                    <a:pt x="0" y="17623"/>
                  </a:lnTo>
                  <a:lnTo>
                    <a:pt x="6467" y="8050"/>
                  </a:lnTo>
                  <a:lnTo>
                    <a:pt x="11906" y="0"/>
                  </a:lnTo>
                  <a:lnTo>
                    <a:pt x="12518" y="4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9"/>
            <p:cNvSpPr/>
            <p:nvPr/>
          </p:nvSpPr>
          <p:spPr>
            <a:xfrm>
              <a:off x="4064118" y="3919051"/>
              <a:ext cx="81393" cy="89819"/>
            </a:xfrm>
            <a:custGeom>
              <a:avLst/>
              <a:pathLst>
                <a:path w="81393" h="89819">
                  <a:moveTo>
                    <a:pt x="35669" y="89819"/>
                  </a:moveTo>
                  <a:lnTo>
                    <a:pt x="28338" y="82676"/>
                  </a:lnTo>
                  <a:lnTo>
                    <a:pt x="17130" y="71754"/>
                  </a:lnTo>
                  <a:lnTo>
                    <a:pt x="8897" y="63731"/>
                  </a:lnTo>
                  <a:lnTo>
                    <a:pt x="4300" y="58651"/>
                  </a:lnTo>
                  <a:lnTo>
                    <a:pt x="0" y="53898"/>
                  </a:lnTo>
                  <a:lnTo>
                    <a:pt x="8944" y="44485"/>
                  </a:lnTo>
                  <a:lnTo>
                    <a:pt x="17832" y="35131"/>
                  </a:lnTo>
                  <a:lnTo>
                    <a:pt x="26609" y="25893"/>
                  </a:lnTo>
                  <a:lnTo>
                    <a:pt x="35492" y="16545"/>
                  </a:lnTo>
                  <a:lnTo>
                    <a:pt x="43786" y="7816"/>
                  </a:lnTo>
                  <a:lnTo>
                    <a:pt x="45081" y="6630"/>
                  </a:lnTo>
                  <a:lnTo>
                    <a:pt x="52317" y="0"/>
                  </a:lnTo>
                  <a:lnTo>
                    <a:pt x="56746" y="4814"/>
                  </a:lnTo>
                  <a:lnTo>
                    <a:pt x="61523" y="10007"/>
                  </a:lnTo>
                  <a:lnTo>
                    <a:pt x="66799" y="15742"/>
                  </a:lnTo>
                  <a:lnTo>
                    <a:pt x="74352" y="23952"/>
                  </a:lnTo>
                  <a:lnTo>
                    <a:pt x="81393" y="31606"/>
                  </a:lnTo>
                  <a:lnTo>
                    <a:pt x="80566" y="32636"/>
                  </a:lnTo>
                  <a:lnTo>
                    <a:pt x="73141" y="41884"/>
                  </a:lnTo>
                  <a:lnTo>
                    <a:pt x="59842" y="58448"/>
                  </a:lnTo>
                  <a:lnTo>
                    <a:pt x="55889" y="63371"/>
                  </a:lnTo>
                  <a:lnTo>
                    <a:pt x="43874" y="80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10"/>
            <p:cNvSpPr/>
            <p:nvPr/>
          </p:nvSpPr>
          <p:spPr>
            <a:xfrm>
              <a:off x="4034013" y="3908516"/>
              <a:ext cx="63300" cy="69714"/>
            </a:xfrm>
            <a:custGeom>
              <a:avLst/>
              <a:pathLst>
                <a:path w="63300" h="69714">
                  <a:moveTo>
                    <a:pt x="1782" y="55739"/>
                  </a:moveTo>
                  <a:lnTo>
                    <a:pt x="17986" y="33356"/>
                  </a:lnTo>
                  <a:lnTo>
                    <a:pt x="11890" y="24036"/>
                  </a:lnTo>
                  <a:lnTo>
                    <a:pt x="11294" y="23126"/>
                  </a:lnTo>
                  <a:lnTo>
                    <a:pt x="14091" y="19267"/>
                  </a:lnTo>
                  <a:lnTo>
                    <a:pt x="20782" y="10036"/>
                  </a:lnTo>
                  <a:lnTo>
                    <a:pt x="32168" y="2673"/>
                  </a:lnTo>
                  <a:lnTo>
                    <a:pt x="36124" y="2151"/>
                  </a:lnTo>
                  <a:lnTo>
                    <a:pt x="44872" y="998"/>
                  </a:lnTo>
                  <a:lnTo>
                    <a:pt x="52442" y="0"/>
                  </a:lnTo>
                  <a:lnTo>
                    <a:pt x="54767" y="1611"/>
                  </a:lnTo>
                  <a:lnTo>
                    <a:pt x="61865" y="6528"/>
                  </a:lnTo>
                  <a:lnTo>
                    <a:pt x="63300" y="7522"/>
                  </a:lnTo>
                  <a:lnTo>
                    <a:pt x="56729" y="16519"/>
                  </a:lnTo>
                  <a:lnTo>
                    <a:pt x="49599" y="26281"/>
                  </a:lnTo>
                  <a:lnTo>
                    <a:pt x="43180" y="35071"/>
                  </a:lnTo>
                  <a:lnTo>
                    <a:pt x="36511" y="44202"/>
                  </a:lnTo>
                  <a:lnTo>
                    <a:pt x="35341" y="45805"/>
                  </a:lnTo>
                  <a:lnTo>
                    <a:pt x="26335" y="58135"/>
                  </a:lnTo>
                  <a:lnTo>
                    <a:pt x="17878" y="69714"/>
                  </a:lnTo>
                  <a:lnTo>
                    <a:pt x="14293" y="69101"/>
                  </a:lnTo>
                  <a:lnTo>
                    <a:pt x="6894" y="63458"/>
                  </a:lnTo>
                  <a:lnTo>
                    <a:pt x="902" y="58888"/>
                  </a:lnTo>
                  <a:lnTo>
                    <a:pt x="0" y="582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1"/>
            <p:cNvSpPr/>
            <p:nvPr/>
          </p:nvSpPr>
          <p:spPr>
            <a:xfrm>
              <a:off x="4239314" y="3705325"/>
              <a:ext cx="130673" cy="68596"/>
            </a:xfrm>
            <a:custGeom>
              <a:avLst/>
              <a:pathLst>
                <a:path w="130673" h="68596">
                  <a:moveTo>
                    <a:pt x="77667" y="6584"/>
                  </a:moveTo>
                  <a:lnTo>
                    <a:pt x="91146" y="0"/>
                  </a:lnTo>
                  <a:lnTo>
                    <a:pt x="93298" y="1415"/>
                  </a:lnTo>
                  <a:lnTo>
                    <a:pt x="108115" y="9131"/>
                  </a:lnTo>
                  <a:lnTo>
                    <a:pt x="118435" y="11977"/>
                  </a:lnTo>
                  <a:lnTo>
                    <a:pt x="119757" y="22107"/>
                  </a:lnTo>
                  <a:lnTo>
                    <a:pt x="120729" y="29560"/>
                  </a:lnTo>
                  <a:lnTo>
                    <a:pt x="123520" y="37533"/>
                  </a:lnTo>
                  <a:lnTo>
                    <a:pt x="127309" y="48359"/>
                  </a:lnTo>
                  <a:lnTo>
                    <a:pt x="130673" y="57969"/>
                  </a:lnTo>
                  <a:lnTo>
                    <a:pt x="129729" y="68596"/>
                  </a:lnTo>
                  <a:lnTo>
                    <a:pt x="120948" y="68382"/>
                  </a:lnTo>
                  <a:lnTo>
                    <a:pt x="112575" y="68178"/>
                  </a:lnTo>
                  <a:lnTo>
                    <a:pt x="103243" y="67951"/>
                  </a:lnTo>
                  <a:lnTo>
                    <a:pt x="95384" y="67759"/>
                  </a:lnTo>
                  <a:lnTo>
                    <a:pt x="90622" y="67643"/>
                  </a:lnTo>
                  <a:lnTo>
                    <a:pt x="88238" y="66965"/>
                  </a:lnTo>
                  <a:lnTo>
                    <a:pt x="79849" y="64580"/>
                  </a:lnTo>
                  <a:lnTo>
                    <a:pt x="66077" y="60664"/>
                  </a:lnTo>
                  <a:lnTo>
                    <a:pt x="53856" y="60517"/>
                  </a:lnTo>
                  <a:lnTo>
                    <a:pt x="42054" y="60375"/>
                  </a:lnTo>
                  <a:lnTo>
                    <a:pt x="30998" y="60242"/>
                  </a:lnTo>
                  <a:lnTo>
                    <a:pt x="14526" y="60043"/>
                  </a:lnTo>
                  <a:lnTo>
                    <a:pt x="0" y="59869"/>
                  </a:lnTo>
                  <a:lnTo>
                    <a:pt x="1097" y="47408"/>
                  </a:lnTo>
                  <a:lnTo>
                    <a:pt x="1474" y="43123"/>
                  </a:lnTo>
                  <a:lnTo>
                    <a:pt x="3384" y="31616"/>
                  </a:lnTo>
                  <a:lnTo>
                    <a:pt x="4586" y="24369"/>
                  </a:lnTo>
                  <a:lnTo>
                    <a:pt x="6618" y="20090"/>
                  </a:lnTo>
                  <a:lnTo>
                    <a:pt x="7860" y="17474"/>
                  </a:lnTo>
                  <a:lnTo>
                    <a:pt x="58270" y="16823"/>
                  </a:lnTo>
                  <a:lnTo>
                    <a:pt x="70438" y="166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2"/>
            <p:cNvSpPr/>
            <p:nvPr/>
          </p:nvSpPr>
          <p:spPr>
            <a:xfrm>
              <a:off x="3834435" y="3642273"/>
              <a:ext cx="62183" cy="98023"/>
            </a:xfrm>
            <a:custGeom>
              <a:avLst/>
              <a:pathLst>
                <a:path w="62183" h="98023">
                  <a:moveTo>
                    <a:pt x="17642" y="70958"/>
                  </a:moveTo>
                  <a:lnTo>
                    <a:pt x="12473" y="62361"/>
                  </a:lnTo>
                  <a:lnTo>
                    <a:pt x="11573" y="60864"/>
                  </a:lnTo>
                  <a:lnTo>
                    <a:pt x="8721" y="56121"/>
                  </a:lnTo>
                  <a:lnTo>
                    <a:pt x="4763" y="47609"/>
                  </a:lnTo>
                  <a:lnTo>
                    <a:pt x="0" y="37362"/>
                  </a:lnTo>
                  <a:lnTo>
                    <a:pt x="3717" y="34305"/>
                  </a:lnTo>
                  <a:lnTo>
                    <a:pt x="10526" y="28707"/>
                  </a:lnTo>
                  <a:lnTo>
                    <a:pt x="17886" y="23660"/>
                  </a:lnTo>
                  <a:lnTo>
                    <a:pt x="24818" y="18906"/>
                  </a:lnTo>
                  <a:lnTo>
                    <a:pt x="32743" y="13471"/>
                  </a:lnTo>
                  <a:lnTo>
                    <a:pt x="42599" y="6712"/>
                  </a:lnTo>
                  <a:lnTo>
                    <a:pt x="49202" y="2184"/>
                  </a:lnTo>
                  <a:lnTo>
                    <a:pt x="52171" y="149"/>
                  </a:lnTo>
                  <a:lnTo>
                    <a:pt x="56499" y="84"/>
                  </a:lnTo>
                  <a:lnTo>
                    <a:pt x="62183" y="0"/>
                  </a:lnTo>
                  <a:lnTo>
                    <a:pt x="62125" y="6758"/>
                  </a:lnTo>
                  <a:lnTo>
                    <a:pt x="62064" y="13813"/>
                  </a:lnTo>
                  <a:lnTo>
                    <a:pt x="62004" y="20837"/>
                  </a:lnTo>
                  <a:lnTo>
                    <a:pt x="39249" y="28973"/>
                  </a:lnTo>
                  <a:lnTo>
                    <a:pt x="47906" y="40173"/>
                  </a:lnTo>
                  <a:lnTo>
                    <a:pt x="52499" y="46117"/>
                  </a:lnTo>
                  <a:lnTo>
                    <a:pt x="48919" y="57806"/>
                  </a:lnTo>
                  <a:lnTo>
                    <a:pt x="46131" y="66908"/>
                  </a:lnTo>
                  <a:lnTo>
                    <a:pt x="45061" y="73499"/>
                  </a:lnTo>
                  <a:lnTo>
                    <a:pt x="41760" y="93836"/>
                  </a:lnTo>
                  <a:lnTo>
                    <a:pt x="36957" y="95754"/>
                  </a:lnTo>
                  <a:lnTo>
                    <a:pt x="31276" y="98023"/>
                  </a:lnTo>
                  <a:lnTo>
                    <a:pt x="28344" y="91691"/>
                  </a:lnTo>
                  <a:lnTo>
                    <a:pt x="25395" y="85319"/>
                  </a:lnTo>
                  <a:lnTo>
                    <a:pt x="22443" y="78943"/>
                  </a:lnTo>
                  <a:lnTo>
                    <a:pt x="20850" y="762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3"/>
            <p:cNvSpPr/>
            <p:nvPr/>
          </p:nvSpPr>
          <p:spPr>
            <a:xfrm>
              <a:off x="3376666" y="3874840"/>
              <a:ext cx="24691" cy="24378"/>
            </a:xfrm>
            <a:custGeom>
              <a:avLst/>
              <a:pathLst>
                <a:path w="24691" h="24378">
                  <a:moveTo>
                    <a:pt x="9718" y="3224"/>
                  </a:moveTo>
                  <a:lnTo>
                    <a:pt x="18659" y="0"/>
                  </a:lnTo>
                  <a:lnTo>
                    <a:pt x="21429" y="7735"/>
                  </a:lnTo>
                  <a:lnTo>
                    <a:pt x="24691" y="16844"/>
                  </a:lnTo>
                  <a:lnTo>
                    <a:pt x="16637" y="20136"/>
                  </a:lnTo>
                  <a:lnTo>
                    <a:pt x="6263" y="24378"/>
                  </a:lnTo>
                  <a:lnTo>
                    <a:pt x="3332" y="16120"/>
                  </a:lnTo>
                  <a:lnTo>
                    <a:pt x="0" y="6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4"/>
            <p:cNvSpPr/>
            <p:nvPr/>
          </p:nvSpPr>
          <p:spPr>
            <a:xfrm>
              <a:off x="3799509" y="3860642"/>
              <a:ext cx="56060" cy="50781"/>
            </a:xfrm>
            <a:custGeom>
              <a:avLst/>
              <a:pathLst>
                <a:path w="56060" h="50781">
                  <a:moveTo>
                    <a:pt x="7917" y="15086"/>
                  </a:moveTo>
                  <a:lnTo>
                    <a:pt x="14518" y="0"/>
                  </a:lnTo>
                  <a:lnTo>
                    <a:pt x="31496" y="5908"/>
                  </a:lnTo>
                  <a:lnTo>
                    <a:pt x="56060" y="14455"/>
                  </a:lnTo>
                  <a:lnTo>
                    <a:pt x="49734" y="31764"/>
                  </a:lnTo>
                  <a:lnTo>
                    <a:pt x="42783" y="50781"/>
                  </a:lnTo>
                  <a:lnTo>
                    <a:pt x="20078" y="41440"/>
                  </a:lnTo>
                  <a:lnTo>
                    <a:pt x="0" y="331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5"/>
            <p:cNvSpPr/>
            <p:nvPr/>
          </p:nvSpPr>
          <p:spPr>
            <a:xfrm>
              <a:off x="3850839" y="3875977"/>
              <a:ext cx="54671" cy="32438"/>
            </a:xfrm>
            <a:custGeom>
              <a:avLst/>
              <a:pathLst>
                <a:path w="54671" h="32438">
                  <a:moveTo>
                    <a:pt x="5452" y="14702"/>
                  </a:moveTo>
                  <a:lnTo>
                    <a:pt x="10441" y="0"/>
                  </a:lnTo>
                  <a:lnTo>
                    <a:pt x="17674" y="2053"/>
                  </a:lnTo>
                  <a:lnTo>
                    <a:pt x="25457" y="4264"/>
                  </a:lnTo>
                  <a:lnTo>
                    <a:pt x="33610" y="6579"/>
                  </a:lnTo>
                  <a:lnTo>
                    <a:pt x="43907" y="9503"/>
                  </a:lnTo>
                  <a:lnTo>
                    <a:pt x="54671" y="12559"/>
                  </a:lnTo>
                  <a:lnTo>
                    <a:pt x="53270" y="16771"/>
                  </a:lnTo>
                  <a:lnTo>
                    <a:pt x="25057" y="26043"/>
                  </a:lnTo>
                  <a:lnTo>
                    <a:pt x="5598" y="32438"/>
                  </a:lnTo>
                  <a:lnTo>
                    <a:pt x="0" y="30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6"/>
            <p:cNvSpPr/>
            <p:nvPr/>
          </p:nvSpPr>
          <p:spPr>
            <a:xfrm>
              <a:off x="3399081" y="3879128"/>
              <a:ext cx="60065" cy="73230"/>
            </a:xfrm>
            <a:custGeom>
              <a:avLst/>
              <a:pathLst>
                <a:path w="60065" h="73230">
                  <a:moveTo>
                    <a:pt x="21856" y="8291"/>
                  </a:moveTo>
                  <a:lnTo>
                    <a:pt x="41363" y="0"/>
                  </a:lnTo>
                  <a:lnTo>
                    <a:pt x="50797" y="28968"/>
                  </a:lnTo>
                  <a:lnTo>
                    <a:pt x="60065" y="57430"/>
                  </a:lnTo>
                  <a:lnTo>
                    <a:pt x="55161" y="59234"/>
                  </a:lnTo>
                  <a:lnTo>
                    <a:pt x="37730" y="65644"/>
                  </a:lnTo>
                  <a:lnTo>
                    <a:pt x="17102" y="73230"/>
                  </a:lnTo>
                  <a:lnTo>
                    <a:pt x="8251" y="44431"/>
                  </a:lnTo>
                  <a:lnTo>
                    <a:pt x="0" y="175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7"/>
            <p:cNvSpPr/>
            <p:nvPr/>
          </p:nvSpPr>
          <p:spPr>
            <a:xfrm>
              <a:off x="3413758" y="3828118"/>
              <a:ext cx="52155" cy="55613"/>
            </a:xfrm>
            <a:custGeom>
              <a:avLst/>
              <a:pathLst>
                <a:path w="52155" h="55613">
                  <a:moveTo>
                    <a:pt x="0" y="55613"/>
                  </a:moveTo>
                  <a:lnTo>
                    <a:pt x="371" y="38237"/>
                  </a:lnTo>
                  <a:lnTo>
                    <a:pt x="401" y="36856"/>
                  </a:lnTo>
                  <a:lnTo>
                    <a:pt x="1313" y="33766"/>
                  </a:lnTo>
                  <a:lnTo>
                    <a:pt x="4515" y="22914"/>
                  </a:lnTo>
                  <a:lnTo>
                    <a:pt x="10530" y="2531"/>
                  </a:lnTo>
                  <a:lnTo>
                    <a:pt x="11278" y="0"/>
                  </a:lnTo>
                  <a:lnTo>
                    <a:pt x="13342" y="631"/>
                  </a:lnTo>
                  <a:lnTo>
                    <a:pt x="31734" y="6258"/>
                  </a:lnTo>
                  <a:lnTo>
                    <a:pt x="48810" y="11483"/>
                  </a:lnTo>
                  <a:lnTo>
                    <a:pt x="52155" y="12507"/>
                  </a:lnTo>
                  <a:lnTo>
                    <a:pt x="51106" y="15868"/>
                  </a:lnTo>
                  <a:lnTo>
                    <a:pt x="48987" y="22664"/>
                  </a:lnTo>
                  <a:lnTo>
                    <a:pt x="44831" y="35994"/>
                  </a:lnTo>
                  <a:lnTo>
                    <a:pt x="29240" y="42817"/>
                  </a:lnTo>
                  <a:lnTo>
                    <a:pt x="26045" y="44215"/>
                  </a:lnTo>
                  <a:lnTo>
                    <a:pt x="23010" y="455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8"/>
            <p:cNvSpPr/>
            <p:nvPr/>
          </p:nvSpPr>
          <p:spPr>
            <a:xfrm>
              <a:off x="3580120" y="3661079"/>
              <a:ext cx="80506" cy="66980"/>
            </a:xfrm>
            <a:custGeom>
              <a:avLst/>
              <a:pathLst>
                <a:path w="80506" h="66980">
                  <a:moveTo>
                    <a:pt x="4691" y="24985"/>
                  </a:moveTo>
                  <a:lnTo>
                    <a:pt x="9188" y="12331"/>
                  </a:lnTo>
                  <a:lnTo>
                    <a:pt x="31363" y="0"/>
                  </a:lnTo>
                  <a:lnTo>
                    <a:pt x="45942" y="1004"/>
                  </a:lnTo>
                  <a:lnTo>
                    <a:pt x="50269" y="3216"/>
                  </a:lnTo>
                  <a:lnTo>
                    <a:pt x="61995" y="9209"/>
                  </a:lnTo>
                  <a:lnTo>
                    <a:pt x="80506" y="18419"/>
                  </a:lnTo>
                  <a:lnTo>
                    <a:pt x="79507" y="24009"/>
                  </a:lnTo>
                  <a:lnTo>
                    <a:pt x="78427" y="30050"/>
                  </a:lnTo>
                  <a:lnTo>
                    <a:pt x="77336" y="36150"/>
                  </a:lnTo>
                  <a:lnTo>
                    <a:pt x="75966" y="43811"/>
                  </a:lnTo>
                  <a:lnTo>
                    <a:pt x="74512" y="51944"/>
                  </a:lnTo>
                  <a:lnTo>
                    <a:pt x="73287" y="58797"/>
                  </a:lnTo>
                  <a:lnTo>
                    <a:pt x="71824" y="66980"/>
                  </a:lnTo>
                  <a:lnTo>
                    <a:pt x="62459" y="65255"/>
                  </a:lnTo>
                  <a:lnTo>
                    <a:pt x="53865" y="63672"/>
                  </a:lnTo>
                  <a:lnTo>
                    <a:pt x="47386" y="62479"/>
                  </a:lnTo>
                  <a:lnTo>
                    <a:pt x="43791" y="61873"/>
                  </a:lnTo>
                  <a:lnTo>
                    <a:pt x="30424" y="59621"/>
                  </a:lnTo>
                  <a:lnTo>
                    <a:pt x="14987" y="57021"/>
                  </a:lnTo>
                  <a:lnTo>
                    <a:pt x="0" y="54496"/>
                  </a:lnTo>
                  <a:lnTo>
                    <a:pt x="531" y="36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9"/>
            <p:cNvSpPr/>
            <p:nvPr/>
          </p:nvSpPr>
          <p:spPr>
            <a:xfrm>
              <a:off x="3873872" y="3621657"/>
              <a:ext cx="22582" cy="11613"/>
            </a:xfrm>
            <a:custGeom>
              <a:avLst/>
              <a:pathLst>
                <a:path w="22582" h="11613">
                  <a:moveTo>
                    <a:pt x="757" y="7390"/>
                  </a:moveTo>
                  <a:lnTo>
                    <a:pt x="1372" y="4667"/>
                  </a:lnTo>
                  <a:lnTo>
                    <a:pt x="1978" y="1986"/>
                  </a:lnTo>
                  <a:lnTo>
                    <a:pt x="2427" y="0"/>
                  </a:lnTo>
                  <a:lnTo>
                    <a:pt x="8333" y="584"/>
                  </a:lnTo>
                  <a:lnTo>
                    <a:pt x="12099" y="957"/>
                  </a:lnTo>
                  <a:lnTo>
                    <a:pt x="16691" y="1411"/>
                  </a:lnTo>
                  <a:lnTo>
                    <a:pt x="22582" y="1994"/>
                  </a:lnTo>
                  <a:lnTo>
                    <a:pt x="21913" y="4239"/>
                  </a:lnTo>
                  <a:lnTo>
                    <a:pt x="21046" y="7147"/>
                  </a:lnTo>
                  <a:lnTo>
                    <a:pt x="20484" y="9036"/>
                  </a:lnTo>
                  <a:lnTo>
                    <a:pt x="19716" y="11613"/>
                  </a:lnTo>
                  <a:lnTo>
                    <a:pt x="14513" y="11383"/>
                  </a:lnTo>
                  <a:lnTo>
                    <a:pt x="7207" y="11060"/>
                  </a:lnTo>
                  <a:lnTo>
                    <a:pt x="3102" y="10879"/>
                  </a:lnTo>
                  <a:lnTo>
                    <a:pt x="0" y="107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20"/>
            <p:cNvSpPr/>
            <p:nvPr/>
          </p:nvSpPr>
          <p:spPr>
            <a:xfrm>
              <a:off x="3817018" y="3598909"/>
              <a:ext cx="41866" cy="79521"/>
            </a:xfrm>
            <a:custGeom>
              <a:avLst/>
              <a:pathLst>
                <a:path w="41866" h="79521">
                  <a:moveTo>
                    <a:pt x="13" y="47993"/>
                  </a:moveTo>
                  <a:lnTo>
                    <a:pt x="31" y="39621"/>
                  </a:lnTo>
                  <a:lnTo>
                    <a:pt x="48" y="31246"/>
                  </a:lnTo>
                  <a:lnTo>
                    <a:pt x="66" y="22538"/>
                  </a:lnTo>
                  <a:lnTo>
                    <a:pt x="82" y="14839"/>
                  </a:lnTo>
                  <a:lnTo>
                    <a:pt x="95" y="8874"/>
                  </a:lnTo>
                  <a:lnTo>
                    <a:pt x="6156" y="0"/>
                  </a:lnTo>
                  <a:lnTo>
                    <a:pt x="16352" y="5027"/>
                  </a:lnTo>
                  <a:lnTo>
                    <a:pt x="20080" y="6865"/>
                  </a:lnTo>
                  <a:lnTo>
                    <a:pt x="19261" y="21601"/>
                  </a:lnTo>
                  <a:lnTo>
                    <a:pt x="21718" y="24615"/>
                  </a:lnTo>
                  <a:lnTo>
                    <a:pt x="36103" y="27962"/>
                  </a:lnTo>
                  <a:lnTo>
                    <a:pt x="41866" y="29304"/>
                  </a:lnTo>
                  <a:lnTo>
                    <a:pt x="39865" y="35861"/>
                  </a:lnTo>
                  <a:lnTo>
                    <a:pt x="32863" y="58805"/>
                  </a:lnTo>
                  <a:lnTo>
                    <a:pt x="31544" y="63128"/>
                  </a:lnTo>
                  <a:lnTo>
                    <a:pt x="18050" y="73714"/>
                  </a:lnTo>
                  <a:lnTo>
                    <a:pt x="10648" y="79521"/>
                  </a:lnTo>
                  <a:lnTo>
                    <a:pt x="910" y="79144"/>
                  </a:lnTo>
                  <a:lnTo>
                    <a:pt x="576" y="70142"/>
                  </a:lnTo>
                  <a:lnTo>
                    <a:pt x="291" y="62438"/>
                  </a:lnTo>
                  <a:lnTo>
                    <a:pt x="0" y="54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1"/>
            <p:cNvSpPr/>
            <p:nvPr/>
          </p:nvSpPr>
          <p:spPr>
            <a:xfrm>
              <a:off x="3768487" y="3586895"/>
              <a:ext cx="42175" cy="101691"/>
            </a:xfrm>
            <a:custGeom>
              <a:avLst/>
              <a:pathLst>
                <a:path w="42175" h="101691">
                  <a:moveTo>
                    <a:pt x="2121" y="79371"/>
                  </a:moveTo>
                  <a:lnTo>
                    <a:pt x="4377" y="67503"/>
                  </a:lnTo>
                  <a:lnTo>
                    <a:pt x="6891" y="54281"/>
                  </a:lnTo>
                  <a:lnTo>
                    <a:pt x="9294" y="41641"/>
                  </a:lnTo>
                  <a:lnTo>
                    <a:pt x="11047" y="32422"/>
                  </a:lnTo>
                  <a:lnTo>
                    <a:pt x="11634" y="29274"/>
                  </a:lnTo>
                  <a:lnTo>
                    <a:pt x="14557" y="13592"/>
                  </a:lnTo>
                  <a:lnTo>
                    <a:pt x="17092" y="0"/>
                  </a:lnTo>
                  <a:lnTo>
                    <a:pt x="26973" y="2002"/>
                  </a:lnTo>
                  <a:lnTo>
                    <a:pt x="39820" y="4604"/>
                  </a:lnTo>
                  <a:lnTo>
                    <a:pt x="39415" y="14090"/>
                  </a:lnTo>
                  <a:lnTo>
                    <a:pt x="39026" y="23174"/>
                  </a:lnTo>
                  <a:lnTo>
                    <a:pt x="38540" y="34539"/>
                  </a:lnTo>
                  <a:lnTo>
                    <a:pt x="38182" y="42909"/>
                  </a:lnTo>
                  <a:lnTo>
                    <a:pt x="38424" y="46634"/>
                  </a:lnTo>
                  <a:lnTo>
                    <a:pt x="39225" y="58949"/>
                  </a:lnTo>
                  <a:lnTo>
                    <a:pt x="39925" y="69730"/>
                  </a:lnTo>
                  <a:lnTo>
                    <a:pt x="40857" y="84067"/>
                  </a:lnTo>
                  <a:lnTo>
                    <a:pt x="41437" y="92999"/>
                  </a:lnTo>
                  <a:lnTo>
                    <a:pt x="42175" y="101691"/>
                  </a:lnTo>
                  <a:lnTo>
                    <a:pt x="22108" y="99807"/>
                  </a:lnTo>
                  <a:lnTo>
                    <a:pt x="0" y="905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2"/>
            <p:cNvSpPr/>
            <p:nvPr/>
          </p:nvSpPr>
          <p:spPr>
            <a:xfrm>
              <a:off x="3610075" y="3582111"/>
              <a:ext cx="77110" cy="94362"/>
            </a:xfrm>
            <a:custGeom>
              <a:avLst/>
              <a:pathLst>
                <a:path w="77110" h="94362">
                  <a:moveTo>
                    <a:pt x="15156" y="71605"/>
                  </a:moveTo>
                  <a:lnTo>
                    <a:pt x="8283" y="74492"/>
                  </a:lnTo>
                  <a:lnTo>
                    <a:pt x="5089" y="75833"/>
                  </a:lnTo>
                  <a:lnTo>
                    <a:pt x="3939" y="73976"/>
                  </a:lnTo>
                  <a:lnTo>
                    <a:pt x="0" y="67618"/>
                  </a:lnTo>
                  <a:lnTo>
                    <a:pt x="5775" y="63349"/>
                  </a:lnTo>
                  <a:lnTo>
                    <a:pt x="6501" y="61427"/>
                  </a:lnTo>
                  <a:lnTo>
                    <a:pt x="10362" y="51206"/>
                  </a:lnTo>
                  <a:lnTo>
                    <a:pt x="12163" y="46438"/>
                  </a:lnTo>
                  <a:lnTo>
                    <a:pt x="12231" y="46258"/>
                  </a:lnTo>
                  <a:lnTo>
                    <a:pt x="15358" y="41935"/>
                  </a:lnTo>
                  <a:lnTo>
                    <a:pt x="17077" y="39560"/>
                  </a:lnTo>
                  <a:lnTo>
                    <a:pt x="19534" y="35792"/>
                  </a:lnTo>
                  <a:lnTo>
                    <a:pt x="21550" y="33821"/>
                  </a:lnTo>
                  <a:lnTo>
                    <a:pt x="24243" y="31187"/>
                  </a:lnTo>
                  <a:lnTo>
                    <a:pt x="28245" y="28383"/>
                  </a:lnTo>
                  <a:lnTo>
                    <a:pt x="31410" y="26164"/>
                  </a:lnTo>
                  <a:lnTo>
                    <a:pt x="37697" y="20343"/>
                  </a:lnTo>
                  <a:lnTo>
                    <a:pt x="45730" y="12905"/>
                  </a:lnTo>
                  <a:lnTo>
                    <a:pt x="52150" y="6960"/>
                  </a:lnTo>
                  <a:lnTo>
                    <a:pt x="57113" y="2365"/>
                  </a:lnTo>
                  <a:lnTo>
                    <a:pt x="59668" y="0"/>
                  </a:lnTo>
                  <a:lnTo>
                    <a:pt x="63149" y="418"/>
                  </a:lnTo>
                  <a:lnTo>
                    <a:pt x="69625" y="13114"/>
                  </a:lnTo>
                  <a:lnTo>
                    <a:pt x="71349" y="16493"/>
                  </a:lnTo>
                  <a:lnTo>
                    <a:pt x="77110" y="27786"/>
                  </a:lnTo>
                  <a:lnTo>
                    <a:pt x="75543" y="33017"/>
                  </a:lnTo>
                  <a:lnTo>
                    <a:pt x="73469" y="39937"/>
                  </a:lnTo>
                  <a:lnTo>
                    <a:pt x="72818" y="43326"/>
                  </a:lnTo>
                  <a:lnTo>
                    <a:pt x="70036" y="47053"/>
                  </a:lnTo>
                  <a:lnTo>
                    <a:pt x="69472" y="51727"/>
                  </a:lnTo>
                  <a:lnTo>
                    <a:pt x="68968" y="55901"/>
                  </a:lnTo>
                  <a:lnTo>
                    <a:pt x="68471" y="60025"/>
                  </a:lnTo>
                  <a:lnTo>
                    <a:pt x="67834" y="65307"/>
                  </a:lnTo>
                  <a:lnTo>
                    <a:pt x="67150" y="70975"/>
                  </a:lnTo>
                  <a:lnTo>
                    <a:pt x="66541" y="76029"/>
                  </a:lnTo>
                  <a:lnTo>
                    <a:pt x="65900" y="79366"/>
                  </a:lnTo>
                  <a:lnTo>
                    <a:pt x="64214" y="88148"/>
                  </a:lnTo>
                  <a:lnTo>
                    <a:pt x="63021" y="94362"/>
                  </a:lnTo>
                  <a:lnTo>
                    <a:pt x="52443" y="92405"/>
                  </a:lnTo>
                  <a:lnTo>
                    <a:pt x="31680" y="81923"/>
                  </a:lnTo>
                  <a:lnTo>
                    <a:pt x="23322" y="77704"/>
                  </a:lnTo>
                  <a:lnTo>
                    <a:pt x="20874" y="76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3"/>
            <p:cNvSpPr/>
            <p:nvPr/>
          </p:nvSpPr>
          <p:spPr>
            <a:xfrm>
              <a:off x="3590930" y="3574281"/>
              <a:ext cx="73537" cy="76208"/>
            </a:xfrm>
            <a:custGeom>
              <a:avLst/>
              <a:pathLst>
                <a:path w="73537" h="76208">
                  <a:moveTo>
                    <a:pt x="21525" y="31518"/>
                  </a:moveTo>
                  <a:lnTo>
                    <a:pt x="22270" y="29635"/>
                  </a:lnTo>
                  <a:lnTo>
                    <a:pt x="26208" y="19688"/>
                  </a:lnTo>
                  <a:lnTo>
                    <a:pt x="31163" y="7169"/>
                  </a:lnTo>
                  <a:lnTo>
                    <a:pt x="34002" y="0"/>
                  </a:lnTo>
                  <a:lnTo>
                    <a:pt x="52300" y="1345"/>
                  </a:lnTo>
                  <a:lnTo>
                    <a:pt x="63053" y="2136"/>
                  </a:lnTo>
                  <a:lnTo>
                    <a:pt x="73537" y="5318"/>
                  </a:lnTo>
                  <a:lnTo>
                    <a:pt x="64273" y="14358"/>
                  </a:lnTo>
                  <a:lnTo>
                    <a:pt x="56003" y="22427"/>
                  </a:lnTo>
                  <a:lnTo>
                    <a:pt x="51914" y="26417"/>
                  </a:lnTo>
                  <a:lnTo>
                    <a:pt x="50075" y="28068"/>
                  </a:lnTo>
                  <a:lnTo>
                    <a:pt x="41309" y="35070"/>
                  </a:lnTo>
                  <a:lnTo>
                    <a:pt x="34893" y="40195"/>
                  </a:lnTo>
                  <a:lnTo>
                    <a:pt x="33203" y="43537"/>
                  </a:lnTo>
                  <a:lnTo>
                    <a:pt x="29936" y="50002"/>
                  </a:lnTo>
                  <a:lnTo>
                    <a:pt x="27028" y="55947"/>
                  </a:lnTo>
                  <a:lnTo>
                    <a:pt x="25703" y="59108"/>
                  </a:lnTo>
                  <a:lnTo>
                    <a:pt x="23588" y="64152"/>
                  </a:lnTo>
                  <a:lnTo>
                    <a:pt x="15725" y="76208"/>
                  </a:lnTo>
                  <a:lnTo>
                    <a:pt x="8251" y="74457"/>
                  </a:lnTo>
                  <a:lnTo>
                    <a:pt x="0" y="72524"/>
                  </a:lnTo>
                  <a:lnTo>
                    <a:pt x="2620" y="64152"/>
                  </a:lnTo>
                  <a:lnTo>
                    <a:pt x="5255" y="62033"/>
                  </a:lnTo>
                  <a:lnTo>
                    <a:pt x="14906" y="54272"/>
                  </a:lnTo>
                  <a:lnTo>
                    <a:pt x="18321" y="42151"/>
                  </a:lnTo>
                  <a:lnTo>
                    <a:pt x="20803" y="333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4"/>
            <p:cNvSpPr/>
            <p:nvPr/>
          </p:nvSpPr>
          <p:spPr>
            <a:xfrm>
              <a:off x="3738158" y="3545066"/>
              <a:ext cx="42507" cy="129967"/>
            </a:xfrm>
            <a:custGeom>
              <a:avLst/>
              <a:pathLst>
                <a:path w="42507" h="129967">
                  <a:moveTo>
                    <a:pt x="12938" y="64133"/>
                  </a:moveTo>
                  <a:lnTo>
                    <a:pt x="13629" y="61395"/>
                  </a:lnTo>
                  <a:lnTo>
                    <a:pt x="16270" y="50927"/>
                  </a:lnTo>
                  <a:lnTo>
                    <a:pt x="24241" y="0"/>
                  </a:lnTo>
                  <a:lnTo>
                    <a:pt x="32827" y="999"/>
                  </a:lnTo>
                  <a:lnTo>
                    <a:pt x="42507" y="2125"/>
                  </a:lnTo>
                  <a:lnTo>
                    <a:pt x="41625" y="16207"/>
                  </a:lnTo>
                  <a:lnTo>
                    <a:pt x="40792" y="29527"/>
                  </a:lnTo>
                  <a:lnTo>
                    <a:pt x="39729" y="46499"/>
                  </a:lnTo>
                  <a:lnTo>
                    <a:pt x="37683" y="62497"/>
                  </a:lnTo>
                  <a:lnTo>
                    <a:pt x="36029" y="68729"/>
                  </a:lnTo>
                  <a:lnTo>
                    <a:pt x="31838" y="84517"/>
                  </a:lnTo>
                  <a:lnTo>
                    <a:pt x="27037" y="102606"/>
                  </a:lnTo>
                  <a:lnTo>
                    <a:pt x="19794" y="129967"/>
                  </a:lnTo>
                  <a:lnTo>
                    <a:pt x="9116" y="126989"/>
                  </a:lnTo>
                  <a:lnTo>
                    <a:pt x="0" y="124447"/>
                  </a:lnTo>
                  <a:lnTo>
                    <a:pt x="8138" y="81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5"/>
            <p:cNvSpPr/>
            <p:nvPr/>
          </p:nvSpPr>
          <p:spPr>
            <a:xfrm>
              <a:off x="3681819" y="3526027"/>
              <a:ext cx="81112" cy="150873"/>
            </a:xfrm>
            <a:custGeom>
              <a:avLst/>
              <a:pathLst>
                <a:path w="81112" h="150873">
                  <a:moveTo>
                    <a:pt x="3598" y="126489"/>
                  </a:moveTo>
                  <a:lnTo>
                    <a:pt x="13285" y="92446"/>
                  </a:lnTo>
                  <a:lnTo>
                    <a:pt x="16374" y="82031"/>
                  </a:lnTo>
                  <a:lnTo>
                    <a:pt x="17349" y="78744"/>
                  </a:lnTo>
                  <a:lnTo>
                    <a:pt x="23133" y="79203"/>
                  </a:lnTo>
                  <a:lnTo>
                    <a:pt x="26384" y="72705"/>
                  </a:lnTo>
                  <a:lnTo>
                    <a:pt x="35313" y="54866"/>
                  </a:lnTo>
                  <a:lnTo>
                    <a:pt x="46067" y="33377"/>
                  </a:lnTo>
                  <a:lnTo>
                    <a:pt x="48023" y="29471"/>
                  </a:lnTo>
                  <a:lnTo>
                    <a:pt x="53750" y="16460"/>
                  </a:lnTo>
                  <a:lnTo>
                    <a:pt x="59817" y="2679"/>
                  </a:lnTo>
                  <a:lnTo>
                    <a:pt x="71448" y="0"/>
                  </a:lnTo>
                  <a:lnTo>
                    <a:pt x="81112" y="2009"/>
                  </a:lnTo>
                  <a:lnTo>
                    <a:pt x="78018" y="16138"/>
                  </a:lnTo>
                  <a:lnTo>
                    <a:pt x="73741" y="35667"/>
                  </a:lnTo>
                  <a:lnTo>
                    <a:pt x="67910" y="60120"/>
                  </a:lnTo>
                  <a:lnTo>
                    <a:pt x="65950" y="68339"/>
                  </a:lnTo>
                  <a:lnTo>
                    <a:pt x="63654" y="77968"/>
                  </a:lnTo>
                  <a:lnTo>
                    <a:pt x="60964" y="89251"/>
                  </a:lnTo>
                  <a:lnTo>
                    <a:pt x="59101" y="97673"/>
                  </a:lnTo>
                  <a:lnTo>
                    <a:pt x="53177" y="124461"/>
                  </a:lnTo>
                  <a:lnTo>
                    <a:pt x="51299" y="132956"/>
                  </a:lnTo>
                  <a:lnTo>
                    <a:pt x="45565" y="150873"/>
                  </a:lnTo>
                  <a:lnTo>
                    <a:pt x="22424" y="146964"/>
                  </a:lnTo>
                  <a:lnTo>
                    <a:pt x="0" y="143175"/>
                  </a:lnTo>
                  <a:lnTo>
                    <a:pt x="2075" y="13183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6"/>
            <p:cNvSpPr/>
            <p:nvPr/>
          </p:nvSpPr>
          <p:spPr>
            <a:xfrm>
              <a:off x="3655151" y="3531895"/>
              <a:ext cx="20602" cy="33399"/>
            </a:xfrm>
            <a:custGeom>
              <a:avLst/>
              <a:pathLst>
                <a:path w="20602" h="33399">
                  <a:moveTo>
                    <a:pt x="429" y="19547"/>
                  </a:moveTo>
                  <a:lnTo>
                    <a:pt x="873" y="15716"/>
                  </a:lnTo>
                  <a:lnTo>
                    <a:pt x="1321" y="11861"/>
                  </a:lnTo>
                  <a:lnTo>
                    <a:pt x="1808" y="7659"/>
                  </a:lnTo>
                  <a:lnTo>
                    <a:pt x="2275" y="3639"/>
                  </a:lnTo>
                  <a:lnTo>
                    <a:pt x="2697" y="0"/>
                  </a:lnTo>
                  <a:lnTo>
                    <a:pt x="7278" y="643"/>
                  </a:lnTo>
                  <a:lnTo>
                    <a:pt x="11768" y="1274"/>
                  </a:lnTo>
                  <a:lnTo>
                    <a:pt x="15628" y="1817"/>
                  </a:lnTo>
                  <a:lnTo>
                    <a:pt x="20602" y="2516"/>
                  </a:lnTo>
                  <a:lnTo>
                    <a:pt x="19291" y="6455"/>
                  </a:lnTo>
                  <a:lnTo>
                    <a:pt x="16821" y="13879"/>
                  </a:lnTo>
                  <a:lnTo>
                    <a:pt x="14840" y="19834"/>
                  </a:lnTo>
                  <a:lnTo>
                    <a:pt x="12204" y="27757"/>
                  </a:lnTo>
                  <a:lnTo>
                    <a:pt x="10326" y="33399"/>
                  </a:lnTo>
                  <a:lnTo>
                    <a:pt x="5351" y="32726"/>
                  </a:lnTo>
                  <a:lnTo>
                    <a:pt x="374" y="32054"/>
                  </a:lnTo>
                  <a:lnTo>
                    <a:pt x="217" y="28367"/>
                  </a:lnTo>
                  <a:lnTo>
                    <a:pt x="0" y="23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7"/>
            <p:cNvSpPr/>
            <p:nvPr/>
          </p:nvSpPr>
          <p:spPr>
            <a:xfrm>
              <a:off x="3666242" y="3512638"/>
              <a:ext cx="71760" cy="75511"/>
            </a:xfrm>
            <a:custGeom>
              <a:avLst/>
              <a:pathLst>
                <a:path w="71760" h="75511">
                  <a:moveTo>
                    <a:pt x="68616" y="18942"/>
                  </a:moveTo>
                  <a:lnTo>
                    <a:pt x="67144" y="22558"/>
                  </a:lnTo>
                  <a:lnTo>
                    <a:pt x="65480" y="26416"/>
                  </a:lnTo>
                  <a:lnTo>
                    <a:pt x="63032" y="32096"/>
                  </a:lnTo>
                  <a:lnTo>
                    <a:pt x="60525" y="37910"/>
                  </a:lnTo>
                  <a:lnTo>
                    <a:pt x="57296" y="45399"/>
                  </a:lnTo>
                  <a:lnTo>
                    <a:pt x="53239" y="54811"/>
                  </a:lnTo>
                  <a:lnTo>
                    <a:pt x="49349" y="63834"/>
                  </a:lnTo>
                  <a:lnTo>
                    <a:pt x="45219" y="69844"/>
                  </a:lnTo>
                  <a:lnTo>
                    <a:pt x="41325" y="75511"/>
                  </a:lnTo>
                  <a:lnTo>
                    <a:pt x="22730" y="67054"/>
                  </a:lnTo>
                  <a:lnTo>
                    <a:pt x="0" y="56717"/>
                  </a:lnTo>
                  <a:lnTo>
                    <a:pt x="701" y="55417"/>
                  </a:lnTo>
                  <a:lnTo>
                    <a:pt x="2092" y="52838"/>
                  </a:lnTo>
                  <a:lnTo>
                    <a:pt x="3743" y="49777"/>
                  </a:lnTo>
                  <a:lnTo>
                    <a:pt x="5767" y="46025"/>
                  </a:lnTo>
                  <a:lnTo>
                    <a:pt x="7177" y="43410"/>
                  </a:lnTo>
                  <a:lnTo>
                    <a:pt x="8686" y="40612"/>
                  </a:lnTo>
                  <a:lnTo>
                    <a:pt x="10242" y="37727"/>
                  </a:lnTo>
                  <a:lnTo>
                    <a:pt x="12262" y="33982"/>
                  </a:lnTo>
                  <a:lnTo>
                    <a:pt x="14194" y="30400"/>
                  </a:lnTo>
                  <a:lnTo>
                    <a:pt x="16165" y="26745"/>
                  </a:lnTo>
                  <a:lnTo>
                    <a:pt x="18624" y="22187"/>
                  </a:lnTo>
                  <a:lnTo>
                    <a:pt x="20886" y="17994"/>
                  </a:lnTo>
                  <a:lnTo>
                    <a:pt x="31023" y="20077"/>
                  </a:lnTo>
                  <a:lnTo>
                    <a:pt x="37951" y="21501"/>
                  </a:lnTo>
                  <a:lnTo>
                    <a:pt x="38455" y="20720"/>
                  </a:lnTo>
                  <a:lnTo>
                    <a:pt x="43661" y="12662"/>
                  </a:lnTo>
                  <a:lnTo>
                    <a:pt x="47292" y="6879"/>
                  </a:lnTo>
                  <a:lnTo>
                    <a:pt x="51612" y="0"/>
                  </a:lnTo>
                  <a:lnTo>
                    <a:pt x="51806" y="108"/>
                  </a:lnTo>
                  <a:lnTo>
                    <a:pt x="64994" y="7451"/>
                  </a:lnTo>
                  <a:lnTo>
                    <a:pt x="71760" y="11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8"/>
            <p:cNvSpPr/>
            <p:nvPr/>
          </p:nvSpPr>
          <p:spPr>
            <a:xfrm>
              <a:off x="3570879" y="3522717"/>
              <a:ext cx="39478" cy="112727"/>
            </a:xfrm>
            <a:custGeom>
              <a:avLst/>
              <a:pathLst>
                <a:path w="39478" h="112727">
                  <a:moveTo>
                    <a:pt x="4538" y="107765"/>
                  </a:moveTo>
                  <a:lnTo>
                    <a:pt x="4665" y="100902"/>
                  </a:lnTo>
                  <a:lnTo>
                    <a:pt x="4815" y="92741"/>
                  </a:lnTo>
                  <a:lnTo>
                    <a:pt x="4980" y="83841"/>
                  </a:lnTo>
                  <a:lnTo>
                    <a:pt x="4570" y="75779"/>
                  </a:lnTo>
                  <a:lnTo>
                    <a:pt x="4317" y="70801"/>
                  </a:lnTo>
                  <a:lnTo>
                    <a:pt x="3997" y="64501"/>
                  </a:lnTo>
                  <a:lnTo>
                    <a:pt x="3535" y="57044"/>
                  </a:lnTo>
                  <a:lnTo>
                    <a:pt x="2975" y="48014"/>
                  </a:lnTo>
                  <a:lnTo>
                    <a:pt x="2470" y="39857"/>
                  </a:lnTo>
                  <a:lnTo>
                    <a:pt x="1911" y="30839"/>
                  </a:lnTo>
                  <a:lnTo>
                    <a:pt x="1405" y="22682"/>
                  </a:lnTo>
                  <a:lnTo>
                    <a:pt x="720" y="11633"/>
                  </a:lnTo>
                  <a:lnTo>
                    <a:pt x="0" y="0"/>
                  </a:lnTo>
                  <a:lnTo>
                    <a:pt x="12795" y="1479"/>
                  </a:lnTo>
                  <a:lnTo>
                    <a:pt x="25270" y="2922"/>
                  </a:lnTo>
                  <a:lnTo>
                    <a:pt x="25530" y="11103"/>
                  </a:lnTo>
                  <a:lnTo>
                    <a:pt x="25837" y="20735"/>
                  </a:lnTo>
                  <a:lnTo>
                    <a:pt x="26142" y="30340"/>
                  </a:lnTo>
                  <a:lnTo>
                    <a:pt x="26489" y="41233"/>
                  </a:lnTo>
                  <a:lnTo>
                    <a:pt x="26921" y="54837"/>
                  </a:lnTo>
                  <a:lnTo>
                    <a:pt x="28725" y="56258"/>
                  </a:lnTo>
                  <a:lnTo>
                    <a:pt x="39478" y="64735"/>
                  </a:lnTo>
                  <a:lnTo>
                    <a:pt x="38659" y="73777"/>
                  </a:lnTo>
                  <a:lnTo>
                    <a:pt x="30797" y="73945"/>
                  </a:lnTo>
                  <a:lnTo>
                    <a:pt x="30352" y="77445"/>
                  </a:lnTo>
                  <a:lnTo>
                    <a:pt x="29421" y="84784"/>
                  </a:lnTo>
                  <a:lnTo>
                    <a:pt x="28919" y="88739"/>
                  </a:lnTo>
                  <a:lnTo>
                    <a:pt x="28394" y="92873"/>
                  </a:lnTo>
                  <a:lnTo>
                    <a:pt x="27594" y="99182"/>
                  </a:lnTo>
                  <a:lnTo>
                    <a:pt x="26865" y="104923"/>
                  </a:lnTo>
                  <a:lnTo>
                    <a:pt x="24657" y="107255"/>
                  </a:lnTo>
                  <a:lnTo>
                    <a:pt x="19477" y="112727"/>
                  </a:lnTo>
                  <a:lnTo>
                    <a:pt x="12539" y="110422"/>
                  </a:lnTo>
                  <a:lnTo>
                    <a:pt x="10246" y="1096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9"/>
            <p:cNvSpPr/>
            <p:nvPr/>
          </p:nvSpPr>
          <p:spPr>
            <a:xfrm>
              <a:off x="3601127" y="3528041"/>
              <a:ext cx="54071" cy="40188"/>
            </a:xfrm>
            <a:custGeom>
              <a:avLst/>
              <a:pathLst>
                <a:path w="54071" h="40188">
                  <a:moveTo>
                    <a:pt x="21712" y="39236"/>
                  </a:moveTo>
                  <a:lnTo>
                    <a:pt x="163" y="39350"/>
                  </a:lnTo>
                  <a:lnTo>
                    <a:pt x="78" y="26150"/>
                  </a:lnTo>
                  <a:lnTo>
                    <a:pt x="0" y="13898"/>
                  </a:lnTo>
                  <a:lnTo>
                    <a:pt x="2457" y="0"/>
                  </a:lnTo>
                  <a:lnTo>
                    <a:pt x="9236" y="459"/>
                  </a:lnTo>
                  <a:lnTo>
                    <a:pt x="19674" y="1166"/>
                  </a:lnTo>
                  <a:lnTo>
                    <a:pt x="28953" y="1795"/>
                  </a:lnTo>
                  <a:lnTo>
                    <a:pt x="34766" y="1848"/>
                  </a:lnTo>
                  <a:lnTo>
                    <a:pt x="41784" y="1912"/>
                  </a:lnTo>
                  <a:lnTo>
                    <a:pt x="54071" y="2025"/>
                  </a:lnTo>
                  <a:lnTo>
                    <a:pt x="53264" y="10941"/>
                  </a:lnTo>
                  <a:lnTo>
                    <a:pt x="52494" y="19450"/>
                  </a:lnTo>
                  <a:lnTo>
                    <a:pt x="51432" y="31187"/>
                  </a:lnTo>
                  <a:lnTo>
                    <a:pt x="50617" y="40188"/>
                  </a:lnTo>
                  <a:lnTo>
                    <a:pt x="31779" y="391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30"/>
            <p:cNvSpPr/>
            <p:nvPr/>
          </p:nvSpPr>
          <p:spPr>
            <a:xfrm>
              <a:off x="4146402" y="4031571"/>
              <a:ext cx="29136" cy="28703"/>
            </a:xfrm>
            <a:custGeom>
              <a:avLst/>
              <a:pathLst>
                <a:path w="29136" h="28703">
                  <a:moveTo>
                    <a:pt x="5769" y="7294"/>
                  </a:moveTo>
                  <a:lnTo>
                    <a:pt x="6966" y="6426"/>
                  </a:lnTo>
                  <a:lnTo>
                    <a:pt x="7543" y="6008"/>
                  </a:lnTo>
                  <a:lnTo>
                    <a:pt x="11534" y="0"/>
                  </a:lnTo>
                  <a:lnTo>
                    <a:pt x="12419" y="518"/>
                  </a:lnTo>
                  <a:lnTo>
                    <a:pt x="20559" y="5284"/>
                  </a:lnTo>
                  <a:lnTo>
                    <a:pt x="28040" y="9663"/>
                  </a:lnTo>
                  <a:lnTo>
                    <a:pt x="29136" y="10305"/>
                  </a:lnTo>
                  <a:lnTo>
                    <a:pt x="24478" y="18352"/>
                  </a:lnTo>
                  <a:lnTo>
                    <a:pt x="18855" y="28064"/>
                  </a:lnTo>
                  <a:lnTo>
                    <a:pt x="18485" y="28703"/>
                  </a:lnTo>
                  <a:lnTo>
                    <a:pt x="17478" y="27720"/>
                  </a:lnTo>
                  <a:lnTo>
                    <a:pt x="16725" y="26986"/>
                  </a:lnTo>
                  <a:lnTo>
                    <a:pt x="15793" y="26077"/>
                  </a:lnTo>
                  <a:lnTo>
                    <a:pt x="11465" y="21856"/>
                  </a:lnTo>
                  <a:lnTo>
                    <a:pt x="9974" y="20402"/>
                  </a:lnTo>
                  <a:lnTo>
                    <a:pt x="8353" y="22746"/>
                  </a:lnTo>
                  <a:lnTo>
                    <a:pt x="7981" y="23284"/>
                  </a:lnTo>
                  <a:lnTo>
                    <a:pt x="6625" y="21675"/>
                  </a:lnTo>
                  <a:lnTo>
                    <a:pt x="4183" y="18777"/>
                  </a:lnTo>
                  <a:lnTo>
                    <a:pt x="442" y="14337"/>
                  </a:lnTo>
                  <a:lnTo>
                    <a:pt x="0" y="13812"/>
                  </a:lnTo>
                  <a:lnTo>
                    <a:pt x="1729" y="10224"/>
                  </a:lnTo>
                  <a:lnTo>
                    <a:pt x="3246" y="91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1"/>
            <p:cNvSpPr/>
            <p:nvPr/>
          </p:nvSpPr>
          <p:spPr>
            <a:xfrm>
              <a:off x="3435050" y="4032637"/>
              <a:ext cx="94717" cy="91208"/>
            </a:xfrm>
            <a:custGeom>
              <a:avLst/>
              <a:pathLst>
                <a:path w="94717" h="91208">
                  <a:moveTo>
                    <a:pt x="54713" y="43621"/>
                  </a:moveTo>
                  <a:lnTo>
                    <a:pt x="62377" y="48559"/>
                  </a:lnTo>
                  <a:lnTo>
                    <a:pt x="63296" y="49421"/>
                  </a:lnTo>
                  <a:lnTo>
                    <a:pt x="71874" y="55267"/>
                  </a:lnTo>
                  <a:lnTo>
                    <a:pt x="84795" y="64073"/>
                  </a:lnTo>
                  <a:lnTo>
                    <a:pt x="94717" y="70833"/>
                  </a:lnTo>
                  <a:lnTo>
                    <a:pt x="90860" y="75732"/>
                  </a:lnTo>
                  <a:lnTo>
                    <a:pt x="88385" y="79533"/>
                  </a:lnTo>
                  <a:lnTo>
                    <a:pt x="80782" y="91208"/>
                  </a:lnTo>
                  <a:lnTo>
                    <a:pt x="72392" y="85694"/>
                  </a:lnTo>
                  <a:lnTo>
                    <a:pt x="46994" y="69062"/>
                  </a:lnTo>
                  <a:lnTo>
                    <a:pt x="33369" y="57727"/>
                  </a:lnTo>
                  <a:lnTo>
                    <a:pt x="30496" y="55337"/>
                  </a:lnTo>
                  <a:lnTo>
                    <a:pt x="14236" y="34771"/>
                  </a:lnTo>
                  <a:lnTo>
                    <a:pt x="0" y="12558"/>
                  </a:lnTo>
                  <a:lnTo>
                    <a:pt x="10875" y="8574"/>
                  </a:lnTo>
                  <a:lnTo>
                    <a:pt x="23887" y="3806"/>
                  </a:lnTo>
                  <a:lnTo>
                    <a:pt x="34277" y="0"/>
                  </a:lnTo>
                  <a:lnTo>
                    <a:pt x="35645" y="3320"/>
                  </a:lnTo>
                  <a:lnTo>
                    <a:pt x="36746" y="5994"/>
                  </a:lnTo>
                  <a:lnTo>
                    <a:pt x="37571" y="7996"/>
                  </a:lnTo>
                  <a:lnTo>
                    <a:pt x="39507" y="12696"/>
                  </a:lnTo>
                  <a:lnTo>
                    <a:pt x="41989" y="18722"/>
                  </a:lnTo>
                  <a:lnTo>
                    <a:pt x="44106" y="23861"/>
                  </a:lnTo>
                  <a:lnTo>
                    <a:pt x="47814" y="32527"/>
                  </a:lnTo>
                  <a:lnTo>
                    <a:pt x="49266" y="35918"/>
                  </a:lnTo>
                  <a:lnTo>
                    <a:pt x="50863" y="38932"/>
                  </a:lnTo>
                  <a:lnTo>
                    <a:pt x="52542" y="414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2"/>
            <p:cNvSpPr/>
            <p:nvPr/>
          </p:nvSpPr>
          <p:spPr>
            <a:xfrm>
              <a:off x="3812528" y="3915478"/>
              <a:ext cx="36946" cy="38821"/>
            </a:xfrm>
            <a:custGeom>
              <a:avLst/>
              <a:pathLst>
                <a:path w="36946" h="38821">
                  <a:moveTo>
                    <a:pt x="15101" y="33611"/>
                  </a:moveTo>
                  <a:lnTo>
                    <a:pt x="0" y="28173"/>
                  </a:lnTo>
                  <a:lnTo>
                    <a:pt x="4108" y="14097"/>
                  </a:lnTo>
                  <a:lnTo>
                    <a:pt x="8223" y="0"/>
                  </a:lnTo>
                  <a:lnTo>
                    <a:pt x="20646" y="3618"/>
                  </a:lnTo>
                  <a:lnTo>
                    <a:pt x="29357" y="6155"/>
                  </a:lnTo>
                  <a:lnTo>
                    <a:pt x="36946" y="3349"/>
                  </a:lnTo>
                  <a:lnTo>
                    <a:pt x="36821" y="20743"/>
                  </a:lnTo>
                  <a:lnTo>
                    <a:pt x="36691" y="38821"/>
                  </a:lnTo>
                  <a:lnTo>
                    <a:pt x="18955" y="349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3"/>
            <p:cNvSpPr/>
            <p:nvPr/>
          </p:nvSpPr>
          <p:spPr>
            <a:xfrm>
              <a:off x="4201672" y="4000732"/>
              <a:ext cx="173316" cy="118730"/>
            </a:xfrm>
            <a:custGeom>
              <a:avLst/>
              <a:pathLst>
                <a:path w="173316" h="118730">
                  <a:moveTo>
                    <a:pt x="51885" y="114526"/>
                  </a:moveTo>
                  <a:lnTo>
                    <a:pt x="50935" y="113691"/>
                  </a:lnTo>
                  <a:lnTo>
                    <a:pt x="50416" y="113707"/>
                  </a:lnTo>
                  <a:lnTo>
                    <a:pt x="44212" y="109289"/>
                  </a:lnTo>
                  <a:lnTo>
                    <a:pt x="39135" y="103967"/>
                  </a:lnTo>
                  <a:lnTo>
                    <a:pt x="33237" y="90875"/>
                  </a:lnTo>
                  <a:lnTo>
                    <a:pt x="33228" y="90586"/>
                  </a:lnTo>
                  <a:lnTo>
                    <a:pt x="33184" y="89144"/>
                  </a:lnTo>
                  <a:lnTo>
                    <a:pt x="30590" y="79984"/>
                  </a:lnTo>
                  <a:lnTo>
                    <a:pt x="30563" y="79118"/>
                  </a:lnTo>
                  <a:lnTo>
                    <a:pt x="30239" y="77973"/>
                  </a:lnTo>
                  <a:lnTo>
                    <a:pt x="26569" y="71446"/>
                  </a:lnTo>
                  <a:lnTo>
                    <a:pt x="25947" y="70021"/>
                  </a:lnTo>
                  <a:lnTo>
                    <a:pt x="21707" y="63798"/>
                  </a:lnTo>
                  <a:lnTo>
                    <a:pt x="14296" y="57963"/>
                  </a:lnTo>
                  <a:lnTo>
                    <a:pt x="9255" y="54074"/>
                  </a:lnTo>
                  <a:lnTo>
                    <a:pt x="2440" y="49084"/>
                  </a:lnTo>
                  <a:lnTo>
                    <a:pt x="262" y="44238"/>
                  </a:lnTo>
                  <a:lnTo>
                    <a:pt x="45" y="37308"/>
                  </a:lnTo>
                  <a:lnTo>
                    <a:pt x="0" y="35864"/>
                  </a:lnTo>
                  <a:lnTo>
                    <a:pt x="235" y="34123"/>
                  </a:lnTo>
                  <a:lnTo>
                    <a:pt x="931" y="28610"/>
                  </a:lnTo>
                  <a:lnTo>
                    <a:pt x="8308" y="23762"/>
                  </a:lnTo>
                  <a:lnTo>
                    <a:pt x="14327" y="21846"/>
                  </a:lnTo>
                  <a:lnTo>
                    <a:pt x="22430" y="21890"/>
                  </a:lnTo>
                  <a:lnTo>
                    <a:pt x="33086" y="20413"/>
                  </a:lnTo>
                  <a:lnTo>
                    <a:pt x="42501" y="16375"/>
                  </a:lnTo>
                  <a:lnTo>
                    <a:pt x="43918" y="15466"/>
                  </a:lnTo>
                  <a:lnTo>
                    <a:pt x="57865" y="8695"/>
                  </a:lnTo>
                  <a:lnTo>
                    <a:pt x="78384" y="0"/>
                  </a:lnTo>
                  <a:lnTo>
                    <a:pt x="86794" y="760"/>
                  </a:lnTo>
                  <a:lnTo>
                    <a:pt x="95162" y="1516"/>
                  </a:lnTo>
                  <a:lnTo>
                    <a:pt x="112740" y="10798"/>
                  </a:lnTo>
                  <a:lnTo>
                    <a:pt x="130362" y="22088"/>
                  </a:lnTo>
                  <a:lnTo>
                    <a:pt x="136385" y="26181"/>
                  </a:lnTo>
                  <a:lnTo>
                    <a:pt x="152682" y="37254"/>
                  </a:lnTo>
                  <a:lnTo>
                    <a:pt x="173316" y="54179"/>
                  </a:lnTo>
                  <a:lnTo>
                    <a:pt x="172974" y="64906"/>
                  </a:lnTo>
                  <a:lnTo>
                    <a:pt x="172442" y="81555"/>
                  </a:lnTo>
                  <a:lnTo>
                    <a:pt x="129463" y="58426"/>
                  </a:lnTo>
                  <a:lnTo>
                    <a:pt x="117432" y="51018"/>
                  </a:lnTo>
                  <a:lnTo>
                    <a:pt x="106425" y="49052"/>
                  </a:lnTo>
                  <a:lnTo>
                    <a:pt x="98738" y="52174"/>
                  </a:lnTo>
                  <a:lnTo>
                    <a:pt x="93764" y="59251"/>
                  </a:lnTo>
                  <a:lnTo>
                    <a:pt x="87681" y="67807"/>
                  </a:lnTo>
                  <a:lnTo>
                    <a:pt x="86835" y="68410"/>
                  </a:lnTo>
                  <a:lnTo>
                    <a:pt x="85033" y="71244"/>
                  </a:lnTo>
                  <a:lnTo>
                    <a:pt x="82156" y="75769"/>
                  </a:lnTo>
                  <a:lnTo>
                    <a:pt x="81615" y="76940"/>
                  </a:lnTo>
                  <a:lnTo>
                    <a:pt x="77224" y="84292"/>
                  </a:lnTo>
                  <a:lnTo>
                    <a:pt x="77242" y="84868"/>
                  </a:lnTo>
                  <a:lnTo>
                    <a:pt x="76727" y="86905"/>
                  </a:lnTo>
                  <a:lnTo>
                    <a:pt x="76772" y="88346"/>
                  </a:lnTo>
                  <a:lnTo>
                    <a:pt x="78515" y="98100"/>
                  </a:lnTo>
                  <a:lnTo>
                    <a:pt x="79433" y="99802"/>
                  </a:lnTo>
                  <a:lnTo>
                    <a:pt x="80482" y="102296"/>
                  </a:lnTo>
                  <a:lnTo>
                    <a:pt x="82546" y="107201"/>
                  </a:lnTo>
                  <a:lnTo>
                    <a:pt x="72182" y="117337"/>
                  </a:lnTo>
                  <a:lnTo>
                    <a:pt x="64720" y="118730"/>
                  </a:lnTo>
                  <a:lnTo>
                    <a:pt x="63846" y="118470"/>
                  </a:lnTo>
                  <a:lnTo>
                    <a:pt x="62675" y="117930"/>
                  </a:lnTo>
                  <a:lnTo>
                    <a:pt x="54526" y="1153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4"/>
            <p:cNvSpPr/>
            <p:nvPr/>
          </p:nvSpPr>
          <p:spPr>
            <a:xfrm>
              <a:off x="4273942" y="3921992"/>
              <a:ext cx="43010" cy="45508"/>
            </a:xfrm>
            <a:custGeom>
              <a:avLst/>
              <a:pathLst>
                <a:path w="43010" h="45508">
                  <a:moveTo>
                    <a:pt x="43010" y="17973"/>
                  </a:moveTo>
                  <a:lnTo>
                    <a:pt x="34723" y="29864"/>
                  </a:lnTo>
                  <a:lnTo>
                    <a:pt x="23820" y="45508"/>
                  </a:lnTo>
                  <a:lnTo>
                    <a:pt x="18096" y="40898"/>
                  </a:lnTo>
                  <a:lnTo>
                    <a:pt x="9114" y="33664"/>
                  </a:lnTo>
                  <a:lnTo>
                    <a:pt x="5972" y="31134"/>
                  </a:lnTo>
                  <a:lnTo>
                    <a:pt x="0" y="26324"/>
                  </a:lnTo>
                  <a:lnTo>
                    <a:pt x="8326" y="13965"/>
                  </a:lnTo>
                  <a:lnTo>
                    <a:pt x="17734" y="0"/>
                  </a:lnTo>
                  <a:lnTo>
                    <a:pt x="28897" y="79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5"/>
            <p:cNvSpPr/>
            <p:nvPr/>
          </p:nvSpPr>
          <p:spPr>
            <a:xfrm>
              <a:off x="4305436" y="3950919"/>
              <a:ext cx="62659" cy="50835"/>
            </a:xfrm>
            <a:custGeom>
              <a:avLst/>
              <a:pathLst>
                <a:path w="62659" h="50835">
                  <a:moveTo>
                    <a:pt x="37135" y="1735"/>
                  </a:moveTo>
                  <a:lnTo>
                    <a:pt x="42104" y="5277"/>
                  </a:lnTo>
                  <a:lnTo>
                    <a:pt x="46451" y="8375"/>
                  </a:lnTo>
                  <a:lnTo>
                    <a:pt x="51791" y="12182"/>
                  </a:lnTo>
                  <a:lnTo>
                    <a:pt x="56126" y="15271"/>
                  </a:lnTo>
                  <a:lnTo>
                    <a:pt x="62659" y="19928"/>
                  </a:lnTo>
                  <a:lnTo>
                    <a:pt x="52203" y="33740"/>
                  </a:lnTo>
                  <a:lnTo>
                    <a:pt x="39262" y="50835"/>
                  </a:lnTo>
                  <a:lnTo>
                    <a:pt x="22180" y="37006"/>
                  </a:lnTo>
                  <a:lnTo>
                    <a:pt x="0" y="19050"/>
                  </a:lnTo>
                  <a:lnTo>
                    <a:pt x="7619" y="11502"/>
                  </a:lnTo>
                  <a:lnTo>
                    <a:pt x="13329" y="5845"/>
                  </a:lnTo>
                  <a:lnTo>
                    <a:pt x="22679" y="15096"/>
                  </a:lnTo>
                  <a:lnTo>
                    <a:pt x="34445" y="320"/>
                  </a:lnTo>
                  <a:lnTo>
                    <a:pt x="3470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6"/>
            <p:cNvSpPr/>
            <p:nvPr/>
          </p:nvSpPr>
          <p:spPr>
            <a:xfrm>
              <a:off x="4346524" y="3975040"/>
              <a:ext cx="57068" cy="59931"/>
            </a:xfrm>
            <a:custGeom>
              <a:avLst/>
              <a:pathLst>
                <a:path w="57068" h="59931">
                  <a:moveTo>
                    <a:pt x="47142" y="14933"/>
                  </a:moveTo>
                  <a:lnTo>
                    <a:pt x="54312" y="20492"/>
                  </a:lnTo>
                  <a:lnTo>
                    <a:pt x="46748" y="31127"/>
                  </a:lnTo>
                  <a:lnTo>
                    <a:pt x="50045" y="34422"/>
                  </a:lnTo>
                  <a:lnTo>
                    <a:pt x="57068" y="41441"/>
                  </a:lnTo>
                  <a:lnTo>
                    <a:pt x="49810" y="50566"/>
                  </a:lnTo>
                  <a:lnTo>
                    <a:pt x="42362" y="59931"/>
                  </a:lnTo>
                  <a:lnTo>
                    <a:pt x="32085" y="52645"/>
                  </a:lnTo>
                  <a:lnTo>
                    <a:pt x="19762" y="43908"/>
                  </a:lnTo>
                  <a:lnTo>
                    <a:pt x="8982" y="36265"/>
                  </a:lnTo>
                  <a:lnTo>
                    <a:pt x="0" y="29897"/>
                  </a:lnTo>
                  <a:lnTo>
                    <a:pt x="11970" y="17060"/>
                  </a:lnTo>
                  <a:lnTo>
                    <a:pt x="27879" y="0"/>
                  </a:lnTo>
                  <a:lnTo>
                    <a:pt x="33570" y="4412"/>
                  </a:lnTo>
                  <a:lnTo>
                    <a:pt x="39351" y="88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7"/>
            <p:cNvSpPr/>
            <p:nvPr/>
          </p:nvSpPr>
          <p:spPr>
            <a:xfrm>
              <a:off x="4391684" y="3982656"/>
              <a:ext cx="75785" cy="100937"/>
            </a:xfrm>
            <a:custGeom>
              <a:avLst/>
              <a:pathLst>
                <a:path w="75785" h="100937">
                  <a:moveTo>
                    <a:pt x="31389" y="45708"/>
                  </a:moveTo>
                  <a:lnTo>
                    <a:pt x="28704" y="50556"/>
                  </a:lnTo>
                  <a:lnTo>
                    <a:pt x="24316" y="58478"/>
                  </a:lnTo>
                  <a:lnTo>
                    <a:pt x="49253" y="76502"/>
                  </a:lnTo>
                  <a:lnTo>
                    <a:pt x="55734" y="69551"/>
                  </a:lnTo>
                  <a:lnTo>
                    <a:pt x="75785" y="85615"/>
                  </a:lnTo>
                  <a:lnTo>
                    <a:pt x="72801" y="89067"/>
                  </a:lnTo>
                  <a:lnTo>
                    <a:pt x="69486" y="92903"/>
                  </a:lnTo>
                  <a:lnTo>
                    <a:pt x="66324" y="96562"/>
                  </a:lnTo>
                  <a:lnTo>
                    <a:pt x="62543" y="100937"/>
                  </a:lnTo>
                  <a:lnTo>
                    <a:pt x="54626" y="95419"/>
                  </a:lnTo>
                  <a:lnTo>
                    <a:pt x="45613" y="89138"/>
                  </a:lnTo>
                  <a:lnTo>
                    <a:pt x="33790" y="80898"/>
                  </a:lnTo>
                  <a:lnTo>
                    <a:pt x="23349" y="73622"/>
                  </a:lnTo>
                  <a:lnTo>
                    <a:pt x="11485" y="65354"/>
                  </a:lnTo>
                  <a:lnTo>
                    <a:pt x="0" y="57349"/>
                  </a:lnTo>
                  <a:lnTo>
                    <a:pt x="17733" y="30156"/>
                  </a:lnTo>
                  <a:lnTo>
                    <a:pt x="37398" y="0"/>
                  </a:lnTo>
                  <a:lnTo>
                    <a:pt x="45201" y="4815"/>
                  </a:lnTo>
                  <a:lnTo>
                    <a:pt x="51788" y="8879"/>
                  </a:lnTo>
                  <a:lnTo>
                    <a:pt x="39823" y="304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8"/>
            <p:cNvSpPr/>
            <p:nvPr/>
          </p:nvSpPr>
          <p:spPr>
            <a:xfrm>
              <a:off x="4460272" y="4067428"/>
              <a:ext cx="62266" cy="46933"/>
            </a:xfrm>
            <a:custGeom>
              <a:avLst/>
              <a:pathLst>
                <a:path w="62266" h="46933">
                  <a:moveTo>
                    <a:pt x="34043" y="12740"/>
                  </a:moveTo>
                  <a:lnTo>
                    <a:pt x="62266" y="28829"/>
                  </a:lnTo>
                  <a:lnTo>
                    <a:pt x="58638" y="34678"/>
                  </a:lnTo>
                  <a:lnTo>
                    <a:pt x="55198" y="40224"/>
                  </a:lnTo>
                  <a:lnTo>
                    <a:pt x="51037" y="46933"/>
                  </a:lnTo>
                  <a:lnTo>
                    <a:pt x="49709" y="46682"/>
                  </a:lnTo>
                  <a:lnTo>
                    <a:pt x="49578" y="46638"/>
                  </a:lnTo>
                  <a:lnTo>
                    <a:pt x="43233" y="43474"/>
                  </a:lnTo>
                  <a:lnTo>
                    <a:pt x="36080" y="41677"/>
                  </a:lnTo>
                  <a:lnTo>
                    <a:pt x="31545" y="41184"/>
                  </a:lnTo>
                  <a:lnTo>
                    <a:pt x="23120" y="37278"/>
                  </a:lnTo>
                  <a:lnTo>
                    <a:pt x="17858" y="33244"/>
                  </a:lnTo>
                  <a:lnTo>
                    <a:pt x="0" y="19554"/>
                  </a:lnTo>
                  <a:lnTo>
                    <a:pt x="6021" y="9487"/>
                  </a:lnTo>
                  <a:lnTo>
                    <a:pt x="11695" y="0"/>
                  </a:lnTo>
                  <a:lnTo>
                    <a:pt x="27961" y="9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9"/>
            <p:cNvSpPr/>
            <p:nvPr/>
          </p:nvSpPr>
          <p:spPr>
            <a:xfrm>
              <a:off x="4532115" y="4111786"/>
              <a:ext cx="88436" cy="59343"/>
            </a:xfrm>
            <a:custGeom>
              <a:avLst/>
              <a:pathLst>
                <a:path w="88436" h="59343">
                  <a:moveTo>
                    <a:pt x="33589" y="14765"/>
                  </a:moveTo>
                  <a:lnTo>
                    <a:pt x="43753" y="21508"/>
                  </a:lnTo>
                  <a:lnTo>
                    <a:pt x="47308" y="22466"/>
                  </a:lnTo>
                  <a:lnTo>
                    <a:pt x="76601" y="30360"/>
                  </a:lnTo>
                  <a:lnTo>
                    <a:pt x="88436" y="33549"/>
                  </a:lnTo>
                  <a:lnTo>
                    <a:pt x="84792" y="45091"/>
                  </a:lnTo>
                  <a:lnTo>
                    <a:pt x="80293" y="59343"/>
                  </a:lnTo>
                  <a:lnTo>
                    <a:pt x="77608" y="58204"/>
                  </a:lnTo>
                  <a:lnTo>
                    <a:pt x="76475" y="57723"/>
                  </a:lnTo>
                  <a:lnTo>
                    <a:pt x="72003" y="55826"/>
                  </a:lnTo>
                  <a:lnTo>
                    <a:pt x="64040" y="52448"/>
                  </a:lnTo>
                  <a:lnTo>
                    <a:pt x="51237" y="47017"/>
                  </a:lnTo>
                  <a:lnTo>
                    <a:pt x="40996" y="42673"/>
                  </a:lnTo>
                  <a:lnTo>
                    <a:pt x="33491" y="39489"/>
                  </a:lnTo>
                  <a:lnTo>
                    <a:pt x="30737" y="38187"/>
                  </a:lnTo>
                  <a:lnTo>
                    <a:pt x="29428" y="37315"/>
                  </a:lnTo>
                  <a:lnTo>
                    <a:pt x="18089" y="29763"/>
                  </a:lnTo>
                  <a:lnTo>
                    <a:pt x="8100" y="23111"/>
                  </a:lnTo>
                  <a:lnTo>
                    <a:pt x="4652" y="20815"/>
                  </a:lnTo>
                  <a:lnTo>
                    <a:pt x="2726" y="19532"/>
                  </a:lnTo>
                  <a:lnTo>
                    <a:pt x="0" y="17716"/>
                  </a:lnTo>
                  <a:lnTo>
                    <a:pt x="872" y="16291"/>
                  </a:lnTo>
                  <a:lnTo>
                    <a:pt x="2765" y="13202"/>
                  </a:lnTo>
                  <a:lnTo>
                    <a:pt x="4999" y="9557"/>
                  </a:lnTo>
                  <a:lnTo>
                    <a:pt x="8827" y="3309"/>
                  </a:lnTo>
                  <a:lnTo>
                    <a:pt x="9332" y="2485"/>
                  </a:lnTo>
                  <a:lnTo>
                    <a:pt x="10855" y="0"/>
                  </a:lnTo>
                  <a:lnTo>
                    <a:pt x="25066" y="91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40"/>
            <p:cNvSpPr/>
            <p:nvPr/>
          </p:nvSpPr>
          <p:spPr>
            <a:xfrm>
              <a:off x="4227029" y="3921481"/>
              <a:ext cx="41256" cy="54305"/>
            </a:xfrm>
            <a:custGeom>
              <a:avLst/>
              <a:pathLst>
                <a:path w="41256" h="54305">
                  <a:moveTo>
                    <a:pt x="32260" y="27265"/>
                  </a:moveTo>
                  <a:lnTo>
                    <a:pt x="41256" y="45620"/>
                  </a:lnTo>
                  <a:lnTo>
                    <a:pt x="40586" y="45942"/>
                  </a:lnTo>
                  <a:lnTo>
                    <a:pt x="37691" y="47333"/>
                  </a:lnTo>
                  <a:lnTo>
                    <a:pt x="32832" y="49669"/>
                  </a:lnTo>
                  <a:lnTo>
                    <a:pt x="28901" y="51559"/>
                  </a:lnTo>
                  <a:lnTo>
                    <a:pt x="23187" y="54305"/>
                  </a:lnTo>
                  <a:lnTo>
                    <a:pt x="22803" y="53541"/>
                  </a:lnTo>
                  <a:lnTo>
                    <a:pt x="19138" y="46250"/>
                  </a:lnTo>
                  <a:lnTo>
                    <a:pt x="15059" y="38131"/>
                  </a:lnTo>
                  <a:lnTo>
                    <a:pt x="8097" y="24276"/>
                  </a:lnTo>
                  <a:lnTo>
                    <a:pt x="155" y="8473"/>
                  </a:lnTo>
                  <a:lnTo>
                    <a:pt x="0" y="8164"/>
                  </a:lnTo>
                  <a:lnTo>
                    <a:pt x="7532" y="4909"/>
                  </a:lnTo>
                  <a:lnTo>
                    <a:pt x="10248" y="3736"/>
                  </a:lnTo>
                  <a:lnTo>
                    <a:pt x="18898" y="0"/>
                  </a:lnTo>
                  <a:lnTo>
                    <a:pt x="23261" y="8902"/>
                  </a:lnTo>
                  <a:lnTo>
                    <a:pt x="30760" y="242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1"/>
            <p:cNvSpPr/>
            <p:nvPr/>
          </p:nvSpPr>
          <p:spPr>
            <a:xfrm>
              <a:off x="4160364" y="3993849"/>
              <a:ext cx="43784" cy="45306"/>
            </a:xfrm>
            <a:custGeom>
              <a:avLst/>
              <a:pathLst>
                <a:path w="43784" h="45306">
                  <a:moveTo>
                    <a:pt x="33664" y="30403"/>
                  </a:moveTo>
                  <a:lnTo>
                    <a:pt x="31771" y="32952"/>
                  </a:lnTo>
                  <a:lnTo>
                    <a:pt x="27916" y="37329"/>
                  </a:lnTo>
                  <a:lnTo>
                    <a:pt x="26332" y="39534"/>
                  </a:lnTo>
                  <a:lnTo>
                    <a:pt x="25257" y="41029"/>
                  </a:lnTo>
                  <a:lnTo>
                    <a:pt x="22585" y="44545"/>
                  </a:lnTo>
                  <a:lnTo>
                    <a:pt x="20508" y="45306"/>
                  </a:lnTo>
                  <a:lnTo>
                    <a:pt x="17520" y="44376"/>
                  </a:lnTo>
                  <a:lnTo>
                    <a:pt x="13118" y="42161"/>
                  </a:lnTo>
                  <a:lnTo>
                    <a:pt x="10458" y="41011"/>
                  </a:lnTo>
                  <a:lnTo>
                    <a:pt x="5790" y="39717"/>
                  </a:lnTo>
                  <a:lnTo>
                    <a:pt x="2567" y="38445"/>
                  </a:lnTo>
                  <a:lnTo>
                    <a:pt x="0" y="35116"/>
                  </a:lnTo>
                  <a:lnTo>
                    <a:pt x="5703" y="24551"/>
                  </a:lnTo>
                  <a:lnTo>
                    <a:pt x="7898" y="20484"/>
                  </a:lnTo>
                  <a:lnTo>
                    <a:pt x="15855" y="11659"/>
                  </a:lnTo>
                  <a:lnTo>
                    <a:pt x="26368" y="0"/>
                  </a:lnTo>
                  <a:lnTo>
                    <a:pt x="34134" y="7169"/>
                  </a:lnTo>
                  <a:lnTo>
                    <a:pt x="38301" y="11015"/>
                  </a:lnTo>
                  <a:lnTo>
                    <a:pt x="43477" y="18842"/>
                  </a:lnTo>
                  <a:lnTo>
                    <a:pt x="43784" y="23526"/>
                  </a:lnTo>
                  <a:lnTo>
                    <a:pt x="41110" y="25624"/>
                  </a:lnTo>
                  <a:lnTo>
                    <a:pt x="37046" y="28232"/>
                  </a:lnTo>
                  <a:lnTo>
                    <a:pt x="35975" y="289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2"/>
            <p:cNvSpPr/>
            <p:nvPr/>
          </p:nvSpPr>
          <p:spPr>
            <a:xfrm>
              <a:off x="4118996" y="3952884"/>
              <a:ext cx="66226" cy="64626"/>
            </a:xfrm>
            <a:custGeom>
              <a:avLst/>
              <a:pathLst>
                <a:path w="66226" h="64626">
                  <a:moveTo>
                    <a:pt x="64664" y="36285"/>
                  </a:moveTo>
                  <a:lnTo>
                    <a:pt x="66226" y="37944"/>
                  </a:lnTo>
                  <a:lnTo>
                    <a:pt x="54801" y="49498"/>
                  </a:lnTo>
                  <a:lnTo>
                    <a:pt x="51852" y="53408"/>
                  </a:lnTo>
                  <a:lnTo>
                    <a:pt x="42561" y="64626"/>
                  </a:lnTo>
                  <a:lnTo>
                    <a:pt x="28093" y="55325"/>
                  </a:lnTo>
                  <a:lnTo>
                    <a:pt x="22340" y="51628"/>
                  </a:lnTo>
                  <a:lnTo>
                    <a:pt x="0" y="37268"/>
                  </a:lnTo>
                  <a:lnTo>
                    <a:pt x="3114" y="33460"/>
                  </a:lnTo>
                  <a:lnTo>
                    <a:pt x="6824" y="28924"/>
                  </a:lnTo>
                  <a:lnTo>
                    <a:pt x="20948" y="11652"/>
                  </a:lnTo>
                  <a:lnTo>
                    <a:pt x="23057" y="9074"/>
                  </a:lnTo>
                  <a:lnTo>
                    <a:pt x="30478" y="0"/>
                  </a:lnTo>
                  <a:lnTo>
                    <a:pt x="39028" y="9074"/>
                  </a:lnTo>
                  <a:lnTo>
                    <a:pt x="46810" y="17335"/>
                  </a:lnTo>
                  <a:lnTo>
                    <a:pt x="47374" y="17933"/>
                  </a:lnTo>
                  <a:lnTo>
                    <a:pt x="52832" y="23726"/>
                  </a:lnTo>
                  <a:lnTo>
                    <a:pt x="53736" y="24687"/>
                  </a:lnTo>
                  <a:lnTo>
                    <a:pt x="57855" y="29059"/>
                  </a:lnTo>
                  <a:lnTo>
                    <a:pt x="62001" y="33460"/>
                  </a:lnTo>
                  <a:lnTo>
                    <a:pt x="63678" y="35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3"/>
            <p:cNvSpPr/>
            <p:nvPr/>
          </p:nvSpPr>
          <p:spPr>
            <a:xfrm>
              <a:off x="4266952" y="3653412"/>
              <a:ext cx="49024" cy="28763"/>
            </a:xfrm>
            <a:custGeom>
              <a:avLst/>
              <a:pathLst>
                <a:path w="49024" h="28763">
                  <a:moveTo>
                    <a:pt x="24887" y="8607"/>
                  </a:moveTo>
                  <a:lnTo>
                    <a:pt x="36474" y="15163"/>
                  </a:lnTo>
                  <a:lnTo>
                    <a:pt x="49024" y="22264"/>
                  </a:lnTo>
                  <a:lnTo>
                    <a:pt x="47012" y="25729"/>
                  </a:lnTo>
                  <a:lnTo>
                    <a:pt x="45252" y="28763"/>
                  </a:lnTo>
                  <a:lnTo>
                    <a:pt x="25199" y="25968"/>
                  </a:lnTo>
                  <a:lnTo>
                    <a:pt x="22728" y="25623"/>
                  </a:lnTo>
                  <a:lnTo>
                    <a:pt x="19043" y="24786"/>
                  </a:lnTo>
                  <a:lnTo>
                    <a:pt x="7371" y="20181"/>
                  </a:lnTo>
                  <a:lnTo>
                    <a:pt x="0" y="12855"/>
                  </a:lnTo>
                  <a:lnTo>
                    <a:pt x="4809" y="6465"/>
                  </a:lnTo>
                  <a:lnTo>
                    <a:pt x="9674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4"/>
            <p:cNvSpPr/>
            <p:nvPr/>
          </p:nvSpPr>
          <p:spPr>
            <a:xfrm>
              <a:off x="3854952" y="3896074"/>
              <a:ext cx="56061" cy="70291"/>
            </a:xfrm>
            <a:custGeom>
              <a:avLst/>
              <a:pathLst>
                <a:path w="56061" h="70291">
                  <a:moveTo>
                    <a:pt x="18348" y="13944"/>
                  </a:moveTo>
                  <a:lnTo>
                    <a:pt x="56061" y="0"/>
                  </a:lnTo>
                  <a:lnTo>
                    <a:pt x="54759" y="14346"/>
                  </a:lnTo>
                  <a:lnTo>
                    <a:pt x="53180" y="31747"/>
                  </a:lnTo>
                  <a:lnTo>
                    <a:pt x="49681" y="70291"/>
                  </a:lnTo>
                  <a:lnTo>
                    <a:pt x="47483" y="69797"/>
                  </a:lnTo>
                  <a:lnTo>
                    <a:pt x="35598" y="67131"/>
                  </a:lnTo>
                  <a:lnTo>
                    <a:pt x="24367" y="64710"/>
                  </a:lnTo>
                  <a:lnTo>
                    <a:pt x="943" y="59663"/>
                  </a:lnTo>
                  <a:lnTo>
                    <a:pt x="267" y="31767"/>
                  </a:lnTo>
                  <a:lnTo>
                    <a:pt x="0" y="207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5"/>
            <p:cNvSpPr/>
            <p:nvPr/>
          </p:nvSpPr>
          <p:spPr>
            <a:xfrm>
              <a:off x="3917912" y="3896088"/>
              <a:ext cx="58071" cy="35933"/>
            </a:xfrm>
            <a:custGeom>
              <a:avLst/>
              <a:pathLst>
                <a:path w="58071" h="35933">
                  <a:moveTo>
                    <a:pt x="460" y="26302"/>
                  </a:moveTo>
                  <a:lnTo>
                    <a:pt x="1113" y="13593"/>
                  </a:lnTo>
                  <a:lnTo>
                    <a:pt x="1508" y="5929"/>
                  </a:lnTo>
                  <a:lnTo>
                    <a:pt x="1813" y="0"/>
                  </a:lnTo>
                  <a:lnTo>
                    <a:pt x="7501" y="9"/>
                  </a:lnTo>
                  <a:lnTo>
                    <a:pt x="28982" y="44"/>
                  </a:lnTo>
                  <a:lnTo>
                    <a:pt x="56279" y="88"/>
                  </a:lnTo>
                  <a:lnTo>
                    <a:pt x="56768" y="9882"/>
                  </a:lnTo>
                  <a:lnTo>
                    <a:pt x="57451" y="23536"/>
                  </a:lnTo>
                  <a:lnTo>
                    <a:pt x="58071" y="35933"/>
                  </a:lnTo>
                  <a:lnTo>
                    <a:pt x="27307" y="35571"/>
                  </a:lnTo>
                  <a:lnTo>
                    <a:pt x="0" y="352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6"/>
            <p:cNvSpPr/>
            <p:nvPr/>
          </p:nvSpPr>
          <p:spPr>
            <a:xfrm>
              <a:off x="3980743" y="3896187"/>
              <a:ext cx="47559" cy="68476"/>
            </a:xfrm>
            <a:custGeom>
              <a:avLst/>
              <a:pathLst>
                <a:path w="47559" h="68476">
                  <a:moveTo>
                    <a:pt x="5382" y="44019"/>
                  </a:moveTo>
                  <a:lnTo>
                    <a:pt x="3290" y="26913"/>
                  </a:lnTo>
                  <a:lnTo>
                    <a:pt x="1395" y="11415"/>
                  </a:lnTo>
                  <a:lnTo>
                    <a:pt x="0" y="0"/>
                  </a:lnTo>
                  <a:lnTo>
                    <a:pt x="23485" y="38"/>
                  </a:lnTo>
                  <a:lnTo>
                    <a:pt x="47559" y="77"/>
                  </a:lnTo>
                  <a:lnTo>
                    <a:pt x="47308" y="4437"/>
                  </a:lnTo>
                  <a:lnTo>
                    <a:pt x="46753" y="14077"/>
                  </a:lnTo>
                  <a:lnTo>
                    <a:pt x="45829" y="30126"/>
                  </a:lnTo>
                  <a:lnTo>
                    <a:pt x="45678" y="32754"/>
                  </a:lnTo>
                  <a:lnTo>
                    <a:pt x="26682" y="58790"/>
                  </a:lnTo>
                  <a:lnTo>
                    <a:pt x="8372" y="68476"/>
                  </a:lnTo>
                  <a:lnTo>
                    <a:pt x="7288" y="596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7"/>
            <p:cNvSpPr/>
            <p:nvPr/>
          </p:nvSpPr>
          <p:spPr>
            <a:xfrm>
              <a:off x="3912663" y="3934947"/>
              <a:ext cx="78137" cy="51699"/>
            </a:xfrm>
            <a:custGeom>
              <a:avLst/>
              <a:pathLst>
                <a:path w="78137" h="51699">
                  <a:moveTo>
                    <a:pt x="20877" y="488"/>
                  </a:moveTo>
                  <a:lnTo>
                    <a:pt x="31999" y="795"/>
                  </a:lnTo>
                  <a:lnTo>
                    <a:pt x="52306" y="1358"/>
                  </a:lnTo>
                  <a:lnTo>
                    <a:pt x="65450" y="1722"/>
                  </a:lnTo>
                  <a:lnTo>
                    <a:pt x="68563" y="22045"/>
                  </a:lnTo>
                  <a:lnTo>
                    <a:pt x="69513" y="28248"/>
                  </a:lnTo>
                  <a:lnTo>
                    <a:pt x="78137" y="42816"/>
                  </a:lnTo>
                  <a:lnTo>
                    <a:pt x="71656" y="51699"/>
                  </a:lnTo>
                  <a:lnTo>
                    <a:pt x="63059" y="45620"/>
                  </a:lnTo>
                  <a:lnTo>
                    <a:pt x="32056" y="39946"/>
                  </a:lnTo>
                  <a:lnTo>
                    <a:pt x="20792" y="37884"/>
                  </a:lnTo>
                  <a:lnTo>
                    <a:pt x="0" y="33219"/>
                  </a:lnTo>
                  <a:lnTo>
                    <a:pt x="1710" y="15763"/>
                  </a:lnTo>
                  <a:lnTo>
                    <a:pt x="3254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8"/>
            <p:cNvSpPr/>
            <p:nvPr/>
          </p:nvSpPr>
          <p:spPr>
            <a:xfrm>
              <a:off x="3080747" y="3745355"/>
              <a:ext cx="54057" cy="55886"/>
            </a:xfrm>
            <a:custGeom>
              <a:avLst/>
              <a:pathLst>
                <a:path w="54057" h="55886">
                  <a:moveTo>
                    <a:pt x="347" y="16034"/>
                  </a:moveTo>
                  <a:lnTo>
                    <a:pt x="614" y="7953"/>
                  </a:lnTo>
                  <a:lnTo>
                    <a:pt x="10100" y="6541"/>
                  </a:lnTo>
                  <a:lnTo>
                    <a:pt x="30790" y="3462"/>
                  </a:lnTo>
                  <a:lnTo>
                    <a:pt x="54057" y="0"/>
                  </a:lnTo>
                  <a:lnTo>
                    <a:pt x="53026" y="5586"/>
                  </a:lnTo>
                  <a:lnTo>
                    <a:pt x="52010" y="11093"/>
                  </a:lnTo>
                  <a:lnTo>
                    <a:pt x="42040" y="21997"/>
                  </a:lnTo>
                  <a:lnTo>
                    <a:pt x="32848" y="32052"/>
                  </a:lnTo>
                  <a:lnTo>
                    <a:pt x="11057" y="55886"/>
                  </a:lnTo>
                  <a:lnTo>
                    <a:pt x="2143" y="32262"/>
                  </a:lnTo>
                  <a:lnTo>
                    <a:pt x="0" y="265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9"/>
            <p:cNvSpPr/>
            <p:nvPr/>
          </p:nvSpPr>
          <p:spPr>
            <a:xfrm>
              <a:off x="2819563" y="3706303"/>
              <a:ext cx="81768" cy="45948"/>
            </a:xfrm>
            <a:custGeom>
              <a:avLst/>
              <a:pathLst>
                <a:path w="81768" h="45948">
                  <a:moveTo>
                    <a:pt x="11260" y="26835"/>
                  </a:moveTo>
                  <a:lnTo>
                    <a:pt x="4318" y="15588"/>
                  </a:lnTo>
                  <a:lnTo>
                    <a:pt x="0" y="8592"/>
                  </a:lnTo>
                  <a:lnTo>
                    <a:pt x="5200" y="7021"/>
                  </a:lnTo>
                  <a:lnTo>
                    <a:pt x="16557" y="5944"/>
                  </a:lnTo>
                  <a:lnTo>
                    <a:pt x="30695" y="3850"/>
                  </a:lnTo>
                  <a:lnTo>
                    <a:pt x="48672" y="1186"/>
                  </a:lnTo>
                  <a:lnTo>
                    <a:pt x="77905" y="0"/>
                  </a:lnTo>
                  <a:lnTo>
                    <a:pt x="81768" y="10410"/>
                  </a:lnTo>
                  <a:lnTo>
                    <a:pt x="65168" y="14632"/>
                  </a:lnTo>
                  <a:lnTo>
                    <a:pt x="68839" y="19766"/>
                  </a:lnTo>
                  <a:lnTo>
                    <a:pt x="70992" y="23886"/>
                  </a:lnTo>
                  <a:lnTo>
                    <a:pt x="75530" y="44290"/>
                  </a:lnTo>
                  <a:lnTo>
                    <a:pt x="76989" y="45948"/>
                  </a:lnTo>
                  <a:lnTo>
                    <a:pt x="53181" y="44672"/>
                  </a:lnTo>
                  <a:lnTo>
                    <a:pt x="45307" y="44251"/>
                  </a:lnTo>
                  <a:lnTo>
                    <a:pt x="27311" y="36529"/>
                  </a:lnTo>
                  <a:lnTo>
                    <a:pt x="27611" y="35627"/>
                  </a:lnTo>
                  <a:lnTo>
                    <a:pt x="22209" y="32485"/>
                  </a:lnTo>
                  <a:lnTo>
                    <a:pt x="15655" y="339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50"/>
            <p:cNvSpPr/>
            <p:nvPr/>
          </p:nvSpPr>
          <p:spPr>
            <a:xfrm>
              <a:off x="3027055" y="3648987"/>
              <a:ext cx="61922" cy="112673"/>
            </a:xfrm>
            <a:custGeom>
              <a:avLst/>
              <a:pathLst>
                <a:path w="61922" h="112673">
                  <a:moveTo>
                    <a:pt x="54288" y="65494"/>
                  </a:moveTo>
                  <a:lnTo>
                    <a:pt x="52920" y="74010"/>
                  </a:lnTo>
                  <a:lnTo>
                    <a:pt x="50543" y="88802"/>
                  </a:lnTo>
                  <a:lnTo>
                    <a:pt x="46708" y="112673"/>
                  </a:lnTo>
                  <a:lnTo>
                    <a:pt x="31146" y="108989"/>
                  </a:lnTo>
                  <a:lnTo>
                    <a:pt x="24161" y="108192"/>
                  </a:lnTo>
                  <a:lnTo>
                    <a:pt x="0" y="105433"/>
                  </a:lnTo>
                  <a:lnTo>
                    <a:pt x="1731" y="96938"/>
                  </a:lnTo>
                  <a:lnTo>
                    <a:pt x="3580" y="87870"/>
                  </a:lnTo>
                  <a:lnTo>
                    <a:pt x="5025" y="80779"/>
                  </a:lnTo>
                  <a:lnTo>
                    <a:pt x="6714" y="72494"/>
                  </a:lnTo>
                  <a:lnTo>
                    <a:pt x="8614" y="63176"/>
                  </a:lnTo>
                  <a:lnTo>
                    <a:pt x="10731" y="52788"/>
                  </a:lnTo>
                  <a:lnTo>
                    <a:pt x="14909" y="36447"/>
                  </a:lnTo>
                  <a:lnTo>
                    <a:pt x="22976" y="4897"/>
                  </a:lnTo>
                  <a:lnTo>
                    <a:pt x="28864" y="3997"/>
                  </a:lnTo>
                  <a:lnTo>
                    <a:pt x="32806" y="3394"/>
                  </a:lnTo>
                  <a:lnTo>
                    <a:pt x="38694" y="2494"/>
                  </a:lnTo>
                  <a:lnTo>
                    <a:pt x="46769" y="1260"/>
                  </a:lnTo>
                  <a:lnTo>
                    <a:pt x="51725" y="502"/>
                  </a:lnTo>
                  <a:lnTo>
                    <a:pt x="61922" y="0"/>
                  </a:lnTo>
                  <a:lnTo>
                    <a:pt x="61292" y="6873"/>
                  </a:lnTo>
                  <a:lnTo>
                    <a:pt x="60741" y="12878"/>
                  </a:lnTo>
                  <a:lnTo>
                    <a:pt x="60397" y="16630"/>
                  </a:lnTo>
                  <a:lnTo>
                    <a:pt x="60152" y="19302"/>
                  </a:lnTo>
                  <a:lnTo>
                    <a:pt x="59259" y="26632"/>
                  </a:lnTo>
                  <a:lnTo>
                    <a:pt x="58022" y="36772"/>
                  </a:lnTo>
                  <a:lnTo>
                    <a:pt x="56959" y="45490"/>
                  </a:lnTo>
                  <a:lnTo>
                    <a:pt x="55817" y="54858"/>
                  </a:lnTo>
                  <a:lnTo>
                    <a:pt x="55254" y="59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1"/>
            <p:cNvSpPr/>
            <p:nvPr/>
          </p:nvSpPr>
          <p:spPr>
            <a:xfrm>
              <a:off x="3085138" y="3696270"/>
              <a:ext cx="79923" cy="44187"/>
            </a:xfrm>
            <a:custGeom>
              <a:avLst/>
              <a:pathLst>
                <a:path w="79923" h="44187">
                  <a:moveTo>
                    <a:pt x="62891" y="40010"/>
                  </a:moveTo>
                  <a:lnTo>
                    <a:pt x="43458" y="42869"/>
                  </a:lnTo>
                  <a:lnTo>
                    <a:pt x="34493" y="44187"/>
                  </a:lnTo>
                  <a:lnTo>
                    <a:pt x="13907" y="43452"/>
                  </a:lnTo>
                  <a:lnTo>
                    <a:pt x="0" y="42955"/>
                  </a:lnTo>
                  <a:lnTo>
                    <a:pt x="1082" y="34716"/>
                  </a:lnTo>
                  <a:lnTo>
                    <a:pt x="2196" y="26243"/>
                  </a:lnTo>
                  <a:lnTo>
                    <a:pt x="3048" y="19759"/>
                  </a:lnTo>
                  <a:lnTo>
                    <a:pt x="4948" y="5293"/>
                  </a:lnTo>
                  <a:lnTo>
                    <a:pt x="17328" y="4391"/>
                  </a:lnTo>
                  <a:lnTo>
                    <a:pt x="24167" y="3892"/>
                  </a:lnTo>
                  <a:lnTo>
                    <a:pt x="31967" y="3324"/>
                  </a:lnTo>
                  <a:lnTo>
                    <a:pt x="40713" y="2686"/>
                  </a:lnTo>
                  <a:lnTo>
                    <a:pt x="48862" y="2092"/>
                  </a:lnTo>
                  <a:lnTo>
                    <a:pt x="58102" y="1419"/>
                  </a:lnTo>
                  <a:lnTo>
                    <a:pt x="75224" y="171"/>
                  </a:lnTo>
                  <a:lnTo>
                    <a:pt x="77571" y="0"/>
                  </a:lnTo>
                  <a:lnTo>
                    <a:pt x="78433" y="13753"/>
                  </a:lnTo>
                  <a:lnTo>
                    <a:pt x="79923" y="375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2"/>
            <p:cNvSpPr/>
            <p:nvPr/>
          </p:nvSpPr>
          <p:spPr>
            <a:xfrm>
              <a:off x="2919969" y="3694010"/>
              <a:ext cx="43995" cy="117372"/>
            </a:xfrm>
            <a:custGeom>
              <a:avLst/>
              <a:pathLst>
                <a:path w="43995" h="117372">
                  <a:moveTo>
                    <a:pt x="31878" y="117372"/>
                  </a:moveTo>
                  <a:lnTo>
                    <a:pt x="20371" y="117064"/>
                  </a:lnTo>
                  <a:lnTo>
                    <a:pt x="11236" y="116820"/>
                  </a:lnTo>
                  <a:lnTo>
                    <a:pt x="17961" y="86566"/>
                  </a:lnTo>
                  <a:lnTo>
                    <a:pt x="16981" y="77895"/>
                  </a:lnTo>
                  <a:lnTo>
                    <a:pt x="15384" y="45878"/>
                  </a:lnTo>
                  <a:lnTo>
                    <a:pt x="7162" y="23877"/>
                  </a:lnTo>
                  <a:lnTo>
                    <a:pt x="4959" y="17983"/>
                  </a:lnTo>
                  <a:lnTo>
                    <a:pt x="0" y="7194"/>
                  </a:lnTo>
                  <a:lnTo>
                    <a:pt x="13427" y="3052"/>
                  </a:lnTo>
                  <a:lnTo>
                    <a:pt x="23320" y="0"/>
                  </a:lnTo>
                  <a:lnTo>
                    <a:pt x="24880" y="4327"/>
                  </a:lnTo>
                  <a:lnTo>
                    <a:pt x="26856" y="9805"/>
                  </a:lnTo>
                  <a:lnTo>
                    <a:pt x="29140" y="16138"/>
                  </a:lnTo>
                  <a:lnTo>
                    <a:pt x="31938" y="23898"/>
                  </a:lnTo>
                  <a:lnTo>
                    <a:pt x="34129" y="30728"/>
                  </a:lnTo>
                  <a:lnTo>
                    <a:pt x="36262" y="37381"/>
                  </a:lnTo>
                  <a:lnTo>
                    <a:pt x="37874" y="42408"/>
                  </a:lnTo>
                  <a:lnTo>
                    <a:pt x="40295" y="49958"/>
                  </a:lnTo>
                  <a:lnTo>
                    <a:pt x="42827" y="57851"/>
                  </a:lnTo>
                  <a:lnTo>
                    <a:pt x="43995" y="65994"/>
                  </a:lnTo>
                  <a:lnTo>
                    <a:pt x="42583" y="75210"/>
                  </a:lnTo>
                  <a:lnTo>
                    <a:pt x="42070" y="78560"/>
                  </a:lnTo>
                  <a:lnTo>
                    <a:pt x="38875" y="89184"/>
                  </a:lnTo>
                  <a:lnTo>
                    <a:pt x="35959" y="98880"/>
                  </a:lnTo>
                  <a:lnTo>
                    <a:pt x="34934" y="1022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3"/>
            <p:cNvSpPr/>
            <p:nvPr/>
          </p:nvSpPr>
          <p:spPr>
            <a:xfrm>
              <a:off x="2961668" y="3661757"/>
              <a:ext cx="69895" cy="144610"/>
            </a:xfrm>
            <a:custGeom>
              <a:avLst/>
              <a:pathLst>
                <a:path w="69895" h="144610">
                  <a:moveTo>
                    <a:pt x="1886" y="129531"/>
                  </a:moveTo>
                  <a:lnTo>
                    <a:pt x="3037" y="124073"/>
                  </a:lnTo>
                  <a:lnTo>
                    <a:pt x="4601" y="116655"/>
                  </a:lnTo>
                  <a:lnTo>
                    <a:pt x="6001" y="110010"/>
                  </a:lnTo>
                  <a:lnTo>
                    <a:pt x="7607" y="102396"/>
                  </a:lnTo>
                  <a:lnTo>
                    <a:pt x="8634" y="97525"/>
                  </a:lnTo>
                  <a:lnTo>
                    <a:pt x="9531" y="93270"/>
                  </a:lnTo>
                  <a:lnTo>
                    <a:pt x="10163" y="87894"/>
                  </a:lnTo>
                  <a:lnTo>
                    <a:pt x="10810" y="82387"/>
                  </a:lnTo>
                  <a:lnTo>
                    <a:pt x="11571" y="75911"/>
                  </a:lnTo>
                  <a:lnTo>
                    <a:pt x="12206" y="70512"/>
                  </a:lnTo>
                  <a:lnTo>
                    <a:pt x="12639" y="66827"/>
                  </a:lnTo>
                  <a:lnTo>
                    <a:pt x="13326" y="60984"/>
                  </a:lnTo>
                  <a:lnTo>
                    <a:pt x="13980" y="55417"/>
                  </a:lnTo>
                  <a:lnTo>
                    <a:pt x="14766" y="48732"/>
                  </a:lnTo>
                  <a:lnTo>
                    <a:pt x="15343" y="43820"/>
                  </a:lnTo>
                  <a:lnTo>
                    <a:pt x="16253" y="36082"/>
                  </a:lnTo>
                  <a:lnTo>
                    <a:pt x="17459" y="29634"/>
                  </a:lnTo>
                  <a:lnTo>
                    <a:pt x="23004" y="0"/>
                  </a:lnTo>
                  <a:lnTo>
                    <a:pt x="44257" y="853"/>
                  </a:lnTo>
                  <a:lnTo>
                    <a:pt x="69895" y="1883"/>
                  </a:lnTo>
                  <a:lnTo>
                    <a:pt x="69068" y="7007"/>
                  </a:lnTo>
                  <a:lnTo>
                    <a:pt x="68190" y="12439"/>
                  </a:lnTo>
                  <a:lnTo>
                    <a:pt x="67324" y="17800"/>
                  </a:lnTo>
                  <a:lnTo>
                    <a:pt x="66337" y="23913"/>
                  </a:lnTo>
                  <a:lnTo>
                    <a:pt x="65471" y="29278"/>
                  </a:lnTo>
                  <a:lnTo>
                    <a:pt x="64657" y="34316"/>
                  </a:lnTo>
                  <a:lnTo>
                    <a:pt x="64143" y="37502"/>
                  </a:lnTo>
                  <a:lnTo>
                    <a:pt x="63365" y="42315"/>
                  </a:lnTo>
                  <a:lnTo>
                    <a:pt x="62269" y="49104"/>
                  </a:lnTo>
                  <a:lnTo>
                    <a:pt x="61337" y="54877"/>
                  </a:lnTo>
                  <a:lnTo>
                    <a:pt x="59498" y="66260"/>
                  </a:lnTo>
                  <a:lnTo>
                    <a:pt x="58172" y="75108"/>
                  </a:lnTo>
                  <a:lnTo>
                    <a:pt x="56767" y="84483"/>
                  </a:lnTo>
                  <a:lnTo>
                    <a:pt x="54707" y="98231"/>
                  </a:lnTo>
                  <a:lnTo>
                    <a:pt x="52659" y="111899"/>
                  </a:lnTo>
                  <a:lnTo>
                    <a:pt x="48580" y="117625"/>
                  </a:lnTo>
                  <a:lnTo>
                    <a:pt x="41987" y="126882"/>
                  </a:lnTo>
                  <a:lnTo>
                    <a:pt x="29361" y="144610"/>
                  </a:lnTo>
                  <a:lnTo>
                    <a:pt x="20370" y="142733"/>
                  </a:lnTo>
                  <a:lnTo>
                    <a:pt x="0" y="1384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4"/>
            <p:cNvSpPr/>
            <p:nvPr/>
          </p:nvSpPr>
          <p:spPr>
            <a:xfrm>
              <a:off x="2947546" y="3662184"/>
              <a:ext cx="28731" cy="74515"/>
            </a:xfrm>
            <a:custGeom>
              <a:avLst/>
              <a:pathLst>
                <a:path w="28731" h="74515">
                  <a:moveTo>
                    <a:pt x="730" y="17806"/>
                  </a:moveTo>
                  <a:lnTo>
                    <a:pt x="1621" y="10386"/>
                  </a:lnTo>
                  <a:lnTo>
                    <a:pt x="2665" y="1692"/>
                  </a:lnTo>
                  <a:lnTo>
                    <a:pt x="8288" y="1305"/>
                  </a:lnTo>
                  <a:lnTo>
                    <a:pt x="17800" y="652"/>
                  </a:lnTo>
                  <a:lnTo>
                    <a:pt x="27297" y="0"/>
                  </a:lnTo>
                  <a:lnTo>
                    <a:pt x="28731" y="9054"/>
                  </a:lnTo>
                  <a:lnTo>
                    <a:pt x="26196" y="30952"/>
                  </a:lnTo>
                  <a:lnTo>
                    <a:pt x="25018" y="41130"/>
                  </a:lnTo>
                  <a:lnTo>
                    <a:pt x="21946" y="74515"/>
                  </a:lnTo>
                  <a:lnTo>
                    <a:pt x="18335" y="74061"/>
                  </a:lnTo>
                  <a:lnTo>
                    <a:pt x="15291" y="73678"/>
                  </a:lnTo>
                  <a:lnTo>
                    <a:pt x="0" y="23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5"/>
            <p:cNvSpPr/>
            <p:nvPr/>
          </p:nvSpPr>
          <p:spPr>
            <a:xfrm>
              <a:off x="2724939" y="3631423"/>
              <a:ext cx="124939" cy="76483"/>
            </a:xfrm>
            <a:custGeom>
              <a:avLst/>
              <a:pathLst>
                <a:path w="124939" h="76483">
                  <a:moveTo>
                    <a:pt x="54922" y="75333"/>
                  </a:moveTo>
                  <a:lnTo>
                    <a:pt x="48574" y="75745"/>
                  </a:lnTo>
                  <a:lnTo>
                    <a:pt x="37218" y="76483"/>
                  </a:lnTo>
                  <a:lnTo>
                    <a:pt x="33069" y="75365"/>
                  </a:lnTo>
                  <a:lnTo>
                    <a:pt x="6895" y="68310"/>
                  </a:lnTo>
                  <a:lnTo>
                    <a:pt x="0" y="62036"/>
                  </a:lnTo>
                  <a:lnTo>
                    <a:pt x="28" y="58048"/>
                  </a:lnTo>
                  <a:lnTo>
                    <a:pt x="59" y="53574"/>
                  </a:lnTo>
                  <a:lnTo>
                    <a:pt x="21473" y="52382"/>
                  </a:lnTo>
                  <a:lnTo>
                    <a:pt x="26239" y="46500"/>
                  </a:lnTo>
                  <a:lnTo>
                    <a:pt x="33965" y="36968"/>
                  </a:lnTo>
                  <a:lnTo>
                    <a:pt x="43515" y="25185"/>
                  </a:lnTo>
                  <a:lnTo>
                    <a:pt x="55161" y="8421"/>
                  </a:lnTo>
                  <a:lnTo>
                    <a:pt x="60435" y="829"/>
                  </a:lnTo>
                  <a:lnTo>
                    <a:pt x="61011" y="0"/>
                  </a:lnTo>
                  <a:lnTo>
                    <a:pt x="71265" y="8557"/>
                  </a:lnTo>
                  <a:lnTo>
                    <a:pt x="80083" y="15914"/>
                  </a:lnTo>
                  <a:lnTo>
                    <a:pt x="87872" y="22414"/>
                  </a:lnTo>
                  <a:lnTo>
                    <a:pt x="96543" y="29651"/>
                  </a:lnTo>
                  <a:lnTo>
                    <a:pt x="107916" y="39141"/>
                  </a:lnTo>
                  <a:lnTo>
                    <a:pt x="116093" y="45965"/>
                  </a:lnTo>
                  <a:lnTo>
                    <a:pt x="124939" y="57268"/>
                  </a:lnTo>
                  <a:lnTo>
                    <a:pt x="124447" y="70957"/>
                  </a:lnTo>
                  <a:lnTo>
                    <a:pt x="119417" y="71273"/>
                  </a:lnTo>
                  <a:lnTo>
                    <a:pt x="111831" y="71748"/>
                  </a:lnTo>
                  <a:lnTo>
                    <a:pt x="101952" y="72368"/>
                  </a:lnTo>
                  <a:lnTo>
                    <a:pt x="94787" y="72818"/>
                  </a:lnTo>
                  <a:lnTo>
                    <a:pt x="88259" y="73227"/>
                  </a:lnTo>
                  <a:lnTo>
                    <a:pt x="80557" y="73710"/>
                  </a:lnTo>
                  <a:lnTo>
                    <a:pt x="73584" y="74148"/>
                  </a:lnTo>
                  <a:lnTo>
                    <a:pt x="66918" y="74566"/>
                  </a:lnTo>
                  <a:lnTo>
                    <a:pt x="61409" y="749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6"/>
            <p:cNvSpPr/>
            <p:nvPr/>
          </p:nvSpPr>
          <p:spPr>
            <a:xfrm>
              <a:off x="3093394" y="3636901"/>
              <a:ext cx="64038" cy="58306"/>
            </a:xfrm>
            <a:custGeom>
              <a:avLst/>
              <a:pathLst>
                <a:path w="64038" h="58306">
                  <a:moveTo>
                    <a:pt x="830" y="43177"/>
                  </a:moveTo>
                  <a:lnTo>
                    <a:pt x="2329" y="15875"/>
                  </a:lnTo>
                  <a:lnTo>
                    <a:pt x="2730" y="8569"/>
                  </a:lnTo>
                  <a:lnTo>
                    <a:pt x="9282" y="7561"/>
                  </a:lnTo>
                  <a:lnTo>
                    <a:pt x="14098" y="6820"/>
                  </a:lnTo>
                  <a:lnTo>
                    <a:pt x="19976" y="5915"/>
                  </a:lnTo>
                  <a:lnTo>
                    <a:pt x="26133" y="4968"/>
                  </a:lnTo>
                  <a:lnTo>
                    <a:pt x="32190" y="4036"/>
                  </a:lnTo>
                  <a:lnTo>
                    <a:pt x="38487" y="3067"/>
                  </a:lnTo>
                  <a:lnTo>
                    <a:pt x="45766" y="1947"/>
                  </a:lnTo>
                  <a:lnTo>
                    <a:pt x="58420" y="0"/>
                  </a:lnTo>
                  <a:lnTo>
                    <a:pt x="60538" y="19754"/>
                  </a:lnTo>
                  <a:lnTo>
                    <a:pt x="64038" y="52388"/>
                  </a:lnTo>
                  <a:lnTo>
                    <a:pt x="54428" y="53276"/>
                  </a:lnTo>
                  <a:lnTo>
                    <a:pt x="46139" y="54042"/>
                  </a:lnTo>
                  <a:lnTo>
                    <a:pt x="37701" y="54822"/>
                  </a:lnTo>
                  <a:lnTo>
                    <a:pt x="27971" y="55721"/>
                  </a:lnTo>
                  <a:lnTo>
                    <a:pt x="15416" y="56881"/>
                  </a:lnTo>
                  <a:lnTo>
                    <a:pt x="0" y="58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7"/>
            <p:cNvSpPr/>
            <p:nvPr/>
          </p:nvSpPr>
          <p:spPr>
            <a:xfrm>
              <a:off x="2852049" y="3663068"/>
              <a:ext cx="83429" cy="36926"/>
            </a:xfrm>
            <a:custGeom>
              <a:avLst/>
              <a:pathLst>
                <a:path w="83429" h="36926">
                  <a:moveTo>
                    <a:pt x="11416" y="28358"/>
                  </a:moveTo>
                  <a:lnTo>
                    <a:pt x="0" y="15597"/>
                  </a:lnTo>
                  <a:lnTo>
                    <a:pt x="9137" y="12855"/>
                  </a:lnTo>
                  <a:lnTo>
                    <a:pt x="18838" y="9945"/>
                  </a:lnTo>
                  <a:lnTo>
                    <a:pt x="24530" y="12478"/>
                  </a:lnTo>
                  <a:lnTo>
                    <a:pt x="28817" y="11855"/>
                  </a:lnTo>
                  <a:lnTo>
                    <a:pt x="46391" y="9300"/>
                  </a:lnTo>
                  <a:lnTo>
                    <a:pt x="60784" y="7208"/>
                  </a:lnTo>
                  <a:lnTo>
                    <a:pt x="59930" y="1344"/>
                  </a:lnTo>
                  <a:lnTo>
                    <a:pt x="82172" y="0"/>
                  </a:lnTo>
                  <a:lnTo>
                    <a:pt x="82521" y="3830"/>
                  </a:lnTo>
                  <a:lnTo>
                    <a:pt x="83061" y="9763"/>
                  </a:lnTo>
                  <a:lnTo>
                    <a:pt x="83429" y="13805"/>
                  </a:lnTo>
                  <a:lnTo>
                    <a:pt x="74657" y="18789"/>
                  </a:lnTo>
                  <a:lnTo>
                    <a:pt x="55113" y="29893"/>
                  </a:lnTo>
                  <a:lnTo>
                    <a:pt x="43360" y="32552"/>
                  </a:lnTo>
                  <a:lnTo>
                    <a:pt x="19079" y="36926"/>
                  </a:lnTo>
                  <a:lnTo>
                    <a:pt x="15431" y="32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8"/>
            <p:cNvSpPr/>
            <p:nvPr/>
          </p:nvSpPr>
          <p:spPr>
            <a:xfrm>
              <a:off x="2792847" y="3601700"/>
              <a:ext cx="71241" cy="72338"/>
            </a:xfrm>
            <a:custGeom>
              <a:avLst/>
              <a:pathLst>
                <a:path w="71241" h="72338">
                  <a:moveTo>
                    <a:pt x="6253" y="16916"/>
                  </a:moveTo>
                  <a:lnTo>
                    <a:pt x="16212" y="5612"/>
                  </a:lnTo>
                  <a:lnTo>
                    <a:pt x="21156" y="0"/>
                  </a:lnTo>
                  <a:lnTo>
                    <a:pt x="32878" y="12181"/>
                  </a:lnTo>
                  <a:lnTo>
                    <a:pt x="45810" y="25620"/>
                  </a:lnTo>
                  <a:lnTo>
                    <a:pt x="71241" y="63170"/>
                  </a:lnTo>
                  <a:lnTo>
                    <a:pt x="66585" y="66272"/>
                  </a:lnTo>
                  <a:lnTo>
                    <a:pt x="57481" y="72338"/>
                  </a:lnTo>
                  <a:lnTo>
                    <a:pt x="52181" y="66970"/>
                  </a:lnTo>
                  <a:lnTo>
                    <a:pt x="48123" y="62860"/>
                  </a:lnTo>
                  <a:lnTo>
                    <a:pt x="45906" y="61121"/>
                  </a:lnTo>
                  <a:lnTo>
                    <a:pt x="37328" y="54392"/>
                  </a:lnTo>
                  <a:lnTo>
                    <a:pt x="31067" y="49481"/>
                  </a:lnTo>
                  <a:lnTo>
                    <a:pt x="24724" y="44282"/>
                  </a:lnTo>
                  <a:lnTo>
                    <a:pt x="19009" y="39597"/>
                  </a:lnTo>
                  <a:lnTo>
                    <a:pt x="12648" y="34384"/>
                  </a:lnTo>
                  <a:lnTo>
                    <a:pt x="3942" y="27247"/>
                  </a:lnTo>
                  <a:lnTo>
                    <a:pt x="0" y="240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9"/>
            <p:cNvSpPr/>
            <p:nvPr/>
          </p:nvSpPr>
          <p:spPr>
            <a:xfrm>
              <a:off x="2853955" y="3600171"/>
              <a:ext cx="54589" cy="45511"/>
            </a:xfrm>
            <a:custGeom>
              <a:avLst/>
              <a:pathLst>
                <a:path w="54589" h="45511">
                  <a:moveTo>
                    <a:pt x="18525" y="11461"/>
                  </a:moveTo>
                  <a:lnTo>
                    <a:pt x="38579" y="0"/>
                  </a:lnTo>
                  <a:lnTo>
                    <a:pt x="40444" y="2036"/>
                  </a:lnTo>
                  <a:lnTo>
                    <a:pt x="42642" y="4437"/>
                  </a:lnTo>
                  <a:lnTo>
                    <a:pt x="45688" y="7765"/>
                  </a:lnTo>
                  <a:lnTo>
                    <a:pt x="48881" y="15109"/>
                  </a:lnTo>
                  <a:lnTo>
                    <a:pt x="54589" y="28240"/>
                  </a:lnTo>
                  <a:lnTo>
                    <a:pt x="33267" y="36558"/>
                  </a:lnTo>
                  <a:lnTo>
                    <a:pt x="16865" y="42956"/>
                  </a:lnTo>
                  <a:lnTo>
                    <a:pt x="10317" y="45511"/>
                  </a:lnTo>
                  <a:lnTo>
                    <a:pt x="4381" y="33570"/>
                  </a:lnTo>
                  <a:lnTo>
                    <a:pt x="3616" y="32033"/>
                  </a:lnTo>
                  <a:lnTo>
                    <a:pt x="0" y="24758"/>
                  </a:lnTo>
                  <a:lnTo>
                    <a:pt x="1358" y="21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60"/>
            <p:cNvSpPr/>
            <p:nvPr/>
          </p:nvSpPr>
          <p:spPr>
            <a:xfrm>
              <a:off x="2910477" y="3583314"/>
              <a:ext cx="73590" cy="70154"/>
            </a:xfrm>
            <a:custGeom>
              <a:avLst/>
              <a:pathLst>
                <a:path w="73590" h="70154">
                  <a:moveTo>
                    <a:pt x="0" y="20045"/>
                  </a:moveTo>
                  <a:lnTo>
                    <a:pt x="6210" y="16976"/>
                  </a:lnTo>
                  <a:lnTo>
                    <a:pt x="18187" y="10430"/>
                  </a:lnTo>
                  <a:lnTo>
                    <a:pt x="30759" y="9591"/>
                  </a:lnTo>
                  <a:lnTo>
                    <a:pt x="31824" y="2977"/>
                  </a:lnTo>
                  <a:lnTo>
                    <a:pt x="48954" y="1527"/>
                  </a:lnTo>
                  <a:lnTo>
                    <a:pt x="67002" y="0"/>
                  </a:lnTo>
                  <a:lnTo>
                    <a:pt x="68261" y="12402"/>
                  </a:lnTo>
                  <a:lnTo>
                    <a:pt x="69861" y="28165"/>
                  </a:lnTo>
                  <a:lnTo>
                    <a:pt x="73590" y="64918"/>
                  </a:lnTo>
                  <a:lnTo>
                    <a:pt x="53751" y="67269"/>
                  </a:lnTo>
                  <a:lnTo>
                    <a:pt x="29409" y="70154"/>
                  </a:lnTo>
                  <a:lnTo>
                    <a:pt x="21798" y="62384"/>
                  </a:lnTo>
                  <a:lnTo>
                    <a:pt x="15898" y="53989"/>
                  </a:lnTo>
                  <a:lnTo>
                    <a:pt x="13201" y="50153"/>
                  </a:lnTo>
                  <a:lnTo>
                    <a:pt x="3454" y="31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1"/>
            <p:cNvSpPr/>
            <p:nvPr/>
          </p:nvSpPr>
          <p:spPr>
            <a:xfrm>
              <a:off x="2984356" y="3575694"/>
              <a:ext cx="55982" cy="70988"/>
            </a:xfrm>
            <a:custGeom>
              <a:avLst/>
              <a:pathLst>
                <a:path w="55982" h="70988">
                  <a:moveTo>
                    <a:pt x="7149" y="64051"/>
                  </a:moveTo>
                  <a:lnTo>
                    <a:pt x="6512" y="58513"/>
                  </a:lnTo>
                  <a:lnTo>
                    <a:pt x="5847" y="52727"/>
                  </a:lnTo>
                  <a:lnTo>
                    <a:pt x="5121" y="46417"/>
                  </a:lnTo>
                  <a:lnTo>
                    <a:pt x="4300" y="39276"/>
                  </a:lnTo>
                  <a:lnTo>
                    <a:pt x="3366" y="31158"/>
                  </a:lnTo>
                  <a:lnTo>
                    <a:pt x="2872" y="26859"/>
                  </a:lnTo>
                  <a:lnTo>
                    <a:pt x="2175" y="20797"/>
                  </a:lnTo>
                  <a:lnTo>
                    <a:pt x="0" y="1883"/>
                  </a:lnTo>
                  <a:lnTo>
                    <a:pt x="13310" y="1336"/>
                  </a:lnTo>
                  <a:lnTo>
                    <a:pt x="24644" y="870"/>
                  </a:lnTo>
                  <a:lnTo>
                    <a:pt x="45826" y="0"/>
                  </a:lnTo>
                  <a:lnTo>
                    <a:pt x="46693" y="6576"/>
                  </a:lnTo>
                  <a:lnTo>
                    <a:pt x="48139" y="17550"/>
                  </a:lnTo>
                  <a:lnTo>
                    <a:pt x="49445" y="27456"/>
                  </a:lnTo>
                  <a:lnTo>
                    <a:pt x="49969" y="31435"/>
                  </a:lnTo>
                  <a:lnTo>
                    <a:pt x="51220" y="38868"/>
                  </a:lnTo>
                  <a:lnTo>
                    <a:pt x="53021" y="49576"/>
                  </a:lnTo>
                  <a:lnTo>
                    <a:pt x="53718" y="53714"/>
                  </a:lnTo>
                  <a:lnTo>
                    <a:pt x="55642" y="66710"/>
                  </a:lnTo>
                  <a:lnTo>
                    <a:pt x="55982" y="69010"/>
                  </a:lnTo>
                  <a:lnTo>
                    <a:pt x="30870" y="70044"/>
                  </a:lnTo>
                  <a:lnTo>
                    <a:pt x="7947" y="709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2"/>
            <p:cNvSpPr/>
            <p:nvPr/>
          </p:nvSpPr>
          <p:spPr>
            <a:xfrm>
              <a:off x="3036428" y="3569938"/>
              <a:ext cx="51969" cy="74026"/>
            </a:xfrm>
            <a:custGeom>
              <a:avLst/>
              <a:pathLst>
                <a:path w="51969" h="74026">
                  <a:moveTo>
                    <a:pt x="23511" y="2984"/>
                  </a:moveTo>
                  <a:lnTo>
                    <a:pt x="46563" y="0"/>
                  </a:lnTo>
                  <a:lnTo>
                    <a:pt x="47277" y="8442"/>
                  </a:lnTo>
                  <a:lnTo>
                    <a:pt x="47850" y="15217"/>
                  </a:lnTo>
                  <a:lnTo>
                    <a:pt x="48478" y="22641"/>
                  </a:lnTo>
                  <a:lnTo>
                    <a:pt x="49022" y="29080"/>
                  </a:lnTo>
                  <a:lnTo>
                    <a:pt x="49605" y="35974"/>
                  </a:lnTo>
                  <a:lnTo>
                    <a:pt x="50296" y="44146"/>
                  </a:lnTo>
                  <a:lnTo>
                    <a:pt x="51065" y="53242"/>
                  </a:lnTo>
                  <a:lnTo>
                    <a:pt x="51969" y="63924"/>
                  </a:lnTo>
                  <a:lnTo>
                    <a:pt x="50081" y="64372"/>
                  </a:lnTo>
                  <a:lnTo>
                    <a:pt x="34964" y="67958"/>
                  </a:lnTo>
                  <a:lnTo>
                    <a:pt x="9379" y="74026"/>
                  </a:lnTo>
                  <a:lnTo>
                    <a:pt x="8825" y="70013"/>
                  </a:lnTo>
                  <a:lnTo>
                    <a:pt x="8098" y="64737"/>
                  </a:lnTo>
                  <a:lnTo>
                    <a:pt x="7103" y="57529"/>
                  </a:lnTo>
                  <a:lnTo>
                    <a:pt x="6249" y="51337"/>
                  </a:lnTo>
                  <a:lnTo>
                    <a:pt x="5376" y="45006"/>
                  </a:lnTo>
                  <a:lnTo>
                    <a:pt x="4672" y="39904"/>
                  </a:lnTo>
                  <a:lnTo>
                    <a:pt x="3964" y="34770"/>
                  </a:lnTo>
                  <a:lnTo>
                    <a:pt x="3406" y="30725"/>
                  </a:lnTo>
                  <a:lnTo>
                    <a:pt x="2703" y="25626"/>
                  </a:lnTo>
                  <a:lnTo>
                    <a:pt x="1582" y="17499"/>
                  </a:lnTo>
                  <a:lnTo>
                    <a:pt x="0" y="60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3"/>
            <p:cNvSpPr/>
            <p:nvPr/>
          </p:nvSpPr>
          <p:spPr>
            <a:xfrm>
              <a:off x="3090302" y="3560872"/>
              <a:ext cx="51600" cy="71766"/>
            </a:xfrm>
            <a:custGeom>
              <a:avLst/>
              <a:pathLst>
                <a:path w="51600" h="71766">
                  <a:moveTo>
                    <a:pt x="3644" y="65744"/>
                  </a:moveTo>
                  <a:lnTo>
                    <a:pt x="3355" y="60922"/>
                  </a:lnTo>
                  <a:lnTo>
                    <a:pt x="2977" y="54641"/>
                  </a:lnTo>
                  <a:lnTo>
                    <a:pt x="2559" y="47683"/>
                  </a:lnTo>
                  <a:lnTo>
                    <a:pt x="2195" y="41622"/>
                  </a:lnTo>
                  <a:lnTo>
                    <a:pt x="1854" y="35941"/>
                  </a:lnTo>
                  <a:lnTo>
                    <a:pt x="1463" y="29438"/>
                  </a:lnTo>
                  <a:lnTo>
                    <a:pt x="0" y="5067"/>
                  </a:lnTo>
                  <a:lnTo>
                    <a:pt x="1550" y="4894"/>
                  </a:lnTo>
                  <a:lnTo>
                    <a:pt x="12170" y="3703"/>
                  </a:lnTo>
                  <a:lnTo>
                    <a:pt x="22891" y="2502"/>
                  </a:lnTo>
                  <a:lnTo>
                    <a:pt x="45221" y="0"/>
                  </a:lnTo>
                  <a:lnTo>
                    <a:pt x="46129" y="9249"/>
                  </a:lnTo>
                  <a:lnTo>
                    <a:pt x="46677" y="14824"/>
                  </a:lnTo>
                  <a:lnTo>
                    <a:pt x="47384" y="22014"/>
                  </a:lnTo>
                  <a:lnTo>
                    <a:pt x="48341" y="31755"/>
                  </a:lnTo>
                  <a:lnTo>
                    <a:pt x="49448" y="43029"/>
                  </a:lnTo>
                  <a:lnTo>
                    <a:pt x="51600" y="64931"/>
                  </a:lnTo>
                  <a:lnTo>
                    <a:pt x="50010" y="65214"/>
                  </a:lnTo>
                  <a:lnTo>
                    <a:pt x="34054" y="68055"/>
                  </a:lnTo>
                  <a:lnTo>
                    <a:pt x="30956" y="68438"/>
                  </a:lnTo>
                  <a:lnTo>
                    <a:pt x="4006" y="717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4"/>
            <p:cNvSpPr/>
            <p:nvPr/>
          </p:nvSpPr>
          <p:spPr>
            <a:xfrm>
              <a:off x="3084346" y="3503713"/>
              <a:ext cx="48873" cy="32072"/>
            </a:xfrm>
            <a:custGeom>
              <a:avLst/>
              <a:pathLst>
                <a:path w="48873" h="32072">
                  <a:moveTo>
                    <a:pt x="35033" y="25351"/>
                  </a:moveTo>
                  <a:lnTo>
                    <a:pt x="2340" y="32072"/>
                  </a:lnTo>
                  <a:lnTo>
                    <a:pt x="2100" y="29597"/>
                  </a:lnTo>
                  <a:lnTo>
                    <a:pt x="1326" y="21626"/>
                  </a:lnTo>
                  <a:lnTo>
                    <a:pt x="1081" y="19107"/>
                  </a:lnTo>
                  <a:lnTo>
                    <a:pt x="407" y="12167"/>
                  </a:lnTo>
                  <a:lnTo>
                    <a:pt x="0" y="7973"/>
                  </a:lnTo>
                  <a:lnTo>
                    <a:pt x="23254" y="3947"/>
                  </a:lnTo>
                  <a:lnTo>
                    <a:pt x="46055" y="0"/>
                  </a:lnTo>
                  <a:lnTo>
                    <a:pt x="47113" y="8451"/>
                  </a:lnTo>
                  <a:lnTo>
                    <a:pt x="48873" y="22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5"/>
            <p:cNvSpPr/>
            <p:nvPr/>
          </p:nvSpPr>
          <p:spPr>
            <a:xfrm>
              <a:off x="2960446" y="3807839"/>
              <a:ext cx="17714" cy="41374"/>
            </a:xfrm>
            <a:custGeom>
              <a:avLst/>
              <a:pathLst>
                <a:path w="17714" h="41374">
                  <a:moveTo>
                    <a:pt x="640" y="15717"/>
                  </a:moveTo>
                  <a:lnTo>
                    <a:pt x="5355" y="0"/>
                  </a:lnTo>
                  <a:lnTo>
                    <a:pt x="12139" y="1056"/>
                  </a:lnTo>
                  <a:lnTo>
                    <a:pt x="17714" y="1924"/>
                  </a:lnTo>
                  <a:lnTo>
                    <a:pt x="17064" y="8274"/>
                  </a:lnTo>
                  <a:lnTo>
                    <a:pt x="16103" y="17650"/>
                  </a:lnTo>
                  <a:lnTo>
                    <a:pt x="13673" y="41374"/>
                  </a:lnTo>
                  <a:lnTo>
                    <a:pt x="10869" y="40302"/>
                  </a:lnTo>
                  <a:lnTo>
                    <a:pt x="6324" y="38563"/>
                  </a:lnTo>
                  <a:lnTo>
                    <a:pt x="0" y="17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6"/>
            <p:cNvSpPr/>
            <p:nvPr/>
          </p:nvSpPr>
          <p:spPr>
            <a:xfrm>
              <a:off x="3140805" y="3535104"/>
              <a:ext cx="54885" cy="54884"/>
            </a:xfrm>
            <a:custGeom>
              <a:avLst/>
              <a:pathLst>
                <a:path w="54885" h="54884">
                  <a:moveTo>
                    <a:pt x="24972" y="53490"/>
                  </a:moveTo>
                  <a:lnTo>
                    <a:pt x="3606" y="54884"/>
                  </a:lnTo>
                  <a:lnTo>
                    <a:pt x="0" y="18749"/>
                  </a:lnTo>
                  <a:lnTo>
                    <a:pt x="48020" y="0"/>
                  </a:lnTo>
                  <a:lnTo>
                    <a:pt x="54072" y="12851"/>
                  </a:lnTo>
                  <a:lnTo>
                    <a:pt x="54885" y="16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7"/>
            <p:cNvSpPr/>
            <p:nvPr/>
          </p:nvSpPr>
          <p:spPr>
            <a:xfrm>
              <a:off x="2782559" y="3801010"/>
              <a:ext cx="270470" cy="808209"/>
            </a:xfrm>
            <a:custGeom>
              <a:avLst/>
              <a:pathLst>
                <a:path w="270470" h="808209">
                  <a:moveTo>
                    <a:pt x="187994" y="66188"/>
                  </a:moveTo>
                  <a:lnTo>
                    <a:pt x="198484" y="88729"/>
                  </a:lnTo>
                  <a:lnTo>
                    <a:pt x="200046" y="96830"/>
                  </a:lnTo>
                  <a:lnTo>
                    <a:pt x="205129" y="123192"/>
                  </a:lnTo>
                  <a:lnTo>
                    <a:pt x="208328" y="139785"/>
                  </a:lnTo>
                  <a:lnTo>
                    <a:pt x="223758" y="176212"/>
                  </a:lnTo>
                  <a:lnTo>
                    <a:pt x="226394" y="208108"/>
                  </a:lnTo>
                  <a:lnTo>
                    <a:pt x="255150" y="322318"/>
                  </a:lnTo>
                  <a:lnTo>
                    <a:pt x="229813" y="379526"/>
                  </a:lnTo>
                  <a:lnTo>
                    <a:pt x="270295" y="414138"/>
                  </a:lnTo>
                  <a:lnTo>
                    <a:pt x="270470" y="415743"/>
                  </a:lnTo>
                  <a:lnTo>
                    <a:pt x="270412" y="418025"/>
                  </a:lnTo>
                  <a:lnTo>
                    <a:pt x="270354" y="420302"/>
                  </a:lnTo>
                  <a:lnTo>
                    <a:pt x="270065" y="423251"/>
                  </a:lnTo>
                  <a:lnTo>
                    <a:pt x="269776" y="426193"/>
                  </a:lnTo>
                  <a:lnTo>
                    <a:pt x="269488" y="429128"/>
                  </a:lnTo>
                  <a:lnTo>
                    <a:pt x="269403" y="432511"/>
                  </a:lnTo>
                  <a:lnTo>
                    <a:pt x="268942" y="433852"/>
                  </a:lnTo>
                  <a:lnTo>
                    <a:pt x="269089" y="436552"/>
                  </a:lnTo>
                  <a:lnTo>
                    <a:pt x="268344" y="440796"/>
                  </a:lnTo>
                  <a:lnTo>
                    <a:pt x="268490" y="443480"/>
                  </a:lnTo>
                  <a:lnTo>
                    <a:pt x="267574" y="446139"/>
                  </a:lnTo>
                  <a:lnTo>
                    <a:pt x="267291" y="449025"/>
                  </a:lnTo>
                  <a:lnTo>
                    <a:pt x="267264" y="450135"/>
                  </a:lnTo>
                  <a:lnTo>
                    <a:pt x="266780" y="452566"/>
                  </a:lnTo>
                  <a:lnTo>
                    <a:pt x="266298" y="454991"/>
                  </a:lnTo>
                  <a:lnTo>
                    <a:pt x="265590" y="458070"/>
                  </a:lnTo>
                  <a:lnTo>
                    <a:pt x="264682" y="460699"/>
                  </a:lnTo>
                  <a:lnTo>
                    <a:pt x="264203" y="463108"/>
                  </a:lnTo>
                  <a:lnTo>
                    <a:pt x="263725" y="465514"/>
                  </a:lnTo>
                  <a:lnTo>
                    <a:pt x="262822" y="468127"/>
                  </a:lnTo>
                  <a:lnTo>
                    <a:pt x="262146" y="470083"/>
                  </a:lnTo>
                  <a:lnTo>
                    <a:pt x="261246" y="472687"/>
                  </a:lnTo>
                  <a:lnTo>
                    <a:pt x="260146" y="474848"/>
                  </a:lnTo>
                  <a:lnTo>
                    <a:pt x="258825" y="477654"/>
                  </a:lnTo>
                  <a:lnTo>
                    <a:pt x="258579" y="479385"/>
                  </a:lnTo>
                  <a:lnTo>
                    <a:pt x="257685" y="481970"/>
                  </a:lnTo>
                  <a:lnTo>
                    <a:pt x="257016" y="483905"/>
                  </a:lnTo>
                  <a:lnTo>
                    <a:pt x="256327" y="486914"/>
                  </a:lnTo>
                  <a:lnTo>
                    <a:pt x="255862" y="489274"/>
                  </a:lnTo>
                  <a:lnTo>
                    <a:pt x="254974" y="491839"/>
                  </a:lnTo>
                  <a:lnTo>
                    <a:pt x="254954" y="492910"/>
                  </a:lnTo>
                  <a:lnTo>
                    <a:pt x="253868" y="495039"/>
                  </a:lnTo>
                  <a:lnTo>
                    <a:pt x="253206" y="496954"/>
                  </a:lnTo>
                  <a:lnTo>
                    <a:pt x="252544" y="498867"/>
                  </a:lnTo>
                  <a:lnTo>
                    <a:pt x="251883" y="500777"/>
                  </a:lnTo>
                  <a:lnTo>
                    <a:pt x="250365" y="504162"/>
                  </a:lnTo>
                  <a:lnTo>
                    <a:pt x="249305" y="505214"/>
                  </a:lnTo>
                  <a:lnTo>
                    <a:pt x="249080" y="506895"/>
                  </a:lnTo>
                  <a:lnTo>
                    <a:pt x="248013" y="508994"/>
                  </a:lnTo>
                  <a:lnTo>
                    <a:pt x="246526" y="511301"/>
                  </a:lnTo>
                  <a:lnTo>
                    <a:pt x="245247" y="514024"/>
                  </a:lnTo>
                  <a:lnTo>
                    <a:pt x="244183" y="516117"/>
                  </a:lnTo>
                  <a:lnTo>
                    <a:pt x="242701" y="518416"/>
                  </a:lnTo>
                  <a:lnTo>
                    <a:pt x="241639" y="520504"/>
                  </a:lnTo>
                  <a:lnTo>
                    <a:pt x="240366" y="523216"/>
                  </a:lnTo>
                  <a:lnTo>
                    <a:pt x="239520" y="524674"/>
                  </a:lnTo>
                  <a:lnTo>
                    <a:pt x="237624" y="527171"/>
                  </a:lnTo>
                  <a:lnTo>
                    <a:pt x="236156" y="528417"/>
                  </a:lnTo>
                  <a:lnTo>
                    <a:pt x="235518" y="530288"/>
                  </a:lnTo>
                  <a:lnTo>
                    <a:pt x="233840" y="532155"/>
                  </a:lnTo>
                  <a:lnTo>
                    <a:pt x="232369" y="534436"/>
                  </a:lnTo>
                  <a:lnTo>
                    <a:pt x="231317" y="536508"/>
                  </a:lnTo>
                  <a:lnTo>
                    <a:pt x="229643" y="538368"/>
                  </a:lnTo>
                  <a:lnTo>
                    <a:pt x="227755" y="541883"/>
                  </a:lnTo>
                  <a:lnTo>
                    <a:pt x="227545" y="542503"/>
                  </a:lnTo>
                  <a:lnTo>
                    <a:pt x="226286" y="545187"/>
                  </a:lnTo>
                  <a:lnTo>
                    <a:pt x="224619" y="547039"/>
                  </a:lnTo>
                  <a:lnTo>
                    <a:pt x="223154" y="550336"/>
                  </a:lnTo>
                  <a:lnTo>
                    <a:pt x="222319" y="551775"/>
                  </a:lnTo>
                  <a:lnTo>
                    <a:pt x="220862" y="554034"/>
                  </a:lnTo>
                  <a:lnTo>
                    <a:pt x="220021" y="557531"/>
                  </a:lnTo>
                  <a:lnTo>
                    <a:pt x="218767" y="561230"/>
                  </a:lnTo>
                  <a:lnTo>
                    <a:pt x="218350" y="562465"/>
                  </a:lnTo>
                  <a:lnTo>
                    <a:pt x="217309" y="564524"/>
                  </a:lnTo>
                  <a:lnTo>
                    <a:pt x="216680" y="567403"/>
                  </a:lnTo>
                  <a:lnTo>
                    <a:pt x="216050" y="570280"/>
                  </a:lnTo>
                  <a:lnTo>
                    <a:pt x="215425" y="572130"/>
                  </a:lnTo>
                  <a:lnTo>
                    <a:pt x="215418" y="574181"/>
                  </a:lnTo>
                  <a:lnTo>
                    <a:pt x="215203" y="576847"/>
                  </a:lnTo>
                  <a:lnTo>
                    <a:pt x="214783" y="579103"/>
                  </a:lnTo>
                  <a:lnTo>
                    <a:pt x="214568" y="581765"/>
                  </a:lnTo>
                  <a:lnTo>
                    <a:pt x="213940" y="584634"/>
                  </a:lnTo>
                  <a:lnTo>
                    <a:pt x="212903" y="586687"/>
                  </a:lnTo>
                  <a:lnTo>
                    <a:pt x="211865" y="588740"/>
                  </a:lnTo>
                  <a:lnTo>
                    <a:pt x="211036" y="590177"/>
                  </a:lnTo>
                  <a:lnTo>
                    <a:pt x="210412" y="592021"/>
                  </a:lnTo>
                  <a:lnTo>
                    <a:pt x="209581" y="594480"/>
                  </a:lnTo>
                  <a:lnTo>
                    <a:pt x="208957" y="596323"/>
                  </a:lnTo>
                  <a:lnTo>
                    <a:pt x="208539" y="598571"/>
                  </a:lnTo>
                  <a:lnTo>
                    <a:pt x="207916" y="600413"/>
                  </a:lnTo>
                  <a:lnTo>
                    <a:pt x="207704" y="603064"/>
                  </a:lnTo>
                  <a:lnTo>
                    <a:pt x="207286" y="605308"/>
                  </a:lnTo>
                  <a:lnTo>
                    <a:pt x="206869" y="607552"/>
                  </a:lnTo>
                  <a:lnTo>
                    <a:pt x="206658" y="610199"/>
                  </a:lnTo>
                  <a:lnTo>
                    <a:pt x="206241" y="612440"/>
                  </a:lnTo>
                  <a:lnTo>
                    <a:pt x="205617" y="615292"/>
                  </a:lnTo>
                  <a:lnTo>
                    <a:pt x="205407" y="617934"/>
                  </a:lnTo>
                  <a:lnTo>
                    <a:pt x="204580" y="619367"/>
                  </a:lnTo>
                  <a:lnTo>
                    <a:pt x="204164" y="621604"/>
                  </a:lnTo>
                  <a:lnTo>
                    <a:pt x="204366" y="624032"/>
                  </a:lnTo>
                  <a:lnTo>
                    <a:pt x="203538" y="626476"/>
                  </a:lnTo>
                  <a:lnTo>
                    <a:pt x="203330" y="628099"/>
                  </a:lnTo>
                  <a:lnTo>
                    <a:pt x="202915" y="630332"/>
                  </a:lnTo>
                  <a:lnTo>
                    <a:pt x="202500" y="632564"/>
                  </a:lnTo>
                  <a:lnTo>
                    <a:pt x="202085" y="634794"/>
                  </a:lnTo>
                  <a:lnTo>
                    <a:pt x="202082" y="636814"/>
                  </a:lnTo>
                  <a:lnTo>
                    <a:pt x="201668" y="639042"/>
                  </a:lnTo>
                  <a:lnTo>
                    <a:pt x="201665" y="641059"/>
                  </a:lnTo>
                  <a:lnTo>
                    <a:pt x="201663" y="643075"/>
                  </a:lnTo>
                  <a:lnTo>
                    <a:pt x="202687" y="646073"/>
                  </a:lnTo>
                  <a:lnTo>
                    <a:pt x="203094" y="648880"/>
                  </a:lnTo>
                  <a:lnTo>
                    <a:pt x="203295" y="651287"/>
                  </a:lnTo>
                  <a:lnTo>
                    <a:pt x="204114" y="652874"/>
                  </a:lnTo>
                  <a:lnTo>
                    <a:pt x="204725" y="655066"/>
                  </a:lnTo>
                  <a:lnTo>
                    <a:pt x="204518" y="656676"/>
                  </a:lnTo>
                  <a:lnTo>
                    <a:pt x="205541" y="659620"/>
                  </a:lnTo>
                  <a:lnTo>
                    <a:pt x="205540" y="661595"/>
                  </a:lnTo>
                  <a:lnTo>
                    <a:pt x="206152" y="664735"/>
                  </a:lnTo>
                  <a:lnTo>
                    <a:pt x="205946" y="667301"/>
                  </a:lnTo>
                  <a:lnTo>
                    <a:pt x="206761" y="669839"/>
                  </a:lnTo>
                  <a:lnTo>
                    <a:pt x="206756" y="671843"/>
                  </a:lnTo>
                  <a:lnTo>
                    <a:pt x="206546" y="674450"/>
                  </a:lnTo>
                  <a:lnTo>
                    <a:pt x="206743" y="676851"/>
                  </a:lnTo>
                  <a:lnTo>
                    <a:pt x="206738" y="678852"/>
                  </a:lnTo>
                  <a:lnTo>
                    <a:pt x="206938" y="680251"/>
                  </a:lnTo>
                  <a:lnTo>
                    <a:pt x="207341" y="682047"/>
                  </a:lnTo>
                  <a:lnTo>
                    <a:pt x="207742" y="683843"/>
                  </a:lnTo>
                  <a:lnTo>
                    <a:pt x="207737" y="685841"/>
                  </a:lnTo>
                  <a:lnTo>
                    <a:pt x="208341" y="688032"/>
                  </a:lnTo>
                  <a:lnTo>
                    <a:pt x="208945" y="690222"/>
                  </a:lnTo>
                  <a:lnTo>
                    <a:pt x="209144" y="691617"/>
                  </a:lnTo>
                  <a:lnTo>
                    <a:pt x="209138" y="693612"/>
                  </a:lnTo>
                  <a:lnTo>
                    <a:pt x="209133" y="695606"/>
                  </a:lnTo>
                  <a:lnTo>
                    <a:pt x="209127" y="697598"/>
                  </a:lnTo>
                  <a:lnTo>
                    <a:pt x="208920" y="699194"/>
                  </a:lnTo>
                  <a:lnTo>
                    <a:pt x="209116" y="701582"/>
                  </a:lnTo>
                  <a:lnTo>
                    <a:pt x="209514" y="704363"/>
                  </a:lnTo>
                  <a:lnTo>
                    <a:pt x="209713" y="705753"/>
                  </a:lnTo>
                  <a:lnTo>
                    <a:pt x="209695" y="711716"/>
                  </a:lnTo>
                  <a:lnTo>
                    <a:pt x="207449" y="716989"/>
                  </a:lnTo>
                  <a:lnTo>
                    <a:pt x="206450" y="718915"/>
                  </a:lnTo>
                  <a:lnTo>
                    <a:pt x="205060" y="721039"/>
                  </a:lnTo>
                  <a:lnTo>
                    <a:pt x="204062" y="722965"/>
                  </a:lnTo>
                  <a:lnTo>
                    <a:pt x="202485" y="724708"/>
                  </a:lnTo>
                  <a:lnTo>
                    <a:pt x="200894" y="727406"/>
                  </a:lnTo>
                  <a:lnTo>
                    <a:pt x="199911" y="728376"/>
                  </a:lnTo>
                  <a:lnTo>
                    <a:pt x="198523" y="730497"/>
                  </a:lnTo>
                  <a:lnTo>
                    <a:pt x="197728" y="731845"/>
                  </a:lnTo>
                  <a:lnTo>
                    <a:pt x="195574" y="733406"/>
                  </a:lnTo>
                  <a:lnTo>
                    <a:pt x="194779" y="734754"/>
                  </a:lnTo>
                  <a:lnTo>
                    <a:pt x="192436" y="735937"/>
                  </a:lnTo>
                  <a:lnTo>
                    <a:pt x="190860" y="737679"/>
                  </a:lnTo>
                  <a:lnTo>
                    <a:pt x="189298" y="738467"/>
                  </a:lnTo>
                  <a:lnTo>
                    <a:pt x="187736" y="739256"/>
                  </a:lnTo>
                  <a:lnTo>
                    <a:pt x="186362" y="740423"/>
                  </a:lnTo>
                  <a:lnTo>
                    <a:pt x="184018" y="741606"/>
                  </a:lnTo>
                  <a:lnTo>
                    <a:pt x="182064" y="742593"/>
                  </a:lnTo>
                  <a:lnTo>
                    <a:pt x="179719" y="743776"/>
                  </a:lnTo>
                  <a:lnTo>
                    <a:pt x="177765" y="744763"/>
                  </a:lnTo>
                  <a:lnTo>
                    <a:pt x="175811" y="745750"/>
                  </a:lnTo>
                  <a:lnTo>
                    <a:pt x="173465" y="746934"/>
                  </a:lnTo>
                  <a:lnTo>
                    <a:pt x="170728" y="748316"/>
                  </a:lnTo>
                  <a:lnTo>
                    <a:pt x="168381" y="749500"/>
                  </a:lnTo>
                  <a:lnTo>
                    <a:pt x="166626" y="749912"/>
                  </a:lnTo>
                  <a:lnTo>
                    <a:pt x="164871" y="750325"/>
                  </a:lnTo>
                  <a:lnTo>
                    <a:pt x="161951" y="750377"/>
                  </a:lnTo>
                  <a:lnTo>
                    <a:pt x="159602" y="751562"/>
                  </a:lnTo>
                  <a:lnTo>
                    <a:pt x="157654" y="751597"/>
                  </a:lnTo>
                  <a:lnTo>
                    <a:pt x="155314" y="751830"/>
                  </a:lnTo>
                  <a:lnTo>
                    <a:pt x="153365" y="751865"/>
                  </a:lnTo>
                  <a:lnTo>
                    <a:pt x="151606" y="752278"/>
                  </a:lnTo>
                  <a:lnTo>
                    <a:pt x="149264" y="752510"/>
                  </a:lnTo>
                  <a:lnTo>
                    <a:pt x="146528" y="752941"/>
                  </a:lnTo>
                  <a:lnTo>
                    <a:pt x="144968" y="752778"/>
                  </a:lnTo>
                  <a:lnTo>
                    <a:pt x="142231" y="753209"/>
                  </a:lnTo>
                  <a:lnTo>
                    <a:pt x="140470" y="753623"/>
                  </a:lnTo>
                  <a:lnTo>
                    <a:pt x="138323" y="753280"/>
                  </a:lnTo>
                  <a:lnTo>
                    <a:pt x="136368" y="753315"/>
                  </a:lnTo>
                  <a:lnTo>
                    <a:pt x="134219" y="752972"/>
                  </a:lnTo>
                  <a:lnTo>
                    <a:pt x="132856" y="752232"/>
                  </a:lnTo>
                  <a:lnTo>
                    <a:pt x="131098" y="751691"/>
                  </a:lnTo>
                  <a:lnTo>
                    <a:pt x="128954" y="750391"/>
                  </a:lnTo>
                  <a:lnTo>
                    <a:pt x="126806" y="750093"/>
                  </a:lnTo>
                  <a:lnTo>
                    <a:pt x="125255" y="749068"/>
                  </a:lnTo>
                  <a:lnTo>
                    <a:pt x="123309" y="748247"/>
                  </a:lnTo>
                  <a:lnTo>
                    <a:pt x="121167" y="747065"/>
                  </a:lnTo>
                  <a:lnTo>
                    <a:pt x="118820" y="746447"/>
                  </a:lnTo>
                  <a:lnTo>
                    <a:pt x="116671" y="745262"/>
                  </a:lnTo>
                  <a:lnTo>
                    <a:pt x="114906" y="744797"/>
                  </a:lnTo>
                  <a:lnTo>
                    <a:pt x="112751" y="743609"/>
                  </a:lnTo>
                  <a:lnTo>
                    <a:pt x="110196" y="742624"/>
                  </a:lnTo>
                  <a:lnTo>
                    <a:pt x="109014" y="742313"/>
                  </a:lnTo>
                  <a:lnTo>
                    <a:pt x="106648" y="741689"/>
                  </a:lnTo>
                  <a:lnTo>
                    <a:pt x="104475" y="741427"/>
                  </a:lnTo>
                  <a:lnTo>
                    <a:pt x="102298" y="741165"/>
                  </a:lnTo>
                  <a:lnTo>
                    <a:pt x="100316" y="741286"/>
                  </a:lnTo>
                  <a:lnTo>
                    <a:pt x="98331" y="741446"/>
                  </a:lnTo>
                  <a:lnTo>
                    <a:pt x="96542" y="741964"/>
                  </a:lnTo>
                  <a:lnTo>
                    <a:pt x="94950" y="741906"/>
                  </a:lnTo>
                  <a:lnTo>
                    <a:pt x="93555" y="742206"/>
                  </a:lnTo>
                  <a:lnTo>
                    <a:pt x="91561" y="742367"/>
                  </a:lnTo>
                  <a:lnTo>
                    <a:pt x="89363" y="743106"/>
                  </a:lnTo>
                  <a:lnTo>
                    <a:pt x="87763" y="743986"/>
                  </a:lnTo>
                  <a:lnTo>
                    <a:pt x="85761" y="745086"/>
                  </a:lnTo>
                  <a:lnTo>
                    <a:pt x="84157" y="745967"/>
                  </a:lnTo>
                  <a:lnTo>
                    <a:pt x="82754" y="747207"/>
                  </a:lnTo>
                  <a:lnTo>
                    <a:pt x="81753" y="749164"/>
                  </a:lnTo>
                  <a:lnTo>
                    <a:pt x="80752" y="751120"/>
                  </a:lnTo>
                  <a:lnTo>
                    <a:pt x="80755" y="752991"/>
                  </a:lnTo>
                  <a:lnTo>
                    <a:pt x="81158" y="754639"/>
                  </a:lnTo>
                  <a:lnTo>
                    <a:pt x="81161" y="756506"/>
                  </a:lnTo>
                  <a:lnTo>
                    <a:pt x="81364" y="758727"/>
                  </a:lnTo>
                  <a:lnTo>
                    <a:pt x="81967" y="760724"/>
                  </a:lnTo>
                  <a:lnTo>
                    <a:pt x="83169" y="762851"/>
                  </a:lnTo>
                  <a:lnTo>
                    <a:pt x="83570" y="765415"/>
                  </a:lnTo>
                  <a:lnTo>
                    <a:pt x="83771" y="767623"/>
                  </a:lnTo>
                  <a:lnTo>
                    <a:pt x="84968" y="769737"/>
                  </a:lnTo>
                  <a:lnTo>
                    <a:pt x="85765" y="771145"/>
                  </a:lnTo>
                  <a:lnTo>
                    <a:pt x="86958" y="773252"/>
                  </a:lnTo>
                  <a:lnTo>
                    <a:pt x="87553" y="774304"/>
                  </a:lnTo>
                  <a:lnTo>
                    <a:pt x="89139" y="776183"/>
                  </a:lnTo>
                  <a:lnTo>
                    <a:pt x="89732" y="777232"/>
                  </a:lnTo>
                  <a:lnTo>
                    <a:pt x="90524" y="778572"/>
                  </a:lnTo>
                  <a:lnTo>
                    <a:pt x="92304" y="779790"/>
                  </a:lnTo>
                  <a:lnTo>
                    <a:pt x="93487" y="780886"/>
                  </a:lnTo>
                  <a:lnTo>
                    <a:pt x="93881" y="781536"/>
                  </a:lnTo>
                  <a:lnTo>
                    <a:pt x="96240" y="782877"/>
                  </a:lnTo>
                  <a:lnTo>
                    <a:pt x="97609" y="784417"/>
                  </a:lnTo>
                  <a:lnTo>
                    <a:pt x="98587" y="785261"/>
                  </a:lnTo>
                  <a:lnTo>
                    <a:pt x="99366" y="786647"/>
                  </a:lnTo>
                  <a:lnTo>
                    <a:pt x="100729" y="788181"/>
                  </a:lnTo>
                  <a:lnTo>
                    <a:pt x="101506" y="789578"/>
                  </a:lnTo>
                  <a:lnTo>
                    <a:pt x="102668" y="791682"/>
                  </a:lnTo>
                  <a:lnTo>
                    <a:pt x="104022" y="794133"/>
                  </a:lnTo>
                  <a:lnTo>
                    <a:pt x="104987" y="795880"/>
                  </a:lnTo>
                  <a:lnTo>
                    <a:pt x="105951" y="797625"/>
                  </a:lnTo>
                  <a:lnTo>
                    <a:pt x="106331" y="799204"/>
                  </a:lnTo>
                  <a:lnTo>
                    <a:pt x="106320" y="800964"/>
                  </a:lnTo>
                  <a:lnTo>
                    <a:pt x="106310" y="802722"/>
                  </a:lnTo>
                  <a:lnTo>
                    <a:pt x="106295" y="805356"/>
                  </a:lnTo>
                  <a:lnTo>
                    <a:pt x="105314" y="807129"/>
                  </a:lnTo>
                  <a:lnTo>
                    <a:pt x="103950" y="808209"/>
                  </a:lnTo>
                  <a:lnTo>
                    <a:pt x="102403" y="807192"/>
                  </a:lnTo>
                  <a:lnTo>
                    <a:pt x="101243" y="805990"/>
                  </a:lnTo>
                  <a:lnTo>
                    <a:pt x="100275" y="805155"/>
                  </a:lnTo>
                  <a:lnTo>
                    <a:pt x="98338" y="802621"/>
                  </a:lnTo>
                  <a:lnTo>
                    <a:pt x="97367" y="801791"/>
                  </a:lnTo>
                  <a:lnTo>
                    <a:pt x="96202" y="799736"/>
                  </a:lnTo>
                  <a:lnTo>
                    <a:pt x="95034" y="798561"/>
                  </a:lnTo>
                  <a:lnTo>
                    <a:pt x="93669" y="797040"/>
                  </a:lnTo>
                  <a:lnTo>
                    <a:pt x="92496" y="795861"/>
                  </a:lnTo>
                  <a:lnTo>
                    <a:pt x="90539" y="795074"/>
                  </a:lnTo>
                  <a:lnTo>
                    <a:pt x="89560" y="794237"/>
                  </a:lnTo>
                  <a:lnTo>
                    <a:pt x="87794" y="792905"/>
                  </a:lnTo>
                  <a:lnTo>
                    <a:pt x="86220" y="791958"/>
                  </a:lnTo>
                  <a:lnTo>
                    <a:pt x="84838" y="791405"/>
                  </a:lnTo>
                  <a:lnTo>
                    <a:pt x="82859" y="790736"/>
                  </a:lnTo>
                  <a:lnTo>
                    <a:pt x="80676" y="789743"/>
                  </a:lnTo>
                  <a:lnTo>
                    <a:pt x="78890" y="789393"/>
                  </a:lnTo>
                  <a:lnTo>
                    <a:pt x="76704" y="789251"/>
                  </a:lnTo>
                  <a:lnTo>
                    <a:pt x="74514" y="789108"/>
                  </a:lnTo>
                  <a:lnTo>
                    <a:pt x="72320" y="788965"/>
                  </a:lnTo>
                  <a:lnTo>
                    <a:pt x="70123" y="788822"/>
                  </a:lnTo>
                  <a:lnTo>
                    <a:pt x="68523" y="788796"/>
                  </a:lnTo>
                  <a:lnTo>
                    <a:pt x="65920" y="788860"/>
                  </a:lnTo>
                  <a:lnTo>
                    <a:pt x="63711" y="788716"/>
                  </a:lnTo>
                  <a:lnTo>
                    <a:pt x="62501" y="788481"/>
                  </a:lnTo>
                  <a:lnTo>
                    <a:pt x="59886" y="788546"/>
                  </a:lnTo>
                  <a:lnTo>
                    <a:pt x="58880" y="788637"/>
                  </a:lnTo>
                  <a:lnTo>
                    <a:pt x="56449" y="788166"/>
                  </a:lnTo>
                  <a:lnTo>
                    <a:pt x="54431" y="788348"/>
                  </a:lnTo>
                  <a:lnTo>
                    <a:pt x="52600" y="787994"/>
                  </a:lnTo>
                  <a:lnTo>
                    <a:pt x="50556" y="787311"/>
                  </a:lnTo>
                  <a:lnTo>
                    <a:pt x="48909" y="786417"/>
                  </a:lnTo>
                  <a:lnTo>
                    <a:pt x="47259" y="785521"/>
                  </a:lnTo>
                  <a:lnTo>
                    <a:pt x="45179" y="783962"/>
                  </a:lnTo>
                  <a:lnTo>
                    <a:pt x="43709" y="782520"/>
                  </a:lnTo>
                  <a:lnTo>
                    <a:pt x="42236" y="781073"/>
                  </a:lnTo>
                  <a:lnTo>
                    <a:pt x="40543" y="779290"/>
                  </a:lnTo>
                  <a:lnTo>
                    <a:pt x="39469" y="777617"/>
                  </a:lnTo>
                  <a:lnTo>
                    <a:pt x="38627" y="776191"/>
                  </a:lnTo>
                  <a:lnTo>
                    <a:pt x="37362" y="774049"/>
                  </a:lnTo>
                  <a:lnTo>
                    <a:pt x="36703" y="771094"/>
                  </a:lnTo>
                  <a:lnTo>
                    <a:pt x="35645" y="769301"/>
                  </a:lnTo>
                  <a:lnTo>
                    <a:pt x="34798" y="767864"/>
                  </a:lnTo>
                  <a:lnTo>
                    <a:pt x="34572" y="766560"/>
                  </a:lnTo>
                  <a:lnTo>
                    <a:pt x="33922" y="764534"/>
                  </a:lnTo>
                  <a:lnTo>
                    <a:pt x="33271" y="762505"/>
                  </a:lnTo>
                  <a:lnTo>
                    <a:pt x="32619" y="760473"/>
                  </a:lnTo>
                  <a:lnTo>
                    <a:pt x="31752" y="758075"/>
                  </a:lnTo>
                  <a:lnTo>
                    <a:pt x="31311" y="756399"/>
                  </a:lnTo>
                  <a:lnTo>
                    <a:pt x="29814" y="753855"/>
                  </a:lnTo>
                  <a:lnTo>
                    <a:pt x="28313" y="751304"/>
                  </a:lnTo>
                  <a:lnTo>
                    <a:pt x="27454" y="749844"/>
                  </a:lnTo>
                  <a:lnTo>
                    <a:pt x="26594" y="748382"/>
                  </a:lnTo>
                  <a:lnTo>
                    <a:pt x="25717" y="745959"/>
                  </a:lnTo>
                  <a:lnTo>
                    <a:pt x="24853" y="744492"/>
                  </a:lnTo>
                  <a:lnTo>
                    <a:pt x="23989" y="743022"/>
                  </a:lnTo>
                  <a:lnTo>
                    <a:pt x="22907" y="741182"/>
                  </a:lnTo>
                  <a:lnTo>
                    <a:pt x="21823" y="739339"/>
                  </a:lnTo>
                  <a:lnTo>
                    <a:pt x="20722" y="737534"/>
                  </a:lnTo>
                  <a:lnTo>
                    <a:pt x="19183" y="735998"/>
                  </a:lnTo>
                  <a:lnTo>
                    <a:pt x="18286" y="734581"/>
                  </a:lnTo>
                  <a:lnTo>
                    <a:pt x="16965" y="733392"/>
                  </a:lnTo>
                  <a:lnTo>
                    <a:pt x="15641" y="732201"/>
                  </a:lnTo>
                  <a:lnTo>
                    <a:pt x="13861" y="730294"/>
                  </a:lnTo>
                  <a:lnTo>
                    <a:pt x="12727" y="728506"/>
                  </a:lnTo>
                  <a:lnTo>
                    <a:pt x="11393" y="727304"/>
                  </a:lnTo>
                  <a:lnTo>
                    <a:pt x="9173" y="725612"/>
                  </a:lnTo>
                  <a:lnTo>
                    <a:pt x="7831" y="724404"/>
                  </a:lnTo>
                  <a:lnTo>
                    <a:pt x="6486" y="723193"/>
                  </a:lnTo>
                  <a:lnTo>
                    <a:pt x="5796" y="722108"/>
                  </a:lnTo>
                  <a:lnTo>
                    <a:pt x="4413" y="719934"/>
                  </a:lnTo>
                  <a:lnTo>
                    <a:pt x="3025" y="717754"/>
                  </a:lnTo>
                  <a:lnTo>
                    <a:pt x="2759" y="716429"/>
                  </a:lnTo>
                  <a:lnTo>
                    <a:pt x="2029" y="714371"/>
                  </a:lnTo>
                  <a:lnTo>
                    <a:pt x="1960" y="712443"/>
                  </a:lnTo>
                  <a:lnTo>
                    <a:pt x="1856" y="709544"/>
                  </a:lnTo>
                  <a:lnTo>
                    <a:pt x="2218" y="707376"/>
                  </a:lnTo>
                  <a:lnTo>
                    <a:pt x="1985" y="707008"/>
                  </a:lnTo>
                  <a:lnTo>
                    <a:pt x="2677" y="701690"/>
                  </a:lnTo>
                  <a:lnTo>
                    <a:pt x="3273" y="699882"/>
                  </a:lnTo>
                  <a:lnTo>
                    <a:pt x="3438" y="698304"/>
                  </a:lnTo>
                  <a:lnTo>
                    <a:pt x="4070" y="697469"/>
                  </a:lnTo>
                  <a:lnTo>
                    <a:pt x="3934" y="693562"/>
                  </a:lnTo>
                  <a:lnTo>
                    <a:pt x="4266" y="690393"/>
                  </a:lnTo>
                  <a:lnTo>
                    <a:pt x="4631" y="688199"/>
                  </a:lnTo>
                  <a:lnTo>
                    <a:pt x="4998" y="686002"/>
                  </a:lnTo>
                  <a:lnTo>
                    <a:pt x="4496" y="684265"/>
                  </a:lnTo>
                  <a:lnTo>
                    <a:pt x="3994" y="682524"/>
                  </a:lnTo>
                  <a:lnTo>
                    <a:pt x="3256" y="680401"/>
                  </a:lnTo>
                  <a:lnTo>
                    <a:pt x="3456" y="679791"/>
                  </a:lnTo>
                  <a:lnTo>
                    <a:pt x="2682" y="676671"/>
                  </a:lnTo>
                  <a:lnTo>
                    <a:pt x="1940" y="674536"/>
                  </a:lnTo>
                  <a:lnTo>
                    <a:pt x="1870" y="672547"/>
                  </a:lnTo>
                  <a:lnTo>
                    <a:pt x="688" y="670633"/>
                  </a:lnTo>
                  <a:lnTo>
                    <a:pt x="1292" y="668790"/>
                  </a:lnTo>
                  <a:lnTo>
                    <a:pt x="309" y="666252"/>
                  </a:lnTo>
                  <a:lnTo>
                    <a:pt x="0" y="663862"/>
                  </a:lnTo>
                  <a:lnTo>
                    <a:pt x="165" y="662242"/>
                  </a:lnTo>
                  <a:lnTo>
                    <a:pt x="533" y="660002"/>
                  </a:lnTo>
                  <a:lnTo>
                    <a:pt x="1341" y="657528"/>
                  </a:lnTo>
                  <a:lnTo>
                    <a:pt x="1964" y="655648"/>
                  </a:lnTo>
                  <a:lnTo>
                    <a:pt x="2594" y="653757"/>
                  </a:lnTo>
                  <a:lnTo>
                    <a:pt x="3224" y="651864"/>
                  </a:lnTo>
                  <a:lnTo>
                    <a:pt x="4762" y="650533"/>
                  </a:lnTo>
                  <a:lnTo>
                    <a:pt x="6319" y="650230"/>
                  </a:lnTo>
                  <a:lnTo>
                    <a:pt x="8777" y="650488"/>
                  </a:lnTo>
                  <a:lnTo>
                    <a:pt x="11459" y="651141"/>
                  </a:lnTo>
                  <a:lnTo>
                    <a:pt x="13465" y="651629"/>
                  </a:lnTo>
                  <a:lnTo>
                    <a:pt x="15695" y="652511"/>
                  </a:lnTo>
                  <a:lnTo>
                    <a:pt x="17691" y="652996"/>
                  </a:lnTo>
                  <a:lnTo>
                    <a:pt x="19910" y="653874"/>
                  </a:lnTo>
                  <a:lnTo>
                    <a:pt x="21462" y="654589"/>
                  </a:lnTo>
                  <a:lnTo>
                    <a:pt x="24106" y="655231"/>
                  </a:lnTo>
                  <a:lnTo>
                    <a:pt x="25649" y="655943"/>
                  </a:lnTo>
                  <a:lnTo>
                    <a:pt x="28281" y="656581"/>
                  </a:lnTo>
                  <a:lnTo>
                    <a:pt x="30250" y="657057"/>
                  </a:lnTo>
                  <a:lnTo>
                    <a:pt x="32421" y="656915"/>
                  </a:lnTo>
                  <a:lnTo>
                    <a:pt x="34385" y="657383"/>
                  </a:lnTo>
                  <a:lnTo>
                    <a:pt x="36753" y="656628"/>
                  </a:lnTo>
                  <a:lnTo>
                    <a:pt x="39132" y="656873"/>
                  </a:lnTo>
                  <a:lnTo>
                    <a:pt x="41066" y="656342"/>
                  </a:lnTo>
                  <a:lnTo>
                    <a:pt x="43008" y="656816"/>
                  </a:lnTo>
                  <a:lnTo>
                    <a:pt x="45362" y="656057"/>
                  </a:lnTo>
                  <a:lnTo>
                    <a:pt x="47503" y="655915"/>
                  </a:lnTo>
                  <a:lnTo>
                    <a:pt x="50282" y="655931"/>
                  </a:lnTo>
                  <a:lnTo>
                    <a:pt x="52837" y="655561"/>
                  </a:lnTo>
                  <a:lnTo>
                    <a:pt x="54963" y="655420"/>
                  </a:lnTo>
                  <a:lnTo>
                    <a:pt x="56454" y="656121"/>
                  </a:lnTo>
                  <a:lnTo>
                    <a:pt x="59208" y="656137"/>
                  </a:lnTo>
                  <a:lnTo>
                    <a:pt x="61758" y="657745"/>
                  </a:lnTo>
                  <a:lnTo>
                    <a:pt x="63873" y="658581"/>
                  </a:lnTo>
                  <a:lnTo>
                    <a:pt x="65565" y="659637"/>
                  </a:lnTo>
                  <a:lnTo>
                    <a:pt x="67457" y="660094"/>
                  </a:lnTo>
                  <a:lnTo>
                    <a:pt x="69345" y="660549"/>
                  </a:lnTo>
                  <a:lnTo>
                    <a:pt x="70812" y="661226"/>
                  </a:lnTo>
                  <a:lnTo>
                    <a:pt x="72692" y="661679"/>
                  </a:lnTo>
                  <a:lnTo>
                    <a:pt x="75401" y="662654"/>
                  </a:lnTo>
                  <a:lnTo>
                    <a:pt x="77271" y="663104"/>
                  </a:lnTo>
                  <a:lnTo>
                    <a:pt x="80584" y="664223"/>
                  </a:lnTo>
                  <a:lnTo>
                    <a:pt x="82853" y="664449"/>
                  </a:lnTo>
                  <a:lnTo>
                    <a:pt x="86347" y="664971"/>
                  </a:lnTo>
                  <a:lnTo>
                    <a:pt x="88601" y="665195"/>
                  </a:lnTo>
                  <a:lnTo>
                    <a:pt x="91666" y="664978"/>
                  </a:lnTo>
                  <a:lnTo>
                    <a:pt x="93296" y="665058"/>
                  </a:lnTo>
                  <a:lnTo>
                    <a:pt x="95736" y="664735"/>
                  </a:lnTo>
                  <a:lnTo>
                    <a:pt x="98171" y="664413"/>
                  </a:lnTo>
                  <a:lnTo>
                    <a:pt x="99996" y="663928"/>
                  </a:lnTo>
                  <a:lnTo>
                    <a:pt x="102425" y="663635"/>
                  </a:lnTo>
                  <a:lnTo>
                    <a:pt x="104246" y="663187"/>
                  </a:lnTo>
                  <a:lnTo>
                    <a:pt x="105866" y="662357"/>
                  </a:lnTo>
                  <a:lnTo>
                    <a:pt x="106886" y="660380"/>
                  </a:lnTo>
                  <a:lnTo>
                    <a:pt x="106891" y="659406"/>
                  </a:lnTo>
                  <a:lnTo>
                    <a:pt x="107917" y="656445"/>
                  </a:lnTo>
                  <a:lnTo>
                    <a:pt x="107926" y="654465"/>
                  </a:lnTo>
                  <a:lnTo>
                    <a:pt x="108136" y="652874"/>
                  </a:lnTo>
                  <a:lnTo>
                    <a:pt x="108556" y="649690"/>
                  </a:lnTo>
                  <a:lnTo>
                    <a:pt x="108367" y="647345"/>
                  </a:lnTo>
                  <a:lnTo>
                    <a:pt x="108378" y="645387"/>
                  </a:lnTo>
                  <a:lnTo>
                    <a:pt x="108390" y="643427"/>
                  </a:lnTo>
                  <a:lnTo>
                    <a:pt x="108195" y="642062"/>
                  </a:lnTo>
                  <a:lnTo>
                    <a:pt x="108000" y="640697"/>
                  </a:lnTo>
                  <a:lnTo>
                    <a:pt x="107003" y="637789"/>
                  </a:lnTo>
                  <a:lnTo>
                    <a:pt x="106204" y="635261"/>
                  </a:lnTo>
                  <a:lnTo>
                    <a:pt x="105605" y="633115"/>
                  </a:lnTo>
                  <a:lnTo>
                    <a:pt x="105006" y="630966"/>
                  </a:lnTo>
                  <a:lnTo>
                    <a:pt x="103795" y="628639"/>
                  </a:lnTo>
                  <a:lnTo>
                    <a:pt x="103188" y="627473"/>
                  </a:lnTo>
                  <a:lnTo>
                    <a:pt x="101771" y="624748"/>
                  </a:lnTo>
                  <a:lnTo>
                    <a:pt x="101572" y="623366"/>
                  </a:lnTo>
                  <a:lnTo>
                    <a:pt x="100353" y="621033"/>
                  </a:lnTo>
                  <a:lnTo>
                    <a:pt x="99743" y="619870"/>
                  </a:lnTo>
                  <a:lnTo>
                    <a:pt x="98928" y="618317"/>
                  </a:lnTo>
                  <a:lnTo>
                    <a:pt x="98938" y="615323"/>
                  </a:lnTo>
                  <a:lnTo>
                    <a:pt x="98121" y="613763"/>
                  </a:lnTo>
                  <a:lnTo>
                    <a:pt x="98130" y="610762"/>
                  </a:lnTo>
                  <a:lnTo>
                    <a:pt x="97311" y="609196"/>
                  </a:lnTo>
                  <a:lnTo>
                    <a:pt x="97111" y="606797"/>
                  </a:lnTo>
                  <a:lnTo>
                    <a:pt x="96704" y="605007"/>
                  </a:lnTo>
                  <a:lnTo>
                    <a:pt x="95676" y="603039"/>
                  </a:lnTo>
                  <a:lnTo>
                    <a:pt x="95681" y="601024"/>
                  </a:lnTo>
                  <a:lnTo>
                    <a:pt x="95065" y="598831"/>
                  </a:lnTo>
                  <a:lnTo>
                    <a:pt x="94863" y="596416"/>
                  </a:lnTo>
                  <a:lnTo>
                    <a:pt x="94453" y="594612"/>
                  </a:lnTo>
                  <a:lnTo>
                    <a:pt x="94041" y="592805"/>
                  </a:lnTo>
                  <a:lnTo>
                    <a:pt x="94045" y="590778"/>
                  </a:lnTo>
                  <a:lnTo>
                    <a:pt x="93430" y="586537"/>
                  </a:lnTo>
                  <a:lnTo>
                    <a:pt x="93224" y="585120"/>
                  </a:lnTo>
                  <a:lnTo>
                    <a:pt x="91978" y="582717"/>
                  </a:lnTo>
                  <a:lnTo>
                    <a:pt x="91145" y="581112"/>
                  </a:lnTo>
                  <a:lnTo>
                    <a:pt x="90103" y="579101"/>
                  </a:lnTo>
                  <a:lnTo>
                    <a:pt x="89058" y="577087"/>
                  </a:lnTo>
                  <a:lnTo>
                    <a:pt x="88430" y="575876"/>
                  </a:lnTo>
                  <a:lnTo>
                    <a:pt x="86331" y="573883"/>
                  </a:lnTo>
                  <a:lnTo>
                    <a:pt x="84648" y="572695"/>
                  </a:lnTo>
                  <a:lnTo>
                    <a:pt x="82749" y="571099"/>
                  </a:lnTo>
                  <a:lnTo>
                    <a:pt x="81057" y="569905"/>
                  </a:lnTo>
                  <a:lnTo>
                    <a:pt x="79786" y="569524"/>
                  </a:lnTo>
                  <a:lnTo>
                    <a:pt x="77875" y="567918"/>
                  </a:lnTo>
                  <a:lnTo>
                    <a:pt x="75747" y="566934"/>
                  </a:lnTo>
                  <a:lnTo>
                    <a:pt x="74250" y="565103"/>
                  </a:lnTo>
                  <a:lnTo>
                    <a:pt x="72538" y="563897"/>
                  </a:lnTo>
                  <a:lnTo>
                    <a:pt x="70605" y="562279"/>
                  </a:lnTo>
                  <a:lnTo>
                    <a:pt x="69311" y="560851"/>
                  </a:lnTo>
                  <a:lnTo>
                    <a:pt x="68226" y="558790"/>
                  </a:lnTo>
                  <a:lnTo>
                    <a:pt x="67356" y="557137"/>
                  </a:lnTo>
                  <a:lnTo>
                    <a:pt x="66267" y="555067"/>
                  </a:lnTo>
                  <a:lnTo>
                    <a:pt x="65612" y="553823"/>
                  </a:lnTo>
                  <a:lnTo>
                    <a:pt x="63862" y="550497"/>
                  </a:lnTo>
                  <a:lnTo>
                    <a:pt x="63629" y="547979"/>
                  </a:lnTo>
                  <a:lnTo>
                    <a:pt x="63183" y="546091"/>
                  </a:lnTo>
                  <a:lnTo>
                    <a:pt x="62516" y="543782"/>
                  </a:lnTo>
                  <a:lnTo>
                    <a:pt x="62502" y="541671"/>
                  </a:lnTo>
                  <a:lnTo>
                    <a:pt x="62054" y="539774"/>
                  </a:lnTo>
                  <a:lnTo>
                    <a:pt x="61826" y="538296"/>
                  </a:lnTo>
                  <a:lnTo>
                    <a:pt x="62032" y="536600"/>
                  </a:lnTo>
                  <a:lnTo>
                    <a:pt x="61567" y="534706"/>
                  </a:lnTo>
                  <a:lnTo>
                    <a:pt x="60624" y="530909"/>
                  </a:lnTo>
                  <a:lnTo>
                    <a:pt x="61019" y="528575"/>
                  </a:lnTo>
                  <a:lnTo>
                    <a:pt x="60545" y="526665"/>
                  </a:lnTo>
                  <a:lnTo>
                    <a:pt x="60733" y="524960"/>
                  </a:lnTo>
                  <a:lnTo>
                    <a:pt x="59595" y="522829"/>
                  </a:lnTo>
                  <a:lnTo>
                    <a:pt x="59554" y="520690"/>
                  </a:lnTo>
                  <a:lnTo>
                    <a:pt x="59077" y="518760"/>
                  </a:lnTo>
                  <a:lnTo>
                    <a:pt x="58369" y="516394"/>
                  </a:lnTo>
                  <a:lnTo>
                    <a:pt x="58140" y="515963"/>
                  </a:lnTo>
                  <a:lnTo>
                    <a:pt x="57867" y="513373"/>
                  </a:lnTo>
                  <a:lnTo>
                    <a:pt x="57177" y="512074"/>
                  </a:lnTo>
                  <a:lnTo>
                    <a:pt x="56440" y="508600"/>
                  </a:lnTo>
                  <a:lnTo>
                    <a:pt x="55955" y="506639"/>
                  </a:lnTo>
                  <a:lnTo>
                    <a:pt x="55468" y="504674"/>
                  </a:lnTo>
                  <a:lnTo>
                    <a:pt x="54748" y="502263"/>
                  </a:lnTo>
                  <a:lnTo>
                    <a:pt x="54025" y="499844"/>
                  </a:lnTo>
                  <a:lnTo>
                    <a:pt x="53534" y="497860"/>
                  </a:lnTo>
                  <a:lnTo>
                    <a:pt x="52363" y="495643"/>
                  </a:lnTo>
                  <a:lnTo>
                    <a:pt x="51397" y="492756"/>
                  </a:lnTo>
                  <a:lnTo>
                    <a:pt x="51346" y="490537"/>
                  </a:lnTo>
                  <a:lnTo>
                    <a:pt x="50402" y="488745"/>
                  </a:lnTo>
                  <a:lnTo>
                    <a:pt x="50796" y="486300"/>
                  </a:lnTo>
                  <a:lnTo>
                    <a:pt x="49611" y="484046"/>
                  </a:lnTo>
                  <a:lnTo>
                    <a:pt x="50006" y="481588"/>
                  </a:lnTo>
                  <a:lnTo>
                    <a:pt x="49504" y="479557"/>
                  </a:lnTo>
                  <a:lnTo>
                    <a:pt x="49422" y="476177"/>
                  </a:lnTo>
                  <a:lnTo>
                    <a:pt x="49607" y="474374"/>
                  </a:lnTo>
                  <a:lnTo>
                    <a:pt x="50003" y="471894"/>
                  </a:lnTo>
                  <a:lnTo>
                    <a:pt x="50189" y="470084"/>
                  </a:lnTo>
                  <a:lnTo>
                    <a:pt x="51515" y="468300"/>
                  </a:lnTo>
                  <a:lnTo>
                    <a:pt x="53768" y="467221"/>
                  </a:lnTo>
                  <a:lnTo>
                    <a:pt x="55569" y="466358"/>
                  </a:lnTo>
                  <a:lnTo>
                    <a:pt x="57604" y="465957"/>
                  </a:lnTo>
                  <a:lnTo>
                    <a:pt x="59870" y="466017"/>
                  </a:lnTo>
                  <a:lnTo>
                    <a:pt x="62813" y="466321"/>
                  </a:lnTo>
                  <a:lnTo>
                    <a:pt x="65067" y="466380"/>
                  </a:lnTo>
                  <a:lnTo>
                    <a:pt x="67548" y="466897"/>
                  </a:lnTo>
                  <a:lnTo>
                    <a:pt x="69791" y="466955"/>
                  </a:lnTo>
                  <a:lnTo>
                    <a:pt x="72029" y="467013"/>
                  </a:lnTo>
                  <a:lnTo>
                    <a:pt x="74047" y="467741"/>
                  </a:lnTo>
                  <a:lnTo>
                    <a:pt x="76944" y="468040"/>
                  </a:lnTo>
                  <a:lnTo>
                    <a:pt x="79607" y="467884"/>
                  </a:lnTo>
                  <a:lnTo>
                    <a:pt x="81605" y="468607"/>
                  </a:lnTo>
                  <a:lnTo>
                    <a:pt x="83598" y="469329"/>
                  </a:lnTo>
                  <a:lnTo>
                    <a:pt x="86025" y="469836"/>
                  </a:lnTo>
                  <a:lnTo>
                    <a:pt x="87789" y="471216"/>
                  </a:lnTo>
                  <a:lnTo>
                    <a:pt x="89765" y="471931"/>
                  </a:lnTo>
                  <a:lnTo>
                    <a:pt x="91735" y="472644"/>
                  </a:lnTo>
                  <a:lnTo>
                    <a:pt x="94136" y="473143"/>
                  </a:lnTo>
                  <a:lnTo>
                    <a:pt x="96530" y="473641"/>
                  </a:lnTo>
                  <a:lnTo>
                    <a:pt x="99133" y="474583"/>
                  </a:lnTo>
                  <a:lnTo>
                    <a:pt x="101516" y="473974"/>
                  </a:lnTo>
                  <a:lnTo>
                    <a:pt x="103457" y="474675"/>
                  </a:lnTo>
                  <a:lnTo>
                    <a:pt x="105832" y="474063"/>
                  </a:lnTo>
                  <a:lnTo>
                    <a:pt x="107983" y="474107"/>
                  </a:lnTo>
                  <a:lnTo>
                    <a:pt x="109920" y="473707"/>
                  </a:lnTo>
                  <a:lnTo>
                    <a:pt x="111213" y="473074"/>
                  </a:lnTo>
                  <a:lnTo>
                    <a:pt x="113145" y="472675"/>
                  </a:lnTo>
                  <a:lnTo>
                    <a:pt x="115714" y="472510"/>
                  </a:lnTo>
                  <a:lnTo>
                    <a:pt x="117212" y="472322"/>
                  </a:lnTo>
                  <a:lnTo>
                    <a:pt x="119343" y="472368"/>
                  </a:lnTo>
                  <a:lnTo>
                    <a:pt x="121915" y="471108"/>
                  </a:lnTo>
                  <a:lnTo>
                    <a:pt x="124057" y="470059"/>
                  </a:lnTo>
                  <a:lnTo>
                    <a:pt x="125769" y="469221"/>
                  </a:lnTo>
                  <a:lnTo>
                    <a:pt x="128111" y="468617"/>
                  </a:lnTo>
                  <a:lnTo>
                    <a:pt x="130450" y="468013"/>
                  </a:lnTo>
                  <a:lnTo>
                    <a:pt x="131730" y="467386"/>
                  </a:lnTo>
                  <a:lnTo>
                    <a:pt x="134491" y="466575"/>
                  </a:lnTo>
                  <a:lnTo>
                    <a:pt x="135970" y="466392"/>
                  </a:lnTo>
                  <a:lnTo>
                    <a:pt x="138098" y="465349"/>
                  </a:lnTo>
                  <a:lnTo>
                    <a:pt x="139574" y="465166"/>
                  </a:lnTo>
                  <a:lnTo>
                    <a:pt x="142123" y="463916"/>
                  </a:lnTo>
                  <a:lnTo>
                    <a:pt x="144246" y="462875"/>
                  </a:lnTo>
                  <a:lnTo>
                    <a:pt x="146140" y="462487"/>
                  </a:lnTo>
                  <a:lnTo>
                    <a:pt x="148259" y="461447"/>
                  </a:lnTo>
                  <a:lnTo>
                    <a:pt x="150377" y="460409"/>
                  </a:lnTo>
                  <a:lnTo>
                    <a:pt x="152492" y="459371"/>
                  </a:lnTo>
                  <a:lnTo>
                    <a:pt x="154606" y="458335"/>
                  </a:lnTo>
                  <a:lnTo>
                    <a:pt x="157141" y="457091"/>
                  </a:lnTo>
                  <a:lnTo>
                    <a:pt x="158830" y="456263"/>
                  </a:lnTo>
                  <a:lnTo>
                    <a:pt x="160326" y="454991"/>
                  </a:lnTo>
                  <a:lnTo>
                    <a:pt x="161821" y="453719"/>
                  </a:lnTo>
                  <a:lnTo>
                    <a:pt x="163317" y="452447"/>
                  </a:lnTo>
                  <a:lnTo>
                    <a:pt x="165234" y="450968"/>
                  </a:lnTo>
                  <a:lnTo>
                    <a:pt x="166350" y="448802"/>
                  </a:lnTo>
                  <a:lnTo>
                    <a:pt x="167847" y="447529"/>
                  </a:lnTo>
                  <a:lnTo>
                    <a:pt x="168965" y="445360"/>
                  </a:lnTo>
                  <a:lnTo>
                    <a:pt x="170085" y="443188"/>
                  </a:lnTo>
                  <a:lnTo>
                    <a:pt x="171017" y="440562"/>
                  </a:lnTo>
                  <a:lnTo>
                    <a:pt x="171906" y="439041"/>
                  </a:lnTo>
                  <a:lnTo>
                    <a:pt x="172607" y="437066"/>
                  </a:lnTo>
                  <a:lnTo>
                    <a:pt x="173733" y="434882"/>
                  </a:lnTo>
                  <a:lnTo>
                    <a:pt x="174248" y="432446"/>
                  </a:lnTo>
                  <a:lnTo>
                    <a:pt x="174953" y="430462"/>
                  </a:lnTo>
                  <a:lnTo>
                    <a:pt x="174811" y="428887"/>
                  </a:lnTo>
                  <a:lnTo>
                    <a:pt x="175375" y="425315"/>
                  </a:lnTo>
                  <a:lnTo>
                    <a:pt x="175280" y="422606"/>
                  </a:lnTo>
                  <a:lnTo>
                    <a:pt x="175185" y="419888"/>
                  </a:lnTo>
                  <a:lnTo>
                    <a:pt x="175279" y="417625"/>
                  </a:lnTo>
                  <a:lnTo>
                    <a:pt x="175373" y="415356"/>
                  </a:lnTo>
                  <a:lnTo>
                    <a:pt x="175434" y="413128"/>
                  </a:lnTo>
                  <a:lnTo>
                    <a:pt x="175298" y="410439"/>
                  </a:lnTo>
                  <a:lnTo>
                    <a:pt x="175328" y="409322"/>
                  </a:lnTo>
                  <a:lnTo>
                    <a:pt x="174993" y="406168"/>
                  </a:lnTo>
                  <a:lnTo>
                    <a:pt x="174628" y="404128"/>
                  </a:lnTo>
                  <a:lnTo>
                    <a:pt x="174915" y="401221"/>
                  </a:lnTo>
                  <a:lnTo>
                    <a:pt x="174976" y="398972"/>
                  </a:lnTo>
                  <a:lnTo>
                    <a:pt x="175234" y="397182"/>
                  </a:lnTo>
                  <a:lnTo>
                    <a:pt x="175325" y="393799"/>
                  </a:lnTo>
                  <a:lnTo>
                    <a:pt x="176041" y="390673"/>
                  </a:lnTo>
                  <a:lnTo>
                    <a:pt x="176332" y="387743"/>
                  </a:lnTo>
                  <a:lnTo>
                    <a:pt x="176591" y="385942"/>
                  </a:lnTo>
                  <a:lnTo>
                    <a:pt x="177508" y="383271"/>
                  </a:lnTo>
                  <a:lnTo>
                    <a:pt x="178197" y="381266"/>
                  </a:lnTo>
                  <a:lnTo>
                    <a:pt x="179512" y="379528"/>
                  </a:lnTo>
                  <a:lnTo>
                    <a:pt x="180826" y="377789"/>
                  </a:lnTo>
                  <a:lnTo>
                    <a:pt x="182140" y="376051"/>
                  </a:lnTo>
                  <a:lnTo>
                    <a:pt x="183455" y="374312"/>
                  </a:lnTo>
                  <a:lnTo>
                    <a:pt x="184966" y="373044"/>
                  </a:lnTo>
                  <a:lnTo>
                    <a:pt x="186280" y="371306"/>
                  </a:lnTo>
                  <a:lnTo>
                    <a:pt x="187168" y="369767"/>
                  </a:lnTo>
                  <a:lnTo>
                    <a:pt x="188286" y="367558"/>
                  </a:lnTo>
                  <a:lnTo>
                    <a:pt x="189405" y="365348"/>
                  </a:lnTo>
                  <a:lnTo>
                    <a:pt x="190525" y="363137"/>
                  </a:lnTo>
                  <a:lnTo>
                    <a:pt x="191413" y="361596"/>
                  </a:lnTo>
                  <a:lnTo>
                    <a:pt x="191912" y="359108"/>
                  </a:lnTo>
                  <a:lnTo>
                    <a:pt x="192997" y="358039"/>
                  </a:lnTo>
                  <a:lnTo>
                    <a:pt x="193497" y="355548"/>
                  </a:lnTo>
                  <a:lnTo>
                    <a:pt x="194619" y="353331"/>
                  </a:lnTo>
                  <a:lnTo>
                    <a:pt x="195315" y="351311"/>
                  </a:lnTo>
                  <a:lnTo>
                    <a:pt x="196438" y="349092"/>
                  </a:lnTo>
                  <a:lnTo>
                    <a:pt x="196514" y="346789"/>
                  </a:lnTo>
                  <a:lnTo>
                    <a:pt x="197017" y="344286"/>
                  </a:lnTo>
                  <a:lnTo>
                    <a:pt x="198143" y="342062"/>
                  </a:lnTo>
                  <a:lnTo>
                    <a:pt x="199074" y="339357"/>
                  </a:lnTo>
                  <a:lnTo>
                    <a:pt x="200201" y="337131"/>
                  </a:lnTo>
                  <a:lnTo>
                    <a:pt x="200901" y="335099"/>
                  </a:lnTo>
                  <a:lnTo>
                    <a:pt x="202028" y="332870"/>
                  </a:lnTo>
                  <a:lnTo>
                    <a:pt x="202109" y="330549"/>
                  </a:lnTo>
                  <a:lnTo>
                    <a:pt x="202617" y="328029"/>
                  </a:lnTo>
                  <a:lnTo>
                    <a:pt x="202269" y="325896"/>
                  </a:lnTo>
                  <a:lnTo>
                    <a:pt x="201493" y="323956"/>
                  </a:lnTo>
                  <a:lnTo>
                    <a:pt x="200910" y="322498"/>
                  </a:lnTo>
                  <a:lnTo>
                    <a:pt x="199741" y="319575"/>
                  </a:lnTo>
                  <a:lnTo>
                    <a:pt x="198530" y="317818"/>
                  </a:lnTo>
                  <a:lnTo>
                    <a:pt x="197310" y="316069"/>
                  </a:lnTo>
                  <a:lnTo>
                    <a:pt x="196272" y="314831"/>
                  </a:lnTo>
                  <a:lnTo>
                    <a:pt x="194395" y="312831"/>
                  </a:lnTo>
                  <a:lnTo>
                    <a:pt x="193151" y="311108"/>
                  </a:lnTo>
                  <a:lnTo>
                    <a:pt x="191904" y="309383"/>
                  </a:lnTo>
                  <a:lnTo>
                    <a:pt x="189581" y="307570"/>
                  </a:lnTo>
                  <a:lnTo>
                    <a:pt x="188561" y="305155"/>
                  </a:lnTo>
                  <a:lnTo>
                    <a:pt x="186871" y="303618"/>
                  </a:lnTo>
                  <a:lnTo>
                    <a:pt x="184998" y="300423"/>
                  </a:lnTo>
                  <a:lnTo>
                    <a:pt x="183765" y="297507"/>
                  </a:lnTo>
                  <a:lnTo>
                    <a:pt x="182296" y="295271"/>
                  </a:lnTo>
                  <a:lnTo>
                    <a:pt x="181021" y="293544"/>
                  </a:lnTo>
                  <a:lnTo>
                    <a:pt x="178862" y="292222"/>
                  </a:lnTo>
                  <a:lnTo>
                    <a:pt x="175880" y="287454"/>
                  </a:lnTo>
                  <a:lnTo>
                    <a:pt x="174870" y="285318"/>
                  </a:lnTo>
                  <a:lnTo>
                    <a:pt x="173631" y="283850"/>
                  </a:lnTo>
                  <a:lnTo>
                    <a:pt x="171961" y="282624"/>
                  </a:lnTo>
                  <a:lnTo>
                    <a:pt x="170719" y="281153"/>
                  </a:lnTo>
                  <a:lnTo>
                    <a:pt x="169679" y="280109"/>
                  </a:lnTo>
                  <a:lnTo>
                    <a:pt x="167368" y="278692"/>
                  </a:lnTo>
                  <a:lnTo>
                    <a:pt x="165917" y="276785"/>
                  </a:lnTo>
                  <a:lnTo>
                    <a:pt x="164031" y="275119"/>
                  </a:lnTo>
                  <a:lnTo>
                    <a:pt x="163417" y="273826"/>
                  </a:lnTo>
                  <a:lnTo>
                    <a:pt x="162165" y="272344"/>
                  </a:lnTo>
                  <a:lnTo>
                    <a:pt x="160707" y="270428"/>
                  </a:lnTo>
                  <a:lnTo>
                    <a:pt x="159680" y="268266"/>
                  </a:lnTo>
                  <a:lnTo>
                    <a:pt x="158857" y="266535"/>
                  </a:lnTo>
                  <a:lnTo>
                    <a:pt x="157828" y="264368"/>
                  </a:lnTo>
                  <a:lnTo>
                    <a:pt x="157004" y="262633"/>
                  </a:lnTo>
                  <a:lnTo>
                    <a:pt x="156615" y="260653"/>
                  </a:lnTo>
                  <a:lnTo>
                    <a:pt x="156660" y="258430"/>
                  </a:lnTo>
                  <a:lnTo>
                    <a:pt x="155628" y="256254"/>
                  </a:lnTo>
                  <a:lnTo>
                    <a:pt x="155673" y="254028"/>
                  </a:lnTo>
                  <a:lnTo>
                    <a:pt x="155489" y="252478"/>
                  </a:lnTo>
                  <a:lnTo>
                    <a:pt x="155763" y="249572"/>
                  </a:lnTo>
                  <a:lnTo>
                    <a:pt x="155579" y="248021"/>
                  </a:lnTo>
                  <a:lnTo>
                    <a:pt x="156266" y="245986"/>
                  </a:lnTo>
                  <a:lnTo>
                    <a:pt x="156977" y="242835"/>
                  </a:lnTo>
                  <a:lnTo>
                    <a:pt x="157459" y="240363"/>
                  </a:lnTo>
                  <a:lnTo>
                    <a:pt x="158606" y="236970"/>
                  </a:lnTo>
                  <a:lnTo>
                    <a:pt x="158647" y="233596"/>
                  </a:lnTo>
                  <a:lnTo>
                    <a:pt x="159101" y="231098"/>
                  </a:lnTo>
                  <a:lnTo>
                    <a:pt x="159115" y="228838"/>
                  </a:lnTo>
                  <a:lnTo>
                    <a:pt x="160008" y="226104"/>
                  </a:lnTo>
                  <a:lnTo>
                    <a:pt x="161338" y="223134"/>
                  </a:lnTo>
                  <a:lnTo>
                    <a:pt x="162007" y="221085"/>
                  </a:lnTo>
                  <a:lnTo>
                    <a:pt x="163551" y="218565"/>
                  </a:lnTo>
                  <a:lnTo>
                    <a:pt x="164434" y="216964"/>
                  </a:lnTo>
                  <a:lnTo>
                    <a:pt x="165102" y="214917"/>
                  </a:lnTo>
                  <a:lnTo>
                    <a:pt x="167297" y="212612"/>
                  </a:lnTo>
                  <a:lnTo>
                    <a:pt x="169053" y="210544"/>
                  </a:lnTo>
                  <a:lnTo>
                    <a:pt x="170808" y="208478"/>
                  </a:lnTo>
                  <a:lnTo>
                    <a:pt x="172117" y="207775"/>
                  </a:lnTo>
                  <a:lnTo>
                    <a:pt x="173869" y="205711"/>
                  </a:lnTo>
                  <a:lnTo>
                    <a:pt x="174962" y="204563"/>
                  </a:lnTo>
                  <a:lnTo>
                    <a:pt x="176712" y="202502"/>
                  </a:lnTo>
                  <a:lnTo>
                    <a:pt x="177377" y="200462"/>
                  </a:lnTo>
                  <a:lnTo>
                    <a:pt x="177171" y="198888"/>
                  </a:lnTo>
                  <a:lnTo>
                    <a:pt x="176537" y="196421"/>
                  </a:lnTo>
                  <a:lnTo>
                    <a:pt x="174810" y="195098"/>
                  </a:lnTo>
                  <a:lnTo>
                    <a:pt x="173074" y="194902"/>
                  </a:lnTo>
                  <a:lnTo>
                    <a:pt x="170899" y="194938"/>
                  </a:lnTo>
                  <a:lnTo>
                    <a:pt x="168945" y="194294"/>
                  </a:lnTo>
                  <a:lnTo>
                    <a:pt x="166544" y="195012"/>
                  </a:lnTo>
                  <a:lnTo>
                    <a:pt x="164362" y="195049"/>
                  </a:lnTo>
                  <a:lnTo>
                    <a:pt x="161740" y="195319"/>
                  </a:lnTo>
                  <a:lnTo>
                    <a:pt x="159115" y="195590"/>
                  </a:lnTo>
                  <a:lnTo>
                    <a:pt x="156926" y="195628"/>
                  </a:lnTo>
                  <a:lnTo>
                    <a:pt x="154078" y="195449"/>
                  </a:lnTo>
                  <a:lnTo>
                    <a:pt x="152548" y="194569"/>
                  </a:lnTo>
                  <a:lnTo>
                    <a:pt x="150143" y="193021"/>
                  </a:lnTo>
                  <a:lnTo>
                    <a:pt x="148393" y="191688"/>
                  </a:lnTo>
                  <a:lnTo>
                    <a:pt x="146200" y="190588"/>
                  </a:lnTo>
                  <a:lnTo>
                    <a:pt x="143786" y="189036"/>
                  </a:lnTo>
                  <a:lnTo>
                    <a:pt x="142031" y="187699"/>
                  </a:lnTo>
                  <a:lnTo>
                    <a:pt x="140274" y="186361"/>
                  </a:lnTo>
                  <a:lnTo>
                    <a:pt x="138515" y="185022"/>
                  </a:lnTo>
                  <a:lnTo>
                    <a:pt x="136755" y="183681"/>
                  </a:lnTo>
                  <a:lnTo>
                    <a:pt x="135218" y="181653"/>
                  </a:lnTo>
                  <a:lnTo>
                    <a:pt x="133900" y="180076"/>
                  </a:lnTo>
                  <a:lnTo>
                    <a:pt x="132580" y="178498"/>
                  </a:lnTo>
                  <a:lnTo>
                    <a:pt x="131040" y="176466"/>
                  </a:lnTo>
                  <a:lnTo>
                    <a:pt x="129499" y="174432"/>
                  </a:lnTo>
                  <a:lnTo>
                    <a:pt x="128399" y="172162"/>
                  </a:lnTo>
                  <a:lnTo>
                    <a:pt x="127297" y="169889"/>
                  </a:lnTo>
                  <a:lnTo>
                    <a:pt x="127530" y="166915"/>
                  </a:lnTo>
                  <a:lnTo>
                    <a:pt x="127984" y="164397"/>
                  </a:lnTo>
                  <a:lnTo>
                    <a:pt x="128658" y="162335"/>
                  </a:lnTo>
                  <a:lnTo>
                    <a:pt x="130221" y="159809"/>
                  </a:lnTo>
                  <a:lnTo>
                    <a:pt x="131559" y="157971"/>
                  </a:lnTo>
                  <a:lnTo>
                    <a:pt x="133560" y="156358"/>
                  </a:lnTo>
                  <a:lnTo>
                    <a:pt x="134896" y="154523"/>
                  </a:lnTo>
                  <a:lnTo>
                    <a:pt x="136450" y="153144"/>
                  </a:lnTo>
                  <a:lnTo>
                    <a:pt x="137561" y="151996"/>
                  </a:lnTo>
                  <a:lnTo>
                    <a:pt x="139117" y="149479"/>
                  </a:lnTo>
                  <a:lnTo>
                    <a:pt x="140450" y="147649"/>
                  </a:lnTo>
                  <a:lnTo>
                    <a:pt x="141781" y="145819"/>
                  </a:lnTo>
                  <a:lnTo>
                    <a:pt x="142451" y="143766"/>
                  </a:lnTo>
                  <a:lnTo>
                    <a:pt x="143339" y="142169"/>
                  </a:lnTo>
                  <a:lnTo>
                    <a:pt x="144891" y="139659"/>
                  </a:lnTo>
                  <a:lnTo>
                    <a:pt x="146220" y="137834"/>
                  </a:lnTo>
                  <a:lnTo>
                    <a:pt x="147329" y="135556"/>
                  </a:lnTo>
                  <a:lnTo>
                    <a:pt x="147779" y="133053"/>
                  </a:lnTo>
                  <a:lnTo>
                    <a:pt x="148446" y="131006"/>
                  </a:lnTo>
                  <a:lnTo>
                    <a:pt x="148673" y="129186"/>
                  </a:lnTo>
                  <a:lnTo>
                    <a:pt x="148904" y="126230"/>
                  </a:lnTo>
                  <a:lnTo>
                    <a:pt x="148687" y="124639"/>
                  </a:lnTo>
                  <a:lnTo>
                    <a:pt x="148011" y="122134"/>
                  </a:lnTo>
                  <a:lnTo>
                    <a:pt x="147116" y="120313"/>
                  </a:lnTo>
                  <a:lnTo>
                    <a:pt x="146441" y="117809"/>
                  </a:lnTo>
                  <a:lnTo>
                    <a:pt x="145765" y="115305"/>
                  </a:lnTo>
                  <a:lnTo>
                    <a:pt x="144646" y="113028"/>
                  </a:lnTo>
                  <a:lnTo>
                    <a:pt x="143746" y="110068"/>
                  </a:lnTo>
                  <a:lnTo>
                    <a:pt x="142627" y="107790"/>
                  </a:lnTo>
                  <a:lnTo>
                    <a:pt x="141060" y="104600"/>
                  </a:lnTo>
                  <a:lnTo>
                    <a:pt x="140169" y="103914"/>
                  </a:lnTo>
                  <a:lnTo>
                    <a:pt x="137494" y="101855"/>
                  </a:lnTo>
                  <a:lnTo>
                    <a:pt x="135710" y="100481"/>
                  </a:lnTo>
                  <a:lnTo>
                    <a:pt x="133480" y="99331"/>
                  </a:lnTo>
                  <a:lnTo>
                    <a:pt x="131694" y="97956"/>
                  </a:lnTo>
                  <a:lnTo>
                    <a:pt x="129462" y="96805"/>
                  </a:lnTo>
                  <a:lnTo>
                    <a:pt x="127228" y="95654"/>
                  </a:lnTo>
                  <a:lnTo>
                    <a:pt x="125438" y="94276"/>
                  </a:lnTo>
                  <a:lnTo>
                    <a:pt x="123427" y="93580"/>
                  </a:lnTo>
                  <a:lnTo>
                    <a:pt x="121414" y="92883"/>
                  </a:lnTo>
                  <a:lnTo>
                    <a:pt x="119397" y="91047"/>
                  </a:lnTo>
                  <a:lnTo>
                    <a:pt x="117156" y="89892"/>
                  </a:lnTo>
                  <a:lnTo>
                    <a:pt x="114914" y="88736"/>
                  </a:lnTo>
                  <a:lnTo>
                    <a:pt x="112896" y="88037"/>
                  </a:lnTo>
                  <a:lnTo>
                    <a:pt x="110429" y="87562"/>
                  </a:lnTo>
                  <a:lnTo>
                    <a:pt x="107959" y="87087"/>
                  </a:lnTo>
                  <a:lnTo>
                    <a:pt x="105487" y="86611"/>
                  </a:lnTo>
                  <a:lnTo>
                    <a:pt x="103013" y="86135"/>
                  </a:lnTo>
                  <a:lnTo>
                    <a:pt x="100547" y="85657"/>
                  </a:lnTo>
                  <a:lnTo>
                    <a:pt x="98115" y="85169"/>
                  </a:lnTo>
                  <a:lnTo>
                    <a:pt x="95680" y="84679"/>
                  </a:lnTo>
                  <a:lnTo>
                    <a:pt x="93683" y="83966"/>
                  </a:lnTo>
                  <a:lnTo>
                    <a:pt x="91461" y="82789"/>
                  </a:lnTo>
                  <a:lnTo>
                    <a:pt x="89904" y="82997"/>
                  </a:lnTo>
                  <a:lnTo>
                    <a:pt x="87899" y="82281"/>
                  </a:lnTo>
                  <a:lnTo>
                    <a:pt x="85890" y="81564"/>
                  </a:lnTo>
                  <a:lnTo>
                    <a:pt x="83879" y="80845"/>
                  </a:lnTo>
                  <a:lnTo>
                    <a:pt x="81641" y="79662"/>
                  </a:lnTo>
                  <a:lnTo>
                    <a:pt x="78950" y="79852"/>
                  </a:lnTo>
                  <a:lnTo>
                    <a:pt x="76479" y="79354"/>
                  </a:lnTo>
                  <a:lnTo>
                    <a:pt x="74680" y="79095"/>
                  </a:lnTo>
                  <a:lnTo>
                    <a:pt x="71984" y="78126"/>
                  </a:lnTo>
                  <a:lnTo>
                    <a:pt x="70182" y="77865"/>
                  </a:lnTo>
                  <a:lnTo>
                    <a:pt x="67927" y="76669"/>
                  </a:lnTo>
                  <a:lnTo>
                    <a:pt x="65669" y="75470"/>
                  </a:lnTo>
                  <a:lnTo>
                    <a:pt x="63861" y="74046"/>
                  </a:lnTo>
                  <a:lnTo>
                    <a:pt x="62275" y="73088"/>
                  </a:lnTo>
                  <a:lnTo>
                    <a:pt x="60461" y="71660"/>
                  </a:lnTo>
                  <a:lnTo>
                    <a:pt x="58871" y="70700"/>
                  </a:lnTo>
                  <a:lnTo>
                    <a:pt x="57053" y="69268"/>
                  </a:lnTo>
                  <a:lnTo>
                    <a:pt x="55231" y="67834"/>
                  </a:lnTo>
                  <a:lnTo>
                    <a:pt x="53407" y="66398"/>
                  </a:lnTo>
                  <a:lnTo>
                    <a:pt x="51808" y="65430"/>
                  </a:lnTo>
                  <a:lnTo>
                    <a:pt x="49519" y="64213"/>
                  </a:lnTo>
                  <a:lnTo>
                    <a:pt x="47686" y="62771"/>
                  </a:lnTo>
                  <a:lnTo>
                    <a:pt x="46079" y="61799"/>
                  </a:lnTo>
                  <a:lnTo>
                    <a:pt x="44470" y="60826"/>
                  </a:lnTo>
                  <a:lnTo>
                    <a:pt x="41938" y="59127"/>
                  </a:lnTo>
                  <a:lnTo>
                    <a:pt x="39864" y="57202"/>
                  </a:lnTo>
                  <a:lnTo>
                    <a:pt x="38016" y="55749"/>
                  </a:lnTo>
                  <a:lnTo>
                    <a:pt x="36396" y="54768"/>
                  </a:lnTo>
                  <a:lnTo>
                    <a:pt x="34078" y="53533"/>
                  </a:lnTo>
                  <a:lnTo>
                    <a:pt x="32690" y="51847"/>
                  </a:lnTo>
                  <a:lnTo>
                    <a:pt x="30366" y="50602"/>
                  </a:lnTo>
                  <a:lnTo>
                    <a:pt x="28506" y="49131"/>
                  </a:lnTo>
                  <a:lnTo>
                    <a:pt x="26406" y="48361"/>
                  </a:lnTo>
                  <a:lnTo>
                    <a:pt x="24307" y="46405"/>
                  </a:lnTo>
                  <a:lnTo>
                    <a:pt x="22674" y="44222"/>
                  </a:lnTo>
                  <a:lnTo>
                    <a:pt x="20329" y="42963"/>
                  </a:lnTo>
                  <a:lnTo>
                    <a:pt x="18924" y="41256"/>
                  </a:lnTo>
                  <a:lnTo>
                    <a:pt x="18462" y="39103"/>
                  </a:lnTo>
                  <a:lnTo>
                    <a:pt x="19179" y="36988"/>
                  </a:lnTo>
                  <a:lnTo>
                    <a:pt x="20367" y="34652"/>
                  </a:lnTo>
                  <a:lnTo>
                    <a:pt x="21554" y="32318"/>
                  </a:lnTo>
                  <a:lnTo>
                    <a:pt x="22502" y="30690"/>
                  </a:lnTo>
                  <a:lnTo>
                    <a:pt x="23920" y="28842"/>
                  </a:lnTo>
                  <a:lnTo>
                    <a:pt x="25105" y="26513"/>
                  </a:lnTo>
                  <a:lnTo>
                    <a:pt x="26520" y="24670"/>
                  </a:lnTo>
                  <a:lnTo>
                    <a:pt x="27703" y="22345"/>
                  </a:lnTo>
                  <a:lnTo>
                    <a:pt x="28647" y="20722"/>
                  </a:lnTo>
                  <a:lnTo>
                    <a:pt x="30059" y="18884"/>
                  </a:lnTo>
                  <a:lnTo>
                    <a:pt x="31239" y="16563"/>
                  </a:lnTo>
                  <a:lnTo>
                    <a:pt x="32412" y="15429"/>
                  </a:lnTo>
                  <a:lnTo>
                    <a:pt x="33360" y="12627"/>
                  </a:lnTo>
                  <a:lnTo>
                    <a:pt x="35004" y="10096"/>
                  </a:lnTo>
                  <a:lnTo>
                    <a:pt x="35016" y="7728"/>
                  </a:lnTo>
                  <a:lnTo>
                    <a:pt x="39066" y="0"/>
                  </a:lnTo>
                  <a:lnTo>
                    <a:pt x="52843" y="4156"/>
                  </a:lnTo>
                  <a:lnTo>
                    <a:pt x="69636" y="9223"/>
                  </a:lnTo>
                  <a:lnTo>
                    <a:pt x="86730" y="14381"/>
                  </a:lnTo>
                  <a:lnTo>
                    <a:pt x="105509" y="20046"/>
                  </a:lnTo>
                  <a:lnTo>
                    <a:pt x="109002" y="21100"/>
                  </a:lnTo>
                  <a:lnTo>
                    <a:pt x="127123" y="30137"/>
                  </a:lnTo>
                  <a:lnTo>
                    <a:pt x="151206" y="42146"/>
                  </a:lnTo>
                  <a:lnTo>
                    <a:pt x="171764" y="52398"/>
                  </a:lnTo>
                  <a:lnTo>
                    <a:pt x="184543" y="58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8"/>
            <p:cNvSpPr/>
            <p:nvPr/>
          </p:nvSpPr>
          <p:spPr>
            <a:xfrm>
              <a:off x="2525743" y="3779821"/>
              <a:ext cx="449812" cy="673334"/>
            </a:xfrm>
            <a:custGeom>
              <a:avLst/>
              <a:pathLst>
                <a:path w="449812" h="673334">
                  <a:moveTo>
                    <a:pt x="117253" y="27075"/>
                  </a:moveTo>
                  <a:lnTo>
                    <a:pt x="140989" y="28147"/>
                  </a:lnTo>
                  <a:lnTo>
                    <a:pt x="165234" y="29242"/>
                  </a:lnTo>
                  <a:lnTo>
                    <a:pt x="198113" y="30727"/>
                  </a:lnTo>
                  <a:lnTo>
                    <a:pt x="252857" y="33199"/>
                  </a:lnTo>
                  <a:lnTo>
                    <a:pt x="265280" y="8870"/>
                  </a:lnTo>
                  <a:lnTo>
                    <a:pt x="286363" y="17627"/>
                  </a:lnTo>
                  <a:lnTo>
                    <a:pt x="284395" y="21878"/>
                  </a:lnTo>
                  <a:lnTo>
                    <a:pt x="281789" y="27506"/>
                  </a:lnTo>
                  <a:lnTo>
                    <a:pt x="279199" y="33099"/>
                  </a:lnTo>
                  <a:lnTo>
                    <a:pt x="276530" y="38866"/>
                  </a:lnTo>
                  <a:lnTo>
                    <a:pt x="274835" y="42527"/>
                  </a:lnTo>
                  <a:lnTo>
                    <a:pt x="271345" y="50065"/>
                  </a:lnTo>
                  <a:lnTo>
                    <a:pt x="266194" y="61191"/>
                  </a:lnTo>
                  <a:lnTo>
                    <a:pt x="310851" y="96375"/>
                  </a:lnTo>
                  <a:lnTo>
                    <a:pt x="323453" y="106304"/>
                  </a:lnTo>
                  <a:lnTo>
                    <a:pt x="336332" y="111839"/>
                  </a:lnTo>
                  <a:lnTo>
                    <a:pt x="353700" y="116104"/>
                  </a:lnTo>
                  <a:lnTo>
                    <a:pt x="377094" y="128898"/>
                  </a:lnTo>
                  <a:lnTo>
                    <a:pt x="389003" y="134989"/>
                  </a:lnTo>
                  <a:lnTo>
                    <a:pt x="393864" y="141251"/>
                  </a:lnTo>
                  <a:lnTo>
                    <a:pt x="395742" y="154859"/>
                  </a:lnTo>
                  <a:lnTo>
                    <a:pt x="392769" y="163766"/>
                  </a:lnTo>
                  <a:lnTo>
                    <a:pt x="376329" y="185503"/>
                  </a:lnTo>
                  <a:lnTo>
                    <a:pt x="374062" y="202688"/>
                  </a:lnTo>
                  <a:lnTo>
                    <a:pt x="378383" y="212353"/>
                  </a:lnTo>
                  <a:lnTo>
                    <a:pt x="391979" y="220644"/>
                  </a:lnTo>
                  <a:lnTo>
                    <a:pt x="399296" y="224771"/>
                  </a:lnTo>
                  <a:lnTo>
                    <a:pt x="400173" y="225396"/>
                  </a:lnTo>
                  <a:lnTo>
                    <a:pt x="406160" y="237217"/>
                  </a:lnTo>
                  <a:lnTo>
                    <a:pt x="405867" y="251227"/>
                  </a:lnTo>
                  <a:lnTo>
                    <a:pt x="410272" y="299210"/>
                  </a:lnTo>
                  <a:lnTo>
                    <a:pt x="414467" y="303406"/>
                  </a:lnTo>
                  <a:lnTo>
                    <a:pt x="426334" y="316126"/>
                  </a:lnTo>
                  <a:lnTo>
                    <a:pt x="436261" y="332745"/>
                  </a:lnTo>
                  <a:lnTo>
                    <a:pt x="447118" y="344376"/>
                  </a:lnTo>
                  <a:lnTo>
                    <a:pt x="449812" y="359300"/>
                  </a:lnTo>
                  <a:lnTo>
                    <a:pt x="444114" y="378704"/>
                  </a:lnTo>
                  <a:lnTo>
                    <a:pt x="438285" y="390224"/>
                  </a:lnTo>
                  <a:lnTo>
                    <a:pt x="429751" y="399181"/>
                  </a:lnTo>
                  <a:lnTo>
                    <a:pt x="429464" y="400051"/>
                  </a:lnTo>
                  <a:lnTo>
                    <a:pt x="425373" y="414515"/>
                  </a:lnTo>
                  <a:lnTo>
                    <a:pt x="425354" y="415097"/>
                  </a:lnTo>
                  <a:lnTo>
                    <a:pt x="425784" y="432698"/>
                  </a:lnTo>
                  <a:lnTo>
                    <a:pt x="427869" y="447959"/>
                  </a:lnTo>
                  <a:lnTo>
                    <a:pt x="424005" y="460570"/>
                  </a:lnTo>
                  <a:lnTo>
                    <a:pt x="412103" y="471866"/>
                  </a:lnTo>
                  <a:lnTo>
                    <a:pt x="400682" y="479036"/>
                  </a:lnTo>
                  <a:lnTo>
                    <a:pt x="379725" y="485520"/>
                  </a:lnTo>
                  <a:lnTo>
                    <a:pt x="365533" y="488445"/>
                  </a:lnTo>
                  <a:lnTo>
                    <a:pt x="350049" y="488632"/>
                  </a:lnTo>
                  <a:lnTo>
                    <a:pt x="338558" y="484502"/>
                  </a:lnTo>
                  <a:lnTo>
                    <a:pt x="329317" y="481980"/>
                  </a:lnTo>
                  <a:lnTo>
                    <a:pt x="327614" y="481410"/>
                  </a:lnTo>
                  <a:lnTo>
                    <a:pt x="326760" y="481125"/>
                  </a:lnTo>
                  <a:lnTo>
                    <a:pt x="325337" y="480841"/>
                  </a:lnTo>
                  <a:lnTo>
                    <a:pt x="323910" y="480557"/>
                  </a:lnTo>
                  <a:lnTo>
                    <a:pt x="322193" y="480272"/>
                  </a:lnTo>
                  <a:lnTo>
                    <a:pt x="321050" y="480277"/>
                  </a:lnTo>
                  <a:lnTo>
                    <a:pt x="319618" y="480282"/>
                  </a:lnTo>
                  <a:lnTo>
                    <a:pt x="318471" y="480287"/>
                  </a:lnTo>
                  <a:lnTo>
                    <a:pt x="316456" y="480295"/>
                  </a:lnTo>
                  <a:lnTo>
                    <a:pt x="315591" y="480298"/>
                  </a:lnTo>
                  <a:lnTo>
                    <a:pt x="313858" y="480309"/>
                  </a:lnTo>
                  <a:lnTo>
                    <a:pt x="312991" y="480315"/>
                  </a:lnTo>
                  <a:lnTo>
                    <a:pt x="311542" y="480326"/>
                  </a:lnTo>
                  <a:lnTo>
                    <a:pt x="310091" y="480336"/>
                  </a:lnTo>
                  <a:lnTo>
                    <a:pt x="308637" y="480347"/>
                  </a:lnTo>
                  <a:lnTo>
                    <a:pt x="307482" y="480649"/>
                  </a:lnTo>
                  <a:lnTo>
                    <a:pt x="306336" y="481245"/>
                  </a:lnTo>
                  <a:lnTo>
                    <a:pt x="305795" y="482423"/>
                  </a:lnTo>
                  <a:lnTo>
                    <a:pt x="304952" y="483310"/>
                  </a:lnTo>
                  <a:lnTo>
                    <a:pt x="304132" y="484781"/>
                  </a:lnTo>
                  <a:lnTo>
                    <a:pt x="304188" y="486242"/>
                  </a:lnTo>
                  <a:lnTo>
                    <a:pt x="303381" y="488000"/>
                  </a:lnTo>
                  <a:lnTo>
                    <a:pt x="302878" y="490043"/>
                  </a:lnTo>
                  <a:lnTo>
                    <a:pt x="302633" y="491207"/>
                  </a:lnTo>
                  <a:lnTo>
                    <a:pt x="302109" y="492664"/>
                  </a:lnTo>
                  <a:lnTo>
                    <a:pt x="301890" y="494403"/>
                  </a:lnTo>
                  <a:lnTo>
                    <a:pt x="301357" y="495567"/>
                  </a:lnTo>
                  <a:lnTo>
                    <a:pt x="300864" y="497592"/>
                  </a:lnTo>
                  <a:lnTo>
                    <a:pt x="300611" y="498459"/>
                  </a:lnTo>
                  <a:lnTo>
                    <a:pt x="300120" y="500477"/>
                  </a:lnTo>
                  <a:lnTo>
                    <a:pt x="300172" y="501620"/>
                  </a:lnTo>
                  <a:lnTo>
                    <a:pt x="299907" y="502197"/>
                  </a:lnTo>
                  <a:lnTo>
                    <a:pt x="299960" y="503337"/>
                  </a:lnTo>
                  <a:lnTo>
                    <a:pt x="300038" y="505042"/>
                  </a:lnTo>
                  <a:lnTo>
                    <a:pt x="300090" y="506175"/>
                  </a:lnTo>
                  <a:lnTo>
                    <a:pt x="300443" y="507581"/>
                  </a:lnTo>
                  <a:lnTo>
                    <a:pt x="300809" y="509264"/>
                  </a:lnTo>
                  <a:lnTo>
                    <a:pt x="301173" y="510941"/>
                  </a:lnTo>
                  <a:lnTo>
                    <a:pt x="301785" y="511764"/>
                  </a:lnTo>
                  <a:lnTo>
                    <a:pt x="301847" y="513161"/>
                  </a:lnTo>
                  <a:lnTo>
                    <a:pt x="302183" y="514267"/>
                  </a:lnTo>
                  <a:lnTo>
                    <a:pt x="302555" y="516202"/>
                  </a:lnTo>
                  <a:lnTo>
                    <a:pt x="302889" y="517300"/>
                  </a:lnTo>
                  <a:lnTo>
                    <a:pt x="302949" y="518682"/>
                  </a:lnTo>
                  <a:lnTo>
                    <a:pt x="303601" y="520588"/>
                  </a:lnTo>
                  <a:lnTo>
                    <a:pt x="303909" y="521126"/>
                  </a:lnTo>
                  <a:lnTo>
                    <a:pt x="304239" y="522212"/>
                  </a:lnTo>
                  <a:lnTo>
                    <a:pt x="304615" y="524386"/>
                  </a:lnTo>
                  <a:lnTo>
                    <a:pt x="304649" y="525203"/>
                  </a:lnTo>
                  <a:lnTo>
                    <a:pt x="305270" y="526538"/>
                  </a:lnTo>
                  <a:lnTo>
                    <a:pt x="305315" y="527622"/>
                  </a:lnTo>
                  <a:lnTo>
                    <a:pt x="305383" y="529244"/>
                  </a:lnTo>
                  <a:lnTo>
                    <a:pt x="305708" y="530309"/>
                  </a:lnTo>
                  <a:lnTo>
                    <a:pt x="306313" y="531359"/>
                  </a:lnTo>
                  <a:lnTo>
                    <a:pt x="306647" y="532687"/>
                  </a:lnTo>
                  <a:lnTo>
                    <a:pt x="306980" y="534011"/>
                  </a:lnTo>
                  <a:lnTo>
                    <a:pt x="307591" y="535316"/>
                  </a:lnTo>
                  <a:lnTo>
                    <a:pt x="308178" y="536086"/>
                  </a:lnTo>
                  <a:lnTo>
                    <a:pt x="308539" y="538193"/>
                  </a:lnTo>
                  <a:lnTo>
                    <a:pt x="309420" y="539470"/>
                  </a:lnTo>
                  <a:lnTo>
                    <a:pt x="309746" y="540772"/>
                  </a:lnTo>
                  <a:lnTo>
                    <a:pt x="310051" y="541545"/>
                  </a:lnTo>
                  <a:lnTo>
                    <a:pt x="310395" y="543364"/>
                  </a:lnTo>
                  <a:lnTo>
                    <a:pt x="311002" y="544898"/>
                  </a:lnTo>
                  <a:lnTo>
                    <a:pt x="311889" y="546670"/>
                  </a:lnTo>
                  <a:lnTo>
                    <a:pt x="312190" y="547432"/>
                  </a:lnTo>
                  <a:lnTo>
                    <a:pt x="312518" y="548967"/>
                  </a:lnTo>
                  <a:lnTo>
                    <a:pt x="313116" y="550480"/>
                  </a:lnTo>
                  <a:lnTo>
                    <a:pt x="313134" y="550994"/>
                  </a:lnTo>
                  <a:lnTo>
                    <a:pt x="313721" y="552243"/>
                  </a:lnTo>
                  <a:lnTo>
                    <a:pt x="313765" y="553522"/>
                  </a:lnTo>
                  <a:lnTo>
                    <a:pt x="313800" y="554544"/>
                  </a:lnTo>
                  <a:lnTo>
                    <a:pt x="313853" y="556072"/>
                  </a:lnTo>
                  <a:lnTo>
                    <a:pt x="313896" y="557344"/>
                  </a:lnTo>
                  <a:lnTo>
                    <a:pt x="313934" y="558644"/>
                  </a:lnTo>
                  <a:lnTo>
                    <a:pt x="313987" y="560461"/>
                  </a:lnTo>
                  <a:lnTo>
                    <a:pt x="314002" y="560979"/>
                  </a:lnTo>
                  <a:lnTo>
                    <a:pt x="314048" y="562533"/>
                  </a:lnTo>
                  <a:lnTo>
                    <a:pt x="314085" y="563827"/>
                  </a:lnTo>
                  <a:lnTo>
                    <a:pt x="313877" y="565913"/>
                  </a:lnTo>
                  <a:lnTo>
                    <a:pt x="313616" y="566192"/>
                  </a:lnTo>
                  <a:lnTo>
                    <a:pt x="313133" y="568039"/>
                  </a:lnTo>
                  <a:lnTo>
                    <a:pt x="312895" y="569091"/>
                  </a:lnTo>
                  <a:lnTo>
                    <a:pt x="312665" y="570399"/>
                  </a:lnTo>
                  <a:lnTo>
                    <a:pt x="312427" y="571449"/>
                  </a:lnTo>
                  <a:lnTo>
                    <a:pt x="312198" y="572756"/>
                  </a:lnTo>
                  <a:lnTo>
                    <a:pt x="312229" y="573782"/>
                  </a:lnTo>
                  <a:lnTo>
                    <a:pt x="312267" y="575063"/>
                  </a:lnTo>
                  <a:lnTo>
                    <a:pt x="312574" y="576318"/>
                  </a:lnTo>
                  <a:lnTo>
                    <a:pt x="312880" y="577572"/>
                  </a:lnTo>
                  <a:lnTo>
                    <a:pt x="313178" y="578569"/>
                  </a:lnTo>
                  <a:lnTo>
                    <a:pt x="313742" y="579540"/>
                  </a:lnTo>
                  <a:lnTo>
                    <a:pt x="314305" y="580509"/>
                  </a:lnTo>
                  <a:lnTo>
                    <a:pt x="315140" y="581706"/>
                  </a:lnTo>
                  <a:lnTo>
                    <a:pt x="315958" y="582393"/>
                  </a:lnTo>
                  <a:lnTo>
                    <a:pt x="317047" y="583306"/>
                  </a:lnTo>
                  <a:lnTo>
                    <a:pt x="318125" y="583965"/>
                  </a:lnTo>
                  <a:lnTo>
                    <a:pt x="318674" y="584672"/>
                  </a:lnTo>
                  <a:lnTo>
                    <a:pt x="320011" y="585302"/>
                  </a:lnTo>
                  <a:lnTo>
                    <a:pt x="321613" y="586156"/>
                  </a:lnTo>
                  <a:lnTo>
                    <a:pt x="322673" y="586556"/>
                  </a:lnTo>
                  <a:lnTo>
                    <a:pt x="323737" y="587206"/>
                  </a:lnTo>
                  <a:lnTo>
                    <a:pt x="325058" y="587829"/>
                  </a:lnTo>
                  <a:lnTo>
                    <a:pt x="326110" y="588226"/>
                  </a:lnTo>
                  <a:lnTo>
                    <a:pt x="327695" y="589321"/>
                  </a:lnTo>
                  <a:lnTo>
                    <a:pt x="329273" y="590417"/>
                  </a:lnTo>
                  <a:lnTo>
                    <a:pt x="330321" y="591062"/>
                  </a:lnTo>
                  <a:lnTo>
                    <a:pt x="330856" y="592005"/>
                  </a:lnTo>
                  <a:lnTo>
                    <a:pt x="331899" y="592647"/>
                  </a:lnTo>
                  <a:lnTo>
                    <a:pt x="332945" y="593534"/>
                  </a:lnTo>
                  <a:lnTo>
                    <a:pt x="333732" y="594446"/>
                  </a:lnTo>
                  <a:lnTo>
                    <a:pt x="334768" y="595082"/>
                  </a:lnTo>
                  <a:lnTo>
                    <a:pt x="335297" y="596016"/>
                  </a:lnTo>
                  <a:lnTo>
                    <a:pt x="335824" y="596948"/>
                  </a:lnTo>
                  <a:lnTo>
                    <a:pt x="336351" y="597878"/>
                  </a:lnTo>
                  <a:lnTo>
                    <a:pt x="336877" y="598807"/>
                  </a:lnTo>
                  <a:lnTo>
                    <a:pt x="337655" y="599707"/>
                  </a:lnTo>
                  <a:lnTo>
                    <a:pt x="338178" y="600632"/>
                  </a:lnTo>
                  <a:lnTo>
                    <a:pt x="338953" y="601528"/>
                  </a:lnTo>
                  <a:lnTo>
                    <a:pt x="339731" y="602666"/>
                  </a:lnTo>
                  <a:lnTo>
                    <a:pt x="340251" y="603586"/>
                  </a:lnTo>
                  <a:lnTo>
                    <a:pt x="340523" y="604775"/>
                  </a:lnTo>
                  <a:lnTo>
                    <a:pt x="340543" y="605990"/>
                  </a:lnTo>
                  <a:lnTo>
                    <a:pt x="340575" y="607931"/>
                  </a:lnTo>
                  <a:lnTo>
                    <a:pt x="340599" y="609385"/>
                  </a:lnTo>
                  <a:lnTo>
                    <a:pt x="340623" y="610836"/>
                  </a:lnTo>
                  <a:lnTo>
                    <a:pt x="340639" y="611803"/>
                  </a:lnTo>
                  <a:lnTo>
                    <a:pt x="340905" y="612739"/>
                  </a:lnTo>
                  <a:lnTo>
                    <a:pt x="340925" y="613945"/>
                  </a:lnTo>
                  <a:lnTo>
                    <a:pt x="340941" y="614908"/>
                  </a:lnTo>
                  <a:lnTo>
                    <a:pt x="340961" y="616111"/>
                  </a:lnTo>
                  <a:lnTo>
                    <a:pt x="340981" y="617313"/>
                  </a:lnTo>
                  <a:lnTo>
                    <a:pt x="341000" y="618513"/>
                  </a:lnTo>
                  <a:lnTo>
                    <a:pt x="341024" y="619952"/>
                  </a:lnTo>
                  <a:lnTo>
                    <a:pt x="341301" y="621596"/>
                  </a:lnTo>
                  <a:lnTo>
                    <a:pt x="341313" y="622313"/>
                  </a:lnTo>
                  <a:lnTo>
                    <a:pt x="341332" y="623508"/>
                  </a:lnTo>
                  <a:lnTo>
                    <a:pt x="341600" y="624669"/>
                  </a:lnTo>
                  <a:lnTo>
                    <a:pt x="341631" y="626574"/>
                  </a:lnTo>
                  <a:lnTo>
                    <a:pt x="341910" y="628443"/>
                  </a:lnTo>
                  <a:lnTo>
                    <a:pt x="342177" y="629597"/>
                  </a:lnTo>
                  <a:lnTo>
                    <a:pt x="342447" y="630986"/>
                  </a:lnTo>
                  <a:lnTo>
                    <a:pt x="342964" y="632338"/>
                  </a:lnTo>
                  <a:lnTo>
                    <a:pt x="343225" y="633250"/>
                  </a:lnTo>
                  <a:lnTo>
                    <a:pt x="343487" y="634160"/>
                  </a:lnTo>
                  <a:lnTo>
                    <a:pt x="344244" y="635236"/>
                  </a:lnTo>
                  <a:lnTo>
                    <a:pt x="344504" y="636143"/>
                  </a:lnTo>
                  <a:lnTo>
                    <a:pt x="345258" y="637215"/>
                  </a:lnTo>
                  <a:lnTo>
                    <a:pt x="345772" y="638788"/>
                  </a:lnTo>
                  <a:lnTo>
                    <a:pt x="346275" y="639655"/>
                  </a:lnTo>
                  <a:lnTo>
                    <a:pt x="346774" y="640287"/>
                  </a:lnTo>
                  <a:lnTo>
                    <a:pt x="347526" y="641583"/>
                  </a:lnTo>
                  <a:lnTo>
                    <a:pt x="348026" y="642445"/>
                  </a:lnTo>
                  <a:lnTo>
                    <a:pt x="348771" y="643503"/>
                  </a:lnTo>
                  <a:lnTo>
                    <a:pt x="349023" y="644165"/>
                  </a:lnTo>
                  <a:lnTo>
                    <a:pt x="349769" y="645451"/>
                  </a:lnTo>
                  <a:lnTo>
                    <a:pt x="350518" y="647196"/>
                  </a:lnTo>
                  <a:lnTo>
                    <a:pt x="350771" y="648085"/>
                  </a:lnTo>
                  <a:lnTo>
                    <a:pt x="351024" y="648972"/>
                  </a:lnTo>
                  <a:lnTo>
                    <a:pt x="351523" y="650283"/>
                  </a:lnTo>
                  <a:lnTo>
                    <a:pt x="351780" y="651628"/>
                  </a:lnTo>
                  <a:lnTo>
                    <a:pt x="352274" y="652703"/>
                  </a:lnTo>
                  <a:lnTo>
                    <a:pt x="352770" y="654006"/>
                  </a:lnTo>
                  <a:lnTo>
                    <a:pt x="352778" y="654694"/>
                  </a:lnTo>
                  <a:lnTo>
                    <a:pt x="353030" y="655801"/>
                  </a:lnTo>
                  <a:lnTo>
                    <a:pt x="353277" y="656450"/>
                  </a:lnTo>
                  <a:lnTo>
                    <a:pt x="353527" y="657326"/>
                  </a:lnTo>
                  <a:lnTo>
                    <a:pt x="353544" y="658924"/>
                  </a:lnTo>
                  <a:lnTo>
                    <a:pt x="353797" y="660253"/>
                  </a:lnTo>
                  <a:lnTo>
                    <a:pt x="353809" y="661391"/>
                  </a:lnTo>
                  <a:lnTo>
                    <a:pt x="353821" y="662527"/>
                  </a:lnTo>
                  <a:lnTo>
                    <a:pt x="353831" y="663436"/>
                  </a:lnTo>
                  <a:lnTo>
                    <a:pt x="353609" y="665063"/>
                  </a:lnTo>
                  <a:lnTo>
                    <a:pt x="353618" y="665969"/>
                  </a:lnTo>
                  <a:lnTo>
                    <a:pt x="353389" y="666914"/>
                  </a:lnTo>
                  <a:lnTo>
                    <a:pt x="352925" y="668125"/>
                  </a:lnTo>
                  <a:lnTo>
                    <a:pt x="352696" y="669070"/>
                  </a:lnTo>
                  <a:lnTo>
                    <a:pt x="352468" y="670013"/>
                  </a:lnTo>
                  <a:lnTo>
                    <a:pt x="352481" y="671142"/>
                  </a:lnTo>
                  <a:lnTo>
                    <a:pt x="351775" y="672166"/>
                  </a:lnTo>
                  <a:lnTo>
                    <a:pt x="350826" y="672780"/>
                  </a:lnTo>
                  <a:lnTo>
                    <a:pt x="349872" y="673170"/>
                  </a:lnTo>
                  <a:lnTo>
                    <a:pt x="348915" y="673334"/>
                  </a:lnTo>
                  <a:lnTo>
                    <a:pt x="347712" y="673314"/>
                  </a:lnTo>
                  <a:lnTo>
                    <a:pt x="346263" y="673108"/>
                  </a:lnTo>
                  <a:lnTo>
                    <a:pt x="345537" y="673005"/>
                  </a:lnTo>
                  <a:lnTo>
                    <a:pt x="344081" y="672798"/>
                  </a:lnTo>
                  <a:lnTo>
                    <a:pt x="343109" y="672736"/>
                  </a:lnTo>
                  <a:lnTo>
                    <a:pt x="342136" y="672673"/>
                  </a:lnTo>
                  <a:lnTo>
                    <a:pt x="340913" y="672424"/>
                  </a:lnTo>
                  <a:lnTo>
                    <a:pt x="339692" y="672402"/>
                  </a:lnTo>
                  <a:lnTo>
                    <a:pt x="338468" y="672381"/>
                  </a:lnTo>
                  <a:lnTo>
                    <a:pt x="337240" y="672359"/>
                  </a:lnTo>
                  <a:lnTo>
                    <a:pt x="336010" y="672337"/>
                  </a:lnTo>
                  <a:lnTo>
                    <a:pt x="335023" y="672274"/>
                  </a:lnTo>
                  <a:lnTo>
                    <a:pt x="333788" y="672252"/>
                  </a:lnTo>
                  <a:lnTo>
                    <a:pt x="332308" y="672501"/>
                  </a:lnTo>
                  <a:lnTo>
                    <a:pt x="330571" y="672563"/>
                  </a:lnTo>
                  <a:lnTo>
                    <a:pt x="329072" y="672353"/>
                  </a:lnTo>
                  <a:lnTo>
                    <a:pt x="327823" y="672331"/>
                  </a:lnTo>
                  <a:lnTo>
                    <a:pt x="326315" y="672119"/>
                  </a:lnTo>
                  <a:lnTo>
                    <a:pt x="324553" y="671949"/>
                  </a:lnTo>
                  <a:lnTo>
                    <a:pt x="323544" y="671885"/>
                  </a:lnTo>
                  <a:lnTo>
                    <a:pt x="322527" y="671588"/>
                  </a:lnTo>
                  <a:lnTo>
                    <a:pt x="321004" y="671375"/>
                  </a:lnTo>
                  <a:lnTo>
                    <a:pt x="320493" y="671226"/>
                  </a:lnTo>
                  <a:lnTo>
                    <a:pt x="319217" y="670970"/>
                  </a:lnTo>
                  <a:lnTo>
                    <a:pt x="317683" y="670755"/>
                  </a:lnTo>
                  <a:lnTo>
                    <a:pt x="316138" y="670306"/>
                  </a:lnTo>
                  <a:lnTo>
                    <a:pt x="314602" y="670323"/>
                  </a:lnTo>
                  <a:lnTo>
                    <a:pt x="313822" y="669980"/>
                  </a:lnTo>
                  <a:lnTo>
                    <a:pt x="312799" y="670148"/>
                  </a:lnTo>
                  <a:lnTo>
                    <a:pt x="311495" y="669653"/>
                  </a:lnTo>
                  <a:lnTo>
                    <a:pt x="310460" y="669586"/>
                  </a:lnTo>
                  <a:lnTo>
                    <a:pt x="309415" y="669283"/>
                  </a:lnTo>
                  <a:lnTo>
                    <a:pt x="308126" y="669492"/>
                  </a:lnTo>
                  <a:lnTo>
                    <a:pt x="307084" y="669425"/>
                  </a:lnTo>
                  <a:lnTo>
                    <a:pt x="305781" y="669399"/>
                  </a:lnTo>
                  <a:lnTo>
                    <a:pt x="304475" y="669373"/>
                  </a:lnTo>
                  <a:lnTo>
                    <a:pt x="303174" y="669583"/>
                  </a:lnTo>
                  <a:lnTo>
                    <a:pt x="302132" y="669752"/>
                  </a:lnTo>
                  <a:lnTo>
                    <a:pt x="300826" y="669963"/>
                  </a:lnTo>
                  <a:lnTo>
                    <a:pt x="299779" y="670132"/>
                  </a:lnTo>
                  <a:lnTo>
                    <a:pt x="298468" y="670344"/>
                  </a:lnTo>
                  <a:lnTo>
                    <a:pt x="296628" y="670642"/>
                  </a:lnTo>
                  <a:lnTo>
                    <a:pt x="295301" y="670617"/>
                  </a:lnTo>
                  <a:lnTo>
                    <a:pt x="293980" y="670831"/>
                  </a:lnTo>
                  <a:lnTo>
                    <a:pt x="292381" y="670849"/>
                  </a:lnTo>
                  <a:lnTo>
                    <a:pt x="291320" y="671020"/>
                  </a:lnTo>
                  <a:lnTo>
                    <a:pt x="290246" y="670953"/>
                  </a:lnTo>
                  <a:lnTo>
                    <a:pt x="288903" y="670929"/>
                  </a:lnTo>
                  <a:lnTo>
                    <a:pt x="287558" y="670904"/>
                  </a:lnTo>
                  <a:lnTo>
                    <a:pt x="286208" y="670879"/>
                  </a:lnTo>
                  <a:lnTo>
                    <a:pt x="285382" y="670528"/>
                  </a:lnTo>
                  <a:lnTo>
                    <a:pt x="284028" y="670503"/>
                  </a:lnTo>
                  <a:lnTo>
                    <a:pt x="282659" y="670237"/>
                  </a:lnTo>
                  <a:lnTo>
                    <a:pt x="281275" y="669730"/>
                  </a:lnTo>
                  <a:lnTo>
                    <a:pt x="279898" y="669462"/>
                  </a:lnTo>
                  <a:lnTo>
                    <a:pt x="278530" y="669435"/>
                  </a:lnTo>
                  <a:lnTo>
                    <a:pt x="277679" y="668838"/>
                  </a:lnTo>
                  <a:lnTo>
                    <a:pt x="276292" y="668568"/>
                  </a:lnTo>
                  <a:lnTo>
                    <a:pt x="275176" y="668255"/>
                  </a:lnTo>
                  <a:lnTo>
                    <a:pt x="273795" y="668227"/>
                  </a:lnTo>
                  <a:lnTo>
                    <a:pt x="272385" y="667711"/>
                  </a:lnTo>
                  <a:lnTo>
                    <a:pt x="271823" y="667554"/>
                  </a:lnTo>
                  <a:lnTo>
                    <a:pt x="270696" y="667237"/>
                  </a:lnTo>
                  <a:lnTo>
                    <a:pt x="269002" y="666762"/>
                  </a:lnTo>
                  <a:lnTo>
                    <a:pt x="268145" y="666401"/>
                  </a:lnTo>
                  <a:lnTo>
                    <a:pt x="266720" y="665880"/>
                  </a:lnTo>
                  <a:lnTo>
                    <a:pt x="265289" y="665358"/>
                  </a:lnTo>
                  <a:lnTo>
                    <a:pt x="264148" y="665037"/>
                  </a:lnTo>
                  <a:lnTo>
                    <a:pt x="262710" y="664511"/>
                  </a:lnTo>
                  <a:lnTo>
                    <a:pt x="261268" y="663985"/>
                  </a:lnTo>
                  <a:lnTo>
                    <a:pt x="259821" y="663456"/>
                  </a:lnTo>
                  <a:lnTo>
                    <a:pt x="258653" y="662884"/>
                  </a:lnTo>
                  <a:lnTo>
                    <a:pt x="257495" y="662558"/>
                  </a:lnTo>
                  <a:lnTo>
                    <a:pt x="256023" y="661777"/>
                  </a:lnTo>
                  <a:lnTo>
                    <a:pt x="254841" y="661208"/>
                  </a:lnTo>
                  <a:lnTo>
                    <a:pt x="253655" y="660640"/>
                  </a:lnTo>
                  <a:lnTo>
                    <a:pt x="252752" y="660027"/>
                  </a:lnTo>
                  <a:lnTo>
                    <a:pt x="252116" y="659120"/>
                  </a:lnTo>
                  <a:lnTo>
                    <a:pt x="250907" y="658298"/>
                  </a:lnTo>
                  <a:lnTo>
                    <a:pt x="249964" y="657182"/>
                  </a:lnTo>
                  <a:lnTo>
                    <a:pt x="249036" y="656312"/>
                  </a:lnTo>
                  <a:lnTo>
                    <a:pt x="248410" y="655647"/>
                  </a:lnTo>
                  <a:lnTo>
                    <a:pt x="246900" y="654858"/>
                  </a:lnTo>
                  <a:lnTo>
                    <a:pt x="245997" y="654484"/>
                  </a:lnTo>
                  <a:lnTo>
                    <a:pt x="238030" y="654171"/>
                  </a:lnTo>
                  <a:lnTo>
                    <a:pt x="198544" y="644161"/>
                  </a:lnTo>
                  <a:lnTo>
                    <a:pt x="161433" y="634753"/>
                  </a:lnTo>
                  <a:lnTo>
                    <a:pt x="128045" y="626289"/>
                  </a:lnTo>
                  <a:lnTo>
                    <a:pt x="117989" y="617444"/>
                  </a:lnTo>
                  <a:lnTo>
                    <a:pt x="99446" y="620472"/>
                  </a:lnTo>
                  <a:lnTo>
                    <a:pt x="98765" y="619296"/>
                  </a:lnTo>
                  <a:lnTo>
                    <a:pt x="96798" y="616926"/>
                  </a:lnTo>
                  <a:lnTo>
                    <a:pt x="95396" y="613992"/>
                  </a:lnTo>
                  <a:lnTo>
                    <a:pt x="93388" y="611039"/>
                  </a:lnTo>
                  <a:lnTo>
                    <a:pt x="92023" y="608682"/>
                  </a:lnTo>
                  <a:lnTo>
                    <a:pt x="91184" y="605177"/>
                  </a:lnTo>
                  <a:lnTo>
                    <a:pt x="89778" y="602233"/>
                  </a:lnTo>
                  <a:lnTo>
                    <a:pt x="89504" y="598153"/>
                  </a:lnTo>
                  <a:lnTo>
                    <a:pt x="88819" y="596970"/>
                  </a:lnTo>
                  <a:lnTo>
                    <a:pt x="88505" y="592296"/>
                  </a:lnTo>
                  <a:lnTo>
                    <a:pt x="88385" y="590544"/>
                  </a:lnTo>
                  <a:lnTo>
                    <a:pt x="88179" y="587632"/>
                  </a:lnTo>
                  <a:lnTo>
                    <a:pt x="87931" y="584133"/>
                  </a:lnTo>
                  <a:lnTo>
                    <a:pt x="87114" y="581202"/>
                  </a:lnTo>
                  <a:lnTo>
                    <a:pt x="86906" y="578279"/>
                  </a:lnTo>
                  <a:lnTo>
                    <a:pt x="86698" y="575352"/>
                  </a:lnTo>
                  <a:lnTo>
                    <a:pt x="86323" y="570075"/>
                  </a:lnTo>
                  <a:lnTo>
                    <a:pt x="86768" y="567735"/>
                  </a:lnTo>
                  <a:lnTo>
                    <a:pt x="86602" y="565383"/>
                  </a:lnTo>
                  <a:lnTo>
                    <a:pt x="86351" y="561851"/>
                  </a:lnTo>
                  <a:lnTo>
                    <a:pt x="86671" y="557733"/>
                  </a:lnTo>
                  <a:lnTo>
                    <a:pt x="86987" y="554266"/>
                  </a:lnTo>
                  <a:lnTo>
                    <a:pt x="86784" y="551952"/>
                  </a:lnTo>
                  <a:lnTo>
                    <a:pt x="87094" y="548482"/>
                  </a:lnTo>
                  <a:lnTo>
                    <a:pt x="86789" y="544997"/>
                  </a:lnTo>
                  <a:lnTo>
                    <a:pt x="86535" y="542087"/>
                  </a:lnTo>
                  <a:lnTo>
                    <a:pt x="86178" y="538005"/>
                  </a:lnTo>
                  <a:lnTo>
                    <a:pt x="86641" y="536261"/>
                  </a:lnTo>
                  <a:lnTo>
                    <a:pt x="86952" y="532758"/>
                  </a:lnTo>
                  <a:lnTo>
                    <a:pt x="87315" y="529835"/>
                  </a:lnTo>
                  <a:lnTo>
                    <a:pt x="87679" y="526906"/>
                  </a:lnTo>
                  <a:lnTo>
                    <a:pt x="88094" y="524560"/>
                  </a:lnTo>
                  <a:lnTo>
                    <a:pt x="88459" y="521622"/>
                  </a:lnTo>
                  <a:lnTo>
                    <a:pt x="88153" y="518081"/>
                  </a:lnTo>
                  <a:lnTo>
                    <a:pt x="89140" y="515137"/>
                  </a:lnTo>
                  <a:lnTo>
                    <a:pt x="89609" y="513366"/>
                  </a:lnTo>
                  <a:lnTo>
                    <a:pt x="89303" y="509808"/>
                  </a:lnTo>
                  <a:lnTo>
                    <a:pt x="89722" y="507437"/>
                  </a:lnTo>
                  <a:lnTo>
                    <a:pt x="90714" y="504473"/>
                  </a:lnTo>
                  <a:lnTo>
                    <a:pt x="91134" y="502094"/>
                  </a:lnTo>
                  <a:lnTo>
                    <a:pt x="92180" y="499716"/>
                  </a:lnTo>
                  <a:lnTo>
                    <a:pt x="93177" y="496736"/>
                  </a:lnTo>
                  <a:lnTo>
                    <a:pt x="94751" y="493155"/>
                  </a:lnTo>
                  <a:lnTo>
                    <a:pt x="96430" y="490766"/>
                  </a:lnTo>
                  <a:lnTo>
                    <a:pt x="97534" y="488971"/>
                  </a:lnTo>
                  <a:lnTo>
                    <a:pt x="100475" y="486583"/>
                  </a:lnTo>
                  <a:lnTo>
                    <a:pt x="101583" y="484782"/>
                  </a:lnTo>
                  <a:lnTo>
                    <a:pt x="103953" y="482986"/>
                  </a:lnTo>
                  <a:lnTo>
                    <a:pt x="105695" y="481183"/>
                  </a:lnTo>
                  <a:lnTo>
                    <a:pt x="108072" y="479381"/>
                  </a:lnTo>
                  <a:lnTo>
                    <a:pt x="110452" y="477576"/>
                  </a:lnTo>
                  <a:lnTo>
                    <a:pt x="111572" y="475762"/>
                  </a:lnTo>
                  <a:lnTo>
                    <a:pt x="113958" y="473951"/>
                  </a:lnTo>
                  <a:lnTo>
                    <a:pt x="116349" y="472138"/>
                  </a:lnTo>
                  <a:lnTo>
                    <a:pt x="118743" y="470321"/>
                  </a:lnTo>
                  <a:lnTo>
                    <a:pt x="120461" y="467888"/>
                  </a:lnTo>
                  <a:lnTo>
                    <a:pt x="122369" y="467223"/>
                  </a:lnTo>
                  <a:lnTo>
                    <a:pt x="124909" y="465228"/>
                  </a:lnTo>
                  <a:lnTo>
                    <a:pt x="127497" y="463841"/>
                  </a:lnTo>
                  <a:lnTo>
                    <a:pt x="130037" y="461846"/>
                  </a:lnTo>
                  <a:lnTo>
                    <a:pt x="131907" y="459892"/>
                  </a:lnTo>
                  <a:lnTo>
                    <a:pt x="134355" y="456678"/>
                  </a:lnTo>
                  <a:lnTo>
                    <a:pt x="136180" y="454112"/>
                  </a:lnTo>
                  <a:lnTo>
                    <a:pt x="137383" y="452197"/>
                  </a:lnTo>
                  <a:lnTo>
                    <a:pt x="139744" y="447751"/>
                  </a:lnTo>
                  <a:lnTo>
                    <a:pt x="141620" y="445791"/>
                  </a:lnTo>
                  <a:lnTo>
                    <a:pt x="141438" y="443338"/>
                  </a:lnTo>
                  <a:lnTo>
                    <a:pt x="143316" y="441376"/>
                  </a:lnTo>
                  <a:lnTo>
                    <a:pt x="145150" y="438798"/>
                  </a:lnTo>
                  <a:lnTo>
                    <a:pt x="146318" y="436251"/>
                  </a:lnTo>
                  <a:lnTo>
                    <a:pt x="148105" y="431717"/>
                  </a:lnTo>
                  <a:lnTo>
                    <a:pt x="148614" y="428521"/>
                  </a:lnTo>
                  <a:lnTo>
                    <a:pt x="150435" y="424612"/>
                  </a:lnTo>
                  <a:lnTo>
                    <a:pt x="151553" y="420107"/>
                  </a:lnTo>
                  <a:lnTo>
                    <a:pt x="152161" y="418802"/>
                  </a:lnTo>
                  <a:lnTo>
                    <a:pt x="152704" y="416230"/>
                  </a:lnTo>
                  <a:lnTo>
                    <a:pt x="152511" y="412425"/>
                  </a:lnTo>
                  <a:lnTo>
                    <a:pt x="153055" y="409849"/>
                  </a:lnTo>
                  <a:lnTo>
                    <a:pt x="154241" y="406598"/>
                  </a:lnTo>
                  <a:lnTo>
                    <a:pt x="154785" y="404018"/>
                  </a:lnTo>
                  <a:lnTo>
                    <a:pt x="156004" y="401400"/>
                  </a:lnTo>
                  <a:lnTo>
                    <a:pt x="156471" y="396888"/>
                  </a:lnTo>
                  <a:lnTo>
                    <a:pt x="157085" y="395574"/>
                  </a:lnTo>
                  <a:lnTo>
                    <a:pt x="156940" y="392369"/>
                  </a:lnTo>
                  <a:lnTo>
                    <a:pt x="156796" y="389161"/>
                  </a:lnTo>
                  <a:lnTo>
                    <a:pt x="156651" y="385950"/>
                  </a:lnTo>
                  <a:lnTo>
                    <a:pt x="156477" y="382094"/>
                  </a:lnTo>
                  <a:lnTo>
                    <a:pt x="155718" y="380194"/>
                  </a:lnTo>
                  <a:lnTo>
                    <a:pt x="155601" y="377619"/>
                  </a:lnTo>
                  <a:lnTo>
                    <a:pt x="155427" y="373752"/>
                  </a:lnTo>
                  <a:lnTo>
                    <a:pt x="154637" y="371202"/>
                  </a:lnTo>
                  <a:lnTo>
                    <a:pt x="154490" y="367974"/>
                  </a:lnTo>
                  <a:lnTo>
                    <a:pt x="154344" y="364743"/>
                  </a:lnTo>
                  <a:lnTo>
                    <a:pt x="154169" y="360862"/>
                  </a:lnTo>
                  <a:lnTo>
                    <a:pt x="147612" y="350739"/>
                  </a:lnTo>
                  <a:lnTo>
                    <a:pt x="130800" y="326536"/>
                  </a:lnTo>
                  <a:lnTo>
                    <a:pt x="128590" y="323329"/>
                  </a:lnTo>
                  <a:lnTo>
                    <a:pt x="126377" y="320116"/>
                  </a:lnTo>
                  <a:lnTo>
                    <a:pt x="124910" y="318191"/>
                  </a:lnTo>
                  <a:lnTo>
                    <a:pt x="123392" y="314941"/>
                  </a:lnTo>
                  <a:lnTo>
                    <a:pt x="122629" y="312979"/>
                  </a:lnTo>
                  <a:lnTo>
                    <a:pt x="120446" y="309736"/>
                  </a:lnTo>
                  <a:lnTo>
                    <a:pt x="119000" y="307121"/>
                  </a:lnTo>
                  <a:lnTo>
                    <a:pt x="118866" y="303807"/>
                  </a:lnTo>
                  <a:lnTo>
                    <a:pt x="118705" y="299828"/>
                  </a:lnTo>
                  <a:lnTo>
                    <a:pt x="118571" y="296509"/>
                  </a:lnTo>
                  <a:lnTo>
                    <a:pt x="118384" y="291860"/>
                  </a:lnTo>
                  <a:lnTo>
                    <a:pt x="118303" y="289867"/>
                  </a:lnTo>
                  <a:lnTo>
                    <a:pt x="118867" y="287191"/>
                  </a:lnTo>
                  <a:lnTo>
                    <a:pt x="118760" y="284531"/>
                  </a:lnTo>
                  <a:lnTo>
                    <a:pt x="119968" y="281170"/>
                  </a:lnTo>
                  <a:lnTo>
                    <a:pt x="121864" y="277789"/>
                  </a:lnTo>
                  <a:lnTo>
                    <a:pt x="123815" y="274396"/>
                  </a:lnTo>
                  <a:lnTo>
                    <a:pt x="125097" y="271691"/>
                  </a:lnTo>
                  <a:lnTo>
                    <a:pt x="126379" y="268986"/>
                  </a:lnTo>
                  <a:lnTo>
                    <a:pt x="128355" y="266262"/>
                  </a:lnTo>
                  <a:lnTo>
                    <a:pt x="129637" y="263558"/>
                  </a:lnTo>
                  <a:lnTo>
                    <a:pt x="130945" y="261520"/>
                  </a:lnTo>
                  <a:lnTo>
                    <a:pt x="133614" y="258780"/>
                  </a:lnTo>
                  <a:lnTo>
                    <a:pt x="136281" y="256042"/>
                  </a:lnTo>
                  <a:lnTo>
                    <a:pt x="138307" y="254656"/>
                  </a:lnTo>
                  <a:lnTo>
                    <a:pt x="141023" y="253253"/>
                  </a:lnTo>
                  <a:lnTo>
                    <a:pt x="144453" y="252500"/>
                  </a:lnTo>
                  <a:lnTo>
                    <a:pt x="147905" y="252413"/>
                  </a:lnTo>
                  <a:lnTo>
                    <a:pt x="151351" y="252326"/>
                  </a:lnTo>
                  <a:lnTo>
                    <a:pt x="154792" y="252239"/>
                  </a:lnTo>
                  <a:lnTo>
                    <a:pt x="158227" y="252152"/>
                  </a:lnTo>
                  <a:lnTo>
                    <a:pt x="161657" y="252066"/>
                  </a:lnTo>
                  <a:lnTo>
                    <a:pt x="163738" y="252677"/>
                  </a:lnTo>
                  <a:lnTo>
                    <a:pt x="167159" y="252590"/>
                  </a:lnTo>
                  <a:lnTo>
                    <a:pt x="170648" y="254487"/>
                  </a:lnTo>
                  <a:lnTo>
                    <a:pt x="174082" y="255060"/>
                  </a:lnTo>
                  <a:lnTo>
                    <a:pt x="177534" y="256292"/>
                  </a:lnTo>
                  <a:lnTo>
                    <a:pt x="180285" y="257542"/>
                  </a:lnTo>
                  <a:lnTo>
                    <a:pt x="183673" y="258114"/>
                  </a:lnTo>
                  <a:lnTo>
                    <a:pt x="186385" y="258704"/>
                  </a:lnTo>
                  <a:lnTo>
                    <a:pt x="189784" y="259935"/>
                  </a:lnTo>
                  <a:lnTo>
                    <a:pt x="192508" y="261181"/>
                  </a:lnTo>
                  <a:lnTo>
                    <a:pt x="195247" y="263085"/>
                  </a:lnTo>
                  <a:lnTo>
                    <a:pt x="197277" y="263689"/>
                  </a:lnTo>
                  <a:lnTo>
                    <a:pt x="200645" y="264257"/>
                  </a:lnTo>
                  <a:lnTo>
                    <a:pt x="203340" y="264842"/>
                  </a:lnTo>
                  <a:lnTo>
                    <a:pt x="206015" y="264769"/>
                  </a:lnTo>
                  <a:lnTo>
                    <a:pt x="208687" y="264697"/>
                  </a:lnTo>
                  <a:lnTo>
                    <a:pt x="212006" y="263950"/>
                  </a:lnTo>
                  <a:lnTo>
                    <a:pt x="214007" y="263896"/>
                  </a:lnTo>
                  <a:lnTo>
                    <a:pt x="224516" y="258367"/>
                  </a:lnTo>
                  <a:lnTo>
                    <a:pt x="294693" y="305250"/>
                  </a:lnTo>
                  <a:lnTo>
                    <a:pt x="302768" y="297347"/>
                  </a:lnTo>
                  <a:lnTo>
                    <a:pt x="301057" y="296585"/>
                  </a:lnTo>
                  <a:lnTo>
                    <a:pt x="298899" y="294998"/>
                  </a:lnTo>
                  <a:lnTo>
                    <a:pt x="297182" y="294233"/>
                  </a:lnTo>
                  <a:lnTo>
                    <a:pt x="295452" y="293044"/>
                  </a:lnTo>
                  <a:lnTo>
                    <a:pt x="294155" y="292257"/>
                  </a:lnTo>
                  <a:lnTo>
                    <a:pt x="292003" y="291508"/>
                  </a:lnTo>
                  <a:lnTo>
                    <a:pt x="290692" y="290295"/>
                  </a:lnTo>
                  <a:lnTo>
                    <a:pt x="288523" y="289118"/>
                  </a:lnTo>
                  <a:lnTo>
                    <a:pt x="287646" y="288307"/>
                  </a:lnTo>
                  <a:lnTo>
                    <a:pt x="285471" y="287126"/>
                  </a:lnTo>
                  <a:lnTo>
                    <a:pt x="284162" y="286332"/>
                  </a:lnTo>
                  <a:lnTo>
                    <a:pt x="282411" y="285129"/>
                  </a:lnTo>
                  <a:lnTo>
                    <a:pt x="280667" y="284351"/>
                  </a:lnTo>
                  <a:lnTo>
                    <a:pt x="278910" y="283144"/>
                  </a:lnTo>
                  <a:lnTo>
                    <a:pt x="277171" y="282790"/>
                  </a:lnTo>
                  <a:lnTo>
                    <a:pt x="275408" y="281580"/>
                  </a:lnTo>
                  <a:lnTo>
                    <a:pt x="273208" y="280387"/>
                  </a:lnTo>
                  <a:lnTo>
                    <a:pt x="271882" y="279586"/>
                  </a:lnTo>
                  <a:lnTo>
                    <a:pt x="270555" y="278784"/>
                  </a:lnTo>
                  <a:lnTo>
                    <a:pt x="268342" y="277587"/>
                  </a:lnTo>
                  <a:lnTo>
                    <a:pt x="267447" y="276765"/>
                  </a:lnTo>
                  <a:lnTo>
                    <a:pt x="265228" y="275564"/>
                  </a:lnTo>
                  <a:lnTo>
                    <a:pt x="263003" y="274360"/>
                  </a:lnTo>
                  <a:lnTo>
                    <a:pt x="262103" y="273534"/>
                  </a:lnTo>
                  <a:lnTo>
                    <a:pt x="259872" y="272327"/>
                  </a:lnTo>
                  <a:lnTo>
                    <a:pt x="258088" y="271531"/>
                  </a:lnTo>
                  <a:lnTo>
                    <a:pt x="256301" y="270734"/>
                  </a:lnTo>
                  <a:lnTo>
                    <a:pt x="254499" y="269504"/>
                  </a:lnTo>
                  <a:lnTo>
                    <a:pt x="252705" y="268704"/>
                  </a:lnTo>
                  <a:lnTo>
                    <a:pt x="250897" y="267470"/>
                  </a:lnTo>
                  <a:lnTo>
                    <a:pt x="249086" y="266233"/>
                  </a:lnTo>
                  <a:lnTo>
                    <a:pt x="247283" y="265428"/>
                  </a:lnTo>
                  <a:lnTo>
                    <a:pt x="245453" y="263754"/>
                  </a:lnTo>
                  <a:lnTo>
                    <a:pt x="244079" y="262496"/>
                  </a:lnTo>
                  <a:lnTo>
                    <a:pt x="242702" y="261237"/>
                  </a:lnTo>
                  <a:lnTo>
                    <a:pt x="241772" y="259962"/>
                  </a:lnTo>
                  <a:lnTo>
                    <a:pt x="240828" y="258250"/>
                  </a:lnTo>
                  <a:lnTo>
                    <a:pt x="230907" y="251520"/>
                  </a:lnTo>
                  <a:lnTo>
                    <a:pt x="230463" y="251119"/>
                  </a:lnTo>
                  <a:lnTo>
                    <a:pt x="229989" y="249420"/>
                  </a:lnTo>
                  <a:lnTo>
                    <a:pt x="229081" y="247751"/>
                  </a:lnTo>
                  <a:lnTo>
                    <a:pt x="228172" y="246081"/>
                  </a:lnTo>
                  <a:lnTo>
                    <a:pt x="227698" y="244379"/>
                  </a:lnTo>
                  <a:lnTo>
                    <a:pt x="226788" y="242707"/>
                  </a:lnTo>
                  <a:lnTo>
                    <a:pt x="225443" y="241064"/>
                  </a:lnTo>
                  <a:lnTo>
                    <a:pt x="224967" y="239360"/>
                  </a:lnTo>
                  <a:lnTo>
                    <a:pt x="223620" y="237715"/>
                  </a:lnTo>
                  <a:lnTo>
                    <a:pt x="222272" y="236068"/>
                  </a:lnTo>
                  <a:lnTo>
                    <a:pt x="221369" y="234825"/>
                  </a:lnTo>
                  <a:lnTo>
                    <a:pt x="220455" y="233147"/>
                  </a:lnTo>
                  <a:lnTo>
                    <a:pt x="219104" y="231496"/>
                  </a:lnTo>
                  <a:lnTo>
                    <a:pt x="217752" y="229845"/>
                  </a:lnTo>
                  <a:lnTo>
                    <a:pt x="216847" y="228598"/>
                  </a:lnTo>
                  <a:lnTo>
                    <a:pt x="215493" y="226944"/>
                  </a:lnTo>
                  <a:lnTo>
                    <a:pt x="214576" y="225260"/>
                  </a:lnTo>
                  <a:lnTo>
                    <a:pt x="212791" y="224067"/>
                  </a:lnTo>
                  <a:lnTo>
                    <a:pt x="211873" y="222394"/>
                  </a:lnTo>
                  <a:lnTo>
                    <a:pt x="210526" y="221208"/>
                  </a:lnTo>
                  <a:lnTo>
                    <a:pt x="209167" y="219590"/>
                  </a:lnTo>
                  <a:lnTo>
                    <a:pt x="208246" y="217936"/>
                  </a:lnTo>
                  <a:lnTo>
                    <a:pt x="206894" y="216745"/>
                  </a:lnTo>
                  <a:lnTo>
                    <a:pt x="205099" y="215585"/>
                  </a:lnTo>
                  <a:lnTo>
                    <a:pt x="203743" y="214391"/>
                  </a:lnTo>
                  <a:lnTo>
                    <a:pt x="201944" y="213228"/>
                  </a:lnTo>
                  <a:lnTo>
                    <a:pt x="200584" y="212030"/>
                  </a:lnTo>
                  <a:lnTo>
                    <a:pt x="198757" y="209998"/>
                  </a:lnTo>
                  <a:lnTo>
                    <a:pt x="197859" y="209630"/>
                  </a:lnTo>
                  <a:lnTo>
                    <a:pt x="196483" y="207995"/>
                  </a:lnTo>
                  <a:lnTo>
                    <a:pt x="194661" y="206389"/>
                  </a:lnTo>
                  <a:lnTo>
                    <a:pt x="193292" y="205183"/>
                  </a:lnTo>
                  <a:lnTo>
                    <a:pt x="191464" y="203573"/>
                  </a:lnTo>
                  <a:lnTo>
                    <a:pt x="190091" y="202363"/>
                  </a:lnTo>
                  <a:lnTo>
                    <a:pt x="188704" y="200717"/>
                  </a:lnTo>
                  <a:lnTo>
                    <a:pt x="186868" y="199099"/>
                  </a:lnTo>
                  <a:lnTo>
                    <a:pt x="185041" y="197915"/>
                  </a:lnTo>
                  <a:lnTo>
                    <a:pt x="182750" y="196323"/>
                  </a:lnTo>
                  <a:lnTo>
                    <a:pt x="181355" y="194662"/>
                  </a:lnTo>
                  <a:lnTo>
                    <a:pt x="179535" y="193893"/>
                  </a:lnTo>
                  <a:lnTo>
                    <a:pt x="178163" y="193093"/>
                  </a:lnTo>
                  <a:lnTo>
                    <a:pt x="176780" y="191844"/>
                  </a:lnTo>
                  <a:lnTo>
                    <a:pt x="174492" y="190656"/>
                  </a:lnTo>
                  <a:lnTo>
                    <a:pt x="173126" y="190300"/>
                  </a:lnTo>
                  <a:lnTo>
                    <a:pt x="171285" y="189079"/>
                  </a:lnTo>
                  <a:lnTo>
                    <a:pt x="169442" y="187857"/>
                  </a:lnTo>
                  <a:lnTo>
                    <a:pt x="167608" y="187081"/>
                  </a:lnTo>
                  <a:lnTo>
                    <a:pt x="165316" y="186334"/>
                  </a:lnTo>
                  <a:lnTo>
                    <a:pt x="163032" y="186036"/>
                  </a:lnTo>
                  <a:lnTo>
                    <a:pt x="161189" y="185257"/>
                  </a:lnTo>
                  <a:lnTo>
                    <a:pt x="158909" y="185408"/>
                  </a:lnTo>
                  <a:lnTo>
                    <a:pt x="156625" y="185558"/>
                  </a:lnTo>
                  <a:lnTo>
                    <a:pt x="153879" y="185738"/>
                  </a:lnTo>
                  <a:lnTo>
                    <a:pt x="152046" y="185859"/>
                  </a:lnTo>
                  <a:lnTo>
                    <a:pt x="150211" y="185980"/>
                  </a:lnTo>
                  <a:lnTo>
                    <a:pt x="148373" y="186101"/>
                  </a:lnTo>
                  <a:lnTo>
                    <a:pt x="145151" y="186313"/>
                  </a:lnTo>
                  <a:lnTo>
                    <a:pt x="142846" y="186465"/>
                  </a:lnTo>
                  <a:lnTo>
                    <a:pt x="140537" y="186617"/>
                  </a:lnTo>
                  <a:lnTo>
                    <a:pt x="137772" y="187253"/>
                  </a:lnTo>
                  <a:lnTo>
                    <a:pt x="135918" y="187375"/>
                  </a:lnTo>
                  <a:lnTo>
                    <a:pt x="134063" y="187497"/>
                  </a:lnTo>
                  <a:lnTo>
                    <a:pt x="131740" y="187651"/>
                  </a:lnTo>
                  <a:lnTo>
                    <a:pt x="128948" y="187835"/>
                  </a:lnTo>
                  <a:lnTo>
                    <a:pt x="126135" y="188043"/>
                  </a:lnTo>
                  <a:lnTo>
                    <a:pt x="123312" y="188259"/>
                  </a:lnTo>
                  <a:lnTo>
                    <a:pt x="120966" y="188422"/>
                  </a:lnTo>
                  <a:lnTo>
                    <a:pt x="117737" y="188560"/>
                  </a:lnTo>
                  <a:lnTo>
                    <a:pt x="115890" y="188640"/>
                  </a:lnTo>
                  <a:lnTo>
                    <a:pt x="114042" y="188719"/>
                  </a:lnTo>
                  <a:lnTo>
                    <a:pt x="111269" y="188838"/>
                  </a:lnTo>
                  <a:lnTo>
                    <a:pt x="109419" y="188918"/>
                  </a:lnTo>
                  <a:lnTo>
                    <a:pt x="107104" y="189017"/>
                  </a:lnTo>
                  <a:lnTo>
                    <a:pt x="104788" y="189117"/>
                  </a:lnTo>
                  <a:lnTo>
                    <a:pt x="102007" y="189236"/>
                  </a:lnTo>
                  <a:lnTo>
                    <a:pt x="99687" y="189336"/>
                  </a:lnTo>
                  <a:lnTo>
                    <a:pt x="97830" y="189415"/>
                  </a:lnTo>
                  <a:lnTo>
                    <a:pt x="95973" y="189495"/>
                  </a:lnTo>
                  <a:lnTo>
                    <a:pt x="93649" y="189595"/>
                  </a:lnTo>
                  <a:lnTo>
                    <a:pt x="91774" y="189222"/>
                  </a:lnTo>
                  <a:lnTo>
                    <a:pt x="89898" y="188849"/>
                  </a:lnTo>
                  <a:lnTo>
                    <a:pt x="87541" y="188042"/>
                  </a:lnTo>
                  <a:lnTo>
                    <a:pt x="85166" y="186781"/>
                  </a:lnTo>
                  <a:lnTo>
                    <a:pt x="83257" y="185499"/>
                  </a:lnTo>
                  <a:lnTo>
                    <a:pt x="81316" y="183308"/>
                  </a:lnTo>
                  <a:lnTo>
                    <a:pt x="79855" y="181550"/>
                  </a:lnTo>
                  <a:lnTo>
                    <a:pt x="77912" y="179355"/>
                  </a:lnTo>
                  <a:lnTo>
                    <a:pt x="76902" y="177121"/>
                  </a:lnTo>
                  <a:lnTo>
                    <a:pt x="75906" y="175339"/>
                  </a:lnTo>
                  <a:lnTo>
                    <a:pt x="75393" y="173993"/>
                  </a:lnTo>
                  <a:lnTo>
                    <a:pt x="74382" y="171755"/>
                  </a:lnTo>
                  <a:lnTo>
                    <a:pt x="73853" y="169953"/>
                  </a:lnTo>
                  <a:lnTo>
                    <a:pt x="73309" y="167694"/>
                  </a:lnTo>
                  <a:lnTo>
                    <a:pt x="72795" y="166345"/>
                  </a:lnTo>
                  <a:lnTo>
                    <a:pt x="72251" y="164085"/>
                  </a:lnTo>
                  <a:lnTo>
                    <a:pt x="71706" y="161823"/>
                  </a:lnTo>
                  <a:lnTo>
                    <a:pt x="71646" y="159999"/>
                  </a:lnTo>
                  <a:lnTo>
                    <a:pt x="71101" y="157735"/>
                  </a:lnTo>
                  <a:lnTo>
                    <a:pt x="70994" y="154540"/>
                  </a:lnTo>
                  <a:lnTo>
                    <a:pt x="70934" y="152714"/>
                  </a:lnTo>
                  <a:lnTo>
                    <a:pt x="70888" y="151344"/>
                  </a:lnTo>
                  <a:lnTo>
                    <a:pt x="70358" y="149534"/>
                  </a:lnTo>
                  <a:lnTo>
                    <a:pt x="70297" y="147706"/>
                  </a:lnTo>
                  <a:lnTo>
                    <a:pt x="69766" y="145894"/>
                  </a:lnTo>
                  <a:lnTo>
                    <a:pt x="69190" y="142710"/>
                  </a:lnTo>
                  <a:lnTo>
                    <a:pt x="69129" y="140880"/>
                  </a:lnTo>
                  <a:lnTo>
                    <a:pt x="61498" y="122488"/>
                  </a:lnTo>
                  <a:lnTo>
                    <a:pt x="60366" y="120260"/>
                  </a:lnTo>
                  <a:lnTo>
                    <a:pt x="59294" y="118938"/>
                  </a:lnTo>
                  <a:lnTo>
                    <a:pt x="58189" y="117159"/>
                  </a:lnTo>
                  <a:lnTo>
                    <a:pt x="56069" y="114960"/>
                  </a:lnTo>
                  <a:lnTo>
                    <a:pt x="46338" y="103378"/>
                  </a:lnTo>
                  <a:lnTo>
                    <a:pt x="69424" y="79412"/>
                  </a:lnTo>
                  <a:lnTo>
                    <a:pt x="30078" y="39783"/>
                  </a:lnTo>
                  <a:lnTo>
                    <a:pt x="0" y="11148"/>
                  </a:lnTo>
                  <a:lnTo>
                    <a:pt x="22320" y="0"/>
                  </a:lnTo>
                  <a:lnTo>
                    <a:pt x="47763" y="7900"/>
                  </a:lnTo>
                  <a:lnTo>
                    <a:pt x="82419" y="18661"/>
                  </a:lnTo>
                  <a:lnTo>
                    <a:pt x="108203" y="266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9"/>
            <p:cNvSpPr/>
            <p:nvPr/>
          </p:nvSpPr>
          <p:spPr>
            <a:xfrm>
              <a:off x="2989550" y="3845792"/>
              <a:ext cx="99553" cy="45843"/>
            </a:xfrm>
            <a:custGeom>
              <a:avLst/>
              <a:pathLst>
                <a:path w="99553" h="45843">
                  <a:moveTo>
                    <a:pt x="35972" y="13398"/>
                  </a:moveTo>
                  <a:lnTo>
                    <a:pt x="96990" y="0"/>
                  </a:lnTo>
                  <a:lnTo>
                    <a:pt x="97822" y="6159"/>
                  </a:lnTo>
                  <a:lnTo>
                    <a:pt x="99553" y="18972"/>
                  </a:lnTo>
                  <a:lnTo>
                    <a:pt x="92906" y="22190"/>
                  </a:lnTo>
                  <a:lnTo>
                    <a:pt x="44954" y="36714"/>
                  </a:lnTo>
                  <a:lnTo>
                    <a:pt x="37620" y="38936"/>
                  </a:lnTo>
                  <a:lnTo>
                    <a:pt x="6291" y="45843"/>
                  </a:lnTo>
                  <a:lnTo>
                    <a:pt x="5813" y="43092"/>
                  </a:lnTo>
                  <a:lnTo>
                    <a:pt x="5007" y="38460"/>
                  </a:lnTo>
                  <a:lnTo>
                    <a:pt x="3929" y="32260"/>
                  </a:lnTo>
                  <a:lnTo>
                    <a:pt x="3015" y="27005"/>
                  </a:lnTo>
                  <a:lnTo>
                    <a:pt x="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70"/>
            <p:cNvSpPr/>
            <p:nvPr/>
          </p:nvSpPr>
          <p:spPr>
            <a:xfrm>
              <a:off x="2854686" y="3476487"/>
              <a:ext cx="53129" cy="84515"/>
            </a:xfrm>
            <a:custGeom>
              <a:avLst/>
              <a:pathLst>
                <a:path w="53129" h="84515">
                  <a:moveTo>
                    <a:pt x="12468" y="4004"/>
                  </a:moveTo>
                  <a:lnTo>
                    <a:pt x="21026" y="2864"/>
                  </a:lnTo>
                  <a:lnTo>
                    <a:pt x="42519" y="0"/>
                  </a:lnTo>
                  <a:lnTo>
                    <a:pt x="46319" y="6526"/>
                  </a:lnTo>
                  <a:lnTo>
                    <a:pt x="50588" y="13856"/>
                  </a:lnTo>
                  <a:lnTo>
                    <a:pt x="53129" y="18219"/>
                  </a:lnTo>
                  <a:lnTo>
                    <a:pt x="52184" y="29559"/>
                  </a:lnTo>
                  <a:lnTo>
                    <a:pt x="51013" y="43609"/>
                  </a:lnTo>
                  <a:lnTo>
                    <a:pt x="50775" y="46468"/>
                  </a:lnTo>
                  <a:lnTo>
                    <a:pt x="27306" y="66888"/>
                  </a:lnTo>
                  <a:lnTo>
                    <a:pt x="24360" y="69451"/>
                  </a:lnTo>
                  <a:lnTo>
                    <a:pt x="7047" y="84515"/>
                  </a:lnTo>
                  <a:lnTo>
                    <a:pt x="1648" y="79486"/>
                  </a:lnTo>
                  <a:lnTo>
                    <a:pt x="1820" y="74176"/>
                  </a:lnTo>
                  <a:lnTo>
                    <a:pt x="2064" y="66616"/>
                  </a:lnTo>
                  <a:lnTo>
                    <a:pt x="2379" y="56847"/>
                  </a:lnTo>
                  <a:lnTo>
                    <a:pt x="2631" y="49010"/>
                  </a:lnTo>
                  <a:lnTo>
                    <a:pt x="2913" y="42042"/>
                  </a:lnTo>
                  <a:lnTo>
                    <a:pt x="3357" y="31093"/>
                  </a:lnTo>
                  <a:lnTo>
                    <a:pt x="909" y="16520"/>
                  </a:lnTo>
                  <a:lnTo>
                    <a:pt x="0" y="11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1"/>
            <p:cNvSpPr/>
            <p:nvPr/>
          </p:nvSpPr>
          <p:spPr>
            <a:xfrm>
              <a:off x="2913491" y="3495608"/>
              <a:ext cx="70469" cy="45379"/>
            </a:xfrm>
            <a:custGeom>
              <a:avLst/>
              <a:pathLst>
                <a:path w="70469" h="45379">
                  <a:moveTo>
                    <a:pt x="36421" y="271"/>
                  </a:moveTo>
                  <a:lnTo>
                    <a:pt x="69920" y="0"/>
                  </a:lnTo>
                  <a:lnTo>
                    <a:pt x="69983" y="2609"/>
                  </a:lnTo>
                  <a:lnTo>
                    <a:pt x="70219" y="12411"/>
                  </a:lnTo>
                  <a:lnTo>
                    <a:pt x="70469" y="22787"/>
                  </a:lnTo>
                  <a:lnTo>
                    <a:pt x="67487" y="25564"/>
                  </a:lnTo>
                  <a:lnTo>
                    <a:pt x="57053" y="35281"/>
                  </a:lnTo>
                  <a:lnTo>
                    <a:pt x="46210" y="45379"/>
                  </a:lnTo>
                  <a:lnTo>
                    <a:pt x="40055" y="44898"/>
                  </a:lnTo>
                  <a:lnTo>
                    <a:pt x="33422" y="44379"/>
                  </a:lnTo>
                  <a:lnTo>
                    <a:pt x="27015" y="43878"/>
                  </a:lnTo>
                  <a:lnTo>
                    <a:pt x="21077" y="43413"/>
                  </a:lnTo>
                  <a:lnTo>
                    <a:pt x="13034" y="42784"/>
                  </a:lnTo>
                  <a:lnTo>
                    <a:pt x="8919" y="42462"/>
                  </a:lnTo>
                  <a:lnTo>
                    <a:pt x="557" y="41808"/>
                  </a:lnTo>
                  <a:lnTo>
                    <a:pt x="499" y="37539"/>
                  </a:lnTo>
                  <a:lnTo>
                    <a:pt x="431" y="32527"/>
                  </a:lnTo>
                  <a:lnTo>
                    <a:pt x="363" y="27498"/>
                  </a:lnTo>
                  <a:lnTo>
                    <a:pt x="285" y="21711"/>
                  </a:lnTo>
                  <a:lnTo>
                    <a:pt x="207" y="15956"/>
                  </a:lnTo>
                  <a:lnTo>
                    <a:pt x="119" y="9416"/>
                  </a:lnTo>
                  <a:lnTo>
                    <a:pt x="0" y="56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2"/>
            <p:cNvSpPr/>
            <p:nvPr/>
          </p:nvSpPr>
          <p:spPr>
            <a:xfrm>
              <a:off x="2990431" y="3495162"/>
              <a:ext cx="50754" cy="47448"/>
            </a:xfrm>
            <a:custGeom>
              <a:avLst/>
              <a:pathLst>
                <a:path w="50754" h="47448">
                  <a:moveTo>
                    <a:pt x="25698" y="180"/>
                  </a:moveTo>
                  <a:lnTo>
                    <a:pt x="47974" y="0"/>
                  </a:lnTo>
                  <a:lnTo>
                    <a:pt x="48377" y="5859"/>
                  </a:lnTo>
                  <a:lnTo>
                    <a:pt x="48785" y="11801"/>
                  </a:lnTo>
                  <a:lnTo>
                    <a:pt x="49223" y="18177"/>
                  </a:lnTo>
                  <a:lnTo>
                    <a:pt x="49694" y="25031"/>
                  </a:lnTo>
                  <a:lnTo>
                    <a:pt x="50305" y="33919"/>
                  </a:lnTo>
                  <a:lnTo>
                    <a:pt x="50754" y="40444"/>
                  </a:lnTo>
                  <a:lnTo>
                    <a:pt x="29016" y="43454"/>
                  </a:lnTo>
                  <a:lnTo>
                    <a:pt x="164" y="47448"/>
                  </a:lnTo>
                  <a:lnTo>
                    <a:pt x="130" y="37906"/>
                  </a:lnTo>
                  <a:lnTo>
                    <a:pt x="103" y="30119"/>
                  </a:lnTo>
                  <a:lnTo>
                    <a:pt x="66" y="19560"/>
                  </a:lnTo>
                  <a:lnTo>
                    <a:pt x="0" y="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3"/>
            <p:cNvSpPr/>
            <p:nvPr/>
          </p:nvSpPr>
          <p:spPr>
            <a:xfrm>
              <a:off x="2888584" y="3555551"/>
              <a:ext cx="87742" cy="44797"/>
            </a:xfrm>
            <a:custGeom>
              <a:avLst/>
              <a:pathLst>
                <a:path w="87742" h="44797">
                  <a:moveTo>
                    <a:pt x="87742" y="19679"/>
                  </a:moveTo>
                  <a:lnTo>
                    <a:pt x="79861" y="21406"/>
                  </a:lnTo>
                  <a:lnTo>
                    <a:pt x="73409" y="22819"/>
                  </a:lnTo>
                  <a:lnTo>
                    <a:pt x="66996" y="23081"/>
                  </a:lnTo>
                  <a:lnTo>
                    <a:pt x="63170" y="23238"/>
                  </a:lnTo>
                  <a:lnTo>
                    <a:pt x="53160" y="21099"/>
                  </a:lnTo>
                  <a:lnTo>
                    <a:pt x="49451" y="20307"/>
                  </a:lnTo>
                  <a:lnTo>
                    <a:pt x="38879" y="25072"/>
                  </a:lnTo>
                  <a:lnTo>
                    <a:pt x="30408" y="28889"/>
                  </a:lnTo>
                  <a:lnTo>
                    <a:pt x="25161" y="33629"/>
                  </a:lnTo>
                  <a:lnTo>
                    <a:pt x="12798" y="44797"/>
                  </a:lnTo>
                  <a:lnTo>
                    <a:pt x="4474" y="35120"/>
                  </a:lnTo>
                  <a:lnTo>
                    <a:pt x="2355" y="32657"/>
                  </a:lnTo>
                  <a:lnTo>
                    <a:pt x="0" y="30462"/>
                  </a:lnTo>
                  <a:lnTo>
                    <a:pt x="26311" y="0"/>
                  </a:lnTo>
                  <a:lnTo>
                    <a:pt x="40329" y="160"/>
                  </a:lnTo>
                  <a:lnTo>
                    <a:pt x="67836" y="474"/>
                  </a:lnTo>
                  <a:lnTo>
                    <a:pt x="71145" y="4285"/>
                  </a:lnTo>
                  <a:lnTo>
                    <a:pt x="73765" y="7302"/>
                  </a:lnTo>
                  <a:lnTo>
                    <a:pt x="82948" y="8568"/>
                  </a:lnTo>
                  <a:lnTo>
                    <a:pt x="85397" y="12314"/>
                  </a:lnTo>
                  <a:lnTo>
                    <a:pt x="86965" y="147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4"/>
            <p:cNvSpPr/>
            <p:nvPr/>
          </p:nvSpPr>
          <p:spPr>
            <a:xfrm>
              <a:off x="2985987" y="3539873"/>
              <a:ext cx="69333" cy="29910"/>
            </a:xfrm>
            <a:custGeom>
              <a:avLst/>
              <a:pathLst>
                <a:path w="69333" h="29910">
                  <a:moveTo>
                    <a:pt x="62634" y="26227"/>
                  </a:moveTo>
                  <a:lnTo>
                    <a:pt x="39925" y="28186"/>
                  </a:lnTo>
                  <a:lnTo>
                    <a:pt x="24740" y="29496"/>
                  </a:lnTo>
                  <a:lnTo>
                    <a:pt x="1520" y="29910"/>
                  </a:lnTo>
                  <a:lnTo>
                    <a:pt x="879" y="23700"/>
                  </a:lnTo>
                  <a:lnTo>
                    <a:pt x="0" y="15172"/>
                  </a:lnTo>
                  <a:lnTo>
                    <a:pt x="34486" y="7396"/>
                  </a:lnTo>
                  <a:lnTo>
                    <a:pt x="67292" y="0"/>
                  </a:lnTo>
                  <a:lnTo>
                    <a:pt x="67883" y="7444"/>
                  </a:lnTo>
                  <a:lnTo>
                    <a:pt x="68652" y="17111"/>
                  </a:lnTo>
                  <a:lnTo>
                    <a:pt x="69333" y="25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5"/>
            <p:cNvSpPr/>
            <p:nvPr/>
          </p:nvSpPr>
          <p:spPr>
            <a:xfrm>
              <a:off x="3057316" y="3521074"/>
              <a:ext cx="25436" cy="44126"/>
            </a:xfrm>
            <a:custGeom>
              <a:avLst/>
              <a:pathLst>
                <a:path w="25436" h="44126">
                  <a:moveTo>
                    <a:pt x="25265" y="2726"/>
                  </a:moveTo>
                  <a:lnTo>
                    <a:pt x="25261" y="5405"/>
                  </a:lnTo>
                  <a:lnTo>
                    <a:pt x="25253" y="10247"/>
                  </a:lnTo>
                  <a:lnTo>
                    <a:pt x="25285" y="15861"/>
                  </a:lnTo>
                  <a:lnTo>
                    <a:pt x="25318" y="21724"/>
                  </a:lnTo>
                  <a:lnTo>
                    <a:pt x="25356" y="28231"/>
                  </a:lnTo>
                  <a:lnTo>
                    <a:pt x="25380" y="32399"/>
                  </a:lnTo>
                  <a:lnTo>
                    <a:pt x="25403" y="36589"/>
                  </a:lnTo>
                  <a:lnTo>
                    <a:pt x="25436" y="42243"/>
                  </a:lnTo>
                  <a:lnTo>
                    <a:pt x="17840" y="42862"/>
                  </a:lnTo>
                  <a:lnTo>
                    <a:pt x="2344" y="44126"/>
                  </a:lnTo>
                  <a:lnTo>
                    <a:pt x="1558" y="29342"/>
                  </a:lnTo>
                  <a:lnTo>
                    <a:pt x="975" y="18365"/>
                  </a:lnTo>
                  <a:lnTo>
                    <a:pt x="0" y="0"/>
                  </a:lnTo>
                  <a:lnTo>
                    <a:pt x="14647" y="154"/>
                  </a:lnTo>
                  <a:lnTo>
                    <a:pt x="24230" y="256"/>
                  </a:lnTo>
                  <a:lnTo>
                    <a:pt x="25269" y="2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6"/>
            <p:cNvSpPr/>
            <p:nvPr/>
          </p:nvSpPr>
          <p:spPr>
            <a:xfrm>
              <a:off x="3043726" y="3478995"/>
              <a:ext cx="38908" cy="34929"/>
            </a:xfrm>
            <a:custGeom>
              <a:avLst/>
              <a:pathLst>
                <a:path w="38908" h="34929">
                  <a:moveTo>
                    <a:pt x="23066" y="28250"/>
                  </a:moveTo>
                  <a:lnTo>
                    <a:pt x="1846" y="34929"/>
                  </a:lnTo>
                  <a:lnTo>
                    <a:pt x="1529" y="28931"/>
                  </a:lnTo>
                  <a:lnTo>
                    <a:pt x="1250" y="23659"/>
                  </a:lnTo>
                  <a:lnTo>
                    <a:pt x="865" y="16369"/>
                  </a:lnTo>
                  <a:lnTo>
                    <a:pt x="505" y="9566"/>
                  </a:lnTo>
                  <a:lnTo>
                    <a:pt x="0" y="0"/>
                  </a:lnTo>
                  <a:lnTo>
                    <a:pt x="13677" y="410"/>
                  </a:lnTo>
                  <a:lnTo>
                    <a:pt x="20789" y="1914"/>
                  </a:lnTo>
                  <a:lnTo>
                    <a:pt x="38812" y="5726"/>
                  </a:lnTo>
                  <a:lnTo>
                    <a:pt x="38908" y="13376"/>
                  </a:lnTo>
                  <a:lnTo>
                    <a:pt x="38891" y="23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7"/>
            <p:cNvSpPr/>
            <p:nvPr/>
          </p:nvSpPr>
          <p:spPr>
            <a:xfrm>
              <a:off x="3086861" y="3528041"/>
              <a:ext cx="48902" cy="27545"/>
            </a:xfrm>
            <a:custGeom>
              <a:avLst/>
              <a:pathLst>
                <a:path w="48902" h="27545">
                  <a:moveTo>
                    <a:pt x="9413" y="7612"/>
                  </a:moveTo>
                  <a:lnTo>
                    <a:pt x="28471" y="3709"/>
                  </a:lnTo>
                  <a:lnTo>
                    <a:pt x="46586" y="0"/>
                  </a:lnTo>
                  <a:lnTo>
                    <a:pt x="47321" y="5875"/>
                  </a:lnTo>
                  <a:lnTo>
                    <a:pt x="47989" y="11214"/>
                  </a:lnTo>
                  <a:lnTo>
                    <a:pt x="48902" y="18501"/>
                  </a:lnTo>
                  <a:lnTo>
                    <a:pt x="46422" y="18976"/>
                  </a:lnTo>
                  <a:lnTo>
                    <a:pt x="44499" y="19345"/>
                  </a:lnTo>
                  <a:lnTo>
                    <a:pt x="39532" y="20298"/>
                  </a:lnTo>
                  <a:lnTo>
                    <a:pt x="24802" y="23123"/>
                  </a:lnTo>
                  <a:lnTo>
                    <a:pt x="3313" y="27245"/>
                  </a:lnTo>
                  <a:lnTo>
                    <a:pt x="1748" y="27545"/>
                  </a:lnTo>
                  <a:lnTo>
                    <a:pt x="1474" y="24726"/>
                  </a:lnTo>
                  <a:lnTo>
                    <a:pt x="1019" y="20034"/>
                  </a:lnTo>
                  <a:lnTo>
                    <a:pt x="632" y="16054"/>
                  </a:lnTo>
                  <a:lnTo>
                    <a:pt x="139" y="10973"/>
                  </a:lnTo>
                  <a:lnTo>
                    <a:pt x="0" y="9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8"/>
            <p:cNvSpPr/>
            <p:nvPr/>
          </p:nvSpPr>
          <p:spPr>
            <a:xfrm>
              <a:off x="3135398" y="3494558"/>
              <a:ext cx="51904" cy="52463"/>
            </a:xfrm>
            <a:custGeom>
              <a:avLst/>
              <a:pathLst>
                <a:path w="51904" h="52463">
                  <a:moveTo>
                    <a:pt x="29216" y="44118"/>
                  </a:moveTo>
                  <a:lnTo>
                    <a:pt x="5236" y="52463"/>
                  </a:lnTo>
                  <a:lnTo>
                    <a:pt x="5216" y="52264"/>
                  </a:lnTo>
                  <a:lnTo>
                    <a:pt x="4388" y="43969"/>
                  </a:lnTo>
                  <a:lnTo>
                    <a:pt x="3567" y="35742"/>
                  </a:lnTo>
                  <a:lnTo>
                    <a:pt x="2635" y="26399"/>
                  </a:lnTo>
                  <a:lnTo>
                    <a:pt x="2045" y="20493"/>
                  </a:lnTo>
                  <a:lnTo>
                    <a:pt x="1294" y="12968"/>
                  </a:lnTo>
                  <a:lnTo>
                    <a:pt x="0" y="0"/>
                  </a:lnTo>
                  <a:lnTo>
                    <a:pt x="16399" y="1899"/>
                  </a:lnTo>
                  <a:lnTo>
                    <a:pt x="36857" y="4270"/>
                  </a:lnTo>
                  <a:lnTo>
                    <a:pt x="41282" y="13667"/>
                  </a:lnTo>
                  <a:lnTo>
                    <a:pt x="51904" y="362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9"/>
            <p:cNvSpPr/>
            <p:nvPr/>
          </p:nvSpPr>
          <p:spPr>
            <a:xfrm>
              <a:off x="3169855" y="3693236"/>
              <a:ext cx="38562" cy="46886"/>
            </a:xfrm>
            <a:custGeom>
              <a:avLst/>
              <a:pathLst>
                <a:path w="38562" h="46886">
                  <a:moveTo>
                    <a:pt x="346" y="28383"/>
                  </a:moveTo>
                  <a:lnTo>
                    <a:pt x="0" y="2512"/>
                  </a:lnTo>
                  <a:lnTo>
                    <a:pt x="18612" y="1155"/>
                  </a:lnTo>
                  <a:lnTo>
                    <a:pt x="34467" y="0"/>
                  </a:lnTo>
                  <a:lnTo>
                    <a:pt x="35129" y="6522"/>
                  </a:lnTo>
                  <a:lnTo>
                    <a:pt x="36487" y="19905"/>
                  </a:lnTo>
                  <a:lnTo>
                    <a:pt x="38562" y="40355"/>
                  </a:lnTo>
                  <a:lnTo>
                    <a:pt x="34795" y="43537"/>
                  </a:lnTo>
                  <a:lnTo>
                    <a:pt x="29061" y="46048"/>
                  </a:lnTo>
                  <a:lnTo>
                    <a:pt x="25621" y="46886"/>
                  </a:lnTo>
                  <a:lnTo>
                    <a:pt x="20215" y="46551"/>
                  </a:lnTo>
                  <a:lnTo>
                    <a:pt x="18277" y="45848"/>
                  </a:lnTo>
                  <a:lnTo>
                    <a:pt x="15137" y="44709"/>
                  </a:lnTo>
                  <a:lnTo>
                    <a:pt x="7766" y="41862"/>
                  </a:lnTo>
                  <a:lnTo>
                    <a:pt x="517" y="41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80"/>
            <p:cNvSpPr/>
            <p:nvPr/>
          </p:nvSpPr>
          <p:spPr>
            <a:xfrm>
              <a:off x="3023953" y="3759684"/>
              <a:ext cx="54746" cy="27583"/>
            </a:xfrm>
            <a:custGeom>
              <a:avLst/>
              <a:pathLst>
                <a:path w="54746" h="27583">
                  <a:moveTo>
                    <a:pt x="26994" y="20351"/>
                  </a:moveTo>
                  <a:lnTo>
                    <a:pt x="0" y="13316"/>
                  </a:lnTo>
                  <a:lnTo>
                    <a:pt x="414" y="10074"/>
                  </a:lnTo>
                  <a:lnTo>
                    <a:pt x="795" y="7088"/>
                  </a:lnTo>
                  <a:lnTo>
                    <a:pt x="1215" y="3803"/>
                  </a:lnTo>
                  <a:lnTo>
                    <a:pt x="1701" y="0"/>
                  </a:lnTo>
                  <a:lnTo>
                    <a:pt x="12189" y="1438"/>
                  </a:lnTo>
                  <a:lnTo>
                    <a:pt x="23189" y="2946"/>
                  </a:lnTo>
                  <a:lnTo>
                    <a:pt x="25921" y="3321"/>
                  </a:lnTo>
                  <a:lnTo>
                    <a:pt x="53957" y="9042"/>
                  </a:lnTo>
                  <a:lnTo>
                    <a:pt x="54128" y="13068"/>
                  </a:lnTo>
                  <a:lnTo>
                    <a:pt x="54440" y="20387"/>
                  </a:lnTo>
                  <a:lnTo>
                    <a:pt x="54746" y="275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1"/>
            <p:cNvSpPr/>
            <p:nvPr/>
          </p:nvSpPr>
          <p:spPr>
            <a:xfrm>
              <a:off x="2981508" y="3776566"/>
              <a:ext cx="67305" cy="84560"/>
            </a:xfrm>
            <a:custGeom>
              <a:avLst/>
              <a:pathLst>
                <a:path w="67305" h="84560">
                  <a:moveTo>
                    <a:pt x="59733" y="22376"/>
                  </a:moveTo>
                  <a:lnTo>
                    <a:pt x="59366" y="23096"/>
                  </a:lnTo>
                  <a:lnTo>
                    <a:pt x="57260" y="27222"/>
                  </a:lnTo>
                  <a:lnTo>
                    <a:pt x="51760" y="37996"/>
                  </a:lnTo>
                  <a:lnTo>
                    <a:pt x="43558" y="56077"/>
                  </a:lnTo>
                  <a:lnTo>
                    <a:pt x="43495" y="60332"/>
                  </a:lnTo>
                  <a:lnTo>
                    <a:pt x="43387" y="67641"/>
                  </a:lnTo>
                  <a:lnTo>
                    <a:pt x="41874" y="75403"/>
                  </a:lnTo>
                  <a:lnTo>
                    <a:pt x="25069" y="79564"/>
                  </a:lnTo>
                  <a:lnTo>
                    <a:pt x="4892" y="84560"/>
                  </a:lnTo>
                  <a:lnTo>
                    <a:pt x="0" y="75300"/>
                  </a:lnTo>
                  <a:lnTo>
                    <a:pt x="3780" y="56236"/>
                  </a:lnTo>
                  <a:lnTo>
                    <a:pt x="4596" y="52117"/>
                  </a:lnTo>
                  <a:lnTo>
                    <a:pt x="5979" y="44865"/>
                  </a:lnTo>
                  <a:lnTo>
                    <a:pt x="15807" y="36451"/>
                  </a:lnTo>
                  <a:lnTo>
                    <a:pt x="40875" y="0"/>
                  </a:lnTo>
                  <a:lnTo>
                    <a:pt x="50168" y="2282"/>
                  </a:lnTo>
                  <a:lnTo>
                    <a:pt x="67305" y="64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2"/>
            <p:cNvSpPr/>
            <p:nvPr/>
          </p:nvSpPr>
          <p:spPr>
            <a:xfrm>
              <a:off x="3033367" y="3784958"/>
              <a:ext cx="51936" cy="64538"/>
            </a:xfrm>
            <a:custGeom>
              <a:avLst/>
              <a:pathLst>
                <a:path w="51936" h="64538">
                  <a:moveTo>
                    <a:pt x="31697" y="56689"/>
                  </a:moveTo>
                  <a:lnTo>
                    <a:pt x="0" y="64538"/>
                  </a:lnTo>
                  <a:lnTo>
                    <a:pt x="879" y="57240"/>
                  </a:lnTo>
                  <a:lnTo>
                    <a:pt x="1974" y="48157"/>
                  </a:lnTo>
                  <a:lnTo>
                    <a:pt x="2571" y="45148"/>
                  </a:lnTo>
                  <a:lnTo>
                    <a:pt x="4860" y="33599"/>
                  </a:lnTo>
                  <a:lnTo>
                    <a:pt x="8124" y="27213"/>
                  </a:lnTo>
                  <a:lnTo>
                    <a:pt x="12609" y="18436"/>
                  </a:lnTo>
                  <a:lnTo>
                    <a:pt x="13677" y="16348"/>
                  </a:lnTo>
                  <a:lnTo>
                    <a:pt x="21828" y="3498"/>
                  </a:lnTo>
                  <a:lnTo>
                    <a:pt x="21876" y="3066"/>
                  </a:lnTo>
                  <a:lnTo>
                    <a:pt x="23175" y="0"/>
                  </a:lnTo>
                  <a:lnTo>
                    <a:pt x="32721" y="2345"/>
                  </a:lnTo>
                  <a:lnTo>
                    <a:pt x="45702" y="5534"/>
                  </a:lnTo>
                  <a:lnTo>
                    <a:pt x="48461" y="25959"/>
                  </a:lnTo>
                  <a:lnTo>
                    <a:pt x="51791" y="50608"/>
                  </a:lnTo>
                  <a:lnTo>
                    <a:pt x="51936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2903023" y="3765404"/>
              <a:ext cx="32858" cy="30185"/>
            </a:xfrm>
            <a:custGeom>
              <a:avLst/>
              <a:pathLst>
                <a:path w="32858" h="30185">
                  <a:moveTo>
                    <a:pt x="25709" y="29292"/>
                  </a:moveTo>
                  <a:lnTo>
                    <a:pt x="22329" y="27999"/>
                  </a:lnTo>
                  <a:lnTo>
                    <a:pt x="19999" y="27107"/>
                  </a:lnTo>
                  <a:lnTo>
                    <a:pt x="18437" y="26510"/>
                  </a:lnTo>
                  <a:lnTo>
                    <a:pt x="16403" y="25732"/>
                  </a:lnTo>
                  <a:lnTo>
                    <a:pt x="14208" y="24892"/>
                  </a:lnTo>
                  <a:lnTo>
                    <a:pt x="12322" y="24170"/>
                  </a:lnTo>
                  <a:lnTo>
                    <a:pt x="10558" y="23495"/>
                  </a:lnTo>
                  <a:lnTo>
                    <a:pt x="8511" y="22712"/>
                  </a:lnTo>
                  <a:lnTo>
                    <a:pt x="4215" y="21069"/>
                  </a:lnTo>
                  <a:lnTo>
                    <a:pt x="0" y="19456"/>
                  </a:lnTo>
                  <a:lnTo>
                    <a:pt x="2184" y="15956"/>
                  </a:lnTo>
                  <a:lnTo>
                    <a:pt x="4616" y="12058"/>
                  </a:lnTo>
                  <a:lnTo>
                    <a:pt x="7130" y="8030"/>
                  </a:lnTo>
                  <a:lnTo>
                    <a:pt x="11786" y="569"/>
                  </a:lnTo>
                  <a:lnTo>
                    <a:pt x="12142" y="0"/>
                  </a:lnTo>
                  <a:lnTo>
                    <a:pt x="14467" y="986"/>
                  </a:lnTo>
                  <a:lnTo>
                    <a:pt x="15784" y="1809"/>
                  </a:lnTo>
                  <a:lnTo>
                    <a:pt x="17240" y="2719"/>
                  </a:lnTo>
                  <a:lnTo>
                    <a:pt x="18606" y="3574"/>
                  </a:lnTo>
                  <a:lnTo>
                    <a:pt x="20316" y="4642"/>
                  </a:lnTo>
                  <a:lnTo>
                    <a:pt x="22099" y="5757"/>
                  </a:lnTo>
                  <a:lnTo>
                    <a:pt x="23863" y="6860"/>
                  </a:lnTo>
                  <a:lnTo>
                    <a:pt x="27629" y="9214"/>
                  </a:lnTo>
                  <a:lnTo>
                    <a:pt x="32858" y="12483"/>
                  </a:lnTo>
                  <a:lnTo>
                    <a:pt x="30823" y="19968"/>
                  </a:lnTo>
                  <a:lnTo>
                    <a:pt x="28044" y="30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4"/>
            <p:cNvSpPr/>
            <p:nvPr/>
          </p:nvSpPr>
          <p:spPr>
            <a:xfrm>
              <a:off x="2825279" y="3772346"/>
              <a:ext cx="105245" cy="48911"/>
            </a:xfrm>
            <a:custGeom>
              <a:avLst/>
              <a:pathLst>
                <a:path w="105245" h="48911">
                  <a:moveTo>
                    <a:pt x="102071" y="36915"/>
                  </a:moveTo>
                  <a:lnTo>
                    <a:pt x="98808" y="48911"/>
                  </a:lnTo>
                  <a:lnTo>
                    <a:pt x="78758" y="45191"/>
                  </a:lnTo>
                  <a:lnTo>
                    <a:pt x="68572" y="43301"/>
                  </a:lnTo>
                  <a:lnTo>
                    <a:pt x="64414" y="42529"/>
                  </a:lnTo>
                  <a:lnTo>
                    <a:pt x="58269" y="40386"/>
                  </a:lnTo>
                  <a:lnTo>
                    <a:pt x="28163" y="29889"/>
                  </a:lnTo>
                  <a:lnTo>
                    <a:pt x="10923" y="23877"/>
                  </a:lnTo>
                  <a:lnTo>
                    <a:pt x="8982" y="22995"/>
                  </a:lnTo>
                  <a:lnTo>
                    <a:pt x="0" y="18914"/>
                  </a:lnTo>
                  <a:lnTo>
                    <a:pt x="5014" y="10026"/>
                  </a:lnTo>
                  <a:lnTo>
                    <a:pt x="6148" y="7975"/>
                  </a:lnTo>
                  <a:lnTo>
                    <a:pt x="8794" y="3193"/>
                  </a:lnTo>
                  <a:lnTo>
                    <a:pt x="10562" y="0"/>
                  </a:lnTo>
                  <a:lnTo>
                    <a:pt x="11612" y="305"/>
                  </a:lnTo>
                  <a:lnTo>
                    <a:pt x="17223" y="1937"/>
                  </a:lnTo>
                  <a:lnTo>
                    <a:pt x="26459" y="4624"/>
                  </a:lnTo>
                  <a:lnTo>
                    <a:pt x="38372" y="8089"/>
                  </a:lnTo>
                  <a:lnTo>
                    <a:pt x="67346" y="16518"/>
                  </a:lnTo>
                  <a:lnTo>
                    <a:pt x="74259" y="16835"/>
                  </a:lnTo>
                  <a:lnTo>
                    <a:pt x="78328" y="17022"/>
                  </a:lnTo>
                  <a:lnTo>
                    <a:pt x="80492" y="17683"/>
                  </a:lnTo>
                  <a:lnTo>
                    <a:pt x="105245" y="252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5"/>
            <p:cNvSpPr/>
            <p:nvPr/>
          </p:nvSpPr>
          <p:spPr>
            <a:xfrm>
              <a:off x="2837105" y="3750580"/>
              <a:ext cx="67842" cy="37292"/>
            </a:xfrm>
            <a:custGeom>
              <a:avLst/>
              <a:pathLst>
                <a:path w="67842" h="37292">
                  <a:moveTo>
                    <a:pt x="1784" y="16256"/>
                  </a:moveTo>
                  <a:lnTo>
                    <a:pt x="2842" y="13077"/>
                  </a:lnTo>
                  <a:lnTo>
                    <a:pt x="4217" y="8943"/>
                  </a:lnTo>
                  <a:lnTo>
                    <a:pt x="5568" y="4882"/>
                  </a:lnTo>
                  <a:lnTo>
                    <a:pt x="6406" y="2360"/>
                  </a:lnTo>
                  <a:lnTo>
                    <a:pt x="7192" y="0"/>
                  </a:lnTo>
                  <a:lnTo>
                    <a:pt x="12125" y="1073"/>
                  </a:lnTo>
                  <a:lnTo>
                    <a:pt x="29204" y="4789"/>
                  </a:lnTo>
                  <a:lnTo>
                    <a:pt x="67842" y="15908"/>
                  </a:lnTo>
                  <a:lnTo>
                    <a:pt x="66345" y="18271"/>
                  </a:lnTo>
                  <a:lnTo>
                    <a:pt x="63786" y="22311"/>
                  </a:lnTo>
                  <a:lnTo>
                    <a:pt x="61009" y="26695"/>
                  </a:lnTo>
                  <a:lnTo>
                    <a:pt x="54298" y="37292"/>
                  </a:lnTo>
                  <a:lnTo>
                    <a:pt x="36080" y="31316"/>
                  </a:lnTo>
                  <a:lnTo>
                    <a:pt x="25385" y="27808"/>
                  </a:lnTo>
                  <a:lnTo>
                    <a:pt x="10838" y="23037"/>
                  </a:lnTo>
                  <a:lnTo>
                    <a:pt x="0" y="194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6"/>
            <p:cNvSpPr/>
            <p:nvPr/>
          </p:nvSpPr>
          <p:spPr>
            <a:xfrm>
              <a:off x="2800983" y="3763783"/>
              <a:ext cx="24153" cy="23550"/>
            </a:xfrm>
            <a:custGeom>
              <a:avLst/>
              <a:pathLst>
                <a:path w="24153" h="23550">
                  <a:moveTo>
                    <a:pt x="22124" y="11538"/>
                  </a:moveTo>
                  <a:lnTo>
                    <a:pt x="20700" y="14608"/>
                  </a:lnTo>
                  <a:lnTo>
                    <a:pt x="16553" y="23550"/>
                  </a:lnTo>
                  <a:lnTo>
                    <a:pt x="7985" y="19657"/>
                  </a:lnTo>
                  <a:lnTo>
                    <a:pt x="6462" y="18966"/>
                  </a:lnTo>
                  <a:lnTo>
                    <a:pt x="0" y="16030"/>
                  </a:lnTo>
                  <a:lnTo>
                    <a:pt x="1949" y="11153"/>
                  </a:lnTo>
                  <a:lnTo>
                    <a:pt x="6224" y="457"/>
                  </a:lnTo>
                  <a:lnTo>
                    <a:pt x="8885" y="286"/>
                  </a:lnTo>
                  <a:lnTo>
                    <a:pt x="12495" y="55"/>
                  </a:lnTo>
                  <a:lnTo>
                    <a:pt x="13355" y="0"/>
                  </a:lnTo>
                  <a:lnTo>
                    <a:pt x="15032" y="868"/>
                  </a:lnTo>
                  <a:lnTo>
                    <a:pt x="17631" y="2213"/>
                  </a:lnTo>
                  <a:lnTo>
                    <a:pt x="20646" y="3773"/>
                  </a:lnTo>
                  <a:lnTo>
                    <a:pt x="24153" y="5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7"/>
            <p:cNvSpPr/>
            <p:nvPr/>
          </p:nvSpPr>
          <p:spPr>
            <a:xfrm>
              <a:off x="2727186" y="3707533"/>
              <a:ext cx="64756" cy="30978"/>
            </a:xfrm>
            <a:custGeom>
              <a:avLst/>
              <a:pathLst>
                <a:path w="64756" h="30978">
                  <a:moveTo>
                    <a:pt x="64546" y="18442"/>
                  </a:moveTo>
                  <a:lnTo>
                    <a:pt x="64223" y="30978"/>
                  </a:lnTo>
                  <a:lnTo>
                    <a:pt x="46686" y="29329"/>
                  </a:lnTo>
                  <a:lnTo>
                    <a:pt x="46570" y="21621"/>
                  </a:lnTo>
                  <a:lnTo>
                    <a:pt x="35046" y="21912"/>
                  </a:lnTo>
                  <a:lnTo>
                    <a:pt x="1965" y="21626"/>
                  </a:lnTo>
                  <a:lnTo>
                    <a:pt x="957" y="13807"/>
                  </a:lnTo>
                  <a:lnTo>
                    <a:pt x="0" y="6388"/>
                  </a:lnTo>
                  <a:lnTo>
                    <a:pt x="2556" y="0"/>
                  </a:lnTo>
                  <a:lnTo>
                    <a:pt x="9311" y="2260"/>
                  </a:lnTo>
                  <a:lnTo>
                    <a:pt x="15142" y="4212"/>
                  </a:lnTo>
                  <a:lnTo>
                    <a:pt x="24705" y="7412"/>
                  </a:lnTo>
                  <a:lnTo>
                    <a:pt x="29649" y="9067"/>
                  </a:lnTo>
                  <a:lnTo>
                    <a:pt x="51577" y="10152"/>
                  </a:lnTo>
                  <a:lnTo>
                    <a:pt x="64756" y="10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8"/>
            <p:cNvSpPr/>
            <p:nvPr/>
          </p:nvSpPr>
          <p:spPr>
            <a:xfrm>
              <a:off x="2819653" y="3746982"/>
              <a:ext cx="12380" cy="12109"/>
            </a:xfrm>
            <a:custGeom>
              <a:avLst/>
              <a:pathLst>
                <a:path w="12380" h="12109">
                  <a:moveTo>
                    <a:pt x="6204" y="12082"/>
                  </a:moveTo>
                  <a:lnTo>
                    <a:pt x="89" y="12023"/>
                  </a:lnTo>
                  <a:lnTo>
                    <a:pt x="83" y="11176"/>
                  </a:lnTo>
                  <a:lnTo>
                    <a:pt x="47" y="6427"/>
                  </a:lnTo>
                  <a:lnTo>
                    <a:pt x="40" y="5462"/>
                  </a:lnTo>
                  <a:lnTo>
                    <a:pt x="0" y="0"/>
                  </a:lnTo>
                  <a:lnTo>
                    <a:pt x="2460" y="432"/>
                  </a:lnTo>
                  <a:lnTo>
                    <a:pt x="4170" y="732"/>
                  </a:lnTo>
                  <a:lnTo>
                    <a:pt x="6340" y="1113"/>
                  </a:lnTo>
                  <a:lnTo>
                    <a:pt x="8850" y="1554"/>
                  </a:lnTo>
                  <a:lnTo>
                    <a:pt x="12380" y="2174"/>
                  </a:lnTo>
                  <a:lnTo>
                    <a:pt x="10903" y="6503"/>
                  </a:lnTo>
                  <a:lnTo>
                    <a:pt x="8991" y="12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9"/>
            <p:cNvSpPr/>
            <p:nvPr/>
          </p:nvSpPr>
          <p:spPr>
            <a:xfrm>
              <a:off x="2798038" y="3717636"/>
              <a:ext cx="12451" cy="22246"/>
            </a:xfrm>
            <a:custGeom>
              <a:avLst/>
              <a:pathLst>
                <a:path w="12451" h="22246">
                  <a:moveTo>
                    <a:pt x="47" y="14406"/>
                  </a:moveTo>
                  <a:lnTo>
                    <a:pt x="29" y="8962"/>
                  </a:lnTo>
                  <a:lnTo>
                    <a:pt x="0" y="319"/>
                  </a:lnTo>
                  <a:lnTo>
                    <a:pt x="3338" y="366"/>
                  </a:lnTo>
                  <a:lnTo>
                    <a:pt x="5686" y="399"/>
                  </a:lnTo>
                  <a:lnTo>
                    <a:pt x="8768" y="442"/>
                  </a:lnTo>
                  <a:lnTo>
                    <a:pt x="10889" y="471"/>
                  </a:lnTo>
                  <a:lnTo>
                    <a:pt x="12451" y="0"/>
                  </a:lnTo>
                  <a:lnTo>
                    <a:pt x="10880" y="7731"/>
                  </a:lnTo>
                  <a:lnTo>
                    <a:pt x="10327" y="10457"/>
                  </a:lnTo>
                  <a:lnTo>
                    <a:pt x="7932" y="22246"/>
                  </a:lnTo>
                  <a:lnTo>
                    <a:pt x="6169" y="22080"/>
                  </a:lnTo>
                  <a:lnTo>
                    <a:pt x="3908" y="21867"/>
                  </a:lnTo>
                  <a:lnTo>
                    <a:pt x="1776" y="21667"/>
                  </a:lnTo>
                  <a:lnTo>
                    <a:pt x="71" y="2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90"/>
            <p:cNvSpPr/>
            <p:nvPr/>
          </p:nvSpPr>
          <p:spPr>
            <a:xfrm>
              <a:off x="2857409" y="3590683"/>
              <a:ext cx="33069" cy="25383"/>
            </a:xfrm>
            <a:custGeom>
              <a:avLst/>
              <a:pathLst>
                <a:path w="33069" h="25383">
                  <a:moveTo>
                    <a:pt x="10841" y="19435"/>
                  </a:moveTo>
                  <a:lnTo>
                    <a:pt x="0" y="25383"/>
                  </a:lnTo>
                  <a:lnTo>
                    <a:pt x="4648" y="13454"/>
                  </a:lnTo>
                  <a:lnTo>
                    <a:pt x="8074" y="4661"/>
                  </a:lnTo>
                  <a:lnTo>
                    <a:pt x="14400" y="3055"/>
                  </a:lnTo>
                  <a:lnTo>
                    <a:pt x="26438" y="0"/>
                  </a:lnTo>
                  <a:lnTo>
                    <a:pt x="30018" y="3910"/>
                  </a:lnTo>
                  <a:lnTo>
                    <a:pt x="33069" y="72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1"/>
            <p:cNvSpPr/>
            <p:nvPr/>
          </p:nvSpPr>
          <p:spPr>
            <a:xfrm>
              <a:off x="4738485" y="3341310"/>
              <a:ext cx="78123" cy="81135"/>
            </a:xfrm>
            <a:custGeom>
              <a:avLst/>
              <a:pathLst>
                <a:path w="78123" h="81135">
                  <a:moveTo>
                    <a:pt x="68041" y="53093"/>
                  </a:moveTo>
                  <a:lnTo>
                    <a:pt x="53055" y="68118"/>
                  </a:lnTo>
                  <a:lnTo>
                    <a:pt x="36206" y="81135"/>
                  </a:lnTo>
                  <a:lnTo>
                    <a:pt x="32541" y="76373"/>
                  </a:lnTo>
                  <a:lnTo>
                    <a:pt x="26305" y="68273"/>
                  </a:lnTo>
                  <a:lnTo>
                    <a:pt x="21685" y="62272"/>
                  </a:lnTo>
                  <a:lnTo>
                    <a:pt x="13867" y="52117"/>
                  </a:lnTo>
                  <a:lnTo>
                    <a:pt x="6368" y="42376"/>
                  </a:lnTo>
                  <a:lnTo>
                    <a:pt x="0" y="34104"/>
                  </a:lnTo>
                  <a:lnTo>
                    <a:pt x="8727" y="3605"/>
                  </a:lnTo>
                  <a:lnTo>
                    <a:pt x="15591" y="2534"/>
                  </a:lnTo>
                  <a:lnTo>
                    <a:pt x="31844" y="0"/>
                  </a:lnTo>
                  <a:lnTo>
                    <a:pt x="38857" y="6514"/>
                  </a:lnTo>
                  <a:lnTo>
                    <a:pt x="46295" y="13423"/>
                  </a:lnTo>
                  <a:lnTo>
                    <a:pt x="53618" y="20225"/>
                  </a:lnTo>
                  <a:lnTo>
                    <a:pt x="60860" y="26952"/>
                  </a:lnTo>
                  <a:lnTo>
                    <a:pt x="67107" y="32754"/>
                  </a:lnTo>
                  <a:lnTo>
                    <a:pt x="78123" y="429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2"/>
            <p:cNvSpPr/>
            <p:nvPr/>
          </p:nvSpPr>
          <p:spPr>
            <a:xfrm>
              <a:off x="4854924" y="3344528"/>
              <a:ext cx="87712" cy="88957"/>
            </a:xfrm>
            <a:custGeom>
              <a:avLst/>
              <a:pathLst>
                <a:path w="87712" h="88957">
                  <a:moveTo>
                    <a:pt x="20440" y="88957"/>
                  </a:moveTo>
                  <a:lnTo>
                    <a:pt x="11703" y="81342"/>
                  </a:lnTo>
                  <a:lnTo>
                    <a:pt x="0" y="71141"/>
                  </a:lnTo>
                  <a:lnTo>
                    <a:pt x="9518" y="62375"/>
                  </a:lnTo>
                  <a:lnTo>
                    <a:pt x="15308" y="57043"/>
                  </a:lnTo>
                  <a:lnTo>
                    <a:pt x="20974" y="51826"/>
                  </a:lnTo>
                  <a:lnTo>
                    <a:pt x="28120" y="45245"/>
                  </a:lnTo>
                  <a:lnTo>
                    <a:pt x="35844" y="38132"/>
                  </a:lnTo>
                  <a:lnTo>
                    <a:pt x="43465" y="31115"/>
                  </a:lnTo>
                  <a:lnTo>
                    <a:pt x="52285" y="22992"/>
                  </a:lnTo>
                  <a:lnTo>
                    <a:pt x="58494" y="17275"/>
                  </a:lnTo>
                  <a:lnTo>
                    <a:pt x="77253" y="0"/>
                  </a:lnTo>
                  <a:lnTo>
                    <a:pt x="82582" y="5440"/>
                  </a:lnTo>
                  <a:lnTo>
                    <a:pt x="87712" y="10677"/>
                  </a:lnTo>
                  <a:lnTo>
                    <a:pt x="75329" y="21397"/>
                  </a:lnTo>
                  <a:lnTo>
                    <a:pt x="36229" y="55244"/>
                  </a:lnTo>
                  <a:lnTo>
                    <a:pt x="34598" y="73407"/>
                  </a:lnTo>
                  <a:lnTo>
                    <a:pt x="36557" y="79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3"/>
            <p:cNvSpPr/>
            <p:nvPr/>
          </p:nvSpPr>
          <p:spPr>
            <a:xfrm>
              <a:off x="4770507" y="3315067"/>
              <a:ext cx="107626" cy="87911"/>
            </a:xfrm>
            <a:custGeom>
              <a:avLst/>
              <a:pathLst>
                <a:path w="107626" h="87911">
                  <a:moveTo>
                    <a:pt x="100012" y="62230"/>
                  </a:moveTo>
                  <a:lnTo>
                    <a:pt x="92034" y="70110"/>
                  </a:lnTo>
                  <a:lnTo>
                    <a:pt x="83506" y="78532"/>
                  </a:lnTo>
                  <a:lnTo>
                    <a:pt x="74009" y="87911"/>
                  </a:lnTo>
                  <a:lnTo>
                    <a:pt x="68338" y="82052"/>
                  </a:lnTo>
                  <a:lnTo>
                    <a:pt x="61825" y="75321"/>
                  </a:lnTo>
                  <a:lnTo>
                    <a:pt x="54979" y="68247"/>
                  </a:lnTo>
                  <a:lnTo>
                    <a:pt x="47814" y="60843"/>
                  </a:lnTo>
                  <a:lnTo>
                    <a:pt x="43088" y="55960"/>
                  </a:lnTo>
                  <a:lnTo>
                    <a:pt x="37061" y="49732"/>
                  </a:lnTo>
                  <a:lnTo>
                    <a:pt x="32172" y="44679"/>
                  </a:lnTo>
                  <a:lnTo>
                    <a:pt x="27119" y="39457"/>
                  </a:lnTo>
                  <a:lnTo>
                    <a:pt x="20274" y="32385"/>
                  </a:lnTo>
                  <a:lnTo>
                    <a:pt x="12303" y="24147"/>
                  </a:lnTo>
                  <a:lnTo>
                    <a:pt x="0" y="11433"/>
                  </a:lnTo>
                  <a:lnTo>
                    <a:pt x="16625" y="1455"/>
                  </a:lnTo>
                  <a:lnTo>
                    <a:pt x="35271" y="758"/>
                  </a:lnTo>
                  <a:lnTo>
                    <a:pt x="55580" y="0"/>
                  </a:lnTo>
                  <a:lnTo>
                    <a:pt x="60766" y="5451"/>
                  </a:lnTo>
                  <a:lnTo>
                    <a:pt x="65788" y="10730"/>
                  </a:lnTo>
                  <a:lnTo>
                    <a:pt x="71761" y="17008"/>
                  </a:lnTo>
                  <a:lnTo>
                    <a:pt x="77238" y="22766"/>
                  </a:lnTo>
                  <a:lnTo>
                    <a:pt x="85308" y="31249"/>
                  </a:lnTo>
                  <a:lnTo>
                    <a:pt x="91458" y="37714"/>
                  </a:lnTo>
                  <a:lnTo>
                    <a:pt x="100501" y="47221"/>
                  </a:lnTo>
                  <a:lnTo>
                    <a:pt x="107626" y="54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4"/>
            <p:cNvSpPr/>
            <p:nvPr/>
          </p:nvSpPr>
          <p:spPr>
            <a:xfrm>
              <a:off x="4731930" y="3701272"/>
              <a:ext cx="49315" cy="24002"/>
            </a:xfrm>
            <a:custGeom>
              <a:avLst/>
              <a:pathLst>
                <a:path w="49315" h="24002">
                  <a:moveTo>
                    <a:pt x="287" y="14053"/>
                  </a:moveTo>
                  <a:lnTo>
                    <a:pt x="637" y="7542"/>
                  </a:lnTo>
                  <a:lnTo>
                    <a:pt x="955" y="1632"/>
                  </a:lnTo>
                  <a:lnTo>
                    <a:pt x="24093" y="0"/>
                  </a:lnTo>
                  <a:lnTo>
                    <a:pt x="32919" y="1623"/>
                  </a:lnTo>
                  <a:lnTo>
                    <a:pt x="49016" y="4583"/>
                  </a:lnTo>
                  <a:lnTo>
                    <a:pt x="49065" y="7752"/>
                  </a:lnTo>
                  <a:lnTo>
                    <a:pt x="49194" y="16078"/>
                  </a:lnTo>
                  <a:lnTo>
                    <a:pt x="49315" y="23940"/>
                  </a:lnTo>
                  <a:lnTo>
                    <a:pt x="42643" y="24002"/>
                  </a:lnTo>
                  <a:lnTo>
                    <a:pt x="23873" y="21797"/>
                  </a:lnTo>
                  <a:lnTo>
                    <a:pt x="13650" y="20596"/>
                  </a:lnTo>
                  <a:lnTo>
                    <a:pt x="0" y="194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5"/>
            <p:cNvSpPr/>
            <p:nvPr/>
          </p:nvSpPr>
          <p:spPr>
            <a:xfrm>
              <a:off x="4787967" y="3702277"/>
              <a:ext cx="48406" cy="50737"/>
            </a:xfrm>
            <a:custGeom>
              <a:avLst/>
              <a:pathLst>
                <a:path w="48406" h="50737">
                  <a:moveTo>
                    <a:pt x="44474" y="7158"/>
                  </a:moveTo>
                  <a:lnTo>
                    <a:pt x="44948" y="12402"/>
                  </a:lnTo>
                  <a:lnTo>
                    <a:pt x="45766" y="21479"/>
                  </a:lnTo>
                  <a:lnTo>
                    <a:pt x="46624" y="30989"/>
                  </a:lnTo>
                  <a:lnTo>
                    <a:pt x="48406" y="50737"/>
                  </a:lnTo>
                  <a:lnTo>
                    <a:pt x="29934" y="48026"/>
                  </a:lnTo>
                  <a:lnTo>
                    <a:pt x="1351" y="43830"/>
                  </a:lnTo>
                  <a:lnTo>
                    <a:pt x="170" y="34955"/>
                  </a:lnTo>
                  <a:lnTo>
                    <a:pt x="103" y="21098"/>
                  </a:lnTo>
                  <a:lnTo>
                    <a:pt x="60" y="12311"/>
                  </a:lnTo>
                  <a:lnTo>
                    <a:pt x="0" y="0"/>
                  </a:lnTo>
                  <a:lnTo>
                    <a:pt x="22981" y="3753"/>
                  </a:lnTo>
                  <a:lnTo>
                    <a:pt x="41571" y="67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6"/>
            <p:cNvSpPr/>
            <p:nvPr/>
          </p:nvSpPr>
          <p:spPr>
            <a:xfrm>
              <a:off x="4627736" y="3650653"/>
              <a:ext cx="53088" cy="81903"/>
            </a:xfrm>
            <a:custGeom>
              <a:avLst/>
              <a:pathLst>
                <a:path w="53088" h="81903">
                  <a:moveTo>
                    <a:pt x="24571" y="487"/>
                  </a:moveTo>
                  <a:lnTo>
                    <a:pt x="41157" y="0"/>
                  </a:lnTo>
                  <a:lnTo>
                    <a:pt x="46517" y="95"/>
                  </a:lnTo>
                  <a:lnTo>
                    <a:pt x="53088" y="212"/>
                  </a:lnTo>
                  <a:lnTo>
                    <a:pt x="52026" y="9999"/>
                  </a:lnTo>
                  <a:lnTo>
                    <a:pt x="51491" y="14939"/>
                  </a:lnTo>
                  <a:lnTo>
                    <a:pt x="49409" y="26429"/>
                  </a:lnTo>
                  <a:lnTo>
                    <a:pt x="46750" y="41099"/>
                  </a:lnTo>
                  <a:lnTo>
                    <a:pt x="45511" y="47936"/>
                  </a:lnTo>
                  <a:lnTo>
                    <a:pt x="45975" y="59680"/>
                  </a:lnTo>
                  <a:lnTo>
                    <a:pt x="46854" y="81903"/>
                  </a:lnTo>
                  <a:lnTo>
                    <a:pt x="39215" y="77379"/>
                  </a:lnTo>
                  <a:lnTo>
                    <a:pt x="34957" y="75246"/>
                  </a:lnTo>
                  <a:lnTo>
                    <a:pt x="16691" y="66095"/>
                  </a:lnTo>
                  <a:lnTo>
                    <a:pt x="2838" y="59155"/>
                  </a:lnTo>
                  <a:lnTo>
                    <a:pt x="2493" y="53845"/>
                  </a:lnTo>
                  <a:lnTo>
                    <a:pt x="1836" y="43761"/>
                  </a:lnTo>
                  <a:lnTo>
                    <a:pt x="1492" y="38474"/>
                  </a:lnTo>
                  <a:lnTo>
                    <a:pt x="1001" y="30939"/>
                  </a:lnTo>
                  <a:lnTo>
                    <a:pt x="496" y="23184"/>
                  </a:lnTo>
                  <a:lnTo>
                    <a:pt x="289" y="14032"/>
                  </a:lnTo>
                  <a:lnTo>
                    <a:pt x="119" y="6507"/>
                  </a:lnTo>
                  <a:lnTo>
                    <a:pt x="0" y="1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7"/>
            <p:cNvSpPr/>
            <p:nvPr/>
          </p:nvSpPr>
          <p:spPr>
            <a:xfrm>
              <a:off x="4677957" y="3652512"/>
              <a:ext cx="58767" cy="76636"/>
            </a:xfrm>
            <a:custGeom>
              <a:avLst/>
              <a:pathLst>
                <a:path w="58767" h="76636">
                  <a:moveTo>
                    <a:pt x="693" y="34495"/>
                  </a:moveTo>
                  <a:lnTo>
                    <a:pt x="2322" y="24978"/>
                  </a:lnTo>
                  <a:lnTo>
                    <a:pt x="3930" y="15589"/>
                  </a:lnTo>
                  <a:lnTo>
                    <a:pt x="5433" y="6815"/>
                  </a:lnTo>
                  <a:lnTo>
                    <a:pt x="6600" y="0"/>
                  </a:lnTo>
                  <a:lnTo>
                    <a:pt x="30271" y="392"/>
                  </a:lnTo>
                  <a:lnTo>
                    <a:pt x="49146" y="705"/>
                  </a:lnTo>
                  <a:lnTo>
                    <a:pt x="58767" y="865"/>
                  </a:lnTo>
                  <a:lnTo>
                    <a:pt x="57372" y="12460"/>
                  </a:lnTo>
                  <a:lnTo>
                    <a:pt x="56204" y="22171"/>
                  </a:lnTo>
                  <a:lnTo>
                    <a:pt x="55442" y="28509"/>
                  </a:lnTo>
                  <a:lnTo>
                    <a:pt x="54509" y="36270"/>
                  </a:lnTo>
                  <a:lnTo>
                    <a:pt x="53378" y="45669"/>
                  </a:lnTo>
                  <a:lnTo>
                    <a:pt x="52419" y="53644"/>
                  </a:lnTo>
                  <a:lnTo>
                    <a:pt x="51693" y="59678"/>
                  </a:lnTo>
                  <a:lnTo>
                    <a:pt x="50916" y="66137"/>
                  </a:lnTo>
                  <a:lnTo>
                    <a:pt x="50401" y="70424"/>
                  </a:lnTo>
                  <a:lnTo>
                    <a:pt x="25216" y="73606"/>
                  </a:lnTo>
                  <a:lnTo>
                    <a:pt x="10168" y="75507"/>
                  </a:lnTo>
                  <a:lnTo>
                    <a:pt x="1228" y="76636"/>
                  </a:lnTo>
                  <a:lnTo>
                    <a:pt x="1054" y="71235"/>
                  </a:lnTo>
                  <a:lnTo>
                    <a:pt x="811" y="63707"/>
                  </a:lnTo>
                  <a:lnTo>
                    <a:pt x="535" y="55144"/>
                  </a:lnTo>
                  <a:lnTo>
                    <a:pt x="180" y="44129"/>
                  </a:lnTo>
                  <a:lnTo>
                    <a:pt x="0" y="38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8"/>
            <p:cNvSpPr/>
            <p:nvPr/>
          </p:nvSpPr>
          <p:spPr>
            <a:xfrm>
              <a:off x="4796989" y="3620393"/>
              <a:ext cx="88241" cy="66363"/>
            </a:xfrm>
            <a:custGeom>
              <a:avLst/>
              <a:pathLst>
                <a:path w="88241" h="66363">
                  <a:moveTo>
                    <a:pt x="24308" y="22501"/>
                  </a:moveTo>
                  <a:lnTo>
                    <a:pt x="45929" y="34502"/>
                  </a:lnTo>
                  <a:lnTo>
                    <a:pt x="54525" y="17783"/>
                  </a:lnTo>
                  <a:lnTo>
                    <a:pt x="63669" y="0"/>
                  </a:lnTo>
                  <a:lnTo>
                    <a:pt x="76119" y="6363"/>
                  </a:lnTo>
                  <a:lnTo>
                    <a:pt x="88241" y="12558"/>
                  </a:lnTo>
                  <a:lnTo>
                    <a:pt x="80343" y="27177"/>
                  </a:lnTo>
                  <a:lnTo>
                    <a:pt x="78090" y="31347"/>
                  </a:lnTo>
                  <a:lnTo>
                    <a:pt x="74522" y="38386"/>
                  </a:lnTo>
                  <a:lnTo>
                    <a:pt x="69591" y="48114"/>
                  </a:lnTo>
                  <a:lnTo>
                    <a:pt x="60341" y="66363"/>
                  </a:lnTo>
                  <a:lnTo>
                    <a:pt x="49849" y="62110"/>
                  </a:lnTo>
                  <a:lnTo>
                    <a:pt x="34527" y="55900"/>
                  </a:lnTo>
                  <a:lnTo>
                    <a:pt x="24552" y="51857"/>
                  </a:lnTo>
                  <a:lnTo>
                    <a:pt x="19812" y="58986"/>
                  </a:lnTo>
                  <a:lnTo>
                    <a:pt x="14955" y="66290"/>
                  </a:lnTo>
                  <a:lnTo>
                    <a:pt x="4577" y="57742"/>
                  </a:lnTo>
                  <a:lnTo>
                    <a:pt x="0" y="53972"/>
                  </a:lnTo>
                  <a:lnTo>
                    <a:pt x="9121" y="41414"/>
                  </a:lnTo>
                  <a:lnTo>
                    <a:pt x="16094" y="318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9"/>
            <p:cNvSpPr/>
            <p:nvPr/>
          </p:nvSpPr>
          <p:spPr>
            <a:xfrm>
              <a:off x="4548557" y="3600090"/>
              <a:ext cx="61721" cy="60784"/>
            </a:xfrm>
            <a:custGeom>
              <a:avLst/>
              <a:pathLst>
                <a:path w="61721" h="60784">
                  <a:moveTo>
                    <a:pt x="7850" y="16931"/>
                  </a:moveTo>
                  <a:lnTo>
                    <a:pt x="11337" y="10778"/>
                  </a:lnTo>
                  <a:lnTo>
                    <a:pt x="17445" y="0"/>
                  </a:lnTo>
                  <a:lnTo>
                    <a:pt x="22270" y="2775"/>
                  </a:lnTo>
                  <a:lnTo>
                    <a:pt x="28861" y="6565"/>
                  </a:lnTo>
                  <a:lnTo>
                    <a:pt x="35031" y="10115"/>
                  </a:lnTo>
                  <a:lnTo>
                    <a:pt x="41902" y="14067"/>
                  </a:lnTo>
                  <a:lnTo>
                    <a:pt x="48866" y="18072"/>
                  </a:lnTo>
                  <a:lnTo>
                    <a:pt x="54501" y="21313"/>
                  </a:lnTo>
                  <a:lnTo>
                    <a:pt x="61721" y="25466"/>
                  </a:lnTo>
                  <a:lnTo>
                    <a:pt x="54128" y="37305"/>
                  </a:lnTo>
                  <a:lnTo>
                    <a:pt x="51528" y="41359"/>
                  </a:lnTo>
                  <a:lnTo>
                    <a:pt x="48060" y="46766"/>
                  </a:lnTo>
                  <a:lnTo>
                    <a:pt x="45994" y="49986"/>
                  </a:lnTo>
                  <a:lnTo>
                    <a:pt x="39068" y="60784"/>
                  </a:lnTo>
                  <a:lnTo>
                    <a:pt x="21418" y="48983"/>
                  </a:lnTo>
                  <a:lnTo>
                    <a:pt x="0" y="34662"/>
                  </a:lnTo>
                  <a:lnTo>
                    <a:pt x="2775" y="258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200"/>
            <p:cNvSpPr/>
            <p:nvPr/>
          </p:nvSpPr>
          <p:spPr>
            <a:xfrm>
              <a:off x="4675242" y="3571650"/>
              <a:ext cx="138520" cy="99163"/>
            </a:xfrm>
            <a:custGeom>
              <a:avLst/>
              <a:pathLst>
                <a:path w="138520" h="99163">
                  <a:moveTo>
                    <a:pt x="8561" y="17110"/>
                  </a:moveTo>
                  <a:lnTo>
                    <a:pt x="13693" y="0"/>
                  </a:lnTo>
                  <a:lnTo>
                    <a:pt x="46499" y="16571"/>
                  </a:lnTo>
                  <a:lnTo>
                    <a:pt x="113667" y="50501"/>
                  </a:lnTo>
                  <a:lnTo>
                    <a:pt x="138520" y="71980"/>
                  </a:lnTo>
                  <a:lnTo>
                    <a:pt x="129484" y="82574"/>
                  </a:lnTo>
                  <a:lnTo>
                    <a:pt x="121948" y="91409"/>
                  </a:lnTo>
                  <a:lnTo>
                    <a:pt x="115335" y="99163"/>
                  </a:lnTo>
                  <a:lnTo>
                    <a:pt x="106304" y="93910"/>
                  </a:lnTo>
                  <a:lnTo>
                    <a:pt x="94053" y="86784"/>
                  </a:lnTo>
                  <a:lnTo>
                    <a:pt x="83983" y="80927"/>
                  </a:lnTo>
                  <a:lnTo>
                    <a:pt x="73573" y="74872"/>
                  </a:lnTo>
                  <a:lnTo>
                    <a:pt x="70206" y="73535"/>
                  </a:lnTo>
                  <a:lnTo>
                    <a:pt x="62600" y="70515"/>
                  </a:lnTo>
                  <a:lnTo>
                    <a:pt x="53999" y="67099"/>
                  </a:lnTo>
                  <a:lnTo>
                    <a:pt x="43563" y="62955"/>
                  </a:lnTo>
                  <a:lnTo>
                    <a:pt x="34044" y="59175"/>
                  </a:lnTo>
                  <a:lnTo>
                    <a:pt x="20570" y="53825"/>
                  </a:lnTo>
                  <a:lnTo>
                    <a:pt x="0" y="456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1"/>
            <p:cNvSpPr/>
            <p:nvPr/>
          </p:nvSpPr>
          <p:spPr>
            <a:xfrm>
              <a:off x="4564459" y="3521648"/>
              <a:ext cx="95615" cy="81741"/>
            </a:xfrm>
            <a:custGeom>
              <a:avLst/>
              <a:pathLst>
                <a:path w="95615" h="81741">
                  <a:moveTo>
                    <a:pt x="9475" y="30722"/>
                  </a:moveTo>
                  <a:lnTo>
                    <a:pt x="14602" y="22074"/>
                  </a:lnTo>
                  <a:lnTo>
                    <a:pt x="22632" y="12721"/>
                  </a:lnTo>
                  <a:lnTo>
                    <a:pt x="33533" y="27"/>
                  </a:lnTo>
                  <a:lnTo>
                    <a:pt x="48030" y="14"/>
                  </a:lnTo>
                  <a:lnTo>
                    <a:pt x="63644" y="0"/>
                  </a:lnTo>
                  <a:lnTo>
                    <a:pt x="74145" y="7365"/>
                  </a:lnTo>
                  <a:lnTo>
                    <a:pt x="77418" y="9661"/>
                  </a:lnTo>
                  <a:lnTo>
                    <a:pt x="84366" y="16239"/>
                  </a:lnTo>
                  <a:lnTo>
                    <a:pt x="95615" y="29912"/>
                  </a:lnTo>
                  <a:lnTo>
                    <a:pt x="87885" y="39452"/>
                  </a:lnTo>
                  <a:lnTo>
                    <a:pt x="79354" y="49981"/>
                  </a:lnTo>
                  <a:lnTo>
                    <a:pt x="75535" y="48928"/>
                  </a:lnTo>
                  <a:lnTo>
                    <a:pt x="68965" y="58918"/>
                  </a:lnTo>
                  <a:lnTo>
                    <a:pt x="60675" y="71525"/>
                  </a:lnTo>
                  <a:lnTo>
                    <a:pt x="53957" y="81741"/>
                  </a:lnTo>
                  <a:lnTo>
                    <a:pt x="48777" y="78378"/>
                  </a:lnTo>
                  <a:lnTo>
                    <a:pt x="40172" y="72791"/>
                  </a:lnTo>
                  <a:lnTo>
                    <a:pt x="35255" y="69598"/>
                  </a:lnTo>
                  <a:lnTo>
                    <a:pt x="29291" y="65725"/>
                  </a:lnTo>
                  <a:lnTo>
                    <a:pt x="20508" y="60023"/>
                  </a:lnTo>
                  <a:lnTo>
                    <a:pt x="16898" y="57678"/>
                  </a:lnTo>
                  <a:lnTo>
                    <a:pt x="10280" y="53382"/>
                  </a:lnTo>
                  <a:lnTo>
                    <a:pt x="3726" y="49126"/>
                  </a:lnTo>
                  <a:lnTo>
                    <a:pt x="0" y="467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2"/>
            <p:cNvSpPr/>
            <p:nvPr/>
          </p:nvSpPr>
          <p:spPr>
            <a:xfrm>
              <a:off x="4623367" y="3479692"/>
              <a:ext cx="61634" cy="68236"/>
            </a:xfrm>
            <a:custGeom>
              <a:avLst/>
              <a:pathLst>
                <a:path w="61634" h="68236">
                  <a:moveTo>
                    <a:pt x="3908" y="25053"/>
                  </a:moveTo>
                  <a:lnTo>
                    <a:pt x="6347" y="13396"/>
                  </a:lnTo>
                  <a:lnTo>
                    <a:pt x="11383" y="7672"/>
                  </a:lnTo>
                  <a:lnTo>
                    <a:pt x="15765" y="2692"/>
                  </a:lnTo>
                  <a:lnTo>
                    <a:pt x="18224" y="0"/>
                  </a:lnTo>
                  <a:lnTo>
                    <a:pt x="27740" y="9039"/>
                  </a:lnTo>
                  <a:lnTo>
                    <a:pt x="35249" y="16172"/>
                  </a:lnTo>
                  <a:lnTo>
                    <a:pt x="42117" y="22696"/>
                  </a:lnTo>
                  <a:lnTo>
                    <a:pt x="48637" y="28889"/>
                  </a:lnTo>
                  <a:lnTo>
                    <a:pt x="61634" y="41234"/>
                  </a:lnTo>
                  <a:lnTo>
                    <a:pt x="50601" y="54109"/>
                  </a:lnTo>
                  <a:lnTo>
                    <a:pt x="38495" y="68236"/>
                  </a:lnTo>
                  <a:lnTo>
                    <a:pt x="33491" y="63339"/>
                  </a:lnTo>
                  <a:lnTo>
                    <a:pt x="28718" y="58667"/>
                  </a:lnTo>
                  <a:lnTo>
                    <a:pt x="22925" y="52997"/>
                  </a:lnTo>
                  <a:lnTo>
                    <a:pt x="0" y="3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g203"/>
            <p:cNvSpPr/>
            <p:nvPr/>
          </p:nvSpPr>
          <p:spPr>
            <a:xfrm>
              <a:off x="4644663" y="3456923"/>
              <a:ext cx="64500" cy="60027"/>
            </a:xfrm>
            <a:custGeom>
              <a:avLst/>
              <a:pathLst>
                <a:path w="64500" h="60027">
                  <a:moveTo>
                    <a:pt x="31632" y="50697"/>
                  </a:moveTo>
                  <a:lnTo>
                    <a:pt x="24190" y="42994"/>
                  </a:lnTo>
                  <a:lnTo>
                    <a:pt x="18081" y="36671"/>
                  </a:lnTo>
                  <a:lnTo>
                    <a:pt x="14055" y="32503"/>
                  </a:lnTo>
                  <a:lnTo>
                    <a:pt x="0" y="17955"/>
                  </a:lnTo>
                  <a:lnTo>
                    <a:pt x="12372" y="9441"/>
                  </a:lnTo>
                  <a:lnTo>
                    <a:pt x="26092" y="0"/>
                  </a:lnTo>
                  <a:lnTo>
                    <a:pt x="38290" y="1210"/>
                  </a:lnTo>
                  <a:lnTo>
                    <a:pt x="47386" y="13776"/>
                  </a:lnTo>
                  <a:lnTo>
                    <a:pt x="52910" y="21408"/>
                  </a:lnTo>
                  <a:lnTo>
                    <a:pt x="64500" y="37421"/>
                  </a:lnTo>
                  <a:lnTo>
                    <a:pt x="56570" y="44841"/>
                  </a:lnTo>
                  <a:lnTo>
                    <a:pt x="40338" y="60027"/>
                  </a:lnTo>
                  <a:lnTo>
                    <a:pt x="37508" y="56903"/>
                  </a:lnTo>
                  <a:lnTo>
                    <a:pt x="35699" y="549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g204"/>
            <p:cNvSpPr/>
            <p:nvPr/>
          </p:nvSpPr>
          <p:spPr>
            <a:xfrm>
              <a:off x="4881648" y="3441509"/>
              <a:ext cx="40524" cy="32997"/>
            </a:xfrm>
            <a:custGeom>
              <a:avLst/>
              <a:pathLst>
                <a:path w="40524" h="32997">
                  <a:moveTo>
                    <a:pt x="39261" y="25816"/>
                  </a:moveTo>
                  <a:lnTo>
                    <a:pt x="38128" y="27945"/>
                  </a:lnTo>
                  <a:lnTo>
                    <a:pt x="36512" y="30983"/>
                  </a:lnTo>
                  <a:lnTo>
                    <a:pt x="35441" y="32997"/>
                  </a:lnTo>
                  <a:lnTo>
                    <a:pt x="19282" y="21601"/>
                  </a:lnTo>
                  <a:lnTo>
                    <a:pt x="0" y="8004"/>
                  </a:lnTo>
                  <a:lnTo>
                    <a:pt x="5648" y="3522"/>
                  </a:lnTo>
                  <a:lnTo>
                    <a:pt x="10089" y="0"/>
                  </a:lnTo>
                  <a:lnTo>
                    <a:pt x="23435" y="10279"/>
                  </a:lnTo>
                  <a:lnTo>
                    <a:pt x="40524" y="234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g205"/>
            <p:cNvSpPr/>
            <p:nvPr/>
          </p:nvSpPr>
          <p:spPr>
            <a:xfrm>
              <a:off x="4896502" y="3408709"/>
              <a:ext cx="60651" cy="56678"/>
            </a:xfrm>
            <a:custGeom>
              <a:avLst/>
              <a:pathLst>
                <a:path w="60651" h="56678">
                  <a:moveTo>
                    <a:pt x="50337" y="49801"/>
                  </a:moveTo>
                  <a:lnTo>
                    <a:pt x="43800" y="56678"/>
                  </a:lnTo>
                  <a:lnTo>
                    <a:pt x="16485" y="32990"/>
                  </a:lnTo>
                  <a:lnTo>
                    <a:pt x="0" y="18694"/>
                  </a:lnTo>
                  <a:lnTo>
                    <a:pt x="11787" y="9062"/>
                  </a:lnTo>
                  <a:lnTo>
                    <a:pt x="22878" y="0"/>
                  </a:lnTo>
                  <a:lnTo>
                    <a:pt x="32358" y="9775"/>
                  </a:lnTo>
                  <a:lnTo>
                    <a:pt x="38270" y="15872"/>
                  </a:lnTo>
                  <a:lnTo>
                    <a:pt x="44591" y="22389"/>
                  </a:lnTo>
                  <a:lnTo>
                    <a:pt x="60651" y="389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g206"/>
            <p:cNvSpPr/>
            <p:nvPr/>
          </p:nvSpPr>
          <p:spPr>
            <a:xfrm>
              <a:off x="4827554" y="3430569"/>
              <a:ext cx="63900" cy="41163"/>
            </a:xfrm>
            <a:custGeom>
              <a:avLst/>
              <a:pathLst>
                <a:path w="63900" h="41163">
                  <a:moveTo>
                    <a:pt x="2426" y="22802"/>
                  </a:moveTo>
                  <a:lnTo>
                    <a:pt x="5629" y="18646"/>
                  </a:lnTo>
                  <a:lnTo>
                    <a:pt x="8967" y="14313"/>
                  </a:lnTo>
                  <a:lnTo>
                    <a:pt x="12354" y="9917"/>
                  </a:lnTo>
                  <a:lnTo>
                    <a:pt x="16154" y="4986"/>
                  </a:lnTo>
                  <a:lnTo>
                    <a:pt x="19996" y="0"/>
                  </a:lnTo>
                  <a:lnTo>
                    <a:pt x="30921" y="8496"/>
                  </a:lnTo>
                  <a:lnTo>
                    <a:pt x="63900" y="34142"/>
                  </a:lnTo>
                  <a:lnTo>
                    <a:pt x="59882" y="38435"/>
                  </a:lnTo>
                  <a:lnTo>
                    <a:pt x="57329" y="41163"/>
                  </a:lnTo>
                  <a:lnTo>
                    <a:pt x="28891" y="39663"/>
                  </a:lnTo>
                  <a:lnTo>
                    <a:pt x="11267" y="38733"/>
                  </a:lnTo>
                  <a:lnTo>
                    <a:pt x="0" y="259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207"/>
            <p:cNvSpPr/>
            <p:nvPr/>
          </p:nvSpPr>
          <p:spPr>
            <a:xfrm>
              <a:off x="4692987" y="3400785"/>
              <a:ext cx="151802" cy="90419"/>
            </a:xfrm>
            <a:custGeom>
              <a:avLst/>
              <a:pathLst>
                <a:path w="151802" h="90419">
                  <a:moveTo>
                    <a:pt x="115912" y="49187"/>
                  </a:moveTo>
                  <a:lnTo>
                    <a:pt x="108768" y="52633"/>
                  </a:lnTo>
                  <a:lnTo>
                    <a:pt x="98550" y="57563"/>
                  </a:lnTo>
                  <a:lnTo>
                    <a:pt x="92010" y="60717"/>
                  </a:lnTo>
                  <a:lnTo>
                    <a:pt x="83675" y="60997"/>
                  </a:lnTo>
                  <a:lnTo>
                    <a:pt x="67111" y="61554"/>
                  </a:lnTo>
                  <a:lnTo>
                    <a:pt x="56472" y="65058"/>
                  </a:lnTo>
                  <a:lnTo>
                    <a:pt x="52122" y="68031"/>
                  </a:lnTo>
                  <a:lnTo>
                    <a:pt x="37030" y="78346"/>
                  </a:lnTo>
                  <a:lnTo>
                    <a:pt x="19862" y="90419"/>
                  </a:lnTo>
                  <a:lnTo>
                    <a:pt x="13993" y="82587"/>
                  </a:lnTo>
                  <a:lnTo>
                    <a:pt x="8600" y="75391"/>
                  </a:lnTo>
                  <a:lnTo>
                    <a:pt x="0" y="62371"/>
                  </a:lnTo>
                  <a:lnTo>
                    <a:pt x="24366" y="47300"/>
                  </a:lnTo>
                  <a:lnTo>
                    <a:pt x="54569" y="51874"/>
                  </a:lnTo>
                  <a:lnTo>
                    <a:pt x="64808" y="48407"/>
                  </a:lnTo>
                  <a:lnTo>
                    <a:pt x="104643" y="36156"/>
                  </a:lnTo>
                  <a:lnTo>
                    <a:pt x="122258" y="17630"/>
                  </a:lnTo>
                  <a:lnTo>
                    <a:pt x="127372" y="12251"/>
                  </a:lnTo>
                  <a:lnTo>
                    <a:pt x="139021" y="0"/>
                  </a:lnTo>
                  <a:lnTo>
                    <a:pt x="147912" y="7121"/>
                  </a:lnTo>
                  <a:lnTo>
                    <a:pt x="151802" y="11989"/>
                  </a:lnTo>
                  <a:lnTo>
                    <a:pt x="146820" y="17626"/>
                  </a:lnTo>
                  <a:lnTo>
                    <a:pt x="141547" y="23593"/>
                  </a:lnTo>
                  <a:lnTo>
                    <a:pt x="135622" y="30298"/>
                  </a:lnTo>
                  <a:lnTo>
                    <a:pt x="129712" y="36984"/>
                  </a:lnTo>
                  <a:lnTo>
                    <a:pt x="123803" y="43671"/>
                  </a:lnTo>
                  <a:lnTo>
                    <a:pt x="121169" y="46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208"/>
            <p:cNvSpPr/>
            <p:nvPr/>
          </p:nvSpPr>
          <p:spPr>
            <a:xfrm>
              <a:off x="4922354" y="3371384"/>
              <a:ext cx="92099" cy="90091"/>
            </a:xfrm>
            <a:custGeom>
              <a:avLst/>
              <a:pathLst>
                <a:path w="92099" h="90091">
                  <a:moveTo>
                    <a:pt x="47563" y="78052"/>
                  </a:moveTo>
                  <a:lnTo>
                    <a:pt x="37628" y="68680"/>
                  </a:lnTo>
                  <a:lnTo>
                    <a:pt x="0" y="33185"/>
                  </a:lnTo>
                  <a:lnTo>
                    <a:pt x="1697" y="31259"/>
                  </a:lnTo>
                  <a:lnTo>
                    <a:pt x="4362" y="28236"/>
                  </a:lnTo>
                  <a:lnTo>
                    <a:pt x="6335" y="25999"/>
                  </a:lnTo>
                  <a:lnTo>
                    <a:pt x="8666" y="23355"/>
                  </a:lnTo>
                  <a:lnTo>
                    <a:pt x="11511" y="20127"/>
                  </a:lnTo>
                  <a:lnTo>
                    <a:pt x="14364" y="16891"/>
                  </a:lnTo>
                  <a:lnTo>
                    <a:pt x="17184" y="13692"/>
                  </a:lnTo>
                  <a:lnTo>
                    <a:pt x="20347" y="10104"/>
                  </a:lnTo>
                  <a:lnTo>
                    <a:pt x="24488" y="5408"/>
                  </a:lnTo>
                  <a:lnTo>
                    <a:pt x="29256" y="0"/>
                  </a:lnTo>
                  <a:lnTo>
                    <a:pt x="48014" y="19725"/>
                  </a:lnTo>
                  <a:lnTo>
                    <a:pt x="92099" y="66084"/>
                  </a:lnTo>
                  <a:lnTo>
                    <a:pt x="89677" y="67913"/>
                  </a:lnTo>
                  <a:lnTo>
                    <a:pt x="87472" y="69579"/>
                  </a:lnTo>
                  <a:lnTo>
                    <a:pt x="84743" y="71641"/>
                  </a:lnTo>
                  <a:lnTo>
                    <a:pt x="82296" y="73490"/>
                  </a:lnTo>
                  <a:lnTo>
                    <a:pt x="79262" y="75783"/>
                  </a:lnTo>
                  <a:lnTo>
                    <a:pt x="75675" y="78493"/>
                  </a:lnTo>
                  <a:lnTo>
                    <a:pt x="72411" y="80959"/>
                  </a:lnTo>
                  <a:lnTo>
                    <a:pt x="60325" y="90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209"/>
            <p:cNvSpPr/>
            <p:nvPr/>
          </p:nvSpPr>
          <p:spPr>
            <a:xfrm>
              <a:off x="4845290" y="3311400"/>
              <a:ext cx="23097" cy="16075"/>
            </a:xfrm>
            <a:custGeom>
              <a:avLst/>
              <a:pathLst>
                <a:path w="23097" h="16075">
                  <a:moveTo>
                    <a:pt x="21903" y="8785"/>
                  </a:moveTo>
                  <a:lnTo>
                    <a:pt x="20394" y="16075"/>
                  </a:lnTo>
                  <a:lnTo>
                    <a:pt x="10417" y="13986"/>
                  </a:lnTo>
                  <a:lnTo>
                    <a:pt x="0" y="11805"/>
                  </a:lnTo>
                  <a:lnTo>
                    <a:pt x="1808" y="5123"/>
                  </a:lnTo>
                  <a:lnTo>
                    <a:pt x="3194" y="0"/>
                  </a:lnTo>
                  <a:lnTo>
                    <a:pt x="11238" y="1218"/>
                  </a:lnTo>
                  <a:lnTo>
                    <a:pt x="23097" y="30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210"/>
            <p:cNvSpPr/>
            <p:nvPr/>
          </p:nvSpPr>
          <p:spPr>
            <a:xfrm>
              <a:off x="4869768" y="3310881"/>
              <a:ext cx="66984" cy="54544"/>
            </a:xfrm>
            <a:custGeom>
              <a:avLst/>
              <a:pathLst>
                <a:path w="66984" h="54544">
                  <a:moveTo>
                    <a:pt x="50759" y="23469"/>
                  </a:moveTo>
                  <a:lnTo>
                    <a:pt x="11465" y="54544"/>
                  </a:lnTo>
                  <a:lnTo>
                    <a:pt x="6546" y="50176"/>
                  </a:lnTo>
                  <a:lnTo>
                    <a:pt x="0" y="44363"/>
                  </a:lnTo>
                  <a:lnTo>
                    <a:pt x="26144" y="18838"/>
                  </a:lnTo>
                  <a:lnTo>
                    <a:pt x="45152" y="7977"/>
                  </a:lnTo>
                  <a:lnTo>
                    <a:pt x="59111" y="0"/>
                  </a:lnTo>
                  <a:lnTo>
                    <a:pt x="59921" y="1093"/>
                  </a:lnTo>
                  <a:lnTo>
                    <a:pt x="60819" y="2308"/>
                  </a:lnTo>
                  <a:lnTo>
                    <a:pt x="62048" y="3969"/>
                  </a:lnTo>
                  <a:lnTo>
                    <a:pt x="62798" y="4982"/>
                  </a:lnTo>
                  <a:lnTo>
                    <a:pt x="63925" y="6506"/>
                  </a:lnTo>
                  <a:lnTo>
                    <a:pt x="64951" y="7892"/>
                  </a:lnTo>
                  <a:lnTo>
                    <a:pt x="66020" y="9336"/>
                  </a:lnTo>
                  <a:lnTo>
                    <a:pt x="66984" y="106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211"/>
            <p:cNvSpPr/>
            <p:nvPr/>
          </p:nvSpPr>
          <p:spPr>
            <a:xfrm>
              <a:off x="4640975" y="3475966"/>
              <a:ext cx="143842" cy="159037"/>
            </a:xfrm>
            <a:custGeom>
              <a:avLst/>
              <a:pathLst>
                <a:path w="143842" h="159037">
                  <a:moveTo>
                    <a:pt x="66646" y="52956"/>
                  </a:moveTo>
                  <a:lnTo>
                    <a:pt x="60172" y="59571"/>
                  </a:lnTo>
                  <a:lnTo>
                    <a:pt x="42726" y="97750"/>
                  </a:lnTo>
                  <a:lnTo>
                    <a:pt x="22823" y="159037"/>
                  </a:lnTo>
                  <a:lnTo>
                    <a:pt x="7952" y="153190"/>
                  </a:lnTo>
                  <a:lnTo>
                    <a:pt x="462" y="150246"/>
                  </a:lnTo>
                  <a:lnTo>
                    <a:pt x="0" y="142691"/>
                  </a:lnTo>
                  <a:lnTo>
                    <a:pt x="792" y="140363"/>
                  </a:lnTo>
                  <a:lnTo>
                    <a:pt x="2837" y="134352"/>
                  </a:lnTo>
                  <a:lnTo>
                    <a:pt x="5722" y="125877"/>
                  </a:lnTo>
                  <a:lnTo>
                    <a:pt x="8275" y="118375"/>
                  </a:lnTo>
                  <a:lnTo>
                    <a:pt x="11510" y="108869"/>
                  </a:lnTo>
                  <a:lnTo>
                    <a:pt x="16672" y="100669"/>
                  </a:lnTo>
                  <a:lnTo>
                    <a:pt x="22752" y="91011"/>
                  </a:lnTo>
                  <a:lnTo>
                    <a:pt x="28848" y="81328"/>
                  </a:lnTo>
                  <a:lnTo>
                    <a:pt x="30686" y="78409"/>
                  </a:lnTo>
                  <a:lnTo>
                    <a:pt x="35775" y="72038"/>
                  </a:lnTo>
                  <a:lnTo>
                    <a:pt x="43069" y="62906"/>
                  </a:lnTo>
                  <a:lnTo>
                    <a:pt x="44946" y="60557"/>
                  </a:lnTo>
                  <a:lnTo>
                    <a:pt x="48952" y="54507"/>
                  </a:lnTo>
                  <a:lnTo>
                    <a:pt x="50589" y="52036"/>
                  </a:lnTo>
                  <a:lnTo>
                    <a:pt x="55859" y="46620"/>
                  </a:lnTo>
                  <a:lnTo>
                    <a:pt x="57841" y="44583"/>
                  </a:lnTo>
                  <a:lnTo>
                    <a:pt x="64407" y="38998"/>
                  </a:lnTo>
                  <a:lnTo>
                    <a:pt x="72919" y="31758"/>
                  </a:lnTo>
                  <a:lnTo>
                    <a:pt x="84188" y="22171"/>
                  </a:lnTo>
                  <a:lnTo>
                    <a:pt x="87122" y="19675"/>
                  </a:lnTo>
                  <a:lnTo>
                    <a:pt x="106780" y="5860"/>
                  </a:lnTo>
                  <a:lnTo>
                    <a:pt x="119270" y="1255"/>
                  </a:lnTo>
                  <a:lnTo>
                    <a:pt x="143433" y="0"/>
                  </a:lnTo>
                  <a:lnTo>
                    <a:pt x="143627" y="7157"/>
                  </a:lnTo>
                  <a:lnTo>
                    <a:pt x="143842" y="15070"/>
                  </a:lnTo>
                  <a:lnTo>
                    <a:pt x="125413" y="15070"/>
                  </a:lnTo>
                  <a:lnTo>
                    <a:pt x="108827" y="18628"/>
                  </a:lnTo>
                  <a:lnTo>
                    <a:pt x="90603" y="313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212"/>
            <p:cNvSpPr/>
            <p:nvPr/>
          </p:nvSpPr>
          <p:spPr>
            <a:xfrm>
              <a:off x="4483751" y="3602480"/>
              <a:ext cx="56861" cy="86222"/>
            </a:xfrm>
            <a:custGeom>
              <a:avLst/>
              <a:pathLst>
                <a:path w="56861" h="86222">
                  <a:moveTo>
                    <a:pt x="49402" y="53053"/>
                  </a:moveTo>
                  <a:lnTo>
                    <a:pt x="30218" y="86222"/>
                  </a:lnTo>
                  <a:lnTo>
                    <a:pt x="15369" y="81443"/>
                  </a:lnTo>
                  <a:lnTo>
                    <a:pt x="0" y="76497"/>
                  </a:lnTo>
                  <a:lnTo>
                    <a:pt x="1683" y="72536"/>
                  </a:lnTo>
                  <a:lnTo>
                    <a:pt x="5159" y="64362"/>
                  </a:lnTo>
                  <a:lnTo>
                    <a:pt x="8693" y="56049"/>
                  </a:lnTo>
                  <a:lnTo>
                    <a:pt x="11692" y="48995"/>
                  </a:lnTo>
                  <a:lnTo>
                    <a:pt x="17120" y="36227"/>
                  </a:lnTo>
                  <a:lnTo>
                    <a:pt x="22977" y="22449"/>
                  </a:lnTo>
                  <a:lnTo>
                    <a:pt x="27214" y="12484"/>
                  </a:lnTo>
                  <a:lnTo>
                    <a:pt x="32522" y="0"/>
                  </a:lnTo>
                  <a:lnTo>
                    <a:pt x="38609" y="1439"/>
                  </a:lnTo>
                  <a:lnTo>
                    <a:pt x="48370" y="3747"/>
                  </a:lnTo>
                  <a:lnTo>
                    <a:pt x="56861" y="25531"/>
                  </a:lnTo>
                  <a:lnTo>
                    <a:pt x="52896" y="470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213"/>
            <p:cNvSpPr/>
            <p:nvPr/>
          </p:nvSpPr>
          <p:spPr>
            <a:xfrm>
              <a:off x="4935717" y="3313941"/>
              <a:ext cx="76016" cy="61563"/>
            </a:xfrm>
            <a:custGeom>
              <a:avLst/>
              <a:pathLst>
                <a:path w="76016" h="61563">
                  <a:moveTo>
                    <a:pt x="56087" y="50628"/>
                  </a:moveTo>
                  <a:lnTo>
                    <a:pt x="34232" y="61563"/>
                  </a:lnTo>
                  <a:lnTo>
                    <a:pt x="28171" y="55646"/>
                  </a:lnTo>
                  <a:lnTo>
                    <a:pt x="20740" y="48390"/>
                  </a:lnTo>
                  <a:lnTo>
                    <a:pt x="13455" y="41277"/>
                  </a:lnTo>
                  <a:lnTo>
                    <a:pt x="4790" y="32818"/>
                  </a:lnTo>
                  <a:lnTo>
                    <a:pt x="0" y="28140"/>
                  </a:lnTo>
                  <a:lnTo>
                    <a:pt x="12695" y="18093"/>
                  </a:lnTo>
                  <a:lnTo>
                    <a:pt x="23632" y="10477"/>
                  </a:lnTo>
                  <a:lnTo>
                    <a:pt x="32194" y="4515"/>
                  </a:lnTo>
                  <a:lnTo>
                    <a:pt x="38679" y="0"/>
                  </a:lnTo>
                  <a:lnTo>
                    <a:pt x="45687" y="7631"/>
                  </a:lnTo>
                  <a:lnTo>
                    <a:pt x="53159" y="15767"/>
                  </a:lnTo>
                  <a:lnTo>
                    <a:pt x="61249" y="24576"/>
                  </a:lnTo>
                  <a:lnTo>
                    <a:pt x="76016" y="4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214"/>
            <p:cNvSpPr/>
            <p:nvPr/>
          </p:nvSpPr>
          <p:spPr>
            <a:xfrm>
              <a:off x="5191564" y="3103930"/>
              <a:ext cx="59595" cy="37926"/>
            </a:xfrm>
            <a:custGeom>
              <a:avLst/>
              <a:pathLst>
                <a:path w="59595" h="37926">
                  <a:moveTo>
                    <a:pt x="41536" y="25885"/>
                  </a:moveTo>
                  <a:lnTo>
                    <a:pt x="29462" y="29844"/>
                  </a:lnTo>
                  <a:lnTo>
                    <a:pt x="4816" y="37926"/>
                  </a:lnTo>
                  <a:lnTo>
                    <a:pt x="3806" y="31610"/>
                  </a:lnTo>
                  <a:lnTo>
                    <a:pt x="2566" y="23862"/>
                  </a:lnTo>
                  <a:lnTo>
                    <a:pt x="1810" y="19138"/>
                  </a:lnTo>
                  <a:lnTo>
                    <a:pt x="0" y="7827"/>
                  </a:lnTo>
                  <a:lnTo>
                    <a:pt x="18462" y="6441"/>
                  </a:lnTo>
                  <a:lnTo>
                    <a:pt x="24078" y="6020"/>
                  </a:lnTo>
                  <a:lnTo>
                    <a:pt x="54177" y="0"/>
                  </a:lnTo>
                  <a:lnTo>
                    <a:pt x="56171" y="5760"/>
                  </a:lnTo>
                  <a:lnTo>
                    <a:pt x="59595" y="1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215"/>
            <p:cNvSpPr/>
            <p:nvPr/>
          </p:nvSpPr>
          <p:spPr>
            <a:xfrm>
              <a:off x="4858608" y="3647269"/>
              <a:ext cx="72599" cy="53278"/>
            </a:xfrm>
            <a:custGeom>
              <a:avLst/>
              <a:pathLst>
                <a:path w="72599" h="53278">
                  <a:moveTo>
                    <a:pt x="47298" y="52444"/>
                  </a:moveTo>
                  <a:lnTo>
                    <a:pt x="34458" y="52756"/>
                  </a:lnTo>
                  <a:lnTo>
                    <a:pt x="22725" y="53040"/>
                  </a:lnTo>
                  <a:lnTo>
                    <a:pt x="12946" y="53278"/>
                  </a:lnTo>
                  <a:lnTo>
                    <a:pt x="0" y="51502"/>
                  </a:lnTo>
                  <a:lnTo>
                    <a:pt x="2208" y="46157"/>
                  </a:lnTo>
                  <a:lnTo>
                    <a:pt x="6195" y="36507"/>
                  </a:lnTo>
                  <a:lnTo>
                    <a:pt x="10227" y="26748"/>
                  </a:lnTo>
                  <a:lnTo>
                    <a:pt x="13599" y="18587"/>
                  </a:lnTo>
                  <a:lnTo>
                    <a:pt x="15823" y="14484"/>
                  </a:lnTo>
                  <a:lnTo>
                    <a:pt x="21359" y="4269"/>
                  </a:lnTo>
                  <a:lnTo>
                    <a:pt x="23674" y="0"/>
                  </a:lnTo>
                  <a:lnTo>
                    <a:pt x="45442" y="5361"/>
                  </a:lnTo>
                  <a:lnTo>
                    <a:pt x="72599" y="12051"/>
                  </a:lnTo>
                  <a:lnTo>
                    <a:pt x="71118" y="21838"/>
                  </a:lnTo>
                  <a:lnTo>
                    <a:pt x="69501" y="32517"/>
                  </a:lnTo>
                  <a:lnTo>
                    <a:pt x="68654" y="38108"/>
                  </a:lnTo>
                  <a:lnTo>
                    <a:pt x="64835" y="46077"/>
                  </a:lnTo>
                  <a:lnTo>
                    <a:pt x="53085" y="523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216"/>
            <p:cNvSpPr/>
            <p:nvPr/>
          </p:nvSpPr>
          <p:spPr>
            <a:xfrm>
              <a:off x="4881709" y="3713629"/>
              <a:ext cx="56022" cy="94977"/>
            </a:xfrm>
            <a:custGeom>
              <a:avLst/>
              <a:pathLst>
                <a:path w="56022" h="94977">
                  <a:moveTo>
                    <a:pt x="14653" y="79548"/>
                  </a:moveTo>
                  <a:lnTo>
                    <a:pt x="11449" y="62163"/>
                  </a:lnTo>
                  <a:lnTo>
                    <a:pt x="6810" y="36992"/>
                  </a:lnTo>
                  <a:lnTo>
                    <a:pt x="0" y="44"/>
                  </a:lnTo>
                  <a:lnTo>
                    <a:pt x="15396" y="24"/>
                  </a:lnTo>
                  <a:lnTo>
                    <a:pt x="34987" y="0"/>
                  </a:lnTo>
                  <a:lnTo>
                    <a:pt x="38202" y="13042"/>
                  </a:lnTo>
                  <a:lnTo>
                    <a:pt x="41288" y="25564"/>
                  </a:lnTo>
                  <a:lnTo>
                    <a:pt x="45908" y="44312"/>
                  </a:lnTo>
                  <a:lnTo>
                    <a:pt x="49635" y="59433"/>
                  </a:lnTo>
                  <a:lnTo>
                    <a:pt x="56022" y="85350"/>
                  </a:lnTo>
                  <a:lnTo>
                    <a:pt x="48307" y="87278"/>
                  </a:lnTo>
                  <a:lnTo>
                    <a:pt x="40812" y="89151"/>
                  </a:lnTo>
                  <a:lnTo>
                    <a:pt x="34801" y="90653"/>
                  </a:lnTo>
                  <a:lnTo>
                    <a:pt x="24372" y="93259"/>
                  </a:lnTo>
                  <a:lnTo>
                    <a:pt x="17497" y="949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217"/>
            <p:cNvSpPr/>
            <p:nvPr/>
          </p:nvSpPr>
          <p:spPr>
            <a:xfrm>
              <a:off x="4922393" y="3696971"/>
              <a:ext cx="28257" cy="66980"/>
            </a:xfrm>
            <a:custGeom>
              <a:avLst/>
              <a:pathLst>
                <a:path w="28257" h="66980">
                  <a:moveTo>
                    <a:pt x="24910" y="64734"/>
                  </a:moveTo>
                  <a:lnTo>
                    <a:pt x="18964" y="65950"/>
                  </a:lnTo>
                  <a:lnTo>
                    <a:pt x="13924" y="66980"/>
                  </a:lnTo>
                  <a:lnTo>
                    <a:pt x="4714" y="27110"/>
                  </a:lnTo>
                  <a:lnTo>
                    <a:pt x="0" y="6697"/>
                  </a:lnTo>
                  <a:lnTo>
                    <a:pt x="8506" y="3673"/>
                  </a:lnTo>
                  <a:lnTo>
                    <a:pt x="18838" y="0"/>
                  </a:lnTo>
                  <a:lnTo>
                    <a:pt x="20606" y="12025"/>
                  </a:lnTo>
                  <a:lnTo>
                    <a:pt x="22316" y="23652"/>
                  </a:lnTo>
                  <a:lnTo>
                    <a:pt x="24311" y="37214"/>
                  </a:lnTo>
                  <a:lnTo>
                    <a:pt x="28257" y="64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218"/>
            <p:cNvSpPr/>
            <p:nvPr/>
          </p:nvSpPr>
          <p:spPr>
            <a:xfrm>
              <a:off x="4946419" y="3775571"/>
              <a:ext cx="99150" cy="101245"/>
            </a:xfrm>
            <a:custGeom>
              <a:avLst/>
              <a:pathLst>
                <a:path w="99150" h="101245">
                  <a:moveTo>
                    <a:pt x="97864" y="60243"/>
                  </a:moveTo>
                  <a:lnTo>
                    <a:pt x="96633" y="65363"/>
                  </a:lnTo>
                  <a:lnTo>
                    <a:pt x="95076" y="71835"/>
                  </a:lnTo>
                  <a:lnTo>
                    <a:pt x="93768" y="77276"/>
                  </a:lnTo>
                  <a:lnTo>
                    <a:pt x="92518" y="82474"/>
                  </a:lnTo>
                  <a:lnTo>
                    <a:pt x="91357" y="87299"/>
                  </a:lnTo>
                  <a:lnTo>
                    <a:pt x="88205" y="91422"/>
                  </a:lnTo>
                  <a:lnTo>
                    <a:pt x="84647" y="96074"/>
                  </a:lnTo>
                  <a:lnTo>
                    <a:pt x="80693" y="101245"/>
                  </a:lnTo>
                  <a:lnTo>
                    <a:pt x="75858" y="98021"/>
                  </a:lnTo>
                  <a:lnTo>
                    <a:pt x="63466" y="89761"/>
                  </a:lnTo>
                  <a:lnTo>
                    <a:pt x="66389" y="81881"/>
                  </a:lnTo>
                  <a:lnTo>
                    <a:pt x="72691" y="64887"/>
                  </a:lnTo>
                  <a:lnTo>
                    <a:pt x="69655" y="61840"/>
                  </a:lnTo>
                  <a:lnTo>
                    <a:pt x="61552" y="53705"/>
                  </a:lnTo>
                  <a:lnTo>
                    <a:pt x="49962" y="42072"/>
                  </a:lnTo>
                  <a:lnTo>
                    <a:pt x="25158" y="32431"/>
                  </a:lnTo>
                  <a:lnTo>
                    <a:pt x="10647" y="26792"/>
                  </a:lnTo>
                  <a:lnTo>
                    <a:pt x="0" y="13814"/>
                  </a:lnTo>
                  <a:lnTo>
                    <a:pt x="5443" y="10593"/>
                  </a:lnTo>
                  <a:lnTo>
                    <a:pt x="15994" y="4348"/>
                  </a:lnTo>
                  <a:lnTo>
                    <a:pt x="23343" y="0"/>
                  </a:lnTo>
                  <a:lnTo>
                    <a:pt x="32514" y="6641"/>
                  </a:lnTo>
                  <a:lnTo>
                    <a:pt x="48948" y="18542"/>
                  </a:lnTo>
                  <a:lnTo>
                    <a:pt x="60692" y="27047"/>
                  </a:lnTo>
                  <a:lnTo>
                    <a:pt x="71200" y="34657"/>
                  </a:lnTo>
                  <a:lnTo>
                    <a:pt x="81953" y="42444"/>
                  </a:lnTo>
                  <a:lnTo>
                    <a:pt x="99150" y="548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219"/>
            <p:cNvSpPr/>
            <p:nvPr/>
          </p:nvSpPr>
          <p:spPr>
            <a:xfrm>
              <a:off x="5043519" y="3841542"/>
              <a:ext cx="26659" cy="52910"/>
            </a:xfrm>
            <a:custGeom>
              <a:avLst/>
              <a:pathLst>
                <a:path w="26659" h="52910">
                  <a:moveTo>
                    <a:pt x="16321" y="51250"/>
                  </a:moveTo>
                  <a:lnTo>
                    <a:pt x="0" y="52910"/>
                  </a:lnTo>
                  <a:lnTo>
                    <a:pt x="175" y="44550"/>
                  </a:lnTo>
                  <a:lnTo>
                    <a:pt x="506" y="28846"/>
                  </a:lnTo>
                  <a:lnTo>
                    <a:pt x="819" y="13945"/>
                  </a:lnTo>
                  <a:lnTo>
                    <a:pt x="7934" y="7033"/>
                  </a:lnTo>
                  <a:lnTo>
                    <a:pt x="15174" y="0"/>
                  </a:lnTo>
                  <a:lnTo>
                    <a:pt x="26659" y="3691"/>
                  </a:lnTo>
                  <a:lnTo>
                    <a:pt x="26109" y="14144"/>
                  </a:lnTo>
                  <a:lnTo>
                    <a:pt x="25512" y="25480"/>
                  </a:lnTo>
                  <a:lnTo>
                    <a:pt x="24980" y="35606"/>
                  </a:lnTo>
                  <a:lnTo>
                    <a:pt x="24199" y="504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220"/>
            <p:cNvSpPr/>
            <p:nvPr/>
          </p:nvSpPr>
          <p:spPr>
            <a:xfrm>
              <a:off x="4925058" y="3578698"/>
              <a:ext cx="148029" cy="247021"/>
            </a:xfrm>
            <a:custGeom>
              <a:avLst/>
              <a:pathLst>
                <a:path w="148029" h="247021">
                  <a:moveTo>
                    <a:pt x="141666" y="46713"/>
                  </a:moveTo>
                  <a:lnTo>
                    <a:pt x="143017" y="49332"/>
                  </a:lnTo>
                  <a:lnTo>
                    <a:pt x="144323" y="50923"/>
                  </a:lnTo>
                  <a:lnTo>
                    <a:pt x="145675" y="53542"/>
                  </a:lnTo>
                  <a:lnTo>
                    <a:pt x="145623" y="57047"/>
                  </a:lnTo>
                  <a:lnTo>
                    <a:pt x="146787" y="60087"/>
                  </a:lnTo>
                  <a:lnTo>
                    <a:pt x="147111" y="62751"/>
                  </a:lnTo>
                  <a:lnTo>
                    <a:pt x="147201" y="64807"/>
                  </a:lnTo>
                  <a:lnTo>
                    <a:pt x="147524" y="67472"/>
                  </a:lnTo>
                  <a:lnTo>
                    <a:pt x="147615" y="69528"/>
                  </a:lnTo>
                  <a:lnTo>
                    <a:pt x="147330" y="72426"/>
                  </a:lnTo>
                  <a:lnTo>
                    <a:pt x="148029" y="74249"/>
                  </a:lnTo>
                  <a:lnTo>
                    <a:pt x="147699" y="76118"/>
                  </a:lnTo>
                  <a:lnTo>
                    <a:pt x="147181" y="78407"/>
                  </a:lnTo>
                  <a:lnTo>
                    <a:pt x="146852" y="80276"/>
                  </a:lnTo>
                  <a:lnTo>
                    <a:pt x="146567" y="83174"/>
                  </a:lnTo>
                  <a:lnTo>
                    <a:pt x="146004" y="84435"/>
                  </a:lnTo>
                  <a:lnTo>
                    <a:pt x="145112" y="87565"/>
                  </a:lnTo>
                  <a:lnTo>
                    <a:pt x="144174" y="89667"/>
                  </a:lnTo>
                  <a:lnTo>
                    <a:pt x="143611" y="90928"/>
                  </a:lnTo>
                  <a:lnTo>
                    <a:pt x="142111" y="94290"/>
                  </a:lnTo>
                  <a:lnTo>
                    <a:pt x="141406" y="97000"/>
                  </a:lnTo>
                  <a:lnTo>
                    <a:pt x="140843" y="98261"/>
                  </a:lnTo>
                  <a:lnTo>
                    <a:pt x="140093" y="99942"/>
                  </a:lnTo>
                  <a:lnTo>
                    <a:pt x="139343" y="101624"/>
                  </a:lnTo>
                  <a:lnTo>
                    <a:pt x="138405" y="103726"/>
                  </a:lnTo>
                  <a:lnTo>
                    <a:pt x="137655" y="105407"/>
                  </a:lnTo>
                  <a:lnTo>
                    <a:pt x="136717" y="107509"/>
                  </a:lnTo>
                  <a:lnTo>
                    <a:pt x="135592" y="110031"/>
                  </a:lnTo>
                  <a:lnTo>
                    <a:pt x="134046" y="112365"/>
                  </a:lnTo>
                  <a:lnTo>
                    <a:pt x="133296" y="114047"/>
                  </a:lnTo>
                  <a:lnTo>
                    <a:pt x="132358" y="116149"/>
                  </a:lnTo>
                  <a:lnTo>
                    <a:pt x="131188" y="117643"/>
                  </a:lnTo>
                  <a:lnTo>
                    <a:pt x="129830" y="119557"/>
                  </a:lnTo>
                  <a:lnTo>
                    <a:pt x="127301" y="122965"/>
                  </a:lnTo>
                  <a:lnTo>
                    <a:pt x="125943" y="124879"/>
                  </a:lnTo>
                  <a:lnTo>
                    <a:pt x="124397" y="127213"/>
                  </a:lnTo>
                  <a:lnTo>
                    <a:pt x="123039" y="129128"/>
                  </a:lnTo>
                  <a:lnTo>
                    <a:pt x="121868" y="130622"/>
                  </a:lnTo>
                  <a:lnTo>
                    <a:pt x="120743" y="133144"/>
                  </a:lnTo>
                  <a:lnTo>
                    <a:pt x="119805" y="135245"/>
                  </a:lnTo>
                  <a:lnTo>
                    <a:pt x="118868" y="137347"/>
                  </a:lnTo>
                  <a:lnTo>
                    <a:pt x="117930" y="139449"/>
                  </a:lnTo>
                  <a:lnTo>
                    <a:pt x="116992" y="141551"/>
                  </a:lnTo>
                  <a:lnTo>
                    <a:pt x="116054" y="143652"/>
                  </a:lnTo>
                  <a:lnTo>
                    <a:pt x="115537" y="145942"/>
                  </a:lnTo>
                  <a:lnTo>
                    <a:pt x="115627" y="147998"/>
                  </a:lnTo>
                  <a:lnTo>
                    <a:pt x="115718" y="150055"/>
                  </a:lnTo>
                  <a:lnTo>
                    <a:pt x="115621" y="152531"/>
                  </a:lnTo>
                  <a:lnTo>
                    <a:pt x="115478" y="153980"/>
                  </a:lnTo>
                  <a:lnTo>
                    <a:pt x="115989" y="156224"/>
                  </a:lnTo>
                  <a:lnTo>
                    <a:pt x="116313" y="158888"/>
                  </a:lnTo>
                  <a:lnTo>
                    <a:pt x="116028" y="161786"/>
                  </a:lnTo>
                  <a:lnTo>
                    <a:pt x="116817" y="165666"/>
                  </a:lnTo>
                  <a:lnTo>
                    <a:pt x="116908" y="167722"/>
                  </a:lnTo>
                  <a:lnTo>
                    <a:pt x="116998" y="169779"/>
                  </a:lnTo>
                  <a:lnTo>
                    <a:pt x="117509" y="172023"/>
                  </a:lnTo>
                  <a:lnTo>
                    <a:pt x="117787" y="173659"/>
                  </a:lnTo>
                  <a:lnTo>
                    <a:pt x="118252" y="174875"/>
                  </a:lnTo>
                  <a:lnTo>
                    <a:pt x="118343" y="176931"/>
                  </a:lnTo>
                  <a:lnTo>
                    <a:pt x="119740" y="180579"/>
                  </a:lnTo>
                  <a:lnTo>
                    <a:pt x="119830" y="182635"/>
                  </a:lnTo>
                  <a:lnTo>
                    <a:pt x="120341" y="184879"/>
                  </a:lnTo>
                  <a:lnTo>
                    <a:pt x="120664" y="187544"/>
                  </a:lnTo>
                  <a:lnTo>
                    <a:pt x="121550" y="188947"/>
                  </a:lnTo>
                  <a:lnTo>
                    <a:pt x="122294" y="191799"/>
                  </a:lnTo>
                  <a:lnTo>
                    <a:pt x="122384" y="193856"/>
                  </a:lnTo>
                  <a:lnTo>
                    <a:pt x="123361" y="197315"/>
                  </a:lnTo>
                  <a:lnTo>
                    <a:pt x="124104" y="200168"/>
                  </a:lnTo>
                  <a:lnTo>
                    <a:pt x="124615" y="202412"/>
                  </a:lnTo>
                  <a:lnTo>
                    <a:pt x="124893" y="204048"/>
                  </a:lnTo>
                  <a:lnTo>
                    <a:pt x="125870" y="207507"/>
                  </a:lnTo>
                  <a:lnTo>
                    <a:pt x="126568" y="209331"/>
                  </a:lnTo>
                  <a:lnTo>
                    <a:pt x="127545" y="212791"/>
                  </a:lnTo>
                  <a:lnTo>
                    <a:pt x="128941" y="216438"/>
                  </a:lnTo>
                  <a:lnTo>
                    <a:pt x="129685" y="219290"/>
                  </a:lnTo>
                  <a:lnTo>
                    <a:pt x="130616" y="221722"/>
                  </a:lnTo>
                  <a:lnTo>
                    <a:pt x="131502" y="223125"/>
                  </a:lnTo>
                  <a:lnTo>
                    <a:pt x="131593" y="225182"/>
                  </a:lnTo>
                  <a:lnTo>
                    <a:pt x="133222" y="229437"/>
                  </a:lnTo>
                  <a:lnTo>
                    <a:pt x="133455" y="230045"/>
                  </a:lnTo>
                  <a:lnTo>
                    <a:pt x="134619" y="233085"/>
                  </a:lnTo>
                  <a:lnTo>
                    <a:pt x="135130" y="235329"/>
                  </a:lnTo>
                  <a:lnTo>
                    <a:pt x="136436" y="236920"/>
                  </a:lnTo>
                  <a:lnTo>
                    <a:pt x="138066" y="241175"/>
                  </a:lnTo>
                  <a:lnTo>
                    <a:pt x="139605" y="243374"/>
                  </a:lnTo>
                  <a:lnTo>
                    <a:pt x="140956" y="245993"/>
                  </a:lnTo>
                  <a:lnTo>
                    <a:pt x="141002" y="247021"/>
                  </a:lnTo>
                  <a:lnTo>
                    <a:pt x="119141" y="232612"/>
                  </a:lnTo>
                  <a:lnTo>
                    <a:pt x="110396" y="226848"/>
                  </a:lnTo>
                  <a:lnTo>
                    <a:pt x="104530" y="222981"/>
                  </a:lnTo>
                  <a:lnTo>
                    <a:pt x="96413" y="217631"/>
                  </a:lnTo>
                  <a:lnTo>
                    <a:pt x="88682" y="212535"/>
                  </a:lnTo>
                  <a:lnTo>
                    <a:pt x="79352" y="206386"/>
                  </a:lnTo>
                  <a:lnTo>
                    <a:pt x="71783" y="201397"/>
                  </a:lnTo>
                  <a:lnTo>
                    <a:pt x="62548" y="195310"/>
                  </a:lnTo>
                  <a:lnTo>
                    <a:pt x="48693" y="186178"/>
                  </a:lnTo>
                  <a:lnTo>
                    <a:pt x="48564" y="178560"/>
                  </a:lnTo>
                  <a:lnTo>
                    <a:pt x="48661" y="176083"/>
                  </a:lnTo>
                  <a:lnTo>
                    <a:pt x="48571" y="174026"/>
                  </a:lnTo>
                  <a:lnTo>
                    <a:pt x="48668" y="171549"/>
                  </a:lnTo>
                  <a:lnTo>
                    <a:pt x="48998" y="169680"/>
                  </a:lnTo>
                  <a:lnTo>
                    <a:pt x="48719" y="168044"/>
                  </a:lnTo>
                  <a:lnTo>
                    <a:pt x="49237" y="165755"/>
                  </a:lnTo>
                  <a:lnTo>
                    <a:pt x="48726" y="163511"/>
                  </a:lnTo>
                  <a:lnTo>
                    <a:pt x="49664" y="161409"/>
                  </a:lnTo>
                  <a:lnTo>
                    <a:pt x="49011" y="160614"/>
                  </a:lnTo>
                  <a:lnTo>
                    <a:pt x="49295" y="157717"/>
                  </a:lnTo>
                  <a:lnTo>
                    <a:pt x="49813" y="155427"/>
                  </a:lnTo>
                  <a:lnTo>
                    <a:pt x="49767" y="154399"/>
                  </a:lnTo>
                  <a:lnTo>
                    <a:pt x="50097" y="152530"/>
                  </a:lnTo>
                  <a:lnTo>
                    <a:pt x="50569" y="149212"/>
                  </a:lnTo>
                  <a:lnTo>
                    <a:pt x="50246" y="146548"/>
                  </a:lnTo>
                  <a:lnTo>
                    <a:pt x="50576" y="144679"/>
                  </a:lnTo>
                  <a:lnTo>
                    <a:pt x="50485" y="142623"/>
                  </a:lnTo>
                  <a:lnTo>
                    <a:pt x="50207" y="140986"/>
                  </a:lnTo>
                  <a:lnTo>
                    <a:pt x="50537" y="139118"/>
                  </a:lnTo>
                  <a:lnTo>
                    <a:pt x="51430" y="135988"/>
                  </a:lnTo>
                  <a:lnTo>
                    <a:pt x="51760" y="134119"/>
                  </a:lnTo>
                  <a:lnTo>
                    <a:pt x="51902" y="132670"/>
                  </a:lnTo>
                  <a:lnTo>
                    <a:pt x="52982" y="129120"/>
                  </a:lnTo>
                  <a:lnTo>
                    <a:pt x="53920" y="127018"/>
                  </a:lnTo>
                  <a:lnTo>
                    <a:pt x="54858" y="124916"/>
                  </a:lnTo>
                  <a:lnTo>
                    <a:pt x="56216" y="123002"/>
                  </a:lnTo>
                  <a:lnTo>
                    <a:pt x="57574" y="121088"/>
                  </a:lnTo>
                  <a:lnTo>
                    <a:pt x="58699" y="118566"/>
                  </a:lnTo>
                  <a:lnTo>
                    <a:pt x="59449" y="116884"/>
                  </a:lnTo>
                  <a:lnTo>
                    <a:pt x="60575" y="114362"/>
                  </a:lnTo>
                  <a:lnTo>
                    <a:pt x="61137" y="113101"/>
                  </a:lnTo>
                  <a:lnTo>
                    <a:pt x="62263" y="110579"/>
                  </a:lnTo>
                  <a:lnTo>
                    <a:pt x="62780" y="108290"/>
                  </a:lnTo>
                  <a:lnTo>
                    <a:pt x="63110" y="106421"/>
                  </a:lnTo>
                  <a:lnTo>
                    <a:pt x="63252" y="104972"/>
                  </a:lnTo>
                  <a:lnTo>
                    <a:pt x="63116" y="101887"/>
                  </a:lnTo>
                  <a:lnTo>
                    <a:pt x="63026" y="99831"/>
                  </a:lnTo>
                  <a:lnTo>
                    <a:pt x="62327" y="98007"/>
                  </a:lnTo>
                  <a:lnTo>
                    <a:pt x="61629" y="96183"/>
                  </a:lnTo>
                  <a:lnTo>
                    <a:pt x="60090" y="93985"/>
                  </a:lnTo>
                  <a:lnTo>
                    <a:pt x="59624" y="92769"/>
                  </a:lnTo>
                  <a:lnTo>
                    <a:pt x="57245" y="90195"/>
                  </a:lnTo>
                  <a:lnTo>
                    <a:pt x="55706" y="87996"/>
                  </a:lnTo>
                  <a:lnTo>
                    <a:pt x="54399" y="86405"/>
                  </a:lnTo>
                  <a:lnTo>
                    <a:pt x="53093" y="84814"/>
                  </a:lnTo>
                  <a:lnTo>
                    <a:pt x="51366" y="83036"/>
                  </a:lnTo>
                  <a:lnTo>
                    <a:pt x="50060" y="81445"/>
                  </a:lnTo>
                  <a:lnTo>
                    <a:pt x="48566" y="80274"/>
                  </a:lnTo>
                  <a:lnTo>
                    <a:pt x="46607" y="77888"/>
                  </a:lnTo>
                  <a:lnTo>
                    <a:pt x="44272" y="76342"/>
                  </a:lnTo>
                  <a:lnTo>
                    <a:pt x="42313" y="73956"/>
                  </a:lnTo>
                  <a:lnTo>
                    <a:pt x="41052" y="73393"/>
                  </a:lnTo>
                  <a:lnTo>
                    <a:pt x="39138" y="72035"/>
                  </a:lnTo>
                  <a:lnTo>
                    <a:pt x="37456" y="71285"/>
                  </a:lnTo>
                  <a:lnTo>
                    <a:pt x="35962" y="70114"/>
                  </a:lnTo>
                  <a:lnTo>
                    <a:pt x="34003" y="67728"/>
                  </a:lnTo>
                  <a:lnTo>
                    <a:pt x="32321" y="66978"/>
                  </a:lnTo>
                  <a:lnTo>
                    <a:pt x="0" y="53564"/>
                  </a:lnTo>
                  <a:lnTo>
                    <a:pt x="1715" y="47295"/>
                  </a:lnTo>
                  <a:lnTo>
                    <a:pt x="3194" y="41885"/>
                  </a:lnTo>
                  <a:lnTo>
                    <a:pt x="17688" y="44505"/>
                  </a:lnTo>
                  <a:lnTo>
                    <a:pt x="29780" y="46691"/>
                  </a:lnTo>
                  <a:lnTo>
                    <a:pt x="34510" y="39547"/>
                  </a:lnTo>
                  <a:lnTo>
                    <a:pt x="45980" y="22222"/>
                  </a:lnTo>
                  <a:lnTo>
                    <a:pt x="55137" y="8392"/>
                  </a:lnTo>
                  <a:lnTo>
                    <a:pt x="60693" y="0"/>
                  </a:lnTo>
                  <a:lnTo>
                    <a:pt x="72926" y="4432"/>
                  </a:lnTo>
                  <a:lnTo>
                    <a:pt x="84514" y="8631"/>
                  </a:lnTo>
                  <a:lnTo>
                    <a:pt x="97202" y="13228"/>
                  </a:lnTo>
                  <a:lnTo>
                    <a:pt x="102780" y="15250"/>
                  </a:lnTo>
                  <a:lnTo>
                    <a:pt x="104462" y="16000"/>
                  </a:lnTo>
                  <a:lnTo>
                    <a:pt x="105956" y="17170"/>
                  </a:lnTo>
                  <a:lnTo>
                    <a:pt x="107449" y="18341"/>
                  </a:lnTo>
                  <a:lnTo>
                    <a:pt x="108756" y="19932"/>
                  </a:lnTo>
                  <a:lnTo>
                    <a:pt x="110670" y="21290"/>
                  </a:lnTo>
                  <a:lnTo>
                    <a:pt x="112351" y="22040"/>
                  </a:lnTo>
                  <a:lnTo>
                    <a:pt x="113845" y="23211"/>
                  </a:lnTo>
                  <a:lnTo>
                    <a:pt x="115339" y="24381"/>
                  </a:lnTo>
                  <a:lnTo>
                    <a:pt x="116413" y="25364"/>
                  </a:lnTo>
                  <a:lnTo>
                    <a:pt x="118935" y="26490"/>
                  </a:lnTo>
                  <a:lnTo>
                    <a:pt x="121690" y="28223"/>
                  </a:lnTo>
                  <a:lnTo>
                    <a:pt x="123371" y="28973"/>
                  </a:lnTo>
                  <a:lnTo>
                    <a:pt x="125052" y="29723"/>
                  </a:lnTo>
                  <a:lnTo>
                    <a:pt x="126779" y="31502"/>
                  </a:lnTo>
                  <a:lnTo>
                    <a:pt x="129534" y="33235"/>
                  </a:lnTo>
                  <a:lnTo>
                    <a:pt x="130840" y="34826"/>
                  </a:lnTo>
                  <a:lnTo>
                    <a:pt x="133175" y="36372"/>
                  </a:lnTo>
                  <a:lnTo>
                    <a:pt x="135555" y="38946"/>
                  </a:lnTo>
                  <a:lnTo>
                    <a:pt x="136628" y="39929"/>
                  </a:lnTo>
                  <a:lnTo>
                    <a:pt x="137747" y="41940"/>
                  </a:lnTo>
                  <a:lnTo>
                    <a:pt x="138820" y="42923"/>
                  </a:lnTo>
                  <a:lnTo>
                    <a:pt x="140592" y="457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221"/>
            <p:cNvSpPr/>
            <p:nvPr/>
          </p:nvSpPr>
          <p:spPr>
            <a:xfrm>
              <a:off x="5347572" y="3730573"/>
              <a:ext cx="29211" cy="80220"/>
            </a:xfrm>
            <a:custGeom>
              <a:avLst/>
              <a:pathLst>
                <a:path w="29211" h="80220">
                  <a:moveTo>
                    <a:pt x="10870" y="58409"/>
                  </a:moveTo>
                  <a:lnTo>
                    <a:pt x="6168" y="36826"/>
                  </a:lnTo>
                  <a:lnTo>
                    <a:pt x="0" y="8517"/>
                  </a:lnTo>
                  <a:lnTo>
                    <a:pt x="2575" y="7530"/>
                  </a:lnTo>
                  <a:lnTo>
                    <a:pt x="5480" y="7402"/>
                  </a:lnTo>
                  <a:lnTo>
                    <a:pt x="8056" y="6416"/>
                  </a:lnTo>
                  <a:lnTo>
                    <a:pt x="10632" y="5429"/>
                  </a:lnTo>
                  <a:lnTo>
                    <a:pt x="13802" y="4708"/>
                  </a:lnTo>
                  <a:lnTo>
                    <a:pt x="16377" y="3721"/>
                  </a:lnTo>
                  <a:lnTo>
                    <a:pt x="18688" y="3328"/>
                  </a:lnTo>
                  <a:lnTo>
                    <a:pt x="21529" y="1748"/>
                  </a:lnTo>
                  <a:lnTo>
                    <a:pt x="24699" y="1027"/>
                  </a:lnTo>
                  <a:lnTo>
                    <a:pt x="27868" y="305"/>
                  </a:lnTo>
                  <a:lnTo>
                    <a:pt x="29211" y="0"/>
                  </a:lnTo>
                  <a:lnTo>
                    <a:pt x="29211" y="80220"/>
                  </a:lnTo>
                  <a:lnTo>
                    <a:pt x="27781" y="79582"/>
                  </a:lnTo>
                  <a:lnTo>
                    <a:pt x="24813" y="78257"/>
                  </a:lnTo>
                  <a:lnTo>
                    <a:pt x="21908" y="78385"/>
                  </a:lnTo>
                  <a:lnTo>
                    <a:pt x="20127" y="77590"/>
                  </a:lnTo>
                  <a:lnTo>
                    <a:pt x="16628" y="77453"/>
                  </a:lnTo>
                  <a:lnTo>
                    <a:pt x="14847" y="76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222"/>
            <p:cNvSpPr/>
            <p:nvPr/>
          </p:nvSpPr>
          <p:spPr>
            <a:xfrm>
              <a:off x="5053713" y="3131625"/>
              <a:ext cx="38527" cy="80064"/>
            </a:xfrm>
            <a:custGeom>
              <a:avLst/>
              <a:pathLst>
                <a:path w="38527" h="80064">
                  <a:moveTo>
                    <a:pt x="23058" y="68706"/>
                  </a:moveTo>
                  <a:lnTo>
                    <a:pt x="2409" y="80064"/>
                  </a:lnTo>
                  <a:lnTo>
                    <a:pt x="1276" y="46949"/>
                  </a:lnTo>
                  <a:lnTo>
                    <a:pt x="0" y="9632"/>
                  </a:lnTo>
                  <a:lnTo>
                    <a:pt x="18921" y="4320"/>
                  </a:lnTo>
                  <a:lnTo>
                    <a:pt x="34312" y="0"/>
                  </a:lnTo>
                  <a:lnTo>
                    <a:pt x="35195" y="12614"/>
                  </a:lnTo>
                  <a:lnTo>
                    <a:pt x="36903" y="36998"/>
                  </a:lnTo>
                  <a:lnTo>
                    <a:pt x="38527" y="60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23"/>
            <p:cNvSpPr/>
            <p:nvPr/>
          </p:nvSpPr>
          <p:spPr>
            <a:xfrm>
              <a:off x="5144610" y="3113563"/>
              <a:ext cx="46954" cy="39129"/>
            </a:xfrm>
            <a:custGeom>
              <a:avLst/>
              <a:pathLst>
                <a:path w="46954" h="39129">
                  <a:moveTo>
                    <a:pt x="30453" y="34617"/>
                  </a:moveTo>
                  <a:lnTo>
                    <a:pt x="3010" y="39129"/>
                  </a:lnTo>
                  <a:lnTo>
                    <a:pt x="2515" y="33879"/>
                  </a:lnTo>
                  <a:lnTo>
                    <a:pt x="1751" y="25788"/>
                  </a:lnTo>
                  <a:lnTo>
                    <a:pt x="1043" y="18282"/>
                  </a:lnTo>
                  <a:lnTo>
                    <a:pt x="0" y="7224"/>
                  </a:lnTo>
                  <a:lnTo>
                    <a:pt x="20574" y="3697"/>
                  </a:lnTo>
                  <a:lnTo>
                    <a:pt x="42138" y="0"/>
                  </a:lnTo>
                  <a:lnTo>
                    <a:pt x="43285" y="7599"/>
                  </a:lnTo>
                  <a:lnTo>
                    <a:pt x="44935" y="18527"/>
                  </a:lnTo>
                  <a:lnTo>
                    <a:pt x="46954" y="319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24"/>
            <p:cNvSpPr/>
            <p:nvPr/>
          </p:nvSpPr>
          <p:spPr>
            <a:xfrm>
              <a:off x="5092239" y="3121391"/>
              <a:ext cx="48158" cy="68626"/>
            </a:xfrm>
            <a:custGeom>
              <a:avLst/>
              <a:pathLst>
                <a:path w="48158" h="68626">
                  <a:moveTo>
                    <a:pt x="40333" y="53576"/>
                  </a:moveTo>
                  <a:lnTo>
                    <a:pt x="31257" y="57357"/>
                  </a:lnTo>
                  <a:lnTo>
                    <a:pt x="4215" y="68626"/>
                  </a:lnTo>
                  <a:lnTo>
                    <a:pt x="3766" y="62092"/>
                  </a:lnTo>
                  <a:lnTo>
                    <a:pt x="0" y="7224"/>
                  </a:lnTo>
                  <a:lnTo>
                    <a:pt x="20141" y="3957"/>
                  </a:lnTo>
                  <a:lnTo>
                    <a:pt x="44545" y="0"/>
                  </a:lnTo>
                  <a:lnTo>
                    <a:pt x="45121" y="6228"/>
                  </a:lnTo>
                  <a:lnTo>
                    <a:pt x="46187" y="17774"/>
                  </a:lnTo>
                  <a:lnTo>
                    <a:pt x="47370" y="30589"/>
                  </a:lnTo>
                  <a:lnTo>
                    <a:pt x="48158" y="391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5"/>
            <p:cNvSpPr/>
            <p:nvPr/>
          </p:nvSpPr>
          <p:spPr>
            <a:xfrm>
              <a:off x="5265004" y="3075635"/>
              <a:ext cx="43943" cy="29498"/>
            </a:xfrm>
            <a:custGeom>
              <a:avLst/>
              <a:pathLst>
                <a:path w="43943" h="29498">
                  <a:moveTo>
                    <a:pt x="1520" y="20837"/>
                  </a:moveTo>
                  <a:lnTo>
                    <a:pt x="0" y="17458"/>
                  </a:lnTo>
                  <a:lnTo>
                    <a:pt x="12854" y="12351"/>
                  </a:lnTo>
                  <a:lnTo>
                    <a:pt x="43943" y="0"/>
                  </a:lnTo>
                  <a:lnTo>
                    <a:pt x="16062" y="21348"/>
                  </a:lnTo>
                  <a:lnTo>
                    <a:pt x="5418" y="29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26"/>
            <p:cNvSpPr/>
            <p:nvPr/>
          </p:nvSpPr>
          <p:spPr>
            <a:xfrm>
              <a:off x="5125954" y="3306800"/>
              <a:ext cx="37925" cy="42740"/>
            </a:xfrm>
            <a:custGeom>
              <a:avLst/>
              <a:pathLst>
                <a:path w="37925" h="42740">
                  <a:moveTo>
                    <a:pt x="26538" y="38525"/>
                  </a:moveTo>
                  <a:lnTo>
                    <a:pt x="13244" y="42740"/>
                  </a:lnTo>
                  <a:lnTo>
                    <a:pt x="4572" y="19092"/>
                  </a:lnTo>
                  <a:lnTo>
                    <a:pt x="0" y="6622"/>
                  </a:lnTo>
                  <a:lnTo>
                    <a:pt x="11807" y="3454"/>
                  </a:lnTo>
                  <a:lnTo>
                    <a:pt x="24680" y="0"/>
                  </a:lnTo>
                  <a:lnTo>
                    <a:pt x="27102" y="6383"/>
                  </a:lnTo>
                  <a:lnTo>
                    <a:pt x="29926" y="13829"/>
                  </a:lnTo>
                  <a:lnTo>
                    <a:pt x="33464" y="23155"/>
                  </a:lnTo>
                  <a:lnTo>
                    <a:pt x="37925" y="349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27"/>
            <p:cNvSpPr/>
            <p:nvPr/>
          </p:nvSpPr>
          <p:spPr>
            <a:xfrm>
              <a:off x="5174714" y="3313421"/>
              <a:ext cx="19263" cy="24079"/>
            </a:xfrm>
            <a:custGeom>
              <a:avLst/>
              <a:pathLst>
                <a:path w="19263" h="24079">
                  <a:moveTo>
                    <a:pt x="13378" y="20503"/>
                  </a:moveTo>
                  <a:lnTo>
                    <a:pt x="8428" y="24079"/>
                  </a:lnTo>
                  <a:lnTo>
                    <a:pt x="3277" y="14514"/>
                  </a:lnTo>
                  <a:lnTo>
                    <a:pt x="0" y="8427"/>
                  </a:lnTo>
                  <a:lnTo>
                    <a:pt x="5260" y="4551"/>
                  </a:lnTo>
                  <a:lnTo>
                    <a:pt x="11437" y="0"/>
                  </a:lnTo>
                  <a:lnTo>
                    <a:pt x="12984" y="3212"/>
                  </a:lnTo>
                  <a:lnTo>
                    <a:pt x="15833" y="9130"/>
                  </a:lnTo>
                  <a:lnTo>
                    <a:pt x="19263" y="16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28"/>
            <p:cNvSpPr/>
            <p:nvPr/>
          </p:nvSpPr>
          <p:spPr>
            <a:xfrm>
              <a:off x="5144013" y="3242388"/>
              <a:ext cx="64410" cy="43944"/>
            </a:xfrm>
            <a:custGeom>
              <a:avLst/>
              <a:pathLst>
                <a:path w="64410" h="43944">
                  <a:moveTo>
                    <a:pt x="62617" y="20308"/>
                  </a:moveTo>
                  <a:lnTo>
                    <a:pt x="60130" y="27604"/>
                  </a:lnTo>
                  <a:lnTo>
                    <a:pt x="55381" y="41535"/>
                  </a:lnTo>
                  <a:lnTo>
                    <a:pt x="36055" y="42376"/>
                  </a:lnTo>
                  <a:lnTo>
                    <a:pt x="0" y="43944"/>
                  </a:lnTo>
                  <a:lnTo>
                    <a:pt x="4167" y="33803"/>
                  </a:lnTo>
                  <a:lnTo>
                    <a:pt x="9084" y="21838"/>
                  </a:lnTo>
                  <a:lnTo>
                    <a:pt x="12988" y="12337"/>
                  </a:lnTo>
                  <a:lnTo>
                    <a:pt x="18057" y="0"/>
                  </a:lnTo>
                  <a:lnTo>
                    <a:pt x="40819" y="7389"/>
                  </a:lnTo>
                  <a:lnTo>
                    <a:pt x="64410" y="150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29"/>
            <p:cNvSpPr/>
            <p:nvPr/>
          </p:nvSpPr>
          <p:spPr>
            <a:xfrm>
              <a:off x="5206618" y="3258473"/>
              <a:ext cx="31904" cy="25449"/>
            </a:xfrm>
            <a:custGeom>
              <a:avLst/>
              <a:pathLst>
                <a:path w="31904" h="25449">
                  <a:moveTo>
                    <a:pt x="27586" y="19572"/>
                  </a:moveTo>
                  <a:lnTo>
                    <a:pt x="25884" y="24847"/>
                  </a:lnTo>
                  <a:lnTo>
                    <a:pt x="14255" y="25117"/>
                  </a:lnTo>
                  <a:lnTo>
                    <a:pt x="0" y="25449"/>
                  </a:lnTo>
                  <a:lnTo>
                    <a:pt x="3731" y="15420"/>
                  </a:lnTo>
                  <a:lnTo>
                    <a:pt x="9468" y="0"/>
                  </a:lnTo>
                  <a:lnTo>
                    <a:pt x="19498" y="2765"/>
                  </a:lnTo>
                  <a:lnTo>
                    <a:pt x="31904" y="61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30"/>
            <p:cNvSpPr/>
            <p:nvPr/>
          </p:nvSpPr>
          <p:spPr>
            <a:xfrm>
              <a:off x="5160264" y="3190617"/>
              <a:ext cx="43342" cy="37924"/>
            </a:xfrm>
            <a:custGeom>
              <a:avLst/>
              <a:pathLst>
                <a:path w="43342" h="37924">
                  <a:moveTo>
                    <a:pt x="21592" y="33478"/>
                  </a:moveTo>
                  <a:lnTo>
                    <a:pt x="0" y="37924"/>
                  </a:lnTo>
                  <a:lnTo>
                    <a:pt x="0" y="29887"/>
                  </a:lnTo>
                  <a:lnTo>
                    <a:pt x="0" y="16855"/>
                  </a:lnTo>
                  <a:lnTo>
                    <a:pt x="1149" y="13929"/>
                  </a:lnTo>
                  <a:lnTo>
                    <a:pt x="6621" y="0"/>
                  </a:lnTo>
                  <a:lnTo>
                    <a:pt x="20762" y="6258"/>
                  </a:lnTo>
                  <a:lnTo>
                    <a:pt x="43342" y="16252"/>
                  </a:lnTo>
                  <a:lnTo>
                    <a:pt x="42132" y="22904"/>
                  </a:lnTo>
                  <a:lnTo>
                    <a:pt x="40934" y="29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31"/>
            <p:cNvSpPr/>
            <p:nvPr/>
          </p:nvSpPr>
          <p:spPr>
            <a:xfrm>
              <a:off x="5240328" y="3247803"/>
              <a:ext cx="30098" cy="27690"/>
            </a:xfrm>
            <a:custGeom>
              <a:avLst/>
              <a:pathLst>
                <a:path w="30098" h="27690">
                  <a:moveTo>
                    <a:pt x="27341" y="15293"/>
                  </a:moveTo>
                  <a:lnTo>
                    <a:pt x="24079" y="27690"/>
                  </a:lnTo>
                  <a:lnTo>
                    <a:pt x="17037" y="26458"/>
                  </a:lnTo>
                  <a:lnTo>
                    <a:pt x="0" y="23477"/>
                  </a:lnTo>
                  <a:lnTo>
                    <a:pt x="1406" y="19258"/>
                  </a:lnTo>
                  <a:lnTo>
                    <a:pt x="3987" y="11514"/>
                  </a:lnTo>
                  <a:lnTo>
                    <a:pt x="6065" y="5279"/>
                  </a:lnTo>
                  <a:lnTo>
                    <a:pt x="7824" y="0"/>
                  </a:lnTo>
                  <a:lnTo>
                    <a:pt x="17640" y="2121"/>
                  </a:lnTo>
                  <a:lnTo>
                    <a:pt x="30098" y="48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32"/>
            <p:cNvSpPr/>
            <p:nvPr/>
          </p:nvSpPr>
          <p:spPr>
            <a:xfrm>
              <a:off x="5053939" y="3580442"/>
              <a:ext cx="94428" cy="198370"/>
            </a:xfrm>
            <a:custGeom>
              <a:avLst/>
              <a:pathLst>
                <a:path w="94428" h="198370">
                  <a:moveTo>
                    <a:pt x="86041" y="115507"/>
                  </a:moveTo>
                  <a:lnTo>
                    <a:pt x="73145" y="130296"/>
                  </a:lnTo>
                  <a:lnTo>
                    <a:pt x="57501" y="148236"/>
                  </a:lnTo>
                  <a:lnTo>
                    <a:pt x="39032" y="169415"/>
                  </a:lnTo>
                  <a:lnTo>
                    <a:pt x="13783" y="198370"/>
                  </a:lnTo>
                  <a:lnTo>
                    <a:pt x="12416" y="196418"/>
                  </a:lnTo>
                  <a:lnTo>
                    <a:pt x="10922" y="195247"/>
                  </a:lnTo>
                  <a:lnTo>
                    <a:pt x="9804" y="193236"/>
                  </a:lnTo>
                  <a:lnTo>
                    <a:pt x="8264" y="191037"/>
                  </a:lnTo>
                  <a:lnTo>
                    <a:pt x="7146" y="189025"/>
                  </a:lnTo>
                  <a:lnTo>
                    <a:pt x="5794" y="186406"/>
                  </a:lnTo>
                  <a:lnTo>
                    <a:pt x="4630" y="183366"/>
                  </a:lnTo>
                  <a:lnTo>
                    <a:pt x="4306" y="180702"/>
                  </a:lnTo>
                  <a:lnTo>
                    <a:pt x="2955" y="178082"/>
                  </a:lnTo>
                  <a:lnTo>
                    <a:pt x="2211" y="175230"/>
                  </a:lnTo>
                  <a:lnTo>
                    <a:pt x="1700" y="172986"/>
                  </a:lnTo>
                  <a:lnTo>
                    <a:pt x="1610" y="170929"/>
                  </a:lnTo>
                  <a:lnTo>
                    <a:pt x="1286" y="168265"/>
                  </a:lnTo>
                  <a:lnTo>
                    <a:pt x="963" y="165600"/>
                  </a:lnTo>
                  <a:lnTo>
                    <a:pt x="685" y="163963"/>
                  </a:lnTo>
                  <a:lnTo>
                    <a:pt x="549" y="160878"/>
                  </a:lnTo>
                  <a:lnTo>
                    <a:pt x="691" y="159430"/>
                  </a:lnTo>
                  <a:lnTo>
                    <a:pt x="181" y="157186"/>
                  </a:lnTo>
                  <a:lnTo>
                    <a:pt x="278" y="154708"/>
                  </a:lnTo>
                  <a:lnTo>
                    <a:pt x="0" y="153072"/>
                  </a:lnTo>
                  <a:lnTo>
                    <a:pt x="517" y="150783"/>
                  </a:lnTo>
                  <a:lnTo>
                    <a:pt x="194" y="148118"/>
                  </a:lnTo>
                  <a:lnTo>
                    <a:pt x="1131" y="146016"/>
                  </a:lnTo>
                  <a:lnTo>
                    <a:pt x="1229" y="143539"/>
                  </a:lnTo>
                  <a:lnTo>
                    <a:pt x="2166" y="141437"/>
                  </a:lnTo>
                  <a:lnTo>
                    <a:pt x="3292" y="138915"/>
                  </a:lnTo>
                  <a:lnTo>
                    <a:pt x="4230" y="136813"/>
                  </a:lnTo>
                  <a:lnTo>
                    <a:pt x="5775" y="134478"/>
                  </a:lnTo>
                  <a:lnTo>
                    <a:pt x="6901" y="131956"/>
                  </a:lnTo>
                  <a:lnTo>
                    <a:pt x="8259" y="130041"/>
                  </a:lnTo>
                  <a:lnTo>
                    <a:pt x="9009" y="128360"/>
                  </a:lnTo>
                  <a:lnTo>
                    <a:pt x="9947" y="126258"/>
                  </a:lnTo>
                  <a:lnTo>
                    <a:pt x="11073" y="123736"/>
                  </a:lnTo>
                  <a:lnTo>
                    <a:pt x="11823" y="122054"/>
                  </a:lnTo>
                  <a:lnTo>
                    <a:pt x="12573" y="120373"/>
                  </a:lnTo>
                  <a:lnTo>
                    <a:pt x="13136" y="119111"/>
                  </a:lnTo>
                  <a:lnTo>
                    <a:pt x="14074" y="117010"/>
                  </a:lnTo>
                  <a:lnTo>
                    <a:pt x="15011" y="114908"/>
                  </a:lnTo>
                  <a:lnTo>
                    <a:pt x="16324" y="111965"/>
                  </a:lnTo>
                  <a:lnTo>
                    <a:pt x="17450" y="109443"/>
                  </a:lnTo>
                  <a:lnTo>
                    <a:pt x="18200" y="107761"/>
                  </a:lnTo>
                  <a:lnTo>
                    <a:pt x="18950" y="106079"/>
                  </a:lnTo>
                  <a:lnTo>
                    <a:pt x="19888" y="103978"/>
                  </a:lnTo>
                  <a:lnTo>
                    <a:pt x="21201" y="101035"/>
                  </a:lnTo>
                  <a:lnTo>
                    <a:pt x="21719" y="98745"/>
                  </a:lnTo>
                  <a:lnTo>
                    <a:pt x="22469" y="97064"/>
                  </a:lnTo>
                  <a:lnTo>
                    <a:pt x="22986" y="94774"/>
                  </a:lnTo>
                  <a:lnTo>
                    <a:pt x="23504" y="92485"/>
                  </a:lnTo>
                  <a:lnTo>
                    <a:pt x="24254" y="90803"/>
                  </a:lnTo>
                  <a:lnTo>
                    <a:pt x="24771" y="88514"/>
                  </a:lnTo>
                  <a:lnTo>
                    <a:pt x="24914" y="87065"/>
                  </a:lnTo>
                  <a:lnTo>
                    <a:pt x="25431" y="84775"/>
                  </a:lnTo>
                  <a:lnTo>
                    <a:pt x="26182" y="83094"/>
                  </a:lnTo>
                  <a:lnTo>
                    <a:pt x="26699" y="80804"/>
                  </a:lnTo>
                  <a:lnTo>
                    <a:pt x="26796" y="78327"/>
                  </a:lnTo>
                  <a:lnTo>
                    <a:pt x="27546" y="76646"/>
                  </a:lnTo>
                  <a:lnTo>
                    <a:pt x="28064" y="74356"/>
                  </a:lnTo>
                  <a:lnTo>
                    <a:pt x="28161" y="71879"/>
                  </a:lnTo>
                  <a:lnTo>
                    <a:pt x="27837" y="69215"/>
                  </a:lnTo>
                  <a:lnTo>
                    <a:pt x="27559" y="67578"/>
                  </a:lnTo>
                  <a:lnTo>
                    <a:pt x="27657" y="65101"/>
                  </a:lnTo>
                  <a:lnTo>
                    <a:pt x="27378" y="63465"/>
                  </a:lnTo>
                  <a:lnTo>
                    <a:pt x="27475" y="60988"/>
                  </a:lnTo>
                  <a:lnTo>
                    <a:pt x="26777" y="59164"/>
                  </a:lnTo>
                  <a:lnTo>
                    <a:pt x="26687" y="57107"/>
                  </a:lnTo>
                  <a:lnTo>
                    <a:pt x="26176" y="54863"/>
                  </a:lnTo>
                  <a:lnTo>
                    <a:pt x="26318" y="53414"/>
                  </a:lnTo>
                  <a:lnTo>
                    <a:pt x="25199" y="51403"/>
                  </a:lnTo>
                  <a:lnTo>
                    <a:pt x="24501" y="49579"/>
                  </a:lnTo>
                  <a:lnTo>
                    <a:pt x="24410" y="47522"/>
                  </a:lnTo>
                  <a:lnTo>
                    <a:pt x="23058" y="44903"/>
                  </a:lnTo>
                  <a:lnTo>
                    <a:pt x="21940" y="42892"/>
                  </a:lnTo>
                  <a:lnTo>
                    <a:pt x="20588" y="40272"/>
                  </a:lnTo>
                  <a:lnTo>
                    <a:pt x="19702" y="38869"/>
                  </a:lnTo>
                  <a:lnTo>
                    <a:pt x="19003" y="37045"/>
                  </a:lnTo>
                  <a:lnTo>
                    <a:pt x="13222" y="27408"/>
                  </a:lnTo>
                  <a:lnTo>
                    <a:pt x="37305" y="14603"/>
                  </a:lnTo>
                  <a:lnTo>
                    <a:pt x="64768" y="0"/>
                  </a:lnTo>
                  <a:lnTo>
                    <a:pt x="75201" y="37244"/>
                  </a:lnTo>
                  <a:lnTo>
                    <a:pt x="94428" y="1058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233"/>
            <p:cNvSpPr/>
            <p:nvPr/>
          </p:nvSpPr>
          <p:spPr>
            <a:xfrm>
              <a:off x="5072358" y="3688772"/>
              <a:ext cx="147247" cy="111321"/>
            </a:xfrm>
            <a:custGeom>
              <a:avLst/>
              <a:pathLst>
                <a:path w="147247" h="111321">
                  <a:moveTo>
                    <a:pt x="144770" y="63114"/>
                  </a:moveTo>
                  <a:lnTo>
                    <a:pt x="143321" y="62972"/>
                  </a:lnTo>
                  <a:lnTo>
                    <a:pt x="140844" y="62875"/>
                  </a:lnTo>
                  <a:lnTo>
                    <a:pt x="138787" y="62965"/>
                  </a:lnTo>
                  <a:lnTo>
                    <a:pt x="136498" y="62448"/>
                  </a:lnTo>
                  <a:lnTo>
                    <a:pt x="135049" y="62306"/>
                  </a:lnTo>
                  <a:lnTo>
                    <a:pt x="132805" y="62817"/>
                  </a:lnTo>
                  <a:lnTo>
                    <a:pt x="130936" y="62487"/>
                  </a:lnTo>
                  <a:lnTo>
                    <a:pt x="128271" y="62810"/>
                  </a:lnTo>
                  <a:lnTo>
                    <a:pt x="126634" y="63088"/>
                  </a:lnTo>
                  <a:lnTo>
                    <a:pt x="124578" y="63179"/>
                  </a:lnTo>
                  <a:lnTo>
                    <a:pt x="122566" y="64297"/>
                  </a:lnTo>
                  <a:lnTo>
                    <a:pt x="120930" y="64576"/>
                  </a:lnTo>
                  <a:lnTo>
                    <a:pt x="118919" y="65694"/>
                  </a:lnTo>
                  <a:lnTo>
                    <a:pt x="117515" y="66580"/>
                  </a:lnTo>
                  <a:lnTo>
                    <a:pt x="115504" y="67699"/>
                  </a:lnTo>
                  <a:lnTo>
                    <a:pt x="113492" y="68818"/>
                  </a:lnTo>
                  <a:lnTo>
                    <a:pt x="111481" y="69937"/>
                  </a:lnTo>
                  <a:lnTo>
                    <a:pt x="110077" y="70823"/>
                  </a:lnTo>
                  <a:lnTo>
                    <a:pt x="108066" y="71942"/>
                  </a:lnTo>
                  <a:lnTo>
                    <a:pt x="106242" y="72640"/>
                  </a:lnTo>
                  <a:lnTo>
                    <a:pt x="103810" y="73571"/>
                  </a:lnTo>
                  <a:lnTo>
                    <a:pt x="102174" y="73850"/>
                  </a:lnTo>
                  <a:lnTo>
                    <a:pt x="100350" y="74548"/>
                  </a:lnTo>
                  <a:lnTo>
                    <a:pt x="97498" y="75292"/>
                  </a:lnTo>
                  <a:lnTo>
                    <a:pt x="95862" y="75570"/>
                  </a:lnTo>
                  <a:lnTo>
                    <a:pt x="94038" y="76268"/>
                  </a:lnTo>
                  <a:lnTo>
                    <a:pt x="92026" y="77387"/>
                  </a:lnTo>
                  <a:lnTo>
                    <a:pt x="90203" y="78086"/>
                  </a:lnTo>
                  <a:lnTo>
                    <a:pt x="88379" y="78784"/>
                  </a:lnTo>
                  <a:lnTo>
                    <a:pt x="86555" y="79482"/>
                  </a:lnTo>
                  <a:lnTo>
                    <a:pt x="84731" y="80181"/>
                  </a:lnTo>
                  <a:lnTo>
                    <a:pt x="82907" y="80879"/>
                  </a:lnTo>
                  <a:lnTo>
                    <a:pt x="81083" y="81578"/>
                  </a:lnTo>
                  <a:lnTo>
                    <a:pt x="79072" y="82697"/>
                  </a:lnTo>
                  <a:lnTo>
                    <a:pt x="77248" y="83395"/>
                  </a:lnTo>
                  <a:lnTo>
                    <a:pt x="75657" y="84702"/>
                  </a:lnTo>
                  <a:lnTo>
                    <a:pt x="74253" y="85588"/>
                  </a:lnTo>
                  <a:lnTo>
                    <a:pt x="72475" y="87314"/>
                  </a:lnTo>
                  <a:lnTo>
                    <a:pt x="70463" y="88433"/>
                  </a:lnTo>
                  <a:lnTo>
                    <a:pt x="69060" y="89319"/>
                  </a:lnTo>
                  <a:lnTo>
                    <a:pt x="67048" y="90438"/>
                  </a:lnTo>
                  <a:lnTo>
                    <a:pt x="65457" y="91745"/>
                  </a:lnTo>
                  <a:lnTo>
                    <a:pt x="63446" y="92863"/>
                  </a:lnTo>
                  <a:lnTo>
                    <a:pt x="61855" y="94170"/>
                  </a:lnTo>
                  <a:lnTo>
                    <a:pt x="60264" y="95476"/>
                  </a:lnTo>
                  <a:lnTo>
                    <a:pt x="58253" y="96595"/>
                  </a:lnTo>
                  <a:lnTo>
                    <a:pt x="56429" y="97293"/>
                  </a:lnTo>
                  <a:lnTo>
                    <a:pt x="54417" y="98412"/>
                  </a:lnTo>
                  <a:lnTo>
                    <a:pt x="51985" y="99344"/>
                  </a:lnTo>
                  <a:lnTo>
                    <a:pt x="50582" y="100230"/>
                  </a:lnTo>
                  <a:lnTo>
                    <a:pt x="48150" y="101161"/>
                  </a:lnTo>
                  <a:lnTo>
                    <a:pt x="46559" y="102467"/>
                  </a:lnTo>
                  <a:lnTo>
                    <a:pt x="44923" y="102745"/>
                  </a:lnTo>
                  <a:lnTo>
                    <a:pt x="42911" y="103864"/>
                  </a:lnTo>
                  <a:lnTo>
                    <a:pt x="41275" y="104142"/>
                  </a:lnTo>
                  <a:lnTo>
                    <a:pt x="39451" y="104841"/>
                  </a:lnTo>
                  <a:lnTo>
                    <a:pt x="37207" y="105352"/>
                  </a:lnTo>
                  <a:lnTo>
                    <a:pt x="35383" y="106050"/>
                  </a:lnTo>
                  <a:lnTo>
                    <a:pt x="33792" y="107357"/>
                  </a:lnTo>
                  <a:lnTo>
                    <a:pt x="32201" y="108663"/>
                  </a:lnTo>
                  <a:lnTo>
                    <a:pt x="30002" y="110202"/>
                  </a:lnTo>
                  <a:lnTo>
                    <a:pt x="27990" y="111321"/>
                  </a:lnTo>
                  <a:lnTo>
                    <a:pt x="25093" y="111036"/>
                  </a:lnTo>
                  <a:lnTo>
                    <a:pt x="21542" y="109956"/>
                  </a:lnTo>
                  <a:lnTo>
                    <a:pt x="19673" y="109626"/>
                  </a:lnTo>
                  <a:lnTo>
                    <a:pt x="18412" y="109064"/>
                  </a:lnTo>
                  <a:lnTo>
                    <a:pt x="16122" y="108546"/>
                  </a:lnTo>
                  <a:lnTo>
                    <a:pt x="14021" y="107608"/>
                  </a:lnTo>
                  <a:lnTo>
                    <a:pt x="12759" y="107046"/>
                  </a:lnTo>
                  <a:lnTo>
                    <a:pt x="9351" y="104517"/>
                  </a:lnTo>
                  <a:lnTo>
                    <a:pt x="7016" y="102971"/>
                  </a:lnTo>
                  <a:lnTo>
                    <a:pt x="5897" y="100960"/>
                  </a:lnTo>
                  <a:lnTo>
                    <a:pt x="4591" y="99368"/>
                  </a:lnTo>
                  <a:lnTo>
                    <a:pt x="3517" y="98385"/>
                  </a:lnTo>
                  <a:lnTo>
                    <a:pt x="1137" y="95811"/>
                  </a:lnTo>
                  <a:lnTo>
                    <a:pt x="0" y="94762"/>
                  </a:lnTo>
                  <a:lnTo>
                    <a:pt x="49965" y="38273"/>
                  </a:lnTo>
                  <a:lnTo>
                    <a:pt x="83156" y="748"/>
                  </a:lnTo>
                  <a:lnTo>
                    <a:pt x="84837" y="1499"/>
                  </a:lnTo>
                  <a:lnTo>
                    <a:pt x="86519" y="2249"/>
                  </a:lnTo>
                  <a:lnTo>
                    <a:pt x="89229" y="2954"/>
                  </a:lnTo>
                  <a:lnTo>
                    <a:pt x="90677" y="3096"/>
                  </a:lnTo>
                  <a:lnTo>
                    <a:pt x="92734" y="3006"/>
                  </a:lnTo>
                  <a:lnTo>
                    <a:pt x="94415" y="3756"/>
                  </a:lnTo>
                  <a:lnTo>
                    <a:pt x="96893" y="3853"/>
                  </a:lnTo>
                  <a:lnTo>
                    <a:pt x="99370" y="3950"/>
                  </a:lnTo>
                  <a:lnTo>
                    <a:pt x="100818" y="4092"/>
                  </a:lnTo>
                  <a:lnTo>
                    <a:pt x="103063" y="3582"/>
                  </a:lnTo>
                  <a:lnTo>
                    <a:pt x="105119" y="3491"/>
                  </a:lnTo>
                  <a:lnTo>
                    <a:pt x="106756" y="3213"/>
                  </a:lnTo>
                  <a:lnTo>
                    <a:pt x="109233" y="3310"/>
                  </a:lnTo>
                  <a:lnTo>
                    <a:pt x="111897" y="2987"/>
                  </a:lnTo>
                  <a:lnTo>
                    <a:pt x="113721" y="2288"/>
                  </a:lnTo>
                  <a:lnTo>
                    <a:pt x="116198" y="2385"/>
                  </a:lnTo>
                  <a:lnTo>
                    <a:pt x="118443" y="1874"/>
                  </a:lnTo>
                  <a:lnTo>
                    <a:pt x="121107" y="1551"/>
                  </a:lnTo>
                  <a:lnTo>
                    <a:pt x="124380" y="995"/>
                  </a:lnTo>
                  <a:lnTo>
                    <a:pt x="125828" y="1137"/>
                  </a:lnTo>
                  <a:lnTo>
                    <a:pt x="128073" y="626"/>
                  </a:lnTo>
                  <a:lnTo>
                    <a:pt x="130129" y="536"/>
                  </a:lnTo>
                  <a:lnTo>
                    <a:pt x="131998" y="866"/>
                  </a:lnTo>
                  <a:lnTo>
                    <a:pt x="134663" y="542"/>
                  </a:lnTo>
                  <a:lnTo>
                    <a:pt x="136720" y="452"/>
                  </a:lnTo>
                  <a:lnTo>
                    <a:pt x="139617" y="737"/>
                  </a:lnTo>
                  <a:lnTo>
                    <a:pt x="142094" y="834"/>
                  </a:lnTo>
                  <a:lnTo>
                    <a:pt x="143918" y="135"/>
                  </a:lnTo>
                  <a:lnTo>
                    <a:pt x="147003" y="0"/>
                  </a:lnTo>
                  <a:lnTo>
                    <a:pt x="147082" y="20584"/>
                  </a:lnTo>
                  <a:lnTo>
                    <a:pt x="147247" y="632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234"/>
            <p:cNvSpPr/>
            <p:nvPr/>
          </p:nvSpPr>
          <p:spPr>
            <a:xfrm>
              <a:off x="5232077" y="3685603"/>
              <a:ext cx="51621" cy="67427"/>
            </a:xfrm>
            <a:custGeom>
              <a:avLst/>
              <a:pathLst>
                <a:path w="51621" h="67427">
                  <a:moveTo>
                    <a:pt x="49377" y="57682"/>
                  </a:moveTo>
                  <a:lnTo>
                    <a:pt x="47973" y="58568"/>
                  </a:lnTo>
                  <a:lnTo>
                    <a:pt x="45729" y="59079"/>
                  </a:lnTo>
                  <a:lnTo>
                    <a:pt x="43297" y="60010"/>
                  </a:lnTo>
                  <a:lnTo>
                    <a:pt x="41053" y="60521"/>
                  </a:lnTo>
                  <a:lnTo>
                    <a:pt x="39417" y="60799"/>
                  </a:lnTo>
                  <a:lnTo>
                    <a:pt x="37406" y="61918"/>
                  </a:lnTo>
                  <a:lnTo>
                    <a:pt x="34553" y="62662"/>
                  </a:lnTo>
                  <a:lnTo>
                    <a:pt x="32917" y="62940"/>
                  </a:lnTo>
                  <a:lnTo>
                    <a:pt x="31093" y="63638"/>
                  </a:lnTo>
                  <a:lnTo>
                    <a:pt x="29269" y="64336"/>
                  </a:lnTo>
                  <a:lnTo>
                    <a:pt x="26605" y="64660"/>
                  </a:lnTo>
                  <a:lnTo>
                    <a:pt x="24360" y="65171"/>
                  </a:lnTo>
                  <a:lnTo>
                    <a:pt x="21883" y="65074"/>
                  </a:lnTo>
                  <a:lnTo>
                    <a:pt x="20059" y="65772"/>
                  </a:lnTo>
                  <a:lnTo>
                    <a:pt x="18003" y="65863"/>
                  </a:lnTo>
                  <a:lnTo>
                    <a:pt x="15571" y="66794"/>
                  </a:lnTo>
                  <a:lnTo>
                    <a:pt x="13935" y="67072"/>
                  </a:lnTo>
                  <a:lnTo>
                    <a:pt x="11458" y="66975"/>
                  </a:lnTo>
                  <a:lnTo>
                    <a:pt x="8560" y="66690"/>
                  </a:lnTo>
                  <a:lnTo>
                    <a:pt x="6924" y="66968"/>
                  </a:lnTo>
                  <a:lnTo>
                    <a:pt x="5288" y="67246"/>
                  </a:lnTo>
                  <a:lnTo>
                    <a:pt x="3231" y="67337"/>
                  </a:lnTo>
                  <a:lnTo>
                    <a:pt x="1174" y="67427"/>
                  </a:lnTo>
                  <a:lnTo>
                    <a:pt x="429" y="25772"/>
                  </a:lnTo>
                  <a:lnTo>
                    <a:pt x="0" y="1784"/>
                  </a:lnTo>
                  <a:lnTo>
                    <a:pt x="2056" y="1693"/>
                  </a:lnTo>
                  <a:lnTo>
                    <a:pt x="5141" y="1558"/>
                  </a:lnTo>
                  <a:lnTo>
                    <a:pt x="7431" y="2075"/>
                  </a:lnTo>
                  <a:lnTo>
                    <a:pt x="8039" y="1842"/>
                  </a:lnTo>
                  <a:lnTo>
                    <a:pt x="10516" y="1939"/>
                  </a:lnTo>
                  <a:lnTo>
                    <a:pt x="12805" y="2457"/>
                  </a:lnTo>
                  <a:lnTo>
                    <a:pt x="14862" y="2366"/>
                  </a:lnTo>
                  <a:lnTo>
                    <a:pt x="17527" y="2043"/>
                  </a:lnTo>
                  <a:lnTo>
                    <a:pt x="29116" y="3181"/>
                  </a:lnTo>
                  <a:lnTo>
                    <a:pt x="42944" y="0"/>
                  </a:lnTo>
                  <a:lnTo>
                    <a:pt x="45756" y="18529"/>
                  </a:lnTo>
                  <a:lnTo>
                    <a:pt x="51621" y="571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235"/>
            <p:cNvSpPr/>
            <p:nvPr/>
          </p:nvSpPr>
          <p:spPr>
            <a:xfrm>
              <a:off x="5280915" y="3668909"/>
              <a:ext cx="62395" cy="71026"/>
            </a:xfrm>
            <a:custGeom>
              <a:avLst/>
              <a:pathLst>
                <a:path w="62395" h="71026">
                  <a:moveTo>
                    <a:pt x="59122" y="61700"/>
                  </a:moveTo>
                  <a:lnTo>
                    <a:pt x="57298" y="62399"/>
                  </a:lnTo>
                  <a:lnTo>
                    <a:pt x="55662" y="62677"/>
                  </a:lnTo>
                  <a:lnTo>
                    <a:pt x="54026" y="62955"/>
                  </a:lnTo>
                  <a:lnTo>
                    <a:pt x="51781" y="63466"/>
                  </a:lnTo>
                  <a:lnTo>
                    <a:pt x="49117" y="63789"/>
                  </a:lnTo>
                  <a:lnTo>
                    <a:pt x="47293" y="64488"/>
                  </a:lnTo>
                  <a:lnTo>
                    <a:pt x="45049" y="64998"/>
                  </a:lnTo>
                  <a:lnTo>
                    <a:pt x="42384" y="65322"/>
                  </a:lnTo>
                  <a:lnTo>
                    <a:pt x="40748" y="65600"/>
                  </a:lnTo>
                  <a:lnTo>
                    <a:pt x="39112" y="65878"/>
                  </a:lnTo>
                  <a:lnTo>
                    <a:pt x="36867" y="66389"/>
                  </a:lnTo>
                  <a:lnTo>
                    <a:pt x="34623" y="66900"/>
                  </a:lnTo>
                  <a:lnTo>
                    <a:pt x="32987" y="67178"/>
                  </a:lnTo>
                  <a:lnTo>
                    <a:pt x="30742" y="67689"/>
                  </a:lnTo>
                  <a:lnTo>
                    <a:pt x="27657" y="67825"/>
                  </a:lnTo>
                  <a:lnTo>
                    <a:pt x="26021" y="68103"/>
                  </a:lnTo>
                  <a:lnTo>
                    <a:pt x="23777" y="68614"/>
                  </a:lnTo>
                  <a:lnTo>
                    <a:pt x="21953" y="69312"/>
                  </a:lnTo>
                  <a:lnTo>
                    <a:pt x="19288" y="69635"/>
                  </a:lnTo>
                  <a:lnTo>
                    <a:pt x="17044" y="70146"/>
                  </a:lnTo>
                  <a:lnTo>
                    <a:pt x="14987" y="70237"/>
                  </a:lnTo>
                  <a:lnTo>
                    <a:pt x="13164" y="70935"/>
                  </a:lnTo>
                  <a:lnTo>
                    <a:pt x="11107" y="71026"/>
                  </a:lnTo>
                  <a:lnTo>
                    <a:pt x="5556" y="43195"/>
                  </a:lnTo>
                  <a:lnTo>
                    <a:pt x="0" y="15337"/>
                  </a:lnTo>
                  <a:lnTo>
                    <a:pt x="22107" y="10250"/>
                  </a:lnTo>
                  <a:lnTo>
                    <a:pt x="23136" y="10205"/>
                  </a:lnTo>
                  <a:lnTo>
                    <a:pt x="25755" y="8853"/>
                  </a:lnTo>
                  <a:lnTo>
                    <a:pt x="26783" y="8808"/>
                  </a:lnTo>
                  <a:lnTo>
                    <a:pt x="29028" y="8297"/>
                  </a:lnTo>
                  <a:lnTo>
                    <a:pt x="31039" y="7178"/>
                  </a:lnTo>
                  <a:lnTo>
                    <a:pt x="32863" y="6480"/>
                  </a:lnTo>
                  <a:lnTo>
                    <a:pt x="34687" y="5781"/>
                  </a:lnTo>
                  <a:lnTo>
                    <a:pt x="37681" y="3589"/>
                  </a:lnTo>
                  <a:lnTo>
                    <a:pt x="39505" y="2890"/>
                  </a:lnTo>
                  <a:lnTo>
                    <a:pt x="40909" y="2004"/>
                  </a:lnTo>
                  <a:lnTo>
                    <a:pt x="43108" y="465"/>
                  </a:lnTo>
                  <a:lnTo>
                    <a:pt x="44324" y="0"/>
                  </a:lnTo>
                  <a:lnTo>
                    <a:pt x="51426" y="24030"/>
                  </a:lnTo>
                  <a:lnTo>
                    <a:pt x="62395" y="61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236"/>
            <p:cNvSpPr/>
            <p:nvPr/>
          </p:nvSpPr>
          <p:spPr>
            <a:xfrm>
              <a:off x="5331318" y="3651793"/>
              <a:ext cx="45464" cy="77051"/>
            </a:xfrm>
            <a:custGeom>
              <a:avLst/>
              <a:pathLst>
                <a:path w="45464" h="77051">
                  <a:moveTo>
                    <a:pt x="30598" y="74968"/>
                  </a:moveTo>
                  <a:lnTo>
                    <a:pt x="27513" y="75104"/>
                  </a:lnTo>
                  <a:lnTo>
                    <a:pt x="24849" y="75428"/>
                  </a:lnTo>
                  <a:lnTo>
                    <a:pt x="22792" y="75518"/>
                  </a:lnTo>
                  <a:lnTo>
                    <a:pt x="20968" y="76217"/>
                  </a:lnTo>
                  <a:lnTo>
                    <a:pt x="18303" y="76540"/>
                  </a:lnTo>
                  <a:lnTo>
                    <a:pt x="16059" y="77051"/>
                  </a:lnTo>
                  <a:lnTo>
                    <a:pt x="13369" y="66620"/>
                  </a:lnTo>
                  <a:lnTo>
                    <a:pt x="10963" y="57292"/>
                  </a:lnTo>
                  <a:lnTo>
                    <a:pt x="7864" y="45276"/>
                  </a:lnTo>
                  <a:lnTo>
                    <a:pt x="4080" y="30607"/>
                  </a:lnTo>
                  <a:lnTo>
                    <a:pt x="2213" y="23371"/>
                  </a:lnTo>
                  <a:lnTo>
                    <a:pt x="0" y="14787"/>
                  </a:lnTo>
                  <a:lnTo>
                    <a:pt x="2011" y="13668"/>
                  </a:lnTo>
                  <a:lnTo>
                    <a:pt x="4022" y="12550"/>
                  </a:lnTo>
                  <a:lnTo>
                    <a:pt x="6034" y="11431"/>
                  </a:lnTo>
                  <a:lnTo>
                    <a:pt x="7625" y="10124"/>
                  </a:lnTo>
                  <a:lnTo>
                    <a:pt x="9869" y="9613"/>
                  </a:lnTo>
                  <a:lnTo>
                    <a:pt x="11227" y="7699"/>
                  </a:lnTo>
                  <a:lnTo>
                    <a:pt x="13051" y="7001"/>
                  </a:lnTo>
                  <a:lnTo>
                    <a:pt x="15483" y="6069"/>
                  </a:lnTo>
                  <a:lnTo>
                    <a:pt x="17307" y="5371"/>
                  </a:lnTo>
                  <a:lnTo>
                    <a:pt x="20347" y="4207"/>
                  </a:lnTo>
                  <a:lnTo>
                    <a:pt x="22591" y="3696"/>
                  </a:lnTo>
                  <a:lnTo>
                    <a:pt x="25443" y="2952"/>
                  </a:lnTo>
                  <a:lnTo>
                    <a:pt x="27500" y="2862"/>
                  </a:lnTo>
                  <a:lnTo>
                    <a:pt x="29556" y="2771"/>
                  </a:lnTo>
                  <a:lnTo>
                    <a:pt x="32221" y="2448"/>
                  </a:lnTo>
                  <a:lnTo>
                    <a:pt x="33670" y="2590"/>
                  </a:lnTo>
                  <a:lnTo>
                    <a:pt x="35914" y="2079"/>
                  </a:lnTo>
                  <a:lnTo>
                    <a:pt x="38158" y="1568"/>
                  </a:lnTo>
                  <a:lnTo>
                    <a:pt x="39794" y="1290"/>
                  </a:lnTo>
                  <a:lnTo>
                    <a:pt x="42039" y="779"/>
                  </a:lnTo>
                  <a:lnTo>
                    <a:pt x="44283" y="268"/>
                  </a:lnTo>
                  <a:lnTo>
                    <a:pt x="45464" y="0"/>
                  </a:lnTo>
                  <a:lnTo>
                    <a:pt x="45464" y="27297"/>
                  </a:lnTo>
                  <a:lnTo>
                    <a:pt x="43311" y="34781"/>
                  </a:lnTo>
                  <a:lnTo>
                    <a:pt x="32002" y="740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237"/>
            <p:cNvSpPr/>
            <p:nvPr/>
          </p:nvSpPr>
          <p:spPr>
            <a:xfrm>
              <a:off x="5369678" y="3699602"/>
              <a:ext cx="7104" cy="25581"/>
            </a:xfrm>
            <a:custGeom>
              <a:avLst/>
              <a:pathLst>
                <a:path w="7104" h="25581">
                  <a:moveTo>
                    <a:pt x="6545" y="24469"/>
                  </a:moveTo>
                  <a:lnTo>
                    <a:pt x="4300" y="24980"/>
                  </a:lnTo>
                  <a:lnTo>
                    <a:pt x="2056" y="25491"/>
                  </a:lnTo>
                  <a:lnTo>
                    <a:pt x="0" y="25581"/>
                  </a:lnTo>
                  <a:lnTo>
                    <a:pt x="7104" y="0"/>
                  </a:lnTo>
                  <a:lnTo>
                    <a:pt x="7104" y="244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238"/>
            <p:cNvSpPr/>
            <p:nvPr/>
          </p:nvSpPr>
          <p:spPr>
            <a:xfrm>
              <a:off x="5190549" y="3569033"/>
              <a:ext cx="79790" cy="113953"/>
            </a:xfrm>
            <a:custGeom>
              <a:avLst/>
              <a:pathLst>
                <a:path w="79790" h="113953">
                  <a:moveTo>
                    <a:pt x="75427" y="39711"/>
                  </a:moveTo>
                  <a:lnTo>
                    <a:pt x="66247" y="110707"/>
                  </a:lnTo>
                  <a:lnTo>
                    <a:pt x="63582" y="111031"/>
                  </a:lnTo>
                  <a:lnTo>
                    <a:pt x="61946" y="111309"/>
                  </a:lnTo>
                  <a:lnTo>
                    <a:pt x="60310" y="111587"/>
                  </a:lnTo>
                  <a:lnTo>
                    <a:pt x="58253" y="111677"/>
                  </a:lnTo>
                  <a:lnTo>
                    <a:pt x="55588" y="112000"/>
                  </a:lnTo>
                  <a:lnTo>
                    <a:pt x="53719" y="111671"/>
                  </a:lnTo>
                  <a:lnTo>
                    <a:pt x="52083" y="111949"/>
                  </a:lnTo>
                  <a:lnTo>
                    <a:pt x="50214" y="111619"/>
                  </a:lnTo>
                  <a:lnTo>
                    <a:pt x="48157" y="111709"/>
                  </a:lnTo>
                  <a:lnTo>
                    <a:pt x="45680" y="111612"/>
                  </a:lnTo>
                  <a:lnTo>
                    <a:pt x="43436" y="112123"/>
                  </a:lnTo>
                  <a:lnTo>
                    <a:pt x="41379" y="112214"/>
                  </a:lnTo>
                  <a:lnTo>
                    <a:pt x="38902" y="112117"/>
                  </a:lnTo>
                  <a:lnTo>
                    <a:pt x="36658" y="112628"/>
                  </a:lnTo>
                  <a:lnTo>
                    <a:pt x="35021" y="112906"/>
                  </a:lnTo>
                  <a:lnTo>
                    <a:pt x="32777" y="113417"/>
                  </a:lnTo>
                  <a:lnTo>
                    <a:pt x="29880" y="113132"/>
                  </a:lnTo>
                  <a:lnTo>
                    <a:pt x="27215" y="113455"/>
                  </a:lnTo>
                  <a:lnTo>
                    <a:pt x="25766" y="113313"/>
                  </a:lnTo>
                  <a:lnTo>
                    <a:pt x="23710" y="113403"/>
                  </a:lnTo>
                  <a:lnTo>
                    <a:pt x="21653" y="113494"/>
                  </a:lnTo>
                  <a:lnTo>
                    <a:pt x="19596" y="113584"/>
                  </a:lnTo>
                  <a:lnTo>
                    <a:pt x="17960" y="113863"/>
                  </a:lnTo>
                  <a:lnTo>
                    <a:pt x="15904" y="113953"/>
                  </a:lnTo>
                  <a:lnTo>
                    <a:pt x="0" y="112432"/>
                  </a:lnTo>
                  <a:lnTo>
                    <a:pt x="10050" y="75283"/>
                  </a:lnTo>
                  <a:lnTo>
                    <a:pt x="19967" y="38628"/>
                  </a:lnTo>
                  <a:lnTo>
                    <a:pt x="24717" y="21068"/>
                  </a:lnTo>
                  <a:lnTo>
                    <a:pt x="56277" y="0"/>
                  </a:lnTo>
                  <a:lnTo>
                    <a:pt x="57781" y="2202"/>
                  </a:lnTo>
                  <a:lnTo>
                    <a:pt x="58621" y="2577"/>
                  </a:lnTo>
                  <a:lnTo>
                    <a:pt x="60491" y="2907"/>
                  </a:lnTo>
                  <a:lnTo>
                    <a:pt x="62172" y="3658"/>
                  </a:lnTo>
                  <a:lnTo>
                    <a:pt x="64041" y="3987"/>
                  </a:lnTo>
                  <a:lnTo>
                    <a:pt x="66285" y="3476"/>
                  </a:lnTo>
                  <a:lnTo>
                    <a:pt x="67967" y="4227"/>
                  </a:lnTo>
                  <a:lnTo>
                    <a:pt x="70024" y="4136"/>
                  </a:lnTo>
                  <a:lnTo>
                    <a:pt x="71705" y="4886"/>
                  </a:lnTo>
                  <a:lnTo>
                    <a:pt x="73574" y="5216"/>
                  </a:lnTo>
                  <a:lnTo>
                    <a:pt x="75631" y="5126"/>
                  </a:lnTo>
                  <a:lnTo>
                    <a:pt x="77733" y="6064"/>
                  </a:lnTo>
                  <a:lnTo>
                    <a:pt x="79790" y="59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239"/>
            <p:cNvSpPr/>
            <p:nvPr/>
          </p:nvSpPr>
          <p:spPr>
            <a:xfrm>
              <a:off x="5265399" y="3573035"/>
              <a:ext cx="60090" cy="105503"/>
            </a:xfrm>
            <a:custGeom>
              <a:avLst/>
              <a:pathLst>
                <a:path w="60090" h="105503">
                  <a:moveTo>
                    <a:pt x="57470" y="86282"/>
                  </a:moveTo>
                  <a:lnTo>
                    <a:pt x="55271" y="87822"/>
                  </a:lnTo>
                  <a:lnTo>
                    <a:pt x="52840" y="88753"/>
                  </a:lnTo>
                  <a:lnTo>
                    <a:pt x="51436" y="89639"/>
                  </a:lnTo>
                  <a:lnTo>
                    <a:pt x="49425" y="90758"/>
                  </a:lnTo>
                  <a:lnTo>
                    <a:pt x="47601" y="91456"/>
                  </a:lnTo>
                  <a:lnTo>
                    <a:pt x="46197" y="92342"/>
                  </a:lnTo>
                  <a:lnTo>
                    <a:pt x="44373" y="93041"/>
                  </a:lnTo>
                  <a:lnTo>
                    <a:pt x="41754" y="94392"/>
                  </a:lnTo>
                  <a:lnTo>
                    <a:pt x="38902" y="95136"/>
                  </a:lnTo>
                  <a:lnTo>
                    <a:pt x="36237" y="95460"/>
                  </a:lnTo>
                  <a:lnTo>
                    <a:pt x="33197" y="96624"/>
                  </a:lnTo>
                  <a:lnTo>
                    <a:pt x="31374" y="97322"/>
                  </a:lnTo>
                  <a:lnTo>
                    <a:pt x="28942" y="98253"/>
                  </a:lnTo>
                  <a:lnTo>
                    <a:pt x="25669" y="98809"/>
                  </a:lnTo>
                  <a:lnTo>
                    <a:pt x="23658" y="99928"/>
                  </a:lnTo>
                  <a:lnTo>
                    <a:pt x="21414" y="100439"/>
                  </a:lnTo>
                  <a:lnTo>
                    <a:pt x="17954" y="101416"/>
                  </a:lnTo>
                  <a:lnTo>
                    <a:pt x="16130" y="102114"/>
                  </a:lnTo>
                  <a:lnTo>
                    <a:pt x="14073" y="102205"/>
                  </a:lnTo>
                  <a:lnTo>
                    <a:pt x="12249" y="102903"/>
                  </a:lnTo>
                  <a:lnTo>
                    <a:pt x="8976" y="103459"/>
                  </a:lnTo>
                  <a:lnTo>
                    <a:pt x="7153" y="104158"/>
                  </a:lnTo>
                  <a:lnTo>
                    <a:pt x="5096" y="104248"/>
                  </a:lnTo>
                  <a:lnTo>
                    <a:pt x="2852" y="104759"/>
                  </a:lnTo>
                  <a:lnTo>
                    <a:pt x="0" y="105503"/>
                  </a:lnTo>
                  <a:lnTo>
                    <a:pt x="2315" y="83585"/>
                  </a:lnTo>
                  <a:lnTo>
                    <a:pt x="4656" y="61430"/>
                  </a:lnTo>
                  <a:lnTo>
                    <a:pt x="7278" y="36613"/>
                  </a:lnTo>
                  <a:lnTo>
                    <a:pt x="10923" y="2121"/>
                  </a:lnTo>
                  <a:lnTo>
                    <a:pt x="13167" y="1610"/>
                  </a:lnTo>
                  <a:lnTo>
                    <a:pt x="15224" y="1519"/>
                  </a:lnTo>
                  <a:lnTo>
                    <a:pt x="17281" y="1429"/>
                  </a:lnTo>
                  <a:lnTo>
                    <a:pt x="19945" y="1105"/>
                  </a:lnTo>
                  <a:lnTo>
                    <a:pt x="22610" y="782"/>
                  </a:lnTo>
                  <a:lnTo>
                    <a:pt x="24666" y="691"/>
                  </a:lnTo>
                  <a:lnTo>
                    <a:pt x="26723" y="601"/>
                  </a:lnTo>
                  <a:lnTo>
                    <a:pt x="28359" y="323"/>
                  </a:lnTo>
                  <a:lnTo>
                    <a:pt x="31024" y="0"/>
                  </a:lnTo>
                  <a:lnTo>
                    <a:pt x="40597" y="27972"/>
                  </a:lnTo>
                  <a:lnTo>
                    <a:pt x="44828" y="40336"/>
                  </a:lnTo>
                  <a:lnTo>
                    <a:pt x="50259" y="56205"/>
                  </a:lnTo>
                  <a:lnTo>
                    <a:pt x="60090" y="8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240"/>
            <p:cNvSpPr/>
            <p:nvPr/>
          </p:nvSpPr>
          <p:spPr>
            <a:xfrm>
              <a:off x="5301332" y="3566416"/>
              <a:ext cx="72990" cy="87915"/>
            </a:xfrm>
            <a:custGeom>
              <a:avLst/>
              <a:pathLst>
                <a:path w="72990" h="87915">
                  <a:moveTo>
                    <a:pt x="72043" y="15241"/>
                  </a:moveTo>
                  <a:lnTo>
                    <a:pt x="72337" y="34187"/>
                  </a:lnTo>
                  <a:lnTo>
                    <a:pt x="72635" y="53406"/>
                  </a:lnTo>
                  <a:lnTo>
                    <a:pt x="72990" y="76243"/>
                  </a:lnTo>
                  <a:lnTo>
                    <a:pt x="66008" y="77962"/>
                  </a:lnTo>
                  <a:lnTo>
                    <a:pt x="50961" y="80437"/>
                  </a:lnTo>
                  <a:lnTo>
                    <a:pt x="42071" y="81900"/>
                  </a:lnTo>
                  <a:lnTo>
                    <a:pt x="39872" y="83439"/>
                  </a:lnTo>
                  <a:lnTo>
                    <a:pt x="38049" y="84138"/>
                  </a:lnTo>
                  <a:lnTo>
                    <a:pt x="36270" y="85864"/>
                  </a:lnTo>
                  <a:lnTo>
                    <a:pt x="33418" y="86608"/>
                  </a:lnTo>
                  <a:lnTo>
                    <a:pt x="31827" y="87915"/>
                  </a:lnTo>
                  <a:lnTo>
                    <a:pt x="24365" y="68660"/>
                  </a:lnTo>
                  <a:lnTo>
                    <a:pt x="12767" y="38730"/>
                  </a:lnTo>
                  <a:lnTo>
                    <a:pt x="0" y="5784"/>
                  </a:lnTo>
                  <a:lnTo>
                    <a:pt x="3692" y="5415"/>
                  </a:lnTo>
                  <a:lnTo>
                    <a:pt x="5329" y="5137"/>
                  </a:lnTo>
                  <a:lnTo>
                    <a:pt x="6965" y="4859"/>
                  </a:lnTo>
                  <a:lnTo>
                    <a:pt x="8601" y="4581"/>
                  </a:lnTo>
                  <a:lnTo>
                    <a:pt x="10658" y="4490"/>
                  </a:lnTo>
                  <a:lnTo>
                    <a:pt x="12902" y="3979"/>
                  </a:lnTo>
                  <a:lnTo>
                    <a:pt x="14726" y="3281"/>
                  </a:lnTo>
                  <a:lnTo>
                    <a:pt x="16783" y="3191"/>
                  </a:lnTo>
                  <a:lnTo>
                    <a:pt x="19635" y="2447"/>
                  </a:lnTo>
                  <a:lnTo>
                    <a:pt x="21692" y="2356"/>
                  </a:lnTo>
                  <a:lnTo>
                    <a:pt x="23515" y="1658"/>
                  </a:lnTo>
                  <a:lnTo>
                    <a:pt x="25760" y="1147"/>
                  </a:lnTo>
                  <a:lnTo>
                    <a:pt x="32226" y="0"/>
                  </a:lnTo>
                  <a:lnTo>
                    <a:pt x="34095" y="329"/>
                  </a:lnTo>
                  <a:lnTo>
                    <a:pt x="36993" y="614"/>
                  </a:lnTo>
                  <a:lnTo>
                    <a:pt x="39049" y="523"/>
                  </a:lnTo>
                  <a:lnTo>
                    <a:pt x="41527" y="621"/>
                  </a:lnTo>
                  <a:lnTo>
                    <a:pt x="43583" y="530"/>
                  </a:lnTo>
                  <a:lnTo>
                    <a:pt x="45640" y="440"/>
                  </a:lnTo>
                  <a:lnTo>
                    <a:pt x="48537" y="724"/>
                  </a:lnTo>
                  <a:lnTo>
                    <a:pt x="50594" y="634"/>
                  </a:lnTo>
                  <a:lnTo>
                    <a:pt x="52463" y="963"/>
                  </a:lnTo>
                  <a:lnTo>
                    <a:pt x="54753" y="1481"/>
                  </a:lnTo>
                  <a:lnTo>
                    <a:pt x="56389" y="1203"/>
                  </a:lnTo>
                  <a:lnTo>
                    <a:pt x="58258" y="1533"/>
                  </a:lnTo>
                  <a:lnTo>
                    <a:pt x="60502" y="1022"/>
                  </a:lnTo>
                  <a:lnTo>
                    <a:pt x="61951" y="1164"/>
                  </a:lnTo>
                  <a:lnTo>
                    <a:pt x="64616" y="841"/>
                  </a:lnTo>
                  <a:lnTo>
                    <a:pt x="66252" y="563"/>
                  </a:lnTo>
                  <a:lnTo>
                    <a:pt x="67888" y="285"/>
                  </a:lnTo>
                  <a:lnTo>
                    <a:pt x="69945" y="194"/>
                  </a:lnTo>
                  <a:lnTo>
                    <a:pt x="71814" y="5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241"/>
            <p:cNvSpPr/>
            <p:nvPr/>
          </p:nvSpPr>
          <p:spPr>
            <a:xfrm>
              <a:off x="4836432" y="3713680"/>
              <a:ext cx="57071" cy="96351"/>
            </a:xfrm>
            <a:custGeom>
              <a:avLst/>
              <a:pathLst>
                <a:path w="57071" h="96351">
                  <a:moveTo>
                    <a:pt x="39379" y="85299"/>
                  </a:moveTo>
                  <a:lnTo>
                    <a:pt x="13824" y="72489"/>
                  </a:lnTo>
                  <a:lnTo>
                    <a:pt x="9940" y="57984"/>
                  </a:lnTo>
                  <a:lnTo>
                    <a:pt x="6981" y="46935"/>
                  </a:lnTo>
                  <a:lnTo>
                    <a:pt x="5072" y="39803"/>
                  </a:lnTo>
                  <a:lnTo>
                    <a:pt x="3966" y="31140"/>
                  </a:lnTo>
                  <a:lnTo>
                    <a:pt x="2909" y="22850"/>
                  </a:lnTo>
                  <a:lnTo>
                    <a:pt x="0" y="50"/>
                  </a:lnTo>
                  <a:lnTo>
                    <a:pt x="10547" y="37"/>
                  </a:lnTo>
                  <a:lnTo>
                    <a:pt x="26602" y="16"/>
                  </a:lnTo>
                  <a:lnTo>
                    <a:pt x="39952" y="0"/>
                  </a:lnTo>
                  <a:lnTo>
                    <a:pt x="45248" y="29809"/>
                  </a:lnTo>
                  <a:lnTo>
                    <a:pt x="48903" y="50381"/>
                  </a:lnTo>
                  <a:lnTo>
                    <a:pt x="57071" y="9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242"/>
            <p:cNvSpPr/>
            <p:nvPr/>
          </p:nvSpPr>
          <p:spPr>
            <a:xfrm>
              <a:off x="5086737" y="3759878"/>
              <a:ext cx="152131" cy="76947"/>
            </a:xfrm>
            <a:custGeom>
              <a:avLst/>
              <a:pathLst>
                <a:path w="152131" h="76947">
                  <a:moveTo>
                    <a:pt x="145533" y="30812"/>
                  </a:moveTo>
                  <a:lnTo>
                    <a:pt x="152131" y="76947"/>
                  </a:lnTo>
                  <a:lnTo>
                    <a:pt x="148304" y="75951"/>
                  </a:lnTo>
                  <a:lnTo>
                    <a:pt x="145664" y="75485"/>
                  </a:lnTo>
                  <a:lnTo>
                    <a:pt x="141900" y="75942"/>
                  </a:lnTo>
                  <a:lnTo>
                    <a:pt x="138667" y="75211"/>
                  </a:lnTo>
                  <a:lnTo>
                    <a:pt x="136027" y="74745"/>
                  </a:lnTo>
                  <a:lnTo>
                    <a:pt x="133387" y="74279"/>
                  </a:lnTo>
                  <a:lnTo>
                    <a:pt x="130748" y="73813"/>
                  </a:lnTo>
                  <a:lnTo>
                    <a:pt x="127843" y="73941"/>
                  </a:lnTo>
                  <a:lnTo>
                    <a:pt x="123751" y="73539"/>
                  </a:lnTo>
                  <a:lnTo>
                    <a:pt x="120846" y="73667"/>
                  </a:lnTo>
                  <a:lnTo>
                    <a:pt x="117941" y="73795"/>
                  </a:lnTo>
                  <a:lnTo>
                    <a:pt x="115630" y="74188"/>
                  </a:lnTo>
                  <a:lnTo>
                    <a:pt x="111273" y="74379"/>
                  </a:lnTo>
                  <a:lnTo>
                    <a:pt x="108962" y="74772"/>
                  </a:lnTo>
                  <a:lnTo>
                    <a:pt x="106651" y="75165"/>
                  </a:lnTo>
                  <a:lnTo>
                    <a:pt x="103747" y="75293"/>
                  </a:lnTo>
                  <a:lnTo>
                    <a:pt x="101107" y="74827"/>
                  </a:lnTo>
                  <a:lnTo>
                    <a:pt x="97343" y="75283"/>
                  </a:lnTo>
                  <a:lnTo>
                    <a:pt x="94704" y="74818"/>
                  </a:lnTo>
                  <a:lnTo>
                    <a:pt x="92393" y="75210"/>
                  </a:lnTo>
                  <a:lnTo>
                    <a:pt x="88894" y="75073"/>
                  </a:lnTo>
                  <a:lnTo>
                    <a:pt x="85661" y="74342"/>
                  </a:lnTo>
                  <a:lnTo>
                    <a:pt x="75494" y="74790"/>
                  </a:lnTo>
                  <a:lnTo>
                    <a:pt x="73713" y="73995"/>
                  </a:lnTo>
                  <a:lnTo>
                    <a:pt x="70479" y="73264"/>
                  </a:lnTo>
                  <a:lnTo>
                    <a:pt x="67575" y="73392"/>
                  </a:lnTo>
                  <a:lnTo>
                    <a:pt x="63748" y="72396"/>
                  </a:lnTo>
                  <a:lnTo>
                    <a:pt x="59655" y="71995"/>
                  </a:lnTo>
                  <a:lnTo>
                    <a:pt x="57016" y="71528"/>
                  </a:lnTo>
                  <a:lnTo>
                    <a:pt x="54376" y="71063"/>
                  </a:lnTo>
                  <a:lnTo>
                    <a:pt x="51471" y="71190"/>
                  </a:lnTo>
                  <a:lnTo>
                    <a:pt x="47973" y="71053"/>
                  </a:lnTo>
                  <a:lnTo>
                    <a:pt x="45068" y="71181"/>
                  </a:lnTo>
                  <a:lnTo>
                    <a:pt x="40976" y="70779"/>
                  </a:lnTo>
                  <a:lnTo>
                    <a:pt x="38071" y="70907"/>
                  </a:lnTo>
                  <a:lnTo>
                    <a:pt x="36619" y="70971"/>
                  </a:lnTo>
                  <a:lnTo>
                    <a:pt x="34308" y="71364"/>
                  </a:lnTo>
                  <a:lnTo>
                    <a:pt x="30279" y="72414"/>
                  </a:lnTo>
                  <a:lnTo>
                    <a:pt x="26845" y="73729"/>
                  </a:lnTo>
                  <a:lnTo>
                    <a:pt x="23940" y="73857"/>
                  </a:lnTo>
                  <a:lnTo>
                    <a:pt x="21035" y="73985"/>
                  </a:lnTo>
                  <a:lnTo>
                    <a:pt x="17537" y="73848"/>
                  </a:lnTo>
                  <a:lnTo>
                    <a:pt x="14303" y="73117"/>
                  </a:lnTo>
                  <a:lnTo>
                    <a:pt x="10741" y="71528"/>
                  </a:lnTo>
                  <a:lnTo>
                    <a:pt x="8366" y="70468"/>
                  </a:lnTo>
                  <a:lnTo>
                    <a:pt x="6256" y="68815"/>
                  </a:lnTo>
                  <a:lnTo>
                    <a:pt x="4411" y="66568"/>
                  </a:lnTo>
                  <a:lnTo>
                    <a:pt x="2301" y="64914"/>
                  </a:lnTo>
                  <a:lnTo>
                    <a:pt x="721" y="62073"/>
                  </a:lnTo>
                  <a:lnTo>
                    <a:pt x="0" y="58904"/>
                  </a:lnTo>
                  <a:lnTo>
                    <a:pt x="794" y="57123"/>
                  </a:lnTo>
                  <a:lnTo>
                    <a:pt x="1854" y="54748"/>
                  </a:lnTo>
                  <a:lnTo>
                    <a:pt x="3507" y="52638"/>
                  </a:lnTo>
                  <a:lnTo>
                    <a:pt x="6083" y="51651"/>
                  </a:lnTo>
                  <a:lnTo>
                    <a:pt x="9846" y="51195"/>
                  </a:lnTo>
                  <a:lnTo>
                    <a:pt x="12751" y="51067"/>
                  </a:lnTo>
                  <a:lnTo>
                    <a:pt x="16514" y="50610"/>
                  </a:lnTo>
                  <a:lnTo>
                    <a:pt x="18825" y="50218"/>
                  </a:lnTo>
                  <a:lnTo>
                    <a:pt x="21995" y="49496"/>
                  </a:lnTo>
                  <a:lnTo>
                    <a:pt x="24571" y="48510"/>
                  </a:lnTo>
                  <a:lnTo>
                    <a:pt x="27677" y="46336"/>
                  </a:lnTo>
                  <a:lnTo>
                    <a:pt x="30252" y="45349"/>
                  </a:lnTo>
                  <a:lnTo>
                    <a:pt x="32764" y="42911"/>
                  </a:lnTo>
                  <a:lnTo>
                    <a:pt x="35605" y="41330"/>
                  </a:lnTo>
                  <a:lnTo>
                    <a:pt x="38446" y="39750"/>
                  </a:lnTo>
                  <a:lnTo>
                    <a:pt x="41817" y="36982"/>
                  </a:lnTo>
                  <a:lnTo>
                    <a:pt x="44064" y="35137"/>
                  </a:lnTo>
                  <a:lnTo>
                    <a:pt x="47170" y="32964"/>
                  </a:lnTo>
                  <a:lnTo>
                    <a:pt x="49152" y="31712"/>
                  </a:lnTo>
                  <a:lnTo>
                    <a:pt x="51664" y="29273"/>
                  </a:lnTo>
                  <a:lnTo>
                    <a:pt x="54239" y="28287"/>
                  </a:lnTo>
                  <a:lnTo>
                    <a:pt x="57080" y="26707"/>
                  </a:lnTo>
                  <a:lnTo>
                    <a:pt x="59921" y="25127"/>
                  </a:lnTo>
                  <a:lnTo>
                    <a:pt x="62497" y="24140"/>
                  </a:lnTo>
                  <a:lnTo>
                    <a:pt x="65338" y="22560"/>
                  </a:lnTo>
                  <a:lnTo>
                    <a:pt x="67585" y="20715"/>
                  </a:lnTo>
                  <a:lnTo>
                    <a:pt x="70161" y="19728"/>
                  </a:lnTo>
                  <a:lnTo>
                    <a:pt x="73595" y="18413"/>
                  </a:lnTo>
                  <a:lnTo>
                    <a:pt x="76436" y="16833"/>
                  </a:lnTo>
                  <a:lnTo>
                    <a:pt x="79012" y="15847"/>
                  </a:lnTo>
                  <a:lnTo>
                    <a:pt x="82446" y="14531"/>
                  </a:lnTo>
                  <a:lnTo>
                    <a:pt x="84758" y="14138"/>
                  </a:lnTo>
                  <a:lnTo>
                    <a:pt x="85042" y="14029"/>
                  </a:lnTo>
                  <a:lnTo>
                    <a:pt x="88192" y="12823"/>
                  </a:lnTo>
                  <a:lnTo>
                    <a:pt x="92220" y="11773"/>
                  </a:lnTo>
                  <a:lnTo>
                    <a:pt x="93673" y="11709"/>
                  </a:lnTo>
                  <a:lnTo>
                    <a:pt x="95984" y="11316"/>
                  </a:lnTo>
                  <a:lnTo>
                    <a:pt x="98559" y="10330"/>
                  </a:lnTo>
                  <a:lnTo>
                    <a:pt x="100870" y="9937"/>
                  </a:lnTo>
                  <a:lnTo>
                    <a:pt x="103711" y="8357"/>
                  </a:lnTo>
                  <a:lnTo>
                    <a:pt x="105693" y="7105"/>
                  </a:lnTo>
                  <a:lnTo>
                    <a:pt x="107940" y="5260"/>
                  </a:lnTo>
                  <a:lnTo>
                    <a:pt x="112474" y="584"/>
                  </a:lnTo>
                  <a:lnTo>
                    <a:pt x="116237" y="127"/>
                  </a:lnTo>
                  <a:lnTo>
                    <a:pt x="119142" y="0"/>
                  </a:lnTo>
                  <a:lnTo>
                    <a:pt x="122376" y="730"/>
                  </a:lnTo>
                  <a:lnTo>
                    <a:pt x="125280" y="602"/>
                  </a:lnTo>
                  <a:lnTo>
                    <a:pt x="127327" y="803"/>
                  </a:lnTo>
                  <a:lnTo>
                    <a:pt x="131419" y="1205"/>
                  </a:lnTo>
                  <a:lnTo>
                    <a:pt x="133465" y="1406"/>
                  </a:lnTo>
                  <a:lnTo>
                    <a:pt x="137822" y="1215"/>
                  </a:lnTo>
                  <a:lnTo>
                    <a:pt x="141320" y="13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243"/>
            <p:cNvSpPr/>
            <p:nvPr/>
          </p:nvSpPr>
          <p:spPr>
            <a:xfrm>
              <a:off x="5237037" y="3740332"/>
              <a:ext cx="118131" cy="98174"/>
            </a:xfrm>
            <a:custGeom>
              <a:avLst/>
              <a:pathLst>
                <a:path w="118131" h="98174">
                  <a:moveTo>
                    <a:pt x="113151" y="70132"/>
                  </a:moveTo>
                  <a:lnTo>
                    <a:pt x="110457" y="71631"/>
                  </a:lnTo>
                  <a:lnTo>
                    <a:pt x="107616" y="73211"/>
                  </a:lnTo>
                  <a:lnTo>
                    <a:pt x="105104" y="75650"/>
                  </a:lnTo>
                  <a:lnTo>
                    <a:pt x="102857" y="77495"/>
                  </a:lnTo>
                  <a:lnTo>
                    <a:pt x="100875" y="78746"/>
                  </a:lnTo>
                  <a:lnTo>
                    <a:pt x="97769" y="80920"/>
                  </a:lnTo>
                  <a:lnTo>
                    <a:pt x="95522" y="82765"/>
                  </a:lnTo>
                  <a:lnTo>
                    <a:pt x="92681" y="84346"/>
                  </a:lnTo>
                  <a:lnTo>
                    <a:pt x="89840" y="85926"/>
                  </a:lnTo>
                  <a:lnTo>
                    <a:pt x="86999" y="87506"/>
                  </a:lnTo>
                  <a:lnTo>
                    <a:pt x="84159" y="89086"/>
                  </a:lnTo>
                  <a:lnTo>
                    <a:pt x="81583" y="90073"/>
                  </a:lnTo>
                  <a:lnTo>
                    <a:pt x="77819" y="90529"/>
                  </a:lnTo>
                  <a:lnTo>
                    <a:pt x="75243" y="91516"/>
                  </a:lnTo>
                  <a:lnTo>
                    <a:pt x="71480" y="91972"/>
                  </a:lnTo>
                  <a:lnTo>
                    <a:pt x="69169" y="92365"/>
                  </a:lnTo>
                  <a:lnTo>
                    <a:pt x="65406" y="92822"/>
                  </a:lnTo>
                  <a:lnTo>
                    <a:pt x="62501" y="92949"/>
                  </a:lnTo>
                  <a:lnTo>
                    <a:pt x="60190" y="93342"/>
                  </a:lnTo>
                  <a:lnTo>
                    <a:pt x="57879" y="93735"/>
                  </a:lnTo>
                  <a:lnTo>
                    <a:pt x="54710" y="94457"/>
                  </a:lnTo>
                  <a:lnTo>
                    <a:pt x="52398" y="94849"/>
                  </a:lnTo>
                  <a:lnTo>
                    <a:pt x="49229" y="95571"/>
                  </a:lnTo>
                  <a:lnTo>
                    <a:pt x="45465" y="96027"/>
                  </a:lnTo>
                  <a:lnTo>
                    <a:pt x="42561" y="96155"/>
                  </a:lnTo>
                  <a:lnTo>
                    <a:pt x="39391" y="96877"/>
                  </a:lnTo>
                  <a:lnTo>
                    <a:pt x="35893" y="96740"/>
                  </a:lnTo>
                  <a:lnTo>
                    <a:pt x="33317" y="97726"/>
                  </a:lnTo>
                  <a:lnTo>
                    <a:pt x="30412" y="97854"/>
                  </a:lnTo>
                  <a:lnTo>
                    <a:pt x="26914" y="97717"/>
                  </a:lnTo>
                  <a:lnTo>
                    <a:pt x="23150" y="98174"/>
                  </a:lnTo>
                  <a:lnTo>
                    <a:pt x="19917" y="97443"/>
                  </a:lnTo>
                  <a:lnTo>
                    <a:pt x="16154" y="97900"/>
                  </a:lnTo>
                  <a:lnTo>
                    <a:pt x="14107" y="97699"/>
                  </a:lnTo>
                  <a:lnTo>
                    <a:pt x="10015" y="97297"/>
                  </a:lnTo>
                  <a:lnTo>
                    <a:pt x="7909" y="81024"/>
                  </a:lnTo>
                  <a:lnTo>
                    <a:pt x="4618" y="55601"/>
                  </a:lnTo>
                  <a:lnTo>
                    <a:pt x="0" y="19920"/>
                  </a:lnTo>
                  <a:lnTo>
                    <a:pt x="3763" y="19463"/>
                  </a:lnTo>
                  <a:lnTo>
                    <a:pt x="6074" y="19071"/>
                  </a:lnTo>
                  <a:lnTo>
                    <a:pt x="9508" y="17755"/>
                  </a:lnTo>
                  <a:lnTo>
                    <a:pt x="14130" y="16970"/>
                  </a:lnTo>
                  <a:lnTo>
                    <a:pt x="15848" y="16312"/>
                  </a:lnTo>
                  <a:lnTo>
                    <a:pt x="19017" y="15591"/>
                  </a:lnTo>
                  <a:lnTo>
                    <a:pt x="21922" y="15463"/>
                  </a:lnTo>
                  <a:lnTo>
                    <a:pt x="25686" y="15006"/>
                  </a:lnTo>
                  <a:lnTo>
                    <a:pt x="28855" y="14285"/>
                  </a:lnTo>
                  <a:lnTo>
                    <a:pt x="31760" y="14157"/>
                  </a:lnTo>
                  <a:lnTo>
                    <a:pt x="34336" y="13170"/>
                  </a:lnTo>
                  <a:lnTo>
                    <a:pt x="36912" y="12184"/>
                  </a:lnTo>
                  <a:lnTo>
                    <a:pt x="39488" y="11197"/>
                  </a:lnTo>
                  <a:lnTo>
                    <a:pt x="43251" y="10741"/>
                  </a:lnTo>
                  <a:lnTo>
                    <a:pt x="45233" y="9489"/>
                  </a:lnTo>
                  <a:lnTo>
                    <a:pt x="48403" y="8768"/>
                  </a:lnTo>
                  <a:lnTo>
                    <a:pt x="50979" y="7781"/>
                  </a:lnTo>
                  <a:lnTo>
                    <a:pt x="54413" y="6466"/>
                  </a:lnTo>
                  <a:lnTo>
                    <a:pt x="56724" y="6073"/>
                  </a:lnTo>
                  <a:lnTo>
                    <a:pt x="59894" y="5352"/>
                  </a:lnTo>
                  <a:lnTo>
                    <a:pt x="63063" y="4630"/>
                  </a:lnTo>
                  <a:lnTo>
                    <a:pt x="65374" y="4237"/>
                  </a:lnTo>
                  <a:lnTo>
                    <a:pt x="68544" y="3516"/>
                  </a:lnTo>
                  <a:lnTo>
                    <a:pt x="71449" y="3388"/>
                  </a:lnTo>
                  <a:lnTo>
                    <a:pt x="75212" y="2931"/>
                  </a:lnTo>
                  <a:lnTo>
                    <a:pt x="78117" y="2803"/>
                  </a:lnTo>
                  <a:lnTo>
                    <a:pt x="81022" y="2676"/>
                  </a:lnTo>
                  <a:lnTo>
                    <a:pt x="84520" y="2813"/>
                  </a:lnTo>
                  <a:lnTo>
                    <a:pt x="87690" y="2091"/>
                  </a:lnTo>
                  <a:lnTo>
                    <a:pt x="90594" y="1963"/>
                  </a:lnTo>
                  <a:lnTo>
                    <a:pt x="93764" y="1242"/>
                  </a:lnTo>
                  <a:lnTo>
                    <a:pt x="97527" y="785"/>
                  </a:lnTo>
                  <a:lnTo>
                    <a:pt x="99838" y="392"/>
                  </a:lnTo>
                  <a:lnTo>
                    <a:pt x="102149" y="0"/>
                  </a:lnTo>
                  <a:lnTo>
                    <a:pt x="107787" y="24205"/>
                  </a:lnTo>
                  <a:lnTo>
                    <a:pt x="118131" y="686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244"/>
            <p:cNvSpPr/>
            <p:nvPr/>
          </p:nvSpPr>
          <p:spPr>
            <a:xfrm>
              <a:off x="2409381" y="3518055"/>
              <a:ext cx="74307" cy="66436"/>
            </a:xfrm>
            <a:custGeom>
              <a:avLst/>
              <a:pathLst>
                <a:path w="74307" h="66436">
                  <a:moveTo>
                    <a:pt x="29231" y="51796"/>
                  </a:moveTo>
                  <a:lnTo>
                    <a:pt x="12753" y="45095"/>
                  </a:lnTo>
                  <a:lnTo>
                    <a:pt x="0" y="36159"/>
                  </a:lnTo>
                  <a:lnTo>
                    <a:pt x="50" y="30486"/>
                  </a:lnTo>
                  <a:lnTo>
                    <a:pt x="136" y="20689"/>
                  </a:lnTo>
                  <a:lnTo>
                    <a:pt x="224" y="10864"/>
                  </a:lnTo>
                  <a:lnTo>
                    <a:pt x="8228" y="8987"/>
                  </a:lnTo>
                  <a:lnTo>
                    <a:pt x="16287" y="7098"/>
                  </a:lnTo>
                  <a:lnTo>
                    <a:pt x="24473" y="5179"/>
                  </a:lnTo>
                  <a:lnTo>
                    <a:pt x="36159" y="2438"/>
                  </a:lnTo>
                  <a:lnTo>
                    <a:pt x="39920" y="1557"/>
                  </a:lnTo>
                  <a:lnTo>
                    <a:pt x="50157" y="437"/>
                  </a:lnTo>
                  <a:lnTo>
                    <a:pt x="54154" y="0"/>
                  </a:lnTo>
                  <a:lnTo>
                    <a:pt x="60755" y="397"/>
                  </a:lnTo>
                  <a:lnTo>
                    <a:pt x="74307" y="1213"/>
                  </a:lnTo>
                  <a:lnTo>
                    <a:pt x="70210" y="16376"/>
                  </a:lnTo>
                  <a:lnTo>
                    <a:pt x="68671" y="25822"/>
                  </a:lnTo>
                  <a:lnTo>
                    <a:pt x="67132" y="35262"/>
                  </a:lnTo>
                  <a:lnTo>
                    <a:pt x="65232" y="664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245"/>
            <p:cNvSpPr/>
            <p:nvPr/>
          </p:nvSpPr>
          <p:spPr>
            <a:xfrm>
              <a:off x="2409328" y="3474331"/>
              <a:ext cx="45655" cy="35126"/>
            </a:xfrm>
            <a:custGeom>
              <a:avLst/>
              <a:pathLst>
                <a:path w="45655" h="35126">
                  <a:moveTo>
                    <a:pt x="8714" y="26574"/>
                  </a:moveTo>
                  <a:lnTo>
                    <a:pt x="9951" y="25513"/>
                  </a:lnTo>
                  <a:lnTo>
                    <a:pt x="14251" y="18982"/>
                  </a:lnTo>
                  <a:lnTo>
                    <a:pt x="14831" y="17139"/>
                  </a:lnTo>
                  <a:lnTo>
                    <a:pt x="16463" y="11949"/>
                  </a:lnTo>
                  <a:lnTo>
                    <a:pt x="16556" y="9610"/>
                  </a:lnTo>
                  <a:lnTo>
                    <a:pt x="16887" y="1371"/>
                  </a:lnTo>
                  <a:lnTo>
                    <a:pt x="16943" y="0"/>
                  </a:lnTo>
                  <a:lnTo>
                    <a:pt x="23726" y="1294"/>
                  </a:lnTo>
                  <a:lnTo>
                    <a:pt x="29187" y="2337"/>
                  </a:lnTo>
                  <a:lnTo>
                    <a:pt x="36120" y="3660"/>
                  </a:lnTo>
                  <a:lnTo>
                    <a:pt x="40711" y="7750"/>
                  </a:lnTo>
                  <a:lnTo>
                    <a:pt x="44153" y="10816"/>
                  </a:lnTo>
                  <a:lnTo>
                    <a:pt x="44561" y="17155"/>
                  </a:lnTo>
                  <a:lnTo>
                    <a:pt x="45078" y="25175"/>
                  </a:lnTo>
                  <a:lnTo>
                    <a:pt x="45655" y="34138"/>
                  </a:lnTo>
                  <a:lnTo>
                    <a:pt x="39581" y="34839"/>
                  </a:lnTo>
                  <a:lnTo>
                    <a:pt x="37096" y="35126"/>
                  </a:lnTo>
                  <a:lnTo>
                    <a:pt x="32592" y="34996"/>
                  </a:lnTo>
                  <a:lnTo>
                    <a:pt x="24735" y="34768"/>
                  </a:lnTo>
                  <a:lnTo>
                    <a:pt x="20274" y="34639"/>
                  </a:lnTo>
                  <a:lnTo>
                    <a:pt x="14900" y="34484"/>
                  </a:lnTo>
                  <a:lnTo>
                    <a:pt x="0" y="340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246"/>
            <p:cNvSpPr/>
            <p:nvPr/>
          </p:nvSpPr>
          <p:spPr>
            <a:xfrm>
              <a:off x="2684396" y="3486464"/>
              <a:ext cx="121317" cy="139213"/>
            </a:xfrm>
            <a:custGeom>
              <a:avLst/>
              <a:pathLst>
                <a:path w="121317" h="139213">
                  <a:moveTo>
                    <a:pt x="48484" y="9179"/>
                  </a:moveTo>
                  <a:lnTo>
                    <a:pt x="52656" y="16749"/>
                  </a:lnTo>
                  <a:lnTo>
                    <a:pt x="57162" y="24926"/>
                  </a:lnTo>
                  <a:lnTo>
                    <a:pt x="60318" y="30651"/>
                  </a:lnTo>
                  <a:lnTo>
                    <a:pt x="62473" y="34815"/>
                  </a:lnTo>
                  <a:lnTo>
                    <a:pt x="67509" y="44545"/>
                  </a:lnTo>
                  <a:lnTo>
                    <a:pt x="69245" y="47899"/>
                  </a:lnTo>
                  <a:lnTo>
                    <a:pt x="72044" y="55245"/>
                  </a:lnTo>
                  <a:lnTo>
                    <a:pt x="75090" y="63244"/>
                  </a:lnTo>
                  <a:lnTo>
                    <a:pt x="76453" y="66821"/>
                  </a:lnTo>
                  <a:lnTo>
                    <a:pt x="79987" y="73090"/>
                  </a:lnTo>
                  <a:lnTo>
                    <a:pt x="83775" y="79811"/>
                  </a:lnTo>
                  <a:lnTo>
                    <a:pt x="86363" y="84403"/>
                  </a:lnTo>
                  <a:lnTo>
                    <a:pt x="91823" y="92183"/>
                  </a:lnTo>
                  <a:lnTo>
                    <a:pt x="93895" y="95135"/>
                  </a:lnTo>
                  <a:lnTo>
                    <a:pt x="97175" y="99809"/>
                  </a:lnTo>
                  <a:lnTo>
                    <a:pt x="105347" y="105165"/>
                  </a:lnTo>
                  <a:lnTo>
                    <a:pt x="109517" y="107899"/>
                  </a:lnTo>
                  <a:lnTo>
                    <a:pt x="121317" y="115633"/>
                  </a:lnTo>
                  <a:lnTo>
                    <a:pt x="116870" y="120356"/>
                  </a:lnTo>
                  <a:lnTo>
                    <a:pt x="111939" y="125595"/>
                  </a:lnTo>
                  <a:lnTo>
                    <a:pt x="103788" y="134254"/>
                  </a:lnTo>
                  <a:lnTo>
                    <a:pt x="99120" y="139213"/>
                  </a:lnTo>
                  <a:lnTo>
                    <a:pt x="60561" y="107800"/>
                  </a:lnTo>
                  <a:lnTo>
                    <a:pt x="52246" y="101268"/>
                  </a:lnTo>
                  <a:lnTo>
                    <a:pt x="34240" y="87123"/>
                  </a:lnTo>
                  <a:lnTo>
                    <a:pt x="18844" y="59574"/>
                  </a:lnTo>
                  <a:lnTo>
                    <a:pt x="16764" y="55853"/>
                  </a:lnTo>
                  <a:lnTo>
                    <a:pt x="0" y="27253"/>
                  </a:lnTo>
                  <a:lnTo>
                    <a:pt x="3853" y="24821"/>
                  </a:lnTo>
                  <a:lnTo>
                    <a:pt x="9295" y="21387"/>
                  </a:lnTo>
                  <a:lnTo>
                    <a:pt x="17348" y="16304"/>
                  </a:lnTo>
                  <a:lnTo>
                    <a:pt x="22252" y="13209"/>
                  </a:lnTo>
                  <a:lnTo>
                    <a:pt x="27421" y="9947"/>
                  </a:lnTo>
                  <a:lnTo>
                    <a:pt x="35374" y="4928"/>
                  </a:lnTo>
                  <a:lnTo>
                    <a:pt x="43183" y="0"/>
                  </a:lnTo>
                  <a:lnTo>
                    <a:pt x="43676" y="819"/>
                  </a:lnTo>
                  <a:lnTo>
                    <a:pt x="46045" y="47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247"/>
            <p:cNvSpPr/>
            <p:nvPr/>
          </p:nvSpPr>
          <p:spPr>
            <a:xfrm>
              <a:off x="2725876" y="3461632"/>
              <a:ext cx="122396" cy="144898"/>
            </a:xfrm>
            <a:custGeom>
              <a:avLst/>
              <a:pathLst>
                <a:path w="122396" h="144898">
                  <a:moveTo>
                    <a:pt x="73691" y="9320"/>
                  </a:moveTo>
                  <a:lnTo>
                    <a:pt x="74385" y="17656"/>
                  </a:lnTo>
                  <a:lnTo>
                    <a:pt x="75163" y="26994"/>
                  </a:lnTo>
                  <a:lnTo>
                    <a:pt x="76015" y="37217"/>
                  </a:lnTo>
                  <a:lnTo>
                    <a:pt x="77331" y="53014"/>
                  </a:lnTo>
                  <a:lnTo>
                    <a:pt x="79110" y="74375"/>
                  </a:lnTo>
                  <a:lnTo>
                    <a:pt x="99963" y="86129"/>
                  </a:lnTo>
                  <a:lnTo>
                    <a:pt x="121704" y="98384"/>
                  </a:lnTo>
                  <a:lnTo>
                    <a:pt x="122396" y="98700"/>
                  </a:lnTo>
                  <a:lnTo>
                    <a:pt x="120640" y="106222"/>
                  </a:lnTo>
                  <a:lnTo>
                    <a:pt x="119639" y="111132"/>
                  </a:lnTo>
                  <a:lnTo>
                    <a:pt x="116284" y="127596"/>
                  </a:lnTo>
                  <a:lnTo>
                    <a:pt x="114088" y="138372"/>
                  </a:lnTo>
                  <a:lnTo>
                    <a:pt x="112040" y="141177"/>
                  </a:lnTo>
                  <a:lnTo>
                    <a:pt x="107617" y="143438"/>
                  </a:lnTo>
                  <a:lnTo>
                    <a:pt x="102569" y="144898"/>
                  </a:lnTo>
                  <a:lnTo>
                    <a:pt x="87175" y="134659"/>
                  </a:lnTo>
                  <a:lnTo>
                    <a:pt x="75761" y="130204"/>
                  </a:lnTo>
                  <a:lnTo>
                    <a:pt x="67196" y="126860"/>
                  </a:lnTo>
                  <a:lnTo>
                    <a:pt x="58596" y="118446"/>
                  </a:lnTo>
                  <a:lnTo>
                    <a:pt x="50611" y="110408"/>
                  </a:lnTo>
                  <a:lnTo>
                    <a:pt x="43406" y="95805"/>
                  </a:lnTo>
                  <a:lnTo>
                    <a:pt x="36359" y="81523"/>
                  </a:lnTo>
                  <a:lnTo>
                    <a:pt x="25655" y="58955"/>
                  </a:lnTo>
                  <a:lnTo>
                    <a:pt x="12816" y="31888"/>
                  </a:lnTo>
                  <a:lnTo>
                    <a:pt x="9916" y="25774"/>
                  </a:lnTo>
                  <a:lnTo>
                    <a:pt x="0" y="5381"/>
                  </a:lnTo>
                  <a:lnTo>
                    <a:pt x="9862" y="0"/>
                  </a:lnTo>
                  <a:lnTo>
                    <a:pt x="38749" y="3967"/>
                  </a:lnTo>
                  <a:lnTo>
                    <a:pt x="73579" y="87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248"/>
            <p:cNvSpPr/>
            <p:nvPr/>
          </p:nvSpPr>
          <p:spPr>
            <a:xfrm>
              <a:off x="3120208" y="3377177"/>
              <a:ext cx="145613" cy="218287"/>
            </a:xfrm>
            <a:custGeom>
              <a:avLst/>
              <a:pathLst>
                <a:path w="145613" h="218287">
                  <a:moveTo>
                    <a:pt x="32952" y="43217"/>
                  </a:moveTo>
                  <a:lnTo>
                    <a:pt x="23584" y="53878"/>
                  </a:lnTo>
                  <a:lnTo>
                    <a:pt x="0" y="37047"/>
                  </a:lnTo>
                  <a:lnTo>
                    <a:pt x="4712" y="31345"/>
                  </a:lnTo>
                  <a:lnTo>
                    <a:pt x="8711" y="26507"/>
                  </a:lnTo>
                  <a:lnTo>
                    <a:pt x="13138" y="22159"/>
                  </a:lnTo>
                  <a:lnTo>
                    <a:pt x="18815" y="13764"/>
                  </a:lnTo>
                  <a:lnTo>
                    <a:pt x="23233" y="7230"/>
                  </a:lnTo>
                  <a:lnTo>
                    <a:pt x="28123" y="0"/>
                  </a:lnTo>
                  <a:lnTo>
                    <a:pt x="31987" y="2429"/>
                  </a:lnTo>
                  <a:lnTo>
                    <a:pt x="37677" y="6007"/>
                  </a:lnTo>
                  <a:lnTo>
                    <a:pt x="42887" y="9283"/>
                  </a:lnTo>
                  <a:lnTo>
                    <a:pt x="50622" y="14148"/>
                  </a:lnTo>
                  <a:lnTo>
                    <a:pt x="56154" y="17789"/>
                  </a:lnTo>
                  <a:lnTo>
                    <a:pt x="63602" y="22691"/>
                  </a:lnTo>
                  <a:lnTo>
                    <a:pt x="70470" y="27212"/>
                  </a:lnTo>
                  <a:lnTo>
                    <a:pt x="79778" y="33339"/>
                  </a:lnTo>
                  <a:lnTo>
                    <a:pt x="83942" y="36413"/>
                  </a:lnTo>
                  <a:lnTo>
                    <a:pt x="89504" y="40520"/>
                  </a:lnTo>
                  <a:lnTo>
                    <a:pt x="95485" y="44936"/>
                  </a:lnTo>
                  <a:lnTo>
                    <a:pt x="100107" y="48349"/>
                  </a:lnTo>
                  <a:lnTo>
                    <a:pt x="106309" y="53943"/>
                  </a:lnTo>
                  <a:lnTo>
                    <a:pt x="109778" y="57071"/>
                  </a:lnTo>
                  <a:lnTo>
                    <a:pt x="112360" y="60190"/>
                  </a:lnTo>
                  <a:lnTo>
                    <a:pt x="115572" y="64071"/>
                  </a:lnTo>
                  <a:lnTo>
                    <a:pt x="117996" y="66999"/>
                  </a:lnTo>
                  <a:lnTo>
                    <a:pt x="119165" y="68411"/>
                  </a:lnTo>
                  <a:lnTo>
                    <a:pt x="120130" y="70056"/>
                  </a:lnTo>
                  <a:lnTo>
                    <a:pt x="121691" y="72715"/>
                  </a:lnTo>
                  <a:lnTo>
                    <a:pt x="123425" y="75670"/>
                  </a:lnTo>
                  <a:lnTo>
                    <a:pt x="125137" y="78587"/>
                  </a:lnTo>
                  <a:lnTo>
                    <a:pt x="127046" y="82283"/>
                  </a:lnTo>
                  <a:lnTo>
                    <a:pt x="128584" y="85263"/>
                  </a:lnTo>
                  <a:lnTo>
                    <a:pt x="130542" y="89054"/>
                  </a:lnTo>
                  <a:lnTo>
                    <a:pt x="131940" y="94057"/>
                  </a:lnTo>
                  <a:lnTo>
                    <a:pt x="132923" y="97573"/>
                  </a:lnTo>
                  <a:lnTo>
                    <a:pt x="133974" y="101333"/>
                  </a:lnTo>
                  <a:lnTo>
                    <a:pt x="134467" y="103096"/>
                  </a:lnTo>
                  <a:lnTo>
                    <a:pt x="135272" y="105977"/>
                  </a:lnTo>
                  <a:lnTo>
                    <a:pt x="136514" y="110423"/>
                  </a:lnTo>
                  <a:lnTo>
                    <a:pt x="137146" y="112687"/>
                  </a:lnTo>
                  <a:lnTo>
                    <a:pt x="137570" y="115226"/>
                  </a:lnTo>
                  <a:lnTo>
                    <a:pt x="138219" y="119107"/>
                  </a:lnTo>
                  <a:lnTo>
                    <a:pt x="139116" y="124481"/>
                  </a:lnTo>
                  <a:lnTo>
                    <a:pt x="140036" y="129989"/>
                  </a:lnTo>
                  <a:lnTo>
                    <a:pt x="140651" y="133669"/>
                  </a:lnTo>
                  <a:lnTo>
                    <a:pt x="140723" y="135478"/>
                  </a:lnTo>
                  <a:lnTo>
                    <a:pt x="141037" y="143348"/>
                  </a:lnTo>
                  <a:lnTo>
                    <a:pt x="141263" y="149039"/>
                  </a:lnTo>
                  <a:lnTo>
                    <a:pt x="141451" y="153733"/>
                  </a:lnTo>
                  <a:lnTo>
                    <a:pt x="141624" y="158073"/>
                  </a:lnTo>
                  <a:lnTo>
                    <a:pt x="141734" y="160847"/>
                  </a:lnTo>
                  <a:lnTo>
                    <a:pt x="141596" y="164266"/>
                  </a:lnTo>
                  <a:lnTo>
                    <a:pt x="141379" y="169657"/>
                  </a:lnTo>
                  <a:lnTo>
                    <a:pt x="141206" y="173958"/>
                  </a:lnTo>
                  <a:lnTo>
                    <a:pt x="141250" y="176831"/>
                  </a:lnTo>
                  <a:lnTo>
                    <a:pt x="141301" y="180105"/>
                  </a:lnTo>
                  <a:lnTo>
                    <a:pt x="141534" y="182161"/>
                  </a:lnTo>
                  <a:lnTo>
                    <a:pt x="142251" y="188516"/>
                  </a:lnTo>
                  <a:lnTo>
                    <a:pt x="142880" y="194084"/>
                  </a:lnTo>
                  <a:lnTo>
                    <a:pt x="143579" y="200275"/>
                  </a:lnTo>
                  <a:lnTo>
                    <a:pt x="144411" y="207641"/>
                  </a:lnTo>
                  <a:lnTo>
                    <a:pt x="145613" y="218287"/>
                  </a:lnTo>
                  <a:lnTo>
                    <a:pt x="126013" y="217998"/>
                  </a:lnTo>
                  <a:lnTo>
                    <a:pt x="111582" y="217785"/>
                  </a:lnTo>
                  <a:lnTo>
                    <a:pt x="111950" y="191537"/>
                  </a:lnTo>
                  <a:lnTo>
                    <a:pt x="106913" y="151349"/>
                  </a:lnTo>
                  <a:lnTo>
                    <a:pt x="95610" y="121584"/>
                  </a:lnTo>
                  <a:lnTo>
                    <a:pt x="93710" y="116699"/>
                  </a:lnTo>
                  <a:lnTo>
                    <a:pt x="82889" y="88867"/>
                  </a:lnTo>
                  <a:lnTo>
                    <a:pt x="76169" y="75770"/>
                  </a:lnTo>
                  <a:lnTo>
                    <a:pt x="69910" y="6890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249"/>
            <p:cNvSpPr/>
            <p:nvPr/>
          </p:nvSpPr>
          <p:spPr>
            <a:xfrm>
              <a:off x="2857130" y="3290665"/>
              <a:ext cx="35635" cy="53052"/>
            </a:xfrm>
            <a:custGeom>
              <a:avLst/>
              <a:pathLst>
                <a:path w="35635" h="53052">
                  <a:moveTo>
                    <a:pt x="1336" y="23186"/>
                  </a:moveTo>
                  <a:lnTo>
                    <a:pt x="2463" y="0"/>
                  </a:lnTo>
                  <a:lnTo>
                    <a:pt x="22039" y="1483"/>
                  </a:lnTo>
                  <a:lnTo>
                    <a:pt x="35635" y="2513"/>
                  </a:lnTo>
                  <a:lnTo>
                    <a:pt x="34423" y="23704"/>
                  </a:lnTo>
                  <a:lnTo>
                    <a:pt x="32746" y="53052"/>
                  </a:lnTo>
                  <a:lnTo>
                    <a:pt x="17811" y="51967"/>
                  </a:lnTo>
                  <a:lnTo>
                    <a:pt x="0" y="5067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250"/>
            <p:cNvSpPr/>
            <p:nvPr/>
          </p:nvSpPr>
          <p:spPr>
            <a:xfrm>
              <a:off x="2849467" y="3353760"/>
              <a:ext cx="38961" cy="49868"/>
            </a:xfrm>
            <a:custGeom>
              <a:avLst/>
              <a:pathLst>
                <a:path w="38961" h="49868">
                  <a:moveTo>
                    <a:pt x="1421" y="23896"/>
                  </a:moveTo>
                  <a:lnTo>
                    <a:pt x="2872" y="0"/>
                  </a:lnTo>
                  <a:lnTo>
                    <a:pt x="20961" y="1638"/>
                  </a:lnTo>
                  <a:lnTo>
                    <a:pt x="38961" y="3269"/>
                  </a:lnTo>
                  <a:lnTo>
                    <a:pt x="37833" y="24229"/>
                  </a:lnTo>
                  <a:lnTo>
                    <a:pt x="36453" y="49868"/>
                  </a:lnTo>
                  <a:lnTo>
                    <a:pt x="19150" y="48654"/>
                  </a:lnTo>
                  <a:lnTo>
                    <a:pt x="0" y="4731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251"/>
            <p:cNvSpPr/>
            <p:nvPr/>
          </p:nvSpPr>
          <p:spPr>
            <a:xfrm>
              <a:off x="2401315" y="3199371"/>
              <a:ext cx="208418" cy="105300"/>
            </a:xfrm>
            <a:custGeom>
              <a:avLst/>
              <a:pathLst>
                <a:path w="208418" h="105300">
                  <a:moveTo>
                    <a:pt x="2230" y="38919"/>
                  </a:moveTo>
                  <a:lnTo>
                    <a:pt x="5318" y="38293"/>
                  </a:lnTo>
                  <a:lnTo>
                    <a:pt x="8217" y="37704"/>
                  </a:lnTo>
                  <a:lnTo>
                    <a:pt x="12188" y="36899"/>
                  </a:lnTo>
                  <a:lnTo>
                    <a:pt x="15307" y="36266"/>
                  </a:lnTo>
                  <a:lnTo>
                    <a:pt x="18080" y="35704"/>
                  </a:lnTo>
                  <a:lnTo>
                    <a:pt x="21546" y="35001"/>
                  </a:lnTo>
                  <a:lnTo>
                    <a:pt x="25801" y="34138"/>
                  </a:lnTo>
                  <a:lnTo>
                    <a:pt x="29677" y="33352"/>
                  </a:lnTo>
                  <a:lnTo>
                    <a:pt x="33143" y="32649"/>
                  </a:lnTo>
                  <a:lnTo>
                    <a:pt x="36924" y="31882"/>
                  </a:lnTo>
                  <a:lnTo>
                    <a:pt x="41462" y="30961"/>
                  </a:lnTo>
                  <a:lnTo>
                    <a:pt x="45810" y="30079"/>
                  </a:lnTo>
                  <a:lnTo>
                    <a:pt x="48930" y="29446"/>
                  </a:lnTo>
                  <a:lnTo>
                    <a:pt x="52744" y="28673"/>
                  </a:lnTo>
                  <a:lnTo>
                    <a:pt x="56714" y="27868"/>
                  </a:lnTo>
                  <a:lnTo>
                    <a:pt x="60748" y="27049"/>
                  </a:lnTo>
                  <a:lnTo>
                    <a:pt x="63741" y="26442"/>
                  </a:lnTo>
                  <a:lnTo>
                    <a:pt x="67334" y="25713"/>
                  </a:lnTo>
                  <a:lnTo>
                    <a:pt x="70453" y="25081"/>
                  </a:lnTo>
                  <a:lnTo>
                    <a:pt x="74581" y="24243"/>
                  </a:lnTo>
                  <a:lnTo>
                    <a:pt x="79150" y="23317"/>
                  </a:lnTo>
                  <a:lnTo>
                    <a:pt x="83380" y="22459"/>
                  </a:lnTo>
                  <a:lnTo>
                    <a:pt x="87910" y="21542"/>
                  </a:lnTo>
                  <a:lnTo>
                    <a:pt x="93048" y="20503"/>
                  </a:lnTo>
                  <a:lnTo>
                    <a:pt x="97303" y="19643"/>
                  </a:lnTo>
                  <a:lnTo>
                    <a:pt x="102219" y="18648"/>
                  </a:lnTo>
                  <a:lnTo>
                    <a:pt x="105024" y="18081"/>
                  </a:lnTo>
                  <a:lnTo>
                    <a:pt x="108679" y="17342"/>
                  </a:lnTo>
                  <a:lnTo>
                    <a:pt x="112587" y="16551"/>
                  </a:lnTo>
                  <a:lnTo>
                    <a:pt x="117473" y="15563"/>
                  </a:lnTo>
                  <a:lnTo>
                    <a:pt x="121727" y="14703"/>
                  </a:lnTo>
                  <a:lnTo>
                    <a:pt x="126171" y="13804"/>
                  </a:lnTo>
                  <a:lnTo>
                    <a:pt x="129795" y="13071"/>
                  </a:lnTo>
                  <a:lnTo>
                    <a:pt x="133450" y="12332"/>
                  </a:lnTo>
                  <a:lnTo>
                    <a:pt x="137263" y="11561"/>
                  </a:lnTo>
                  <a:lnTo>
                    <a:pt x="141233" y="10758"/>
                  </a:lnTo>
                  <a:lnTo>
                    <a:pt x="149209" y="9145"/>
                  </a:lnTo>
                  <a:lnTo>
                    <a:pt x="153399" y="8297"/>
                  </a:lnTo>
                  <a:lnTo>
                    <a:pt x="158882" y="7188"/>
                  </a:lnTo>
                  <a:lnTo>
                    <a:pt x="163137" y="6327"/>
                  </a:lnTo>
                  <a:lnTo>
                    <a:pt x="168653" y="5212"/>
                  </a:lnTo>
                  <a:lnTo>
                    <a:pt x="172561" y="4421"/>
                  </a:lnTo>
                  <a:lnTo>
                    <a:pt x="176280" y="3669"/>
                  </a:lnTo>
                  <a:lnTo>
                    <a:pt x="179937" y="2930"/>
                  </a:lnTo>
                  <a:lnTo>
                    <a:pt x="182804" y="2350"/>
                  </a:lnTo>
                  <a:lnTo>
                    <a:pt x="186428" y="1617"/>
                  </a:lnTo>
                  <a:lnTo>
                    <a:pt x="189359" y="1024"/>
                  </a:lnTo>
                  <a:lnTo>
                    <a:pt x="194424" y="0"/>
                  </a:lnTo>
                  <a:lnTo>
                    <a:pt x="196056" y="5126"/>
                  </a:lnTo>
                  <a:lnTo>
                    <a:pt x="197977" y="11157"/>
                  </a:lnTo>
                  <a:lnTo>
                    <a:pt x="200612" y="25793"/>
                  </a:lnTo>
                  <a:lnTo>
                    <a:pt x="203437" y="41482"/>
                  </a:lnTo>
                  <a:lnTo>
                    <a:pt x="208418" y="69144"/>
                  </a:lnTo>
                  <a:lnTo>
                    <a:pt x="197925" y="71090"/>
                  </a:lnTo>
                  <a:lnTo>
                    <a:pt x="185736" y="73351"/>
                  </a:lnTo>
                  <a:lnTo>
                    <a:pt x="176786" y="75011"/>
                  </a:lnTo>
                  <a:lnTo>
                    <a:pt x="170418" y="76192"/>
                  </a:lnTo>
                  <a:lnTo>
                    <a:pt x="164511" y="77288"/>
                  </a:lnTo>
                  <a:lnTo>
                    <a:pt x="159112" y="78289"/>
                  </a:lnTo>
                  <a:lnTo>
                    <a:pt x="154034" y="79231"/>
                  </a:lnTo>
                  <a:lnTo>
                    <a:pt x="149161" y="80135"/>
                  </a:lnTo>
                  <a:lnTo>
                    <a:pt x="142242" y="81418"/>
                  </a:lnTo>
                  <a:lnTo>
                    <a:pt x="138035" y="82198"/>
                  </a:lnTo>
                  <a:lnTo>
                    <a:pt x="134053" y="82937"/>
                  </a:lnTo>
                  <a:lnTo>
                    <a:pt x="131040" y="83496"/>
                  </a:lnTo>
                  <a:lnTo>
                    <a:pt x="126773" y="84288"/>
                  </a:lnTo>
                  <a:lnTo>
                    <a:pt x="121496" y="85266"/>
                  </a:lnTo>
                  <a:lnTo>
                    <a:pt x="117517" y="86004"/>
                  </a:lnTo>
                  <a:lnTo>
                    <a:pt x="113409" y="86766"/>
                  </a:lnTo>
                  <a:lnTo>
                    <a:pt x="109891" y="87419"/>
                  </a:lnTo>
                  <a:lnTo>
                    <a:pt x="106128" y="88117"/>
                  </a:lnTo>
                  <a:lnTo>
                    <a:pt x="103302" y="88641"/>
                  </a:lnTo>
                  <a:lnTo>
                    <a:pt x="100650" y="89133"/>
                  </a:lnTo>
                  <a:lnTo>
                    <a:pt x="97997" y="89625"/>
                  </a:lnTo>
                  <a:lnTo>
                    <a:pt x="92188" y="90702"/>
                  </a:lnTo>
                  <a:lnTo>
                    <a:pt x="88829" y="91326"/>
                  </a:lnTo>
                  <a:lnTo>
                    <a:pt x="84821" y="92069"/>
                  </a:lnTo>
                  <a:lnTo>
                    <a:pt x="80957" y="92786"/>
                  </a:lnTo>
                  <a:lnTo>
                    <a:pt x="75840" y="93735"/>
                  </a:lnTo>
                  <a:lnTo>
                    <a:pt x="71125" y="94609"/>
                  </a:lnTo>
                  <a:lnTo>
                    <a:pt x="67334" y="95312"/>
                  </a:lnTo>
                  <a:lnTo>
                    <a:pt x="61740" y="96350"/>
                  </a:lnTo>
                  <a:lnTo>
                    <a:pt x="56839" y="97259"/>
                  </a:lnTo>
                  <a:lnTo>
                    <a:pt x="51346" y="98278"/>
                  </a:lnTo>
                  <a:lnTo>
                    <a:pt x="45709" y="99323"/>
                  </a:lnTo>
                  <a:lnTo>
                    <a:pt x="43244" y="99781"/>
                  </a:lnTo>
                  <a:lnTo>
                    <a:pt x="38761" y="100612"/>
                  </a:lnTo>
                  <a:lnTo>
                    <a:pt x="35027" y="101305"/>
                  </a:lnTo>
                  <a:lnTo>
                    <a:pt x="30284" y="102185"/>
                  </a:lnTo>
                  <a:lnTo>
                    <a:pt x="23869" y="103374"/>
                  </a:lnTo>
                  <a:lnTo>
                    <a:pt x="13485" y="105300"/>
                  </a:lnTo>
                  <a:lnTo>
                    <a:pt x="11386" y="95038"/>
                  </a:lnTo>
                  <a:lnTo>
                    <a:pt x="9439" y="85517"/>
                  </a:lnTo>
                  <a:lnTo>
                    <a:pt x="8178" y="79353"/>
                  </a:lnTo>
                  <a:lnTo>
                    <a:pt x="7225" y="74694"/>
                  </a:lnTo>
                  <a:lnTo>
                    <a:pt x="5969" y="68556"/>
                  </a:lnTo>
                  <a:lnTo>
                    <a:pt x="4904" y="63348"/>
                  </a:lnTo>
                  <a:lnTo>
                    <a:pt x="3352" y="55759"/>
                  </a:lnTo>
                  <a:lnTo>
                    <a:pt x="2129" y="49782"/>
                  </a:lnTo>
                  <a:lnTo>
                    <a:pt x="0" y="3937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252"/>
            <p:cNvSpPr/>
            <p:nvPr/>
          </p:nvSpPr>
          <p:spPr>
            <a:xfrm>
              <a:off x="2605547" y="3199143"/>
              <a:ext cx="114458" cy="70549"/>
            </a:xfrm>
            <a:custGeom>
              <a:avLst/>
              <a:pathLst>
                <a:path w="114458" h="70549">
                  <a:moveTo>
                    <a:pt x="17422" y="494"/>
                  </a:moveTo>
                  <a:lnTo>
                    <a:pt x="20056" y="369"/>
                  </a:lnTo>
                  <a:lnTo>
                    <a:pt x="22497" y="308"/>
                  </a:lnTo>
                  <a:lnTo>
                    <a:pt x="28219" y="165"/>
                  </a:lnTo>
                  <a:lnTo>
                    <a:pt x="34863" y="0"/>
                  </a:lnTo>
                  <a:lnTo>
                    <a:pt x="40211" y="601"/>
                  </a:lnTo>
                  <a:lnTo>
                    <a:pt x="45102" y="1151"/>
                  </a:lnTo>
                  <a:lnTo>
                    <a:pt x="51866" y="2825"/>
                  </a:lnTo>
                  <a:lnTo>
                    <a:pt x="58206" y="4395"/>
                  </a:lnTo>
                  <a:lnTo>
                    <a:pt x="64614" y="6978"/>
                  </a:lnTo>
                  <a:lnTo>
                    <a:pt x="68854" y="8686"/>
                  </a:lnTo>
                  <a:lnTo>
                    <a:pt x="70417" y="9538"/>
                  </a:lnTo>
                  <a:lnTo>
                    <a:pt x="74878" y="11968"/>
                  </a:lnTo>
                  <a:lnTo>
                    <a:pt x="78980" y="14204"/>
                  </a:lnTo>
                  <a:lnTo>
                    <a:pt x="82615" y="16185"/>
                  </a:lnTo>
                  <a:lnTo>
                    <a:pt x="87092" y="18625"/>
                  </a:lnTo>
                  <a:lnTo>
                    <a:pt x="90617" y="20545"/>
                  </a:lnTo>
                  <a:lnTo>
                    <a:pt x="94422" y="22619"/>
                  </a:lnTo>
                  <a:lnTo>
                    <a:pt x="97921" y="24526"/>
                  </a:lnTo>
                  <a:lnTo>
                    <a:pt x="101930" y="26710"/>
                  </a:lnTo>
                  <a:lnTo>
                    <a:pt x="104876" y="28315"/>
                  </a:lnTo>
                  <a:lnTo>
                    <a:pt x="109452" y="30809"/>
                  </a:lnTo>
                  <a:lnTo>
                    <a:pt x="110981" y="31642"/>
                  </a:lnTo>
                  <a:lnTo>
                    <a:pt x="112105" y="32779"/>
                  </a:lnTo>
                  <a:lnTo>
                    <a:pt x="112689" y="33794"/>
                  </a:lnTo>
                  <a:lnTo>
                    <a:pt x="114458" y="36863"/>
                  </a:lnTo>
                  <a:lnTo>
                    <a:pt x="104709" y="51952"/>
                  </a:lnTo>
                  <a:lnTo>
                    <a:pt x="92692" y="70549"/>
                  </a:lnTo>
                  <a:lnTo>
                    <a:pt x="89717" y="68314"/>
                  </a:lnTo>
                  <a:lnTo>
                    <a:pt x="86333" y="65771"/>
                  </a:lnTo>
                  <a:lnTo>
                    <a:pt x="83330" y="63515"/>
                  </a:lnTo>
                  <a:lnTo>
                    <a:pt x="80443" y="61346"/>
                  </a:lnTo>
                  <a:lnTo>
                    <a:pt x="76895" y="58680"/>
                  </a:lnTo>
                  <a:lnTo>
                    <a:pt x="73165" y="55877"/>
                  </a:lnTo>
                  <a:lnTo>
                    <a:pt x="69369" y="53026"/>
                  </a:lnTo>
                  <a:lnTo>
                    <a:pt x="66950" y="51208"/>
                  </a:lnTo>
                  <a:lnTo>
                    <a:pt x="65572" y="50515"/>
                  </a:lnTo>
                  <a:lnTo>
                    <a:pt x="61486" y="48458"/>
                  </a:lnTo>
                  <a:lnTo>
                    <a:pt x="60273" y="47847"/>
                  </a:lnTo>
                  <a:lnTo>
                    <a:pt x="56882" y="46140"/>
                  </a:lnTo>
                  <a:lnTo>
                    <a:pt x="54470" y="45413"/>
                  </a:lnTo>
                  <a:lnTo>
                    <a:pt x="49250" y="43838"/>
                  </a:lnTo>
                  <a:lnTo>
                    <a:pt x="42911" y="41927"/>
                  </a:lnTo>
                  <a:lnTo>
                    <a:pt x="36450" y="39979"/>
                  </a:lnTo>
                  <a:lnTo>
                    <a:pt x="30635" y="39392"/>
                  </a:lnTo>
                  <a:lnTo>
                    <a:pt x="29002" y="39431"/>
                  </a:lnTo>
                  <a:lnTo>
                    <a:pt x="21632" y="39607"/>
                  </a:lnTo>
                  <a:lnTo>
                    <a:pt x="16413" y="39732"/>
                  </a:lnTo>
                  <a:lnTo>
                    <a:pt x="11499" y="39849"/>
                  </a:lnTo>
                  <a:lnTo>
                    <a:pt x="6851" y="39960"/>
                  </a:lnTo>
                  <a:lnTo>
                    <a:pt x="3081" y="19340"/>
                  </a:lnTo>
                  <a:lnTo>
                    <a:pt x="0" y="2487"/>
                  </a:lnTo>
                  <a:lnTo>
                    <a:pt x="4144" y="1828"/>
                  </a:lnTo>
                  <a:lnTo>
                    <a:pt x="7995" y="1215"/>
                  </a:lnTo>
                  <a:lnTo>
                    <a:pt x="11256" y="7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253"/>
            <p:cNvSpPr/>
            <p:nvPr/>
          </p:nvSpPr>
          <p:spPr>
            <a:xfrm>
              <a:off x="2614592" y="3244201"/>
              <a:ext cx="79202" cy="79555"/>
            </a:xfrm>
            <a:custGeom>
              <a:avLst/>
              <a:pathLst>
                <a:path w="79202" h="79555">
                  <a:moveTo>
                    <a:pt x="38240" y="4440"/>
                  </a:moveTo>
                  <a:lnTo>
                    <a:pt x="41990" y="5453"/>
                  </a:lnTo>
                  <a:lnTo>
                    <a:pt x="46920" y="7553"/>
                  </a:lnTo>
                  <a:lnTo>
                    <a:pt x="58561" y="14919"/>
                  </a:lnTo>
                  <a:lnTo>
                    <a:pt x="79202" y="29655"/>
                  </a:lnTo>
                  <a:lnTo>
                    <a:pt x="61810" y="52891"/>
                  </a:lnTo>
                  <a:lnTo>
                    <a:pt x="41852" y="79555"/>
                  </a:lnTo>
                  <a:lnTo>
                    <a:pt x="30799" y="72761"/>
                  </a:lnTo>
                  <a:lnTo>
                    <a:pt x="23746" y="68425"/>
                  </a:lnTo>
                  <a:lnTo>
                    <a:pt x="3379" y="55905"/>
                  </a:lnTo>
                  <a:lnTo>
                    <a:pt x="4113" y="28453"/>
                  </a:lnTo>
                  <a:lnTo>
                    <a:pt x="0" y="708"/>
                  </a:lnTo>
                  <a:lnTo>
                    <a:pt x="10446" y="0"/>
                  </a:lnTo>
                  <a:lnTo>
                    <a:pt x="27437" y="1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254"/>
            <p:cNvSpPr/>
            <p:nvPr/>
          </p:nvSpPr>
          <p:spPr>
            <a:xfrm>
              <a:off x="2700550" y="3237448"/>
              <a:ext cx="152959" cy="103385"/>
            </a:xfrm>
            <a:custGeom>
              <a:avLst/>
              <a:pathLst>
                <a:path w="152959" h="103385">
                  <a:moveTo>
                    <a:pt x="116846" y="100109"/>
                  </a:moveTo>
                  <a:lnTo>
                    <a:pt x="112067" y="99070"/>
                  </a:lnTo>
                  <a:lnTo>
                    <a:pt x="107736" y="98128"/>
                  </a:lnTo>
                  <a:lnTo>
                    <a:pt x="104583" y="97442"/>
                  </a:lnTo>
                  <a:lnTo>
                    <a:pt x="102731" y="96844"/>
                  </a:lnTo>
                  <a:lnTo>
                    <a:pt x="99180" y="95696"/>
                  </a:lnTo>
                  <a:lnTo>
                    <a:pt x="94829" y="94290"/>
                  </a:lnTo>
                  <a:lnTo>
                    <a:pt x="90534" y="92901"/>
                  </a:lnTo>
                  <a:lnTo>
                    <a:pt x="86826" y="91702"/>
                  </a:lnTo>
                  <a:lnTo>
                    <a:pt x="82381" y="90266"/>
                  </a:lnTo>
                  <a:lnTo>
                    <a:pt x="77867" y="88806"/>
                  </a:lnTo>
                  <a:lnTo>
                    <a:pt x="72794" y="87167"/>
                  </a:lnTo>
                  <a:lnTo>
                    <a:pt x="69892" y="86228"/>
                  </a:lnTo>
                  <a:lnTo>
                    <a:pt x="67586" y="85165"/>
                  </a:lnTo>
                  <a:lnTo>
                    <a:pt x="63780" y="83411"/>
                  </a:lnTo>
                  <a:lnTo>
                    <a:pt x="57441" y="80489"/>
                  </a:lnTo>
                  <a:lnTo>
                    <a:pt x="51756" y="77868"/>
                  </a:lnTo>
                  <a:lnTo>
                    <a:pt x="47071" y="75708"/>
                  </a:lnTo>
                  <a:lnTo>
                    <a:pt x="41202" y="73003"/>
                  </a:lnTo>
                  <a:lnTo>
                    <a:pt x="37201" y="70470"/>
                  </a:lnTo>
                  <a:lnTo>
                    <a:pt x="35537" y="69417"/>
                  </a:lnTo>
                  <a:lnTo>
                    <a:pt x="32929" y="67483"/>
                  </a:lnTo>
                  <a:lnTo>
                    <a:pt x="29136" y="64672"/>
                  </a:lnTo>
                  <a:lnTo>
                    <a:pt x="24817" y="61471"/>
                  </a:lnTo>
                  <a:lnTo>
                    <a:pt x="20254" y="58089"/>
                  </a:lnTo>
                  <a:lnTo>
                    <a:pt x="18345" y="56674"/>
                  </a:lnTo>
                  <a:lnTo>
                    <a:pt x="15787" y="54778"/>
                  </a:lnTo>
                  <a:lnTo>
                    <a:pt x="10142" y="50594"/>
                  </a:lnTo>
                  <a:lnTo>
                    <a:pt x="4761" y="46605"/>
                  </a:lnTo>
                  <a:lnTo>
                    <a:pt x="0" y="43076"/>
                  </a:lnTo>
                  <a:lnTo>
                    <a:pt x="5638" y="33617"/>
                  </a:lnTo>
                  <a:lnTo>
                    <a:pt x="12919" y="21403"/>
                  </a:lnTo>
                  <a:lnTo>
                    <a:pt x="25677" y="0"/>
                  </a:lnTo>
                  <a:lnTo>
                    <a:pt x="28994" y="1980"/>
                  </a:lnTo>
                  <a:lnTo>
                    <a:pt x="32401" y="4014"/>
                  </a:lnTo>
                  <a:lnTo>
                    <a:pt x="36326" y="6357"/>
                  </a:lnTo>
                  <a:lnTo>
                    <a:pt x="40587" y="8901"/>
                  </a:lnTo>
                  <a:lnTo>
                    <a:pt x="44299" y="11117"/>
                  </a:lnTo>
                  <a:lnTo>
                    <a:pt x="47460" y="13004"/>
                  </a:lnTo>
                  <a:lnTo>
                    <a:pt x="51172" y="15220"/>
                  </a:lnTo>
                  <a:lnTo>
                    <a:pt x="54379" y="17135"/>
                  </a:lnTo>
                  <a:lnTo>
                    <a:pt x="57617" y="19068"/>
                  </a:lnTo>
                  <a:lnTo>
                    <a:pt x="61771" y="21548"/>
                  </a:lnTo>
                  <a:lnTo>
                    <a:pt x="65987" y="24064"/>
                  </a:lnTo>
                  <a:lnTo>
                    <a:pt x="70275" y="26624"/>
                  </a:lnTo>
                  <a:lnTo>
                    <a:pt x="74920" y="28897"/>
                  </a:lnTo>
                  <a:lnTo>
                    <a:pt x="79467" y="31122"/>
                  </a:lnTo>
                  <a:lnTo>
                    <a:pt x="82936" y="32819"/>
                  </a:lnTo>
                  <a:lnTo>
                    <a:pt x="87891" y="35243"/>
                  </a:lnTo>
                  <a:lnTo>
                    <a:pt x="91959" y="37233"/>
                  </a:lnTo>
                  <a:lnTo>
                    <a:pt x="98202" y="40287"/>
                  </a:lnTo>
                  <a:lnTo>
                    <a:pt x="101849" y="42072"/>
                  </a:lnTo>
                  <a:lnTo>
                    <a:pt x="105342" y="42948"/>
                  </a:lnTo>
                  <a:lnTo>
                    <a:pt x="111937" y="44602"/>
                  </a:lnTo>
                  <a:lnTo>
                    <a:pt x="118885" y="46345"/>
                  </a:lnTo>
                  <a:lnTo>
                    <a:pt x="125655" y="48042"/>
                  </a:lnTo>
                  <a:lnTo>
                    <a:pt x="128387" y="48728"/>
                  </a:lnTo>
                  <a:lnTo>
                    <a:pt x="132593" y="49072"/>
                  </a:lnTo>
                  <a:lnTo>
                    <a:pt x="138619" y="49565"/>
                  </a:lnTo>
                  <a:lnTo>
                    <a:pt x="143766" y="49986"/>
                  </a:lnTo>
                  <a:lnTo>
                    <a:pt x="148405" y="50365"/>
                  </a:lnTo>
                  <a:lnTo>
                    <a:pt x="152959" y="50737"/>
                  </a:lnTo>
                  <a:lnTo>
                    <a:pt x="152846" y="53971"/>
                  </a:lnTo>
                  <a:lnTo>
                    <a:pt x="152726" y="57438"/>
                  </a:lnTo>
                  <a:lnTo>
                    <a:pt x="152463" y="64982"/>
                  </a:lnTo>
                  <a:lnTo>
                    <a:pt x="152052" y="76808"/>
                  </a:lnTo>
                  <a:lnTo>
                    <a:pt x="151608" y="89575"/>
                  </a:lnTo>
                  <a:lnTo>
                    <a:pt x="151128" y="103385"/>
                  </a:lnTo>
                  <a:lnTo>
                    <a:pt x="137577" y="102342"/>
                  </a:lnTo>
                  <a:lnTo>
                    <a:pt x="131790" y="101896"/>
                  </a:lnTo>
                  <a:lnTo>
                    <a:pt x="127706" y="101581"/>
                  </a:lnTo>
                  <a:lnTo>
                    <a:pt x="121375" y="10109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255"/>
            <p:cNvSpPr/>
            <p:nvPr/>
          </p:nvSpPr>
          <p:spPr>
            <a:xfrm>
              <a:off x="2665518" y="3290682"/>
              <a:ext cx="182718" cy="110009"/>
            </a:xfrm>
            <a:custGeom>
              <a:avLst/>
              <a:pathLst>
                <a:path w="182718" h="110009">
                  <a:moveTo>
                    <a:pt x="100259" y="43318"/>
                  </a:moveTo>
                  <a:lnTo>
                    <a:pt x="101913" y="43871"/>
                  </a:lnTo>
                  <a:lnTo>
                    <a:pt x="106589" y="45434"/>
                  </a:lnTo>
                  <a:lnTo>
                    <a:pt x="112352" y="47360"/>
                  </a:lnTo>
                  <a:lnTo>
                    <a:pt x="117241" y="48994"/>
                  </a:lnTo>
                  <a:lnTo>
                    <a:pt x="124587" y="50346"/>
                  </a:lnTo>
                  <a:lnTo>
                    <a:pt x="130975" y="51522"/>
                  </a:lnTo>
                  <a:lnTo>
                    <a:pt x="136382" y="52517"/>
                  </a:lnTo>
                  <a:lnTo>
                    <a:pt x="141818" y="53517"/>
                  </a:lnTo>
                  <a:lnTo>
                    <a:pt x="147543" y="54571"/>
                  </a:lnTo>
                  <a:lnTo>
                    <a:pt x="153239" y="55619"/>
                  </a:lnTo>
                  <a:lnTo>
                    <a:pt x="157666" y="56434"/>
                  </a:lnTo>
                  <a:lnTo>
                    <a:pt x="162699" y="57360"/>
                  </a:lnTo>
                  <a:lnTo>
                    <a:pt x="166621" y="58082"/>
                  </a:lnTo>
                  <a:lnTo>
                    <a:pt x="170169" y="58735"/>
                  </a:lnTo>
                  <a:lnTo>
                    <a:pt x="174653" y="59561"/>
                  </a:lnTo>
                  <a:lnTo>
                    <a:pt x="177296" y="60047"/>
                  </a:lnTo>
                  <a:lnTo>
                    <a:pt x="179081" y="60370"/>
                  </a:lnTo>
                  <a:lnTo>
                    <a:pt x="181052" y="60728"/>
                  </a:lnTo>
                  <a:lnTo>
                    <a:pt x="182718" y="61029"/>
                  </a:lnTo>
                  <a:lnTo>
                    <a:pt x="182137" y="69307"/>
                  </a:lnTo>
                  <a:lnTo>
                    <a:pt x="181486" y="78577"/>
                  </a:lnTo>
                  <a:lnTo>
                    <a:pt x="180535" y="92107"/>
                  </a:lnTo>
                  <a:lnTo>
                    <a:pt x="179278" y="110009"/>
                  </a:lnTo>
                  <a:lnTo>
                    <a:pt x="175632" y="109626"/>
                  </a:lnTo>
                  <a:lnTo>
                    <a:pt x="169064" y="108937"/>
                  </a:lnTo>
                  <a:lnTo>
                    <a:pt x="164135" y="108419"/>
                  </a:lnTo>
                  <a:lnTo>
                    <a:pt x="159546" y="107938"/>
                  </a:lnTo>
                  <a:lnTo>
                    <a:pt x="154683" y="107427"/>
                  </a:lnTo>
                  <a:lnTo>
                    <a:pt x="150676" y="107006"/>
                  </a:lnTo>
                  <a:lnTo>
                    <a:pt x="143834" y="106288"/>
                  </a:lnTo>
                  <a:lnTo>
                    <a:pt x="137753" y="105650"/>
                  </a:lnTo>
                  <a:lnTo>
                    <a:pt x="132013" y="105047"/>
                  </a:lnTo>
                  <a:lnTo>
                    <a:pt x="129029" y="104734"/>
                  </a:lnTo>
                  <a:lnTo>
                    <a:pt x="125694" y="103844"/>
                  </a:lnTo>
                  <a:lnTo>
                    <a:pt x="118546" y="101937"/>
                  </a:lnTo>
                  <a:lnTo>
                    <a:pt x="113512" y="100593"/>
                  </a:lnTo>
                  <a:lnTo>
                    <a:pt x="105823" y="98541"/>
                  </a:lnTo>
                  <a:lnTo>
                    <a:pt x="101263" y="97324"/>
                  </a:lnTo>
                  <a:lnTo>
                    <a:pt x="99581" y="96629"/>
                  </a:lnTo>
                  <a:lnTo>
                    <a:pt x="95721" y="95031"/>
                  </a:lnTo>
                  <a:lnTo>
                    <a:pt x="92025" y="93502"/>
                  </a:lnTo>
                  <a:lnTo>
                    <a:pt x="88248" y="91939"/>
                  </a:lnTo>
                  <a:lnTo>
                    <a:pt x="83144" y="89828"/>
                  </a:lnTo>
                  <a:lnTo>
                    <a:pt x="79253" y="88218"/>
                  </a:lnTo>
                  <a:lnTo>
                    <a:pt x="74544" y="86269"/>
                  </a:lnTo>
                  <a:lnTo>
                    <a:pt x="67272" y="83261"/>
                  </a:lnTo>
                  <a:lnTo>
                    <a:pt x="65142" y="82379"/>
                  </a:lnTo>
                  <a:lnTo>
                    <a:pt x="61577" y="80109"/>
                  </a:lnTo>
                  <a:lnTo>
                    <a:pt x="57833" y="77726"/>
                  </a:lnTo>
                  <a:lnTo>
                    <a:pt x="53102" y="74715"/>
                  </a:lnTo>
                  <a:lnTo>
                    <a:pt x="49315" y="72304"/>
                  </a:lnTo>
                  <a:lnTo>
                    <a:pt x="47591" y="71206"/>
                  </a:lnTo>
                  <a:lnTo>
                    <a:pt x="44194" y="69044"/>
                  </a:lnTo>
                  <a:lnTo>
                    <a:pt x="42326" y="67857"/>
                  </a:lnTo>
                  <a:lnTo>
                    <a:pt x="39201" y="65868"/>
                  </a:lnTo>
                  <a:lnTo>
                    <a:pt x="35192" y="63317"/>
                  </a:lnTo>
                  <a:lnTo>
                    <a:pt x="30518" y="60344"/>
                  </a:lnTo>
                  <a:lnTo>
                    <a:pt x="24680" y="56629"/>
                  </a:lnTo>
                  <a:lnTo>
                    <a:pt x="20258" y="53816"/>
                  </a:lnTo>
                  <a:lnTo>
                    <a:pt x="15687" y="50908"/>
                  </a:lnTo>
                  <a:lnTo>
                    <a:pt x="9909" y="47232"/>
                  </a:lnTo>
                  <a:lnTo>
                    <a:pt x="3630" y="43237"/>
                  </a:lnTo>
                  <a:lnTo>
                    <a:pt x="0" y="40927"/>
                  </a:lnTo>
                  <a:lnTo>
                    <a:pt x="5692" y="32922"/>
                  </a:lnTo>
                  <a:lnTo>
                    <a:pt x="11825" y="24298"/>
                  </a:lnTo>
                  <a:lnTo>
                    <a:pt x="18694" y="14639"/>
                  </a:lnTo>
                  <a:lnTo>
                    <a:pt x="29105" y="0"/>
                  </a:lnTo>
                  <a:lnTo>
                    <a:pt x="31312" y="1677"/>
                  </a:lnTo>
                  <a:lnTo>
                    <a:pt x="34019" y="3736"/>
                  </a:lnTo>
                  <a:lnTo>
                    <a:pt x="37987" y="6752"/>
                  </a:lnTo>
                  <a:lnTo>
                    <a:pt x="41314" y="9282"/>
                  </a:lnTo>
                  <a:lnTo>
                    <a:pt x="44929" y="12031"/>
                  </a:lnTo>
                  <a:lnTo>
                    <a:pt x="47965" y="14339"/>
                  </a:lnTo>
                  <a:lnTo>
                    <a:pt x="52001" y="17407"/>
                  </a:lnTo>
                  <a:lnTo>
                    <a:pt x="55945" y="20405"/>
                  </a:lnTo>
                  <a:lnTo>
                    <a:pt x="57517" y="21601"/>
                  </a:lnTo>
                  <a:lnTo>
                    <a:pt x="60787" y="23797"/>
                  </a:lnTo>
                  <a:lnTo>
                    <a:pt x="63959" y="25928"/>
                  </a:lnTo>
                  <a:lnTo>
                    <a:pt x="67712" y="28302"/>
                  </a:lnTo>
                  <a:lnTo>
                    <a:pt x="71835" y="30204"/>
                  </a:lnTo>
                  <a:lnTo>
                    <a:pt x="74675" y="31514"/>
                  </a:lnTo>
                  <a:lnTo>
                    <a:pt x="76308" y="32266"/>
                  </a:lnTo>
                  <a:lnTo>
                    <a:pt x="80857" y="34363"/>
                  </a:lnTo>
                  <a:lnTo>
                    <a:pt x="84799" y="36181"/>
                  </a:lnTo>
                  <a:lnTo>
                    <a:pt x="86504" y="36966"/>
                  </a:lnTo>
                  <a:lnTo>
                    <a:pt x="88469" y="37872"/>
                  </a:lnTo>
                  <a:lnTo>
                    <a:pt x="93282" y="40090"/>
                  </a:lnTo>
                  <a:lnTo>
                    <a:pt x="96404" y="415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256"/>
            <p:cNvSpPr/>
            <p:nvPr/>
          </p:nvSpPr>
          <p:spPr>
            <a:xfrm>
              <a:off x="2517307" y="3283874"/>
              <a:ext cx="335215" cy="266593"/>
            </a:xfrm>
            <a:custGeom>
              <a:avLst/>
              <a:pathLst>
                <a:path w="335215" h="266593">
                  <a:moveTo>
                    <a:pt x="332930" y="266593"/>
                  </a:moveTo>
                  <a:lnTo>
                    <a:pt x="327617" y="263511"/>
                  </a:lnTo>
                  <a:lnTo>
                    <a:pt x="320539" y="259406"/>
                  </a:lnTo>
                  <a:lnTo>
                    <a:pt x="312190" y="254563"/>
                  </a:lnTo>
                  <a:lnTo>
                    <a:pt x="302546" y="248969"/>
                  </a:lnTo>
                  <a:lnTo>
                    <a:pt x="294649" y="244388"/>
                  </a:lnTo>
                  <a:lnTo>
                    <a:pt x="293486" y="229930"/>
                  </a:lnTo>
                  <a:lnTo>
                    <a:pt x="291802" y="208996"/>
                  </a:lnTo>
                  <a:lnTo>
                    <a:pt x="290081" y="187598"/>
                  </a:lnTo>
                  <a:lnTo>
                    <a:pt x="289229" y="177011"/>
                  </a:lnTo>
                  <a:lnTo>
                    <a:pt x="238341" y="168805"/>
                  </a:lnTo>
                  <a:lnTo>
                    <a:pt x="222518" y="166254"/>
                  </a:lnTo>
                  <a:lnTo>
                    <a:pt x="194019" y="153330"/>
                  </a:lnTo>
                  <a:lnTo>
                    <a:pt x="150077" y="127267"/>
                  </a:lnTo>
                  <a:lnTo>
                    <a:pt x="76310" y="80008"/>
                  </a:lnTo>
                  <a:lnTo>
                    <a:pt x="55306" y="66552"/>
                  </a:lnTo>
                  <a:lnTo>
                    <a:pt x="51559" y="65051"/>
                  </a:lnTo>
                  <a:lnTo>
                    <a:pt x="49258" y="64129"/>
                  </a:lnTo>
                  <a:lnTo>
                    <a:pt x="81" y="33405"/>
                  </a:lnTo>
                  <a:lnTo>
                    <a:pt x="0" y="31898"/>
                  </a:lnTo>
                  <a:lnTo>
                    <a:pt x="0" y="30809"/>
                  </a:lnTo>
                  <a:lnTo>
                    <a:pt x="704" y="29992"/>
                  </a:lnTo>
                  <a:lnTo>
                    <a:pt x="1361" y="29231"/>
                  </a:lnTo>
                  <a:lnTo>
                    <a:pt x="7704" y="25671"/>
                  </a:lnTo>
                  <a:lnTo>
                    <a:pt x="17092" y="20403"/>
                  </a:lnTo>
                  <a:lnTo>
                    <a:pt x="25774" y="15531"/>
                  </a:lnTo>
                  <a:lnTo>
                    <a:pt x="34352" y="10717"/>
                  </a:lnTo>
                  <a:lnTo>
                    <a:pt x="36936" y="9267"/>
                  </a:lnTo>
                  <a:lnTo>
                    <a:pt x="44028" y="6350"/>
                  </a:lnTo>
                  <a:lnTo>
                    <a:pt x="59470" y="0"/>
                  </a:lnTo>
                  <a:lnTo>
                    <a:pt x="63010" y="2522"/>
                  </a:lnTo>
                  <a:lnTo>
                    <a:pt x="68211" y="6229"/>
                  </a:lnTo>
                  <a:lnTo>
                    <a:pt x="72356" y="9182"/>
                  </a:lnTo>
                  <a:lnTo>
                    <a:pt x="77888" y="13124"/>
                  </a:lnTo>
                  <a:lnTo>
                    <a:pt x="82679" y="16538"/>
                  </a:lnTo>
                  <a:lnTo>
                    <a:pt x="87450" y="19938"/>
                  </a:lnTo>
                  <a:lnTo>
                    <a:pt x="93393" y="24173"/>
                  </a:lnTo>
                  <a:lnTo>
                    <a:pt x="98018" y="27469"/>
                  </a:lnTo>
                  <a:lnTo>
                    <a:pt x="103055" y="31057"/>
                  </a:lnTo>
                  <a:lnTo>
                    <a:pt x="108241" y="34753"/>
                  </a:lnTo>
                  <a:lnTo>
                    <a:pt x="114235" y="39024"/>
                  </a:lnTo>
                  <a:lnTo>
                    <a:pt x="118875" y="42331"/>
                  </a:lnTo>
                  <a:lnTo>
                    <a:pt x="123977" y="45966"/>
                  </a:lnTo>
                  <a:lnTo>
                    <a:pt x="127991" y="48826"/>
                  </a:lnTo>
                  <a:lnTo>
                    <a:pt x="132976" y="52379"/>
                  </a:lnTo>
                  <a:lnTo>
                    <a:pt x="136508" y="54742"/>
                  </a:lnTo>
                  <a:lnTo>
                    <a:pt x="140102" y="57147"/>
                  </a:lnTo>
                  <a:lnTo>
                    <a:pt x="143861" y="59662"/>
                  </a:lnTo>
                  <a:lnTo>
                    <a:pt x="147905" y="62368"/>
                  </a:lnTo>
                  <a:lnTo>
                    <a:pt x="151790" y="64967"/>
                  </a:lnTo>
                  <a:lnTo>
                    <a:pt x="155317" y="67328"/>
                  </a:lnTo>
                  <a:lnTo>
                    <a:pt x="158573" y="69506"/>
                  </a:lnTo>
                  <a:lnTo>
                    <a:pt x="163531" y="72823"/>
                  </a:lnTo>
                  <a:lnTo>
                    <a:pt x="167581" y="75533"/>
                  </a:lnTo>
                  <a:lnTo>
                    <a:pt x="171459" y="78128"/>
                  </a:lnTo>
                  <a:lnTo>
                    <a:pt x="175616" y="80909"/>
                  </a:lnTo>
                  <a:lnTo>
                    <a:pt x="178818" y="83052"/>
                  </a:lnTo>
                  <a:lnTo>
                    <a:pt x="183378" y="86103"/>
                  </a:lnTo>
                  <a:lnTo>
                    <a:pt x="186403" y="88127"/>
                  </a:lnTo>
                  <a:lnTo>
                    <a:pt x="188968" y="89842"/>
                  </a:lnTo>
                  <a:lnTo>
                    <a:pt x="191319" y="91416"/>
                  </a:lnTo>
                  <a:lnTo>
                    <a:pt x="194633" y="93633"/>
                  </a:lnTo>
                  <a:lnTo>
                    <a:pt x="197823" y="95768"/>
                  </a:lnTo>
                  <a:lnTo>
                    <a:pt x="199907" y="97162"/>
                  </a:lnTo>
                  <a:lnTo>
                    <a:pt x="204518" y="99446"/>
                  </a:lnTo>
                  <a:lnTo>
                    <a:pt x="208867" y="101600"/>
                  </a:lnTo>
                  <a:lnTo>
                    <a:pt x="212360" y="103331"/>
                  </a:lnTo>
                  <a:lnTo>
                    <a:pt x="215989" y="105129"/>
                  </a:lnTo>
                  <a:lnTo>
                    <a:pt x="221203" y="107711"/>
                  </a:lnTo>
                  <a:lnTo>
                    <a:pt x="226129" y="109427"/>
                  </a:lnTo>
                  <a:lnTo>
                    <a:pt x="230051" y="110793"/>
                  </a:lnTo>
                  <a:lnTo>
                    <a:pt x="235348" y="112637"/>
                  </a:lnTo>
                  <a:lnTo>
                    <a:pt x="240348" y="114378"/>
                  </a:lnTo>
                  <a:lnTo>
                    <a:pt x="246186" y="116411"/>
                  </a:lnTo>
                  <a:lnTo>
                    <a:pt x="251016" y="118093"/>
                  </a:lnTo>
                  <a:lnTo>
                    <a:pt x="254687" y="119007"/>
                  </a:lnTo>
                  <a:lnTo>
                    <a:pt x="259511" y="120209"/>
                  </a:lnTo>
                  <a:lnTo>
                    <a:pt x="264414" y="121429"/>
                  </a:lnTo>
                  <a:lnTo>
                    <a:pt x="268815" y="122525"/>
                  </a:lnTo>
                  <a:lnTo>
                    <a:pt x="273291" y="123640"/>
                  </a:lnTo>
                  <a:lnTo>
                    <a:pt x="276571" y="124457"/>
                  </a:lnTo>
                  <a:lnTo>
                    <a:pt x="278426" y="124725"/>
                  </a:lnTo>
                  <a:lnTo>
                    <a:pt x="283839" y="125509"/>
                  </a:lnTo>
                  <a:lnTo>
                    <a:pt x="289275" y="126296"/>
                  </a:lnTo>
                  <a:lnTo>
                    <a:pt x="296228" y="127303"/>
                  </a:lnTo>
                  <a:lnTo>
                    <a:pt x="300595" y="127577"/>
                  </a:lnTo>
                  <a:lnTo>
                    <a:pt x="305817" y="127905"/>
                  </a:lnTo>
                  <a:lnTo>
                    <a:pt x="310080" y="128173"/>
                  </a:lnTo>
                  <a:lnTo>
                    <a:pt x="317128" y="128615"/>
                  </a:lnTo>
                  <a:lnTo>
                    <a:pt x="326999" y="129235"/>
                  </a:lnTo>
                  <a:lnTo>
                    <a:pt x="326897" y="134446"/>
                  </a:lnTo>
                  <a:lnTo>
                    <a:pt x="326674" y="145848"/>
                  </a:lnTo>
                  <a:lnTo>
                    <a:pt x="326425" y="158583"/>
                  </a:lnTo>
                  <a:lnTo>
                    <a:pt x="326168" y="171752"/>
                  </a:lnTo>
                  <a:lnTo>
                    <a:pt x="326042" y="178202"/>
                  </a:lnTo>
                  <a:lnTo>
                    <a:pt x="325671" y="185019"/>
                  </a:lnTo>
                  <a:lnTo>
                    <a:pt x="325267" y="192431"/>
                  </a:lnTo>
                  <a:lnTo>
                    <a:pt x="327371" y="196947"/>
                  </a:lnTo>
                  <a:lnTo>
                    <a:pt x="335215" y="213783"/>
                  </a:lnTo>
                  <a:lnTo>
                    <a:pt x="335088" y="219238"/>
                  </a:lnTo>
                  <a:lnTo>
                    <a:pt x="334538" y="242994"/>
                  </a:lnTo>
                  <a:lnTo>
                    <a:pt x="334286" y="2538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257"/>
            <p:cNvSpPr/>
            <p:nvPr/>
          </p:nvSpPr>
          <p:spPr>
            <a:xfrm>
              <a:off x="2492291" y="3318667"/>
              <a:ext cx="76328" cy="80648"/>
            </a:xfrm>
            <a:custGeom>
              <a:avLst/>
              <a:pathLst>
                <a:path w="76328" h="80648">
                  <a:moveTo>
                    <a:pt x="10238" y="8574"/>
                  </a:moveTo>
                  <a:lnTo>
                    <a:pt x="19885" y="0"/>
                  </a:lnTo>
                  <a:lnTo>
                    <a:pt x="24775" y="3037"/>
                  </a:lnTo>
                  <a:lnTo>
                    <a:pt x="28557" y="5386"/>
                  </a:lnTo>
                  <a:lnTo>
                    <a:pt x="32665" y="7938"/>
                  </a:lnTo>
                  <a:lnTo>
                    <a:pt x="36811" y="10513"/>
                  </a:lnTo>
                  <a:lnTo>
                    <a:pt x="41191" y="13234"/>
                  </a:lnTo>
                  <a:lnTo>
                    <a:pt x="45273" y="15769"/>
                  </a:lnTo>
                  <a:lnTo>
                    <a:pt x="47853" y="17372"/>
                  </a:lnTo>
                  <a:lnTo>
                    <a:pt x="53367" y="20797"/>
                  </a:lnTo>
                  <a:lnTo>
                    <a:pt x="56658" y="22841"/>
                  </a:lnTo>
                  <a:lnTo>
                    <a:pt x="60709" y="25358"/>
                  </a:lnTo>
                  <a:lnTo>
                    <a:pt x="65860" y="28557"/>
                  </a:lnTo>
                  <a:lnTo>
                    <a:pt x="72350" y="32588"/>
                  </a:lnTo>
                  <a:lnTo>
                    <a:pt x="74367" y="38635"/>
                  </a:lnTo>
                  <a:lnTo>
                    <a:pt x="76328" y="44513"/>
                  </a:lnTo>
                  <a:lnTo>
                    <a:pt x="72554" y="49660"/>
                  </a:lnTo>
                  <a:lnTo>
                    <a:pt x="68825" y="54744"/>
                  </a:lnTo>
                  <a:lnTo>
                    <a:pt x="63916" y="61436"/>
                  </a:lnTo>
                  <a:lnTo>
                    <a:pt x="58964" y="68189"/>
                  </a:lnTo>
                  <a:lnTo>
                    <a:pt x="49825" y="80648"/>
                  </a:lnTo>
                  <a:lnTo>
                    <a:pt x="42648" y="75578"/>
                  </a:lnTo>
                  <a:lnTo>
                    <a:pt x="35897" y="70810"/>
                  </a:lnTo>
                  <a:lnTo>
                    <a:pt x="29140" y="66037"/>
                  </a:lnTo>
                  <a:lnTo>
                    <a:pt x="16265" y="56944"/>
                  </a:lnTo>
                  <a:lnTo>
                    <a:pt x="6269" y="49883"/>
                  </a:lnTo>
                  <a:lnTo>
                    <a:pt x="1861" y="35858"/>
                  </a:lnTo>
                  <a:lnTo>
                    <a:pt x="1126" y="28676"/>
                  </a:lnTo>
                  <a:lnTo>
                    <a:pt x="478" y="22344"/>
                  </a:lnTo>
                  <a:lnTo>
                    <a:pt x="0" y="17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258"/>
            <p:cNvSpPr/>
            <p:nvPr/>
          </p:nvSpPr>
          <p:spPr>
            <a:xfrm>
              <a:off x="2424589" y="3296523"/>
              <a:ext cx="86856" cy="88020"/>
            </a:xfrm>
            <a:custGeom>
              <a:avLst/>
              <a:pathLst>
                <a:path w="86856" h="88020">
                  <a:moveTo>
                    <a:pt x="86783" y="6150"/>
                  </a:moveTo>
                  <a:lnTo>
                    <a:pt x="86856" y="11051"/>
                  </a:lnTo>
                  <a:lnTo>
                    <a:pt x="80367" y="15024"/>
                  </a:lnTo>
                  <a:lnTo>
                    <a:pt x="65835" y="23923"/>
                  </a:lnTo>
                  <a:lnTo>
                    <a:pt x="52166" y="32292"/>
                  </a:lnTo>
                  <a:lnTo>
                    <a:pt x="52706" y="35118"/>
                  </a:lnTo>
                  <a:lnTo>
                    <a:pt x="53666" y="40146"/>
                  </a:lnTo>
                  <a:lnTo>
                    <a:pt x="54491" y="44466"/>
                  </a:lnTo>
                  <a:lnTo>
                    <a:pt x="55427" y="49364"/>
                  </a:lnTo>
                  <a:lnTo>
                    <a:pt x="56172" y="53267"/>
                  </a:lnTo>
                  <a:lnTo>
                    <a:pt x="56856" y="56843"/>
                  </a:lnTo>
                  <a:lnTo>
                    <a:pt x="57723" y="61387"/>
                  </a:lnTo>
                  <a:lnTo>
                    <a:pt x="59004" y="68091"/>
                  </a:lnTo>
                  <a:lnTo>
                    <a:pt x="61386" y="80560"/>
                  </a:lnTo>
                  <a:lnTo>
                    <a:pt x="35892" y="84360"/>
                  </a:lnTo>
                  <a:lnTo>
                    <a:pt x="11337" y="88020"/>
                  </a:lnTo>
                  <a:lnTo>
                    <a:pt x="10201" y="81341"/>
                  </a:lnTo>
                  <a:lnTo>
                    <a:pt x="8665" y="72317"/>
                  </a:lnTo>
                  <a:lnTo>
                    <a:pt x="7899" y="67815"/>
                  </a:lnTo>
                  <a:lnTo>
                    <a:pt x="6654" y="60494"/>
                  </a:lnTo>
                  <a:lnTo>
                    <a:pt x="5514" y="53795"/>
                  </a:lnTo>
                  <a:lnTo>
                    <a:pt x="3948" y="44594"/>
                  </a:lnTo>
                  <a:lnTo>
                    <a:pt x="2098" y="33718"/>
                  </a:lnTo>
                  <a:lnTo>
                    <a:pt x="0" y="21389"/>
                  </a:lnTo>
                  <a:lnTo>
                    <a:pt x="6838" y="19701"/>
                  </a:lnTo>
                  <a:lnTo>
                    <a:pt x="13794" y="17985"/>
                  </a:lnTo>
                  <a:lnTo>
                    <a:pt x="20210" y="16403"/>
                  </a:lnTo>
                  <a:lnTo>
                    <a:pt x="26156" y="14935"/>
                  </a:lnTo>
                  <a:lnTo>
                    <a:pt x="33767" y="13057"/>
                  </a:lnTo>
                  <a:lnTo>
                    <a:pt x="41838" y="11066"/>
                  </a:lnTo>
                  <a:lnTo>
                    <a:pt x="50255" y="8990"/>
                  </a:lnTo>
                  <a:lnTo>
                    <a:pt x="53084" y="8291"/>
                  </a:lnTo>
                  <a:lnTo>
                    <a:pt x="58134" y="7046"/>
                  </a:lnTo>
                  <a:lnTo>
                    <a:pt x="67016" y="4854"/>
                  </a:lnTo>
                  <a:lnTo>
                    <a:pt x="77953" y="2156"/>
                  </a:lnTo>
                  <a:lnTo>
                    <a:pt x="8669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259"/>
            <p:cNvSpPr/>
            <p:nvPr/>
          </p:nvSpPr>
          <p:spPr>
            <a:xfrm>
              <a:off x="2436699" y="3381241"/>
              <a:ext cx="85147" cy="59946"/>
            </a:xfrm>
            <a:custGeom>
              <a:avLst/>
              <a:pathLst>
                <a:path w="85147" h="59946">
                  <a:moveTo>
                    <a:pt x="12658" y="6754"/>
                  </a:moveTo>
                  <a:lnTo>
                    <a:pt x="21857" y="5244"/>
                  </a:lnTo>
                  <a:lnTo>
                    <a:pt x="37812" y="2626"/>
                  </a:lnTo>
                  <a:lnTo>
                    <a:pt x="50555" y="535"/>
                  </a:lnTo>
                  <a:lnTo>
                    <a:pt x="53818" y="0"/>
                  </a:lnTo>
                  <a:lnTo>
                    <a:pt x="60007" y="3826"/>
                  </a:lnTo>
                  <a:lnTo>
                    <a:pt x="71241" y="10772"/>
                  </a:lnTo>
                  <a:lnTo>
                    <a:pt x="84287" y="18838"/>
                  </a:lnTo>
                  <a:lnTo>
                    <a:pt x="84901" y="20470"/>
                  </a:lnTo>
                  <a:lnTo>
                    <a:pt x="85147" y="21852"/>
                  </a:lnTo>
                  <a:lnTo>
                    <a:pt x="85147" y="23108"/>
                  </a:lnTo>
                  <a:lnTo>
                    <a:pt x="84778" y="24866"/>
                  </a:lnTo>
                  <a:lnTo>
                    <a:pt x="81410" y="30228"/>
                  </a:lnTo>
                  <a:lnTo>
                    <a:pt x="76637" y="37827"/>
                  </a:lnTo>
                  <a:lnTo>
                    <a:pt x="68766" y="50360"/>
                  </a:lnTo>
                  <a:lnTo>
                    <a:pt x="60187" y="51755"/>
                  </a:lnTo>
                  <a:lnTo>
                    <a:pt x="47823" y="53764"/>
                  </a:lnTo>
                  <a:lnTo>
                    <a:pt x="33661" y="56065"/>
                  </a:lnTo>
                  <a:lnTo>
                    <a:pt x="9783" y="59946"/>
                  </a:lnTo>
                  <a:lnTo>
                    <a:pt x="8552" y="53516"/>
                  </a:lnTo>
                  <a:lnTo>
                    <a:pt x="7510" y="48073"/>
                  </a:lnTo>
                  <a:lnTo>
                    <a:pt x="5822" y="39251"/>
                  </a:lnTo>
                  <a:lnTo>
                    <a:pt x="4588" y="32804"/>
                  </a:lnTo>
                  <a:lnTo>
                    <a:pt x="2714" y="23013"/>
                  </a:lnTo>
                  <a:lnTo>
                    <a:pt x="0" y="88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260"/>
            <p:cNvSpPr/>
            <p:nvPr/>
          </p:nvSpPr>
          <p:spPr>
            <a:xfrm>
              <a:off x="2545498" y="3362420"/>
              <a:ext cx="112701" cy="99137"/>
            </a:xfrm>
            <a:custGeom>
              <a:avLst/>
              <a:pathLst>
                <a:path w="112701" h="99137">
                  <a:moveTo>
                    <a:pt x="30723" y="1612"/>
                  </a:moveTo>
                  <a:lnTo>
                    <a:pt x="34576" y="4165"/>
                  </a:lnTo>
                  <a:lnTo>
                    <a:pt x="38726" y="6913"/>
                  </a:lnTo>
                  <a:lnTo>
                    <a:pt x="42969" y="9724"/>
                  </a:lnTo>
                  <a:lnTo>
                    <a:pt x="49352" y="13951"/>
                  </a:lnTo>
                  <a:lnTo>
                    <a:pt x="54619" y="17441"/>
                  </a:lnTo>
                  <a:lnTo>
                    <a:pt x="61617" y="22468"/>
                  </a:lnTo>
                  <a:lnTo>
                    <a:pt x="68919" y="27713"/>
                  </a:lnTo>
                  <a:lnTo>
                    <a:pt x="76866" y="33422"/>
                  </a:lnTo>
                  <a:lnTo>
                    <a:pt x="86665" y="40461"/>
                  </a:lnTo>
                  <a:lnTo>
                    <a:pt x="97768" y="48437"/>
                  </a:lnTo>
                  <a:lnTo>
                    <a:pt x="112701" y="59165"/>
                  </a:lnTo>
                  <a:lnTo>
                    <a:pt x="109540" y="63707"/>
                  </a:lnTo>
                  <a:lnTo>
                    <a:pt x="105275" y="69836"/>
                  </a:lnTo>
                  <a:lnTo>
                    <a:pt x="102475" y="73861"/>
                  </a:lnTo>
                  <a:lnTo>
                    <a:pt x="98722" y="79254"/>
                  </a:lnTo>
                  <a:lnTo>
                    <a:pt x="94969" y="84647"/>
                  </a:lnTo>
                  <a:lnTo>
                    <a:pt x="90954" y="90417"/>
                  </a:lnTo>
                  <a:lnTo>
                    <a:pt x="84887" y="99137"/>
                  </a:lnTo>
                  <a:lnTo>
                    <a:pt x="74723" y="91657"/>
                  </a:lnTo>
                  <a:lnTo>
                    <a:pt x="62758" y="82852"/>
                  </a:lnTo>
                  <a:lnTo>
                    <a:pt x="60505" y="81323"/>
                  </a:lnTo>
                  <a:lnTo>
                    <a:pt x="51040" y="74901"/>
                  </a:lnTo>
                  <a:lnTo>
                    <a:pt x="39400" y="67002"/>
                  </a:lnTo>
                  <a:lnTo>
                    <a:pt x="29322" y="60164"/>
                  </a:lnTo>
                  <a:lnTo>
                    <a:pt x="13850" y="49665"/>
                  </a:lnTo>
                  <a:lnTo>
                    <a:pt x="0" y="40268"/>
                  </a:lnTo>
                  <a:lnTo>
                    <a:pt x="4066" y="34479"/>
                  </a:lnTo>
                  <a:lnTo>
                    <a:pt x="8688" y="27899"/>
                  </a:lnTo>
                  <a:lnTo>
                    <a:pt x="13577" y="20941"/>
                  </a:lnTo>
                  <a:lnTo>
                    <a:pt x="18284" y="14240"/>
                  </a:lnTo>
                  <a:lnTo>
                    <a:pt x="23018" y="7501"/>
                  </a:lnTo>
                  <a:lnTo>
                    <a:pt x="2828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261"/>
            <p:cNvSpPr/>
            <p:nvPr/>
          </p:nvSpPr>
          <p:spPr>
            <a:xfrm>
              <a:off x="2483437" y="3405006"/>
              <a:ext cx="90288" cy="100524"/>
            </a:xfrm>
            <a:custGeom>
              <a:avLst/>
              <a:pathLst>
                <a:path w="90288" h="100524">
                  <a:moveTo>
                    <a:pt x="53948" y="4630"/>
                  </a:moveTo>
                  <a:lnTo>
                    <a:pt x="60391" y="9512"/>
                  </a:lnTo>
                  <a:lnTo>
                    <a:pt x="66907" y="14449"/>
                  </a:lnTo>
                  <a:lnTo>
                    <a:pt x="73027" y="19086"/>
                  </a:lnTo>
                  <a:lnTo>
                    <a:pt x="79867" y="24269"/>
                  </a:lnTo>
                  <a:lnTo>
                    <a:pt x="90288" y="32165"/>
                  </a:lnTo>
                  <a:lnTo>
                    <a:pt x="84771" y="40909"/>
                  </a:lnTo>
                  <a:lnTo>
                    <a:pt x="80143" y="48242"/>
                  </a:lnTo>
                  <a:lnTo>
                    <a:pt x="75128" y="56191"/>
                  </a:lnTo>
                  <a:lnTo>
                    <a:pt x="66446" y="69951"/>
                  </a:lnTo>
                  <a:lnTo>
                    <a:pt x="59517" y="80932"/>
                  </a:lnTo>
                  <a:lnTo>
                    <a:pt x="47155" y="100524"/>
                  </a:lnTo>
                  <a:lnTo>
                    <a:pt x="21235" y="89638"/>
                  </a:lnTo>
                  <a:lnTo>
                    <a:pt x="0" y="80719"/>
                  </a:lnTo>
                  <a:lnTo>
                    <a:pt x="4945" y="72373"/>
                  </a:lnTo>
                  <a:lnTo>
                    <a:pt x="10425" y="63127"/>
                  </a:lnTo>
                  <a:lnTo>
                    <a:pt x="17939" y="50447"/>
                  </a:lnTo>
                  <a:lnTo>
                    <a:pt x="25583" y="37549"/>
                  </a:lnTo>
                  <a:lnTo>
                    <a:pt x="32077" y="26591"/>
                  </a:lnTo>
                  <a:lnTo>
                    <a:pt x="36809" y="18606"/>
                  </a:lnTo>
                  <a:lnTo>
                    <a:pt x="42030" y="9796"/>
                  </a:lnTo>
                  <a:lnTo>
                    <a:pt x="4783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262"/>
            <p:cNvSpPr/>
            <p:nvPr/>
          </p:nvSpPr>
          <p:spPr>
            <a:xfrm>
              <a:off x="2538756" y="3440221"/>
              <a:ext cx="82895" cy="85810"/>
            </a:xfrm>
            <a:custGeom>
              <a:avLst/>
              <a:pathLst>
                <a:path w="82895" h="85810">
                  <a:moveTo>
                    <a:pt x="5077" y="57597"/>
                  </a:moveTo>
                  <a:lnTo>
                    <a:pt x="11942" y="47035"/>
                  </a:lnTo>
                  <a:lnTo>
                    <a:pt x="19598" y="35257"/>
                  </a:lnTo>
                  <a:lnTo>
                    <a:pt x="26613" y="24463"/>
                  </a:lnTo>
                  <a:lnTo>
                    <a:pt x="35062" y="11465"/>
                  </a:lnTo>
                  <a:lnTo>
                    <a:pt x="42514" y="0"/>
                  </a:lnTo>
                  <a:lnTo>
                    <a:pt x="48556" y="4064"/>
                  </a:lnTo>
                  <a:lnTo>
                    <a:pt x="54815" y="8274"/>
                  </a:lnTo>
                  <a:lnTo>
                    <a:pt x="60510" y="12105"/>
                  </a:lnTo>
                  <a:lnTo>
                    <a:pt x="66146" y="15897"/>
                  </a:lnTo>
                  <a:lnTo>
                    <a:pt x="73036" y="20532"/>
                  </a:lnTo>
                  <a:lnTo>
                    <a:pt x="82895" y="27164"/>
                  </a:lnTo>
                  <a:lnTo>
                    <a:pt x="78627" y="33987"/>
                  </a:lnTo>
                  <a:lnTo>
                    <a:pt x="71406" y="45529"/>
                  </a:lnTo>
                  <a:lnTo>
                    <a:pt x="62227" y="60201"/>
                  </a:lnTo>
                  <a:lnTo>
                    <a:pt x="56206" y="69826"/>
                  </a:lnTo>
                  <a:lnTo>
                    <a:pt x="46206" y="85810"/>
                  </a:lnTo>
                  <a:lnTo>
                    <a:pt x="22852" y="75498"/>
                  </a:lnTo>
                  <a:lnTo>
                    <a:pt x="0" y="654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263"/>
            <p:cNvSpPr/>
            <p:nvPr/>
          </p:nvSpPr>
          <p:spPr>
            <a:xfrm>
              <a:off x="2478776" y="3519365"/>
              <a:ext cx="69783" cy="97435"/>
            </a:xfrm>
            <a:custGeom>
              <a:avLst/>
              <a:pathLst>
                <a:path w="69783" h="97435">
                  <a:moveTo>
                    <a:pt x="53417" y="75446"/>
                  </a:moveTo>
                  <a:lnTo>
                    <a:pt x="51805" y="80523"/>
                  </a:lnTo>
                  <a:lnTo>
                    <a:pt x="57069" y="83465"/>
                  </a:lnTo>
                  <a:lnTo>
                    <a:pt x="67614" y="89357"/>
                  </a:lnTo>
                  <a:lnTo>
                    <a:pt x="63886" y="97435"/>
                  </a:lnTo>
                  <a:lnTo>
                    <a:pt x="32244" y="81885"/>
                  </a:lnTo>
                  <a:lnTo>
                    <a:pt x="0" y="66038"/>
                  </a:lnTo>
                  <a:lnTo>
                    <a:pt x="1120" y="58441"/>
                  </a:lnTo>
                  <a:lnTo>
                    <a:pt x="2928" y="46186"/>
                  </a:lnTo>
                  <a:lnTo>
                    <a:pt x="5836" y="26466"/>
                  </a:lnTo>
                  <a:lnTo>
                    <a:pt x="7125" y="17728"/>
                  </a:lnTo>
                  <a:lnTo>
                    <a:pt x="9361" y="1862"/>
                  </a:lnTo>
                  <a:lnTo>
                    <a:pt x="9623" y="0"/>
                  </a:lnTo>
                  <a:lnTo>
                    <a:pt x="17662" y="486"/>
                  </a:lnTo>
                  <a:lnTo>
                    <a:pt x="26150" y="999"/>
                  </a:lnTo>
                  <a:lnTo>
                    <a:pt x="34005" y="1474"/>
                  </a:lnTo>
                  <a:lnTo>
                    <a:pt x="44229" y="2093"/>
                  </a:lnTo>
                  <a:lnTo>
                    <a:pt x="50209" y="2561"/>
                  </a:lnTo>
                  <a:lnTo>
                    <a:pt x="59103" y="3257"/>
                  </a:lnTo>
                  <a:lnTo>
                    <a:pt x="68555" y="3997"/>
                  </a:lnTo>
                  <a:lnTo>
                    <a:pt x="69220" y="13183"/>
                  </a:lnTo>
                  <a:lnTo>
                    <a:pt x="69783" y="20952"/>
                  </a:lnTo>
                  <a:lnTo>
                    <a:pt x="69582" y="25411"/>
                  </a:lnTo>
                  <a:lnTo>
                    <a:pt x="69415" y="29115"/>
                  </a:lnTo>
                  <a:lnTo>
                    <a:pt x="68186" y="37153"/>
                  </a:lnTo>
                  <a:lnTo>
                    <a:pt x="66558" y="40814"/>
                  </a:lnTo>
                  <a:lnTo>
                    <a:pt x="62043" y="50968"/>
                  </a:lnTo>
                  <a:lnTo>
                    <a:pt x="58999" y="58660"/>
                  </a:lnTo>
                  <a:lnTo>
                    <a:pt x="57620" y="62145"/>
                  </a:lnTo>
                  <a:lnTo>
                    <a:pt x="56453" y="658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264"/>
            <p:cNvSpPr/>
            <p:nvPr/>
          </p:nvSpPr>
          <p:spPr>
            <a:xfrm>
              <a:off x="2539925" y="3534707"/>
              <a:ext cx="79278" cy="86237"/>
            </a:xfrm>
            <a:custGeom>
              <a:avLst/>
              <a:pathLst>
                <a:path w="79278" h="86237">
                  <a:moveTo>
                    <a:pt x="16176" y="72414"/>
                  </a:moveTo>
                  <a:lnTo>
                    <a:pt x="0" y="59800"/>
                  </a:lnTo>
                  <a:lnTo>
                    <a:pt x="7394" y="47515"/>
                  </a:lnTo>
                  <a:lnTo>
                    <a:pt x="15492" y="34060"/>
                  </a:lnTo>
                  <a:lnTo>
                    <a:pt x="22165" y="22974"/>
                  </a:lnTo>
                  <a:lnTo>
                    <a:pt x="27934" y="13390"/>
                  </a:lnTo>
                  <a:lnTo>
                    <a:pt x="34777" y="2721"/>
                  </a:lnTo>
                  <a:lnTo>
                    <a:pt x="36523" y="0"/>
                  </a:lnTo>
                  <a:lnTo>
                    <a:pt x="41708" y="3412"/>
                  </a:lnTo>
                  <a:lnTo>
                    <a:pt x="49157" y="8313"/>
                  </a:lnTo>
                  <a:lnTo>
                    <a:pt x="55166" y="12266"/>
                  </a:lnTo>
                  <a:lnTo>
                    <a:pt x="61125" y="16187"/>
                  </a:lnTo>
                  <a:lnTo>
                    <a:pt x="68350" y="20941"/>
                  </a:lnTo>
                  <a:lnTo>
                    <a:pt x="79278" y="28131"/>
                  </a:lnTo>
                  <a:lnTo>
                    <a:pt x="75654" y="34439"/>
                  </a:lnTo>
                  <a:lnTo>
                    <a:pt x="71478" y="41708"/>
                  </a:lnTo>
                  <a:lnTo>
                    <a:pt x="67188" y="49175"/>
                  </a:lnTo>
                  <a:lnTo>
                    <a:pt x="60499" y="60820"/>
                  </a:lnTo>
                  <a:lnTo>
                    <a:pt x="53679" y="68648"/>
                  </a:lnTo>
                  <a:lnTo>
                    <a:pt x="49674" y="73246"/>
                  </a:lnTo>
                  <a:lnTo>
                    <a:pt x="44660" y="77376"/>
                  </a:lnTo>
                  <a:lnTo>
                    <a:pt x="33902" y="862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265"/>
            <p:cNvSpPr/>
            <p:nvPr/>
          </p:nvSpPr>
          <p:spPr>
            <a:xfrm>
              <a:off x="2595036" y="3509503"/>
              <a:ext cx="55001" cy="50478"/>
            </a:xfrm>
            <a:custGeom>
              <a:avLst/>
              <a:pathLst>
                <a:path w="55001" h="50478">
                  <a:moveTo>
                    <a:pt x="6159" y="11358"/>
                  </a:moveTo>
                  <a:lnTo>
                    <a:pt x="13140" y="0"/>
                  </a:lnTo>
                  <a:lnTo>
                    <a:pt x="30712" y="12965"/>
                  </a:lnTo>
                  <a:lnTo>
                    <a:pt x="51230" y="28104"/>
                  </a:lnTo>
                  <a:lnTo>
                    <a:pt x="55001" y="30886"/>
                  </a:lnTo>
                  <a:lnTo>
                    <a:pt x="46997" y="41523"/>
                  </a:lnTo>
                  <a:lnTo>
                    <a:pt x="40258" y="50478"/>
                  </a:lnTo>
                  <a:lnTo>
                    <a:pt x="21698" y="37064"/>
                  </a:lnTo>
                  <a:lnTo>
                    <a:pt x="0" y="213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266"/>
            <p:cNvSpPr/>
            <p:nvPr/>
          </p:nvSpPr>
          <p:spPr>
            <a:xfrm>
              <a:off x="2614020" y="3472572"/>
              <a:ext cx="68565" cy="62628"/>
            </a:xfrm>
            <a:custGeom>
              <a:avLst/>
              <a:pathLst>
                <a:path w="68565" h="62628">
                  <a:moveTo>
                    <a:pt x="27512" y="4363"/>
                  </a:moveTo>
                  <a:lnTo>
                    <a:pt x="32420" y="7545"/>
                  </a:lnTo>
                  <a:lnTo>
                    <a:pt x="38998" y="11810"/>
                  </a:lnTo>
                  <a:lnTo>
                    <a:pt x="45377" y="15946"/>
                  </a:lnTo>
                  <a:lnTo>
                    <a:pt x="54727" y="22008"/>
                  </a:lnTo>
                  <a:lnTo>
                    <a:pt x="68565" y="30980"/>
                  </a:lnTo>
                  <a:lnTo>
                    <a:pt x="63876" y="36458"/>
                  </a:lnTo>
                  <a:lnTo>
                    <a:pt x="57098" y="44377"/>
                  </a:lnTo>
                  <a:lnTo>
                    <a:pt x="49697" y="53834"/>
                  </a:lnTo>
                  <a:lnTo>
                    <a:pt x="42814" y="62628"/>
                  </a:lnTo>
                  <a:lnTo>
                    <a:pt x="21174" y="47290"/>
                  </a:lnTo>
                  <a:lnTo>
                    <a:pt x="0" y="32282"/>
                  </a:lnTo>
                  <a:lnTo>
                    <a:pt x="4919" y="24641"/>
                  </a:lnTo>
                  <a:lnTo>
                    <a:pt x="12382" y="13048"/>
                  </a:lnTo>
                  <a:lnTo>
                    <a:pt x="2078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267"/>
            <p:cNvSpPr/>
            <p:nvPr/>
          </p:nvSpPr>
          <p:spPr>
            <a:xfrm>
              <a:off x="2635407" y="3425521"/>
              <a:ext cx="91347" cy="76372"/>
            </a:xfrm>
            <a:custGeom>
              <a:avLst/>
              <a:pathLst>
                <a:path w="91347" h="76372">
                  <a:moveTo>
                    <a:pt x="6062" y="30232"/>
                  </a:moveTo>
                  <a:lnTo>
                    <a:pt x="13868" y="20431"/>
                  </a:lnTo>
                  <a:lnTo>
                    <a:pt x="20635" y="11934"/>
                  </a:lnTo>
                  <a:lnTo>
                    <a:pt x="30140" y="0"/>
                  </a:lnTo>
                  <a:lnTo>
                    <a:pt x="40362" y="6507"/>
                  </a:lnTo>
                  <a:lnTo>
                    <a:pt x="50883" y="13205"/>
                  </a:lnTo>
                  <a:lnTo>
                    <a:pt x="53841" y="15088"/>
                  </a:lnTo>
                  <a:lnTo>
                    <a:pt x="58486" y="18856"/>
                  </a:lnTo>
                  <a:lnTo>
                    <a:pt x="68704" y="27145"/>
                  </a:lnTo>
                  <a:lnTo>
                    <a:pt x="78125" y="34788"/>
                  </a:lnTo>
                  <a:lnTo>
                    <a:pt x="84292" y="39791"/>
                  </a:lnTo>
                  <a:lnTo>
                    <a:pt x="91347" y="52335"/>
                  </a:lnTo>
                  <a:lnTo>
                    <a:pt x="83813" y="57208"/>
                  </a:lnTo>
                  <a:lnTo>
                    <a:pt x="76313" y="62058"/>
                  </a:lnTo>
                  <a:lnTo>
                    <a:pt x="67050" y="68049"/>
                  </a:lnTo>
                  <a:lnTo>
                    <a:pt x="54181" y="76372"/>
                  </a:lnTo>
                  <a:lnTo>
                    <a:pt x="42598" y="68135"/>
                  </a:lnTo>
                  <a:lnTo>
                    <a:pt x="35110" y="62811"/>
                  </a:lnTo>
                  <a:lnTo>
                    <a:pt x="24467" y="55243"/>
                  </a:lnTo>
                  <a:lnTo>
                    <a:pt x="12030" y="46399"/>
                  </a:lnTo>
                  <a:lnTo>
                    <a:pt x="0" y="37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268"/>
            <p:cNvSpPr/>
            <p:nvPr/>
          </p:nvSpPr>
          <p:spPr>
            <a:xfrm>
              <a:off x="2581309" y="3584931"/>
              <a:ext cx="76663" cy="69303"/>
            </a:xfrm>
            <a:custGeom>
              <a:avLst/>
              <a:pathLst>
                <a:path w="76663" h="69303">
                  <a:moveTo>
                    <a:pt x="0" y="38831"/>
                  </a:moveTo>
                  <a:lnTo>
                    <a:pt x="10358" y="28363"/>
                  </a:lnTo>
                  <a:lnTo>
                    <a:pt x="19087" y="19542"/>
                  </a:lnTo>
                  <a:lnTo>
                    <a:pt x="29725" y="8791"/>
                  </a:lnTo>
                  <a:lnTo>
                    <a:pt x="38425" y="0"/>
                  </a:lnTo>
                  <a:lnTo>
                    <a:pt x="45361" y="4674"/>
                  </a:lnTo>
                  <a:lnTo>
                    <a:pt x="50292" y="7997"/>
                  </a:lnTo>
                  <a:lnTo>
                    <a:pt x="55223" y="11320"/>
                  </a:lnTo>
                  <a:lnTo>
                    <a:pt x="61633" y="15640"/>
                  </a:lnTo>
                  <a:lnTo>
                    <a:pt x="65234" y="18067"/>
                  </a:lnTo>
                  <a:lnTo>
                    <a:pt x="68009" y="19938"/>
                  </a:lnTo>
                  <a:lnTo>
                    <a:pt x="76663" y="25770"/>
                  </a:lnTo>
                  <a:lnTo>
                    <a:pt x="70438" y="35308"/>
                  </a:lnTo>
                  <a:lnTo>
                    <a:pt x="60377" y="50723"/>
                  </a:lnTo>
                  <a:lnTo>
                    <a:pt x="56022" y="57395"/>
                  </a:lnTo>
                  <a:lnTo>
                    <a:pt x="48250" y="69303"/>
                  </a:lnTo>
                  <a:lnTo>
                    <a:pt x="26166" y="56238"/>
                  </a:lnTo>
                  <a:lnTo>
                    <a:pt x="6381" y="44533"/>
                  </a:lnTo>
                  <a:lnTo>
                    <a:pt x="4537" y="428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269"/>
            <p:cNvSpPr/>
            <p:nvPr/>
          </p:nvSpPr>
          <p:spPr>
            <a:xfrm>
              <a:off x="2637087" y="3614287"/>
              <a:ext cx="101491" cy="66358"/>
            </a:xfrm>
            <a:custGeom>
              <a:avLst/>
              <a:pathLst>
                <a:path w="101491" h="66358">
                  <a:moveTo>
                    <a:pt x="3859" y="32188"/>
                  </a:moveTo>
                  <a:lnTo>
                    <a:pt x="9875" y="24135"/>
                  </a:lnTo>
                  <a:lnTo>
                    <a:pt x="16466" y="15313"/>
                  </a:lnTo>
                  <a:lnTo>
                    <a:pt x="22128" y="7734"/>
                  </a:lnTo>
                  <a:lnTo>
                    <a:pt x="27906" y="0"/>
                  </a:lnTo>
                  <a:lnTo>
                    <a:pt x="33505" y="3972"/>
                  </a:lnTo>
                  <a:lnTo>
                    <a:pt x="40355" y="8834"/>
                  </a:lnTo>
                  <a:lnTo>
                    <a:pt x="47724" y="14063"/>
                  </a:lnTo>
                  <a:lnTo>
                    <a:pt x="55643" y="20009"/>
                  </a:lnTo>
                  <a:lnTo>
                    <a:pt x="62901" y="25458"/>
                  </a:lnTo>
                  <a:lnTo>
                    <a:pt x="68579" y="29721"/>
                  </a:lnTo>
                  <a:lnTo>
                    <a:pt x="76431" y="35616"/>
                  </a:lnTo>
                  <a:lnTo>
                    <a:pt x="83928" y="41245"/>
                  </a:lnTo>
                  <a:lnTo>
                    <a:pt x="101491" y="54430"/>
                  </a:lnTo>
                  <a:lnTo>
                    <a:pt x="95288" y="61537"/>
                  </a:lnTo>
                  <a:lnTo>
                    <a:pt x="91207" y="66212"/>
                  </a:lnTo>
                  <a:lnTo>
                    <a:pt x="86714" y="66358"/>
                  </a:lnTo>
                  <a:lnTo>
                    <a:pt x="76874" y="65573"/>
                  </a:lnTo>
                  <a:lnTo>
                    <a:pt x="67890" y="64485"/>
                  </a:lnTo>
                  <a:lnTo>
                    <a:pt x="59308" y="62594"/>
                  </a:lnTo>
                  <a:lnTo>
                    <a:pt x="39892" y="55432"/>
                  </a:lnTo>
                  <a:lnTo>
                    <a:pt x="33786" y="53179"/>
                  </a:lnTo>
                  <a:lnTo>
                    <a:pt x="20394" y="48783"/>
                  </a:lnTo>
                  <a:lnTo>
                    <a:pt x="0" y="373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270"/>
            <p:cNvSpPr/>
            <p:nvPr/>
          </p:nvSpPr>
          <p:spPr>
            <a:xfrm>
              <a:off x="2638809" y="3546441"/>
              <a:ext cx="141244" cy="123394"/>
            </a:xfrm>
            <a:custGeom>
              <a:avLst/>
              <a:pathLst>
                <a:path w="141244" h="123394">
                  <a:moveTo>
                    <a:pt x="2956" y="38348"/>
                  </a:moveTo>
                  <a:lnTo>
                    <a:pt x="6331" y="30690"/>
                  </a:lnTo>
                  <a:lnTo>
                    <a:pt x="9007" y="24615"/>
                  </a:lnTo>
                  <a:lnTo>
                    <a:pt x="10772" y="22277"/>
                  </a:lnTo>
                  <a:lnTo>
                    <a:pt x="14347" y="17537"/>
                  </a:lnTo>
                  <a:lnTo>
                    <a:pt x="17945" y="12768"/>
                  </a:lnTo>
                  <a:lnTo>
                    <a:pt x="22878" y="6228"/>
                  </a:lnTo>
                  <a:lnTo>
                    <a:pt x="27577" y="0"/>
                  </a:lnTo>
                  <a:lnTo>
                    <a:pt x="32044" y="2986"/>
                  </a:lnTo>
                  <a:lnTo>
                    <a:pt x="36723" y="6115"/>
                  </a:lnTo>
                  <a:lnTo>
                    <a:pt x="41000" y="8975"/>
                  </a:lnTo>
                  <a:lnTo>
                    <a:pt x="45389" y="11909"/>
                  </a:lnTo>
                  <a:lnTo>
                    <a:pt x="49784" y="14848"/>
                  </a:lnTo>
                  <a:lnTo>
                    <a:pt x="55887" y="18929"/>
                  </a:lnTo>
                  <a:lnTo>
                    <a:pt x="60395" y="21943"/>
                  </a:lnTo>
                  <a:lnTo>
                    <a:pt x="63085" y="23743"/>
                  </a:lnTo>
                  <a:lnTo>
                    <a:pt x="65381" y="25339"/>
                  </a:lnTo>
                  <a:lnTo>
                    <a:pt x="71522" y="29611"/>
                  </a:lnTo>
                  <a:lnTo>
                    <a:pt x="79418" y="35104"/>
                  </a:lnTo>
                  <a:lnTo>
                    <a:pt x="87360" y="40628"/>
                  </a:lnTo>
                  <a:lnTo>
                    <a:pt x="93838" y="45134"/>
                  </a:lnTo>
                  <a:lnTo>
                    <a:pt x="99704" y="49215"/>
                  </a:lnTo>
                  <a:lnTo>
                    <a:pt x="102134" y="50905"/>
                  </a:lnTo>
                  <a:lnTo>
                    <a:pt x="105671" y="53631"/>
                  </a:lnTo>
                  <a:lnTo>
                    <a:pt x="111988" y="58500"/>
                  </a:lnTo>
                  <a:lnTo>
                    <a:pt x="119955" y="64639"/>
                  </a:lnTo>
                  <a:lnTo>
                    <a:pt x="130823" y="73015"/>
                  </a:lnTo>
                  <a:lnTo>
                    <a:pt x="141244" y="81046"/>
                  </a:lnTo>
                  <a:lnTo>
                    <a:pt x="137906" y="84607"/>
                  </a:lnTo>
                  <a:lnTo>
                    <a:pt x="135382" y="87300"/>
                  </a:lnTo>
                  <a:lnTo>
                    <a:pt x="132507" y="90366"/>
                  </a:lnTo>
                  <a:lnTo>
                    <a:pt x="129104" y="95302"/>
                  </a:lnTo>
                  <a:lnTo>
                    <a:pt x="126379" y="99254"/>
                  </a:lnTo>
                  <a:lnTo>
                    <a:pt x="123635" y="103234"/>
                  </a:lnTo>
                  <a:lnTo>
                    <a:pt x="121215" y="109512"/>
                  </a:lnTo>
                  <a:lnTo>
                    <a:pt x="120112" y="112374"/>
                  </a:lnTo>
                  <a:lnTo>
                    <a:pt x="116591" y="116418"/>
                  </a:lnTo>
                  <a:lnTo>
                    <a:pt x="110516" y="123394"/>
                  </a:lnTo>
                  <a:lnTo>
                    <a:pt x="76487" y="99132"/>
                  </a:lnTo>
                  <a:lnTo>
                    <a:pt x="50844" y="80704"/>
                  </a:lnTo>
                  <a:lnTo>
                    <a:pt x="23535" y="61079"/>
                  </a:lnTo>
                  <a:lnTo>
                    <a:pt x="0" y="450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271"/>
            <p:cNvSpPr/>
            <p:nvPr/>
          </p:nvSpPr>
          <p:spPr>
            <a:xfrm>
              <a:off x="2438253" y="3445157"/>
              <a:ext cx="66671" cy="36868"/>
            </a:xfrm>
            <a:custGeom>
              <a:avLst/>
              <a:pathLst>
                <a:path w="66671" h="36868">
                  <a:moveTo>
                    <a:pt x="0" y="17917"/>
                  </a:moveTo>
                  <a:lnTo>
                    <a:pt x="0" y="15740"/>
                  </a:lnTo>
                  <a:lnTo>
                    <a:pt x="327" y="13731"/>
                  </a:lnTo>
                  <a:lnTo>
                    <a:pt x="1801" y="10884"/>
                  </a:lnTo>
                  <a:lnTo>
                    <a:pt x="4259" y="10214"/>
                  </a:lnTo>
                  <a:lnTo>
                    <a:pt x="34881" y="5202"/>
                  </a:lnTo>
                  <a:lnTo>
                    <a:pt x="66671" y="0"/>
                  </a:lnTo>
                  <a:lnTo>
                    <a:pt x="51772" y="20187"/>
                  </a:lnTo>
                  <a:lnTo>
                    <a:pt x="39460" y="36868"/>
                  </a:lnTo>
                  <a:lnTo>
                    <a:pt x="18923" y="28146"/>
                  </a:lnTo>
                  <a:lnTo>
                    <a:pt x="3507" y="21600"/>
                  </a:lnTo>
                  <a:lnTo>
                    <a:pt x="819" y="1925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272"/>
            <p:cNvSpPr/>
            <p:nvPr/>
          </p:nvSpPr>
          <p:spPr>
            <a:xfrm>
              <a:off x="3172432" y="3304928"/>
              <a:ext cx="163129" cy="167409"/>
            </a:xfrm>
            <a:custGeom>
              <a:avLst/>
              <a:pathLst>
                <a:path w="163129" h="167409">
                  <a:moveTo>
                    <a:pt x="4682" y="36704"/>
                  </a:moveTo>
                  <a:lnTo>
                    <a:pt x="10862" y="27132"/>
                  </a:lnTo>
                  <a:lnTo>
                    <a:pt x="17663" y="16597"/>
                  </a:lnTo>
                  <a:lnTo>
                    <a:pt x="24074" y="6668"/>
                  </a:lnTo>
                  <a:lnTo>
                    <a:pt x="28380" y="0"/>
                  </a:lnTo>
                  <a:lnTo>
                    <a:pt x="31457" y="2240"/>
                  </a:lnTo>
                  <a:lnTo>
                    <a:pt x="35412" y="5120"/>
                  </a:lnTo>
                  <a:lnTo>
                    <a:pt x="38482" y="7355"/>
                  </a:lnTo>
                  <a:lnTo>
                    <a:pt x="41762" y="9744"/>
                  </a:lnTo>
                  <a:lnTo>
                    <a:pt x="46426" y="13139"/>
                  </a:lnTo>
                  <a:lnTo>
                    <a:pt x="49486" y="15368"/>
                  </a:lnTo>
                  <a:lnTo>
                    <a:pt x="52534" y="17587"/>
                  </a:lnTo>
                  <a:lnTo>
                    <a:pt x="55093" y="19450"/>
                  </a:lnTo>
                  <a:lnTo>
                    <a:pt x="58258" y="21754"/>
                  </a:lnTo>
                  <a:lnTo>
                    <a:pt x="61748" y="24295"/>
                  </a:lnTo>
                  <a:lnTo>
                    <a:pt x="64749" y="26481"/>
                  </a:lnTo>
                  <a:lnTo>
                    <a:pt x="67750" y="28666"/>
                  </a:lnTo>
                  <a:lnTo>
                    <a:pt x="71077" y="31088"/>
                  </a:lnTo>
                  <a:lnTo>
                    <a:pt x="74357" y="33477"/>
                  </a:lnTo>
                  <a:lnTo>
                    <a:pt x="77754" y="35950"/>
                  </a:lnTo>
                  <a:lnTo>
                    <a:pt x="82751" y="39588"/>
                  </a:lnTo>
                  <a:lnTo>
                    <a:pt x="83913" y="40565"/>
                  </a:lnTo>
                  <a:lnTo>
                    <a:pt x="85071" y="41546"/>
                  </a:lnTo>
                  <a:lnTo>
                    <a:pt x="86225" y="42534"/>
                  </a:lnTo>
                  <a:lnTo>
                    <a:pt x="87374" y="43526"/>
                  </a:lnTo>
                  <a:lnTo>
                    <a:pt x="88519" y="44523"/>
                  </a:lnTo>
                  <a:lnTo>
                    <a:pt x="89659" y="45527"/>
                  </a:lnTo>
                  <a:lnTo>
                    <a:pt x="90793" y="46535"/>
                  </a:lnTo>
                  <a:lnTo>
                    <a:pt x="91925" y="47548"/>
                  </a:lnTo>
                  <a:lnTo>
                    <a:pt x="93052" y="48565"/>
                  </a:lnTo>
                  <a:lnTo>
                    <a:pt x="94175" y="49589"/>
                  </a:lnTo>
                  <a:lnTo>
                    <a:pt x="95291" y="50617"/>
                  </a:lnTo>
                  <a:lnTo>
                    <a:pt x="96405" y="51650"/>
                  </a:lnTo>
                  <a:lnTo>
                    <a:pt x="97512" y="52688"/>
                  </a:lnTo>
                  <a:lnTo>
                    <a:pt x="98615" y="53732"/>
                  </a:lnTo>
                  <a:lnTo>
                    <a:pt x="99713" y="54781"/>
                  </a:lnTo>
                  <a:lnTo>
                    <a:pt x="100807" y="55834"/>
                  </a:lnTo>
                  <a:lnTo>
                    <a:pt x="101897" y="56891"/>
                  </a:lnTo>
                  <a:lnTo>
                    <a:pt x="102983" y="57956"/>
                  </a:lnTo>
                  <a:lnTo>
                    <a:pt x="104061" y="59023"/>
                  </a:lnTo>
                  <a:lnTo>
                    <a:pt x="105136" y="60096"/>
                  </a:lnTo>
                  <a:lnTo>
                    <a:pt x="106208" y="61174"/>
                  </a:lnTo>
                  <a:lnTo>
                    <a:pt x="107271" y="62256"/>
                  </a:lnTo>
                  <a:lnTo>
                    <a:pt x="108332" y="63345"/>
                  </a:lnTo>
                  <a:lnTo>
                    <a:pt x="109389" y="64437"/>
                  </a:lnTo>
                  <a:lnTo>
                    <a:pt x="110439" y="65535"/>
                  </a:lnTo>
                  <a:lnTo>
                    <a:pt x="111485" y="66638"/>
                  </a:lnTo>
                  <a:lnTo>
                    <a:pt x="112524" y="67743"/>
                  </a:lnTo>
                  <a:lnTo>
                    <a:pt x="113561" y="68854"/>
                  </a:lnTo>
                  <a:lnTo>
                    <a:pt x="114591" y="69971"/>
                  </a:lnTo>
                  <a:lnTo>
                    <a:pt x="115617" y="71091"/>
                  </a:lnTo>
                  <a:lnTo>
                    <a:pt x="116638" y="72219"/>
                  </a:lnTo>
                  <a:lnTo>
                    <a:pt x="117653" y="73348"/>
                  </a:lnTo>
                  <a:lnTo>
                    <a:pt x="118664" y="74483"/>
                  </a:lnTo>
                  <a:lnTo>
                    <a:pt x="119670" y="75621"/>
                  </a:lnTo>
                  <a:lnTo>
                    <a:pt x="120669" y="76767"/>
                  </a:lnTo>
                  <a:lnTo>
                    <a:pt x="121664" y="77914"/>
                  </a:lnTo>
                  <a:lnTo>
                    <a:pt x="122655" y="79067"/>
                  </a:lnTo>
                  <a:lnTo>
                    <a:pt x="123639" y="80226"/>
                  </a:lnTo>
                  <a:lnTo>
                    <a:pt x="124619" y="81387"/>
                  </a:lnTo>
                  <a:lnTo>
                    <a:pt x="125594" y="82552"/>
                  </a:lnTo>
                  <a:lnTo>
                    <a:pt x="126562" y="83725"/>
                  </a:lnTo>
                  <a:lnTo>
                    <a:pt x="127527" y="84900"/>
                  </a:lnTo>
                  <a:lnTo>
                    <a:pt x="128484" y="86079"/>
                  </a:lnTo>
                  <a:lnTo>
                    <a:pt x="129437" y="87262"/>
                  </a:lnTo>
                  <a:lnTo>
                    <a:pt x="130386" y="88451"/>
                  </a:lnTo>
                  <a:lnTo>
                    <a:pt x="131329" y="89643"/>
                  </a:lnTo>
                  <a:lnTo>
                    <a:pt x="132266" y="90841"/>
                  </a:lnTo>
                  <a:lnTo>
                    <a:pt x="133198" y="92042"/>
                  </a:lnTo>
                  <a:lnTo>
                    <a:pt x="134124" y="93246"/>
                  </a:lnTo>
                  <a:lnTo>
                    <a:pt x="135045" y="94457"/>
                  </a:lnTo>
                  <a:lnTo>
                    <a:pt x="135960" y="95670"/>
                  </a:lnTo>
                  <a:lnTo>
                    <a:pt x="136870" y="96887"/>
                  </a:lnTo>
                  <a:lnTo>
                    <a:pt x="137774" y="98109"/>
                  </a:lnTo>
                  <a:lnTo>
                    <a:pt x="138675" y="99336"/>
                  </a:lnTo>
                  <a:lnTo>
                    <a:pt x="139569" y="100564"/>
                  </a:lnTo>
                  <a:lnTo>
                    <a:pt x="140456" y="101800"/>
                  </a:lnTo>
                  <a:lnTo>
                    <a:pt x="141136" y="102754"/>
                  </a:lnTo>
                  <a:lnTo>
                    <a:pt x="141565" y="103427"/>
                  </a:lnTo>
                  <a:lnTo>
                    <a:pt x="142356" y="104685"/>
                  </a:lnTo>
                  <a:lnTo>
                    <a:pt x="143133" y="105945"/>
                  </a:lnTo>
                  <a:lnTo>
                    <a:pt x="143901" y="107210"/>
                  </a:lnTo>
                  <a:lnTo>
                    <a:pt x="144661" y="108479"/>
                  </a:lnTo>
                  <a:lnTo>
                    <a:pt x="145411" y="109755"/>
                  </a:lnTo>
                  <a:lnTo>
                    <a:pt x="146153" y="111038"/>
                  </a:lnTo>
                  <a:lnTo>
                    <a:pt x="146884" y="112323"/>
                  </a:lnTo>
                  <a:lnTo>
                    <a:pt x="147608" y="113617"/>
                  </a:lnTo>
                  <a:lnTo>
                    <a:pt x="148319" y="114913"/>
                  </a:lnTo>
                  <a:lnTo>
                    <a:pt x="149024" y="116216"/>
                  </a:lnTo>
                  <a:lnTo>
                    <a:pt x="149717" y="117523"/>
                  </a:lnTo>
                  <a:lnTo>
                    <a:pt x="150402" y="118837"/>
                  </a:lnTo>
                  <a:lnTo>
                    <a:pt x="151078" y="120154"/>
                  </a:lnTo>
                  <a:lnTo>
                    <a:pt x="151743" y="121477"/>
                  </a:lnTo>
                  <a:lnTo>
                    <a:pt x="152399" y="122805"/>
                  </a:lnTo>
                  <a:lnTo>
                    <a:pt x="153044" y="124137"/>
                  </a:lnTo>
                  <a:lnTo>
                    <a:pt x="153680" y="125476"/>
                  </a:lnTo>
                  <a:lnTo>
                    <a:pt x="154307" y="126817"/>
                  </a:lnTo>
                  <a:lnTo>
                    <a:pt x="154924" y="128163"/>
                  </a:lnTo>
                  <a:lnTo>
                    <a:pt x="155531" y="129515"/>
                  </a:lnTo>
                  <a:lnTo>
                    <a:pt x="156128" y="130870"/>
                  </a:lnTo>
                  <a:lnTo>
                    <a:pt x="156716" y="132229"/>
                  </a:lnTo>
                  <a:lnTo>
                    <a:pt x="157293" y="133593"/>
                  </a:lnTo>
                  <a:lnTo>
                    <a:pt x="157861" y="134961"/>
                  </a:lnTo>
                  <a:lnTo>
                    <a:pt x="158418" y="136334"/>
                  </a:lnTo>
                  <a:lnTo>
                    <a:pt x="158963" y="137711"/>
                  </a:lnTo>
                  <a:lnTo>
                    <a:pt x="159503" y="139091"/>
                  </a:lnTo>
                  <a:lnTo>
                    <a:pt x="160029" y="140477"/>
                  </a:lnTo>
                  <a:lnTo>
                    <a:pt x="160546" y="141865"/>
                  </a:lnTo>
                  <a:lnTo>
                    <a:pt x="161055" y="143256"/>
                  </a:lnTo>
                  <a:lnTo>
                    <a:pt x="161550" y="144651"/>
                  </a:lnTo>
                  <a:lnTo>
                    <a:pt x="162037" y="146051"/>
                  </a:lnTo>
                  <a:lnTo>
                    <a:pt x="162514" y="147455"/>
                  </a:lnTo>
                  <a:lnTo>
                    <a:pt x="162981" y="148862"/>
                  </a:lnTo>
                  <a:lnTo>
                    <a:pt x="163129" y="149319"/>
                  </a:lnTo>
                  <a:lnTo>
                    <a:pt x="153963" y="152939"/>
                  </a:lnTo>
                  <a:lnTo>
                    <a:pt x="138380" y="159094"/>
                  </a:lnTo>
                  <a:lnTo>
                    <a:pt x="120590" y="166121"/>
                  </a:lnTo>
                  <a:lnTo>
                    <a:pt x="117330" y="167409"/>
                  </a:lnTo>
                  <a:lnTo>
                    <a:pt x="116635" y="165654"/>
                  </a:lnTo>
                  <a:lnTo>
                    <a:pt x="114515" y="160303"/>
                  </a:lnTo>
                  <a:lnTo>
                    <a:pt x="112243" y="154568"/>
                  </a:lnTo>
                  <a:lnTo>
                    <a:pt x="110513" y="150200"/>
                  </a:lnTo>
                  <a:lnTo>
                    <a:pt x="109221" y="146938"/>
                  </a:lnTo>
                  <a:lnTo>
                    <a:pt x="105914" y="141450"/>
                  </a:lnTo>
                  <a:lnTo>
                    <a:pt x="104014" y="138298"/>
                  </a:lnTo>
                  <a:lnTo>
                    <a:pt x="101008" y="133311"/>
                  </a:lnTo>
                  <a:lnTo>
                    <a:pt x="97715" y="127847"/>
                  </a:lnTo>
                  <a:lnTo>
                    <a:pt x="95393" y="123994"/>
                  </a:lnTo>
                  <a:lnTo>
                    <a:pt x="92267" y="118806"/>
                  </a:lnTo>
                  <a:lnTo>
                    <a:pt x="87488" y="112991"/>
                  </a:lnTo>
                  <a:lnTo>
                    <a:pt x="83602" y="108261"/>
                  </a:lnTo>
                  <a:lnTo>
                    <a:pt x="80388" y="104349"/>
                  </a:lnTo>
                  <a:lnTo>
                    <a:pt x="75383" y="98258"/>
                  </a:lnTo>
                  <a:lnTo>
                    <a:pt x="73252" y="96023"/>
                  </a:lnTo>
                  <a:lnTo>
                    <a:pt x="70041" y="93380"/>
                  </a:lnTo>
                  <a:lnTo>
                    <a:pt x="66215" y="90232"/>
                  </a:lnTo>
                  <a:lnTo>
                    <a:pt x="61313" y="86197"/>
                  </a:lnTo>
                  <a:lnTo>
                    <a:pt x="56887" y="82555"/>
                  </a:lnTo>
                  <a:lnTo>
                    <a:pt x="53102" y="79440"/>
                  </a:lnTo>
                  <a:lnTo>
                    <a:pt x="48371" y="76327"/>
                  </a:lnTo>
                  <a:lnTo>
                    <a:pt x="44821" y="73990"/>
                  </a:lnTo>
                  <a:lnTo>
                    <a:pt x="41668" y="71915"/>
                  </a:lnTo>
                  <a:lnTo>
                    <a:pt x="38353" y="69733"/>
                  </a:lnTo>
                  <a:lnTo>
                    <a:pt x="35194" y="67654"/>
                  </a:lnTo>
                  <a:lnTo>
                    <a:pt x="32271" y="65730"/>
                  </a:lnTo>
                  <a:lnTo>
                    <a:pt x="29037" y="63602"/>
                  </a:lnTo>
                  <a:lnTo>
                    <a:pt x="25543" y="61302"/>
                  </a:lnTo>
                  <a:lnTo>
                    <a:pt x="21991" y="58964"/>
                  </a:lnTo>
                  <a:lnTo>
                    <a:pt x="18275" y="56627"/>
                  </a:lnTo>
                  <a:lnTo>
                    <a:pt x="15334" y="54777"/>
                  </a:lnTo>
                  <a:lnTo>
                    <a:pt x="13422" y="53575"/>
                  </a:lnTo>
                  <a:lnTo>
                    <a:pt x="10353" y="51375"/>
                  </a:lnTo>
                  <a:lnTo>
                    <a:pt x="7303" y="49189"/>
                  </a:lnTo>
                  <a:lnTo>
                    <a:pt x="3619" y="46549"/>
                  </a:lnTo>
                  <a:lnTo>
                    <a:pt x="2003" y="45391"/>
                  </a:lnTo>
                  <a:lnTo>
                    <a:pt x="0" y="43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g273"/>
            <p:cNvSpPr/>
            <p:nvPr/>
          </p:nvSpPr>
          <p:spPr>
            <a:xfrm>
              <a:off x="3206076" y="3210365"/>
              <a:ext cx="206374" cy="310157"/>
            </a:xfrm>
            <a:custGeom>
              <a:avLst/>
              <a:pathLst>
                <a:path w="206374" h="310157">
                  <a:moveTo>
                    <a:pt x="141832" y="135043"/>
                  </a:moveTo>
                  <a:lnTo>
                    <a:pt x="136703" y="143341"/>
                  </a:lnTo>
                  <a:lnTo>
                    <a:pt x="154280" y="164341"/>
                  </a:lnTo>
                  <a:lnTo>
                    <a:pt x="165474" y="177714"/>
                  </a:lnTo>
                  <a:lnTo>
                    <a:pt x="169300" y="182284"/>
                  </a:lnTo>
                  <a:lnTo>
                    <a:pt x="187208" y="200725"/>
                  </a:lnTo>
                  <a:lnTo>
                    <a:pt x="191303" y="203070"/>
                  </a:lnTo>
                  <a:lnTo>
                    <a:pt x="202934" y="215461"/>
                  </a:lnTo>
                  <a:lnTo>
                    <a:pt x="206374" y="227852"/>
                  </a:lnTo>
                  <a:lnTo>
                    <a:pt x="190975" y="232039"/>
                  </a:lnTo>
                  <a:lnTo>
                    <a:pt x="194088" y="245602"/>
                  </a:lnTo>
                  <a:lnTo>
                    <a:pt x="195235" y="252803"/>
                  </a:lnTo>
                  <a:lnTo>
                    <a:pt x="200149" y="289307"/>
                  </a:lnTo>
                  <a:lnTo>
                    <a:pt x="179951" y="290370"/>
                  </a:lnTo>
                  <a:lnTo>
                    <a:pt x="182004" y="310157"/>
                  </a:lnTo>
                  <a:lnTo>
                    <a:pt x="174323" y="309783"/>
                  </a:lnTo>
                  <a:lnTo>
                    <a:pt x="153154" y="308751"/>
                  </a:lnTo>
                  <a:lnTo>
                    <a:pt x="152692" y="303428"/>
                  </a:lnTo>
                  <a:lnTo>
                    <a:pt x="152223" y="298028"/>
                  </a:lnTo>
                  <a:lnTo>
                    <a:pt x="151541" y="292622"/>
                  </a:lnTo>
                  <a:lnTo>
                    <a:pt x="150892" y="288833"/>
                  </a:lnTo>
                  <a:lnTo>
                    <a:pt x="150119" y="284319"/>
                  </a:lnTo>
                  <a:lnTo>
                    <a:pt x="149297" y="279517"/>
                  </a:lnTo>
                  <a:lnTo>
                    <a:pt x="148698" y="276020"/>
                  </a:lnTo>
                  <a:lnTo>
                    <a:pt x="148009" y="271993"/>
                  </a:lnTo>
                  <a:lnTo>
                    <a:pt x="147444" y="268697"/>
                  </a:lnTo>
                  <a:lnTo>
                    <a:pt x="146630" y="263938"/>
                  </a:lnTo>
                  <a:lnTo>
                    <a:pt x="145894" y="259643"/>
                  </a:lnTo>
                  <a:lnTo>
                    <a:pt x="145212" y="255658"/>
                  </a:lnTo>
                  <a:lnTo>
                    <a:pt x="144762" y="253030"/>
                  </a:lnTo>
                  <a:lnTo>
                    <a:pt x="143884" y="250322"/>
                  </a:lnTo>
                  <a:lnTo>
                    <a:pt x="142433" y="245850"/>
                  </a:lnTo>
                  <a:lnTo>
                    <a:pt x="141243" y="242181"/>
                  </a:lnTo>
                  <a:lnTo>
                    <a:pt x="139857" y="237909"/>
                  </a:lnTo>
                  <a:lnTo>
                    <a:pt x="138634" y="234139"/>
                  </a:lnTo>
                  <a:lnTo>
                    <a:pt x="137020" y="229163"/>
                  </a:lnTo>
                  <a:lnTo>
                    <a:pt x="135911" y="225746"/>
                  </a:lnTo>
                  <a:lnTo>
                    <a:pt x="135169" y="223457"/>
                  </a:lnTo>
                  <a:lnTo>
                    <a:pt x="134395" y="221071"/>
                  </a:lnTo>
                  <a:lnTo>
                    <a:pt x="133124" y="217152"/>
                  </a:lnTo>
                  <a:lnTo>
                    <a:pt x="132482" y="215174"/>
                  </a:lnTo>
                  <a:lnTo>
                    <a:pt x="130531" y="212258"/>
                  </a:lnTo>
                  <a:lnTo>
                    <a:pt x="128325" y="208962"/>
                  </a:lnTo>
                  <a:lnTo>
                    <a:pt x="126553" y="206315"/>
                  </a:lnTo>
                  <a:lnTo>
                    <a:pt x="124367" y="203049"/>
                  </a:lnTo>
                  <a:lnTo>
                    <a:pt x="122315" y="199982"/>
                  </a:lnTo>
                  <a:lnTo>
                    <a:pt x="121021" y="198049"/>
                  </a:lnTo>
                  <a:lnTo>
                    <a:pt x="119327" y="195761"/>
                  </a:lnTo>
                  <a:lnTo>
                    <a:pt x="116341" y="191730"/>
                  </a:lnTo>
                  <a:lnTo>
                    <a:pt x="113377" y="187728"/>
                  </a:lnTo>
                  <a:lnTo>
                    <a:pt x="110142" y="183360"/>
                  </a:lnTo>
                  <a:lnTo>
                    <a:pt x="105228" y="176725"/>
                  </a:lnTo>
                  <a:lnTo>
                    <a:pt x="101077" y="171121"/>
                  </a:lnTo>
                  <a:lnTo>
                    <a:pt x="99160" y="168533"/>
                  </a:lnTo>
                  <a:lnTo>
                    <a:pt x="98272" y="167333"/>
                  </a:lnTo>
                  <a:lnTo>
                    <a:pt x="94596" y="162553"/>
                  </a:lnTo>
                  <a:lnTo>
                    <a:pt x="90992" y="157865"/>
                  </a:lnTo>
                  <a:lnTo>
                    <a:pt x="88274" y="154331"/>
                  </a:lnTo>
                  <a:lnTo>
                    <a:pt x="85530" y="150763"/>
                  </a:lnTo>
                  <a:lnTo>
                    <a:pt x="80360" y="145982"/>
                  </a:lnTo>
                  <a:lnTo>
                    <a:pt x="76937" y="142816"/>
                  </a:lnTo>
                  <a:lnTo>
                    <a:pt x="72797" y="138987"/>
                  </a:lnTo>
                  <a:lnTo>
                    <a:pt x="69887" y="136980"/>
                  </a:lnTo>
                  <a:lnTo>
                    <a:pt x="65555" y="133990"/>
                  </a:lnTo>
                  <a:lnTo>
                    <a:pt x="58622" y="129207"/>
                  </a:lnTo>
                  <a:lnTo>
                    <a:pt x="47706" y="121675"/>
                  </a:lnTo>
                  <a:lnTo>
                    <a:pt x="41889" y="117661"/>
                  </a:lnTo>
                  <a:lnTo>
                    <a:pt x="34116" y="112032"/>
                  </a:lnTo>
                  <a:lnTo>
                    <a:pt x="25631" y="105887"/>
                  </a:lnTo>
                  <a:lnTo>
                    <a:pt x="17305" y="99858"/>
                  </a:lnTo>
                  <a:lnTo>
                    <a:pt x="9847" y="94457"/>
                  </a:lnTo>
                  <a:lnTo>
                    <a:pt x="8322" y="93353"/>
                  </a:lnTo>
                  <a:lnTo>
                    <a:pt x="0" y="87325"/>
                  </a:lnTo>
                  <a:lnTo>
                    <a:pt x="24828" y="51204"/>
                  </a:lnTo>
                  <a:lnTo>
                    <a:pt x="35997" y="34955"/>
                  </a:lnTo>
                  <a:lnTo>
                    <a:pt x="40112" y="37498"/>
                  </a:lnTo>
                  <a:lnTo>
                    <a:pt x="47945" y="26690"/>
                  </a:lnTo>
                  <a:lnTo>
                    <a:pt x="56064" y="15489"/>
                  </a:lnTo>
                  <a:lnTo>
                    <a:pt x="70807" y="9628"/>
                  </a:lnTo>
                  <a:lnTo>
                    <a:pt x="120360" y="0"/>
                  </a:lnTo>
                  <a:lnTo>
                    <a:pt x="123524" y="6374"/>
                  </a:lnTo>
                  <a:lnTo>
                    <a:pt x="142202" y="44011"/>
                  </a:lnTo>
                  <a:lnTo>
                    <a:pt x="121356" y="54666"/>
                  </a:lnTo>
                  <a:lnTo>
                    <a:pt x="122830" y="63541"/>
                  </a:lnTo>
                  <a:lnTo>
                    <a:pt x="134337" y="77608"/>
                  </a:lnTo>
                  <a:lnTo>
                    <a:pt x="136043" y="87278"/>
                  </a:lnTo>
                  <a:lnTo>
                    <a:pt x="117132" y="113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g274"/>
            <p:cNvSpPr/>
            <p:nvPr/>
          </p:nvSpPr>
          <p:spPr>
            <a:xfrm>
              <a:off x="3499688" y="3643912"/>
              <a:ext cx="82620" cy="70687"/>
            </a:xfrm>
            <a:custGeom>
              <a:avLst/>
              <a:pathLst>
                <a:path w="82620" h="70687">
                  <a:moveTo>
                    <a:pt x="41920" y="3581"/>
                  </a:moveTo>
                  <a:lnTo>
                    <a:pt x="50854" y="4655"/>
                  </a:lnTo>
                  <a:lnTo>
                    <a:pt x="80365" y="12588"/>
                  </a:lnTo>
                  <a:lnTo>
                    <a:pt x="82293" y="21132"/>
                  </a:lnTo>
                  <a:lnTo>
                    <a:pt x="82620" y="27662"/>
                  </a:lnTo>
                  <a:lnTo>
                    <a:pt x="81450" y="34283"/>
                  </a:lnTo>
                  <a:lnTo>
                    <a:pt x="80098" y="41934"/>
                  </a:lnTo>
                  <a:lnTo>
                    <a:pt x="79325" y="46310"/>
                  </a:lnTo>
                  <a:lnTo>
                    <a:pt x="77262" y="57983"/>
                  </a:lnTo>
                  <a:lnTo>
                    <a:pt x="75017" y="70687"/>
                  </a:lnTo>
                  <a:lnTo>
                    <a:pt x="64781" y="68681"/>
                  </a:lnTo>
                  <a:lnTo>
                    <a:pt x="55940" y="66949"/>
                  </a:lnTo>
                  <a:lnTo>
                    <a:pt x="48184" y="65430"/>
                  </a:lnTo>
                  <a:lnTo>
                    <a:pt x="39253" y="63680"/>
                  </a:lnTo>
                  <a:lnTo>
                    <a:pt x="37701" y="63392"/>
                  </a:lnTo>
                  <a:lnTo>
                    <a:pt x="36140" y="63142"/>
                  </a:lnTo>
                  <a:lnTo>
                    <a:pt x="30173" y="62799"/>
                  </a:lnTo>
                  <a:lnTo>
                    <a:pt x="25375" y="62523"/>
                  </a:lnTo>
                  <a:lnTo>
                    <a:pt x="5967" y="61407"/>
                  </a:lnTo>
                  <a:lnTo>
                    <a:pt x="1800" y="30807"/>
                  </a:lnTo>
                  <a:lnTo>
                    <a:pt x="0" y="17582"/>
                  </a:lnTo>
                  <a:lnTo>
                    <a:pt x="12140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g275"/>
            <p:cNvSpPr/>
            <p:nvPr/>
          </p:nvSpPr>
          <p:spPr>
            <a:xfrm>
              <a:off x="3473824" y="3483008"/>
              <a:ext cx="48945" cy="53554"/>
            </a:xfrm>
            <a:custGeom>
              <a:avLst/>
              <a:pathLst>
                <a:path w="48945" h="53554">
                  <a:moveTo>
                    <a:pt x="42695" y="46922"/>
                  </a:moveTo>
                  <a:lnTo>
                    <a:pt x="37469" y="47734"/>
                  </a:lnTo>
                  <a:lnTo>
                    <a:pt x="31595" y="48646"/>
                  </a:lnTo>
                  <a:lnTo>
                    <a:pt x="26442" y="49447"/>
                  </a:lnTo>
                  <a:lnTo>
                    <a:pt x="20809" y="50322"/>
                  </a:lnTo>
                  <a:lnTo>
                    <a:pt x="15619" y="51128"/>
                  </a:lnTo>
                  <a:lnTo>
                    <a:pt x="9985" y="52003"/>
                  </a:lnTo>
                  <a:lnTo>
                    <a:pt x="325" y="53503"/>
                  </a:lnTo>
                  <a:lnTo>
                    <a:pt x="0" y="53554"/>
                  </a:lnTo>
                  <a:lnTo>
                    <a:pt x="1080" y="29509"/>
                  </a:lnTo>
                  <a:lnTo>
                    <a:pt x="2021" y="8585"/>
                  </a:lnTo>
                  <a:lnTo>
                    <a:pt x="3119" y="8382"/>
                  </a:lnTo>
                  <a:lnTo>
                    <a:pt x="17586" y="5716"/>
                  </a:lnTo>
                  <a:lnTo>
                    <a:pt x="30952" y="3253"/>
                  </a:lnTo>
                  <a:lnTo>
                    <a:pt x="33980" y="2695"/>
                  </a:lnTo>
                  <a:lnTo>
                    <a:pt x="45195" y="629"/>
                  </a:lnTo>
                  <a:lnTo>
                    <a:pt x="48945" y="0"/>
                  </a:lnTo>
                  <a:lnTo>
                    <a:pt x="48266" y="22545"/>
                  </a:lnTo>
                  <a:lnTo>
                    <a:pt x="47555" y="4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g276"/>
            <p:cNvSpPr/>
            <p:nvPr/>
          </p:nvSpPr>
          <p:spPr>
            <a:xfrm>
              <a:off x="3346537" y="3608734"/>
              <a:ext cx="89850" cy="195499"/>
            </a:xfrm>
            <a:custGeom>
              <a:avLst/>
              <a:pathLst>
                <a:path w="89850" h="195499">
                  <a:moveTo>
                    <a:pt x="76807" y="161799"/>
                  </a:moveTo>
                  <a:lnTo>
                    <a:pt x="73820" y="168731"/>
                  </a:lnTo>
                  <a:lnTo>
                    <a:pt x="72261" y="172349"/>
                  </a:lnTo>
                  <a:lnTo>
                    <a:pt x="66753" y="195499"/>
                  </a:lnTo>
                  <a:lnTo>
                    <a:pt x="62522" y="195094"/>
                  </a:lnTo>
                  <a:lnTo>
                    <a:pt x="55566" y="194387"/>
                  </a:lnTo>
                  <a:lnTo>
                    <a:pt x="49888" y="192918"/>
                  </a:lnTo>
                  <a:lnTo>
                    <a:pt x="44919" y="190332"/>
                  </a:lnTo>
                  <a:lnTo>
                    <a:pt x="44350" y="185706"/>
                  </a:lnTo>
                  <a:lnTo>
                    <a:pt x="43721" y="180596"/>
                  </a:lnTo>
                  <a:lnTo>
                    <a:pt x="43145" y="175918"/>
                  </a:lnTo>
                  <a:lnTo>
                    <a:pt x="42524" y="170869"/>
                  </a:lnTo>
                  <a:lnTo>
                    <a:pt x="41905" y="165841"/>
                  </a:lnTo>
                  <a:lnTo>
                    <a:pt x="41406" y="161782"/>
                  </a:lnTo>
                  <a:lnTo>
                    <a:pt x="41189" y="160019"/>
                  </a:lnTo>
                  <a:lnTo>
                    <a:pt x="40659" y="156210"/>
                  </a:lnTo>
                  <a:lnTo>
                    <a:pt x="40022" y="151638"/>
                  </a:lnTo>
                  <a:lnTo>
                    <a:pt x="39369" y="146949"/>
                  </a:lnTo>
                  <a:lnTo>
                    <a:pt x="38730" y="142354"/>
                  </a:lnTo>
                  <a:lnTo>
                    <a:pt x="38070" y="137618"/>
                  </a:lnTo>
                  <a:lnTo>
                    <a:pt x="37532" y="133750"/>
                  </a:lnTo>
                  <a:lnTo>
                    <a:pt x="37140" y="130936"/>
                  </a:lnTo>
                  <a:lnTo>
                    <a:pt x="36585" y="126950"/>
                  </a:lnTo>
                  <a:lnTo>
                    <a:pt x="35991" y="122684"/>
                  </a:lnTo>
                  <a:lnTo>
                    <a:pt x="35387" y="118346"/>
                  </a:lnTo>
                  <a:lnTo>
                    <a:pt x="34749" y="113761"/>
                  </a:lnTo>
                  <a:lnTo>
                    <a:pt x="34122" y="109345"/>
                  </a:lnTo>
                  <a:lnTo>
                    <a:pt x="33509" y="105034"/>
                  </a:lnTo>
                  <a:lnTo>
                    <a:pt x="32371" y="97021"/>
                  </a:lnTo>
                  <a:lnTo>
                    <a:pt x="30753" y="90293"/>
                  </a:lnTo>
                  <a:lnTo>
                    <a:pt x="29366" y="84525"/>
                  </a:lnTo>
                  <a:lnTo>
                    <a:pt x="27970" y="78722"/>
                  </a:lnTo>
                  <a:lnTo>
                    <a:pt x="26993" y="75294"/>
                  </a:lnTo>
                  <a:lnTo>
                    <a:pt x="25947" y="71629"/>
                  </a:lnTo>
                  <a:lnTo>
                    <a:pt x="24946" y="68118"/>
                  </a:lnTo>
                  <a:lnTo>
                    <a:pt x="23303" y="62356"/>
                  </a:lnTo>
                  <a:lnTo>
                    <a:pt x="22114" y="58189"/>
                  </a:lnTo>
                  <a:lnTo>
                    <a:pt x="20992" y="55633"/>
                  </a:lnTo>
                  <a:lnTo>
                    <a:pt x="18423" y="49783"/>
                  </a:lnTo>
                  <a:lnTo>
                    <a:pt x="15902" y="44043"/>
                  </a:lnTo>
                  <a:lnTo>
                    <a:pt x="13730" y="39097"/>
                  </a:lnTo>
                  <a:lnTo>
                    <a:pt x="10815" y="32459"/>
                  </a:lnTo>
                  <a:lnTo>
                    <a:pt x="8818" y="27911"/>
                  </a:lnTo>
                  <a:lnTo>
                    <a:pt x="6979" y="22876"/>
                  </a:lnTo>
                  <a:lnTo>
                    <a:pt x="0" y="3767"/>
                  </a:lnTo>
                  <a:lnTo>
                    <a:pt x="3173" y="0"/>
                  </a:lnTo>
                  <a:lnTo>
                    <a:pt x="7851" y="435"/>
                  </a:lnTo>
                  <a:lnTo>
                    <a:pt x="12976" y="911"/>
                  </a:lnTo>
                  <a:lnTo>
                    <a:pt x="19209" y="1491"/>
                  </a:lnTo>
                  <a:lnTo>
                    <a:pt x="22150" y="1764"/>
                  </a:lnTo>
                  <a:lnTo>
                    <a:pt x="28082" y="2753"/>
                  </a:lnTo>
                  <a:lnTo>
                    <a:pt x="36799" y="4205"/>
                  </a:lnTo>
                  <a:lnTo>
                    <a:pt x="46237" y="5777"/>
                  </a:lnTo>
                  <a:lnTo>
                    <a:pt x="53366" y="6965"/>
                  </a:lnTo>
                  <a:lnTo>
                    <a:pt x="55565" y="11420"/>
                  </a:lnTo>
                  <a:lnTo>
                    <a:pt x="59022" y="18424"/>
                  </a:lnTo>
                  <a:lnTo>
                    <a:pt x="60370" y="21652"/>
                  </a:lnTo>
                  <a:lnTo>
                    <a:pt x="62296" y="26264"/>
                  </a:lnTo>
                  <a:lnTo>
                    <a:pt x="65120" y="33027"/>
                  </a:lnTo>
                  <a:lnTo>
                    <a:pt x="68653" y="42890"/>
                  </a:lnTo>
                  <a:lnTo>
                    <a:pt x="70078" y="47099"/>
                  </a:lnTo>
                  <a:lnTo>
                    <a:pt x="71635" y="51701"/>
                  </a:lnTo>
                  <a:lnTo>
                    <a:pt x="73566" y="57406"/>
                  </a:lnTo>
                  <a:lnTo>
                    <a:pt x="74921" y="61410"/>
                  </a:lnTo>
                  <a:lnTo>
                    <a:pt x="76488" y="66042"/>
                  </a:lnTo>
                  <a:lnTo>
                    <a:pt x="77639" y="70324"/>
                  </a:lnTo>
                  <a:lnTo>
                    <a:pt x="78818" y="74714"/>
                  </a:lnTo>
                  <a:lnTo>
                    <a:pt x="79954" y="78942"/>
                  </a:lnTo>
                  <a:lnTo>
                    <a:pt x="80981" y="82766"/>
                  </a:lnTo>
                  <a:lnTo>
                    <a:pt x="81928" y="86289"/>
                  </a:lnTo>
                  <a:lnTo>
                    <a:pt x="82760" y="89387"/>
                  </a:lnTo>
                  <a:lnTo>
                    <a:pt x="83479" y="93701"/>
                  </a:lnTo>
                  <a:lnTo>
                    <a:pt x="84106" y="97466"/>
                  </a:lnTo>
                  <a:lnTo>
                    <a:pt x="84870" y="102045"/>
                  </a:lnTo>
                  <a:lnTo>
                    <a:pt x="85636" y="106646"/>
                  </a:lnTo>
                  <a:lnTo>
                    <a:pt x="86060" y="110012"/>
                  </a:lnTo>
                  <a:lnTo>
                    <a:pt x="86563" y="114004"/>
                  </a:lnTo>
                  <a:lnTo>
                    <a:pt x="87172" y="118837"/>
                  </a:lnTo>
                  <a:lnTo>
                    <a:pt x="87705" y="124418"/>
                  </a:lnTo>
                  <a:lnTo>
                    <a:pt x="88265" y="130285"/>
                  </a:lnTo>
                  <a:lnTo>
                    <a:pt x="88750" y="135362"/>
                  </a:lnTo>
                  <a:lnTo>
                    <a:pt x="89850" y="146892"/>
                  </a:lnTo>
                  <a:lnTo>
                    <a:pt x="84178" y="1538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3287407" y="3603346"/>
              <a:ext cx="122783" cy="263455"/>
            </a:xfrm>
            <a:custGeom>
              <a:avLst/>
              <a:pathLst>
                <a:path w="122783" h="263455">
                  <a:moveTo>
                    <a:pt x="101793" y="261212"/>
                  </a:moveTo>
                  <a:lnTo>
                    <a:pt x="96025" y="259216"/>
                  </a:lnTo>
                  <a:lnTo>
                    <a:pt x="90807" y="257410"/>
                  </a:lnTo>
                  <a:lnTo>
                    <a:pt x="85869" y="255701"/>
                  </a:lnTo>
                  <a:lnTo>
                    <a:pt x="78613" y="251586"/>
                  </a:lnTo>
                  <a:lnTo>
                    <a:pt x="75172" y="249086"/>
                  </a:lnTo>
                  <a:lnTo>
                    <a:pt x="70536" y="245717"/>
                  </a:lnTo>
                  <a:lnTo>
                    <a:pt x="66910" y="243083"/>
                  </a:lnTo>
                  <a:lnTo>
                    <a:pt x="62198" y="238541"/>
                  </a:lnTo>
                  <a:lnTo>
                    <a:pt x="57668" y="234175"/>
                  </a:lnTo>
                  <a:lnTo>
                    <a:pt x="56436" y="232242"/>
                  </a:lnTo>
                  <a:lnTo>
                    <a:pt x="53081" y="226975"/>
                  </a:lnTo>
                  <a:lnTo>
                    <a:pt x="50965" y="222810"/>
                  </a:lnTo>
                  <a:lnTo>
                    <a:pt x="48600" y="218157"/>
                  </a:lnTo>
                  <a:lnTo>
                    <a:pt x="46993" y="214995"/>
                  </a:lnTo>
                  <a:lnTo>
                    <a:pt x="46432" y="212548"/>
                  </a:lnTo>
                  <a:lnTo>
                    <a:pt x="45457" y="208297"/>
                  </a:lnTo>
                  <a:lnTo>
                    <a:pt x="44709" y="204151"/>
                  </a:lnTo>
                  <a:lnTo>
                    <a:pt x="44184" y="201242"/>
                  </a:lnTo>
                  <a:lnTo>
                    <a:pt x="43542" y="197689"/>
                  </a:lnTo>
                  <a:lnTo>
                    <a:pt x="42901" y="194136"/>
                  </a:lnTo>
                  <a:lnTo>
                    <a:pt x="42223" y="190380"/>
                  </a:lnTo>
                  <a:lnTo>
                    <a:pt x="41690" y="187428"/>
                  </a:lnTo>
                  <a:lnTo>
                    <a:pt x="41173" y="183497"/>
                  </a:lnTo>
                  <a:lnTo>
                    <a:pt x="40678" y="179741"/>
                  </a:lnTo>
                  <a:lnTo>
                    <a:pt x="39904" y="173858"/>
                  </a:lnTo>
                  <a:lnTo>
                    <a:pt x="39394" y="169979"/>
                  </a:lnTo>
                  <a:lnTo>
                    <a:pt x="38664" y="164428"/>
                  </a:lnTo>
                  <a:lnTo>
                    <a:pt x="38004" y="159411"/>
                  </a:lnTo>
                  <a:lnTo>
                    <a:pt x="37192" y="153243"/>
                  </a:lnTo>
                  <a:lnTo>
                    <a:pt x="36641" y="149048"/>
                  </a:lnTo>
                  <a:lnTo>
                    <a:pt x="35966" y="143920"/>
                  </a:lnTo>
                  <a:lnTo>
                    <a:pt x="35353" y="139259"/>
                  </a:lnTo>
                  <a:lnTo>
                    <a:pt x="34932" y="136063"/>
                  </a:lnTo>
                  <a:lnTo>
                    <a:pt x="34219" y="130594"/>
                  </a:lnTo>
                  <a:lnTo>
                    <a:pt x="33715" y="126728"/>
                  </a:lnTo>
                  <a:lnTo>
                    <a:pt x="33148" y="122382"/>
                  </a:lnTo>
                  <a:lnTo>
                    <a:pt x="32624" y="118365"/>
                  </a:lnTo>
                  <a:lnTo>
                    <a:pt x="31984" y="113457"/>
                  </a:lnTo>
                  <a:lnTo>
                    <a:pt x="31069" y="109264"/>
                  </a:lnTo>
                  <a:lnTo>
                    <a:pt x="29910" y="103946"/>
                  </a:lnTo>
                  <a:lnTo>
                    <a:pt x="28871" y="99182"/>
                  </a:lnTo>
                  <a:lnTo>
                    <a:pt x="27684" y="93740"/>
                  </a:lnTo>
                  <a:lnTo>
                    <a:pt x="25691" y="88968"/>
                  </a:lnTo>
                  <a:lnTo>
                    <a:pt x="23971" y="84848"/>
                  </a:lnTo>
                  <a:lnTo>
                    <a:pt x="22419" y="81132"/>
                  </a:lnTo>
                  <a:lnTo>
                    <a:pt x="20551" y="76658"/>
                  </a:lnTo>
                  <a:lnTo>
                    <a:pt x="19084" y="73143"/>
                  </a:lnTo>
                  <a:lnTo>
                    <a:pt x="18168" y="70810"/>
                  </a:lnTo>
                  <a:lnTo>
                    <a:pt x="15803" y="64788"/>
                  </a:lnTo>
                  <a:lnTo>
                    <a:pt x="13523" y="58979"/>
                  </a:lnTo>
                  <a:lnTo>
                    <a:pt x="10861" y="52199"/>
                  </a:lnTo>
                  <a:lnTo>
                    <a:pt x="8127" y="45237"/>
                  </a:lnTo>
                  <a:lnTo>
                    <a:pt x="4341" y="35592"/>
                  </a:lnTo>
                  <a:lnTo>
                    <a:pt x="1350" y="26126"/>
                  </a:lnTo>
                  <a:lnTo>
                    <a:pt x="716" y="24122"/>
                  </a:lnTo>
                  <a:lnTo>
                    <a:pt x="0" y="18994"/>
                  </a:lnTo>
                  <a:lnTo>
                    <a:pt x="204" y="7795"/>
                  </a:lnTo>
                  <a:lnTo>
                    <a:pt x="2687" y="0"/>
                  </a:lnTo>
                  <a:lnTo>
                    <a:pt x="8221" y="549"/>
                  </a:lnTo>
                  <a:lnTo>
                    <a:pt x="17272" y="1449"/>
                  </a:lnTo>
                  <a:lnTo>
                    <a:pt x="25465" y="2263"/>
                  </a:lnTo>
                  <a:lnTo>
                    <a:pt x="35427" y="3253"/>
                  </a:lnTo>
                  <a:lnTo>
                    <a:pt x="46379" y="4342"/>
                  </a:lnTo>
                  <a:lnTo>
                    <a:pt x="47327" y="6729"/>
                  </a:lnTo>
                  <a:lnTo>
                    <a:pt x="48999" y="10941"/>
                  </a:lnTo>
                  <a:lnTo>
                    <a:pt x="51345" y="16848"/>
                  </a:lnTo>
                  <a:lnTo>
                    <a:pt x="53270" y="21695"/>
                  </a:lnTo>
                  <a:lnTo>
                    <a:pt x="54174" y="24276"/>
                  </a:lnTo>
                  <a:lnTo>
                    <a:pt x="56086" y="29737"/>
                  </a:lnTo>
                  <a:lnTo>
                    <a:pt x="57743" y="34469"/>
                  </a:lnTo>
                  <a:lnTo>
                    <a:pt x="59489" y="39453"/>
                  </a:lnTo>
                  <a:lnTo>
                    <a:pt x="61281" y="44570"/>
                  </a:lnTo>
                  <a:lnTo>
                    <a:pt x="63444" y="50748"/>
                  </a:lnTo>
                  <a:lnTo>
                    <a:pt x="65081" y="55421"/>
                  </a:lnTo>
                  <a:lnTo>
                    <a:pt x="67063" y="60015"/>
                  </a:lnTo>
                  <a:lnTo>
                    <a:pt x="69201" y="64973"/>
                  </a:lnTo>
                  <a:lnTo>
                    <a:pt x="71231" y="69678"/>
                  </a:lnTo>
                  <a:lnTo>
                    <a:pt x="72792" y="73296"/>
                  </a:lnTo>
                  <a:lnTo>
                    <a:pt x="75245" y="78981"/>
                  </a:lnTo>
                  <a:lnTo>
                    <a:pt x="76288" y="84931"/>
                  </a:lnTo>
                  <a:lnTo>
                    <a:pt x="77180" y="90016"/>
                  </a:lnTo>
                  <a:lnTo>
                    <a:pt x="77946" y="94384"/>
                  </a:lnTo>
                  <a:lnTo>
                    <a:pt x="78676" y="98549"/>
                  </a:lnTo>
                  <a:lnTo>
                    <a:pt x="79312" y="102178"/>
                  </a:lnTo>
                  <a:lnTo>
                    <a:pt x="80246" y="107503"/>
                  </a:lnTo>
                  <a:lnTo>
                    <a:pt x="80704" y="110115"/>
                  </a:lnTo>
                  <a:lnTo>
                    <a:pt x="81788" y="114134"/>
                  </a:lnTo>
                  <a:lnTo>
                    <a:pt x="82904" y="118273"/>
                  </a:lnTo>
                  <a:lnTo>
                    <a:pt x="84451" y="124013"/>
                  </a:lnTo>
                  <a:lnTo>
                    <a:pt x="85054" y="128563"/>
                  </a:lnTo>
                  <a:lnTo>
                    <a:pt x="85520" y="132085"/>
                  </a:lnTo>
                  <a:lnTo>
                    <a:pt x="86242" y="137541"/>
                  </a:lnTo>
                  <a:lnTo>
                    <a:pt x="86969" y="143024"/>
                  </a:lnTo>
                  <a:lnTo>
                    <a:pt x="87660" y="148246"/>
                  </a:lnTo>
                  <a:lnTo>
                    <a:pt x="88317" y="153207"/>
                  </a:lnTo>
                  <a:lnTo>
                    <a:pt x="88989" y="158280"/>
                  </a:lnTo>
                  <a:lnTo>
                    <a:pt x="89602" y="162913"/>
                  </a:lnTo>
                  <a:lnTo>
                    <a:pt x="90471" y="169476"/>
                  </a:lnTo>
                  <a:lnTo>
                    <a:pt x="91310" y="175400"/>
                  </a:lnTo>
                  <a:lnTo>
                    <a:pt x="91923" y="179735"/>
                  </a:lnTo>
                  <a:lnTo>
                    <a:pt x="92608" y="184569"/>
                  </a:lnTo>
                  <a:lnTo>
                    <a:pt x="93408" y="190223"/>
                  </a:lnTo>
                  <a:lnTo>
                    <a:pt x="94250" y="196172"/>
                  </a:lnTo>
                  <a:lnTo>
                    <a:pt x="94649" y="198990"/>
                  </a:lnTo>
                  <a:lnTo>
                    <a:pt x="96632" y="201307"/>
                  </a:lnTo>
                  <a:lnTo>
                    <a:pt x="101529" y="207027"/>
                  </a:lnTo>
                  <a:lnTo>
                    <a:pt x="109146" y="210418"/>
                  </a:lnTo>
                  <a:lnTo>
                    <a:pt x="117500" y="212679"/>
                  </a:lnTo>
                  <a:lnTo>
                    <a:pt x="122783" y="213935"/>
                  </a:lnTo>
                  <a:lnTo>
                    <a:pt x="121654" y="218032"/>
                  </a:lnTo>
                  <a:lnTo>
                    <a:pt x="120027" y="223938"/>
                  </a:lnTo>
                  <a:lnTo>
                    <a:pt x="117480" y="233182"/>
                  </a:lnTo>
                  <a:lnTo>
                    <a:pt x="116846" y="235266"/>
                  </a:lnTo>
                  <a:lnTo>
                    <a:pt x="111810" y="251829"/>
                  </a:lnTo>
                  <a:lnTo>
                    <a:pt x="108275" y="2634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g278"/>
            <p:cNvSpPr/>
            <p:nvPr/>
          </p:nvSpPr>
          <p:spPr>
            <a:xfrm>
              <a:off x="3293922" y="3463032"/>
              <a:ext cx="53151" cy="125990"/>
            </a:xfrm>
            <a:custGeom>
              <a:avLst/>
              <a:pathLst>
                <a:path w="53151" h="125990">
                  <a:moveTo>
                    <a:pt x="52915" y="48669"/>
                  </a:moveTo>
                  <a:lnTo>
                    <a:pt x="53042" y="54908"/>
                  </a:lnTo>
                  <a:lnTo>
                    <a:pt x="53151" y="60198"/>
                  </a:lnTo>
                  <a:lnTo>
                    <a:pt x="51605" y="84688"/>
                  </a:lnTo>
                  <a:lnTo>
                    <a:pt x="51317" y="88462"/>
                  </a:lnTo>
                  <a:lnTo>
                    <a:pt x="51139" y="90912"/>
                  </a:lnTo>
                  <a:lnTo>
                    <a:pt x="45557" y="125990"/>
                  </a:lnTo>
                  <a:lnTo>
                    <a:pt x="34930" y="124195"/>
                  </a:lnTo>
                  <a:lnTo>
                    <a:pt x="24985" y="122515"/>
                  </a:lnTo>
                  <a:lnTo>
                    <a:pt x="21913" y="119376"/>
                  </a:lnTo>
                  <a:lnTo>
                    <a:pt x="18432" y="114143"/>
                  </a:lnTo>
                  <a:lnTo>
                    <a:pt x="14542" y="109119"/>
                  </a:lnTo>
                  <a:lnTo>
                    <a:pt x="11675" y="102840"/>
                  </a:lnTo>
                  <a:lnTo>
                    <a:pt x="10242" y="95932"/>
                  </a:lnTo>
                  <a:lnTo>
                    <a:pt x="9013" y="88816"/>
                  </a:lnTo>
                  <a:lnTo>
                    <a:pt x="8399" y="76676"/>
                  </a:lnTo>
                  <a:lnTo>
                    <a:pt x="7980" y="66400"/>
                  </a:lnTo>
                  <a:lnTo>
                    <a:pt x="7785" y="61605"/>
                  </a:lnTo>
                  <a:lnTo>
                    <a:pt x="6556" y="52395"/>
                  </a:lnTo>
                  <a:lnTo>
                    <a:pt x="0" y="16613"/>
                  </a:lnTo>
                  <a:lnTo>
                    <a:pt x="20334" y="8787"/>
                  </a:lnTo>
                  <a:lnTo>
                    <a:pt x="43163" y="0"/>
                  </a:lnTo>
                  <a:lnTo>
                    <a:pt x="43610" y="1525"/>
                  </a:lnTo>
                  <a:lnTo>
                    <a:pt x="44043" y="3053"/>
                  </a:lnTo>
                  <a:lnTo>
                    <a:pt x="44466" y="4586"/>
                  </a:lnTo>
                  <a:lnTo>
                    <a:pt x="44878" y="6120"/>
                  </a:lnTo>
                  <a:lnTo>
                    <a:pt x="45279" y="7660"/>
                  </a:lnTo>
                  <a:lnTo>
                    <a:pt x="45668" y="9201"/>
                  </a:lnTo>
                  <a:lnTo>
                    <a:pt x="46047" y="10745"/>
                  </a:lnTo>
                  <a:lnTo>
                    <a:pt x="46412" y="12291"/>
                  </a:lnTo>
                  <a:lnTo>
                    <a:pt x="46769" y="13841"/>
                  </a:lnTo>
                  <a:lnTo>
                    <a:pt x="47112" y="15392"/>
                  </a:lnTo>
                  <a:lnTo>
                    <a:pt x="47445" y="16947"/>
                  </a:lnTo>
                  <a:lnTo>
                    <a:pt x="47768" y="18504"/>
                  </a:lnTo>
                  <a:lnTo>
                    <a:pt x="48079" y="20064"/>
                  </a:lnTo>
                  <a:lnTo>
                    <a:pt x="49933" y="310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g279"/>
            <p:cNvSpPr/>
            <p:nvPr/>
          </p:nvSpPr>
          <p:spPr>
            <a:xfrm>
              <a:off x="3348458" y="3528850"/>
              <a:ext cx="35809" cy="69890"/>
            </a:xfrm>
            <a:custGeom>
              <a:avLst/>
              <a:pathLst>
                <a:path w="35809" h="69890">
                  <a:moveTo>
                    <a:pt x="406" y="62494"/>
                  </a:moveTo>
                  <a:lnTo>
                    <a:pt x="1072" y="58314"/>
                  </a:lnTo>
                  <a:lnTo>
                    <a:pt x="1899" y="53118"/>
                  </a:lnTo>
                  <a:lnTo>
                    <a:pt x="2891" y="46882"/>
                  </a:lnTo>
                  <a:lnTo>
                    <a:pt x="3997" y="39933"/>
                  </a:lnTo>
                  <a:lnTo>
                    <a:pt x="5447" y="30823"/>
                  </a:lnTo>
                  <a:lnTo>
                    <a:pt x="6702" y="22938"/>
                  </a:lnTo>
                  <a:lnTo>
                    <a:pt x="7883" y="15521"/>
                  </a:lnTo>
                  <a:lnTo>
                    <a:pt x="9466" y="5573"/>
                  </a:lnTo>
                  <a:lnTo>
                    <a:pt x="10353" y="0"/>
                  </a:lnTo>
                  <a:lnTo>
                    <a:pt x="21958" y="2421"/>
                  </a:lnTo>
                  <a:lnTo>
                    <a:pt x="33665" y="4864"/>
                  </a:lnTo>
                  <a:lnTo>
                    <a:pt x="35809" y="5311"/>
                  </a:lnTo>
                  <a:lnTo>
                    <a:pt x="35369" y="8368"/>
                  </a:lnTo>
                  <a:lnTo>
                    <a:pt x="34764" y="12569"/>
                  </a:lnTo>
                  <a:lnTo>
                    <a:pt x="34000" y="17877"/>
                  </a:lnTo>
                  <a:lnTo>
                    <a:pt x="32704" y="26876"/>
                  </a:lnTo>
                  <a:lnTo>
                    <a:pt x="31439" y="35662"/>
                  </a:lnTo>
                  <a:lnTo>
                    <a:pt x="30183" y="43367"/>
                  </a:lnTo>
                  <a:lnTo>
                    <a:pt x="27016" y="62789"/>
                  </a:lnTo>
                  <a:lnTo>
                    <a:pt x="23313" y="69890"/>
                  </a:lnTo>
                  <a:lnTo>
                    <a:pt x="11734" y="67486"/>
                  </a:lnTo>
                  <a:lnTo>
                    <a:pt x="0" y="650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g280"/>
            <p:cNvSpPr/>
            <p:nvPr/>
          </p:nvSpPr>
          <p:spPr>
            <a:xfrm>
              <a:off x="2891437" y="3355236"/>
              <a:ext cx="141040" cy="58273"/>
            </a:xfrm>
            <a:custGeom>
              <a:avLst/>
              <a:pathLst>
                <a:path w="141040" h="58273">
                  <a:moveTo>
                    <a:pt x="777" y="37513"/>
                  </a:moveTo>
                  <a:lnTo>
                    <a:pt x="1469" y="27755"/>
                  </a:lnTo>
                  <a:lnTo>
                    <a:pt x="2274" y="16416"/>
                  </a:lnTo>
                  <a:lnTo>
                    <a:pt x="3438" y="0"/>
                  </a:lnTo>
                  <a:lnTo>
                    <a:pt x="5612" y="154"/>
                  </a:lnTo>
                  <a:lnTo>
                    <a:pt x="9710" y="446"/>
                  </a:lnTo>
                  <a:lnTo>
                    <a:pt x="13960" y="749"/>
                  </a:lnTo>
                  <a:lnTo>
                    <a:pt x="19222" y="1123"/>
                  </a:lnTo>
                  <a:lnTo>
                    <a:pt x="23146" y="1403"/>
                  </a:lnTo>
                  <a:lnTo>
                    <a:pt x="28385" y="1776"/>
                  </a:lnTo>
                  <a:lnTo>
                    <a:pt x="33939" y="2171"/>
                  </a:lnTo>
                  <a:lnTo>
                    <a:pt x="38898" y="2524"/>
                  </a:lnTo>
                  <a:lnTo>
                    <a:pt x="43625" y="2860"/>
                  </a:lnTo>
                  <a:lnTo>
                    <a:pt x="49365" y="3269"/>
                  </a:lnTo>
                  <a:lnTo>
                    <a:pt x="56083" y="3747"/>
                  </a:lnTo>
                  <a:lnTo>
                    <a:pt x="61171" y="4109"/>
                  </a:lnTo>
                  <a:lnTo>
                    <a:pt x="66888" y="4516"/>
                  </a:lnTo>
                  <a:lnTo>
                    <a:pt x="72139" y="4890"/>
                  </a:lnTo>
                  <a:lnTo>
                    <a:pt x="77845" y="5296"/>
                  </a:lnTo>
                  <a:lnTo>
                    <a:pt x="82944" y="5659"/>
                  </a:lnTo>
                  <a:lnTo>
                    <a:pt x="88498" y="6055"/>
                  </a:lnTo>
                  <a:lnTo>
                    <a:pt x="95204" y="6532"/>
                  </a:lnTo>
                  <a:lnTo>
                    <a:pt x="101444" y="6976"/>
                  </a:lnTo>
                  <a:lnTo>
                    <a:pt x="109141" y="7524"/>
                  </a:lnTo>
                  <a:lnTo>
                    <a:pt x="117337" y="8108"/>
                  </a:lnTo>
                  <a:lnTo>
                    <a:pt x="128722" y="8918"/>
                  </a:lnTo>
                  <a:lnTo>
                    <a:pt x="141040" y="9795"/>
                  </a:lnTo>
                  <a:lnTo>
                    <a:pt x="140839" y="13404"/>
                  </a:lnTo>
                  <a:lnTo>
                    <a:pt x="140514" y="19236"/>
                  </a:lnTo>
                  <a:lnTo>
                    <a:pt x="140206" y="24754"/>
                  </a:lnTo>
                  <a:lnTo>
                    <a:pt x="139831" y="31487"/>
                  </a:lnTo>
                  <a:lnTo>
                    <a:pt x="139587" y="35855"/>
                  </a:lnTo>
                  <a:lnTo>
                    <a:pt x="139250" y="41893"/>
                  </a:lnTo>
                  <a:lnTo>
                    <a:pt x="138869" y="48736"/>
                  </a:lnTo>
                  <a:lnTo>
                    <a:pt x="138337" y="58273"/>
                  </a:lnTo>
                  <a:lnTo>
                    <a:pt x="132873" y="57886"/>
                  </a:lnTo>
                  <a:lnTo>
                    <a:pt x="125385" y="57356"/>
                  </a:lnTo>
                  <a:lnTo>
                    <a:pt x="119145" y="56914"/>
                  </a:lnTo>
                  <a:lnTo>
                    <a:pt x="112264" y="56427"/>
                  </a:lnTo>
                  <a:lnTo>
                    <a:pt x="106490" y="56018"/>
                  </a:lnTo>
                  <a:lnTo>
                    <a:pt x="99328" y="55511"/>
                  </a:lnTo>
                  <a:lnTo>
                    <a:pt x="91306" y="54942"/>
                  </a:lnTo>
                  <a:lnTo>
                    <a:pt x="84391" y="54453"/>
                  </a:lnTo>
                  <a:lnTo>
                    <a:pt x="78662" y="54047"/>
                  </a:lnTo>
                  <a:lnTo>
                    <a:pt x="72585" y="53617"/>
                  </a:lnTo>
                  <a:lnTo>
                    <a:pt x="66019" y="53152"/>
                  </a:lnTo>
                  <a:lnTo>
                    <a:pt x="60161" y="52737"/>
                  </a:lnTo>
                  <a:lnTo>
                    <a:pt x="53105" y="52237"/>
                  </a:lnTo>
                  <a:lnTo>
                    <a:pt x="47540" y="51843"/>
                  </a:lnTo>
                  <a:lnTo>
                    <a:pt x="41508" y="51416"/>
                  </a:lnTo>
                  <a:lnTo>
                    <a:pt x="34778" y="50940"/>
                  </a:lnTo>
                  <a:lnTo>
                    <a:pt x="29376" y="50557"/>
                  </a:lnTo>
                  <a:lnTo>
                    <a:pt x="24929" y="50242"/>
                  </a:lnTo>
                  <a:lnTo>
                    <a:pt x="19678" y="49870"/>
                  </a:lnTo>
                  <a:lnTo>
                    <a:pt x="13320" y="49420"/>
                  </a:lnTo>
                  <a:lnTo>
                    <a:pt x="6090" y="48908"/>
                  </a:lnTo>
                  <a:lnTo>
                    <a:pt x="0" y="4847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g281"/>
            <p:cNvSpPr/>
            <p:nvPr/>
          </p:nvSpPr>
          <p:spPr>
            <a:xfrm>
              <a:off x="2897196" y="3295249"/>
              <a:ext cx="143672" cy="60089"/>
            </a:xfrm>
            <a:custGeom>
              <a:avLst/>
              <a:pathLst>
                <a:path w="143672" h="60089">
                  <a:moveTo>
                    <a:pt x="93061" y="56802"/>
                  </a:moveTo>
                  <a:lnTo>
                    <a:pt x="86813" y="56520"/>
                  </a:lnTo>
                  <a:lnTo>
                    <a:pt x="82645" y="56331"/>
                  </a:lnTo>
                  <a:lnTo>
                    <a:pt x="77005" y="55937"/>
                  </a:lnTo>
                  <a:lnTo>
                    <a:pt x="72625" y="55631"/>
                  </a:lnTo>
                  <a:lnTo>
                    <a:pt x="67992" y="55307"/>
                  </a:lnTo>
                  <a:lnTo>
                    <a:pt x="62581" y="54894"/>
                  </a:lnTo>
                  <a:lnTo>
                    <a:pt x="58459" y="54580"/>
                  </a:lnTo>
                  <a:lnTo>
                    <a:pt x="54212" y="54256"/>
                  </a:lnTo>
                  <a:lnTo>
                    <a:pt x="52474" y="54123"/>
                  </a:lnTo>
                  <a:lnTo>
                    <a:pt x="48962" y="53857"/>
                  </a:lnTo>
                  <a:lnTo>
                    <a:pt x="45836" y="53619"/>
                  </a:lnTo>
                  <a:lnTo>
                    <a:pt x="40280" y="53195"/>
                  </a:lnTo>
                  <a:lnTo>
                    <a:pt x="35356" y="52818"/>
                  </a:lnTo>
                  <a:lnTo>
                    <a:pt x="31622" y="52533"/>
                  </a:lnTo>
                  <a:lnTo>
                    <a:pt x="27863" y="52245"/>
                  </a:lnTo>
                  <a:lnTo>
                    <a:pt x="22438" y="51831"/>
                  </a:lnTo>
                  <a:lnTo>
                    <a:pt x="16085" y="51345"/>
                  </a:lnTo>
                  <a:lnTo>
                    <a:pt x="8543" y="50768"/>
                  </a:lnTo>
                  <a:lnTo>
                    <a:pt x="0" y="50115"/>
                  </a:lnTo>
                  <a:lnTo>
                    <a:pt x="499" y="42575"/>
                  </a:lnTo>
                  <a:lnTo>
                    <a:pt x="994" y="35117"/>
                  </a:lnTo>
                  <a:lnTo>
                    <a:pt x="1550" y="26726"/>
                  </a:lnTo>
                  <a:lnTo>
                    <a:pt x="1994" y="20025"/>
                  </a:lnTo>
                  <a:lnTo>
                    <a:pt x="3322" y="0"/>
                  </a:lnTo>
                  <a:lnTo>
                    <a:pt x="5381" y="100"/>
                  </a:lnTo>
                  <a:lnTo>
                    <a:pt x="8852" y="269"/>
                  </a:lnTo>
                  <a:lnTo>
                    <a:pt x="12946" y="469"/>
                  </a:lnTo>
                  <a:lnTo>
                    <a:pt x="17546" y="694"/>
                  </a:lnTo>
                  <a:lnTo>
                    <a:pt x="22114" y="917"/>
                  </a:lnTo>
                  <a:lnTo>
                    <a:pt x="25080" y="1062"/>
                  </a:lnTo>
                  <a:lnTo>
                    <a:pt x="30146" y="1309"/>
                  </a:lnTo>
                  <a:lnTo>
                    <a:pt x="35376" y="1564"/>
                  </a:lnTo>
                  <a:lnTo>
                    <a:pt x="39159" y="1749"/>
                  </a:lnTo>
                  <a:lnTo>
                    <a:pt x="44070" y="1989"/>
                  </a:lnTo>
                  <a:lnTo>
                    <a:pt x="50942" y="2324"/>
                  </a:lnTo>
                  <a:lnTo>
                    <a:pt x="56694" y="2605"/>
                  </a:lnTo>
                  <a:lnTo>
                    <a:pt x="60297" y="2781"/>
                  </a:lnTo>
                  <a:lnTo>
                    <a:pt x="66523" y="3085"/>
                  </a:lnTo>
                  <a:lnTo>
                    <a:pt x="70617" y="3285"/>
                  </a:lnTo>
                  <a:lnTo>
                    <a:pt x="75201" y="3509"/>
                  </a:lnTo>
                  <a:lnTo>
                    <a:pt x="80268" y="3756"/>
                  </a:lnTo>
                  <a:lnTo>
                    <a:pt x="86198" y="4046"/>
                  </a:lnTo>
                  <a:lnTo>
                    <a:pt x="89623" y="4213"/>
                  </a:lnTo>
                  <a:lnTo>
                    <a:pt x="94059" y="4429"/>
                  </a:lnTo>
                  <a:lnTo>
                    <a:pt x="98635" y="4653"/>
                  </a:lnTo>
                  <a:lnTo>
                    <a:pt x="103702" y="4900"/>
                  </a:lnTo>
                  <a:lnTo>
                    <a:pt x="108800" y="5149"/>
                  </a:lnTo>
                  <a:lnTo>
                    <a:pt x="114520" y="5428"/>
                  </a:lnTo>
                  <a:lnTo>
                    <a:pt x="118933" y="5644"/>
                  </a:lnTo>
                  <a:lnTo>
                    <a:pt x="126459" y="6011"/>
                  </a:lnTo>
                  <a:lnTo>
                    <a:pt x="136465" y="6500"/>
                  </a:lnTo>
                  <a:lnTo>
                    <a:pt x="140658" y="10494"/>
                  </a:lnTo>
                  <a:lnTo>
                    <a:pt x="141097" y="10912"/>
                  </a:lnTo>
                  <a:lnTo>
                    <a:pt x="143672" y="13365"/>
                  </a:lnTo>
                  <a:lnTo>
                    <a:pt x="143255" y="17256"/>
                  </a:lnTo>
                  <a:lnTo>
                    <a:pt x="142816" y="21356"/>
                  </a:lnTo>
                  <a:lnTo>
                    <a:pt x="142259" y="26558"/>
                  </a:lnTo>
                  <a:lnTo>
                    <a:pt x="141808" y="30768"/>
                  </a:lnTo>
                  <a:lnTo>
                    <a:pt x="141397" y="34610"/>
                  </a:lnTo>
                  <a:lnTo>
                    <a:pt x="141036" y="37973"/>
                  </a:lnTo>
                  <a:lnTo>
                    <a:pt x="140587" y="42164"/>
                  </a:lnTo>
                  <a:lnTo>
                    <a:pt x="140052" y="47165"/>
                  </a:lnTo>
                  <a:lnTo>
                    <a:pt x="139424" y="53028"/>
                  </a:lnTo>
                  <a:lnTo>
                    <a:pt x="138667" y="60089"/>
                  </a:lnTo>
                  <a:lnTo>
                    <a:pt x="135331" y="59840"/>
                  </a:lnTo>
                  <a:lnTo>
                    <a:pt x="130057" y="59447"/>
                  </a:lnTo>
                  <a:lnTo>
                    <a:pt x="124819" y="59056"/>
                  </a:lnTo>
                  <a:lnTo>
                    <a:pt x="119593" y="58666"/>
                  </a:lnTo>
                  <a:lnTo>
                    <a:pt x="115484" y="58359"/>
                  </a:lnTo>
                  <a:lnTo>
                    <a:pt x="111875" y="58090"/>
                  </a:lnTo>
                  <a:lnTo>
                    <a:pt x="107766" y="57783"/>
                  </a:lnTo>
                  <a:lnTo>
                    <a:pt x="104356" y="57529"/>
                  </a:lnTo>
                  <a:lnTo>
                    <a:pt x="100119" y="57213"/>
                  </a:lnTo>
                  <a:lnTo>
                    <a:pt x="97022" y="569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g282"/>
            <p:cNvSpPr/>
            <p:nvPr/>
          </p:nvSpPr>
          <p:spPr>
            <a:xfrm>
              <a:off x="3051722" y="3310036"/>
              <a:ext cx="41517" cy="45266"/>
            </a:xfrm>
            <a:custGeom>
              <a:avLst/>
              <a:pathLst>
                <a:path w="41517" h="45266">
                  <a:moveTo>
                    <a:pt x="17393" y="44497"/>
                  </a:moveTo>
                  <a:lnTo>
                    <a:pt x="13998" y="44972"/>
                  </a:lnTo>
                  <a:lnTo>
                    <a:pt x="7484" y="45266"/>
                  </a:lnTo>
                  <a:lnTo>
                    <a:pt x="0" y="45212"/>
                  </a:lnTo>
                  <a:lnTo>
                    <a:pt x="488" y="27247"/>
                  </a:lnTo>
                  <a:lnTo>
                    <a:pt x="1228" y="0"/>
                  </a:lnTo>
                  <a:lnTo>
                    <a:pt x="17617" y="11244"/>
                  </a:lnTo>
                  <a:lnTo>
                    <a:pt x="41517" y="27641"/>
                  </a:lnTo>
                  <a:lnTo>
                    <a:pt x="40366" y="29902"/>
                  </a:lnTo>
                  <a:lnTo>
                    <a:pt x="35152" y="35722"/>
                  </a:lnTo>
                  <a:lnTo>
                    <a:pt x="33104" y="37353"/>
                  </a:lnTo>
                  <a:lnTo>
                    <a:pt x="27206" y="41203"/>
                  </a:lnTo>
                  <a:lnTo>
                    <a:pt x="21938" y="433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g283"/>
            <p:cNvSpPr/>
            <p:nvPr/>
          </p:nvSpPr>
          <p:spPr>
            <a:xfrm>
              <a:off x="3045173" y="3344325"/>
              <a:ext cx="95871" cy="71152"/>
            </a:xfrm>
            <a:custGeom>
              <a:avLst/>
              <a:pathLst>
                <a:path w="95871" h="71152">
                  <a:moveTo>
                    <a:pt x="41268" y="67787"/>
                  </a:moveTo>
                  <a:lnTo>
                    <a:pt x="26954" y="70477"/>
                  </a:lnTo>
                  <a:lnTo>
                    <a:pt x="12343" y="71059"/>
                  </a:lnTo>
                  <a:lnTo>
                    <a:pt x="0" y="71152"/>
                  </a:lnTo>
                  <a:lnTo>
                    <a:pt x="1056" y="45719"/>
                  </a:lnTo>
                  <a:lnTo>
                    <a:pt x="1968" y="23786"/>
                  </a:lnTo>
                  <a:lnTo>
                    <a:pt x="18639" y="24209"/>
                  </a:lnTo>
                  <a:lnTo>
                    <a:pt x="27075" y="22796"/>
                  </a:lnTo>
                  <a:lnTo>
                    <a:pt x="35254" y="19560"/>
                  </a:lnTo>
                  <a:lnTo>
                    <a:pt x="42008" y="16171"/>
                  </a:lnTo>
                  <a:lnTo>
                    <a:pt x="47540" y="11656"/>
                  </a:lnTo>
                  <a:lnTo>
                    <a:pt x="53037" y="6039"/>
                  </a:lnTo>
                  <a:lnTo>
                    <a:pt x="57407" y="0"/>
                  </a:lnTo>
                  <a:lnTo>
                    <a:pt x="74846" y="12193"/>
                  </a:lnTo>
                  <a:lnTo>
                    <a:pt x="95871" y="26896"/>
                  </a:lnTo>
                  <a:lnTo>
                    <a:pt x="89795" y="35096"/>
                  </a:lnTo>
                  <a:lnTo>
                    <a:pt x="78431" y="45503"/>
                  </a:lnTo>
                  <a:lnTo>
                    <a:pt x="65820" y="56450"/>
                  </a:lnTo>
                  <a:lnTo>
                    <a:pt x="55914" y="6233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g284"/>
            <p:cNvSpPr/>
            <p:nvPr/>
          </p:nvSpPr>
          <p:spPr>
            <a:xfrm>
              <a:off x="2855465" y="3414078"/>
              <a:ext cx="262289" cy="59453"/>
            </a:xfrm>
            <a:custGeom>
              <a:avLst/>
              <a:pathLst>
                <a:path w="262289" h="59453">
                  <a:moveTo>
                    <a:pt x="586" y="31479"/>
                  </a:moveTo>
                  <a:lnTo>
                    <a:pt x="629" y="29433"/>
                  </a:lnTo>
                  <a:lnTo>
                    <a:pt x="749" y="23755"/>
                  </a:lnTo>
                  <a:lnTo>
                    <a:pt x="1875" y="0"/>
                  </a:lnTo>
                  <a:lnTo>
                    <a:pt x="4338" y="113"/>
                  </a:lnTo>
                  <a:lnTo>
                    <a:pt x="10682" y="404"/>
                  </a:lnTo>
                  <a:lnTo>
                    <a:pt x="15809" y="640"/>
                  </a:lnTo>
                  <a:lnTo>
                    <a:pt x="21949" y="922"/>
                  </a:lnTo>
                  <a:lnTo>
                    <a:pt x="26658" y="1138"/>
                  </a:lnTo>
                  <a:lnTo>
                    <a:pt x="34070" y="1478"/>
                  </a:lnTo>
                  <a:lnTo>
                    <a:pt x="38556" y="1684"/>
                  </a:lnTo>
                  <a:lnTo>
                    <a:pt x="44060" y="1937"/>
                  </a:lnTo>
                  <a:lnTo>
                    <a:pt x="48168" y="2181"/>
                  </a:lnTo>
                  <a:lnTo>
                    <a:pt x="53678" y="2508"/>
                  </a:lnTo>
                  <a:lnTo>
                    <a:pt x="58372" y="2787"/>
                  </a:lnTo>
                  <a:lnTo>
                    <a:pt x="61685" y="2984"/>
                  </a:lnTo>
                  <a:lnTo>
                    <a:pt x="65766" y="3226"/>
                  </a:lnTo>
                  <a:lnTo>
                    <a:pt x="69247" y="3433"/>
                  </a:lnTo>
                  <a:lnTo>
                    <a:pt x="72933" y="3652"/>
                  </a:lnTo>
                  <a:lnTo>
                    <a:pt x="77446" y="3920"/>
                  </a:lnTo>
                  <a:lnTo>
                    <a:pt x="83772" y="4296"/>
                  </a:lnTo>
                  <a:lnTo>
                    <a:pt x="89557" y="4639"/>
                  </a:lnTo>
                  <a:lnTo>
                    <a:pt x="94047" y="4906"/>
                  </a:lnTo>
                  <a:lnTo>
                    <a:pt x="99365" y="5222"/>
                  </a:lnTo>
                  <a:lnTo>
                    <a:pt x="105895" y="5610"/>
                  </a:lnTo>
                  <a:lnTo>
                    <a:pt x="111621" y="5950"/>
                  </a:lnTo>
                  <a:lnTo>
                    <a:pt x="116951" y="6266"/>
                  </a:lnTo>
                  <a:lnTo>
                    <a:pt x="121056" y="6510"/>
                  </a:lnTo>
                  <a:lnTo>
                    <a:pt x="123814" y="6674"/>
                  </a:lnTo>
                  <a:lnTo>
                    <a:pt x="127623" y="6860"/>
                  </a:lnTo>
                  <a:lnTo>
                    <a:pt x="132934" y="7120"/>
                  </a:lnTo>
                  <a:lnTo>
                    <a:pt x="139316" y="7431"/>
                  </a:lnTo>
                  <a:lnTo>
                    <a:pt x="144404" y="7680"/>
                  </a:lnTo>
                  <a:lnTo>
                    <a:pt x="151955" y="8049"/>
                  </a:lnTo>
                  <a:lnTo>
                    <a:pt x="157095" y="8389"/>
                  </a:lnTo>
                  <a:lnTo>
                    <a:pt x="165876" y="8971"/>
                  </a:lnTo>
                  <a:lnTo>
                    <a:pt x="172454" y="9407"/>
                  </a:lnTo>
                  <a:lnTo>
                    <a:pt x="179861" y="9898"/>
                  </a:lnTo>
                  <a:lnTo>
                    <a:pt x="189036" y="10506"/>
                  </a:lnTo>
                  <a:lnTo>
                    <a:pt x="197028" y="11035"/>
                  </a:lnTo>
                  <a:lnTo>
                    <a:pt x="204054" y="11501"/>
                  </a:lnTo>
                  <a:lnTo>
                    <a:pt x="206461" y="11421"/>
                  </a:lnTo>
                  <a:lnTo>
                    <a:pt x="217322" y="11063"/>
                  </a:lnTo>
                  <a:lnTo>
                    <a:pt x="223097" y="10873"/>
                  </a:lnTo>
                  <a:lnTo>
                    <a:pt x="226998" y="10258"/>
                  </a:lnTo>
                  <a:lnTo>
                    <a:pt x="237445" y="8612"/>
                  </a:lnTo>
                  <a:lnTo>
                    <a:pt x="249149" y="6768"/>
                  </a:lnTo>
                  <a:lnTo>
                    <a:pt x="255291" y="21208"/>
                  </a:lnTo>
                  <a:lnTo>
                    <a:pt x="259290" y="30609"/>
                  </a:lnTo>
                  <a:lnTo>
                    <a:pt x="262289" y="38125"/>
                  </a:lnTo>
                  <a:lnTo>
                    <a:pt x="240891" y="47921"/>
                  </a:lnTo>
                  <a:lnTo>
                    <a:pt x="124567" y="54407"/>
                  </a:lnTo>
                  <a:lnTo>
                    <a:pt x="39877" y="59128"/>
                  </a:lnTo>
                  <a:lnTo>
                    <a:pt x="4334" y="59453"/>
                  </a:lnTo>
                  <a:lnTo>
                    <a:pt x="0" y="590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g285"/>
            <p:cNvSpPr/>
            <p:nvPr/>
          </p:nvSpPr>
          <p:spPr>
            <a:xfrm>
              <a:off x="2457365" y="3485207"/>
              <a:ext cx="51109" cy="25688"/>
            </a:xfrm>
            <a:custGeom>
              <a:avLst/>
              <a:pathLst>
                <a:path w="51109" h="25688">
                  <a:moveTo>
                    <a:pt x="18409" y="8727"/>
                  </a:moveTo>
                  <a:lnTo>
                    <a:pt x="37989" y="18883"/>
                  </a:lnTo>
                  <a:lnTo>
                    <a:pt x="51109" y="25688"/>
                  </a:lnTo>
                  <a:lnTo>
                    <a:pt x="21003" y="25138"/>
                  </a:lnTo>
                  <a:lnTo>
                    <a:pt x="314" y="24760"/>
                  </a:lnTo>
                  <a:lnTo>
                    <a:pt x="150" y="12204"/>
                  </a:lnTo>
                  <a:lnTo>
                    <a:pt x="0" y="696"/>
                  </a:lnTo>
                  <a:lnTo>
                    <a:pt x="158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g286"/>
            <p:cNvSpPr/>
            <p:nvPr/>
          </p:nvSpPr>
          <p:spPr>
            <a:xfrm>
              <a:off x="3204696" y="3747026"/>
              <a:ext cx="114233" cy="144024"/>
            </a:xfrm>
            <a:custGeom>
              <a:avLst/>
              <a:pathLst>
                <a:path w="114233" h="144024">
                  <a:moveTo>
                    <a:pt x="114233" y="118238"/>
                  </a:moveTo>
                  <a:lnTo>
                    <a:pt x="107464" y="111807"/>
                  </a:lnTo>
                  <a:lnTo>
                    <a:pt x="100584" y="109044"/>
                  </a:lnTo>
                  <a:lnTo>
                    <a:pt x="93212" y="108290"/>
                  </a:lnTo>
                  <a:lnTo>
                    <a:pt x="86332" y="108290"/>
                  </a:lnTo>
                  <a:lnTo>
                    <a:pt x="78961" y="109797"/>
                  </a:lnTo>
                  <a:lnTo>
                    <a:pt x="70361" y="111807"/>
                  </a:lnTo>
                  <a:lnTo>
                    <a:pt x="66675" y="114318"/>
                  </a:lnTo>
                  <a:lnTo>
                    <a:pt x="63972" y="118589"/>
                  </a:lnTo>
                  <a:lnTo>
                    <a:pt x="62252" y="123612"/>
                  </a:lnTo>
                  <a:lnTo>
                    <a:pt x="60778" y="127631"/>
                  </a:lnTo>
                  <a:lnTo>
                    <a:pt x="46280" y="134915"/>
                  </a:lnTo>
                  <a:lnTo>
                    <a:pt x="34486" y="139185"/>
                  </a:lnTo>
                  <a:lnTo>
                    <a:pt x="30309" y="137678"/>
                  </a:lnTo>
                  <a:lnTo>
                    <a:pt x="17623" y="144024"/>
                  </a:lnTo>
                  <a:lnTo>
                    <a:pt x="17511" y="143553"/>
                  </a:lnTo>
                  <a:lnTo>
                    <a:pt x="3014" y="118184"/>
                  </a:lnTo>
                  <a:lnTo>
                    <a:pt x="1818" y="71311"/>
                  </a:lnTo>
                  <a:lnTo>
                    <a:pt x="0" y="0"/>
                  </a:lnTo>
                  <a:lnTo>
                    <a:pt x="43680" y="5927"/>
                  </a:lnTo>
                  <a:lnTo>
                    <a:pt x="92652" y="12571"/>
                  </a:lnTo>
                  <a:lnTo>
                    <a:pt x="99997" y="50489"/>
                  </a:lnTo>
                  <a:lnTo>
                    <a:pt x="106850" y="85865"/>
                  </a:lnTo>
                  <a:lnTo>
                    <a:pt x="113863" y="1059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g287"/>
            <p:cNvSpPr/>
            <p:nvPr/>
          </p:nvSpPr>
          <p:spPr>
            <a:xfrm>
              <a:off x="3393973" y="3516257"/>
              <a:ext cx="102964" cy="218179"/>
            </a:xfrm>
            <a:custGeom>
              <a:avLst/>
              <a:pathLst>
                <a:path w="102964" h="218179">
                  <a:moveTo>
                    <a:pt x="51807" y="210716"/>
                  </a:moveTo>
                  <a:lnTo>
                    <a:pt x="50586" y="204435"/>
                  </a:lnTo>
                  <a:lnTo>
                    <a:pt x="49027" y="196415"/>
                  </a:lnTo>
                  <a:lnTo>
                    <a:pt x="48012" y="191196"/>
                  </a:lnTo>
                  <a:lnTo>
                    <a:pt x="46941" y="185689"/>
                  </a:lnTo>
                  <a:lnTo>
                    <a:pt x="45908" y="180374"/>
                  </a:lnTo>
                  <a:lnTo>
                    <a:pt x="45009" y="175749"/>
                  </a:lnTo>
                  <a:lnTo>
                    <a:pt x="44251" y="171851"/>
                  </a:lnTo>
                  <a:lnTo>
                    <a:pt x="43281" y="166858"/>
                  </a:lnTo>
                  <a:lnTo>
                    <a:pt x="42605" y="163380"/>
                  </a:lnTo>
                  <a:lnTo>
                    <a:pt x="41766" y="159063"/>
                  </a:lnTo>
                  <a:lnTo>
                    <a:pt x="40958" y="154908"/>
                  </a:lnTo>
                  <a:lnTo>
                    <a:pt x="40326" y="151655"/>
                  </a:lnTo>
                  <a:lnTo>
                    <a:pt x="39605" y="147951"/>
                  </a:lnTo>
                  <a:lnTo>
                    <a:pt x="38532" y="142426"/>
                  </a:lnTo>
                  <a:lnTo>
                    <a:pt x="36689" y="137851"/>
                  </a:lnTo>
                  <a:lnTo>
                    <a:pt x="35094" y="133893"/>
                  </a:lnTo>
                  <a:lnTo>
                    <a:pt x="33540" y="130036"/>
                  </a:lnTo>
                  <a:lnTo>
                    <a:pt x="31514" y="125006"/>
                  </a:lnTo>
                  <a:lnTo>
                    <a:pt x="29818" y="120795"/>
                  </a:lnTo>
                  <a:lnTo>
                    <a:pt x="28240" y="116878"/>
                  </a:lnTo>
                  <a:lnTo>
                    <a:pt x="26447" y="112425"/>
                  </a:lnTo>
                  <a:lnTo>
                    <a:pt x="24449" y="107466"/>
                  </a:lnTo>
                  <a:lnTo>
                    <a:pt x="21990" y="101361"/>
                  </a:lnTo>
                  <a:lnTo>
                    <a:pt x="19335" y="94770"/>
                  </a:lnTo>
                  <a:lnTo>
                    <a:pt x="16846" y="88591"/>
                  </a:lnTo>
                  <a:lnTo>
                    <a:pt x="15598" y="85493"/>
                  </a:lnTo>
                  <a:lnTo>
                    <a:pt x="14193" y="82062"/>
                  </a:lnTo>
                  <a:lnTo>
                    <a:pt x="11773" y="76151"/>
                  </a:lnTo>
                  <a:lnTo>
                    <a:pt x="9321" y="70166"/>
                  </a:lnTo>
                  <a:lnTo>
                    <a:pt x="6591" y="63497"/>
                  </a:lnTo>
                  <a:lnTo>
                    <a:pt x="4182" y="57616"/>
                  </a:lnTo>
                  <a:lnTo>
                    <a:pt x="1583" y="51269"/>
                  </a:lnTo>
                  <a:lnTo>
                    <a:pt x="0" y="47402"/>
                  </a:lnTo>
                  <a:lnTo>
                    <a:pt x="1214" y="38811"/>
                  </a:lnTo>
                  <a:lnTo>
                    <a:pt x="2121" y="32395"/>
                  </a:lnTo>
                  <a:lnTo>
                    <a:pt x="3413" y="23253"/>
                  </a:lnTo>
                  <a:lnTo>
                    <a:pt x="4933" y="12502"/>
                  </a:lnTo>
                  <a:lnTo>
                    <a:pt x="6398" y="2138"/>
                  </a:lnTo>
                  <a:lnTo>
                    <a:pt x="22657" y="953"/>
                  </a:lnTo>
                  <a:lnTo>
                    <a:pt x="43608" y="0"/>
                  </a:lnTo>
                  <a:lnTo>
                    <a:pt x="46091" y="40952"/>
                  </a:lnTo>
                  <a:lnTo>
                    <a:pt x="53237" y="64326"/>
                  </a:lnTo>
                  <a:lnTo>
                    <a:pt x="65328" y="106633"/>
                  </a:lnTo>
                  <a:lnTo>
                    <a:pt x="76140" y="130369"/>
                  </a:lnTo>
                  <a:lnTo>
                    <a:pt x="87524" y="138543"/>
                  </a:lnTo>
                  <a:lnTo>
                    <a:pt x="97821" y="145936"/>
                  </a:lnTo>
                  <a:lnTo>
                    <a:pt x="98132" y="148959"/>
                  </a:lnTo>
                  <a:lnTo>
                    <a:pt x="99035" y="157733"/>
                  </a:lnTo>
                  <a:lnTo>
                    <a:pt x="100129" y="168350"/>
                  </a:lnTo>
                  <a:lnTo>
                    <a:pt x="100978" y="176600"/>
                  </a:lnTo>
                  <a:lnTo>
                    <a:pt x="101987" y="186393"/>
                  </a:lnTo>
                  <a:lnTo>
                    <a:pt x="102964" y="195885"/>
                  </a:lnTo>
                  <a:lnTo>
                    <a:pt x="91907" y="199443"/>
                  </a:lnTo>
                  <a:lnTo>
                    <a:pt x="80428" y="205118"/>
                  </a:lnTo>
                  <a:lnTo>
                    <a:pt x="70431" y="210060"/>
                  </a:lnTo>
                  <a:lnTo>
                    <a:pt x="59881" y="218179"/>
                  </a:lnTo>
                  <a:lnTo>
                    <a:pt x="52672" y="215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g288"/>
            <p:cNvSpPr/>
            <p:nvPr/>
          </p:nvSpPr>
          <p:spPr>
            <a:xfrm>
              <a:off x="3474695" y="3533035"/>
              <a:ext cx="66848" cy="52938"/>
            </a:xfrm>
            <a:custGeom>
              <a:avLst/>
              <a:pathLst>
                <a:path w="66848" h="52938">
                  <a:moveTo>
                    <a:pt x="6184" y="8248"/>
                  </a:moveTo>
                  <a:lnTo>
                    <a:pt x="13820" y="7126"/>
                  </a:lnTo>
                  <a:lnTo>
                    <a:pt x="22946" y="5786"/>
                  </a:lnTo>
                  <a:lnTo>
                    <a:pt x="31889" y="4472"/>
                  </a:lnTo>
                  <a:lnTo>
                    <a:pt x="39663" y="3330"/>
                  </a:lnTo>
                  <a:lnTo>
                    <a:pt x="41889" y="3004"/>
                  </a:lnTo>
                  <a:lnTo>
                    <a:pt x="50923" y="1677"/>
                  </a:lnTo>
                  <a:lnTo>
                    <a:pt x="62343" y="0"/>
                  </a:lnTo>
                  <a:lnTo>
                    <a:pt x="64258" y="14235"/>
                  </a:lnTo>
                  <a:lnTo>
                    <a:pt x="66848" y="33490"/>
                  </a:lnTo>
                  <a:lnTo>
                    <a:pt x="57051" y="36717"/>
                  </a:lnTo>
                  <a:lnTo>
                    <a:pt x="49512" y="39201"/>
                  </a:lnTo>
                  <a:lnTo>
                    <a:pt x="45744" y="40442"/>
                  </a:lnTo>
                  <a:lnTo>
                    <a:pt x="41820" y="41735"/>
                  </a:lnTo>
                  <a:lnTo>
                    <a:pt x="32055" y="44952"/>
                  </a:lnTo>
                  <a:lnTo>
                    <a:pt x="18897" y="49287"/>
                  </a:lnTo>
                  <a:lnTo>
                    <a:pt x="7813" y="52938"/>
                  </a:lnTo>
                  <a:lnTo>
                    <a:pt x="3768" y="30272"/>
                  </a:lnTo>
                  <a:lnTo>
                    <a:pt x="0" y="9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g289"/>
            <p:cNvSpPr/>
            <p:nvPr/>
          </p:nvSpPr>
          <p:spPr>
            <a:xfrm>
              <a:off x="3546687" y="3529178"/>
              <a:ext cx="24414" cy="42349"/>
            </a:xfrm>
            <a:custGeom>
              <a:avLst/>
              <a:pathLst>
                <a:path w="24414" h="42349">
                  <a:moveTo>
                    <a:pt x="1566" y="42349"/>
                  </a:moveTo>
                  <a:lnTo>
                    <a:pt x="713" y="19280"/>
                  </a:lnTo>
                  <a:lnTo>
                    <a:pt x="26" y="724"/>
                  </a:lnTo>
                  <a:lnTo>
                    <a:pt x="0" y="0"/>
                  </a:lnTo>
                  <a:lnTo>
                    <a:pt x="4789" y="37"/>
                  </a:lnTo>
                  <a:lnTo>
                    <a:pt x="7345" y="58"/>
                  </a:lnTo>
                  <a:lnTo>
                    <a:pt x="15326" y="121"/>
                  </a:lnTo>
                  <a:lnTo>
                    <a:pt x="21262" y="168"/>
                  </a:lnTo>
                  <a:lnTo>
                    <a:pt x="21514" y="3390"/>
                  </a:lnTo>
                  <a:lnTo>
                    <a:pt x="22006" y="9699"/>
                  </a:lnTo>
                  <a:lnTo>
                    <a:pt x="22534" y="16458"/>
                  </a:lnTo>
                  <a:lnTo>
                    <a:pt x="23022" y="22718"/>
                  </a:lnTo>
                  <a:lnTo>
                    <a:pt x="23257" y="25996"/>
                  </a:lnTo>
                  <a:lnTo>
                    <a:pt x="24241" y="39729"/>
                  </a:lnTo>
                  <a:lnTo>
                    <a:pt x="24414" y="42150"/>
                  </a:lnTo>
                  <a:lnTo>
                    <a:pt x="13362" y="42247"/>
                  </a:lnTo>
                  <a:lnTo>
                    <a:pt x="10772" y="422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g290"/>
            <p:cNvSpPr/>
            <p:nvPr/>
          </p:nvSpPr>
          <p:spPr>
            <a:xfrm>
              <a:off x="3484846" y="3579840"/>
              <a:ext cx="48374" cy="47466"/>
            </a:xfrm>
            <a:custGeom>
              <a:avLst/>
              <a:pathLst>
                <a:path w="48374" h="47466">
                  <a:moveTo>
                    <a:pt x="11327" y="9668"/>
                  </a:moveTo>
                  <a:lnTo>
                    <a:pt x="20174" y="5696"/>
                  </a:lnTo>
                  <a:lnTo>
                    <a:pt x="32860" y="0"/>
                  </a:lnTo>
                  <a:lnTo>
                    <a:pt x="40047" y="5019"/>
                  </a:lnTo>
                  <a:lnTo>
                    <a:pt x="48374" y="10837"/>
                  </a:lnTo>
                  <a:lnTo>
                    <a:pt x="47208" y="18292"/>
                  </a:lnTo>
                  <a:lnTo>
                    <a:pt x="44996" y="32423"/>
                  </a:lnTo>
                  <a:lnTo>
                    <a:pt x="42641" y="47466"/>
                  </a:lnTo>
                  <a:lnTo>
                    <a:pt x="34774" y="44786"/>
                  </a:lnTo>
                  <a:lnTo>
                    <a:pt x="24513" y="41755"/>
                  </a:lnTo>
                  <a:lnTo>
                    <a:pt x="14793" y="38885"/>
                  </a:lnTo>
                  <a:lnTo>
                    <a:pt x="7626" y="31977"/>
                  </a:lnTo>
                  <a:lnTo>
                    <a:pt x="5809" y="28261"/>
                  </a:lnTo>
                  <a:lnTo>
                    <a:pt x="2507" y="21512"/>
                  </a:lnTo>
                  <a:lnTo>
                    <a:pt x="0" y="1475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g291"/>
            <p:cNvSpPr/>
            <p:nvPr/>
          </p:nvSpPr>
          <p:spPr>
            <a:xfrm>
              <a:off x="3531435" y="3580457"/>
              <a:ext cx="40977" cy="55243"/>
            </a:xfrm>
            <a:custGeom>
              <a:avLst/>
              <a:pathLst>
                <a:path w="40977" h="55243">
                  <a:moveTo>
                    <a:pt x="924" y="41083"/>
                  </a:moveTo>
                  <a:lnTo>
                    <a:pt x="1998" y="34316"/>
                  </a:lnTo>
                  <a:lnTo>
                    <a:pt x="2718" y="29772"/>
                  </a:lnTo>
                  <a:lnTo>
                    <a:pt x="3711" y="23514"/>
                  </a:lnTo>
                  <a:lnTo>
                    <a:pt x="5295" y="13530"/>
                  </a:lnTo>
                  <a:lnTo>
                    <a:pt x="7441" y="0"/>
                  </a:lnTo>
                  <a:lnTo>
                    <a:pt x="21857" y="598"/>
                  </a:lnTo>
                  <a:lnTo>
                    <a:pt x="39190" y="1318"/>
                  </a:lnTo>
                  <a:lnTo>
                    <a:pt x="39820" y="9190"/>
                  </a:lnTo>
                  <a:lnTo>
                    <a:pt x="40564" y="18494"/>
                  </a:lnTo>
                  <a:lnTo>
                    <a:pt x="40977" y="23657"/>
                  </a:lnTo>
                  <a:lnTo>
                    <a:pt x="40957" y="25669"/>
                  </a:lnTo>
                  <a:lnTo>
                    <a:pt x="40851" y="36585"/>
                  </a:lnTo>
                  <a:lnTo>
                    <a:pt x="40670" y="55243"/>
                  </a:lnTo>
                  <a:lnTo>
                    <a:pt x="22505" y="51523"/>
                  </a:lnTo>
                  <a:lnTo>
                    <a:pt x="0" y="46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g292"/>
            <p:cNvSpPr/>
            <p:nvPr/>
          </p:nvSpPr>
          <p:spPr>
            <a:xfrm>
              <a:off x="1965848" y="3626577"/>
              <a:ext cx="33928" cy="61010"/>
            </a:xfrm>
            <a:custGeom>
              <a:avLst/>
              <a:pathLst>
                <a:path w="33928" h="61010">
                  <a:moveTo>
                    <a:pt x="1780" y="990"/>
                  </a:moveTo>
                  <a:lnTo>
                    <a:pt x="2918" y="1743"/>
                  </a:lnTo>
                  <a:lnTo>
                    <a:pt x="9637" y="6188"/>
                  </a:lnTo>
                  <a:lnTo>
                    <a:pt x="17734" y="11544"/>
                  </a:lnTo>
                  <a:lnTo>
                    <a:pt x="25831" y="16900"/>
                  </a:lnTo>
                  <a:lnTo>
                    <a:pt x="33928" y="22257"/>
                  </a:lnTo>
                  <a:lnTo>
                    <a:pt x="31384" y="27571"/>
                  </a:lnTo>
                  <a:lnTo>
                    <a:pt x="29102" y="32338"/>
                  </a:lnTo>
                  <a:lnTo>
                    <a:pt x="26361" y="38062"/>
                  </a:lnTo>
                  <a:lnTo>
                    <a:pt x="25407" y="40055"/>
                  </a:lnTo>
                  <a:lnTo>
                    <a:pt x="23836" y="42419"/>
                  </a:lnTo>
                  <a:lnTo>
                    <a:pt x="17658" y="51714"/>
                  </a:lnTo>
                  <a:lnTo>
                    <a:pt x="11481" y="61010"/>
                  </a:lnTo>
                  <a:lnTo>
                    <a:pt x="4954" y="57471"/>
                  </a:lnTo>
                  <a:lnTo>
                    <a:pt x="0" y="5478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g293"/>
            <p:cNvSpPr/>
            <p:nvPr/>
          </p:nvSpPr>
          <p:spPr>
            <a:xfrm>
              <a:off x="1965848" y="3609786"/>
              <a:ext cx="6904" cy="12605"/>
            </a:xfrm>
            <a:custGeom>
              <a:avLst/>
              <a:pathLst>
                <a:path w="6904" h="12605">
                  <a:moveTo>
                    <a:pt x="4467" y="8514"/>
                  </a:moveTo>
                  <a:lnTo>
                    <a:pt x="2030" y="12605"/>
                  </a:lnTo>
                  <a:lnTo>
                    <a:pt x="0" y="11379"/>
                  </a:lnTo>
                  <a:lnTo>
                    <a:pt x="0" y="0"/>
                  </a:lnTo>
                  <a:lnTo>
                    <a:pt x="6904" y="44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g294"/>
            <p:cNvSpPr/>
            <p:nvPr/>
          </p:nvSpPr>
          <p:spPr>
            <a:xfrm>
              <a:off x="1965848" y="3766068"/>
              <a:ext cx="5170" cy="28551"/>
            </a:xfrm>
            <a:custGeom>
              <a:avLst/>
              <a:pathLst>
                <a:path w="5170" h="28551">
                  <a:moveTo>
                    <a:pt x="5170" y="4014"/>
                  </a:moveTo>
                  <a:lnTo>
                    <a:pt x="3435" y="18131"/>
                  </a:lnTo>
                  <a:lnTo>
                    <a:pt x="2154" y="28551"/>
                  </a:lnTo>
                  <a:lnTo>
                    <a:pt x="0" y="2721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g295"/>
            <p:cNvSpPr/>
            <p:nvPr/>
          </p:nvSpPr>
          <p:spPr>
            <a:xfrm>
              <a:off x="1965848" y="3701247"/>
              <a:ext cx="20496" cy="54811"/>
            </a:xfrm>
            <a:custGeom>
              <a:avLst/>
              <a:pathLst>
                <a:path w="20496" h="54811">
                  <a:moveTo>
                    <a:pt x="0" y="53341"/>
                  </a:moveTo>
                  <a:lnTo>
                    <a:pt x="0" y="39822"/>
                  </a:lnTo>
                  <a:lnTo>
                    <a:pt x="3787" y="34495"/>
                  </a:lnTo>
                  <a:lnTo>
                    <a:pt x="7063" y="24615"/>
                  </a:lnTo>
                  <a:lnTo>
                    <a:pt x="7573" y="20581"/>
                  </a:lnTo>
                  <a:lnTo>
                    <a:pt x="9430" y="5897"/>
                  </a:lnTo>
                  <a:lnTo>
                    <a:pt x="10176" y="0"/>
                  </a:lnTo>
                  <a:lnTo>
                    <a:pt x="15336" y="1590"/>
                  </a:lnTo>
                  <a:lnTo>
                    <a:pt x="20496" y="3181"/>
                  </a:lnTo>
                  <a:lnTo>
                    <a:pt x="16578" y="24068"/>
                  </a:lnTo>
                  <a:lnTo>
                    <a:pt x="14414" y="35607"/>
                  </a:lnTo>
                  <a:lnTo>
                    <a:pt x="14338" y="36015"/>
                  </a:lnTo>
                  <a:lnTo>
                    <a:pt x="10203" y="43589"/>
                  </a:lnTo>
                  <a:lnTo>
                    <a:pt x="1079" y="548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g296"/>
            <p:cNvSpPr/>
            <p:nvPr/>
          </p:nvSpPr>
          <p:spPr>
            <a:xfrm>
              <a:off x="1965848" y="3691086"/>
              <a:ext cx="3214" cy="21366"/>
            </a:xfrm>
            <a:custGeom>
              <a:avLst/>
              <a:pathLst>
                <a:path w="3214" h="21366">
                  <a:moveTo>
                    <a:pt x="3214" y="2072"/>
                  </a:moveTo>
                  <a:lnTo>
                    <a:pt x="432" y="18768"/>
                  </a:lnTo>
                  <a:lnTo>
                    <a:pt x="0" y="2136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g297"/>
            <p:cNvSpPr/>
            <p:nvPr/>
          </p:nvSpPr>
          <p:spPr>
            <a:xfrm>
              <a:off x="1965848" y="4287454"/>
              <a:ext cx="35007" cy="60742"/>
            </a:xfrm>
            <a:custGeom>
              <a:avLst/>
              <a:pathLst>
                <a:path w="35007" h="60742">
                  <a:moveTo>
                    <a:pt x="16660" y="6487"/>
                  </a:moveTo>
                  <a:lnTo>
                    <a:pt x="29110" y="14190"/>
                  </a:lnTo>
                  <a:lnTo>
                    <a:pt x="35007" y="22563"/>
                  </a:lnTo>
                  <a:lnTo>
                    <a:pt x="33697" y="31270"/>
                  </a:lnTo>
                  <a:lnTo>
                    <a:pt x="30912" y="37131"/>
                  </a:lnTo>
                  <a:lnTo>
                    <a:pt x="28127" y="42992"/>
                  </a:lnTo>
                  <a:lnTo>
                    <a:pt x="21575" y="53374"/>
                  </a:lnTo>
                  <a:lnTo>
                    <a:pt x="14367" y="60742"/>
                  </a:lnTo>
                  <a:lnTo>
                    <a:pt x="0" y="6043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g298"/>
            <p:cNvSpPr/>
            <p:nvPr/>
          </p:nvSpPr>
          <p:spPr>
            <a:xfrm>
              <a:off x="1971718" y="4271964"/>
              <a:ext cx="104300" cy="40086"/>
            </a:xfrm>
            <a:custGeom>
              <a:avLst/>
              <a:pathLst>
                <a:path w="104300" h="40086">
                  <a:moveTo>
                    <a:pt x="76711" y="40086"/>
                  </a:moveTo>
                  <a:lnTo>
                    <a:pt x="63401" y="39877"/>
                  </a:lnTo>
                  <a:lnTo>
                    <a:pt x="47669" y="39942"/>
                  </a:lnTo>
                  <a:lnTo>
                    <a:pt x="37433" y="39984"/>
                  </a:lnTo>
                  <a:lnTo>
                    <a:pt x="36673" y="35708"/>
                  </a:lnTo>
                  <a:lnTo>
                    <a:pt x="33069" y="27001"/>
                  </a:lnTo>
                  <a:lnTo>
                    <a:pt x="22257" y="18294"/>
                  </a:lnTo>
                  <a:lnTo>
                    <a:pt x="0" y="7284"/>
                  </a:lnTo>
                  <a:lnTo>
                    <a:pt x="1064" y="3642"/>
                  </a:lnTo>
                  <a:lnTo>
                    <a:pt x="2129" y="0"/>
                  </a:lnTo>
                  <a:lnTo>
                    <a:pt x="33282" y="10722"/>
                  </a:lnTo>
                  <a:lnTo>
                    <a:pt x="39998" y="18431"/>
                  </a:lnTo>
                  <a:lnTo>
                    <a:pt x="41935" y="20655"/>
                  </a:lnTo>
                  <a:lnTo>
                    <a:pt x="49307" y="27143"/>
                  </a:lnTo>
                  <a:lnTo>
                    <a:pt x="58931" y="27353"/>
                  </a:lnTo>
                  <a:lnTo>
                    <a:pt x="71626" y="26097"/>
                  </a:lnTo>
                  <a:lnTo>
                    <a:pt x="87803" y="22748"/>
                  </a:lnTo>
                  <a:lnTo>
                    <a:pt x="97427" y="16259"/>
                  </a:lnTo>
                  <a:lnTo>
                    <a:pt x="102546" y="16259"/>
                  </a:lnTo>
                  <a:lnTo>
                    <a:pt x="102901" y="18325"/>
                  </a:lnTo>
                  <a:lnTo>
                    <a:pt x="103423" y="21356"/>
                  </a:lnTo>
                  <a:lnTo>
                    <a:pt x="104300" y="264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g299"/>
            <p:cNvSpPr/>
            <p:nvPr/>
          </p:nvSpPr>
          <p:spPr>
            <a:xfrm>
              <a:off x="2059077" y="4364754"/>
              <a:ext cx="58359" cy="60012"/>
            </a:xfrm>
            <a:custGeom>
              <a:avLst/>
              <a:pathLst>
                <a:path w="58359" h="60012">
                  <a:moveTo>
                    <a:pt x="31204" y="46231"/>
                  </a:moveTo>
                  <a:lnTo>
                    <a:pt x="15562" y="60012"/>
                  </a:lnTo>
                  <a:lnTo>
                    <a:pt x="11671" y="54256"/>
                  </a:lnTo>
                  <a:lnTo>
                    <a:pt x="7781" y="48499"/>
                  </a:lnTo>
                  <a:lnTo>
                    <a:pt x="3890" y="42743"/>
                  </a:lnTo>
                  <a:lnTo>
                    <a:pt x="1948" y="39870"/>
                  </a:lnTo>
                  <a:lnTo>
                    <a:pt x="0" y="36987"/>
                  </a:lnTo>
                  <a:lnTo>
                    <a:pt x="20343" y="20731"/>
                  </a:lnTo>
                  <a:lnTo>
                    <a:pt x="46287" y="0"/>
                  </a:lnTo>
                  <a:lnTo>
                    <a:pt x="50767" y="8278"/>
                  </a:lnTo>
                  <a:lnTo>
                    <a:pt x="52323" y="11153"/>
                  </a:lnTo>
                  <a:lnTo>
                    <a:pt x="58359" y="22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g300"/>
            <p:cNvSpPr/>
            <p:nvPr/>
          </p:nvSpPr>
          <p:spPr>
            <a:xfrm>
              <a:off x="2085369" y="4395755"/>
              <a:ext cx="60692" cy="54756"/>
            </a:xfrm>
            <a:custGeom>
              <a:avLst/>
              <a:pathLst>
                <a:path w="60692" h="54756">
                  <a:moveTo>
                    <a:pt x="47300" y="48351"/>
                  </a:moveTo>
                  <a:lnTo>
                    <a:pt x="33909" y="54756"/>
                  </a:lnTo>
                  <a:lnTo>
                    <a:pt x="30223" y="41820"/>
                  </a:lnTo>
                  <a:lnTo>
                    <a:pt x="26537" y="28885"/>
                  </a:lnTo>
                  <a:lnTo>
                    <a:pt x="5651" y="36922"/>
                  </a:lnTo>
                  <a:lnTo>
                    <a:pt x="0" y="23861"/>
                  </a:lnTo>
                  <a:lnTo>
                    <a:pt x="19166" y="9795"/>
                  </a:lnTo>
                  <a:lnTo>
                    <a:pt x="47914" y="0"/>
                  </a:lnTo>
                  <a:lnTo>
                    <a:pt x="50411" y="7814"/>
                  </a:lnTo>
                  <a:lnTo>
                    <a:pt x="51846" y="12307"/>
                  </a:lnTo>
                  <a:lnTo>
                    <a:pt x="60692" y="41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g301"/>
            <p:cNvSpPr/>
            <p:nvPr/>
          </p:nvSpPr>
          <p:spPr>
            <a:xfrm>
              <a:off x="2121080" y="4441994"/>
              <a:ext cx="36170" cy="41203"/>
            </a:xfrm>
            <a:custGeom>
              <a:avLst/>
              <a:pathLst>
                <a:path w="36170" h="41203">
                  <a:moveTo>
                    <a:pt x="3069" y="30888"/>
                  </a:moveTo>
                  <a:lnTo>
                    <a:pt x="0" y="20573"/>
                  </a:lnTo>
                  <a:lnTo>
                    <a:pt x="10775" y="10247"/>
                  </a:lnTo>
                  <a:lnTo>
                    <a:pt x="15725" y="5503"/>
                  </a:lnTo>
                  <a:lnTo>
                    <a:pt x="27324" y="0"/>
                  </a:lnTo>
                  <a:lnTo>
                    <a:pt x="30629" y="10509"/>
                  </a:lnTo>
                  <a:lnTo>
                    <a:pt x="31747" y="14065"/>
                  </a:lnTo>
                  <a:lnTo>
                    <a:pt x="36170" y="28131"/>
                  </a:lnTo>
                  <a:lnTo>
                    <a:pt x="21155" y="34667"/>
                  </a:lnTo>
                  <a:lnTo>
                    <a:pt x="6139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g302"/>
            <p:cNvSpPr/>
            <p:nvPr/>
          </p:nvSpPr>
          <p:spPr>
            <a:xfrm>
              <a:off x="1965848" y="4466880"/>
              <a:ext cx="55633" cy="23557"/>
            </a:xfrm>
            <a:custGeom>
              <a:avLst/>
              <a:pathLst>
                <a:path w="55633" h="23557">
                  <a:moveTo>
                    <a:pt x="5197" y="23147"/>
                  </a:moveTo>
                  <a:lnTo>
                    <a:pt x="0" y="23557"/>
                  </a:lnTo>
                  <a:lnTo>
                    <a:pt x="0" y="2152"/>
                  </a:lnTo>
                  <a:lnTo>
                    <a:pt x="10811" y="0"/>
                  </a:lnTo>
                  <a:lnTo>
                    <a:pt x="29649" y="0"/>
                  </a:lnTo>
                  <a:lnTo>
                    <a:pt x="48078" y="5860"/>
                  </a:lnTo>
                  <a:lnTo>
                    <a:pt x="54221" y="9628"/>
                  </a:lnTo>
                  <a:lnTo>
                    <a:pt x="54927" y="14399"/>
                  </a:lnTo>
                  <a:lnTo>
                    <a:pt x="55633" y="191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g303"/>
            <p:cNvSpPr/>
            <p:nvPr/>
          </p:nvSpPr>
          <p:spPr>
            <a:xfrm>
              <a:off x="1965848" y="4401923"/>
              <a:ext cx="71591" cy="38081"/>
            </a:xfrm>
            <a:custGeom>
              <a:avLst/>
              <a:pathLst>
                <a:path w="71591" h="38081">
                  <a:moveTo>
                    <a:pt x="21775" y="23200"/>
                  </a:moveTo>
                  <a:lnTo>
                    <a:pt x="55029" y="18846"/>
                  </a:lnTo>
                  <a:lnTo>
                    <a:pt x="61254" y="12651"/>
                  </a:lnTo>
                  <a:lnTo>
                    <a:pt x="53063" y="3441"/>
                  </a:lnTo>
                  <a:lnTo>
                    <a:pt x="56475" y="0"/>
                  </a:lnTo>
                  <a:lnTo>
                    <a:pt x="70591" y="9804"/>
                  </a:lnTo>
                  <a:lnTo>
                    <a:pt x="71091" y="19393"/>
                  </a:lnTo>
                  <a:lnTo>
                    <a:pt x="71591" y="28983"/>
                  </a:lnTo>
                  <a:lnTo>
                    <a:pt x="36146" y="36651"/>
                  </a:lnTo>
                  <a:lnTo>
                    <a:pt x="29538" y="38081"/>
                  </a:lnTo>
                  <a:lnTo>
                    <a:pt x="8359" y="32230"/>
                  </a:lnTo>
                  <a:lnTo>
                    <a:pt x="1791" y="28454"/>
                  </a:lnTo>
                  <a:lnTo>
                    <a:pt x="0" y="27424"/>
                  </a:lnTo>
                  <a:lnTo>
                    <a:pt x="0" y="13508"/>
                  </a:lnTo>
                  <a:lnTo>
                    <a:pt x="12192" y="185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g304"/>
            <p:cNvSpPr/>
            <p:nvPr/>
          </p:nvSpPr>
          <p:spPr>
            <a:xfrm>
              <a:off x="1965848" y="3090624"/>
              <a:ext cx="157564" cy="161526"/>
            </a:xfrm>
            <a:custGeom>
              <a:avLst/>
              <a:pathLst>
                <a:path w="157564" h="161526">
                  <a:moveTo>
                    <a:pt x="3669" y="2506"/>
                  </a:moveTo>
                  <a:lnTo>
                    <a:pt x="6836" y="4669"/>
                  </a:lnTo>
                  <a:lnTo>
                    <a:pt x="11741" y="8019"/>
                  </a:lnTo>
                  <a:lnTo>
                    <a:pt x="15178" y="10366"/>
                  </a:lnTo>
                  <a:lnTo>
                    <a:pt x="20044" y="13689"/>
                  </a:lnTo>
                  <a:lnTo>
                    <a:pt x="25998" y="17756"/>
                  </a:lnTo>
                  <a:lnTo>
                    <a:pt x="29432" y="20101"/>
                  </a:lnTo>
                  <a:lnTo>
                    <a:pt x="32763" y="22377"/>
                  </a:lnTo>
                  <a:lnTo>
                    <a:pt x="36779" y="25119"/>
                  </a:lnTo>
                  <a:lnTo>
                    <a:pt x="39484" y="26967"/>
                  </a:lnTo>
                  <a:lnTo>
                    <a:pt x="41436" y="28300"/>
                  </a:lnTo>
                  <a:lnTo>
                    <a:pt x="44426" y="30343"/>
                  </a:lnTo>
                  <a:lnTo>
                    <a:pt x="52298" y="35719"/>
                  </a:lnTo>
                  <a:lnTo>
                    <a:pt x="55220" y="37714"/>
                  </a:lnTo>
                  <a:lnTo>
                    <a:pt x="61200" y="41799"/>
                  </a:lnTo>
                  <a:lnTo>
                    <a:pt x="65677" y="44856"/>
                  </a:lnTo>
                  <a:lnTo>
                    <a:pt x="69737" y="47629"/>
                  </a:lnTo>
                  <a:lnTo>
                    <a:pt x="72603" y="49586"/>
                  </a:lnTo>
                  <a:lnTo>
                    <a:pt x="79065" y="54000"/>
                  </a:lnTo>
                  <a:lnTo>
                    <a:pt x="88846" y="60680"/>
                  </a:lnTo>
                  <a:lnTo>
                    <a:pt x="92138" y="62929"/>
                  </a:lnTo>
                  <a:lnTo>
                    <a:pt x="96869" y="66160"/>
                  </a:lnTo>
                  <a:lnTo>
                    <a:pt x="102811" y="70218"/>
                  </a:lnTo>
                  <a:lnTo>
                    <a:pt x="111107" y="75884"/>
                  </a:lnTo>
                  <a:lnTo>
                    <a:pt x="116060" y="79267"/>
                  </a:lnTo>
                  <a:lnTo>
                    <a:pt x="118307" y="80801"/>
                  </a:lnTo>
                  <a:lnTo>
                    <a:pt x="120532" y="82322"/>
                  </a:lnTo>
                  <a:lnTo>
                    <a:pt x="122070" y="83372"/>
                  </a:lnTo>
                  <a:lnTo>
                    <a:pt x="123981" y="84677"/>
                  </a:lnTo>
                  <a:lnTo>
                    <a:pt x="125192" y="85504"/>
                  </a:lnTo>
                  <a:lnTo>
                    <a:pt x="127308" y="86949"/>
                  </a:lnTo>
                  <a:lnTo>
                    <a:pt x="129398" y="88377"/>
                  </a:lnTo>
                  <a:lnTo>
                    <a:pt x="145912" y="99656"/>
                  </a:lnTo>
                  <a:lnTo>
                    <a:pt x="152611" y="104231"/>
                  </a:lnTo>
                  <a:lnTo>
                    <a:pt x="157564" y="107614"/>
                  </a:lnTo>
                  <a:lnTo>
                    <a:pt x="155830" y="110277"/>
                  </a:lnTo>
                  <a:lnTo>
                    <a:pt x="148711" y="121212"/>
                  </a:lnTo>
                  <a:lnTo>
                    <a:pt x="146009" y="125362"/>
                  </a:lnTo>
                  <a:lnTo>
                    <a:pt x="144696" y="127379"/>
                  </a:lnTo>
                  <a:lnTo>
                    <a:pt x="142044" y="131452"/>
                  </a:lnTo>
                  <a:lnTo>
                    <a:pt x="132866" y="145548"/>
                  </a:lnTo>
                  <a:lnTo>
                    <a:pt x="131651" y="147415"/>
                  </a:lnTo>
                  <a:lnTo>
                    <a:pt x="130617" y="149003"/>
                  </a:lnTo>
                  <a:lnTo>
                    <a:pt x="128802" y="151792"/>
                  </a:lnTo>
                  <a:lnTo>
                    <a:pt x="122464" y="161526"/>
                  </a:lnTo>
                  <a:lnTo>
                    <a:pt x="112902" y="154950"/>
                  </a:lnTo>
                  <a:lnTo>
                    <a:pt x="95834" y="143211"/>
                  </a:lnTo>
                  <a:lnTo>
                    <a:pt x="85289" y="135959"/>
                  </a:lnTo>
                  <a:lnTo>
                    <a:pt x="82839" y="134274"/>
                  </a:lnTo>
                  <a:lnTo>
                    <a:pt x="81277" y="133200"/>
                  </a:lnTo>
                  <a:lnTo>
                    <a:pt x="79415" y="131920"/>
                  </a:lnTo>
                  <a:lnTo>
                    <a:pt x="76178" y="129693"/>
                  </a:lnTo>
                  <a:lnTo>
                    <a:pt x="70423" y="125736"/>
                  </a:lnTo>
                  <a:lnTo>
                    <a:pt x="67168" y="123497"/>
                  </a:lnTo>
                  <a:lnTo>
                    <a:pt x="64283" y="121513"/>
                  </a:lnTo>
                  <a:lnTo>
                    <a:pt x="53560" y="114138"/>
                  </a:lnTo>
                  <a:lnTo>
                    <a:pt x="51387" y="112644"/>
                  </a:lnTo>
                  <a:lnTo>
                    <a:pt x="45691" y="108726"/>
                  </a:lnTo>
                  <a:lnTo>
                    <a:pt x="43091" y="106938"/>
                  </a:lnTo>
                  <a:lnTo>
                    <a:pt x="39121" y="104207"/>
                  </a:lnTo>
                  <a:lnTo>
                    <a:pt x="35888" y="101984"/>
                  </a:lnTo>
                  <a:lnTo>
                    <a:pt x="33057" y="100037"/>
                  </a:lnTo>
                  <a:lnTo>
                    <a:pt x="30723" y="98432"/>
                  </a:lnTo>
                  <a:lnTo>
                    <a:pt x="26140" y="95280"/>
                  </a:lnTo>
                  <a:lnTo>
                    <a:pt x="21953" y="92401"/>
                  </a:lnTo>
                  <a:lnTo>
                    <a:pt x="17596" y="89404"/>
                  </a:lnTo>
                  <a:lnTo>
                    <a:pt x="11492" y="85206"/>
                  </a:lnTo>
                  <a:lnTo>
                    <a:pt x="6061" y="81471"/>
                  </a:lnTo>
                  <a:lnTo>
                    <a:pt x="2374" y="78935"/>
                  </a:lnTo>
                  <a:lnTo>
                    <a:pt x="0" y="7730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g305"/>
            <p:cNvSpPr/>
            <p:nvPr/>
          </p:nvSpPr>
          <p:spPr>
            <a:xfrm>
              <a:off x="1965848" y="3183048"/>
              <a:ext cx="69082" cy="98193"/>
            </a:xfrm>
            <a:custGeom>
              <a:avLst/>
              <a:pathLst>
                <a:path w="69082" h="98193">
                  <a:moveTo>
                    <a:pt x="3611" y="2502"/>
                  </a:moveTo>
                  <a:lnTo>
                    <a:pt x="7338" y="5084"/>
                  </a:lnTo>
                  <a:lnTo>
                    <a:pt x="12336" y="8547"/>
                  </a:lnTo>
                  <a:lnTo>
                    <a:pt x="15743" y="10908"/>
                  </a:lnTo>
                  <a:lnTo>
                    <a:pt x="19194" y="13299"/>
                  </a:lnTo>
                  <a:lnTo>
                    <a:pt x="23855" y="16528"/>
                  </a:lnTo>
                  <a:lnTo>
                    <a:pt x="26478" y="18345"/>
                  </a:lnTo>
                  <a:lnTo>
                    <a:pt x="29244" y="20261"/>
                  </a:lnTo>
                  <a:lnTo>
                    <a:pt x="31696" y="21960"/>
                  </a:lnTo>
                  <a:lnTo>
                    <a:pt x="33688" y="23340"/>
                  </a:lnTo>
                  <a:lnTo>
                    <a:pt x="35881" y="24860"/>
                  </a:lnTo>
                  <a:lnTo>
                    <a:pt x="39684" y="27495"/>
                  </a:lnTo>
                  <a:lnTo>
                    <a:pt x="43604" y="30211"/>
                  </a:lnTo>
                  <a:lnTo>
                    <a:pt x="47334" y="32795"/>
                  </a:lnTo>
                  <a:lnTo>
                    <a:pt x="51540" y="35709"/>
                  </a:lnTo>
                  <a:lnTo>
                    <a:pt x="55955" y="38768"/>
                  </a:lnTo>
                  <a:lnTo>
                    <a:pt x="61998" y="42955"/>
                  </a:lnTo>
                  <a:lnTo>
                    <a:pt x="69082" y="47863"/>
                  </a:lnTo>
                  <a:lnTo>
                    <a:pt x="67386" y="50374"/>
                  </a:lnTo>
                  <a:lnTo>
                    <a:pt x="65089" y="53774"/>
                  </a:lnTo>
                  <a:lnTo>
                    <a:pt x="63416" y="56251"/>
                  </a:lnTo>
                  <a:lnTo>
                    <a:pt x="61105" y="59673"/>
                  </a:lnTo>
                  <a:lnTo>
                    <a:pt x="59833" y="61555"/>
                  </a:lnTo>
                  <a:lnTo>
                    <a:pt x="51041" y="74570"/>
                  </a:lnTo>
                  <a:lnTo>
                    <a:pt x="49284" y="77172"/>
                  </a:lnTo>
                  <a:lnTo>
                    <a:pt x="46500" y="81293"/>
                  </a:lnTo>
                  <a:lnTo>
                    <a:pt x="43435" y="85829"/>
                  </a:lnTo>
                  <a:lnTo>
                    <a:pt x="35084" y="98193"/>
                  </a:lnTo>
                  <a:lnTo>
                    <a:pt x="32684" y="96526"/>
                  </a:lnTo>
                  <a:lnTo>
                    <a:pt x="28709" y="93764"/>
                  </a:lnTo>
                  <a:lnTo>
                    <a:pt x="27302" y="92787"/>
                  </a:lnTo>
                  <a:lnTo>
                    <a:pt x="24751" y="91015"/>
                  </a:lnTo>
                  <a:lnTo>
                    <a:pt x="22344" y="89342"/>
                  </a:lnTo>
                  <a:lnTo>
                    <a:pt x="19344" y="87258"/>
                  </a:lnTo>
                  <a:lnTo>
                    <a:pt x="14824" y="84118"/>
                  </a:lnTo>
                  <a:lnTo>
                    <a:pt x="955" y="74483"/>
                  </a:lnTo>
                  <a:lnTo>
                    <a:pt x="0" y="7381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g306"/>
            <p:cNvSpPr/>
            <p:nvPr/>
          </p:nvSpPr>
          <p:spPr>
            <a:xfrm>
              <a:off x="1965848" y="3266877"/>
              <a:ext cx="31261" cy="50767"/>
            </a:xfrm>
            <a:custGeom>
              <a:avLst/>
              <a:pathLst>
                <a:path w="31261" h="50767">
                  <a:moveTo>
                    <a:pt x="4678" y="3237"/>
                  </a:moveTo>
                  <a:lnTo>
                    <a:pt x="6449" y="4743"/>
                  </a:lnTo>
                  <a:lnTo>
                    <a:pt x="9883" y="7662"/>
                  </a:lnTo>
                  <a:lnTo>
                    <a:pt x="15176" y="12161"/>
                  </a:lnTo>
                  <a:lnTo>
                    <a:pt x="22551" y="18431"/>
                  </a:lnTo>
                  <a:lnTo>
                    <a:pt x="31261" y="25835"/>
                  </a:lnTo>
                  <a:lnTo>
                    <a:pt x="28540" y="29607"/>
                  </a:lnTo>
                  <a:lnTo>
                    <a:pt x="13275" y="50767"/>
                  </a:lnTo>
                  <a:lnTo>
                    <a:pt x="0" y="4118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g307"/>
            <p:cNvSpPr/>
            <p:nvPr/>
          </p:nvSpPr>
          <p:spPr>
            <a:xfrm>
              <a:off x="1965848" y="3327363"/>
              <a:ext cx="5494" cy="13191"/>
            </a:xfrm>
            <a:custGeom>
              <a:avLst/>
              <a:pathLst>
                <a:path w="5494" h="13191">
                  <a:moveTo>
                    <a:pt x="5494" y="3702"/>
                  </a:moveTo>
                  <a:lnTo>
                    <a:pt x="3172" y="7713"/>
                  </a:lnTo>
                  <a:lnTo>
                    <a:pt x="0" y="1319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g308"/>
            <p:cNvSpPr/>
            <p:nvPr/>
          </p:nvSpPr>
          <p:spPr>
            <a:xfrm>
              <a:off x="1965848" y="5701166"/>
              <a:ext cx="1593" cy="32121"/>
            </a:xfrm>
            <a:custGeom>
              <a:avLst/>
              <a:pathLst>
                <a:path w="1593" h="32121">
                  <a:moveTo>
                    <a:pt x="293" y="0"/>
                  </a:moveTo>
                  <a:lnTo>
                    <a:pt x="383" y="2228"/>
                  </a:lnTo>
                  <a:lnTo>
                    <a:pt x="713" y="10376"/>
                  </a:lnTo>
                  <a:lnTo>
                    <a:pt x="1054" y="18801"/>
                  </a:lnTo>
                  <a:lnTo>
                    <a:pt x="1452" y="28636"/>
                  </a:lnTo>
                  <a:lnTo>
                    <a:pt x="1593" y="32121"/>
                  </a:lnTo>
                  <a:lnTo>
                    <a:pt x="0" y="321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g309"/>
            <p:cNvSpPr/>
            <p:nvPr/>
          </p:nvSpPr>
          <p:spPr>
            <a:xfrm>
              <a:off x="1970747" y="5651414"/>
              <a:ext cx="51892" cy="81873"/>
            </a:xfrm>
            <a:custGeom>
              <a:avLst/>
              <a:pathLst>
                <a:path w="51892" h="81873">
                  <a:moveTo>
                    <a:pt x="51146" y="10955"/>
                  </a:moveTo>
                  <a:lnTo>
                    <a:pt x="50743" y="18327"/>
                  </a:lnTo>
                  <a:lnTo>
                    <a:pt x="50375" y="25072"/>
                  </a:lnTo>
                  <a:lnTo>
                    <a:pt x="50217" y="27956"/>
                  </a:lnTo>
                  <a:lnTo>
                    <a:pt x="50007" y="31813"/>
                  </a:lnTo>
                  <a:lnTo>
                    <a:pt x="49605" y="39161"/>
                  </a:lnTo>
                  <a:lnTo>
                    <a:pt x="49194" y="46696"/>
                  </a:lnTo>
                  <a:lnTo>
                    <a:pt x="49162" y="47281"/>
                  </a:lnTo>
                  <a:lnTo>
                    <a:pt x="48824" y="53455"/>
                  </a:lnTo>
                  <a:lnTo>
                    <a:pt x="48473" y="59891"/>
                  </a:lnTo>
                  <a:lnTo>
                    <a:pt x="48125" y="66249"/>
                  </a:lnTo>
                  <a:lnTo>
                    <a:pt x="47828" y="71696"/>
                  </a:lnTo>
                  <a:lnTo>
                    <a:pt x="47502" y="77664"/>
                  </a:lnTo>
                  <a:lnTo>
                    <a:pt x="47272" y="81873"/>
                  </a:lnTo>
                  <a:lnTo>
                    <a:pt x="1687" y="81873"/>
                  </a:lnTo>
                  <a:lnTo>
                    <a:pt x="1624" y="78849"/>
                  </a:lnTo>
                  <a:lnTo>
                    <a:pt x="1329" y="64624"/>
                  </a:lnTo>
                  <a:lnTo>
                    <a:pt x="1095" y="53323"/>
                  </a:lnTo>
                  <a:lnTo>
                    <a:pt x="905" y="44177"/>
                  </a:lnTo>
                  <a:lnTo>
                    <a:pt x="709" y="34734"/>
                  </a:lnTo>
                  <a:lnTo>
                    <a:pt x="509" y="25044"/>
                  </a:lnTo>
                  <a:lnTo>
                    <a:pt x="329" y="16376"/>
                  </a:lnTo>
                  <a:lnTo>
                    <a:pt x="152" y="7827"/>
                  </a:lnTo>
                  <a:lnTo>
                    <a:pt x="0" y="492"/>
                  </a:lnTo>
                  <a:lnTo>
                    <a:pt x="25656" y="248"/>
                  </a:lnTo>
                  <a:lnTo>
                    <a:pt x="518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g310"/>
            <p:cNvSpPr/>
            <p:nvPr/>
          </p:nvSpPr>
          <p:spPr>
            <a:xfrm>
              <a:off x="2280969" y="5633565"/>
              <a:ext cx="124219" cy="35612"/>
            </a:xfrm>
            <a:custGeom>
              <a:avLst/>
              <a:pathLst>
                <a:path w="124219" h="35612">
                  <a:moveTo>
                    <a:pt x="16686" y="13029"/>
                  </a:moveTo>
                  <a:lnTo>
                    <a:pt x="23004" y="12080"/>
                  </a:lnTo>
                  <a:lnTo>
                    <a:pt x="25626" y="11684"/>
                  </a:lnTo>
                  <a:lnTo>
                    <a:pt x="36079" y="10105"/>
                  </a:lnTo>
                  <a:lnTo>
                    <a:pt x="47336" y="8405"/>
                  </a:lnTo>
                  <a:lnTo>
                    <a:pt x="56839" y="6970"/>
                  </a:lnTo>
                  <a:lnTo>
                    <a:pt x="65140" y="5716"/>
                  </a:lnTo>
                  <a:lnTo>
                    <a:pt x="66133" y="5580"/>
                  </a:lnTo>
                  <a:lnTo>
                    <a:pt x="75802" y="4251"/>
                  </a:lnTo>
                  <a:lnTo>
                    <a:pt x="85625" y="2901"/>
                  </a:lnTo>
                  <a:lnTo>
                    <a:pt x="94677" y="1657"/>
                  </a:lnTo>
                  <a:lnTo>
                    <a:pt x="98288" y="1161"/>
                  </a:lnTo>
                  <a:lnTo>
                    <a:pt x="103659" y="617"/>
                  </a:lnTo>
                  <a:lnTo>
                    <a:pt x="106857" y="463"/>
                  </a:lnTo>
                  <a:lnTo>
                    <a:pt x="108232" y="397"/>
                  </a:lnTo>
                  <a:lnTo>
                    <a:pt x="122187" y="0"/>
                  </a:lnTo>
                  <a:lnTo>
                    <a:pt x="123249" y="12291"/>
                  </a:lnTo>
                  <a:lnTo>
                    <a:pt x="124219" y="23531"/>
                  </a:lnTo>
                  <a:lnTo>
                    <a:pt x="93092" y="26860"/>
                  </a:lnTo>
                  <a:lnTo>
                    <a:pt x="78870" y="28381"/>
                  </a:lnTo>
                  <a:lnTo>
                    <a:pt x="57292" y="30689"/>
                  </a:lnTo>
                  <a:lnTo>
                    <a:pt x="11268" y="35612"/>
                  </a:lnTo>
                  <a:lnTo>
                    <a:pt x="6125" y="26448"/>
                  </a:lnTo>
                  <a:lnTo>
                    <a:pt x="0" y="15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g311"/>
            <p:cNvSpPr/>
            <p:nvPr/>
          </p:nvSpPr>
          <p:spPr>
            <a:xfrm>
              <a:off x="2495893" y="5607152"/>
              <a:ext cx="349133" cy="43067"/>
            </a:xfrm>
            <a:custGeom>
              <a:avLst/>
              <a:pathLst>
                <a:path w="349133" h="43067">
                  <a:moveTo>
                    <a:pt x="96" y="34920"/>
                  </a:moveTo>
                  <a:lnTo>
                    <a:pt x="0" y="23898"/>
                  </a:lnTo>
                  <a:lnTo>
                    <a:pt x="5990" y="22747"/>
                  </a:lnTo>
                  <a:lnTo>
                    <a:pt x="19736" y="20106"/>
                  </a:lnTo>
                  <a:lnTo>
                    <a:pt x="33215" y="17517"/>
                  </a:lnTo>
                  <a:lnTo>
                    <a:pt x="47505" y="14771"/>
                  </a:lnTo>
                  <a:lnTo>
                    <a:pt x="53418" y="13636"/>
                  </a:lnTo>
                  <a:lnTo>
                    <a:pt x="61225" y="12421"/>
                  </a:lnTo>
                  <a:lnTo>
                    <a:pt x="75170" y="10252"/>
                  </a:lnTo>
                  <a:lnTo>
                    <a:pt x="88213" y="8224"/>
                  </a:lnTo>
                  <a:lnTo>
                    <a:pt x="103132" y="5903"/>
                  </a:lnTo>
                  <a:lnTo>
                    <a:pt x="118392" y="3786"/>
                  </a:lnTo>
                  <a:lnTo>
                    <a:pt x="132471" y="1832"/>
                  </a:lnTo>
                  <a:lnTo>
                    <a:pt x="149226" y="859"/>
                  </a:lnTo>
                  <a:lnTo>
                    <a:pt x="164037" y="0"/>
                  </a:lnTo>
                  <a:lnTo>
                    <a:pt x="168076" y="696"/>
                  </a:lnTo>
                  <a:lnTo>
                    <a:pt x="182514" y="3185"/>
                  </a:lnTo>
                  <a:lnTo>
                    <a:pt x="198415" y="5927"/>
                  </a:lnTo>
                  <a:lnTo>
                    <a:pt x="212713" y="8392"/>
                  </a:lnTo>
                  <a:lnTo>
                    <a:pt x="226471" y="10765"/>
                  </a:lnTo>
                  <a:lnTo>
                    <a:pt x="241711" y="13393"/>
                  </a:lnTo>
                  <a:lnTo>
                    <a:pt x="255519" y="15774"/>
                  </a:lnTo>
                  <a:lnTo>
                    <a:pt x="267745" y="17882"/>
                  </a:lnTo>
                  <a:lnTo>
                    <a:pt x="271612" y="18113"/>
                  </a:lnTo>
                  <a:lnTo>
                    <a:pt x="287708" y="19073"/>
                  </a:lnTo>
                  <a:lnTo>
                    <a:pt x="303362" y="20007"/>
                  </a:lnTo>
                  <a:lnTo>
                    <a:pt x="310204" y="20416"/>
                  </a:lnTo>
                  <a:lnTo>
                    <a:pt x="318827" y="20095"/>
                  </a:lnTo>
                  <a:lnTo>
                    <a:pt x="332997" y="19569"/>
                  </a:lnTo>
                  <a:lnTo>
                    <a:pt x="348305" y="19001"/>
                  </a:lnTo>
                  <a:lnTo>
                    <a:pt x="348745" y="28272"/>
                  </a:lnTo>
                  <a:lnTo>
                    <a:pt x="349133" y="36461"/>
                  </a:lnTo>
                  <a:lnTo>
                    <a:pt x="217666" y="26285"/>
                  </a:lnTo>
                  <a:lnTo>
                    <a:pt x="181522" y="29303"/>
                  </a:lnTo>
                  <a:lnTo>
                    <a:pt x="97081" y="36352"/>
                  </a:lnTo>
                  <a:lnTo>
                    <a:pt x="166" y="43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g312"/>
            <p:cNvSpPr/>
            <p:nvPr/>
          </p:nvSpPr>
          <p:spPr>
            <a:xfrm>
              <a:off x="1965848" y="5139677"/>
              <a:ext cx="293735" cy="235793"/>
            </a:xfrm>
            <a:custGeom>
              <a:avLst/>
              <a:pathLst>
                <a:path w="293735" h="235793">
                  <a:moveTo>
                    <a:pt x="80677" y="170946"/>
                  </a:moveTo>
                  <a:lnTo>
                    <a:pt x="107688" y="170366"/>
                  </a:lnTo>
                  <a:lnTo>
                    <a:pt x="129076" y="169907"/>
                  </a:lnTo>
                  <a:lnTo>
                    <a:pt x="149690" y="169464"/>
                  </a:lnTo>
                  <a:lnTo>
                    <a:pt x="171440" y="168997"/>
                  </a:lnTo>
                  <a:lnTo>
                    <a:pt x="174636" y="167910"/>
                  </a:lnTo>
                  <a:lnTo>
                    <a:pt x="195189" y="160917"/>
                  </a:lnTo>
                  <a:lnTo>
                    <a:pt x="218916" y="152845"/>
                  </a:lnTo>
                  <a:lnTo>
                    <a:pt x="241867" y="145036"/>
                  </a:lnTo>
                  <a:lnTo>
                    <a:pt x="275999" y="133424"/>
                  </a:lnTo>
                  <a:lnTo>
                    <a:pt x="283571" y="149357"/>
                  </a:lnTo>
                  <a:lnTo>
                    <a:pt x="293735" y="170743"/>
                  </a:lnTo>
                  <a:lnTo>
                    <a:pt x="284017" y="175544"/>
                  </a:lnTo>
                  <a:lnTo>
                    <a:pt x="275114" y="179942"/>
                  </a:lnTo>
                  <a:lnTo>
                    <a:pt x="260664" y="187080"/>
                  </a:lnTo>
                  <a:lnTo>
                    <a:pt x="250125" y="192285"/>
                  </a:lnTo>
                  <a:lnTo>
                    <a:pt x="236514" y="199009"/>
                  </a:lnTo>
                  <a:lnTo>
                    <a:pt x="225620" y="204390"/>
                  </a:lnTo>
                  <a:lnTo>
                    <a:pt x="213557" y="210349"/>
                  </a:lnTo>
                  <a:lnTo>
                    <a:pt x="203332" y="215400"/>
                  </a:lnTo>
                  <a:lnTo>
                    <a:pt x="192567" y="220717"/>
                  </a:lnTo>
                  <a:lnTo>
                    <a:pt x="182133" y="225871"/>
                  </a:lnTo>
                  <a:lnTo>
                    <a:pt x="172453" y="230653"/>
                  </a:lnTo>
                  <a:lnTo>
                    <a:pt x="168256" y="230778"/>
                  </a:lnTo>
                  <a:lnTo>
                    <a:pt x="154387" y="231191"/>
                  </a:lnTo>
                  <a:lnTo>
                    <a:pt x="141978" y="231561"/>
                  </a:lnTo>
                  <a:lnTo>
                    <a:pt x="129796" y="231924"/>
                  </a:lnTo>
                  <a:lnTo>
                    <a:pt x="116379" y="232324"/>
                  </a:lnTo>
                  <a:lnTo>
                    <a:pt x="104112" y="232690"/>
                  </a:lnTo>
                  <a:lnTo>
                    <a:pt x="90547" y="233094"/>
                  </a:lnTo>
                  <a:lnTo>
                    <a:pt x="78956" y="233440"/>
                  </a:lnTo>
                  <a:lnTo>
                    <a:pt x="74462" y="233574"/>
                  </a:lnTo>
                  <a:lnTo>
                    <a:pt x="66696" y="233805"/>
                  </a:lnTo>
                  <a:lnTo>
                    <a:pt x="58789" y="234041"/>
                  </a:lnTo>
                  <a:lnTo>
                    <a:pt x="47941" y="234364"/>
                  </a:lnTo>
                  <a:lnTo>
                    <a:pt x="39884" y="234604"/>
                  </a:lnTo>
                  <a:lnTo>
                    <a:pt x="37578" y="234673"/>
                  </a:lnTo>
                  <a:lnTo>
                    <a:pt x="27504" y="234973"/>
                  </a:lnTo>
                  <a:lnTo>
                    <a:pt x="18195" y="235251"/>
                  </a:lnTo>
                  <a:lnTo>
                    <a:pt x="9686" y="235504"/>
                  </a:lnTo>
                  <a:lnTo>
                    <a:pt x="0" y="235793"/>
                  </a:lnTo>
                  <a:lnTo>
                    <a:pt x="0" y="158349"/>
                  </a:lnTo>
                  <a:lnTo>
                    <a:pt x="2893" y="155957"/>
                  </a:lnTo>
                  <a:lnTo>
                    <a:pt x="14520" y="146344"/>
                  </a:lnTo>
                  <a:lnTo>
                    <a:pt x="19902" y="141760"/>
                  </a:lnTo>
                  <a:lnTo>
                    <a:pt x="25054" y="136967"/>
                  </a:lnTo>
                  <a:lnTo>
                    <a:pt x="29767" y="132583"/>
                  </a:lnTo>
                  <a:lnTo>
                    <a:pt x="35131" y="127592"/>
                  </a:lnTo>
                  <a:lnTo>
                    <a:pt x="44931" y="118475"/>
                  </a:lnTo>
                  <a:lnTo>
                    <a:pt x="49513" y="114212"/>
                  </a:lnTo>
                  <a:lnTo>
                    <a:pt x="52422" y="111888"/>
                  </a:lnTo>
                  <a:lnTo>
                    <a:pt x="57199" y="108072"/>
                  </a:lnTo>
                  <a:lnTo>
                    <a:pt x="62098" y="104263"/>
                  </a:lnTo>
                  <a:lnTo>
                    <a:pt x="70668" y="97601"/>
                  </a:lnTo>
                  <a:lnTo>
                    <a:pt x="79578" y="90673"/>
                  </a:lnTo>
                  <a:lnTo>
                    <a:pt x="90206" y="82411"/>
                  </a:lnTo>
                  <a:lnTo>
                    <a:pt x="100318" y="74550"/>
                  </a:lnTo>
                  <a:lnTo>
                    <a:pt x="109454" y="67447"/>
                  </a:lnTo>
                  <a:lnTo>
                    <a:pt x="118243" y="60614"/>
                  </a:lnTo>
                  <a:lnTo>
                    <a:pt x="126997" y="53809"/>
                  </a:lnTo>
                  <a:lnTo>
                    <a:pt x="136464" y="46448"/>
                  </a:lnTo>
                  <a:lnTo>
                    <a:pt x="144137" y="40483"/>
                  </a:lnTo>
                  <a:lnTo>
                    <a:pt x="152044" y="34336"/>
                  </a:lnTo>
                  <a:lnTo>
                    <a:pt x="159458" y="28572"/>
                  </a:lnTo>
                  <a:lnTo>
                    <a:pt x="167524" y="22302"/>
                  </a:lnTo>
                  <a:lnTo>
                    <a:pt x="174677" y="16740"/>
                  </a:lnTo>
                  <a:lnTo>
                    <a:pt x="182485" y="10670"/>
                  </a:lnTo>
                  <a:lnTo>
                    <a:pt x="196210" y="0"/>
                  </a:lnTo>
                  <a:lnTo>
                    <a:pt x="207488" y="10446"/>
                  </a:lnTo>
                  <a:lnTo>
                    <a:pt x="215654" y="18011"/>
                  </a:lnTo>
                  <a:lnTo>
                    <a:pt x="196499" y="34794"/>
                  </a:lnTo>
                  <a:lnTo>
                    <a:pt x="178153" y="50868"/>
                  </a:lnTo>
                  <a:lnTo>
                    <a:pt x="161215" y="65708"/>
                  </a:lnTo>
                  <a:lnTo>
                    <a:pt x="143906" y="80873"/>
                  </a:lnTo>
                  <a:lnTo>
                    <a:pt x="127853" y="94939"/>
                  </a:lnTo>
                  <a:lnTo>
                    <a:pt x="111861" y="108950"/>
                  </a:lnTo>
                  <a:lnTo>
                    <a:pt x="93045" y="125435"/>
                  </a:lnTo>
                  <a:lnTo>
                    <a:pt x="66254" y="145978"/>
                  </a:lnTo>
                  <a:lnTo>
                    <a:pt x="29040" y="1745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g313"/>
            <p:cNvSpPr/>
            <p:nvPr/>
          </p:nvSpPr>
          <p:spPr>
            <a:xfrm>
              <a:off x="1965848" y="5222612"/>
              <a:ext cx="47923" cy="59222"/>
            </a:xfrm>
            <a:custGeom>
              <a:avLst/>
              <a:pathLst>
                <a:path w="47923" h="59222">
                  <a:moveTo>
                    <a:pt x="18326" y="0"/>
                  </a:moveTo>
                  <a:lnTo>
                    <a:pt x="29163" y="8398"/>
                  </a:lnTo>
                  <a:lnTo>
                    <a:pt x="47923" y="22935"/>
                  </a:lnTo>
                  <a:lnTo>
                    <a:pt x="30074" y="36450"/>
                  </a:lnTo>
                  <a:lnTo>
                    <a:pt x="15393" y="47567"/>
                  </a:lnTo>
                  <a:lnTo>
                    <a:pt x="0" y="59222"/>
                  </a:lnTo>
                  <a:lnTo>
                    <a:pt x="0" y="68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g314"/>
            <p:cNvSpPr/>
            <p:nvPr/>
          </p:nvSpPr>
          <p:spPr>
            <a:xfrm>
              <a:off x="2023247" y="5602770"/>
              <a:ext cx="379938" cy="130517"/>
            </a:xfrm>
            <a:custGeom>
              <a:avLst/>
              <a:pathLst>
                <a:path w="379938" h="130517">
                  <a:moveTo>
                    <a:pt x="246756" y="15846"/>
                  </a:moveTo>
                  <a:lnTo>
                    <a:pt x="330563" y="2622"/>
                  </a:lnTo>
                  <a:lnTo>
                    <a:pt x="377066" y="0"/>
                  </a:lnTo>
                  <a:lnTo>
                    <a:pt x="378320" y="11940"/>
                  </a:lnTo>
                  <a:lnTo>
                    <a:pt x="379938" y="27341"/>
                  </a:lnTo>
                  <a:lnTo>
                    <a:pt x="370071" y="27887"/>
                  </a:lnTo>
                  <a:lnTo>
                    <a:pt x="364433" y="28199"/>
                  </a:lnTo>
                  <a:lnTo>
                    <a:pt x="357670" y="28573"/>
                  </a:lnTo>
                  <a:lnTo>
                    <a:pt x="349453" y="29028"/>
                  </a:lnTo>
                  <a:lnTo>
                    <a:pt x="340722" y="30558"/>
                  </a:lnTo>
                  <a:lnTo>
                    <a:pt x="332610" y="31979"/>
                  </a:lnTo>
                  <a:lnTo>
                    <a:pt x="324667" y="33371"/>
                  </a:lnTo>
                  <a:lnTo>
                    <a:pt x="316679" y="34770"/>
                  </a:lnTo>
                  <a:lnTo>
                    <a:pt x="308997" y="36116"/>
                  </a:lnTo>
                  <a:lnTo>
                    <a:pt x="300825" y="37548"/>
                  </a:lnTo>
                  <a:lnTo>
                    <a:pt x="294051" y="38735"/>
                  </a:lnTo>
                  <a:lnTo>
                    <a:pt x="286260" y="40099"/>
                  </a:lnTo>
                  <a:lnTo>
                    <a:pt x="278657" y="41432"/>
                  </a:lnTo>
                  <a:lnTo>
                    <a:pt x="270368" y="42884"/>
                  </a:lnTo>
                  <a:lnTo>
                    <a:pt x="260711" y="44576"/>
                  </a:lnTo>
                  <a:lnTo>
                    <a:pt x="254369" y="45687"/>
                  </a:lnTo>
                  <a:lnTo>
                    <a:pt x="252263" y="47860"/>
                  </a:lnTo>
                  <a:lnTo>
                    <a:pt x="248618" y="51620"/>
                  </a:lnTo>
                  <a:lnTo>
                    <a:pt x="244492" y="55878"/>
                  </a:lnTo>
                  <a:lnTo>
                    <a:pt x="238301" y="62264"/>
                  </a:lnTo>
                  <a:lnTo>
                    <a:pt x="232657" y="68087"/>
                  </a:lnTo>
                  <a:lnTo>
                    <a:pt x="227957" y="72936"/>
                  </a:lnTo>
                  <a:lnTo>
                    <a:pt x="223667" y="77362"/>
                  </a:lnTo>
                  <a:lnTo>
                    <a:pt x="218985" y="82192"/>
                  </a:lnTo>
                  <a:lnTo>
                    <a:pt x="215089" y="86211"/>
                  </a:lnTo>
                  <a:lnTo>
                    <a:pt x="211314" y="90106"/>
                  </a:lnTo>
                  <a:lnTo>
                    <a:pt x="209328" y="92155"/>
                  </a:lnTo>
                  <a:lnTo>
                    <a:pt x="206737" y="93450"/>
                  </a:lnTo>
                  <a:lnTo>
                    <a:pt x="202363" y="95635"/>
                  </a:lnTo>
                  <a:lnTo>
                    <a:pt x="197252" y="98188"/>
                  </a:lnTo>
                  <a:lnTo>
                    <a:pt x="192042" y="100791"/>
                  </a:lnTo>
                  <a:lnTo>
                    <a:pt x="187967" y="102827"/>
                  </a:lnTo>
                  <a:lnTo>
                    <a:pt x="182627" y="105495"/>
                  </a:lnTo>
                  <a:lnTo>
                    <a:pt x="178517" y="107548"/>
                  </a:lnTo>
                  <a:lnTo>
                    <a:pt x="173813" y="109899"/>
                  </a:lnTo>
                  <a:lnTo>
                    <a:pt x="169584" y="112012"/>
                  </a:lnTo>
                  <a:lnTo>
                    <a:pt x="165579" y="114012"/>
                  </a:lnTo>
                  <a:lnTo>
                    <a:pt x="161651" y="115975"/>
                  </a:lnTo>
                  <a:lnTo>
                    <a:pt x="156312" y="118642"/>
                  </a:lnTo>
                  <a:lnTo>
                    <a:pt x="151079" y="121257"/>
                  </a:lnTo>
                  <a:lnTo>
                    <a:pt x="147387" y="123101"/>
                  </a:lnTo>
                  <a:lnTo>
                    <a:pt x="142960" y="125313"/>
                  </a:lnTo>
                  <a:lnTo>
                    <a:pt x="139948" y="126818"/>
                  </a:lnTo>
                  <a:lnTo>
                    <a:pt x="137102" y="127340"/>
                  </a:lnTo>
                  <a:lnTo>
                    <a:pt x="130005" y="128640"/>
                  </a:lnTo>
                  <a:lnTo>
                    <a:pt x="123144" y="129898"/>
                  </a:lnTo>
                  <a:lnTo>
                    <a:pt x="119763" y="130517"/>
                  </a:lnTo>
                  <a:lnTo>
                    <a:pt x="0" y="130517"/>
                  </a:lnTo>
                  <a:lnTo>
                    <a:pt x="375" y="124234"/>
                  </a:lnTo>
                  <a:lnTo>
                    <a:pt x="817" y="116827"/>
                  </a:lnTo>
                  <a:lnTo>
                    <a:pt x="1289" y="108929"/>
                  </a:lnTo>
                  <a:lnTo>
                    <a:pt x="1799" y="100390"/>
                  </a:lnTo>
                  <a:lnTo>
                    <a:pt x="2040" y="91571"/>
                  </a:lnTo>
                  <a:lnTo>
                    <a:pt x="2258" y="83588"/>
                  </a:lnTo>
                  <a:lnTo>
                    <a:pt x="2379" y="79138"/>
                  </a:lnTo>
                  <a:lnTo>
                    <a:pt x="2464" y="76047"/>
                  </a:lnTo>
                  <a:lnTo>
                    <a:pt x="2658" y="68914"/>
                  </a:lnTo>
                  <a:lnTo>
                    <a:pt x="2892" y="60355"/>
                  </a:lnTo>
                  <a:lnTo>
                    <a:pt x="3097" y="52851"/>
                  </a:lnTo>
                  <a:lnTo>
                    <a:pt x="3183" y="49688"/>
                  </a:lnTo>
                  <a:lnTo>
                    <a:pt x="3796" y="44752"/>
                  </a:lnTo>
                  <a:lnTo>
                    <a:pt x="4773" y="36882"/>
                  </a:lnTo>
                  <a:lnTo>
                    <a:pt x="6022" y="26821"/>
                  </a:lnTo>
                  <a:lnTo>
                    <a:pt x="6455" y="23335"/>
                  </a:lnTo>
                  <a:lnTo>
                    <a:pt x="23567" y="24076"/>
                  </a:lnTo>
                  <a:lnTo>
                    <a:pt x="28404" y="24286"/>
                  </a:lnTo>
                  <a:lnTo>
                    <a:pt x="34091" y="41223"/>
                  </a:lnTo>
                  <a:lnTo>
                    <a:pt x="36922" y="49652"/>
                  </a:lnTo>
                  <a:lnTo>
                    <a:pt x="38619" y="55103"/>
                  </a:lnTo>
                  <a:lnTo>
                    <a:pt x="39842" y="59034"/>
                  </a:lnTo>
                  <a:lnTo>
                    <a:pt x="48332" y="88323"/>
                  </a:lnTo>
                  <a:lnTo>
                    <a:pt x="38195" y="97544"/>
                  </a:lnTo>
                  <a:lnTo>
                    <a:pt x="40362" y="124000"/>
                  </a:lnTo>
                  <a:lnTo>
                    <a:pt x="160336" y="82339"/>
                  </a:lnTo>
                  <a:lnTo>
                    <a:pt x="175846" y="76855"/>
                  </a:lnTo>
                  <a:lnTo>
                    <a:pt x="218366" y="44330"/>
                  </a:lnTo>
                  <a:lnTo>
                    <a:pt x="223366" y="35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g315"/>
            <p:cNvSpPr/>
            <p:nvPr/>
          </p:nvSpPr>
          <p:spPr>
            <a:xfrm>
              <a:off x="2686183" y="5578660"/>
              <a:ext cx="209942" cy="44263"/>
            </a:xfrm>
            <a:custGeom>
              <a:avLst/>
              <a:pathLst>
                <a:path w="209942" h="44263">
                  <a:moveTo>
                    <a:pt x="209117" y="35197"/>
                  </a:moveTo>
                  <a:lnTo>
                    <a:pt x="209942" y="43636"/>
                  </a:lnTo>
                  <a:lnTo>
                    <a:pt x="201735" y="42815"/>
                  </a:lnTo>
                  <a:lnTo>
                    <a:pt x="191673" y="41809"/>
                  </a:lnTo>
                  <a:lnTo>
                    <a:pt x="188289" y="41470"/>
                  </a:lnTo>
                  <a:lnTo>
                    <a:pt x="182397" y="41631"/>
                  </a:lnTo>
                  <a:lnTo>
                    <a:pt x="173123" y="41884"/>
                  </a:lnTo>
                  <a:lnTo>
                    <a:pt x="163886" y="42136"/>
                  </a:lnTo>
                  <a:lnTo>
                    <a:pt x="156233" y="42345"/>
                  </a:lnTo>
                  <a:lnTo>
                    <a:pt x="153871" y="42409"/>
                  </a:lnTo>
                  <a:lnTo>
                    <a:pt x="147084" y="42594"/>
                  </a:lnTo>
                  <a:lnTo>
                    <a:pt x="139582" y="42799"/>
                  </a:lnTo>
                  <a:lnTo>
                    <a:pt x="129463" y="43075"/>
                  </a:lnTo>
                  <a:lnTo>
                    <a:pt x="119949" y="43334"/>
                  </a:lnTo>
                  <a:lnTo>
                    <a:pt x="109480" y="43620"/>
                  </a:lnTo>
                  <a:lnTo>
                    <a:pt x="100003" y="43878"/>
                  </a:lnTo>
                  <a:lnTo>
                    <a:pt x="90350" y="44141"/>
                  </a:lnTo>
                  <a:lnTo>
                    <a:pt x="85871" y="44263"/>
                  </a:lnTo>
                  <a:lnTo>
                    <a:pt x="80697" y="43189"/>
                  </a:lnTo>
                  <a:lnTo>
                    <a:pt x="69357" y="40834"/>
                  </a:lnTo>
                  <a:lnTo>
                    <a:pt x="58602" y="38601"/>
                  </a:lnTo>
                  <a:lnTo>
                    <a:pt x="48096" y="36419"/>
                  </a:lnTo>
                  <a:lnTo>
                    <a:pt x="37442" y="34206"/>
                  </a:lnTo>
                  <a:lnTo>
                    <a:pt x="26931" y="32024"/>
                  </a:lnTo>
                  <a:lnTo>
                    <a:pt x="17070" y="29976"/>
                  </a:lnTo>
                  <a:lnTo>
                    <a:pt x="4663" y="27399"/>
                  </a:lnTo>
                  <a:lnTo>
                    <a:pt x="0" y="26431"/>
                  </a:lnTo>
                  <a:lnTo>
                    <a:pt x="446" y="15489"/>
                  </a:lnTo>
                  <a:lnTo>
                    <a:pt x="1130" y="10317"/>
                  </a:lnTo>
                  <a:lnTo>
                    <a:pt x="2494" y="0"/>
                  </a:lnTo>
                  <a:lnTo>
                    <a:pt x="19284" y="2302"/>
                  </a:lnTo>
                  <a:lnTo>
                    <a:pt x="18261" y="13396"/>
                  </a:lnTo>
                  <a:lnTo>
                    <a:pt x="80698" y="27086"/>
                  </a:lnTo>
                  <a:lnTo>
                    <a:pt x="86038" y="28257"/>
                  </a:lnTo>
                  <a:lnTo>
                    <a:pt x="133134" y="27001"/>
                  </a:lnTo>
                  <a:lnTo>
                    <a:pt x="185963" y="25745"/>
                  </a:lnTo>
                  <a:lnTo>
                    <a:pt x="208268" y="265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g316"/>
            <p:cNvSpPr/>
            <p:nvPr/>
          </p:nvSpPr>
          <p:spPr>
            <a:xfrm>
              <a:off x="2168075" y="5709397"/>
              <a:ext cx="66856" cy="23890"/>
            </a:xfrm>
            <a:custGeom>
              <a:avLst/>
              <a:pathLst>
                <a:path w="66856" h="23890">
                  <a:moveTo>
                    <a:pt x="4798" y="21942"/>
                  </a:moveTo>
                  <a:lnTo>
                    <a:pt x="11300" y="19303"/>
                  </a:lnTo>
                  <a:lnTo>
                    <a:pt x="17233" y="16895"/>
                  </a:lnTo>
                  <a:lnTo>
                    <a:pt x="23457" y="14369"/>
                  </a:lnTo>
                  <a:lnTo>
                    <a:pt x="29910" y="11750"/>
                  </a:lnTo>
                  <a:lnTo>
                    <a:pt x="35590" y="9445"/>
                  </a:lnTo>
                  <a:lnTo>
                    <a:pt x="41282" y="7135"/>
                  </a:lnTo>
                  <a:lnTo>
                    <a:pt x="47294" y="4694"/>
                  </a:lnTo>
                  <a:lnTo>
                    <a:pt x="52019" y="2777"/>
                  </a:lnTo>
                  <a:lnTo>
                    <a:pt x="58861" y="0"/>
                  </a:lnTo>
                  <a:lnTo>
                    <a:pt x="63045" y="12005"/>
                  </a:lnTo>
                  <a:lnTo>
                    <a:pt x="66856" y="22942"/>
                  </a:lnTo>
                  <a:lnTo>
                    <a:pt x="64041" y="23890"/>
                  </a:lnTo>
                  <a:lnTo>
                    <a:pt x="0" y="23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g317"/>
            <p:cNvSpPr/>
            <p:nvPr/>
          </p:nvSpPr>
          <p:spPr>
            <a:xfrm>
              <a:off x="2355754" y="5662592"/>
              <a:ext cx="43744" cy="70695"/>
            </a:xfrm>
            <a:custGeom>
              <a:avLst/>
              <a:pathLst>
                <a:path w="43744" h="70695">
                  <a:moveTo>
                    <a:pt x="16244" y="2112"/>
                  </a:moveTo>
                  <a:lnTo>
                    <a:pt x="32951" y="0"/>
                  </a:lnTo>
                  <a:lnTo>
                    <a:pt x="34793" y="12065"/>
                  </a:lnTo>
                  <a:lnTo>
                    <a:pt x="36789" y="25137"/>
                  </a:lnTo>
                  <a:lnTo>
                    <a:pt x="38572" y="36817"/>
                  </a:lnTo>
                  <a:lnTo>
                    <a:pt x="40454" y="49145"/>
                  </a:lnTo>
                  <a:lnTo>
                    <a:pt x="42161" y="60324"/>
                  </a:lnTo>
                  <a:lnTo>
                    <a:pt x="43744" y="70695"/>
                  </a:lnTo>
                  <a:lnTo>
                    <a:pt x="14953" y="70695"/>
                  </a:lnTo>
                  <a:lnTo>
                    <a:pt x="13817" y="65643"/>
                  </a:lnTo>
                  <a:lnTo>
                    <a:pt x="0" y="41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g318"/>
            <p:cNvSpPr/>
            <p:nvPr/>
          </p:nvSpPr>
          <p:spPr>
            <a:xfrm>
              <a:off x="2668152" y="5426206"/>
              <a:ext cx="87263" cy="134016"/>
            </a:xfrm>
            <a:custGeom>
              <a:avLst/>
              <a:pathLst>
                <a:path w="87263" h="134016">
                  <a:moveTo>
                    <a:pt x="44556" y="66369"/>
                  </a:moveTo>
                  <a:lnTo>
                    <a:pt x="53091" y="56457"/>
                  </a:lnTo>
                  <a:lnTo>
                    <a:pt x="69716" y="0"/>
                  </a:lnTo>
                  <a:lnTo>
                    <a:pt x="84878" y="4971"/>
                  </a:lnTo>
                  <a:lnTo>
                    <a:pt x="87263" y="5752"/>
                  </a:lnTo>
                  <a:lnTo>
                    <a:pt x="82274" y="20847"/>
                  </a:lnTo>
                  <a:lnTo>
                    <a:pt x="76472" y="38402"/>
                  </a:lnTo>
                  <a:lnTo>
                    <a:pt x="70526" y="56395"/>
                  </a:lnTo>
                  <a:lnTo>
                    <a:pt x="68849" y="61470"/>
                  </a:lnTo>
                  <a:lnTo>
                    <a:pt x="61205" y="69925"/>
                  </a:lnTo>
                  <a:lnTo>
                    <a:pt x="52996" y="79006"/>
                  </a:lnTo>
                  <a:lnTo>
                    <a:pt x="43816" y="89162"/>
                  </a:lnTo>
                  <a:lnTo>
                    <a:pt x="34158" y="99845"/>
                  </a:lnTo>
                  <a:lnTo>
                    <a:pt x="24650" y="110363"/>
                  </a:lnTo>
                  <a:lnTo>
                    <a:pt x="15310" y="120695"/>
                  </a:lnTo>
                  <a:lnTo>
                    <a:pt x="3269" y="134016"/>
                  </a:lnTo>
                  <a:lnTo>
                    <a:pt x="1930" y="127507"/>
                  </a:lnTo>
                  <a:lnTo>
                    <a:pt x="0" y="1181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g319"/>
            <p:cNvSpPr/>
            <p:nvPr/>
          </p:nvSpPr>
          <p:spPr>
            <a:xfrm>
              <a:off x="2704743" y="5498230"/>
              <a:ext cx="39188" cy="43682"/>
            </a:xfrm>
            <a:custGeom>
              <a:avLst/>
              <a:pathLst>
                <a:path w="39188" h="43682">
                  <a:moveTo>
                    <a:pt x="8883" y="26187"/>
                  </a:moveTo>
                  <a:lnTo>
                    <a:pt x="10120" y="24319"/>
                  </a:lnTo>
                  <a:lnTo>
                    <a:pt x="16785" y="14260"/>
                  </a:lnTo>
                  <a:lnTo>
                    <a:pt x="26233" y="0"/>
                  </a:lnTo>
                  <a:lnTo>
                    <a:pt x="30176" y="2569"/>
                  </a:lnTo>
                  <a:lnTo>
                    <a:pt x="39188" y="8440"/>
                  </a:lnTo>
                  <a:lnTo>
                    <a:pt x="28271" y="24325"/>
                  </a:lnTo>
                  <a:lnTo>
                    <a:pt x="10228" y="43682"/>
                  </a:lnTo>
                  <a:lnTo>
                    <a:pt x="2968" y="40782"/>
                  </a:lnTo>
                  <a:lnTo>
                    <a:pt x="0" y="395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g320"/>
            <p:cNvSpPr/>
            <p:nvPr/>
          </p:nvSpPr>
          <p:spPr>
            <a:xfrm>
              <a:off x="2847420" y="5625559"/>
              <a:ext cx="43768" cy="15011"/>
            </a:xfrm>
            <a:custGeom>
              <a:avLst/>
              <a:pathLst>
                <a:path w="43768" h="15011">
                  <a:moveTo>
                    <a:pt x="2867" y="406"/>
                  </a:moveTo>
                  <a:lnTo>
                    <a:pt x="6347" y="370"/>
                  </a:lnTo>
                  <a:lnTo>
                    <a:pt x="9624" y="336"/>
                  </a:lnTo>
                  <a:lnTo>
                    <a:pt x="12281" y="309"/>
                  </a:lnTo>
                  <a:lnTo>
                    <a:pt x="15199" y="279"/>
                  </a:lnTo>
                  <a:lnTo>
                    <a:pt x="18171" y="248"/>
                  </a:lnTo>
                  <a:lnTo>
                    <a:pt x="21039" y="218"/>
                  </a:lnTo>
                  <a:lnTo>
                    <a:pt x="23442" y="193"/>
                  </a:lnTo>
                  <a:lnTo>
                    <a:pt x="26569" y="161"/>
                  </a:lnTo>
                  <a:lnTo>
                    <a:pt x="29527" y="130"/>
                  </a:lnTo>
                  <a:lnTo>
                    <a:pt x="32618" y="98"/>
                  </a:lnTo>
                  <a:lnTo>
                    <a:pt x="35759" y="66"/>
                  </a:lnTo>
                  <a:lnTo>
                    <a:pt x="38850" y="34"/>
                  </a:lnTo>
                  <a:lnTo>
                    <a:pt x="42188" y="0"/>
                  </a:lnTo>
                  <a:lnTo>
                    <a:pt x="42881" y="6364"/>
                  </a:lnTo>
                  <a:lnTo>
                    <a:pt x="43768" y="14522"/>
                  </a:lnTo>
                  <a:lnTo>
                    <a:pt x="19112" y="14801"/>
                  </a:lnTo>
                  <a:lnTo>
                    <a:pt x="566" y="15011"/>
                  </a:lnTo>
                  <a:lnTo>
                    <a:pt x="327" y="8850"/>
                  </a:lnTo>
                  <a:lnTo>
                    <a:pt x="0" y="4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g321"/>
            <p:cNvSpPr/>
            <p:nvPr/>
          </p:nvSpPr>
          <p:spPr>
            <a:xfrm>
              <a:off x="3023113" y="5661265"/>
              <a:ext cx="112687" cy="64253"/>
            </a:xfrm>
            <a:custGeom>
              <a:avLst/>
              <a:pathLst>
                <a:path w="112687" h="64253">
                  <a:moveTo>
                    <a:pt x="10565" y="26081"/>
                  </a:moveTo>
                  <a:lnTo>
                    <a:pt x="17784" y="0"/>
                  </a:lnTo>
                  <a:lnTo>
                    <a:pt x="26621" y="3040"/>
                  </a:lnTo>
                  <a:lnTo>
                    <a:pt x="36386" y="6400"/>
                  </a:lnTo>
                  <a:lnTo>
                    <a:pt x="46738" y="9962"/>
                  </a:lnTo>
                  <a:lnTo>
                    <a:pt x="56662" y="13377"/>
                  </a:lnTo>
                  <a:lnTo>
                    <a:pt x="66488" y="16758"/>
                  </a:lnTo>
                  <a:lnTo>
                    <a:pt x="77581" y="20575"/>
                  </a:lnTo>
                  <a:lnTo>
                    <a:pt x="88466" y="24320"/>
                  </a:lnTo>
                  <a:lnTo>
                    <a:pt x="107433" y="30847"/>
                  </a:lnTo>
                  <a:lnTo>
                    <a:pt x="109145" y="31280"/>
                  </a:lnTo>
                  <a:lnTo>
                    <a:pt x="110511" y="31695"/>
                  </a:lnTo>
                  <a:lnTo>
                    <a:pt x="111513" y="32439"/>
                  </a:lnTo>
                  <a:lnTo>
                    <a:pt x="112135" y="33857"/>
                  </a:lnTo>
                  <a:lnTo>
                    <a:pt x="112411" y="35258"/>
                  </a:lnTo>
                  <a:lnTo>
                    <a:pt x="112687" y="36659"/>
                  </a:lnTo>
                  <a:lnTo>
                    <a:pt x="112271" y="38025"/>
                  </a:lnTo>
                  <a:lnTo>
                    <a:pt x="111164" y="39356"/>
                  </a:lnTo>
                  <a:lnTo>
                    <a:pt x="109382" y="40306"/>
                  </a:lnTo>
                  <a:lnTo>
                    <a:pt x="107601" y="41256"/>
                  </a:lnTo>
                  <a:lnTo>
                    <a:pt x="106165" y="42224"/>
                  </a:lnTo>
                  <a:lnTo>
                    <a:pt x="104764" y="42500"/>
                  </a:lnTo>
                  <a:lnTo>
                    <a:pt x="103346" y="43121"/>
                  </a:lnTo>
                  <a:lnTo>
                    <a:pt x="101928" y="43743"/>
                  </a:lnTo>
                  <a:lnTo>
                    <a:pt x="99109" y="44641"/>
                  </a:lnTo>
                  <a:lnTo>
                    <a:pt x="97345" y="45245"/>
                  </a:lnTo>
                  <a:lnTo>
                    <a:pt x="95235" y="45832"/>
                  </a:lnTo>
                  <a:lnTo>
                    <a:pt x="93125" y="46419"/>
                  </a:lnTo>
                  <a:lnTo>
                    <a:pt x="91689" y="47387"/>
                  </a:lnTo>
                  <a:lnTo>
                    <a:pt x="89943" y="47645"/>
                  </a:lnTo>
                  <a:lnTo>
                    <a:pt x="88870" y="48284"/>
                  </a:lnTo>
                  <a:lnTo>
                    <a:pt x="86761" y="48871"/>
                  </a:lnTo>
                  <a:lnTo>
                    <a:pt x="85014" y="49130"/>
                  </a:lnTo>
                  <a:lnTo>
                    <a:pt x="82904" y="49717"/>
                  </a:lnTo>
                  <a:lnTo>
                    <a:pt x="81140" y="50321"/>
                  </a:lnTo>
                  <a:lnTo>
                    <a:pt x="78702" y="50545"/>
                  </a:lnTo>
                  <a:lnTo>
                    <a:pt x="77301" y="50821"/>
                  </a:lnTo>
                  <a:lnTo>
                    <a:pt x="74845" y="51390"/>
                  </a:lnTo>
                  <a:lnTo>
                    <a:pt x="73444" y="51666"/>
                  </a:lnTo>
                  <a:lnTo>
                    <a:pt x="71698" y="51925"/>
                  </a:lnTo>
                  <a:lnTo>
                    <a:pt x="69605" y="52166"/>
                  </a:lnTo>
                  <a:lnTo>
                    <a:pt x="67859" y="52424"/>
                  </a:lnTo>
                  <a:lnTo>
                    <a:pt x="65749" y="53011"/>
                  </a:lnTo>
                  <a:lnTo>
                    <a:pt x="64002" y="53270"/>
                  </a:lnTo>
                  <a:lnTo>
                    <a:pt x="62273" y="53182"/>
                  </a:lnTo>
                  <a:lnTo>
                    <a:pt x="61201" y="53822"/>
                  </a:lnTo>
                  <a:lnTo>
                    <a:pt x="59800" y="54098"/>
                  </a:lnTo>
                  <a:lnTo>
                    <a:pt x="57707" y="54339"/>
                  </a:lnTo>
                  <a:lnTo>
                    <a:pt x="55598" y="54926"/>
                  </a:lnTo>
                  <a:lnTo>
                    <a:pt x="54197" y="55202"/>
                  </a:lnTo>
                  <a:lnTo>
                    <a:pt x="52433" y="55806"/>
                  </a:lnTo>
                  <a:lnTo>
                    <a:pt x="50340" y="56047"/>
                  </a:lnTo>
                  <a:lnTo>
                    <a:pt x="48230" y="56634"/>
                  </a:lnTo>
                  <a:lnTo>
                    <a:pt x="47539" y="56599"/>
                  </a:lnTo>
                  <a:lnTo>
                    <a:pt x="46138" y="56875"/>
                  </a:lnTo>
                  <a:lnTo>
                    <a:pt x="43665" y="57790"/>
                  </a:lnTo>
                  <a:lnTo>
                    <a:pt x="42264" y="58066"/>
                  </a:lnTo>
                  <a:lnTo>
                    <a:pt x="40500" y="58670"/>
                  </a:lnTo>
                  <a:lnTo>
                    <a:pt x="38390" y="59257"/>
                  </a:lnTo>
                  <a:lnTo>
                    <a:pt x="37335" y="59551"/>
                  </a:lnTo>
                  <a:lnTo>
                    <a:pt x="35225" y="60138"/>
                  </a:lnTo>
                  <a:lnTo>
                    <a:pt x="34188" y="60085"/>
                  </a:lnTo>
                  <a:lnTo>
                    <a:pt x="32769" y="60707"/>
                  </a:lnTo>
                  <a:lnTo>
                    <a:pt x="31369" y="60983"/>
                  </a:lnTo>
                  <a:lnTo>
                    <a:pt x="29294" y="60878"/>
                  </a:lnTo>
                  <a:lnTo>
                    <a:pt x="27530" y="61483"/>
                  </a:lnTo>
                  <a:lnTo>
                    <a:pt x="26129" y="61759"/>
                  </a:lnTo>
                  <a:lnTo>
                    <a:pt x="24745" y="61689"/>
                  </a:lnTo>
                  <a:lnTo>
                    <a:pt x="22999" y="61947"/>
                  </a:lnTo>
                  <a:lnTo>
                    <a:pt x="21598" y="62223"/>
                  </a:lnTo>
                  <a:lnTo>
                    <a:pt x="0" y="642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g322"/>
            <p:cNvSpPr/>
            <p:nvPr/>
          </p:nvSpPr>
          <p:spPr>
            <a:xfrm>
              <a:off x="3044444" y="5704899"/>
              <a:ext cx="214491" cy="28388"/>
            </a:xfrm>
            <a:custGeom>
              <a:avLst/>
              <a:pathLst>
                <a:path w="214491" h="28388">
                  <a:moveTo>
                    <a:pt x="8820" y="26313"/>
                  </a:moveTo>
                  <a:lnTo>
                    <a:pt x="27275" y="21972"/>
                  </a:lnTo>
                  <a:lnTo>
                    <a:pt x="35560" y="20023"/>
                  </a:lnTo>
                  <a:lnTo>
                    <a:pt x="41920" y="18213"/>
                  </a:lnTo>
                  <a:lnTo>
                    <a:pt x="56048" y="14192"/>
                  </a:lnTo>
                  <a:lnTo>
                    <a:pt x="70428" y="10099"/>
                  </a:lnTo>
                  <a:lnTo>
                    <a:pt x="84880" y="5986"/>
                  </a:lnTo>
                  <a:lnTo>
                    <a:pt x="105913" y="0"/>
                  </a:lnTo>
                  <a:lnTo>
                    <a:pt x="116907" y="2874"/>
                  </a:lnTo>
                  <a:lnTo>
                    <a:pt x="131753" y="6755"/>
                  </a:lnTo>
                  <a:lnTo>
                    <a:pt x="145308" y="10300"/>
                  </a:lnTo>
                  <a:lnTo>
                    <a:pt x="159977" y="14135"/>
                  </a:lnTo>
                  <a:lnTo>
                    <a:pt x="172937" y="17523"/>
                  </a:lnTo>
                  <a:lnTo>
                    <a:pt x="185676" y="20854"/>
                  </a:lnTo>
                  <a:lnTo>
                    <a:pt x="199428" y="24449"/>
                  </a:lnTo>
                  <a:lnTo>
                    <a:pt x="213663" y="28171"/>
                  </a:lnTo>
                  <a:lnTo>
                    <a:pt x="214491" y="28388"/>
                  </a:lnTo>
                  <a:lnTo>
                    <a:pt x="0" y="283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g323"/>
            <p:cNvSpPr/>
            <p:nvPr/>
          </p:nvSpPr>
          <p:spPr>
            <a:xfrm>
              <a:off x="2782733" y="5470203"/>
              <a:ext cx="136902" cy="98667"/>
            </a:xfrm>
            <a:custGeom>
              <a:avLst/>
              <a:pathLst>
                <a:path w="136902" h="98667">
                  <a:moveTo>
                    <a:pt x="24583" y="61903"/>
                  </a:moveTo>
                  <a:lnTo>
                    <a:pt x="44975" y="54989"/>
                  </a:lnTo>
                  <a:lnTo>
                    <a:pt x="66209" y="47789"/>
                  </a:lnTo>
                  <a:lnTo>
                    <a:pt x="88017" y="40395"/>
                  </a:lnTo>
                  <a:lnTo>
                    <a:pt x="95260" y="37939"/>
                  </a:lnTo>
                  <a:lnTo>
                    <a:pt x="105853" y="26184"/>
                  </a:lnTo>
                  <a:lnTo>
                    <a:pt x="129450" y="0"/>
                  </a:lnTo>
                  <a:lnTo>
                    <a:pt x="136902" y="12835"/>
                  </a:lnTo>
                  <a:lnTo>
                    <a:pt x="133504" y="29168"/>
                  </a:lnTo>
                  <a:lnTo>
                    <a:pt x="126244" y="64060"/>
                  </a:lnTo>
                  <a:lnTo>
                    <a:pt x="103227" y="79492"/>
                  </a:lnTo>
                  <a:lnTo>
                    <a:pt x="74626" y="98667"/>
                  </a:lnTo>
                  <a:lnTo>
                    <a:pt x="52281" y="90155"/>
                  </a:lnTo>
                  <a:lnTo>
                    <a:pt x="38317" y="84835"/>
                  </a:lnTo>
                  <a:lnTo>
                    <a:pt x="20777" y="78154"/>
                  </a:lnTo>
                  <a:lnTo>
                    <a:pt x="0" y="702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g324"/>
            <p:cNvSpPr/>
            <p:nvPr/>
          </p:nvSpPr>
          <p:spPr>
            <a:xfrm>
              <a:off x="2480539" y="5499077"/>
              <a:ext cx="68533" cy="93566"/>
            </a:xfrm>
            <a:custGeom>
              <a:avLst/>
              <a:pathLst>
                <a:path w="68533" h="93566">
                  <a:moveTo>
                    <a:pt x="493" y="83182"/>
                  </a:moveTo>
                  <a:lnTo>
                    <a:pt x="956" y="74336"/>
                  </a:lnTo>
                  <a:lnTo>
                    <a:pt x="1357" y="66672"/>
                  </a:lnTo>
                  <a:lnTo>
                    <a:pt x="1826" y="57707"/>
                  </a:lnTo>
                  <a:lnTo>
                    <a:pt x="2338" y="47939"/>
                  </a:lnTo>
                  <a:lnTo>
                    <a:pt x="2896" y="37270"/>
                  </a:lnTo>
                  <a:lnTo>
                    <a:pt x="3390" y="27839"/>
                  </a:lnTo>
                  <a:lnTo>
                    <a:pt x="3958" y="16983"/>
                  </a:lnTo>
                  <a:lnTo>
                    <a:pt x="4398" y="8568"/>
                  </a:lnTo>
                  <a:lnTo>
                    <a:pt x="15755" y="1917"/>
                  </a:lnTo>
                  <a:lnTo>
                    <a:pt x="29283" y="1387"/>
                  </a:lnTo>
                  <a:lnTo>
                    <a:pt x="64658" y="0"/>
                  </a:lnTo>
                  <a:lnTo>
                    <a:pt x="66880" y="31420"/>
                  </a:lnTo>
                  <a:lnTo>
                    <a:pt x="68533" y="54790"/>
                  </a:lnTo>
                  <a:lnTo>
                    <a:pt x="22162" y="58420"/>
                  </a:lnTo>
                  <a:lnTo>
                    <a:pt x="18246" y="93566"/>
                  </a:lnTo>
                  <a:lnTo>
                    <a:pt x="13170" y="93298"/>
                  </a:lnTo>
                  <a:lnTo>
                    <a:pt x="0" y="926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g325"/>
            <p:cNvSpPr/>
            <p:nvPr/>
          </p:nvSpPr>
          <p:spPr>
            <a:xfrm>
              <a:off x="1965848" y="5433768"/>
              <a:ext cx="103992" cy="106567"/>
            </a:xfrm>
            <a:custGeom>
              <a:avLst/>
              <a:pathLst>
                <a:path w="103992" h="106567">
                  <a:moveTo>
                    <a:pt x="54984" y="99367"/>
                  </a:moveTo>
                  <a:lnTo>
                    <a:pt x="45277" y="91634"/>
                  </a:lnTo>
                  <a:lnTo>
                    <a:pt x="34861" y="83337"/>
                  </a:lnTo>
                  <a:lnTo>
                    <a:pt x="23852" y="74567"/>
                  </a:lnTo>
                  <a:lnTo>
                    <a:pt x="14254" y="66921"/>
                  </a:lnTo>
                  <a:lnTo>
                    <a:pt x="4482" y="59137"/>
                  </a:lnTo>
                  <a:lnTo>
                    <a:pt x="0" y="55566"/>
                  </a:lnTo>
                  <a:lnTo>
                    <a:pt x="0" y="0"/>
                  </a:lnTo>
                  <a:lnTo>
                    <a:pt x="8606" y="340"/>
                  </a:lnTo>
                  <a:lnTo>
                    <a:pt x="17980" y="710"/>
                  </a:lnTo>
                  <a:lnTo>
                    <a:pt x="25993" y="1027"/>
                  </a:lnTo>
                  <a:lnTo>
                    <a:pt x="33966" y="1342"/>
                  </a:lnTo>
                  <a:lnTo>
                    <a:pt x="41593" y="1644"/>
                  </a:lnTo>
                  <a:lnTo>
                    <a:pt x="51737" y="2045"/>
                  </a:lnTo>
                  <a:lnTo>
                    <a:pt x="59953" y="2370"/>
                  </a:lnTo>
                  <a:lnTo>
                    <a:pt x="70014" y="2768"/>
                  </a:lnTo>
                  <a:lnTo>
                    <a:pt x="79807" y="3155"/>
                  </a:lnTo>
                  <a:lnTo>
                    <a:pt x="83270" y="10242"/>
                  </a:lnTo>
                  <a:lnTo>
                    <a:pt x="86693" y="17248"/>
                  </a:lnTo>
                  <a:lnTo>
                    <a:pt x="90097" y="24213"/>
                  </a:lnTo>
                  <a:lnTo>
                    <a:pt x="93666" y="31517"/>
                  </a:lnTo>
                  <a:lnTo>
                    <a:pt x="96333" y="36975"/>
                  </a:lnTo>
                  <a:lnTo>
                    <a:pt x="99328" y="43103"/>
                  </a:lnTo>
                  <a:lnTo>
                    <a:pt x="102592" y="49783"/>
                  </a:lnTo>
                  <a:lnTo>
                    <a:pt x="103992" y="52648"/>
                  </a:lnTo>
                  <a:lnTo>
                    <a:pt x="87809" y="77117"/>
                  </a:lnTo>
                  <a:lnTo>
                    <a:pt x="82852" y="83254"/>
                  </a:lnTo>
                  <a:lnTo>
                    <a:pt x="64022" y="1065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g326"/>
            <p:cNvSpPr/>
            <p:nvPr/>
          </p:nvSpPr>
          <p:spPr>
            <a:xfrm>
              <a:off x="2784469" y="5653513"/>
              <a:ext cx="107953" cy="79774"/>
            </a:xfrm>
            <a:custGeom>
              <a:avLst/>
              <a:pathLst>
                <a:path w="107953" h="79774">
                  <a:moveTo>
                    <a:pt x="107809" y="11870"/>
                  </a:moveTo>
                  <a:lnTo>
                    <a:pt x="107908" y="23840"/>
                  </a:lnTo>
                  <a:lnTo>
                    <a:pt x="107953" y="29215"/>
                  </a:lnTo>
                  <a:lnTo>
                    <a:pt x="101135" y="33809"/>
                  </a:lnTo>
                  <a:lnTo>
                    <a:pt x="90598" y="40911"/>
                  </a:lnTo>
                  <a:lnTo>
                    <a:pt x="80762" y="47540"/>
                  </a:lnTo>
                  <a:lnTo>
                    <a:pt x="69660" y="55023"/>
                  </a:lnTo>
                  <a:lnTo>
                    <a:pt x="60560" y="61156"/>
                  </a:lnTo>
                  <a:lnTo>
                    <a:pt x="50616" y="67858"/>
                  </a:lnTo>
                  <a:lnTo>
                    <a:pt x="39206" y="75547"/>
                  </a:lnTo>
                  <a:lnTo>
                    <a:pt x="32936" y="79774"/>
                  </a:lnTo>
                  <a:lnTo>
                    <a:pt x="20014" y="79774"/>
                  </a:lnTo>
                  <a:lnTo>
                    <a:pt x="19620" y="78108"/>
                  </a:lnTo>
                  <a:lnTo>
                    <a:pt x="17558" y="69383"/>
                  </a:lnTo>
                  <a:lnTo>
                    <a:pt x="16279" y="63971"/>
                  </a:lnTo>
                  <a:lnTo>
                    <a:pt x="14109" y="62803"/>
                  </a:lnTo>
                  <a:lnTo>
                    <a:pt x="5599" y="58221"/>
                  </a:lnTo>
                  <a:lnTo>
                    <a:pt x="0" y="55207"/>
                  </a:lnTo>
                  <a:lnTo>
                    <a:pt x="44" y="49854"/>
                  </a:lnTo>
                  <a:lnTo>
                    <a:pt x="113" y="41585"/>
                  </a:lnTo>
                  <a:lnTo>
                    <a:pt x="174" y="34237"/>
                  </a:lnTo>
                  <a:lnTo>
                    <a:pt x="247" y="25435"/>
                  </a:lnTo>
                  <a:lnTo>
                    <a:pt x="324" y="16110"/>
                  </a:lnTo>
                  <a:lnTo>
                    <a:pt x="399" y="7024"/>
                  </a:lnTo>
                  <a:lnTo>
                    <a:pt x="458" y="0"/>
                  </a:lnTo>
                  <a:lnTo>
                    <a:pt x="45678" y="1660"/>
                  </a:lnTo>
                  <a:lnTo>
                    <a:pt x="107743" y="39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g327"/>
            <p:cNvSpPr/>
            <p:nvPr/>
          </p:nvSpPr>
          <p:spPr>
            <a:xfrm>
              <a:off x="3043984" y="5566138"/>
              <a:ext cx="287365" cy="167149"/>
            </a:xfrm>
            <a:custGeom>
              <a:avLst/>
              <a:pathLst>
                <a:path w="287365" h="167149">
                  <a:moveTo>
                    <a:pt x="168746" y="125192"/>
                  </a:moveTo>
                  <a:lnTo>
                    <a:pt x="171037" y="113889"/>
                  </a:lnTo>
                  <a:lnTo>
                    <a:pt x="174861" y="95029"/>
                  </a:lnTo>
                  <a:lnTo>
                    <a:pt x="201927" y="99025"/>
                  </a:lnTo>
                  <a:lnTo>
                    <a:pt x="239008" y="104499"/>
                  </a:lnTo>
                  <a:lnTo>
                    <a:pt x="256489" y="107080"/>
                  </a:lnTo>
                  <a:lnTo>
                    <a:pt x="257675" y="108392"/>
                  </a:lnTo>
                  <a:lnTo>
                    <a:pt x="258861" y="109704"/>
                  </a:lnTo>
                  <a:lnTo>
                    <a:pt x="260047" y="111016"/>
                  </a:lnTo>
                  <a:lnTo>
                    <a:pt x="261170" y="113578"/>
                  </a:lnTo>
                  <a:lnTo>
                    <a:pt x="263147" y="115765"/>
                  </a:lnTo>
                  <a:lnTo>
                    <a:pt x="264354" y="116660"/>
                  </a:lnTo>
                  <a:lnTo>
                    <a:pt x="265540" y="117973"/>
                  </a:lnTo>
                  <a:lnTo>
                    <a:pt x="267143" y="119306"/>
                  </a:lnTo>
                  <a:lnTo>
                    <a:pt x="268329" y="120618"/>
                  </a:lnTo>
                  <a:lnTo>
                    <a:pt x="269910" y="122367"/>
                  </a:lnTo>
                  <a:lnTo>
                    <a:pt x="271075" y="124096"/>
                  </a:lnTo>
                  <a:lnTo>
                    <a:pt x="272282" y="124992"/>
                  </a:lnTo>
                  <a:lnTo>
                    <a:pt x="273843" y="127158"/>
                  </a:lnTo>
                  <a:lnTo>
                    <a:pt x="274613" y="128449"/>
                  </a:lnTo>
                  <a:lnTo>
                    <a:pt x="275778" y="130177"/>
                  </a:lnTo>
                  <a:lnTo>
                    <a:pt x="277359" y="131927"/>
                  </a:lnTo>
                  <a:lnTo>
                    <a:pt x="278482" y="134488"/>
                  </a:lnTo>
                  <a:lnTo>
                    <a:pt x="279668" y="135800"/>
                  </a:lnTo>
                  <a:lnTo>
                    <a:pt x="280855" y="137112"/>
                  </a:lnTo>
                  <a:lnTo>
                    <a:pt x="282020" y="138841"/>
                  </a:lnTo>
                  <a:lnTo>
                    <a:pt x="283622" y="140174"/>
                  </a:lnTo>
                  <a:lnTo>
                    <a:pt x="284766" y="142319"/>
                  </a:lnTo>
                  <a:lnTo>
                    <a:pt x="285536" y="143610"/>
                  </a:lnTo>
                  <a:lnTo>
                    <a:pt x="286680" y="145755"/>
                  </a:lnTo>
                  <a:lnTo>
                    <a:pt x="287033" y="147025"/>
                  </a:lnTo>
                  <a:lnTo>
                    <a:pt x="287365" y="148712"/>
                  </a:lnTo>
                  <a:lnTo>
                    <a:pt x="287281" y="150377"/>
                  </a:lnTo>
                  <a:lnTo>
                    <a:pt x="287176" y="152459"/>
                  </a:lnTo>
                  <a:lnTo>
                    <a:pt x="287092" y="154124"/>
                  </a:lnTo>
                  <a:lnTo>
                    <a:pt x="286987" y="156206"/>
                  </a:lnTo>
                  <a:lnTo>
                    <a:pt x="286882" y="158288"/>
                  </a:lnTo>
                  <a:lnTo>
                    <a:pt x="286340" y="160765"/>
                  </a:lnTo>
                  <a:lnTo>
                    <a:pt x="285839" y="162410"/>
                  </a:lnTo>
                  <a:lnTo>
                    <a:pt x="285339" y="164054"/>
                  </a:lnTo>
                  <a:lnTo>
                    <a:pt x="284838" y="165699"/>
                  </a:lnTo>
                  <a:lnTo>
                    <a:pt x="284397" y="167149"/>
                  </a:lnTo>
                  <a:lnTo>
                    <a:pt x="259625" y="167149"/>
                  </a:lnTo>
                  <a:lnTo>
                    <a:pt x="252878" y="165343"/>
                  </a:lnTo>
                  <a:lnTo>
                    <a:pt x="230379" y="159321"/>
                  </a:lnTo>
                  <a:lnTo>
                    <a:pt x="207086" y="153087"/>
                  </a:lnTo>
                  <a:lnTo>
                    <a:pt x="181506" y="146240"/>
                  </a:lnTo>
                  <a:lnTo>
                    <a:pt x="157884" y="139918"/>
                  </a:lnTo>
                  <a:lnTo>
                    <a:pt x="139448" y="134984"/>
                  </a:lnTo>
                  <a:lnTo>
                    <a:pt x="135537" y="133604"/>
                  </a:lnTo>
                  <a:lnTo>
                    <a:pt x="112337" y="125419"/>
                  </a:lnTo>
                  <a:lnTo>
                    <a:pt x="90412" y="117683"/>
                  </a:lnTo>
                  <a:lnTo>
                    <a:pt x="69613" y="110345"/>
                  </a:lnTo>
                  <a:lnTo>
                    <a:pt x="46703" y="102262"/>
                  </a:lnTo>
                  <a:lnTo>
                    <a:pt x="30864" y="96674"/>
                  </a:lnTo>
                  <a:lnTo>
                    <a:pt x="12764" y="90288"/>
                  </a:lnTo>
                  <a:lnTo>
                    <a:pt x="0" y="85784"/>
                  </a:lnTo>
                  <a:lnTo>
                    <a:pt x="3432" y="71496"/>
                  </a:lnTo>
                  <a:lnTo>
                    <a:pt x="7555" y="54337"/>
                  </a:lnTo>
                  <a:lnTo>
                    <a:pt x="10973" y="40111"/>
                  </a:lnTo>
                  <a:lnTo>
                    <a:pt x="14238" y="26521"/>
                  </a:lnTo>
                  <a:lnTo>
                    <a:pt x="20611" y="0"/>
                  </a:lnTo>
                  <a:lnTo>
                    <a:pt x="40232" y="9488"/>
                  </a:lnTo>
                  <a:lnTo>
                    <a:pt x="81328" y="29363"/>
                  </a:lnTo>
                  <a:lnTo>
                    <a:pt x="78358" y="42719"/>
                  </a:lnTo>
                  <a:lnTo>
                    <a:pt x="72551" y="68842"/>
                  </a:lnTo>
                  <a:lnTo>
                    <a:pt x="67286" y="92521"/>
                  </a:lnTo>
                  <a:lnTo>
                    <a:pt x="135103" y="1218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g328"/>
            <p:cNvSpPr/>
            <p:nvPr/>
          </p:nvSpPr>
          <p:spPr>
            <a:xfrm>
              <a:off x="3361301" y="573323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g329"/>
            <p:cNvSpPr/>
            <p:nvPr/>
          </p:nvSpPr>
          <p:spPr>
            <a:xfrm>
              <a:off x="2231952" y="5658659"/>
              <a:ext cx="76871" cy="73527"/>
            </a:xfrm>
            <a:custGeom>
              <a:avLst/>
              <a:pathLst>
                <a:path w="76871" h="73527">
                  <a:moveTo>
                    <a:pt x="49850" y="5705"/>
                  </a:moveTo>
                  <a:lnTo>
                    <a:pt x="56116" y="10635"/>
                  </a:lnTo>
                  <a:lnTo>
                    <a:pt x="65727" y="16026"/>
                  </a:lnTo>
                  <a:lnTo>
                    <a:pt x="76871" y="22278"/>
                  </a:lnTo>
                  <a:lnTo>
                    <a:pt x="72970" y="46661"/>
                  </a:lnTo>
                  <a:lnTo>
                    <a:pt x="68939" y="71858"/>
                  </a:lnTo>
                  <a:lnTo>
                    <a:pt x="56318" y="72207"/>
                  </a:lnTo>
                  <a:lnTo>
                    <a:pt x="38363" y="72702"/>
                  </a:lnTo>
                  <a:lnTo>
                    <a:pt x="22673" y="73136"/>
                  </a:lnTo>
                  <a:lnTo>
                    <a:pt x="8504" y="73527"/>
                  </a:lnTo>
                  <a:lnTo>
                    <a:pt x="4370" y="61459"/>
                  </a:lnTo>
                  <a:lnTo>
                    <a:pt x="0" y="48702"/>
                  </a:lnTo>
                  <a:lnTo>
                    <a:pt x="4737" y="42454"/>
                  </a:lnTo>
                  <a:lnTo>
                    <a:pt x="12312" y="32463"/>
                  </a:lnTo>
                  <a:lnTo>
                    <a:pt x="18386" y="24209"/>
                  </a:lnTo>
                  <a:lnTo>
                    <a:pt x="24780" y="15520"/>
                  </a:lnTo>
                  <a:lnTo>
                    <a:pt x="25804" y="14128"/>
                  </a:lnTo>
                  <a:lnTo>
                    <a:pt x="33480" y="7670"/>
                  </a:lnTo>
                  <a:lnTo>
                    <a:pt x="4259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g330"/>
            <p:cNvSpPr/>
            <p:nvPr/>
          </p:nvSpPr>
          <p:spPr>
            <a:xfrm>
              <a:off x="2308723" y="5703456"/>
              <a:ext cx="49823" cy="29831"/>
            </a:xfrm>
            <a:custGeom>
              <a:avLst/>
              <a:pathLst>
                <a:path w="49823" h="29831">
                  <a:moveTo>
                    <a:pt x="0" y="23129"/>
                  </a:moveTo>
                  <a:lnTo>
                    <a:pt x="1083" y="19003"/>
                  </a:lnTo>
                  <a:lnTo>
                    <a:pt x="5166" y="3452"/>
                  </a:lnTo>
                  <a:lnTo>
                    <a:pt x="11150" y="2819"/>
                  </a:lnTo>
                  <a:lnTo>
                    <a:pt x="20524" y="1827"/>
                  </a:lnTo>
                  <a:lnTo>
                    <a:pt x="29373" y="891"/>
                  </a:lnTo>
                  <a:lnTo>
                    <a:pt x="37799" y="0"/>
                  </a:lnTo>
                  <a:lnTo>
                    <a:pt x="44348" y="16246"/>
                  </a:lnTo>
                  <a:lnTo>
                    <a:pt x="49823" y="29831"/>
                  </a:lnTo>
                  <a:lnTo>
                    <a:pt x="523" y="29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g331"/>
            <p:cNvSpPr/>
            <p:nvPr/>
          </p:nvSpPr>
          <p:spPr>
            <a:xfrm>
              <a:off x="2439511" y="5573564"/>
              <a:ext cx="234061" cy="53433"/>
            </a:xfrm>
            <a:custGeom>
              <a:avLst/>
              <a:pathLst>
                <a:path w="234061" h="53433">
                  <a:moveTo>
                    <a:pt x="62431" y="25384"/>
                  </a:moveTo>
                  <a:lnTo>
                    <a:pt x="99947" y="18676"/>
                  </a:lnTo>
                  <a:lnTo>
                    <a:pt x="136591" y="12124"/>
                  </a:lnTo>
                  <a:lnTo>
                    <a:pt x="172591" y="5687"/>
                  </a:lnTo>
                  <a:lnTo>
                    <a:pt x="231870" y="0"/>
                  </a:lnTo>
                  <a:lnTo>
                    <a:pt x="232760" y="9946"/>
                  </a:lnTo>
                  <a:lnTo>
                    <a:pt x="234061" y="24483"/>
                  </a:lnTo>
                  <a:lnTo>
                    <a:pt x="227111" y="25520"/>
                  </a:lnTo>
                  <a:lnTo>
                    <a:pt x="216994" y="27031"/>
                  </a:lnTo>
                  <a:lnTo>
                    <a:pt x="206634" y="28578"/>
                  </a:lnTo>
                  <a:lnTo>
                    <a:pt x="196390" y="30107"/>
                  </a:lnTo>
                  <a:lnTo>
                    <a:pt x="185653" y="31710"/>
                  </a:lnTo>
                  <a:lnTo>
                    <a:pt x="174919" y="33313"/>
                  </a:lnTo>
                  <a:lnTo>
                    <a:pt x="163985" y="34945"/>
                  </a:lnTo>
                  <a:lnTo>
                    <a:pt x="152807" y="36614"/>
                  </a:lnTo>
                  <a:lnTo>
                    <a:pt x="141830" y="38253"/>
                  </a:lnTo>
                  <a:lnTo>
                    <a:pt x="130802" y="39899"/>
                  </a:lnTo>
                  <a:lnTo>
                    <a:pt x="124872" y="40785"/>
                  </a:lnTo>
                  <a:lnTo>
                    <a:pt x="119507" y="41586"/>
                  </a:lnTo>
                  <a:lnTo>
                    <a:pt x="109640" y="43059"/>
                  </a:lnTo>
                  <a:lnTo>
                    <a:pt x="99595" y="44558"/>
                  </a:lnTo>
                  <a:lnTo>
                    <a:pt x="89129" y="46121"/>
                  </a:lnTo>
                  <a:lnTo>
                    <a:pt x="83348" y="46984"/>
                  </a:lnTo>
                  <a:lnTo>
                    <a:pt x="78458" y="47568"/>
                  </a:lnTo>
                  <a:lnTo>
                    <a:pt x="67721" y="48850"/>
                  </a:lnTo>
                  <a:lnTo>
                    <a:pt x="62108" y="49519"/>
                  </a:lnTo>
                  <a:lnTo>
                    <a:pt x="57789" y="49808"/>
                  </a:lnTo>
                  <a:lnTo>
                    <a:pt x="48444" y="50431"/>
                  </a:lnTo>
                  <a:lnTo>
                    <a:pt x="38431" y="51100"/>
                  </a:lnTo>
                  <a:lnTo>
                    <a:pt x="25966" y="51931"/>
                  </a:lnTo>
                  <a:lnTo>
                    <a:pt x="13261" y="52779"/>
                  </a:lnTo>
                  <a:lnTo>
                    <a:pt x="3469" y="53433"/>
                  </a:lnTo>
                  <a:lnTo>
                    <a:pt x="1613" y="39403"/>
                  </a:lnTo>
                  <a:lnTo>
                    <a:pt x="0" y="272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g332"/>
            <p:cNvSpPr/>
            <p:nvPr/>
          </p:nvSpPr>
          <p:spPr>
            <a:xfrm>
              <a:off x="2394234" y="5658406"/>
              <a:ext cx="42849" cy="74881"/>
            </a:xfrm>
            <a:custGeom>
              <a:avLst/>
              <a:pathLst>
                <a:path w="42849" h="74881">
                  <a:moveTo>
                    <a:pt x="17052" y="1608"/>
                  </a:moveTo>
                  <a:lnTo>
                    <a:pt x="31124" y="0"/>
                  </a:lnTo>
                  <a:lnTo>
                    <a:pt x="32197" y="6855"/>
                  </a:lnTo>
                  <a:lnTo>
                    <a:pt x="33929" y="17917"/>
                  </a:lnTo>
                  <a:lnTo>
                    <a:pt x="35662" y="28984"/>
                  </a:lnTo>
                  <a:lnTo>
                    <a:pt x="37402" y="40097"/>
                  </a:lnTo>
                  <a:lnTo>
                    <a:pt x="39310" y="52284"/>
                  </a:lnTo>
                  <a:lnTo>
                    <a:pt x="41111" y="63781"/>
                  </a:lnTo>
                  <a:lnTo>
                    <a:pt x="42580" y="73163"/>
                  </a:lnTo>
                  <a:lnTo>
                    <a:pt x="42849" y="74881"/>
                  </a:lnTo>
                  <a:lnTo>
                    <a:pt x="10687" y="74881"/>
                  </a:lnTo>
                  <a:lnTo>
                    <a:pt x="8871" y="62760"/>
                  </a:lnTo>
                  <a:lnTo>
                    <a:pt x="0" y="3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g333"/>
            <p:cNvSpPr/>
            <p:nvPr/>
          </p:nvSpPr>
          <p:spPr>
            <a:xfrm>
              <a:off x="2430967" y="5655382"/>
              <a:ext cx="42525" cy="77905"/>
            </a:xfrm>
            <a:custGeom>
              <a:avLst/>
              <a:pathLst>
                <a:path w="42525" h="77905">
                  <a:moveTo>
                    <a:pt x="11031" y="68676"/>
                  </a:moveTo>
                  <a:lnTo>
                    <a:pt x="9531" y="59641"/>
                  </a:lnTo>
                  <a:lnTo>
                    <a:pt x="7526" y="47561"/>
                  </a:lnTo>
                  <a:lnTo>
                    <a:pt x="5469" y="35169"/>
                  </a:lnTo>
                  <a:lnTo>
                    <a:pt x="3872" y="25545"/>
                  </a:lnTo>
                  <a:lnTo>
                    <a:pt x="1996" y="14247"/>
                  </a:lnTo>
                  <a:lnTo>
                    <a:pt x="0" y="2215"/>
                  </a:lnTo>
                  <a:lnTo>
                    <a:pt x="13658" y="1173"/>
                  </a:lnTo>
                  <a:lnTo>
                    <a:pt x="29023" y="0"/>
                  </a:lnTo>
                  <a:lnTo>
                    <a:pt x="33231" y="24275"/>
                  </a:lnTo>
                  <a:lnTo>
                    <a:pt x="38582" y="55155"/>
                  </a:lnTo>
                  <a:lnTo>
                    <a:pt x="42525" y="77905"/>
                  </a:lnTo>
                  <a:lnTo>
                    <a:pt x="12563" y="779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g334"/>
            <p:cNvSpPr/>
            <p:nvPr/>
          </p:nvSpPr>
          <p:spPr>
            <a:xfrm>
              <a:off x="2466595" y="5652424"/>
              <a:ext cx="58927" cy="80863"/>
            </a:xfrm>
            <a:custGeom>
              <a:avLst/>
              <a:pathLst>
                <a:path w="58927" h="80863">
                  <a:moveTo>
                    <a:pt x="19162" y="1516"/>
                  </a:moveTo>
                  <a:lnTo>
                    <a:pt x="46268" y="0"/>
                  </a:lnTo>
                  <a:lnTo>
                    <a:pt x="48838" y="16419"/>
                  </a:lnTo>
                  <a:lnTo>
                    <a:pt x="51696" y="34671"/>
                  </a:lnTo>
                  <a:lnTo>
                    <a:pt x="54423" y="52092"/>
                  </a:lnTo>
                  <a:lnTo>
                    <a:pt x="56937" y="68151"/>
                  </a:lnTo>
                  <a:lnTo>
                    <a:pt x="58927" y="80863"/>
                  </a:lnTo>
                  <a:lnTo>
                    <a:pt x="13363" y="80863"/>
                  </a:lnTo>
                  <a:lnTo>
                    <a:pt x="13332" y="80681"/>
                  </a:lnTo>
                  <a:lnTo>
                    <a:pt x="11248" y="68472"/>
                  </a:lnTo>
                  <a:lnTo>
                    <a:pt x="8791" y="54085"/>
                  </a:lnTo>
                  <a:lnTo>
                    <a:pt x="6409" y="40133"/>
                  </a:lnTo>
                  <a:lnTo>
                    <a:pt x="4313" y="27851"/>
                  </a:lnTo>
                  <a:lnTo>
                    <a:pt x="1916" y="13815"/>
                  </a:lnTo>
                  <a:lnTo>
                    <a:pt x="0" y="2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g335"/>
            <p:cNvSpPr/>
            <p:nvPr/>
          </p:nvSpPr>
          <p:spPr>
            <a:xfrm>
              <a:off x="2518953" y="5650600"/>
              <a:ext cx="36901" cy="82687"/>
            </a:xfrm>
            <a:custGeom>
              <a:avLst/>
              <a:pathLst>
                <a:path w="36901" h="82687">
                  <a:moveTo>
                    <a:pt x="11929" y="815"/>
                  </a:moveTo>
                  <a:lnTo>
                    <a:pt x="26510" y="0"/>
                  </a:lnTo>
                  <a:lnTo>
                    <a:pt x="27819" y="10418"/>
                  </a:lnTo>
                  <a:lnTo>
                    <a:pt x="30488" y="31653"/>
                  </a:lnTo>
                  <a:lnTo>
                    <a:pt x="33637" y="56710"/>
                  </a:lnTo>
                  <a:lnTo>
                    <a:pt x="36452" y="79108"/>
                  </a:lnTo>
                  <a:lnTo>
                    <a:pt x="36901" y="82687"/>
                  </a:lnTo>
                  <a:lnTo>
                    <a:pt x="12549" y="82687"/>
                  </a:lnTo>
                  <a:lnTo>
                    <a:pt x="11849" y="78159"/>
                  </a:lnTo>
                  <a:lnTo>
                    <a:pt x="9454" y="62661"/>
                  </a:lnTo>
                  <a:lnTo>
                    <a:pt x="6982" y="46665"/>
                  </a:lnTo>
                  <a:lnTo>
                    <a:pt x="4664" y="31666"/>
                  </a:lnTo>
                  <a:lnTo>
                    <a:pt x="2108" y="15129"/>
                  </a:lnTo>
                  <a:lnTo>
                    <a:pt x="0" y="1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g336"/>
            <p:cNvSpPr/>
            <p:nvPr/>
          </p:nvSpPr>
          <p:spPr>
            <a:xfrm>
              <a:off x="2557199" y="5649620"/>
              <a:ext cx="117462" cy="83667"/>
            </a:xfrm>
            <a:custGeom>
              <a:avLst/>
              <a:pathLst>
                <a:path w="117462" h="83667">
                  <a:moveTo>
                    <a:pt x="96834" y="29990"/>
                  </a:moveTo>
                  <a:lnTo>
                    <a:pt x="80159" y="42448"/>
                  </a:lnTo>
                  <a:lnTo>
                    <a:pt x="46707" y="67442"/>
                  </a:lnTo>
                  <a:lnTo>
                    <a:pt x="38141" y="73842"/>
                  </a:lnTo>
                  <a:lnTo>
                    <a:pt x="40420" y="83667"/>
                  </a:lnTo>
                  <a:lnTo>
                    <a:pt x="6222" y="83667"/>
                  </a:lnTo>
                  <a:lnTo>
                    <a:pt x="5850" y="78966"/>
                  </a:lnTo>
                  <a:lnTo>
                    <a:pt x="5406" y="73362"/>
                  </a:lnTo>
                  <a:lnTo>
                    <a:pt x="4896" y="66915"/>
                  </a:lnTo>
                  <a:lnTo>
                    <a:pt x="4479" y="61648"/>
                  </a:lnTo>
                  <a:lnTo>
                    <a:pt x="4042" y="56119"/>
                  </a:lnTo>
                  <a:lnTo>
                    <a:pt x="3629" y="50902"/>
                  </a:lnTo>
                  <a:lnTo>
                    <a:pt x="3173" y="45137"/>
                  </a:lnTo>
                  <a:lnTo>
                    <a:pt x="2747" y="39756"/>
                  </a:lnTo>
                  <a:lnTo>
                    <a:pt x="2242" y="33374"/>
                  </a:lnTo>
                  <a:lnTo>
                    <a:pt x="1695" y="26465"/>
                  </a:lnTo>
                  <a:lnTo>
                    <a:pt x="1014" y="17859"/>
                  </a:lnTo>
                  <a:lnTo>
                    <a:pt x="377" y="9812"/>
                  </a:lnTo>
                  <a:lnTo>
                    <a:pt x="0" y="5036"/>
                  </a:lnTo>
                  <a:lnTo>
                    <a:pt x="49494" y="2906"/>
                  </a:lnTo>
                  <a:lnTo>
                    <a:pt x="117004" y="0"/>
                  </a:lnTo>
                  <a:lnTo>
                    <a:pt x="117127" y="7630"/>
                  </a:lnTo>
                  <a:lnTo>
                    <a:pt x="117347" y="21337"/>
                  </a:lnTo>
                  <a:lnTo>
                    <a:pt x="117462" y="28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g337"/>
            <p:cNvSpPr/>
            <p:nvPr/>
          </p:nvSpPr>
          <p:spPr>
            <a:xfrm>
              <a:off x="2679092" y="5649627"/>
              <a:ext cx="56793" cy="55824"/>
            </a:xfrm>
            <a:custGeom>
              <a:avLst/>
              <a:pathLst>
                <a:path w="56793" h="55824">
                  <a:moveTo>
                    <a:pt x="55861" y="7095"/>
                  </a:moveTo>
                  <a:lnTo>
                    <a:pt x="54844" y="12565"/>
                  </a:lnTo>
                  <a:lnTo>
                    <a:pt x="53627" y="19110"/>
                  </a:lnTo>
                  <a:lnTo>
                    <a:pt x="52188" y="26849"/>
                  </a:lnTo>
                  <a:lnTo>
                    <a:pt x="50900" y="33772"/>
                  </a:lnTo>
                  <a:lnTo>
                    <a:pt x="50396" y="36483"/>
                  </a:lnTo>
                  <a:lnTo>
                    <a:pt x="42671" y="41347"/>
                  </a:lnTo>
                  <a:lnTo>
                    <a:pt x="36091" y="45490"/>
                  </a:lnTo>
                  <a:lnTo>
                    <a:pt x="34511" y="48170"/>
                  </a:lnTo>
                  <a:lnTo>
                    <a:pt x="30001" y="55824"/>
                  </a:lnTo>
                  <a:lnTo>
                    <a:pt x="16960" y="55490"/>
                  </a:lnTo>
                  <a:lnTo>
                    <a:pt x="1169" y="55086"/>
                  </a:lnTo>
                  <a:lnTo>
                    <a:pt x="580" y="27309"/>
                  </a:lnTo>
                  <a:lnTo>
                    <a:pt x="0" y="0"/>
                  </a:lnTo>
                  <a:lnTo>
                    <a:pt x="24261" y="890"/>
                  </a:lnTo>
                  <a:lnTo>
                    <a:pt x="56793" y="20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g338"/>
            <p:cNvSpPr/>
            <p:nvPr/>
          </p:nvSpPr>
          <p:spPr>
            <a:xfrm>
              <a:off x="2740922" y="5651899"/>
              <a:ext cx="35644" cy="52461"/>
            </a:xfrm>
            <a:custGeom>
              <a:avLst/>
              <a:pathLst>
                <a:path w="35644" h="52461">
                  <a:moveTo>
                    <a:pt x="35553" y="24862"/>
                  </a:moveTo>
                  <a:lnTo>
                    <a:pt x="35447" y="52461"/>
                  </a:lnTo>
                  <a:lnTo>
                    <a:pt x="18942" y="49594"/>
                  </a:lnTo>
                  <a:lnTo>
                    <a:pt x="0" y="46303"/>
                  </a:lnTo>
                  <a:lnTo>
                    <a:pt x="5" y="40671"/>
                  </a:lnTo>
                  <a:lnTo>
                    <a:pt x="13" y="31861"/>
                  </a:lnTo>
                  <a:lnTo>
                    <a:pt x="22" y="22721"/>
                  </a:lnTo>
                  <a:lnTo>
                    <a:pt x="29" y="14651"/>
                  </a:lnTo>
                  <a:lnTo>
                    <a:pt x="37" y="5902"/>
                  </a:lnTo>
                  <a:lnTo>
                    <a:pt x="43" y="0"/>
                  </a:lnTo>
                  <a:lnTo>
                    <a:pt x="17092" y="625"/>
                  </a:lnTo>
                  <a:lnTo>
                    <a:pt x="35644" y="13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g339"/>
            <p:cNvSpPr/>
            <p:nvPr/>
          </p:nvSpPr>
          <p:spPr>
            <a:xfrm>
              <a:off x="2979380" y="5645793"/>
              <a:ext cx="57029" cy="84626"/>
            </a:xfrm>
            <a:custGeom>
              <a:avLst/>
              <a:pathLst>
                <a:path w="57029" h="84626">
                  <a:moveTo>
                    <a:pt x="48588" y="45039"/>
                  </a:moveTo>
                  <a:lnTo>
                    <a:pt x="38760" y="81264"/>
                  </a:lnTo>
                  <a:lnTo>
                    <a:pt x="35577" y="81993"/>
                  </a:lnTo>
                  <a:lnTo>
                    <a:pt x="28092" y="83706"/>
                  </a:lnTo>
                  <a:lnTo>
                    <a:pt x="24070" y="84626"/>
                  </a:lnTo>
                  <a:lnTo>
                    <a:pt x="2734" y="20243"/>
                  </a:lnTo>
                  <a:lnTo>
                    <a:pt x="0" y="11992"/>
                  </a:lnTo>
                  <a:lnTo>
                    <a:pt x="16554" y="0"/>
                  </a:lnTo>
                  <a:lnTo>
                    <a:pt x="19685" y="1077"/>
                  </a:lnTo>
                  <a:lnTo>
                    <a:pt x="28560" y="4131"/>
                  </a:lnTo>
                  <a:lnTo>
                    <a:pt x="38153" y="7431"/>
                  </a:lnTo>
                  <a:lnTo>
                    <a:pt x="47479" y="10641"/>
                  </a:lnTo>
                  <a:lnTo>
                    <a:pt x="57029" y="139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g340"/>
            <p:cNvSpPr/>
            <p:nvPr/>
          </p:nvSpPr>
          <p:spPr>
            <a:xfrm>
              <a:off x="2696843" y="5541853"/>
              <a:ext cx="153992" cy="41695"/>
            </a:xfrm>
            <a:custGeom>
              <a:avLst/>
              <a:pathLst>
                <a:path w="153992" h="41695">
                  <a:moveTo>
                    <a:pt x="114887" y="37760"/>
                  </a:moveTo>
                  <a:lnTo>
                    <a:pt x="106041" y="35918"/>
                  </a:lnTo>
                  <a:lnTo>
                    <a:pt x="99317" y="32653"/>
                  </a:lnTo>
                  <a:lnTo>
                    <a:pt x="87099" y="30006"/>
                  </a:lnTo>
                  <a:lnTo>
                    <a:pt x="31832" y="15988"/>
                  </a:lnTo>
                  <a:lnTo>
                    <a:pt x="18238" y="14317"/>
                  </a:lnTo>
                  <a:lnTo>
                    <a:pt x="7918" y="11805"/>
                  </a:lnTo>
                  <a:lnTo>
                    <a:pt x="3570" y="8820"/>
                  </a:lnTo>
                  <a:lnTo>
                    <a:pt x="0" y="5521"/>
                  </a:lnTo>
                  <a:lnTo>
                    <a:pt x="8495" y="0"/>
                  </a:lnTo>
                  <a:lnTo>
                    <a:pt x="74741" y="16383"/>
                  </a:lnTo>
                  <a:lnTo>
                    <a:pt x="123871" y="28533"/>
                  </a:lnTo>
                  <a:lnTo>
                    <a:pt x="136468" y="23225"/>
                  </a:lnTo>
                  <a:lnTo>
                    <a:pt x="153992" y="28487"/>
                  </a:lnTo>
                  <a:lnTo>
                    <a:pt x="151982" y="38678"/>
                  </a:lnTo>
                  <a:lnTo>
                    <a:pt x="149328" y="41381"/>
                  </a:lnTo>
                  <a:lnTo>
                    <a:pt x="146257" y="41695"/>
                  </a:lnTo>
                  <a:lnTo>
                    <a:pt x="139311" y="41319"/>
                  </a:lnTo>
                  <a:lnTo>
                    <a:pt x="128537" y="389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1"/>
            <p:cNvSpPr/>
            <p:nvPr/>
          </p:nvSpPr>
          <p:spPr>
            <a:xfrm>
              <a:off x="2427613" y="5628552"/>
              <a:ext cx="64400" cy="21695"/>
            </a:xfrm>
            <a:custGeom>
              <a:avLst/>
              <a:pathLst>
                <a:path w="64400" h="21695">
                  <a:moveTo>
                    <a:pt x="64197" y="12502"/>
                  </a:moveTo>
                  <a:lnTo>
                    <a:pt x="63996" y="21695"/>
                  </a:lnTo>
                  <a:lnTo>
                    <a:pt x="30040" y="19256"/>
                  </a:lnTo>
                  <a:lnTo>
                    <a:pt x="0" y="17098"/>
                  </a:lnTo>
                  <a:lnTo>
                    <a:pt x="17" y="10048"/>
                  </a:lnTo>
                  <a:lnTo>
                    <a:pt x="43" y="0"/>
                  </a:lnTo>
                  <a:lnTo>
                    <a:pt x="10688" y="536"/>
                  </a:lnTo>
                  <a:lnTo>
                    <a:pt x="21216" y="1067"/>
                  </a:lnTo>
                  <a:lnTo>
                    <a:pt x="31994" y="1610"/>
                  </a:lnTo>
                  <a:lnTo>
                    <a:pt x="40872" y="2057"/>
                  </a:lnTo>
                  <a:lnTo>
                    <a:pt x="51875" y="2612"/>
                  </a:lnTo>
                  <a:lnTo>
                    <a:pt x="58759" y="2959"/>
                  </a:lnTo>
                  <a:lnTo>
                    <a:pt x="64400" y="3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g342"/>
            <p:cNvSpPr/>
            <p:nvPr/>
          </p:nvSpPr>
          <p:spPr>
            <a:xfrm>
              <a:off x="2292287" y="5527229"/>
              <a:ext cx="55181" cy="79300"/>
            </a:xfrm>
            <a:custGeom>
              <a:avLst/>
              <a:pathLst>
                <a:path w="55181" h="79300">
                  <a:moveTo>
                    <a:pt x="33878" y="75986"/>
                  </a:moveTo>
                  <a:lnTo>
                    <a:pt x="11557" y="79300"/>
                  </a:lnTo>
                  <a:lnTo>
                    <a:pt x="10390" y="71654"/>
                  </a:lnTo>
                  <a:lnTo>
                    <a:pt x="8906" y="61935"/>
                  </a:lnTo>
                  <a:lnTo>
                    <a:pt x="7220" y="50890"/>
                  </a:lnTo>
                  <a:lnTo>
                    <a:pt x="5431" y="39172"/>
                  </a:lnTo>
                  <a:lnTo>
                    <a:pt x="3982" y="29679"/>
                  </a:lnTo>
                  <a:lnTo>
                    <a:pt x="2475" y="19808"/>
                  </a:lnTo>
                  <a:lnTo>
                    <a:pt x="1435" y="12997"/>
                  </a:lnTo>
                  <a:lnTo>
                    <a:pt x="0" y="3591"/>
                  </a:lnTo>
                  <a:lnTo>
                    <a:pt x="23000" y="1778"/>
                  </a:lnTo>
                  <a:lnTo>
                    <a:pt x="45552" y="0"/>
                  </a:lnTo>
                  <a:lnTo>
                    <a:pt x="46562" y="7639"/>
                  </a:lnTo>
                  <a:lnTo>
                    <a:pt x="48580" y="22903"/>
                  </a:lnTo>
                  <a:lnTo>
                    <a:pt x="50251" y="35539"/>
                  </a:lnTo>
                  <a:lnTo>
                    <a:pt x="52037" y="49046"/>
                  </a:lnTo>
                  <a:lnTo>
                    <a:pt x="53872" y="62921"/>
                  </a:lnTo>
                  <a:lnTo>
                    <a:pt x="55181" y="72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3"/>
            <p:cNvSpPr/>
            <p:nvPr/>
          </p:nvSpPr>
          <p:spPr>
            <a:xfrm>
              <a:off x="2343673" y="5537939"/>
              <a:ext cx="45428" cy="61527"/>
            </a:xfrm>
            <a:custGeom>
              <a:avLst/>
              <a:pathLst>
                <a:path w="45428" h="61527">
                  <a:moveTo>
                    <a:pt x="27509" y="58593"/>
                  </a:moveTo>
                  <a:lnTo>
                    <a:pt x="7745" y="61527"/>
                  </a:lnTo>
                  <a:lnTo>
                    <a:pt x="6718" y="53670"/>
                  </a:lnTo>
                  <a:lnTo>
                    <a:pt x="4873" y="39553"/>
                  </a:lnTo>
                  <a:lnTo>
                    <a:pt x="3156" y="26415"/>
                  </a:lnTo>
                  <a:lnTo>
                    <a:pt x="1326" y="12416"/>
                  </a:lnTo>
                  <a:lnTo>
                    <a:pt x="0" y="2267"/>
                  </a:lnTo>
                  <a:lnTo>
                    <a:pt x="19907" y="1082"/>
                  </a:lnTo>
                  <a:lnTo>
                    <a:pt x="38078" y="0"/>
                  </a:lnTo>
                  <a:lnTo>
                    <a:pt x="38895" y="6212"/>
                  </a:lnTo>
                  <a:lnTo>
                    <a:pt x="40105" y="15423"/>
                  </a:lnTo>
                  <a:lnTo>
                    <a:pt x="41444" y="25612"/>
                  </a:lnTo>
                  <a:lnTo>
                    <a:pt x="42676" y="34986"/>
                  </a:lnTo>
                  <a:lnTo>
                    <a:pt x="43932" y="44548"/>
                  </a:lnTo>
                  <a:lnTo>
                    <a:pt x="45428" y="559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g344"/>
            <p:cNvSpPr/>
            <p:nvPr/>
          </p:nvSpPr>
          <p:spPr>
            <a:xfrm>
              <a:off x="2385139" y="5534749"/>
              <a:ext cx="54616" cy="58626"/>
            </a:xfrm>
            <a:custGeom>
              <a:avLst/>
              <a:pathLst>
                <a:path w="54616" h="58626">
                  <a:moveTo>
                    <a:pt x="30185" y="56630"/>
                  </a:moveTo>
                  <a:lnTo>
                    <a:pt x="10823" y="58103"/>
                  </a:lnTo>
                  <a:lnTo>
                    <a:pt x="7302" y="58626"/>
                  </a:lnTo>
                  <a:lnTo>
                    <a:pt x="5057" y="41522"/>
                  </a:lnTo>
                  <a:lnTo>
                    <a:pt x="3092" y="26548"/>
                  </a:lnTo>
                  <a:lnTo>
                    <a:pt x="1451" y="14049"/>
                  </a:lnTo>
                  <a:lnTo>
                    <a:pt x="0" y="2987"/>
                  </a:lnTo>
                  <a:lnTo>
                    <a:pt x="24310" y="1540"/>
                  </a:lnTo>
                  <a:lnTo>
                    <a:pt x="50169" y="0"/>
                  </a:lnTo>
                  <a:lnTo>
                    <a:pt x="51764" y="19645"/>
                  </a:lnTo>
                  <a:lnTo>
                    <a:pt x="52481" y="28470"/>
                  </a:lnTo>
                  <a:lnTo>
                    <a:pt x="53263" y="38103"/>
                  </a:lnTo>
                  <a:lnTo>
                    <a:pt x="53933" y="46351"/>
                  </a:lnTo>
                  <a:lnTo>
                    <a:pt x="54616" y="547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g345"/>
            <p:cNvSpPr/>
            <p:nvPr/>
          </p:nvSpPr>
          <p:spPr>
            <a:xfrm>
              <a:off x="2439037" y="5510280"/>
              <a:ext cx="41401" cy="81188"/>
            </a:xfrm>
            <a:custGeom>
              <a:avLst/>
              <a:pathLst>
                <a:path w="41401" h="81188">
                  <a:moveTo>
                    <a:pt x="21235" y="80325"/>
                  </a:moveTo>
                  <a:lnTo>
                    <a:pt x="4502" y="79440"/>
                  </a:lnTo>
                  <a:lnTo>
                    <a:pt x="3995" y="73233"/>
                  </a:lnTo>
                  <a:lnTo>
                    <a:pt x="3123" y="62535"/>
                  </a:lnTo>
                  <a:lnTo>
                    <a:pt x="2152" y="50638"/>
                  </a:lnTo>
                  <a:lnTo>
                    <a:pt x="1395" y="41359"/>
                  </a:lnTo>
                  <a:lnTo>
                    <a:pt x="620" y="31859"/>
                  </a:lnTo>
                  <a:lnTo>
                    <a:pt x="0" y="24246"/>
                  </a:lnTo>
                  <a:lnTo>
                    <a:pt x="19562" y="12789"/>
                  </a:lnTo>
                  <a:lnTo>
                    <a:pt x="41401" y="0"/>
                  </a:lnTo>
                  <a:lnTo>
                    <a:pt x="41104" y="6254"/>
                  </a:lnTo>
                  <a:lnTo>
                    <a:pt x="40604" y="16794"/>
                  </a:lnTo>
                  <a:lnTo>
                    <a:pt x="40147" y="26446"/>
                  </a:lnTo>
                  <a:lnTo>
                    <a:pt x="39688" y="36118"/>
                  </a:lnTo>
                  <a:lnTo>
                    <a:pt x="39289" y="44536"/>
                  </a:lnTo>
                  <a:lnTo>
                    <a:pt x="38841" y="53986"/>
                  </a:lnTo>
                  <a:lnTo>
                    <a:pt x="38366" y="63999"/>
                  </a:lnTo>
                  <a:lnTo>
                    <a:pt x="37831" y="75271"/>
                  </a:lnTo>
                  <a:lnTo>
                    <a:pt x="37550" y="811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g346"/>
            <p:cNvSpPr/>
            <p:nvPr/>
          </p:nvSpPr>
          <p:spPr>
            <a:xfrm>
              <a:off x="2549422" y="5475896"/>
              <a:ext cx="52281" cy="77411"/>
            </a:xfrm>
            <a:custGeom>
              <a:avLst/>
              <a:pathLst>
                <a:path w="52281" h="77411">
                  <a:moveTo>
                    <a:pt x="5591" y="63829"/>
                  </a:moveTo>
                  <a:lnTo>
                    <a:pt x="4359" y="50080"/>
                  </a:lnTo>
                  <a:lnTo>
                    <a:pt x="2736" y="31956"/>
                  </a:lnTo>
                  <a:lnTo>
                    <a:pt x="1928" y="22939"/>
                  </a:lnTo>
                  <a:lnTo>
                    <a:pt x="1312" y="15608"/>
                  </a:lnTo>
                  <a:lnTo>
                    <a:pt x="0" y="0"/>
                  </a:lnTo>
                  <a:lnTo>
                    <a:pt x="26820" y="970"/>
                  </a:lnTo>
                  <a:lnTo>
                    <a:pt x="46039" y="1665"/>
                  </a:lnTo>
                  <a:lnTo>
                    <a:pt x="47167" y="14707"/>
                  </a:lnTo>
                  <a:lnTo>
                    <a:pt x="49270" y="39038"/>
                  </a:lnTo>
                  <a:lnTo>
                    <a:pt x="50916" y="58065"/>
                  </a:lnTo>
                  <a:lnTo>
                    <a:pt x="52281" y="73852"/>
                  </a:lnTo>
                  <a:lnTo>
                    <a:pt x="46488" y="74305"/>
                  </a:lnTo>
                  <a:lnTo>
                    <a:pt x="37240" y="75029"/>
                  </a:lnTo>
                  <a:lnTo>
                    <a:pt x="27664" y="75779"/>
                  </a:lnTo>
                  <a:lnTo>
                    <a:pt x="20229" y="76361"/>
                  </a:lnTo>
                  <a:lnTo>
                    <a:pt x="12026" y="77003"/>
                  </a:lnTo>
                  <a:lnTo>
                    <a:pt x="6808" y="774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7"/>
            <p:cNvSpPr/>
            <p:nvPr/>
          </p:nvSpPr>
          <p:spPr>
            <a:xfrm>
              <a:off x="2601081" y="5477765"/>
              <a:ext cx="64636" cy="71527"/>
            </a:xfrm>
            <a:custGeom>
              <a:avLst/>
              <a:pathLst>
                <a:path w="64636" h="71527">
                  <a:moveTo>
                    <a:pt x="5047" y="56041"/>
                  </a:moveTo>
                  <a:lnTo>
                    <a:pt x="3274" y="36352"/>
                  </a:lnTo>
                  <a:lnTo>
                    <a:pt x="1161" y="12892"/>
                  </a:lnTo>
                  <a:lnTo>
                    <a:pt x="0" y="0"/>
                  </a:lnTo>
                  <a:lnTo>
                    <a:pt x="8497" y="307"/>
                  </a:lnTo>
                  <a:lnTo>
                    <a:pt x="22761" y="823"/>
                  </a:lnTo>
                  <a:lnTo>
                    <a:pt x="34616" y="1252"/>
                  </a:lnTo>
                  <a:lnTo>
                    <a:pt x="36598" y="9592"/>
                  </a:lnTo>
                  <a:lnTo>
                    <a:pt x="38519" y="17675"/>
                  </a:lnTo>
                  <a:lnTo>
                    <a:pt x="40858" y="27512"/>
                  </a:lnTo>
                  <a:lnTo>
                    <a:pt x="41745" y="31245"/>
                  </a:lnTo>
                  <a:lnTo>
                    <a:pt x="60344" y="29714"/>
                  </a:lnTo>
                  <a:lnTo>
                    <a:pt x="60954" y="35014"/>
                  </a:lnTo>
                  <a:lnTo>
                    <a:pt x="62343" y="47070"/>
                  </a:lnTo>
                  <a:lnTo>
                    <a:pt x="63514" y="57235"/>
                  </a:lnTo>
                  <a:lnTo>
                    <a:pt x="64636" y="66972"/>
                  </a:lnTo>
                  <a:lnTo>
                    <a:pt x="33679" y="69396"/>
                  </a:lnTo>
                  <a:lnTo>
                    <a:pt x="6442" y="715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g348"/>
            <p:cNvSpPr/>
            <p:nvPr/>
          </p:nvSpPr>
          <p:spPr>
            <a:xfrm>
              <a:off x="1970791" y="5585906"/>
              <a:ext cx="57148" cy="59703"/>
            </a:xfrm>
            <a:custGeom>
              <a:avLst/>
              <a:pathLst>
                <a:path w="57148" h="59703">
                  <a:moveTo>
                    <a:pt x="26876" y="59582"/>
                  </a:moveTo>
                  <a:lnTo>
                    <a:pt x="0" y="59454"/>
                  </a:lnTo>
                  <a:lnTo>
                    <a:pt x="79" y="47586"/>
                  </a:lnTo>
                  <a:lnTo>
                    <a:pt x="208" y="28528"/>
                  </a:lnTo>
                  <a:lnTo>
                    <a:pt x="309" y="13497"/>
                  </a:lnTo>
                  <a:lnTo>
                    <a:pt x="396" y="490"/>
                  </a:lnTo>
                  <a:lnTo>
                    <a:pt x="25749" y="271"/>
                  </a:lnTo>
                  <a:lnTo>
                    <a:pt x="57148" y="0"/>
                  </a:lnTo>
                  <a:lnTo>
                    <a:pt x="56226" y="11138"/>
                  </a:lnTo>
                  <a:lnTo>
                    <a:pt x="56048" y="13280"/>
                  </a:lnTo>
                  <a:lnTo>
                    <a:pt x="55663" y="17937"/>
                  </a:lnTo>
                  <a:lnTo>
                    <a:pt x="54017" y="37813"/>
                  </a:lnTo>
                  <a:lnTo>
                    <a:pt x="53733" y="41238"/>
                  </a:lnTo>
                  <a:lnTo>
                    <a:pt x="52421" y="57089"/>
                  </a:lnTo>
                  <a:lnTo>
                    <a:pt x="52243" y="59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g349"/>
            <p:cNvSpPr/>
            <p:nvPr/>
          </p:nvSpPr>
          <p:spPr>
            <a:xfrm>
              <a:off x="1965848" y="5494415"/>
              <a:ext cx="33163" cy="61555"/>
            </a:xfrm>
            <a:custGeom>
              <a:avLst/>
              <a:pathLst>
                <a:path w="33163" h="61555">
                  <a:moveTo>
                    <a:pt x="0" y="61555"/>
                  </a:moveTo>
                  <a:lnTo>
                    <a:pt x="0" y="0"/>
                  </a:lnTo>
                  <a:lnTo>
                    <a:pt x="4609" y="3716"/>
                  </a:lnTo>
                  <a:lnTo>
                    <a:pt x="18919" y="15253"/>
                  </a:lnTo>
                  <a:lnTo>
                    <a:pt x="33163" y="26738"/>
                  </a:lnTo>
                  <a:lnTo>
                    <a:pt x="15853" y="449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g350"/>
            <p:cNvSpPr/>
            <p:nvPr/>
          </p:nvSpPr>
          <p:spPr>
            <a:xfrm>
              <a:off x="1965848" y="5027516"/>
              <a:ext cx="152553" cy="75876"/>
            </a:xfrm>
            <a:custGeom>
              <a:avLst/>
              <a:pathLst>
                <a:path w="152553" h="75876">
                  <a:moveTo>
                    <a:pt x="79573" y="74459"/>
                  </a:moveTo>
                  <a:lnTo>
                    <a:pt x="64504" y="72213"/>
                  </a:lnTo>
                  <a:lnTo>
                    <a:pt x="60270" y="59482"/>
                  </a:lnTo>
                  <a:lnTo>
                    <a:pt x="55801" y="46049"/>
                  </a:lnTo>
                  <a:lnTo>
                    <a:pt x="48465" y="43655"/>
                  </a:lnTo>
                  <a:lnTo>
                    <a:pt x="31742" y="38199"/>
                  </a:lnTo>
                  <a:lnTo>
                    <a:pt x="23108" y="39899"/>
                  </a:lnTo>
                  <a:lnTo>
                    <a:pt x="6668" y="43136"/>
                  </a:lnTo>
                  <a:lnTo>
                    <a:pt x="0" y="44449"/>
                  </a:lnTo>
                  <a:lnTo>
                    <a:pt x="0" y="6634"/>
                  </a:lnTo>
                  <a:lnTo>
                    <a:pt x="4688" y="5741"/>
                  </a:lnTo>
                  <a:lnTo>
                    <a:pt x="24662" y="1934"/>
                  </a:lnTo>
                  <a:lnTo>
                    <a:pt x="34813" y="0"/>
                  </a:lnTo>
                  <a:lnTo>
                    <a:pt x="48177" y="1603"/>
                  </a:lnTo>
                  <a:lnTo>
                    <a:pt x="70434" y="4274"/>
                  </a:lnTo>
                  <a:lnTo>
                    <a:pt x="94397" y="7150"/>
                  </a:lnTo>
                  <a:lnTo>
                    <a:pt x="118690" y="10065"/>
                  </a:lnTo>
                  <a:lnTo>
                    <a:pt x="152553" y="14128"/>
                  </a:lnTo>
                  <a:lnTo>
                    <a:pt x="150556" y="29874"/>
                  </a:lnTo>
                  <a:lnTo>
                    <a:pt x="148969" y="42386"/>
                  </a:lnTo>
                  <a:lnTo>
                    <a:pt x="127711" y="44066"/>
                  </a:lnTo>
                  <a:lnTo>
                    <a:pt x="104476" y="45902"/>
                  </a:lnTo>
                  <a:lnTo>
                    <a:pt x="89403" y="47093"/>
                  </a:lnTo>
                  <a:lnTo>
                    <a:pt x="89076" y="758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g351"/>
            <p:cNvSpPr/>
            <p:nvPr/>
          </p:nvSpPr>
          <p:spPr>
            <a:xfrm>
              <a:off x="1965848" y="5188194"/>
              <a:ext cx="11605" cy="33832"/>
            </a:xfrm>
            <a:custGeom>
              <a:avLst/>
              <a:pathLst>
                <a:path w="11605" h="33832">
                  <a:moveTo>
                    <a:pt x="2497" y="2321"/>
                  </a:moveTo>
                  <a:lnTo>
                    <a:pt x="8821" y="0"/>
                  </a:lnTo>
                  <a:lnTo>
                    <a:pt x="9936" y="11708"/>
                  </a:lnTo>
                  <a:lnTo>
                    <a:pt x="11605" y="29227"/>
                  </a:lnTo>
                  <a:lnTo>
                    <a:pt x="4045" y="32226"/>
                  </a:lnTo>
                  <a:lnTo>
                    <a:pt x="0" y="33832"/>
                  </a:lnTo>
                  <a:lnTo>
                    <a:pt x="0" y="32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g352"/>
            <p:cNvSpPr/>
            <p:nvPr/>
          </p:nvSpPr>
          <p:spPr>
            <a:xfrm>
              <a:off x="1965848" y="5378269"/>
              <a:ext cx="44695" cy="25968"/>
            </a:xfrm>
            <a:custGeom>
              <a:avLst/>
              <a:pathLst>
                <a:path w="44695" h="25968">
                  <a:moveTo>
                    <a:pt x="1996" y="1812"/>
                  </a:moveTo>
                  <a:lnTo>
                    <a:pt x="6911" y="1603"/>
                  </a:lnTo>
                  <a:lnTo>
                    <a:pt x="11973" y="1388"/>
                  </a:lnTo>
                  <a:lnTo>
                    <a:pt x="17758" y="1143"/>
                  </a:lnTo>
                  <a:lnTo>
                    <a:pt x="23434" y="902"/>
                  </a:lnTo>
                  <a:lnTo>
                    <a:pt x="29518" y="644"/>
                  </a:lnTo>
                  <a:lnTo>
                    <a:pt x="38071" y="281"/>
                  </a:lnTo>
                  <a:lnTo>
                    <a:pt x="44695" y="0"/>
                  </a:lnTo>
                  <a:lnTo>
                    <a:pt x="44435" y="8345"/>
                  </a:lnTo>
                  <a:lnTo>
                    <a:pt x="44138" y="17889"/>
                  </a:lnTo>
                  <a:lnTo>
                    <a:pt x="0" y="25968"/>
                  </a:lnTo>
                  <a:lnTo>
                    <a:pt x="0" y="18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g353"/>
            <p:cNvSpPr/>
            <p:nvPr/>
          </p:nvSpPr>
          <p:spPr>
            <a:xfrm>
              <a:off x="2013310" y="5314454"/>
              <a:ext cx="260306" cy="83786"/>
            </a:xfrm>
            <a:custGeom>
              <a:avLst/>
              <a:pathLst>
                <a:path w="260306" h="83786">
                  <a:moveTo>
                    <a:pt x="158804" y="45902"/>
                  </a:moveTo>
                  <a:lnTo>
                    <a:pt x="167138" y="41595"/>
                  </a:lnTo>
                  <a:lnTo>
                    <a:pt x="175144" y="37458"/>
                  </a:lnTo>
                  <a:lnTo>
                    <a:pt x="182517" y="33648"/>
                  </a:lnTo>
                  <a:lnTo>
                    <a:pt x="190814" y="29360"/>
                  </a:lnTo>
                  <a:lnTo>
                    <a:pt x="198984" y="25139"/>
                  </a:lnTo>
                  <a:lnTo>
                    <a:pt x="207389" y="20795"/>
                  </a:lnTo>
                  <a:lnTo>
                    <a:pt x="217788" y="15422"/>
                  </a:lnTo>
                  <a:lnTo>
                    <a:pt x="226679" y="10827"/>
                  </a:lnTo>
                  <a:lnTo>
                    <a:pt x="236548" y="5727"/>
                  </a:lnTo>
                  <a:lnTo>
                    <a:pt x="247632" y="0"/>
                  </a:lnTo>
                  <a:lnTo>
                    <a:pt x="253689" y="7480"/>
                  </a:lnTo>
                  <a:lnTo>
                    <a:pt x="260306" y="15651"/>
                  </a:lnTo>
                  <a:lnTo>
                    <a:pt x="163752" y="74664"/>
                  </a:lnTo>
                  <a:lnTo>
                    <a:pt x="153436" y="80969"/>
                  </a:lnTo>
                  <a:lnTo>
                    <a:pt x="101354" y="81925"/>
                  </a:lnTo>
                  <a:lnTo>
                    <a:pt x="0" y="83786"/>
                  </a:lnTo>
                  <a:lnTo>
                    <a:pt x="478" y="75413"/>
                  </a:lnTo>
                  <a:lnTo>
                    <a:pt x="1157" y="63551"/>
                  </a:lnTo>
                  <a:lnTo>
                    <a:pt x="8233" y="63383"/>
                  </a:lnTo>
                  <a:lnTo>
                    <a:pt x="15397" y="63212"/>
                  </a:lnTo>
                  <a:lnTo>
                    <a:pt x="22816" y="63035"/>
                  </a:lnTo>
                  <a:lnTo>
                    <a:pt x="31385" y="62830"/>
                  </a:lnTo>
                  <a:lnTo>
                    <a:pt x="39933" y="62627"/>
                  </a:lnTo>
                  <a:lnTo>
                    <a:pt x="48980" y="62411"/>
                  </a:lnTo>
                  <a:lnTo>
                    <a:pt x="58616" y="62181"/>
                  </a:lnTo>
                  <a:lnTo>
                    <a:pt x="67338" y="61973"/>
                  </a:lnTo>
                  <a:lnTo>
                    <a:pt x="76916" y="61745"/>
                  </a:lnTo>
                  <a:lnTo>
                    <a:pt x="86486" y="61517"/>
                  </a:lnTo>
                  <a:lnTo>
                    <a:pt x="97000" y="61266"/>
                  </a:lnTo>
                  <a:lnTo>
                    <a:pt x="108326" y="60995"/>
                  </a:lnTo>
                  <a:lnTo>
                    <a:pt x="118563" y="60751"/>
                  </a:lnTo>
                  <a:lnTo>
                    <a:pt x="120566" y="60704"/>
                  </a:lnTo>
                  <a:lnTo>
                    <a:pt x="129173" y="57934"/>
                  </a:lnTo>
                  <a:lnTo>
                    <a:pt x="139701" y="54547"/>
                  </a:lnTo>
                  <a:lnTo>
                    <a:pt x="142882" y="53524"/>
                  </a:lnTo>
                  <a:lnTo>
                    <a:pt x="149761" y="50278"/>
                  </a:lnTo>
                  <a:lnTo>
                    <a:pt x="156366" y="47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g354"/>
            <p:cNvSpPr/>
            <p:nvPr/>
          </p:nvSpPr>
          <p:spPr>
            <a:xfrm>
              <a:off x="2298943" y="5261718"/>
              <a:ext cx="100499" cy="107242"/>
            </a:xfrm>
            <a:custGeom>
              <a:avLst/>
              <a:pathLst>
                <a:path w="100499" h="107242">
                  <a:moveTo>
                    <a:pt x="28737" y="16215"/>
                  </a:moveTo>
                  <a:lnTo>
                    <a:pt x="64215" y="0"/>
                  </a:lnTo>
                  <a:lnTo>
                    <a:pt x="68095" y="8380"/>
                  </a:lnTo>
                  <a:lnTo>
                    <a:pt x="72535" y="17970"/>
                  </a:lnTo>
                  <a:lnTo>
                    <a:pt x="77068" y="27760"/>
                  </a:lnTo>
                  <a:lnTo>
                    <a:pt x="82278" y="39014"/>
                  </a:lnTo>
                  <a:lnTo>
                    <a:pt x="87688" y="50696"/>
                  </a:lnTo>
                  <a:lnTo>
                    <a:pt x="92392" y="60857"/>
                  </a:lnTo>
                  <a:lnTo>
                    <a:pt x="97725" y="72375"/>
                  </a:lnTo>
                  <a:lnTo>
                    <a:pt x="100499" y="78367"/>
                  </a:lnTo>
                  <a:lnTo>
                    <a:pt x="68952" y="92121"/>
                  </a:lnTo>
                  <a:lnTo>
                    <a:pt x="34268" y="107242"/>
                  </a:lnTo>
                  <a:lnTo>
                    <a:pt x="28216" y="93486"/>
                  </a:lnTo>
                  <a:lnTo>
                    <a:pt x="21777" y="78850"/>
                  </a:lnTo>
                  <a:lnTo>
                    <a:pt x="15742" y="65131"/>
                  </a:lnTo>
                  <a:lnTo>
                    <a:pt x="10006" y="52096"/>
                  </a:lnTo>
                  <a:lnTo>
                    <a:pt x="5254" y="41292"/>
                  </a:lnTo>
                  <a:lnTo>
                    <a:pt x="0" y="293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g355"/>
            <p:cNvSpPr/>
            <p:nvPr/>
          </p:nvSpPr>
          <p:spPr>
            <a:xfrm>
              <a:off x="1965848" y="4194023"/>
              <a:ext cx="116590" cy="86561"/>
            </a:xfrm>
            <a:custGeom>
              <a:avLst/>
              <a:pathLst>
                <a:path w="116590" h="86561">
                  <a:moveTo>
                    <a:pt x="1017" y="37253"/>
                  </a:moveTo>
                  <a:lnTo>
                    <a:pt x="8122" y="34615"/>
                  </a:lnTo>
                  <a:lnTo>
                    <a:pt x="11435" y="33217"/>
                  </a:lnTo>
                  <a:lnTo>
                    <a:pt x="29143" y="25750"/>
                  </a:lnTo>
                  <a:lnTo>
                    <a:pt x="43155" y="19841"/>
                  </a:lnTo>
                  <a:lnTo>
                    <a:pt x="47959" y="16950"/>
                  </a:lnTo>
                  <a:lnTo>
                    <a:pt x="65638" y="6311"/>
                  </a:lnTo>
                  <a:lnTo>
                    <a:pt x="76127" y="0"/>
                  </a:lnTo>
                  <a:lnTo>
                    <a:pt x="83720" y="11520"/>
                  </a:lnTo>
                  <a:lnTo>
                    <a:pt x="87047" y="16567"/>
                  </a:lnTo>
                  <a:lnTo>
                    <a:pt x="98862" y="37652"/>
                  </a:lnTo>
                  <a:lnTo>
                    <a:pt x="116590" y="69290"/>
                  </a:lnTo>
                  <a:lnTo>
                    <a:pt x="105693" y="75961"/>
                  </a:lnTo>
                  <a:lnTo>
                    <a:pt x="88379" y="86561"/>
                  </a:lnTo>
                  <a:lnTo>
                    <a:pt x="49331" y="76374"/>
                  </a:lnTo>
                  <a:lnTo>
                    <a:pt x="34695" y="70938"/>
                  </a:lnTo>
                  <a:lnTo>
                    <a:pt x="26296" y="67819"/>
                  </a:lnTo>
                  <a:lnTo>
                    <a:pt x="0" y="66103"/>
                  </a:lnTo>
                  <a:lnTo>
                    <a:pt x="0" y="376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g356"/>
            <p:cNvSpPr/>
            <p:nvPr/>
          </p:nvSpPr>
          <p:spPr>
            <a:xfrm>
              <a:off x="1965848" y="4136547"/>
              <a:ext cx="36951" cy="84496"/>
            </a:xfrm>
            <a:custGeom>
              <a:avLst/>
              <a:pathLst>
                <a:path w="36951" h="84496">
                  <a:moveTo>
                    <a:pt x="0" y="79942"/>
                  </a:moveTo>
                  <a:lnTo>
                    <a:pt x="0" y="0"/>
                  </a:lnTo>
                  <a:lnTo>
                    <a:pt x="677" y="1017"/>
                  </a:lnTo>
                  <a:lnTo>
                    <a:pt x="12092" y="18162"/>
                  </a:lnTo>
                  <a:lnTo>
                    <a:pt x="23567" y="35396"/>
                  </a:lnTo>
                  <a:lnTo>
                    <a:pt x="26134" y="41567"/>
                  </a:lnTo>
                  <a:lnTo>
                    <a:pt x="36951" y="67567"/>
                  </a:lnTo>
                  <a:lnTo>
                    <a:pt x="25226" y="73633"/>
                  </a:lnTo>
                  <a:lnTo>
                    <a:pt x="4224" y="844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g357"/>
            <p:cNvSpPr/>
            <p:nvPr/>
          </p:nvSpPr>
          <p:spPr>
            <a:xfrm>
              <a:off x="1989539" y="4123655"/>
              <a:ext cx="59992" cy="73127"/>
            </a:xfrm>
            <a:custGeom>
              <a:avLst/>
              <a:pathLst>
                <a:path w="59992" h="73127">
                  <a:moveTo>
                    <a:pt x="26906" y="0"/>
                  </a:moveTo>
                  <a:lnTo>
                    <a:pt x="34176" y="8051"/>
                  </a:lnTo>
                  <a:lnTo>
                    <a:pt x="38972" y="13362"/>
                  </a:lnTo>
                  <a:lnTo>
                    <a:pt x="45190" y="20248"/>
                  </a:lnTo>
                  <a:lnTo>
                    <a:pt x="59992" y="36640"/>
                  </a:lnTo>
                  <a:lnTo>
                    <a:pt x="54613" y="42311"/>
                  </a:lnTo>
                  <a:lnTo>
                    <a:pt x="45353" y="52072"/>
                  </a:lnTo>
                  <a:lnTo>
                    <a:pt x="37281" y="60581"/>
                  </a:lnTo>
                  <a:lnTo>
                    <a:pt x="25380" y="73127"/>
                  </a:lnTo>
                  <a:lnTo>
                    <a:pt x="12340" y="56913"/>
                  </a:lnTo>
                  <a:lnTo>
                    <a:pt x="7281" y="50622"/>
                  </a:lnTo>
                  <a:lnTo>
                    <a:pt x="5718" y="46598"/>
                  </a:lnTo>
                  <a:lnTo>
                    <a:pt x="0" y="31878"/>
                  </a:lnTo>
                  <a:lnTo>
                    <a:pt x="5717" y="26547"/>
                  </a:lnTo>
                  <a:lnTo>
                    <a:pt x="15902" y="17048"/>
                  </a:lnTo>
                  <a:lnTo>
                    <a:pt x="21008" y="122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g358"/>
            <p:cNvSpPr/>
            <p:nvPr/>
          </p:nvSpPr>
          <p:spPr>
            <a:xfrm>
              <a:off x="1965848" y="4092633"/>
              <a:ext cx="48569" cy="59761"/>
            </a:xfrm>
            <a:custGeom>
              <a:avLst/>
              <a:pathLst>
                <a:path w="48569" h="59761">
                  <a:moveTo>
                    <a:pt x="22154" y="59761"/>
                  </a:moveTo>
                  <a:lnTo>
                    <a:pt x="14692" y="42646"/>
                  </a:lnTo>
                  <a:lnTo>
                    <a:pt x="10519" y="33076"/>
                  </a:lnTo>
                  <a:lnTo>
                    <a:pt x="0" y="30763"/>
                  </a:lnTo>
                  <a:lnTo>
                    <a:pt x="0" y="0"/>
                  </a:lnTo>
                  <a:lnTo>
                    <a:pt x="5962" y="2789"/>
                  </a:lnTo>
                  <a:lnTo>
                    <a:pt x="18949" y="8865"/>
                  </a:lnTo>
                  <a:lnTo>
                    <a:pt x="26730" y="12505"/>
                  </a:lnTo>
                  <a:lnTo>
                    <a:pt x="33712" y="18030"/>
                  </a:lnTo>
                  <a:lnTo>
                    <a:pt x="42591" y="25055"/>
                  </a:lnTo>
                  <a:lnTo>
                    <a:pt x="43697" y="25930"/>
                  </a:lnTo>
                  <a:lnTo>
                    <a:pt x="48200" y="29494"/>
                  </a:lnTo>
                  <a:lnTo>
                    <a:pt x="48569" y="29787"/>
                  </a:lnTo>
                  <a:lnTo>
                    <a:pt x="43243" y="39378"/>
                  </a:lnTo>
                  <a:lnTo>
                    <a:pt x="41689" y="42178"/>
                  </a:lnTo>
                  <a:lnTo>
                    <a:pt x="34730" y="49184"/>
                  </a:lnTo>
                  <a:lnTo>
                    <a:pt x="33580" y="503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g359"/>
            <p:cNvSpPr/>
            <p:nvPr/>
          </p:nvSpPr>
          <p:spPr>
            <a:xfrm>
              <a:off x="2035615" y="4066387"/>
              <a:ext cx="18039" cy="39825"/>
            </a:xfrm>
            <a:custGeom>
              <a:avLst/>
              <a:pathLst>
                <a:path w="18039" h="39825">
                  <a:moveTo>
                    <a:pt x="1968" y="23942"/>
                  </a:moveTo>
                  <a:lnTo>
                    <a:pt x="5892" y="0"/>
                  </a:lnTo>
                  <a:lnTo>
                    <a:pt x="9867" y="1091"/>
                  </a:lnTo>
                  <a:lnTo>
                    <a:pt x="14269" y="2299"/>
                  </a:lnTo>
                  <a:lnTo>
                    <a:pt x="18039" y="3335"/>
                  </a:lnTo>
                  <a:lnTo>
                    <a:pt x="15502" y="19799"/>
                  </a:lnTo>
                  <a:lnTo>
                    <a:pt x="12416" y="39825"/>
                  </a:lnTo>
                  <a:lnTo>
                    <a:pt x="7258" y="38218"/>
                  </a:lnTo>
                  <a:lnTo>
                    <a:pt x="0" y="359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g360"/>
            <p:cNvSpPr/>
            <p:nvPr/>
          </p:nvSpPr>
          <p:spPr>
            <a:xfrm>
              <a:off x="1974036" y="4052845"/>
              <a:ext cx="63117" cy="47118"/>
            </a:xfrm>
            <a:custGeom>
              <a:avLst/>
              <a:pathLst>
                <a:path w="63117" h="47118">
                  <a:moveTo>
                    <a:pt x="2776" y="26043"/>
                  </a:moveTo>
                  <a:lnTo>
                    <a:pt x="5720" y="16265"/>
                  </a:lnTo>
                  <a:lnTo>
                    <a:pt x="10617" y="0"/>
                  </a:lnTo>
                  <a:lnTo>
                    <a:pt x="21422" y="949"/>
                  </a:lnTo>
                  <a:lnTo>
                    <a:pt x="37760" y="2384"/>
                  </a:lnTo>
                  <a:lnTo>
                    <a:pt x="47384" y="5001"/>
                  </a:lnTo>
                  <a:lnTo>
                    <a:pt x="50266" y="6447"/>
                  </a:lnTo>
                  <a:lnTo>
                    <a:pt x="63117" y="12895"/>
                  </a:lnTo>
                  <a:lnTo>
                    <a:pt x="61658" y="21762"/>
                  </a:lnTo>
                  <a:lnTo>
                    <a:pt x="60030" y="31657"/>
                  </a:lnTo>
                  <a:lnTo>
                    <a:pt x="57486" y="47118"/>
                  </a:lnTo>
                  <a:lnTo>
                    <a:pt x="49227" y="45640"/>
                  </a:lnTo>
                  <a:lnTo>
                    <a:pt x="34250" y="42959"/>
                  </a:lnTo>
                  <a:lnTo>
                    <a:pt x="32772" y="42694"/>
                  </a:lnTo>
                  <a:lnTo>
                    <a:pt x="0" y="35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g361"/>
            <p:cNvSpPr/>
            <p:nvPr/>
          </p:nvSpPr>
          <p:spPr>
            <a:xfrm>
              <a:off x="1968462" y="4050918"/>
              <a:ext cx="14207" cy="21568"/>
            </a:xfrm>
            <a:custGeom>
              <a:avLst/>
              <a:pathLst>
                <a:path w="14207" h="21568">
                  <a:moveTo>
                    <a:pt x="1902" y="12134"/>
                  </a:moveTo>
                  <a:lnTo>
                    <a:pt x="5187" y="0"/>
                  </a:lnTo>
                  <a:lnTo>
                    <a:pt x="8042" y="446"/>
                  </a:lnTo>
                  <a:lnTo>
                    <a:pt x="10914" y="895"/>
                  </a:lnTo>
                  <a:lnTo>
                    <a:pt x="14207" y="1410"/>
                  </a:lnTo>
                  <a:lnTo>
                    <a:pt x="11415" y="11516"/>
                  </a:lnTo>
                  <a:lnTo>
                    <a:pt x="8639" y="21568"/>
                  </a:lnTo>
                  <a:lnTo>
                    <a:pt x="5281" y="20633"/>
                  </a:lnTo>
                  <a:lnTo>
                    <a:pt x="0" y="191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g362"/>
            <p:cNvSpPr/>
            <p:nvPr/>
          </p:nvSpPr>
          <p:spPr>
            <a:xfrm>
              <a:off x="1985002" y="3999702"/>
              <a:ext cx="75548" cy="59589"/>
            </a:xfrm>
            <a:custGeom>
              <a:avLst/>
              <a:pathLst>
                <a:path w="75548" h="59589">
                  <a:moveTo>
                    <a:pt x="75548" y="15073"/>
                  </a:moveTo>
                  <a:lnTo>
                    <a:pt x="74746" y="29434"/>
                  </a:lnTo>
                  <a:lnTo>
                    <a:pt x="73611" y="49747"/>
                  </a:lnTo>
                  <a:lnTo>
                    <a:pt x="71820" y="59589"/>
                  </a:lnTo>
                  <a:lnTo>
                    <a:pt x="69567" y="59033"/>
                  </a:lnTo>
                  <a:lnTo>
                    <a:pt x="65297" y="57982"/>
                  </a:lnTo>
                  <a:lnTo>
                    <a:pt x="58067" y="56201"/>
                  </a:lnTo>
                  <a:lnTo>
                    <a:pt x="54240" y="55258"/>
                  </a:lnTo>
                  <a:lnTo>
                    <a:pt x="49659" y="54129"/>
                  </a:lnTo>
                  <a:lnTo>
                    <a:pt x="41492" y="52116"/>
                  </a:lnTo>
                  <a:lnTo>
                    <a:pt x="36504" y="50886"/>
                  </a:lnTo>
                  <a:lnTo>
                    <a:pt x="28857" y="49002"/>
                  </a:lnTo>
                  <a:lnTo>
                    <a:pt x="23052" y="47571"/>
                  </a:lnTo>
                  <a:lnTo>
                    <a:pt x="12386" y="44942"/>
                  </a:lnTo>
                  <a:lnTo>
                    <a:pt x="0" y="41889"/>
                  </a:lnTo>
                  <a:lnTo>
                    <a:pt x="4008" y="19027"/>
                  </a:lnTo>
                  <a:lnTo>
                    <a:pt x="7344" y="0"/>
                  </a:lnTo>
                  <a:lnTo>
                    <a:pt x="16833" y="1751"/>
                  </a:lnTo>
                  <a:lnTo>
                    <a:pt x="23168" y="2921"/>
                  </a:lnTo>
                  <a:lnTo>
                    <a:pt x="30522" y="4279"/>
                  </a:lnTo>
                  <a:lnTo>
                    <a:pt x="38159" y="5689"/>
                  </a:lnTo>
                  <a:lnTo>
                    <a:pt x="45705" y="7082"/>
                  </a:lnTo>
                  <a:lnTo>
                    <a:pt x="53448" y="8512"/>
                  </a:lnTo>
                  <a:lnTo>
                    <a:pt x="56872" y="914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g363"/>
            <p:cNvSpPr/>
            <p:nvPr/>
          </p:nvSpPr>
          <p:spPr>
            <a:xfrm>
              <a:off x="1965848" y="3979738"/>
              <a:ext cx="14319" cy="41234"/>
            </a:xfrm>
            <a:custGeom>
              <a:avLst/>
              <a:pathLst>
                <a:path w="14319" h="41234">
                  <a:moveTo>
                    <a:pt x="1684" y="0"/>
                  </a:moveTo>
                  <a:lnTo>
                    <a:pt x="7385" y="1940"/>
                  </a:lnTo>
                  <a:lnTo>
                    <a:pt x="14319" y="4299"/>
                  </a:lnTo>
                  <a:lnTo>
                    <a:pt x="7001" y="23176"/>
                  </a:lnTo>
                  <a:lnTo>
                    <a:pt x="0" y="41234"/>
                  </a:lnTo>
                  <a:lnTo>
                    <a:pt x="0" y="3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g364"/>
            <p:cNvSpPr/>
            <p:nvPr/>
          </p:nvSpPr>
          <p:spPr>
            <a:xfrm>
              <a:off x="1988046" y="3955176"/>
              <a:ext cx="83953" cy="55395"/>
            </a:xfrm>
            <a:custGeom>
              <a:avLst/>
              <a:pathLst>
                <a:path w="83953" h="55395">
                  <a:moveTo>
                    <a:pt x="8623" y="16688"/>
                  </a:moveTo>
                  <a:lnTo>
                    <a:pt x="19410" y="0"/>
                  </a:lnTo>
                  <a:lnTo>
                    <a:pt x="28195" y="700"/>
                  </a:lnTo>
                  <a:lnTo>
                    <a:pt x="34545" y="1207"/>
                  </a:lnTo>
                  <a:lnTo>
                    <a:pt x="40483" y="1681"/>
                  </a:lnTo>
                  <a:lnTo>
                    <a:pt x="46550" y="2165"/>
                  </a:lnTo>
                  <a:lnTo>
                    <a:pt x="53709" y="2736"/>
                  </a:lnTo>
                  <a:lnTo>
                    <a:pt x="61074" y="3323"/>
                  </a:lnTo>
                  <a:lnTo>
                    <a:pt x="69191" y="3971"/>
                  </a:lnTo>
                  <a:lnTo>
                    <a:pt x="76499" y="4554"/>
                  </a:lnTo>
                  <a:lnTo>
                    <a:pt x="82724" y="5050"/>
                  </a:lnTo>
                  <a:lnTo>
                    <a:pt x="83953" y="17718"/>
                  </a:lnTo>
                  <a:lnTo>
                    <a:pt x="83763" y="24191"/>
                  </a:lnTo>
                  <a:lnTo>
                    <a:pt x="83653" y="27930"/>
                  </a:lnTo>
                  <a:lnTo>
                    <a:pt x="82110" y="36975"/>
                  </a:lnTo>
                  <a:lnTo>
                    <a:pt x="78220" y="55395"/>
                  </a:lnTo>
                  <a:lnTo>
                    <a:pt x="73783" y="54051"/>
                  </a:lnTo>
                  <a:lnTo>
                    <a:pt x="66538" y="51857"/>
                  </a:lnTo>
                  <a:lnTo>
                    <a:pt x="58280" y="49356"/>
                  </a:lnTo>
                  <a:lnTo>
                    <a:pt x="47806" y="46183"/>
                  </a:lnTo>
                  <a:lnTo>
                    <a:pt x="39519" y="43673"/>
                  </a:lnTo>
                  <a:lnTo>
                    <a:pt x="34996" y="42883"/>
                  </a:lnTo>
                  <a:lnTo>
                    <a:pt x="24998" y="41135"/>
                  </a:lnTo>
                  <a:lnTo>
                    <a:pt x="10749" y="38645"/>
                  </a:lnTo>
                  <a:lnTo>
                    <a:pt x="0" y="36766"/>
                  </a:lnTo>
                  <a:lnTo>
                    <a:pt x="4709" y="22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g365"/>
            <p:cNvSpPr/>
            <p:nvPr/>
          </p:nvSpPr>
          <p:spPr>
            <a:xfrm>
              <a:off x="1966815" y="3862216"/>
              <a:ext cx="100744" cy="108508"/>
            </a:xfrm>
            <a:custGeom>
              <a:avLst/>
              <a:pathLst>
                <a:path w="100744" h="108508">
                  <a:moveTo>
                    <a:pt x="99416" y="23475"/>
                  </a:moveTo>
                  <a:lnTo>
                    <a:pt x="96147" y="38402"/>
                  </a:lnTo>
                  <a:lnTo>
                    <a:pt x="81578" y="36908"/>
                  </a:lnTo>
                  <a:lnTo>
                    <a:pt x="72919" y="36019"/>
                  </a:lnTo>
                  <a:lnTo>
                    <a:pt x="69957" y="39095"/>
                  </a:lnTo>
                  <a:lnTo>
                    <a:pt x="67546" y="41598"/>
                  </a:lnTo>
                  <a:lnTo>
                    <a:pt x="64353" y="44912"/>
                  </a:lnTo>
                  <a:lnTo>
                    <a:pt x="51176" y="58592"/>
                  </a:lnTo>
                  <a:lnTo>
                    <a:pt x="46288" y="63666"/>
                  </a:lnTo>
                  <a:lnTo>
                    <a:pt x="46079" y="69580"/>
                  </a:lnTo>
                  <a:lnTo>
                    <a:pt x="45703" y="80251"/>
                  </a:lnTo>
                  <a:lnTo>
                    <a:pt x="40951" y="84694"/>
                  </a:lnTo>
                  <a:lnTo>
                    <a:pt x="27798" y="96991"/>
                  </a:lnTo>
                  <a:lnTo>
                    <a:pt x="15480" y="108508"/>
                  </a:lnTo>
                  <a:lnTo>
                    <a:pt x="6562" y="94568"/>
                  </a:lnTo>
                  <a:lnTo>
                    <a:pt x="1784" y="87099"/>
                  </a:lnTo>
                  <a:lnTo>
                    <a:pt x="0" y="84144"/>
                  </a:lnTo>
                  <a:lnTo>
                    <a:pt x="7733" y="74490"/>
                  </a:lnTo>
                  <a:lnTo>
                    <a:pt x="13494" y="67298"/>
                  </a:lnTo>
                  <a:lnTo>
                    <a:pt x="19212" y="60161"/>
                  </a:lnTo>
                  <a:lnTo>
                    <a:pt x="25455" y="52367"/>
                  </a:lnTo>
                  <a:lnTo>
                    <a:pt x="32632" y="43409"/>
                  </a:lnTo>
                  <a:lnTo>
                    <a:pt x="37472" y="35382"/>
                  </a:lnTo>
                  <a:lnTo>
                    <a:pt x="43615" y="25195"/>
                  </a:lnTo>
                  <a:lnTo>
                    <a:pt x="49418" y="15571"/>
                  </a:lnTo>
                  <a:lnTo>
                    <a:pt x="54478" y="7180"/>
                  </a:lnTo>
                  <a:lnTo>
                    <a:pt x="58808" y="0"/>
                  </a:lnTo>
                  <a:lnTo>
                    <a:pt x="69988" y="4642"/>
                  </a:lnTo>
                  <a:lnTo>
                    <a:pt x="100744" y="17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g366"/>
            <p:cNvSpPr/>
            <p:nvPr/>
          </p:nvSpPr>
          <p:spPr>
            <a:xfrm>
              <a:off x="2012682" y="3902237"/>
              <a:ext cx="57989" cy="53877"/>
            </a:xfrm>
            <a:custGeom>
              <a:avLst/>
              <a:pathLst>
                <a:path w="57989" h="53877">
                  <a:moveTo>
                    <a:pt x="3311" y="43370"/>
                  </a:moveTo>
                  <a:lnTo>
                    <a:pt x="6176" y="38192"/>
                  </a:lnTo>
                  <a:lnTo>
                    <a:pt x="9194" y="32738"/>
                  </a:lnTo>
                  <a:lnTo>
                    <a:pt x="11302" y="28927"/>
                  </a:lnTo>
                  <a:lnTo>
                    <a:pt x="15035" y="23469"/>
                  </a:lnTo>
                  <a:lnTo>
                    <a:pt x="18379" y="18578"/>
                  </a:lnTo>
                  <a:lnTo>
                    <a:pt x="22173" y="13029"/>
                  </a:lnTo>
                  <a:lnTo>
                    <a:pt x="27237" y="5624"/>
                  </a:lnTo>
                  <a:lnTo>
                    <a:pt x="31083" y="0"/>
                  </a:lnTo>
                  <a:lnTo>
                    <a:pt x="41540" y="964"/>
                  </a:lnTo>
                  <a:lnTo>
                    <a:pt x="54221" y="2134"/>
                  </a:lnTo>
                  <a:lnTo>
                    <a:pt x="54659" y="8154"/>
                  </a:lnTo>
                  <a:lnTo>
                    <a:pt x="55149" y="14880"/>
                  </a:lnTo>
                  <a:lnTo>
                    <a:pt x="55640" y="21624"/>
                  </a:lnTo>
                  <a:lnTo>
                    <a:pt x="56243" y="29905"/>
                  </a:lnTo>
                  <a:lnTo>
                    <a:pt x="56970" y="39888"/>
                  </a:lnTo>
                  <a:lnTo>
                    <a:pt x="57989" y="53877"/>
                  </a:lnTo>
                  <a:lnTo>
                    <a:pt x="35710" y="53040"/>
                  </a:lnTo>
                  <a:lnTo>
                    <a:pt x="28606" y="52307"/>
                  </a:lnTo>
                  <a:lnTo>
                    <a:pt x="0" y="493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g367"/>
            <p:cNvSpPr/>
            <p:nvPr/>
          </p:nvSpPr>
          <p:spPr>
            <a:xfrm>
              <a:off x="1965848" y="3910281"/>
              <a:ext cx="2861" cy="8004"/>
            </a:xfrm>
            <a:custGeom>
              <a:avLst/>
              <a:pathLst>
                <a:path w="2861" h="8004">
                  <a:moveTo>
                    <a:pt x="2861" y="3896"/>
                  </a:moveTo>
                  <a:lnTo>
                    <a:pt x="532" y="7239"/>
                  </a:lnTo>
                  <a:lnTo>
                    <a:pt x="0" y="800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g368"/>
            <p:cNvSpPr/>
            <p:nvPr/>
          </p:nvSpPr>
          <p:spPr>
            <a:xfrm>
              <a:off x="1965848" y="3880833"/>
              <a:ext cx="13169" cy="18635"/>
            </a:xfrm>
            <a:custGeom>
              <a:avLst/>
              <a:pathLst>
                <a:path w="13169" h="18635">
                  <a:moveTo>
                    <a:pt x="3641" y="3452"/>
                  </a:moveTo>
                  <a:lnTo>
                    <a:pt x="13169" y="15724"/>
                  </a:lnTo>
                  <a:lnTo>
                    <a:pt x="10742" y="16732"/>
                  </a:lnTo>
                  <a:lnTo>
                    <a:pt x="6158" y="18635"/>
                  </a:lnTo>
                  <a:lnTo>
                    <a:pt x="1676" y="14189"/>
                  </a:lnTo>
                  <a:lnTo>
                    <a:pt x="0" y="1252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g369"/>
            <p:cNvSpPr/>
            <p:nvPr/>
          </p:nvSpPr>
          <p:spPr>
            <a:xfrm>
              <a:off x="1965848" y="3849290"/>
              <a:ext cx="38584" cy="43710"/>
            </a:xfrm>
            <a:custGeom>
              <a:avLst/>
              <a:pathLst>
                <a:path w="38584" h="43710">
                  <a:moveTo>
                    <a:pt x="28428" y="21417"/>
                  </a:moveTo>
                  <a:lnTo>
                    <a:pt x="38584" y="34311"/>
                  </a:lnTo>
                  <a:lnTo>
                    <a:pt x="36400" y="36128"/>
                  </a:lnTo>
                  <a:lnTo>
                    <a:pt x="31877" y="39892"/>
                  </a:lnTo>
                  <a:lnTo>
                    <a:pt x="27289" y="43710"/>
                  </a:lnTo>
                  <a:lnTo>
                    <a:pt x="12046" y="23259"/>
                  </a:lnTo>
                  <a:lnTo>
                    <a:pt x="0" y="121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g370"/>
            <p:cNvSpPr/>
            <p:nvPr/>
          </p:nvSpPr>
          <p:spPr>
            <a:xfrm>
              <a:off x="1965848" y="3802892"/>
              <a:ext cx="20755" cy="40035"/>
            </a:xfrm>
            <a:custGeom>
              <a:avLst/>
              <a:pathLst>
                <a:path w="20755" h="40035">
                  <a:moveTo>
                    <a:pt x="13747" y="24660"/>
                  </a:moveTo>
                  <a:lnTo>
                    <a:pt x="0" y="40035"/>
                  </a:lnTo>
                  <a:lnTo>
                    <a:pt x="0" y="0"/>
                  </a:lnTo>
                  <a:lnTo>
                    <a:pt x="5847" y="4739"/>
                  </a:lnTo>
                  <a:lnTo>
                    <a:pt x="20755" y="168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g371"/>
            <p:cNvSpPr/>
            <p:nvPr/>
          </p:nvSpPr>
          <p:spPr>
            <a:xfrm>
              <a:off x="1971480" y="3825586"/>
              <a:ext cx="46589" cy="52511"/>
            </a:xfrm>
            <a:custGeom>
              <a:avLst/>
              <a:pathLst>
                <a:path w="46589" h="52511">
                  <a:moveTo>
                    <a:pt x="10971" y="11482"/>
                  </a:moveTo>
                  <a:lnTo>
                    <a:pt x="22366" y="0"/>
                  </a:lnTo>
                  <a:lnTo>
                    <a:pt x="28122" y="7843"/>
                  </a:lnTo>
                  <a:lnTo>
                    <a:pt x="33449" y="15103"/>
                  </a:lnTo>
                  <a:lnTo>
                    <a:pt x="39328" y="23113"/>
                  </a:lnTo>
                  <a:lnTo>
                    <a:pt x="46589" y="33008"/>
                  </a:lnTo>
                  <a:lnTo>
                    <a:pt x="42406" y="41275"/>
                  </a:lnTo>
                  <a:lnTo>
                    <a:pt x="41603" y="42861"/>
                  </a:lnTo>
                  <a:lnTo>
                    <a:pt x="36720" y="52511"/>
                  </a:lnTo>
                  <a:lnTo>
                    <a:pt x="23946" y="39702"/>
                  </a:lnTo>
                  <a:lnTo>
                    <a:pt x="16008" y="34012"/>
                  </a:lnTo>
                  <a:lnTo>
                    <a:pt x="0" y="22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g372"/>
            <p:cNvSpPr/>
            <p:nvPr/>
          </p:nvSpPr>
          <p:spPr>
            <a:xfrm>
              <a:off x="2306698" y="4459054"/>
              <a:ext cx="39384" cy="30652"/>
            </a:xfrm>
            <a:custGeom>
              <a:avLst/>
              <a:pathLst>
                <a:path w="39384" h="30652">
                  <a:moveTo>
                    <a:pt x="30438" y="0"/>
                  </a:moveTo>
                  <a:lnTo>
                    <a:pt x="31537" y="2988"/>
                  </a:lnTo>
                  <a:lnTo>
                    <a:pt x="33541" y="8437"/>
                  </a:lnTo>
                  <a:lnTo>
                    <a:pt x="36105" y="15407"/>
                  </a:lnTo>
                  <a:lnTo>
                    <a:pt x="39384" y="24324"/>
                  </a:lnTo>
                  <a:lnTo>
                    <a:pt x="27267" y="28303"/>
                  </a:lnTo>
                  <a:lnTo>
                    <a:pt x="23835" y="28615"/>
                  </a:lnTo>
                  <a:lnTo>
                    <a:pt x="1433" y="30652"/>
                  </a:lnTo>
                  <a:lnTo>
                    <a:pt x="893" y="26399"/>
                  </a:lnTo>
                  <a:lnTo>
                    <a:pt x="358" y="22175"/>
                  </a:lnTo>
                  <a:lnTo>
                    <a:pt x="0" y="19349"/>
                  </a:lnTo>
                  <a:lnTo>
                    <a:pt x="14463" y="6883"/>
                  </a:lnTo>
                  <a:lnTo>
                    <a:pt x="19727" y="2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g373"/>
            <p:cNvSpPr/>
            <p:nvPr/>
          </p:nvSpPr>
          <p:spPr>
            <a:xfrm>
              <a:off x="2338223" y="4444823"/>
              <a:ext cx="19425" cy="21269"/>
            </a:xfrm>
            <a:custGeom>
              <a:avLst/>
              <a:pathLst>
                <a:path w="19425" h="21269">
                  <a:moveTo>
                    <a:pt x="1361" y="7278"/>
                  </a:moveTo>
                  <a:lnTo>
                    <a:pt x="3667" y="5590"/>
                  </a:lnTo>
                  <a:lnTo>
                    <a:pt x="5469" y="4270"/>
                  </a:lnTo>
                  <a:lnTo>
                    <a:pt x="8295" y="2199"/>
                  </a:lnTo>
                  <a:lnTo>
                    <a:pt x="11299" y="0"/>
                  </a:lnTo>
                  <a:lnTo>
                    <a:pt x="15474" y="6903"/>
                  </a:lnTo>
                  <a:lnTo>
                    <a:pt x="18157" y="11339"/>
                  </a:lnTo>
                  <a:lnTo>
                    <a:pt x="19425" y="13436"/>
                  </a:lnTo>
                  <a:lnTo>
                    <a:pt x="13631" y="17502"/>
                  </a:lnTo>
                  <a:lnTo>
                    <a:pt x="4070" y="21269"/>
                  </a:lnTo>
                  <a:lnTo>
                    <a:pt x="3437" y="19249"/>
                  </a:lnTo>
                  <a:lnTo>
                    <a:pt x="2550" y="16418"/>
                  </a:lnTo>
                  <a:lnTo>
                    <a:pt x="1745" y="13848"/>
                  </a:lnTo>
                  <a:lnTo>
                    <a:pt x="1050" y="11631"/>
                  </a:lnTo>
                  <a:lnTo>
                    <a:pt x="0" y="82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g374"/>
            <p:cNvSpPr/>
            <p:nvPr/>
          </p:nvSpPr>
          <p:spPr>
            <a:xfrm>
              <a:off x="2366985" y="4427876"/>
              <a:ext cx="30863" cy="18556"/>
            </a:xfrm>
            <a:custGeom>
              <a:avLst/>
              <a:pathLst>
                <a:path w="30863" h="18556">
                  <a:moveTo>
                    <a:pt x="4795" y="8195"/>
                  </a:moveTo>
                  <a:lnTo>
                    <a:pt x="14411" y="4795"/>
                  </a:lnTo>
                  <a:lnTo>
                    <a:pt x="27977" y="0"/>
                  </a:lnTo>
                  <a:lnTo>
                    <a:pt x="29074" y="4993"/>
                  </a:lnTo>
                  <a:lnTo>
                    <a:pt x="30863" y="13138"/>
                  </a:lnTo>
                  <a:lnTo>
                    <a:pt x="20655" y="15027"/>
                  </a:lnTo>
                  <a:lnTo>
                    <a:pt x="7164" y="17525"/>
                  </a:lnTo>
                  <a:lnTo>
                    <a:pt x="1597" y="18556"/>
                  </a:lnTo>
                  <a:lnTo>
                    <a:pt x="1364" y="17295"/>
                  </a:lnTo>
                  <a:lnTo>
                    <a:pt x="1052" y="15601"/>
                  </a:lnTo>
                  <a:lnTo>
                    <a:pt x="710" y="13744"/>
                  </a:lnTo>
                  <a:lnTo>
                    <a:pt x="483" y="12513"/>
                  </a:lnTo>
                  <a:lnTo>
                    <a:pt x="222" y="11095"/>
                  </a:lnTo>
                  <a:lnTo>
                    <a:pt x="0" y="98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g375"/>
            <p:cNvSpPr/>
            <p:nvPr/>
          </p:nvSpPr>
          <p:spPr>
            <a:xfrm>
              <a:off x="2399747" y="4424628"/>
              <a:ext cx="15052" cy="13383"/>
            </a:xfrm>
            <a:custGeom>
              <a:avLst/>
              <a:pathLst>
                <a:path w="15052" h="13383">
                  <a:moveTo>
                    <a:pt x="2590" y="1345"/>
                  </a:moveTo>
                  <a:lnTo>
                    <a:pt x="5719" y="999"/>
                  </a:lnTo>
                  <a:lnTo>
                    <a:pt x="9211" y="612"/>
                  </a:lnTo>
                  <a:lnTo>
                    <a:pt x="12357" y="264"/>
                  </a:lnTo>
                  <a:lnTo>
                    <a:pt x="14743" y="0"/>
                  </a:lnTo>
                  <a:lnTo>
                    <a:pt x="14893" y="5774"/>
                  </a:lnTo>
                  <a:lnTo>
                    <a:pt x="15052" y="11854"/>
                  </a:lnTo>
                  <a:lnTo>
                    <a:pt x="10532" y="12460"/>
                  </a:lnTo>
                  <a:lnTo>
                    <a:pt x="3655" y="13383"/>
                  </a:lnTo>
                  <a:lnTo>
                    <a:pt x="2984" y="11226"/>
                  </a:lnTo>
                  <a:lnTo>
                    <a:pt x="2099" y="8380"/>
                  </a:lnTo>
                  <a:lnTo>
                    <a:pt x="1373" y="6047"/>
                  </a:lnTo>
                  <a:lnTo>
                    <a:pt x="678" y="3814"/>
                  </a:lnTo>
                  <a:lnTo>
                    <a:pt x="0" y="1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g376"/>
            <p:cNvSpPr/>
            <p:nvPr/>
          </p:nvSpPr>
          <p:spPr>
            <a:xfrm>
              <a:off x="2288070" y="4400282"/>
              <a:ext cx="27105" cy="38959"/>
            </a:xfrm>
            <a:custGeom>
              <a:avLst/>
              <a:pathLst>
                <a:path w="27105" h="38959">
                  <a:moveTo>
                    <a:pt x="9002" y="3275"/>
                  </a:moveTo>
                  <a:lnTo>
                    <a:pt x="19886" y="0"/>
                  </a:lnTo>
                  <a:lnTo>
                    <a:pt x="23367" y="16561"/>
                  </a:lnTo>
                  <a:lnTo>
                    <a:pt x="27105" y="34344"/>
                  </a:lnTo>
                  <a:lnTo>
                    <a:pt x="20527" y="36608"/>
                  </a:lnTo>
                  <a:lnTo>
                    <a:pt x="13696" y="38959"/>
                  </a:lnTo>
                  <a:lnTo>
                    <a:pt x="6492" y="21614"/>
                  </a:lnTo>
                  <a:lnTo>
                    <a:pt x="0" y="59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g377"/>
            <p:cNvSpPr/>
            <p:nvPr/>
          </p:nvSpPr>
          <p:spPr>
            <a:xfrm>
              <a:off x="2375084" y="4377453"/>
              <a:ext cx="40708" cy="34404"/>
            </a:xfrm>
            <a:custGeom>
              <a:avLst/>
              <a:pathLst>
                <a:path w="40708" h="34404">
                  <a:moveTo>
                    <a:pt x="26516" y="1027"/>
                  </a:moveTo>
                  <a:lnTo>
                    <a:pt x="39314" y="0"/>
                  </a:lnTo>
                  <a:lnTo>
                    <a:pt x="39453" y="3424"/>
                  </a:lnTo>
                  <a:lnTo>
                    <a:pt x="39863" y="13533"/>
                  </a:lnTo>
                  <a:lnTo>
                    <a:pt x="40708" y="34404"/>
                  </a:lnTo>
                  <a:lnTo>
                    <a:pt x="29679" y="34174"/>
                  </a:lnTo>
                  <a:lnTo>
                    <a:pt x="21847" y="34011"/>
                  </a:lnTo>
                  <a:lnTo>
                    <a:pt x="12941" y="33825"/>
                  </a:lnTo>
                  <a:lnTo>
                    <a:pt x="9942" y="27810"/>
                  </a:lnTo>
                  <a:lnTo>
                    <a:pt x="3906" y="15705"/>
                  </a:lnTo>
                  <a:lnTo>
                    <a:pt x="0" y="7870"/>
                  </a:lnTo>
                  <a:lnTo>
                    <a:pt x="2307" y="6690"/>
                  </a:lnTo>
                  <a:lnTo>
                    <a:pt x="6716" y="4437"/>
                  </a:lnTo>
                  <a:lnTo>
                    <a:pt x="10941" y="2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g378"/>
            <p:cNvSpPr/>
            <p:nvPr/>
          </p:nvSpPr>
          <p:spPr>
            <a:xfrm>
              <a:off x="2399222" y="4282383"/>
              <a:ext cx="41526" cy="81331"/>
            </a:xfrm>
            <a:custGeom>
              <a:avLst/>
              <a:pathLst>
                <a:path w="41526" h="81331">
                  <a:moveTo>
                    <a:pt x="5077" y="2859"/>
                  </a:moveTo>
                  <a:lnTo>
                    <a:pt x="11326" y="2051"/>
                  </a:lnTo>
                  <a:lnTo>
                    <a:pt x="17535" y="1248"/>
                  </a:lnTo>
                  <a:lnTo>
                    <a:pt x="22694" y="581"/>
                  </a:lnTo>
                  <a:lnTo>
                    <a:pt x="27192" y="0"/>
                  </a:lnTo>
                  <a:lnTo>
                    <a:pt x="29674" y="9767"/>
                  </a:lnTo>
                  <a:lnTo>
                    <a:pt x="32656" y="27137"/>
                  </a:lnTo>
                  <a:lnTo>
                    <a:pt x="40779" y="74457"/>
                  </a:lnTo>
                  <a:lnTo>
                    <a:pt x="41526" y="78810"/>
                  </a:lnTo>
                  <a:lnTo>
                    <a:pt x="31376" y="80061"/>
                  </a:lnTo>
                  <a:lnTo>
                    <a:pt x="21082" y="81331"/>
                  </a:lnTo>
                  <a:lnTo>
                    <a:pt x="18026" y="68567"/>
                  </a:lnTo>
                  <a:lnTo>
                    <a:pt x="15702" y="58856"/>
                  </a:lnTo>
                  <a:lnTo>
                    <a:pt x="11794" y="42532"/>
                  </a:lnTo>
                  <a:lnTo>
                    <a:pt x="4707" y="19090"/>
                  </a:lnTo>
                  <a:lnTo>
                    <a:pt x="0" y="351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g379"/>
            <p:cNvSpPr/>
            <p:nvPr/>
          </p:nvSpPr>
          <p:spPr>
            <a:xfrm>
              <a:off x="2302634" y="4352663"/>
              <a:ext cx="79012" cy="89975"/>
            </a:xfrm>
            <a:custGeom>
              <a:avLst/>
              <a:pathLst>
                <a:path w="79012" h="89975">
                  <a:moveTo>
                    <a:pt x="5840" y="6615"/>
                  </a:moveTo>
                  <a:lnTo>
                    <a:pt x="14002" y="4435"/>
                  </a:lnTo>
                  <a:lnTo>
                    <a:pt x="23230" y="1969"/>
                  </a:lnTo>
                  <a:lnTo>
                    <a:pt x="30602" y="0"/>
                  </a:lnTo>
                  <a:lnTo>
                    <a:pt x="38447" y="4112"/>
                  </a:lnTo>
                  <a:lnTo>
                    <a:pt x="50959" y="10671"/>
                  </a:lnTo>
                  <a:lnTo>
                    <a:pt x="79012" y="67395"/>
                  </a:lnTo>
                  <a:lnTo>
                    <a:pt x="76014" y="69237"/>
                  </a:lnTo>
                  <a:lnTo>
                    <a:pt x="71001" y="72316"/>
                  </a:lnTo>
                  <a:lnTo>
                    <a:pt x="66026" y="75372"/>
                  </a:lnTo>
                  <a:lnTo>
                    <a:pt x="57901" y="79277"/>
                  </a:lnTo>
                  <a:lnTo>
                    <a:pt x="35641" y="89975"/>
                  </a:lnTo>
                  <a:lnTo>
                    <a:pt x="14208" y="43542"/>
                  </a:lnTo>
                  <a:lnTo>
                    <a:pt x="9182" y="32652"/>
                  </a:lnTo>
                  <a:lnTo>
                    <a:pt x="0" y="81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g380"/>
            <p:cNvSpPr/>
            <p:nvPr/>
          </p:nvSpPr>
          <p:spPr>
            <a:xfrm>
              <a:off x="2327930" y="4318233"/>
              <a:ext cx="85422" cy="60282"/>
            </a:xfrm>
            <a:custGeom>
              <a:avLst/>
              <a:pathLst>
                <a:path w="85422" h="60282">
                  <a:moveTo>
                    <a:pt x="1040" y="22160"/>
                  </a:moveTo>
                  <a:lnTo>
                    <a:pt x="0" y="17373"/>
                  </a:lnTo>
                  <a:lnTo>
                    <a:pt x="20941" y="12584"/>
                  </a:lnTo>
                  <a:lnTo>
                    <a:pt x="44042" y="7300"/>
                  </a:lnTo>
                  <a:lnTo>
                    <a:pt x="75967" y="0"/>
                  </a:lnTo>
                  <a:lnTo>
                    <a:pt x="79217" y="16845"/>
                  </a:lnTo>
                  <a:lnTo>
                    <a:pt x="85422" y="49006"/>
                  </a:lnTo>
                  <a:lnTo>
                    <a:pt x="69224" y="53619"/>
                  </a:lnTo>
                  <a:lnTo>
                    <a:pt x="56012" y="57381"/>
                  </a:lnTo>
                  <a:lnTo>
                    <a:pt x="45826" y="60282"/>
                  </a:lnTo>
                  <a:lnTo>
                    <a:pt x="40581" y="52810"/>
                  </a:lnTo>
                  <a:lnTo>
                    <a:pt x="29076" y="36420"/>
                  </a:lnTo>
                  <a:lnTo>
                    <a:pt x="2047" y="267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2157036" y="4331656"/>
              <a:ext cx="159491" cy="202885"/>
            </a:xfrm>
            <a:custGeom>
              <a:avLst/>
              <a:pathLst>
                <a:path w="159491" h="202885">
                  <a:moveTo>
                    <a:pt x="2948" y="74199"/>
                  </a:moveTo>
                  <a:lnTo>
                    <a:pt x="0" y="66664"/>
                  </a:lnTo>
                  <a:lnTo>
                    <a:pt x="34406" y="45881"/>
                  </a:lnTo>
                  <a:lnTo>
                    <a:pt x="38510" y="43402"/>
                  </a:lnTo>
                  <a:lnTo>
                    <a:pt x="48652" y="37276"/>
                  </a:lnTo>
                  <a:lnTo>
                    <a:pt x="52043" y="33848"/>
                  </a:lnTo>
                  <a:lnTo>
                    <a:pt x="63535" y="22231"/>
                  </a:lnTo>
                  <a:lnTo>
                    <a:pt x="70944" y="14741"/>
                  </a:lnTo>
                  <a:lnTo>
                    <a:pt x="85528" y="0"/>
                  </a:lnTo>
                  <a:lnTo>
                    <a:pt x="95539" y="5164"/>
                  </a:lnTo>
                  <a:lnTo>
                    <a:pt x="103593" y="9319"/>
                  </a:lnTo>
                  <a:lnTo>
                    <a:pt x="90301" y="52723"/>
                  </a:lnTo>
                  <a:lnTo>
                    <a:pt x="98119" y="71342"/>
                  </a:lnTo>
                  <a:lnTo>
                    <a:pt x="105576" y="89102"/>
                  </a:lnTo>
                  <a:lnTo>
                    <a:pt x="114686" y="111805"/>
                  </a:lnTo>
                  <a:lnTo>
                    <a:pt x="128817" y="131049"/>
                  </a:lnTo>
                  <a:lnTo>
                    <a:pt x="139219" y="180196"/>
                  </a:lnTo>
                  <a:lnTo>
                    <a:pt x="150699" y="181144"/>
                  </a:lnTo>
                  <a:lnTo>
                    <a:pt x="159491" y="181870"/>
                  </a:lnTo>
                  <a:lnTo>
                    <a:pt x="154617" y="202634"/>
                  </a:lnTo>
                  <a:lnTo>
                    <a:pt x="143689" y="202678"/>
                  </a:lnTo>
                  <a:lnTo>
                    <a:pt x="133035" y="202721"/>
                  </a:lnTo>
                  <a:lnTo>
                    <a:pt x="121564" y="202767"/>
                  </a:lnTo>
                  <a:lnTo>
                    <a:pt x="102729" y="202843"/>
                  </a:lnTo>
                  <a:lnTo>
                    <a:pt x="92205" y="202885"/>
                  </a:lnTo>
                  <a:lnTo>
                    <a:pt x="68243" y="174468"/>
                  </a:lnTo>
                  <a:lnTo>
                    <a:pt x="30714" y="129960"/>
                  </a:lnTo>
                  <a:lnTo>
                    <a:pt x="14251" y="975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g382"/>
            <p:cNvSpPr/>
            <p:nvPr/>
          </p:nvSpPr>
          <p:spPr>
            <a:xfrm>
              <a:off x="2161212" y="4312323"/>
              <a:ext cx="60038" cy="57942"/>
            </a:xfrm>
            <a:custGeom>
              <a:avLst/>
              <a:pathLst>
                <a:path w="60038" h="57942">
                  <a:moveTo>
                    <a:pt x="30358" y="10728"/>
                  </a:moveTo>
                  <a:lnTo>
                    <a:pt x="39998" y="0"/>
                  </a:lnTo>
                  <a:lnTo>
                    <a:pt x="45455" y="3786"/>
                  </a:lnTo>
                  <a:lnTo>
                    <a:pt x="52265" y="8510"/>
                  </a:lnTo>
                  <a:lnTo>
                    <a:pt x="60038" y="13902"/>
                  </a:lnTo>
                  <a:lnTo>
                    <a:pt x="49673" y="24538"/>
                  </a:lnTo>
                  <a:lnTo>
                    <a:pt x="38430" y="36075"/>
                  </a:lnTo>
                  <a:lnTo>
                    <a:pt x="17119" y="57942"/>
                  </a:lnTo>
                  <a:lnTo>
                    <a:pt x="15017" y="56293"/>
                  </a:lnTo>
                  <a:lnTo>
                    <a:pt x="10158" y="52482"/>
                  </a:lnTo>
                  <a:lnTo>
                    <a:pt x="0" y="445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g383"/>
            <p:cNvSpPr/>
            <p:nvPr/>
          </p:nvSpPr>
          <p:spPr>
            <a:xfrm>
              <a:off x="2254780" y="4301202"/>
              <a:ext cx="33935" cy="30241"/>
            </a:xfrm>
            <a:custGeom>
              <a:avLst/>
              <a:pathLst>
                <a:path w="33935" h="30241">
                  <a:moveTo>
                    <a:pt x="10821" y="4998"/>
                  </a:moveTo>
                  <a:lnTo>
                    <a:pt x="18637" y="0"/>
                  </a:lnTo>
                  <a:lnTo>
                    <a:pt x="25627" y="6105"/>
                  </a:lnTo>
                  <a:lnTo>
                    <a:pt x="33935" y="13363"/>
                  </a:lnTo>
                  <a:lnTo>
                    <a:pt x="25950" y="23420"/>
                  </a:lnTo>
                  <a:lnTo>
                    <a:pt x="20535" y="30241"/>
                  </a:lnTo>
                  <a:lnTo>
                    <a:pt x="8703" y="19684"/>
                  </a:lnTo>
                  <a:lnTo>
                    <a:pt x="0" y="119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g384"/>
            <p:cNvSpPr/>
            <p:nvPr/>
          </p:nvSpPr>
          <p:spPr>
            <a:xfrm>
              <a:off x="2290563" y="4266386"/>
              <a:ext cx="107601" cy="66706"/>
            </a:xfrm>
            <a:custGeom>
              <a:avLst/>
              <a:pathLst>
                <a:path w="107601" h="66706">
                  <a:moveTo>
                    <a:pt x="48705" y="4500"/>
                  </a:moveTo>
                  <a:lnTo>
                    <a:pt x="90933" y="0"/>
                  </a:lnTo>
                  <a:lnTo>
                    <a:pt x="97187" y="16625"/>
                  </a:lnTo>
                  <a:lnTo>
                    <a:pt x="101759" y="28779"/>
                  </a:lnTo>
                  <a:lnTo>
                    <a:pt x="107601" y="44311"/>
                  </a:lnTo>
                  <a:lnTo>
                    <a:pt x="84463" y="51658"/>
                  </a:lnTo>
                  <a:lnTo>
                    <a:pt x="68224" y="55289"/>
                  </a:lnTo>
                  <a:lnTo>
                    <a:pt x="17160" y="66706"/>
                  </a:lnTo>
                  <a:lnTo>
                    <a:pt x="8692" y="46722"/>
                  </a:lnTo>
                  <a:lnTo>
                    <a:pt x="0" y="26207"/>
                  </a:lnTo>
                  <a:lnTo>
                    <a:pt x="37899" y="56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g385"/>
            <p:cNvSpPr/>
            <p:nvPr/>
          </p:nvSpPr>
          <p:spPr>
            <a:xfrm>
              <a:off x="2086912" y="4258752"/>
              <a:ext cx="88060" cy="83847"/>
            </a:xfrm>
            <a:custGeom>
              <a:avLst/>
              <a:pathLst>
                <a:path w="88060" h="83847">
                  <a:moveTo>
                    <a:pt x="26439" y="10110"/>
                  </a:moveTo>
                  <a:lnTo>
                    <a:pt x="46980" y="0"/>
                  </a:lnTo>
                  <a:lnTo>
                    <a:pt x="53762" y="734"/>
                  </a:lnTo>
                  <a:lnTo>
                    <a:pt x="60865" y="1503"/>
                  </a:lnTo>
                  <a:lnTo>
                    <a:pt x="72269" y="2738"/>
                  </a:lnTo>
                  <a:lnTo>
                    <a:pt x="77216" y="10051"/>
                  </a:lnTo>
                  <a:lnTo>
                    <a:pt x="82453" y="22963"/>
                  </a:lnTo>
                  <a:lnTo>
                    <a:pt x="88060" y="36788"/>
                  </a:lnTo>
                  <a:lnTo>
                    <a:pt x="77828" y="45792"/>
                  </a:lnTo>
                  <a:lnTo>
                    <a:pt x="68254" y="54217"/>
                  </a:lnTo>
                  <a:lnTo>
                    <a:pt x="57566" y="63623"/>
                  </a:lnTo>
                  <a:lnTo>
                    <a:pt x="34585" y="83847"/>
                  </a:lnTo>
                  <a:lnTo>
                    <a:pt x="16144" y="60478"/>
                  </a:lnTo>
                  <a:lnTo>
                    <a:pt x="10983" y="53938"/>
                  </a:lnTo>
                  <a:lnTo>
                    <a:pt x="0" y="231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g386"/>
            <p:cNvSpPr/>
            <p:nvPr/>
          </p:nvSpPr>
          <p:spPr>
            <a:xfrm>
              <a:off x="2194782" y="4266361"/>
              <a:ext cx="65401" cy="52466"/>
            </a:xfrm>
            <a:custGeom>
              <a:avLst/>
              <a:pathLst>
                <a:path w="65401" h="52466">
                  <a:moveTo>
                    <a:pt x="27924" y="5120"/>
                  </a:moveTo>
                  <a:lnTo>
                    <a:pt x="35911" y="0"/>
                  </a:lnTo>
                  <a:lnTo>
                    <a:pt x="49355" y="10310"/>
                  </a:lnTo>
                  <a:lnTo>
                    <a:pt x="60578" y="18918"/>
                  </a:lnTo>
                  <a:lnTo>
                    <a:pt x="65401" y="22617"/>
                  </a:lnTo>
                  <a:lnTo>
                    <a:pt x="56610" y="32150"/>
                  </a:lnTo>
                  <a:lnTo>
                    <a:pt x="49210" y="40174"/>
                  </a:lnTo>
                  <a:lnTo>
                    <a:pt x="37874" y="52466"/>
                  </a:lnTo>
                  <a:lnTo>
                    <a:pt x="34901" y="50529"/>
                  </a:lnTo>
                  <a:lnTo>
                    <a:pt x="31405" y="48250"/>
                  </a:lnTo>
                  <a:lnTo>
                    <a:pt x="26114" y="44801"/>
                  </a:lnTo>
                  <a:lnTo>
                    <a:pt x="22078" y="42171"/>
                  </a:lnTo>
                  <a:lnTo>
                    <a:pt x="17104" y="38928"/>
                  </a:lnTo>
                  <a:lnTo>
                    <a:pt x="8238" y="33149"/>
                  </a:lnTo>
                  <a:lnTo>
                    <a:pt x="4585" y="30768"/>
                  </a:lnTo>
                  <a:lnTo>
                    <a:pt x="0" y="28101"/>
                  </a:lnTo>
                  <a:lnTo>
                    <a:pt x="8076" y="20637"/>
                  </a:lnTo>
                  <a:lnTo>
                    <a:pt x="17937" y="11524"/>
                  </a:lnTo>
                  <a:lnTo>
                    <a:pt x="21987" y="89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g387"/>
            <p:cNvSpPr/>
            <p:nvPr/>
          </p:nvSpPr>
          <p:spPr>
            <a:xfrm>
              <a:off x="2098080" y="4235226"/>
              <a:ext cx="37647" cy="29794"/>
            </a:xfrm>
            <a:custGeom>
              <a:avLst/>
              <a:pathLst>
                <a:path w="37647" h="29794">
                  <a:moveTo>
                    <a:pt x="28418" y="0"/>
                  </a:moveTo>
                  <a:lnTo>
                    <a:pt x="30184" y="1237"/>
                  </a:lnTo>
                  <a:lnTo>
                    <a:pt x="34184" y="4038"/>
                  </a:lnTo>
                  <a:lnTo>
                    <a:pt x="37647" y="6464"/>
                  </a:lnTo>
                  <a:lnTo>
                    <a:pt x="36826" y="10938"/>
                  </a:lnTo>
                  <a:lnTo>
                    <a:pt x="36179" y="14464"/>
                  </a:lnTo>
                  <a:lnTo>
                    <a:pt x="35427" y="18563"/>
                  </a:lnTo>
                  <a:lnTo>
                    <a:pt x="33059" y="19484"/>
                  </a:lnTo>
                  <a:lnTo>
                    <a:pt x="29925" y="20703"/>
                  </a:lnTo>
                  <a:lnTo>
                    <a:pt x="25932" y="22255"/>
                  </a:lnTo>
                  <a:lnTo>
                    <a:pt x="22346" y="23649"/>
                  </a:lnTo>
                  <a:lnTo>
                    <a:pt x="18275" y="25232"/>
                  </a:lnTo>
                  <a:lnTo>
                    <a:pt x="11777" y="27759"/>
                  </a:lnTo>
                  <a:lnTo>
                    <a:pt x="6545" y="29794"/>
                  </a:lnTo>
                  <a:lnTo>
                    <a:pt x="3467" y="20275"/>
                  </a:lnTo>
                  <a:lnTo>
                    <a:pt x="0" y="9552"/>
                  </a:lnTo>
                  <a:lnTo>
                    <a:pt x="11435" y="5708"/>
                  </a:lnTo>
                  <a:lnTo>
                    <a:pt x="23290" y="1723"/>
                  </a:lnTo>
                  <a:lnTo>
                    <a:pt x="24374" y="13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g388"/>
            <p:cNvSpPr/>
            <p:nvPr/>
          </p:nvSpPr>
          <p:spPr>
            <a:xfrm>
              <a:off x="2161090" y="4238949"/>
              <a:ext cx="62043" cy="49107"/>
            </a:xfrm>
            <a:custGeom>
              <a:avLst/>
              <a:pathLst>
                <a:path w="62043" h="49107">
                  <a:moveTo>
                    <a:pt x="23073" y="9015"/>
                  </a:moveTo>
                  <a:lnTo>
                    <a:pt x="27893" y="7201"/>
                  </a:lnTo>
                  <a:lnTo>
                    <a:pt x="47024" y="0"/>
                  </a:lnTo>
                  <a:lnTo>
                    <a:pt x="50907" y="6264"/>
                  </a:lnTo>
                  <a:lnTo>
                    <a:pt x="54427" y="11943"/>
                  </a:lnTo>
                  <a:lnTo>
                    <a:pt x="62043" y="24231"/>
                  </a:lnTo>
                  <a:lnTo>
                    <a:pt x="56748" y="28124"/>
                  </a:lnTo>
                  <a:lnTo>
                    <a:pt x="51348" y="32095"/>
                  </a:lnTo>
                  <a:lnTo>
                    <a:pt x="43669" y="37742"/>
                  </a:lnTo>
                  <a:lnTo>
                    <a:pt x="37337" y="42399"/>
                  </a:lnTo>
                  <a:lnTo>
                    <a:pt x="32174" y="46195"/>
                  </a:lnTo>
                  <a:lnTo>
                    <a:pt x="27555" y="49107"/>
                  </a:lnTo>
                  <a:lnTo>
                    <a:pt x="25468" y="46894"/>
                  </a:lnTo>
                  <a:lnTo>
                    <a:pt x="22470" y="43714"/>
                  </a:lnTo>
                  <a:lnTo>
                    <a:pt x="18428" y="39427"/>
                  </a:lnTo>
                  <a:lnTo>
                    <a:pt x="14885" y="36183"/>
                  </a:lnTo>
                  <a:lnTo>
                    <a:pt x="11095" y="32715"/>
                  </a:lnTo>
                  <a:lnTo>
                    <a:pt x="7863" y="29756"/>
                  </a:lnTo>
                  <a:lnTo>
                    <a:pt x="4322" y="24327"/>
                  </a:lnTo>
                  <a:lnTo>
                    <a:pt x="0" y="17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g389"/>
            <p:cNvSpPr/>
            <p:nvPr/>
          </p:nvSpPr>
          <p:spPr>
            <a:xfrm>
              <a:off x="2249940" y="4224200"/>
              <a:ext cx="66182" cy="62681"/>
            </a:xfrm>
            <a:custGeom>
              <a:avLst/>
              <a:pathLst>
                <a:path w="66182" h="62681">
                  <a:moveTo>
                    <a:pt x="20398" y="11992"/>
                  </a:moveTo>
                  <a:lnTo>
                    <a:pt x="32941" y="0"/>
                  </a:lnTo>
                  <a:lnTo>
                    <a:pt x="39222" y="8292"/>
                  </a:lnTo>
                  <a:lnTo>
                    <a:pt x="46598" y="18028"/>
                  </a:lnTo>
                  <a:lnTo>
                    <a:pt x="55370" y="29608"/>
                  </a:lnTo>
                  <a:lnTo>
                    <a:pt x="66182" y="43881"/>
                  </a:lnTo>
                  <a:lnTo>
                    <a:pt x="59069" y="47634"/>
                  </a:lnTo>
                  <a:lnTo>
                    <a:pt x="49893" y="52475"/>
                  </a:lnTo>
                  <a:lnTo>
                    <a:pt x="38658" y="58402"/>
                  </a:lnTo>
                  <a:lnTo>
                    <a:pt x="30547" y="62681"/>
                  </a:lnTo>
                  <a:lnTo>
                    <a:pt x="23440" y="55425"/>
                  </a:lnTo>
                  <a:lnTo>
                    <a:pt x="15204" y="47017"/>
                  </a:lnTo>
                  <a:lnTo>
                    <a:pt x="0" y="314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g390"/>
            <p:cNvSpPr/>
            <p:nvPr/>
          </p:nvSpPr>
          <p:spPr>
            <a:xfrm>
              <a:off x="2295400" y="4190385"/>
              <a:ext cx="62857" cy="69743"/>
            </a:xfrm>
            <a:custGeom>
              <a:avLst/>
              <a:pathLst>
                <a:path w="62857" h="69743">
                  <a:moveTo>
                    <a:pt x="45920" y="22530"/>
                  </a:moveTo>
                  <a:lnTo>
                    <a:pt x="62857" y="52272"/>
                  </a:lnTo>
                  <a:lnTo>
                    <a:pt x="47952" y="64990"/>
                  </a:lnTo>
                  <a:lnTo>
                    <a:pt x="41547" y="66266"/>
                  </a:lnTo>
                  <a:lnTo>
                    <a:pt x="24080" y="69743"/>
                  </a:lnTo>
                  <a:lnTo>
                    <a:pt x="7958" y="43172"/>
                  </a:lnTo>
                  <a:lnTo>
                    <a:pt x="0" y="30057"/>
                  </a:lnTo>
                  <a:lnTo>
                    <a:pt x="15208" y="16242"/>
                  </a:lnTo>
                  <a:lnTo>
                    <a:pt x="3308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g391"/>
            <p:cNvSpPr/>
            <p:nvPr/>
          </p:nvSpPr>
          <p:spPr>
            <a:xfrm>
              <a:off x="2332794" y="4174993"/>
              <a:ext cx="56443" cy="68816"/>
            </a:xfrm>
            <a:custGeom>
              <a:avLst/>
              <a:pathLst>
                <a:path w="56443" h="68816">
                  <a:moveTo>
                    <a:pt x="10734" y="4770"/>
                  </a:moveTo>
                  <a:lnTo>
                    <a:pt x="19474" y="0"/>
                  </a:lnTo>
                  <a:lnTo>
                    <a:pt x="27897" y="14065"/>
                  </a:lnTo>
                  <a:lnTo>
                    <a:pt x="56443" y="61733"/>
                  </a:lnTo>
                  <a:lnTo>
                    <a:pt x="50496" y="63579"/>
                  </a:lnTo>
                  <a:lnTo>
                    <a:pt x="39787" y="66904"/>
                  </a:lnTo>
                  <a:lnTo>
                    <a:pt x="33628" y="68816"/>
                  </a:lnTo>
                  <a:lnTo>
                    <a:pt x="28382" y="59740"/>
                  </a:lnTo>
                  <a:lnTo>
                    <a:pt x="21452" y="47748"/>
                  </a:lnTo>
                  <a:lnTo>
                    <a:pt x="13763" y="34445"/>
                  </a:lnTo>
                  <a:lnTo>
                    <a:pt x="5380" y="19939"/>
                  </a:lnTo>
                  <a:lnTo>
                    <a:pt x="0" y="10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g392"/>
            <p:cNvSpPr/>
            <p:nvPr/>
          </p:nvSpPr>
          <p:spPr>
            <a:xfrm>
              <a:off x="2419930" y="4194047"/>
              <a:ext cx="30075" cy="32820"/>
            </a:xfrm>
            <a:custGeom>
              <a:avLst/>
              <a:pathLst>
                <a:path w="30075" h="32820">
                  <a:moveTo>
                    <a:pt x="1901" y="7054"/>
                  </a:moveTo>
                  <a:lnTo>
                    <a:pt x="7965" y="3800"/>
                  </a:lnTo>
                  <a:lnTo>
                    <a:pt x="15051" y="0"/>
                  </a:lnTo>
                  <a:lnTo>
                    <a:pt x="19807" y="6997"/>
                  </a:lnTo>
                  <a:lnTo>
                    <a:pt x="30075" y="22104"/>
                  </a:lnTo>
                  <a:lnTo>
                    <a:pt x="21048" y="27743"/>
                  </a:lnTo>
                  <a:lnTo>
                    <a:pt x="12922" y="32820"/>
                  </a:lnTo>
                  <a:lnTo>
                    <a:pt x="5220" y="18071"/>
                  </a:lnTo>
                  <a:lnTo>
                    <a:pt x="0" y="80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g393"/>
            <p:cNvSpPr/>
            <p:nvPr/>
          </p:nvSpPr>
          <p:spPr>
            <a:xfrm>
              <a:off x="2354935" y="4152792"/>
              <a:ext cx="67064" cy="106959"/>
            </a:xfrm>
            <a:custGeom>
              <a:avLst/>
              <a:pathLst>
                <a:path w="67064" h="106959">
                  <a:moveTo>
                    <a:pt x="18944" y="45421"/>
                  </a:moveTo>
                  <a:lnTo>
                    <a:pt x="16190" y="40255"/>
                  </a:lnTo>
                  <a:lnTo>
                    <a:pt x="7733" y="24397"/>
                  </a:lnTo>
                  <a:lnTo>
                    <a:pt x="0" y="9894"/>
                  </a:lnTo>
                  <a:lnTo>
                    <a:pt x="15326" y="3006"/>
                  </a:lnTo>
                  <a:lnTo>
                    <a:pt x="22015" y="0"/>
                  </a:lnTo>
                  <a:lnTo>
                    <a:pt x="31110" y="15849"/>
                  </a:lnTo>
                  <a:lnTo>
                    <a:pt x="43516" y="37467"/>
                  </a:lnTo>
                  <a:lnTo>
                    <a:pt x="63378" y="85609"/>
                  </a:lnTo>
                  <a:lnTo>
                    <a:pt x="67064" y="104238"/>
                  </a:lnTo>
                  <a:lnTo>
                    <a:pt x="59831" y="105019"/>
                  </a:lnTo>
                  <a:lnTo>
                    <a:pt x="51850" y="105882"/>
                  </a:lnTo>
                  <a:lnTo>
                    <a:pt x="41878" y="106959"/>
                  </a:lnTo>
                  <a:lnTo>
                    <a:pt x="41812" y="101220"/>
                  </a:lnTo>
                  <a:lnTo>
                    <a:pt x="41781" y="98559"/>
                  </a:lnTo>
                  <a:lnTo>
                    <a:pt x="41724" y="93575"/>
                  </a:lnTo>
                  <a:lnTo>
                    <a:pt x="37862" y="82432"/>
                  </a:lnTo>
                  <a:lnTo>
                    <a:pt x="34511" y="76508"/>
                  </a:lnTo>
                  <a:lnTo>
                    <a:pt x="31844" y="71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g394"/>
            <p:cNvSpPr/>
            <p:nvPr/>
          </p:nvSpPr>
          <p:spPr>
            <a:xfrm>
              <a:off x="2386616" y="4137878"/>
              <a:ext cx="40631" cy="40973"/>
            </a:xfrm>
            <a:custGeom>
              <a:avLst/>
              <a:pathLst>
                <a:path w="40631" h="40973">
                  <a:moveTo>
                    <a:pt x="25711" y="32561"/>
                  </a:moveTo>
                  <a:lnTo>
                    <a:pt x="17036" y="40973"/>
                  </a:lnTo>
                  <a:lnTo>
                    <a:pt x="11872" y="34273"/>
                  </a:lnTo>
                  <a:lnTo>
                    <a:pt x="4329" y="24486"/>
                  </a:lnTo>
                  <a:lnTo>
                    <a:pt x="0" y="18869"/>
                  </a:lnTo>
                  <a:lnTo>
                    <a:pt x="17375" y="7791"/>
                  </a:lnTo>
                  <a:lnTo>
                    <a:pt x="33140" y="0"/>
                  </a:lnTo>
                  <a:lnTo>
                    <a:pt x="36023" y="2536"/>
                  </a:lnTo>
                  <a:lnTo>
                    <a:pt x="40631" y="6589"/>
                  </a:lnTo>
                  <a:lnTo>
                    <a:pt x="37372" y="14957"/>
                  </a:lnTo>
                  <a:lnTo>
                    <a:pt x="35616" y="19464"/>
                  </a:lnTo>
                  <a:lnTo>
                    <a:pt x="33432" y="25072"/>
                  </a:lnTo>
                  <a:lnTo>
                    <a:pt x="31332" y="271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g395"/>
            <p:cNvSpPr/>
            <p:nvPr/>
          </p:nvSpPr>
          <p:spPr>
            <a:xfrm>
              <a:off x="2117996" y="4301778"/>
              <a:ext cx="80360" cy="68654"/>
            </a:xfrm>
            <a:custGeom>
              <a:avLst/>
              <a:pathLst>
                <a:path w="80360" h="68654">
                  <a:moveTo>
                    <a:pt x="0" y="52356"/>
                  </a:moveTo>
                  <a:lnTo>
                    <a:pt x="6535" y="44989"/>
                  </a:lnTo>
                  <a:lnTo>
                    <a:pt x="20859" y="32820"/>
                  </a:lnTo>
                  <a:lnTo>
                    <a:pt x="33879" y="21760"/>
                  </a:lnTo>
                  <a:lnTo>
                    <a:pt x="44105" y="13071"/>
                  </a:lnTo>
                  <a:lnTo>
                    <a:pt x="51310" y="6950"/>
                  </a:lnTo>
                  <a:lnTo>
                    <a:pt x="66109" y="0"/>
                  </a:lnTo>
                  <a:lnTo>
                    <a:pt x="69303" y="1951"/>
                  </a:lnTo>
                  <a:lnTo>
                    <a:pt x="71443" y="3259"/>
                  </a:lnTo>
                  <a:lnTo>
                    <a:pt x="74517" y="5137"/>
                  </a:lnTo>
                  <a:lnTo>
                    <a:pt x="77290" y="6831"/>
                  </a:lnTo>
                  <a:lnTo>
                    <a:pt x="80360" y="8707"/>
                  </a:lnTo>
                  <a:lnTo>
                    <a:pt x="72256" y="17534"/>
                  </a:lnTo>
                  <a:lnTo>
                    <a:pt x="63834" y="26706"/>
                  </a:lnTo>
                  <a:lnTo>
                    <a:pt x="54908" y="36428"/>
                  </a:lnTo>
                  <a:lnTo>
                    <a:pt x="25320" y="68654"/>
                  </a:lnTo>
                  <a:lnTo>
                    <a:pt x="16280" y="62836"/>
                  </a:lnTo>
                  <a:lnTo>
                    <a:pt x="14073" y="6141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g396"/>
            <p:cNvSpPr/>
            <p:nvPr/>
          </p:nvSpPr>
          <p:spPr>
            <a:xfrm>
              <a:off x="2420213" y="4367699"/>
              <a:ext cx="27521" cy="73636"/>
            </a:xfrm>
            <a:custGeom>
              <a:avLst/>
              <a:pathLst>
                <a:path w="27521" h="73636">
                  <a:moveTo>
                    <a:pt x="532" y="25756"/>
                  </a:moveTo>
                  <a:lnTo>
                    <a:pt x="589" y="17677"/>
                  </a:lnTo>
                  <a:lnTo>
                    <a:pt x="0" y="2941"/>
                  </a:lnTo>
                  <a:lnTo>
                    <a:pt x="2589" y="2383"/>
                  </a:lnTo>
                  <a:lnTo>
                    <a:pt x="5024" y="1858"/>
                  </a:lnTo>
                  <a:lnTo>
                    <a:pt x="8161" y="1181"/>
                  </a:lnTo>
                  <a:lnTo>
                    <a:pt x="11432" y="475"/>
                  </a:lnTo>
                  <a:lnTo>
                    <a:pt x="13638" y="0"/>
                  </a:lnTo>
                  <a:lnTo>
                    <a:pt x="15578" y="27493"/>
                  </a:lnTo>
                  <a:lnTo>
                    <a:pt x="18020" y="62082"/>
                  </a:lnTo>
                  <a:lnTo>
                    <a:pt x="27521" y="65766"/>
                  </a:lnTo>
                  <a:lnTo>
                    <a:pt x="27206" y="69554"/>
                  </a:lnTo>
                  <a:lnTo>
                    <a:pt x="26866" y="73636"/>
                  </a:lnTo>
                  <a:lnTo>
                    <a:pt x="19330" y="72799"/>
                  </a:lnTo>
                  <a:lnTo>
                    <a:pt x="9993" y="66938"/>
                  </a:lnTo>
                  <a:lnTo>
                    <a:pt x="6550" y="55250"/>
                  </a:lnTo>
                  <a:lnTo>
                    <a:pt x="469" y="346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g397"/>
            <p:cNvSpPr/>
            <p:nvPr/>
          </p:nvSpPr>
          <p:spPr>
            <a:xfrm>
              <a:off x="2420618" y="4037994"/>
              <a:ext cx="163316" cy="329378"/>
            </a:xfrm>
            <a:custGeom>
              <a:avLst/>
              <a:pathLst>
                <a:path w="163316" h="329378">
                  <a:moveTo>
                    <a:pt x="150157" y="230487"/>
                  </a:moveTo>
                  <a:lnTo>
                    <a:pt x="149892" y="247530"/>
                  </a:lnTo>
                  <a:lnTo>
                    <a:pt x="150072" y="249996"/>
                  </a:lnTo>
                  <a:lnTo>
                    <a:pt x="149834" y="252189"/>
                  </a:lnTo>
                  <a:lnTo>
                    <a:pt x="149746" y="255055"/>
                  </a:lnTo>
                  <a:lnTo>
                    <a:pt x="149657" y="257916"/>
                  </a:lnTo>
                  <a:lnTo>
                    <a:pt x="149834" y="260364"/>
                  </a:lnTo>
                  <a:lnTo>
                    <a:pt x="150010" y="262808"/>
                  </a:lnTo>
                  <a:lnTo>
                    <a:pt x="150039" y="264571"/>
                  </a:lnTo>
                  <a:lnTo>
                    <a:pt x="150215" y="267007"/>
                  </a:lnTo>
                  <a:lnTo>
                    <a:pt x="150510" y="268357"/>
                  </a:lnTo>
                  <a:lnTo>
                    <a:pt x="150300" y="272273"/>
                  </a:lnTo>
                  <a:lnTo>
                    <a:pt x="150209" y="275101"/>
                  </a:lnTo>
                  <a:lnTo>
                    <a:pt x="150237" y="276847"/>
                  </a:lnTo>
                  <a:lnTo>
                    <a:pt x="150412" y="279261"/>
                  </a:lnTo>
                  <a:lnTo>
                    <a:pt x="150999" y="281936"/>
                  </a:lnTo>
                  <a:lnTo>
                    <a:pt x="151438" y="283938"/>
                  </a:lnTo>
                  <a:lnTo>
                    <a:pt x="151877" y="285938"/>
                  </a:lnTo>
                  <a:lnTo>
                    <a:pt x="152580" y="287534"/>
                  </a:lnTo>
                  <a:lnTo>
                    <a:pt x="153984" y="290721"/>
                  </a:lnTo>
                  <a:lnTo>
                    <a:pt x="154975" y="293638"/>
                  </a:lnTo>
                  <a:lnTo>
                    <a:pt x="156085" y="295490"/>
                  </a:lnTo>
                  <a:lnTo>
                    <a:pt x="157338" y="298001"/>
                  </a:lnTo>
                  <a:lnTo>
                    <a:pt x="157770" y="299987"/>
                  </a:lnTo>
                  <a:lnTo>
                    <a:pt x="159021" y="302507"/>
                  </a:lnTo>
                  <a:lnTo>
                    <a:pt x="159717" y="304097"/>
                  </a:lnTo>
                  <a:lnTo>
                    <a:pt x="160822" y="305951"/>
                  </a:lnTo>
                  <a:lnTo>
                    <a:pt x="161518" y="307539"/>
                  </a:lnTo>
                  <a:lnTo>
                    <a:pt x="162621" y="309390"/>
                  </a:lnTo>
                  <a:lnTo>
                    <a:pt x="163316" y="310976"/>
                  </a:lnTo>
                  <a:lnTo>
                    <a:pt x="141255" y="318762"/>
                  </a:lnTo>
                  <a:lnTo>
                    <a:pt x="125238" y="321140"/>
                  </a:lnTo>
                  <a:lnTo>
                    <a:pt x="69753" y="329378"/>
                  </a:lnTo>
                  <a:lnTo>
                    <a:pt x="43020" y="327070"/>
                  </a:lnTo>
                  <a:lnTo>
                    <a:pt x="38722" y="273287"/>
                  </a:lnTo>
                  <a:lnTo>
                    <a:pt x="103849" y="263374"/>
                  </a:lnTo>
                  <a:lnTo>
                    <a:pt x="78966" y="195256"/>
                  </a:lnTo>
                  <a:lnTo>
                    <a:pt x="54757" y="202361"/>
                  </a:lnTo>
                  <a:lnTo>
                    <a:pt x="48416" y="193426"/>
                  </a:lnTo>
                  <a:lnTo>
                    <a:pt x="12146" y="142312"/>
                  </a:lnTo>
                  <a:lnTo>
                    <a:pt x="13259" y="132060"/>
                  </a:lnTo>
                  <a:lnTo>
                    <a:pt x="35700" y="95773"/>
                  </a:lnTo>
                  <a:lnTo>
                    <a:pt x="16723" y="42146"/>
                  </a:lnTo>
                  <a:lnTo>
                    <a:pt x="3602" y="41942"/>
                  </a:lnTo>
                  <a:lnTo>
                    <a:pt x="0" y="24929"/>
                  </a:lnTo>
                  <a:lnTo>
                    <a:pt x="26576" y="12575"/>
                  </a:lnTo>
                  <a:lnTo>
                    <a:pt x="53629" y="0"/>
                  </a:lnTo>
                  <a:lnTo>
                    <a:pt x="106843" y="139302"/>
                  </a:lnTo>
                  <a:lnTo>
                    <a:pt x="121718" y="178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g398"/>
            <p:cNvSpPr/>
            <p:nvPr/>
          </p:nvSpPr>
          <p:spPr>
            <a:xfrm>
              <a:off x="2502072" y="2413873"/>
              <a:ext cx="34298" cy="25117"/>
            </a:xfrm>
            <a:custGeom>
              <a:avLst/>
              <a:pathLst>
                <a:path w="34298" h="25117">
                  <a:moveTo>
                    <a:pt x="30612" y="10256"/>
                  </a:moveTo>
                  <a:lnTo>
                    <a:pt x="34298" y="20512"/>
                  </a:lnTo>
                  <a:lnTo>
                    <a:pt x="27950" y="22815"/>
                  </a:lnTo>
                  <a:lnTo>
                    <a:pt x="21602" y="25117"/>
                  </a:lnTo>
                  <a:lnTo>
                    <a:pt x="18326" y="18524"/>
                  </a:lnTo>
                  <a:lnTo>
                    <a:pt x="2252" y="21559"/>
                  </a:lnTo>
                  <a:lnTo>
                    <a:pt x="1126" y="15279"/>
                  </a:lnTo>
                  <a:lnTo>
                    <a:pt x="0" y="9000"/>
                  </a:lnTo>
                  <a:lnTo>
                    <a:pt x="13463" y="4500"/>
                  </a:lnTo>
                  <a:lnTo>
                    <a:pt x="2692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g399"/>
            <p:cNvSpPr/>
            <p:nvPr/>
          </p:nvSpPr>
          <p:spPr>
            <a:xfrm>
              <a:off x="1965848" y="2331950"/>
              <a:ext cx="353023" cy="404649"/>
            </a:xfrm>
            <a:custGeom>
              <a:avLst/>
              <a:pathLst>
                <a:path w="353023" h="404649">
                  <a:moveTo>
                    <a:pt x="304796" y="257572"/>
                  </a:moveTo>
                  <a:lnTo>
                    <a:pt x="301232" y="258218"/>
                  </a:lnTo>
                  <a:lnTo>
                    <a:pt x="294202" y="259494"/>
                  </a:lnTo>
                  <a:lnTo>
                    <a:pt x="291294" y="260021"/>
                  </a:lnTo>
                  <a:lnTo>
                    <a:pt x="289000" y="260837"/>
                  </a:lnTo>
                  <a:lnTo>
                    <a:pt x="290277" y="267072"/>
                  </a:lnTo>
                  <a:lnTo>
                    <a:pt x="291714" y="285033"/>
                  </a:lnTo>
                  <a:lnTo>
                    <a:pt x="293440" y="306607"/>
                  </a:lnTo>
                  <a:lnTo>
                    <a:pt x="295470" y="331982"/>
                  </a:lnTo>
                  <a:lnTo>
                    <a:pt x="291580" y="371124"/>
                  </a:lnTo>
                  <a:lnTo>
                    <a:pt x="291384" y="376328"/>
                  </a:lnTo>
                  <a:lnTo>
                    <a:pt x="273145" y="368868"/>
                  </a:lnTo>
                  <a:lnTo>
                    <a:pt x="255876" y="361584"/>
                  </a:lnTo>
                  <a:lnTo>
                    <a:pt x="253251" y="360476"/>
                  </a:lnTo>
                  <a:lnTo>
                    <a:pt x="249564" y="359512"/>
                  </a:lnTo>
                  <a:lnTo>
                    <a:pt x="229553" y="345766"/>
                  </a:lnTo>
                  <a:lnTo>
                    <a:pt x="201086" y="345912"/>
                  </a:lnTo>
                  <a:lnTo>
                    <a:pt x="180343" y="368578"/>
                  </a:lnTo>
                  <a:lnTo>
                    <a:pt x="176787" y="372464"/>
                  </a:lnTo>
                  <a:lnTo>
                    <a:pt x="161643" y="351670"/>
                  </a:lnTo>
                  <a:lnTo>
                    <a:pt x="155910" y="364647"/>
                  </a:lnTo>
                  <a:lnTo>
                    <a:pt x="114180" y="392228"/>
                  </a:lnTo>
                  <a:lnTo>
                    <a:pt x="88783" y="404649"/>
                  </a:lnTo>
                  <a:lnTo>
                    <a:pt x="77511" y="402340"/>
                  </a:lnTo>
                  <a:lnTo>
                    <a:pt x="43869" y="371555"/>
                  </a:lnTo>
                  <a:lnTo>
                    <a:pt x="26248" y="345354"/>
                  </a:lnTo>
                  <a:lnTo>
                    <a:pt x="16637" y="333890"/>
                  </a:lnTo>
                  <a:lnTo>
                    <a:pt x="14456" y="327375"/>
                  </a:lnTo>
                  <a:lnTo>
                    <a:pt x="10771" y="313313"/>
                  </a:lnTo>
                  <a:lnTo>
                    <a:pt x="0" y="272207"/>
                  </a:lnTo>
                  <a:lnTo>
                    <a:pt x="0" y="0"/>
                  </a:lnTo>
                  <a:lnTo>
                    <a:pt x="4377" y="2926"/>
                  </a:lnTo>
                  <a:lnTo>
                    <a:pt x="10291" y="6879"/>
                  </a:lnTo>
                  <a:lnTo>
                    <a:pt x="16205" y="10833"/>
                  </a:lnTo>
                  <a:lnTo>
                    <a:pt x="22119" y="14786"/>
                  </a:lnTo>
                  <a:lnTo>
                    <a:pt x="28032" y="18740"/>
                  </a:lnTo>
                  <a:lnTo>
                    <a:pt x="33947" y="22693"/>
                  </a:lnTo>
                  <a:lnTo>
                    <a:pt x="39860" y="26646"/>
                  </a:lnTo>
                  <a:lnTo>
                    <a:pt x="45774" y="30600"/>
                  </a:lnTo>
                  <a:lnTo>
                    <a:pt x="51688" y="34553"/>
                  </a:lnTo>
                  <a:lnTo>
                    <a:pt x="57602" y="38507"/>
                  </a:lnTo>
                  <a:lnTo>
                    <a:pt x="63516" y="42460"/>
                  </a:lnTo>
                  <a:lnTo>
                    <a:pt x="69430" y="46414"/>
                  </a:lnTo>
                  <a:lnTo>
                    <a:pt x="75344" y="50367"/>
                  </a:lnTo>
                  <a:lnTo>
                    <a:pt x="81258" y="54321"/>
                  </a:lnTo>
                  <a:lnTo>
                    <a:pt x="87172" y="58274"/>
                  </a:lnTo>
                  <a:lnTo>
                    <a:pt x="93086" y="62228"/>
                  </a:lnTo>
                  <a:lnTo>
                    <a:pt x="98695" y="65977"/>
                  </a:lnTo>
                  <a:lnTo>
                    <a:pt x="98931" y="66260"/>
                  </a:lnTo>
                  <a:lnTo>
                    <a:pt x="103519" y="71755"/>
                  </a:lnTo>
                  <a:lnTo>
                    <a:pt x="108106" y="77249"/>
                  </a:lnTo>
                  <a:lnTo>
                    <a:pt x="112694" y="82743"/>
                  </a:lnTo>
                  <a:lnTo>
                    <a:pt x="117313" y="88276"/>
                  </a:lnTo>
                  <a:lnTo>
                    <a:pt x="119337" y="90699"/>
                  </a:lnTo>
                  <a:lnTo>
                    <a:pt x="122298" y="93294"/>
                  </a:lnTo>
                  <a:lnTo>
                    <a:pt x="127663" y="97994"/>
                  </a:lnTo>
                  <a:lnTo>
                    <a:pt x="133028" y="102695"/>
                  </a:lnTo>
                  <a:lnTo>
                    <a:pt x="138393" y="107396"/>
                  </a:lnTo>
                  <a:lnTo>
                    <a:pt x="138743" y="107703"/>
                  </a:lnTo>
                  <a:lnTo>
                    <a:pt x="144317" y="111326"/>
                  </a:lnTo>
                  <a:lnTo>
                    <a:pt x="150280" y="115201"/>
                  </a:lnTo>
                  <a:lnTo>
                    <a:pt x="156243" y="119077"/>
                  </a:lnTo>
                  <a:lnTo>
                    <a:pt x="162206" y="122953"/>
                  </a:lnTo>
                  <a:lnTo>
                    <a:pt x="168169" y="126828"/>
                  </a:lnTo>
                  <a:lnTo>
                    <a:pt x="174132" y="130704"/>
                  </a:lnTo>
                  <a:lnTo>
                    <a:pt x="180095" y="134579"/>
                  </a:lnTo>
                  <a:lnTo>
                    <a:pt x="186058" y="138455"/>
                  </a:lnTo>
                  <a:lnTo>
                    <a:pt x="192021" y="142331"/>
                  </a:lnTo>
                  <a:lnTo>
                    <a:pt x="197984" y="146206"/>
                  </a:lnTo>
                  <a:lnTo>
                    <a:pt x="203947" y="150082"/>
                  </a:lnTo>
                  <a:lnTo>
                    <a:pt x="209910" y="153957"/>
                  </a:lnTo>
                  <a:lnTo>
                    <a:pt x="215873" y="157833"/>
                  </a:lnTo>
                  <a:lnTo>
                    <a:pt x="221836" y="161709"/>
                  </a:lnTo>
                  <a:lnTo>
                    <a:pt x="227799" y="165584"/>
                  </a:lnTo>
                  <a:lnTo>
                    <a:pt x="233763" y="169460"/>
                  </a:lnTo>
                  <a:lnTo>
                    <a:pt x="239725" y="173335"/>
                  </a:lnTo>
                  <a:lnTo>
                    <a:pt x="245689" y="177211"/>
                  </a:lnTo>
                  <a:lnTo>
                    <a:pt x="251652" y="181087"/>
                  </a:lnTo>
                  <a:lnTo>
                    <a:pt x="257615" y="184962"/>
                  </a:lnTo>
                  <a:lnTo>
                    <a:pt x="263578" y="188838"/>
                  </a:lnTo>
                  <a:lnTo>
                    <a:pt x="269541" y="192713"/>
                  </a:lnTo>
                  <a:lnTo>
                    <a:pt x="275504" y="196589"/>
                  </a:lnTo>
                  <a:lnTo>
                    <a:pt x="281467" y="200465"/>
                  </a:lnTo>
                  <a:lnTo>
                    <a:pt x="287430" y="204340"/>
                  </a:lnTo>
                  <a:lnTo>
                    <a:pt x="293393" y="208216"/>
                  </a:lnTo>
                  <a:lnTo>
                    <a:pt x="299356" y="212092"/>
                  </a:lnTo>
                  <a:lnTo>
                    <a:pt x="305319" y="215967"/>
                  </a:lnTo>
                  <a:lnTo>
                    <a:pt x="311282" y="219843"/>
                  </a:lnTo>
                  <a:lnTo>
                    <a:pt x="317245" y="223718"/>
                  </a:lnTo>
                  <a:lnTo>
                    <a:pt x="322141" y="226901"/>
                  </a:lnTo>
                  <a:lnTo>
                    <a:pt x="325928" y="229361"/>
                  </a:lnTo>
                  <a:lnTo>
                    <a:pt x="330301" y="232204"/>
                  </a:lnTo>
                  <a:lnTo>
                    <a:pt x="340769" y="239008"/>
                  </a:lnTo>
                  <a:lnTo>
                    <a:pt x="341097" y="239221"/>
                  </a:lnTo>
                  <a:lnTo>
                    <a:pt x="347060" y="243096"/>
                  </a:lnTo>
                  <a:lnTo>
                    <a:pt x="353023" y="246972"/>
                  </a:lnTo>
                  <a:lnTo>
                    <a:pt x="348931" y="254741"/>
                  </a:lnTo>
                  <a:lnTo>
                    <a:pt x="345686" y="260902"/>
                  </a:lnTo>
                  <a:lnTo>
                    <a:pt x="334504" y="254725"/>
                  </a:lnTo>
                  <a:lnTo>
                    <a:pt x="332807" y="253952"/>
                  </a:lnTo>
                  <a:lnTo>
                    <a:pt x="330923" y="257502"/>
                  </a:lnTo>
                  <a:lnTo>
                    <a:pt x="317293" y="249488"/>
                  </a:lnTo>
                  <a:lnTo>
                    <a:pt x="314063" y="255687"/>
                  </a:lnTo>
                  <a:lnTo>
                    <a:pt x="312696" y="256007"/>
                  </a:lnTo>
                  <a:lnTo>
                    <a:pt x="310194" y="256593"/>
                  </a:lnTo>
                  <a:lnTo>
                    <a:pt x="307083" y="2571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g400"/>
            <p:cNvSpPr/>
            <p:nvPr/>
          </p:nvSpPr>
          <p:spPr>
            <a:xfrm>
              <a:off x="1965848" y="2962495"/>
              <a:ext cx="25747" cy="53078"/>
            </a:xfrm>
            <a:custGeom>
              <a:avLst/>
              <a:pathLst>
                <a:path w="25747" h="53078">
                  <a:moveTo>
                    <a:pt x="870" y="599"/>
                  </a:moveTo>
                  <a:lnTo>
                    <a:pt x="4424" y="3048"/>
                  </a:lnTo>
                  <a:lnTo>
                    <a:pt x="7978" y="5497"/>
                  </a:lnTo>
                  <a:lnTo>
                    <a:pt x="11532" y="7946"/>
                  </a:lnTo>
                  <a:lnTo>
                    <a:pt x="15086" y="10395"/>
                  </a:lnTo>
                  <a:lnTo>
                    <a:pt x="18640" y="12843"/>
                  </a:lnTo>
                  <a:lnTo>
                    <a:pt x="22193" y="15292"/>
                  </a:lnTo>
                  <a:lnTo>
                    <a:pt x="25747" y="17741"/>
                  </a:lnTo>
                  <a:lnTo>
                    <a:pt x="24117" y="19978"/>
                  </a:lnTo>
                  <a:lnTo>
                    <a:pt x="22517" y="22174"/>
                  </a:lnTo>
                  <a:lnTo>
                    <a:pt x="19287" y="26607"/>
                  </a:lnTo>
                  <a:lnTo>
                    <a:pt x="16058" y="31039"/>
                  </a:lnTo>
                  <a:lnTo>
                    <a:pt x="12828" y="35472"/>
                  </a:lnTo>
                  <a:lnTo>
                    <a:pt x="9598" y="39905"/>
                  </a:lnTo>
                  <a:lnTo>
                    <a:pt x="6368" y="44338"/>
                  </a:lnTo>
                  <a:lnTo>
                    <a:pt x="3138" y="48771"/>
                  </a:lnTo>
                  <a:lnTo>
                    <a:pt x="0" y="5307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g401"/>
            <p:cNvSpPr/>
            <p:nvPr/>
          </p:nvSpPr>
          <p:spPr>
            <a:xfrm>
              <a:off x="1965848" y="2861809"/>
              <a:ext cx="69984" cy="106204"/>
            </a:xfrm>
            <a:custGeom>
              <a:avLst/>
              <a:pathLst>
                <a:path w="69984" h="106204">
                  <a:moveTo>
                    <a:pt x="118" y="0"/>
                  </a:moveTo>
                  <a:lnTo>
                    <a:pt x="2792" y="1813"/>
                  </a:lnTo>
                  <a:lnTo>
                    <a:pt x="6525" y="4345"/>
                  </a:lnTo>
                  <a:lnTo>
                    <a:pt x="10258" y="6877"/>
                  </a:lnTo>
                  <a:lnTo>
                    <a:pt x="13991" y="9409"/>
                  </a:lnTo>
                  <a:lnTo>
                    <a:pt x="17724" y="11941"/>
                  </a:lnTo>
                  <a:lnTo>
                    <a:pt x="21457" y="14473"/>
                  </a:lnTo>
                  <a:lnTo>
                    <a:pt x="25190" y="17005"/>
                  </a:lnTo>
                  <a:lnTo>
                    <a:pt x="28922" y="19536"/>
                  </a:lnTo>
                  <a:lnTo>
                    <a:pt x="32655" y="22068"/>
                  </a:lnTo>
                  <a:lnTo>
                    <a:pt x="36388" y="24600"/>
                  </a:lnTo>
                  <a:lnTo>
                    <a:pt x="40121" y="27132"/>
                  </a:lnTo>
                  <a:lnTo>
                    <a:pt x="43854" y="29664"/>
                  </a:lnTo>
                  <a:lnTo>
                    <a:pt x="47587" y="32196"/>
                  </a:lnTo>
                  <a:lnTo>
                    <a:pt x="51320" y="34728"/>
                  </a:lnTo>
                  <a:lnTo>
                    <a:pt x="55052" y="37260"/>
                  </a:lnTo>
                  <a:lnTo>
                    <a:pt x="58785" y="39792"/>
                  </a:lnTo>
                  <a:lnTo>
                    <a:pt x="62518" y="42324"/>
                  </a:lnTo>
                  <a:lnTo>
                    <a:pt x="66251" y="44856"/>
                  </a:lnTo>
                  <a:lnTo>
                    <a:pt x="69984" y="47388"/>
                  </a:lnTo>
                  <a:lnTo>
                    <a:pt x="68037" y="50483"/>
                  </a:lnTo>
                  <a:lnTo>
                    <a:pt x="66091" y="53579"/>
                  </a:lnTo>
                  <a:lnTo>
                    <a:pt x="64144" y="56675"/>
                  </a:lnTo>
                  <a:lnTo>
                    <a:pt x="62198" y="59770"/>
                  </a:lnTo>
                  <a:lnTo>
                    <a:pt x="60251" y="62866"/>
                  </a:lnTo>
                  <a:lnTo>
                    <a:pt x="58284" y="65994"/>
                  </a:lnTo>
                  <a:lnTo>
                    <a:pt x="54411" y="72152"/>
                  </a:lnTo>
                  <a:lnTo>
                    <a:pt x="53083" y="74264"/>
                  </a:lnTo>
                  <a:lnTo>
                    <a:pt x="50518" y="78344"/>
                  </a:lnTo>
                  <a:lnTo>
                    <a:pt x="49887" y="79347"/>
                  </a:lnTo>
                  <a:lnTo>
                    <a:pt x="48572" y="81439"/>
                  </a:lnTo>
                  <a:lnTo>
                    <a:pt x="45693" y="86017"/>
                  </a:lnTo>
                  <a:lnTo>
                    <a:pt x="43960" y="88773"/>
                  </a:lnTo>
                  <a:lnTo>
                    <a:pt x="40786" y="93821"/>
                  </a:lnTo>
                  <a:lnTo>
                    <a:pt x="38839" y="96917"/>
                  </a:lnTo>
                  <a:lnTo>
                    <a:pt x="37756" y="98640"/>
                  </a:lnTo>
                  <a:lnTo>
                    <a:pt x="36893" y="100013"/>
                  </a:lnTo>
                  <a:lnTo>
                    <a:pt x="34946" y="103108"/>
                  </a:lnTo>
                  <a:lnTo>
                    <a:pt x="32999" y="106204"/>
                  </a:lnTo>
                  <a:lnTo>
                    <a:pt x="28970" y="103418"/>
                  </a:lnTo>
                  <a:lnTo>
                    <a:pt x="24941" y="100631"/>
                  </a:lnTo>
                  <a:lnTo>
                    <a:pt x="20912" y="97845"/>
                  </a:lnTo>
                  <a:lnTo>
                    <a:pt x="17555" y="95524"/>
                  </a:lnTo>
                  <a:lnTo>
                    <a:pt x="14724" y="93566"/>
                  </a:lnTo>
                  <a:lnTo>
                    <a:pt x="10374" y="90558"/>
                  </a:lnTo>
                  <a:lnTo>
                    <a:pt x="4795" y="86700"/>
                  </a:lnTo>
                  <a:lnTo>
                    <a:pt x="1820" y="84643"/>
                  </a:lnTo>
                  <a:lnTo>
                    <a:pt x="0" y="8338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g402"/>
            <p:cNvSpPr/>
            <p:nvPr/>
          </p:nvSpPr>
          <p:spPr>
            <a:xfrm>
              <a:off x="1965848" y="2707332"/>
              <a:ext cx="29548" cy="63343"/>
            </a:xfrm>
            <a:custGeom>
              <a:avLst/>
              <a:pathLst>
                <a:path w="29548" h="63343">
                  <a:moveTo>
                    <a:pt x="3193" y="2186"/>
                  </a:moveTo>
                  <a:lnTo>
                    <a:pt x="8397" y="5750"/>
                  </a:lnTo>
                  <a:lnTo>
                    <a:pt x="15516" y="10624"/>
                  </a:lnTo>
                  <a:lnTo>
                    <a:pt x="19843" y="13587"/>
                  </a:lnTo>
                  <a:lnTo>
                    <a:pt x="24522" y="16791"/>
                  </a:lnTo>
                  <a:lnTo>
                    <a:pt x="26947" y="18451"/>
                  </a:lnTo>
                  <a:lnTo>
                    <a:pt x="29548" y="20232"/>
                  </a:lnTo>
                  <a:lnTo>
                    <a:pt x="25113" y="26703"/>
                  </a:lnTo>
                  <a:lnTo>
                    <a:pt x="22432" y="30615"/>
                  </a:lnTo>
                  <a:lnTo>
                    <a:pt x="20900" y="32851"/>
                  </a:lnTo>
                  <a:lnTo>
                    <a:pt x="18017" y="37057"/>
                  </a:lnTo>
                  <a:lnTo>
                    <a:pt x="15134" y="41263"/>
                  </a:lnTo>
                  <a:lnTo>
                    <a:pt x="12251" y="45469"/>
                  </a:lnTo>
                  <a:lnTo>
                    <a:pt x="9368" y="49675"/>
                  </a:lnTo>
                  <a:lnTo>
                    <a:pt x="6485" y="53881"/>
                  </a:lnTo>
                  <a:lnTo>
                    <a:pt x="3602" y="58087"/>
                  </a:lnTo>
                  <a:lnTo>
                    <a:pt x="719" y="62293"/>
                  </a:lnTo>
                  <a:lnTo>
                    <a:pt x="0" y="6334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g403"/>
            <p:cNvSpPr/>
            <p:nvPr/>
          </p:nvSpPr>
          <p:spPr>
            <a:xfrm>
              <a:off x="1965848" y="2734100"/>
              <a:ext cx="80141" cy="123493"/>
            </a:xfrm>
            <a:custGeom>
              <a:avLst/>
              <a:pathLst>
                <a:path w="80141" h="123493">
                  <a:moveTo>
                    <a:pt x="4402" y="49943"/>
                  </a:moveTo>
                  <a:lnTo>
                    <a:pt x="5189" y="48765"/>
                  </a:lnTo>
                  <a:lnTo>
                    <a:pt x="8899" y="43206"/>
                  </a:lnTo>
                  <a:lnTo>
                    <a:pt x="12735" y="37457"/>
                  </a:lnTo>
                  <a:lnTo>
                    <a:pt x="16902" y="31214"/>
                  </a:lnTo>
                  <a:lnTo>
                    <a:pt x="21376" y="24511"/>
                  </a:lnTo>
                  <a:lnTo>
                    <a:pt x="27156" y="15849"/>
                  </a:lnTo>
                  <a:lnTo>
                    <a:pt x="29772" y="11929"/>
                  </a:lnTo>
                  <a:lnTo>
                    <a:pt x="32871" y="7287"/>
                  </a:lnTo>
                  <a:lnTo>
                    <a:pt x="37734" y="0"/>
                  </a:lnTo>
                  <a:lnTo>
                    <a:pt x="43792" y="4282"/>
                  </a:lnTo>
                  <a:lnTo>
                    <a:pt x="49850" y="8565"/>
                  </a:lnTo>
                  <a:lnTo>
                    <a:pt x="55908" y="12848"/>
                  </a:lnTo>
                  <a:lnTo>
                    <a:pt x="61967" y="17131"/>
                  </a:lnTo>
                  <a:lnTo>
                    <a:pt x="68025" y="21413"/>
                  </a:lnTo>
                  <a:lnTo>
                    <a:pt x="74083" y="25696"/>
                  </a:lnTo>
                  <a:lnTo>
                    <a:pt x="77099" y="27828"/>
                  </a:lnTo>
                  <a:lnTo>
                    <a:pt x="80141" y="29979"/>
                  </a:lnTo>
                  <a:lnTo>
                    <a:pt x="78814" y="31951"/>
                  </a:lnTo>
                  <a:lnTo>
                    <a:pt x="76997" y="34654"/>
                  </a:lnTo>
                  <a:lnTo>
                    <a:pt x="70709" y="44006"/>
                  </a:lnTo>
                  <a:lnTo>
                    <a:pt x="67564" y="48682"/>
                  </a:lnTo>
                  <a:lnTo>
                    <a:pt x="65216" y="52174"/>
                  </a:lnTo>
                  <a:lnTo>
                    <a:pt x="61332" y="57950"/>
                  </a:lnTo>
                  <a:lnTo>
                    <a:pt x="60002" y="59928"/>
                  </a:lnTo>
                  <a:lnTo>
                    <a:pt x="55148" y="67146"/>
                  </a:lnTo>
                  <a:lnTo>
                    <a:pt x="52102" y="71676"/>
                  </a:lnTo>
                  <a:lnTo>
                    <a:pt x="51290" y="72884"/>
                  </a:lnTo>
                  <a:lnTo>
                    <a:pt x="48700" y="76736"/>
                  </a:lnTo>
                  <a:lnTo>
                    <a:pt x="45556" y="81412"/>
                  </a:lnTo>
                  <a:lnTo>
                    <a:pt x="42001" y="86697"/>
                  </a:lnTo>
                  <a:lnTo>
                    <a:pt x="36123" y="95439"/>
                  </a:lnTo>
                  <a:lnTo>
                    <a:pt x="32979" y="100115"/>
                  </a:lnTo>
                  <a:lnTo>
                    <a:pt x="31540" y="102254"/>
                  </a:lnTo>
                  <a:lnTo>
                    <a:pt x="29835" y="104790"/>
                  </a:lnTo>
                  <a:lnTo>
                    <a:pt x="26691" y="109466"/>
                  </a:lnTo>
                  <a:lnTo>
                    <a:pt x="23547" y="114142"/>
                  </a:lnTo>
                  <a:lnTo>
                    <a:pt x="20403" y="118818"/>
                  </a:lnTo>
                  <a:lnTo>
                    <a:pt x="17258" y="123493"/>
                  </a:lnTo>
                  <a:lnTo>
                    <a:pt x="12932" y="120420"/>
                  </a:lnTo>
                  <a:lnTo>
                    <a:pt x="9179" y="117754"/>
                  </a:lnTo>
                  <a:lnTo>
                    <a:pt x="7344" y="116451"/>
                  </a:lnTo>
                  <a:lnTo>
                    <a:pt x="4652" y="114539"/>
                  </a:lnTo>
                  <a:lnTo>
                    <a:pt x="0" y="111234"/>
                  </a:lnTo>
                  <a:lnTo>
                    <a:pt x="0" y="56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g404"/>
            <p:cNvSpPr/>
            <p:nvPr/>
          </p:nvSpPr>
          <p:spPr>
            <a:xfrm>
              <a:off x="1994130" y="2768238"/>
              <a:ext cx="115623" cy="129126"/>
            </a:xfrm>
            <a:custGeom>
              <a:avLst/>
              <a:pathLst>
                <a:path w="115623" h="129126">
                  <a:moveTo>
                    <a:pt x="68566" y="3843"/>
                  </a:moveTo>
                  <a:lnTo>
                    <a:pt x="69988" y="4772"/>
                  </a:lnTo>
                  <a:lnTo>
                    <a:pt x="74448" y="7686"/>
                  </a:lnTo>
                  <a:lnTo>
                    <a:pt x="84224" y="14074"/>
                  </a:lnTo>
                  <a:lnTo>
                    <a:pt x="89372" y="17438"/>
                  </a:lnTo>
                  <a:lnTo>
                    <a:pt x="92094" y="19217"/>
                  </a:lnTo>
                  <a:lnTo>
                    <a:pt x="98102" y="23142"/>
                  </a:lnTo>
                  <a:lnTo>
                    <a:pt x="108635" y="30024"/>
                  </a:lnTo>
                  <a:lnTo>
                    <a:pt x="109741" y="30747"/>
                  </a:lnTo>
                  <a:lnTo>
                    <a:pt x="115623" y="34590"/>
                  </a:lnTo>
                  <a:lnTo>
                    <a:pt x="113279" y="38039"/>
                  </a:lnTo>
                  <a:lnTo>
                    <a:pt x="111093" y="41256"/>
                  </a:lnTo>
                  <a:lnTo>
                    <a:pt x="108885" y="44506"/>
                  </a:lnTo>
                  <a:lnTo>
                    <a:pt x="107600" y="46397"/>
                  </a:lnTo>
                  <a:lnTo>
                    <a:pt x="104125" y="51512"/>
                  </a:lnTo>
                  <a:lnTo>
                    <a:pt x="102109" y="54479"/>
                  </a:lnTo>
                  <a:lnTo>
                    <a:pt x="101348" y="55598"/>
                  </a:lnTo>
                  <a:lnTo>
                    <a:pt x="98514" y="59770"/>
                  </a:lnTo>
                  <a:lnTo>
                    <a:pt x="95481" y="64232"/>
                  </a:lnTo>
                  <a:lnTo>
                    <a:pt x="91832" y="69603"/>
                  </a:lnTo>
                  <a:lnTo>
                    <a:pt x="89453" y="73105"/>
                  </a:lnTo>
                  <a:lnTo>
                    <a:pt x="84695" y="80107"/>
                  </a:lnTo>
                  <a:lnTo>
                    <a:pt x="82316" y="83609"/>
                  </a:lnTo>
                  <a:lnTo>
                    <a:pt x="79937" y="87110"/>
                  </a:lnTo>
                  <a:lnTo>
                    <a:pt x="77920" y="90078"/>
                  </a:lnTo>
                  <a:lnTo>
                    <a:pt x="75750" y="93272"/>
                  </a:lnTo>
                  <a:lnTo>
                    <a:pt x="73492" y="96596"/>
                  </a:lnTo>
                  <a:lnTo>
                    <a:pt x="72509" y="98042"/>
                  </a:lnTo>
                  <a:lnTo>
                    <a:pt x="70420" y="101115"/>
                  </a:lnTo>
                  <a:lnTo>
                    <a:pt x="65662" y="108118"/>
                  </a:lnTo>
                  <a:lnTo>
                    <a:pt x="64038" y="110509"/>
                  </a:lnTo>
                  <a:lnTo>
                    <a:pt x="63283" y="111619"/>
                  </a:lnTo>
                  <a:lnTo>
                    <a:pt x="58874" y="118109"/>
                  </a:lnTo>
                  <a:lnTo>
                    <a:pt x="56146" y="122123"/>
                  </a:lnTo>
                  <a:lnTo>
                    <a:pt x="54985" y="123832"/>
                  </a:lnTo>
                  <a:lnTo>
                    <a:pt x="53767" y="125625"/>
                  </a:lnTo>
                  <a:lnTo>
                    <a:pt x="51388" y="129126"/>
                  </a:lnTo>
                  <a:lnTo>
                    <a:pt x="38541" y="119997"/>
                  </a:lnTo>
                  <a:lnTo>
                    <a:pt x="25694" y="110869"/>
                  </a:lnTo>
                  <a:lnTo>
                    <a:pt x="12847" y="101740"/>
                  </a:lnTo>
                  <a:lnTo>
                    <a:pt x="6617" y="97314"/>
                  </a:lnTo>
                  <a:lnTo>
                    <a:pt x="0" y="92611"/>
                  </a:lnTo>
                  <a:lnTo>
                    <a:pt x="1564" y="90299"/>
                  </a:lnTo>
                  <a:lnTo>
                    <a:pt x="2725" y="88585"/>
                  </a:lnTo>
                  <a:lnTo>
                    <a:pt x="5450" y="84558"/>
                  </a:lnTo>
                  <a:lnTo>
                    <a:pt x="8176" y="80532"/>
                  </a:lnTo>
                  <a:lnTo>
                    <a:pt x="10901" y="76505"/>
                  </a:lnTo>
                  <a:lnTo>
                    <a:pt x="13626" y="72478"/>
                  </a:lnTo>
                  <a:lnTo>
                    <a:pt x="16352" y="68452"/>
                  </a:lnTo>
                  <a:lnTo>
                    <a:pt x="19077" y="64425"/>
                  </a:lnTo>
                  <a:lnTo>
                    <a:pt x="21803" y="60399"/>
                  </a:lnTo>
                  <a:lnTo>
                    <a:pt x="24528" y="56372"/>
                  </a:lnTo>
                  <a:lnTo>
                    <a:pt x="27254" y="52345"/>
                  </a:lnTo>
                  <a:lnTo>
                    <a:pt x="29979" y="48319"/>
                  </a:lnTo>
                  <a:lnTo>
                    <a:pt x="32704" y="44292"/>
                  </a:lnTo>
                  <a:lnTo>
                    <a:pt x="35430" y="40266"/>
                  </a:lnTo>
                  <a:lnTo>
                    <a:pt x="38155" y="36239"/>
                  </a:lnTo>
                  <a:lnTo>
                    <a:pt x="40881" y="32212"/>
                  </a:lnTo>
                  <a:lnTo>
                    <a:pt x="44402" y="27010"/>
                  </a:lnTo>
                  <a:lnTo>
                    <a:pt x="46332" y="24159"/>
                  </a:lnTo>
                  <a:lnTo>
                    <a:pt x="49057" y="20133"/>
                  </a:lnTo>
                  <a:lnTo>
                    <a:pt x="51782" y="16106"/>
                  </a:lnTo>
                  <a:lnTo>
                    <a:pt x="54508" y="12079"/>
                  </a:lnTo>
                  <a:lnTo>
                    <a:pt x="57233" y="8053"/>
                  </a:lnTo>
                  <a:lnTo>
                    <a:pt x="59959" y="4026"/>
                  </a:lnTo>
                  <a:lnTo>
                    <a:pt x="62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g405"/>
            <p:cNvSpPr/>
            <p:nvPr/>
          </p:nvSpPr>
          <p:spPr>
            <a:xfrm>
              <a:off x="2289454" y="2504237"/>
              <a:ext cx="68782" cy="71753"/>
            </a:xfrm>
            <a:custGeom>
              <a:avLst/>
              <a:pathLst>
                <a:path w="68782" h="71753">
                  <a:moveTo>
                    <a:pt x="9779" y="30167"/>
                  </a:moveTo>
                  <a:lnTo>
                    <a:pt x="19559" y="15083"/>
                  </a:lnTo>
                  <a:lnTo>
                    <a:pt x="23164" y="9523"/>
                  </a:lnTo>
                  <a:lnTo>
                    <a:pt x="29338" y="0"/>
                  </a:lnTo>
                  <a:lnTo>
                    <a:pt x="32096" y="1795"/>
                  </a:lnTo>
                  <a:lnTo>
                    <a:pt x="34269" y="3209"/>
                  </a:lnTo>
                  <a:lnTo>
                    <a:pt x="39199" y="6418"/>
                  </a:lnTo>
                  <a:lnTo>
                    <a:pt x="44130" y="9627"/>
                  </a:lnTo>
                  <a:lnTo>
                    <a:pt x="49060" y="12836"/>
                  </a:lnTo>
                  <a:lnTo>
                    <a:pt x="53991" y="16045"/>
                  </a:lnTo>
                  <a:lnTo>
                    <a:pt x="58921" y="19254"/>
                  </a:lnTo>
                  <a:lnTo>
                    <a:pt x="63851" y="22463"/>
                  </a:lnTo>
                  <a:lnTo>
                    <a:pt x="68782" y="25672"/>
                  </a:lnTo>
                  <a:lnTo>
                    <a:pt x="65034" y="31739"/>
                  </a:lnTo>
                  <a:lnTo>
                    <a:pt x="61665" y="37192"/>
                  </a:lnTo>
                  <a:lnTo>
                    <a:pt x="54548" y="48713"/>
                  </a:lnTo>
                  <a:lnTo>
                    <a:pt x="47431" y="60233"/>
                  </a:lnTo>
                  <a:lnTo>
                    <a:pt x="40314" y="71753"/>
                  </a:lnTo>
                  <a:lnTo>
                    <a:pt x="35835" y="68809"/>
                  </a:lnTo>
                  <a:lnTo>
                    <a:pt x="31355" y="65864"/>
                  </a:lnTo>
                  <a:lnTo>
                    <a:pt x="26876" y="62919"/>
                  </a:lnTo>
                  <a:lnTo>
                    <a:pt x="22397" y="59974"/>
                  </a:lnTo>
                  <a:lnTo>
                    <a:pt x="17917" y="57029"/>
                  </a:lnTo>
                  <a:lnTo>
                    <a:pt x="13438" y="54085"/>
                  </a:lnTo>
                  <a:lnTo>
                    <a:pt x="8958" y="51140"/>
                  </a:lnTo>
                  <a:lnTo>
                    <a:pt x="4479" y="48195"/>
                  </a:lnTo>
                  <a:lnTo>
                    <a:pt x="2477" y="46879"/>
                  </a:lnTo>
                  <a:lnTo>
                    <a:pt x="0" y="452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g406"/>
            <p:cNvSpPr/>
            <p:nvPr/>
          </p:nvSpPr>
          <p:spPr>
            <a:xfrm>
              <a:off x="2339215" y="2532789"/>
              <a:ext cx="70657" cy="48931"/>
            </a:xfrm>
            <a:custGeom>
              <a:avLst/>
              <a:pathLst>
                <a:path w="70657" h="48931">
                  <a:moveTo>
                    <a:pt x="4149" y="41550"/>
                  </a:moveTo>
                  <a:lnTo>
                    <a:pt x="8299" y="34625"/>
                  </a:lnTo>
                  <a:lnTo>
                    <a:pt x="12449" y="27700"/>
                  </a:lnTo>
                  <a:lnTo>
                    <a:pt x="16599" y="20775"/>
                  </a:lnTo>
                  <a:lnTo>
                    <a:pt x="20749" y="13850"/>
                  </a:lnTo>
                  <a:lnTo>
                    <a:pt x="24899" y="6925"/>
                  </a:lnTo>
                  <a:lnTo>
                    <a:pt x="26707" y="3908"/>
                  </a:lnTo>
                  <a:lnTo>
                    <a:pt x="29049" y="0"/>
                  </a:lnTo>
                  <a:lnTo>
                    <a:pt x="41042" y="6371"/>
                  </a:lnTo>
                  <a:lnTo>
                    <a:pt x="49853" y="11051"/>
                  </a:lnTo>
                  <a:lnTo>
                    <a:pt x="70657" y="22103"/>
                  </a:lnTo>
                  <a:lnTo>
                    <a:pt x="61218" y="32488"/>
                  </a:lnTo>
                  <a:lnTo>
                    <a:pt x="49620" y="38897"/>
                  </a:lnTo>
                  <a:lnTo>
                    <a:pt x="44685" y="41625"/>
                  </a:lnTo>
                  <a:lnTo>
                    <a:pt x="18320" y="48931"/>
                  </a:lnTo>
                  <a:lnTo>
                    <a:pt x="0" y="484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g407"/>
            <p:cNvSpPr/>
            <p:nvPr/>
          </p:nvSpPr>
          <p:spPr>
            <a:xfrm>
              <a:off x="2287729" y="2589714"/>
              <a:ext cx="92737" cy="151357"/>
            </a:xfrm>
            <a:custGeom>
              <a:avLst/>
              <a:pathLst>
                <a:path w="92737" h="151357">
                  <a:moveTo>
                    <a:pt x="5544" y="45486"/>
                  </a:moveTo>
                  <a:lnTo>
                    <a:pt x="3696" y="35830"/>
                  </a:lnTo>
                  <a:lnTo>
                    <a:pt x="2445" y="29293"/>
                  </a:lnTo>
                  <a:lnTo>
                    <a:pt x="1073" y="22125"/>
                  </a:lnTo>
                  <a:lnTo>
                    <a:pt x="0" y="16519"/>
                  </a:lnTo>
                  <a:lnTo>
                    <a:pt x="12774" y="12051"/>
                  </a:lnTo>
                  <a:lnTo>
                    <a:pt x="23614" y="8259"/>
                  </a:lnTo>
                  <a:lnTo>
                    <a:pt x="47228" y="0"/>
                  </a:lnTo>
                  <a:lnTo>
                    <a:pt x="49192" y="6165"/>
                  </a:lnTo>
                  <a:lnTo>
                    <a:pt x="50072" y="8929"/>
                  </a:lnTo>
                  <a:lnTo>
                    <a:pt x="52916" y="17857"/>
                  </a:lnTo>
                  <a:lnTo>
                    <a:pt x="55761" y="26786"/>
                  </a:lnTo>
                  <a:lnTo>
                    <a:pt x="58605" y="35715"/>
                  </a:lnTo>
                  <a:lnTo>
                    <a:pt x="61450" y="44644"/>
                  </a:lnTo>
                  <a:lnTo>
                    <a:pt x="64294" y="53573"/>
                  </a:lnTo>
                  <a:lnTo>
                    <a:pt x="67138" y="62502"/>
                  </a:lnTo>
                  <a:lnTo>
                    <a:pt x="69983" y="71431"/>
                  </a:lnTo>
                  <a:lnTo>
                    <a:pt x="72827" y="80359"/>
                  </a:lnTo>
                  <a:lnTo>
                    <a:pt x="75671" y="89288"/>
                  </a:lnTo>
                  <a:lnTo>
                    <a:pt x="78516" y="98217"/>
                  </a:lnTo>
                  <a:lnTo>
                    <a:pt x="81360" y="107146"/>
                  </a:lnTo>
                  <a:lnTo>
                    <a:pt x="84204" y="116075"/>
                  </a:lnTo>
                  <a:lnTo>
                    <a:pt x="87049" y="125004"/>
                  </a:lnTo>
                  <a:lnTo>
                    <a:pt x="89893" y="133932"/>
                  </a:lnTo>
                  <a:lnTo>
                    <a:pt x="92737" y="142861"/>
                  </a:lnTo>
                  <a:lnTo>
                    <a:pt x="80593" y="147109"/>
                  </a:lnTo>
                  <a:lnTo>
                    <a:pt x="68449" y="151357"/>
                  </a:lnTo>
                  <a:lnTo>
                    <a:pt x="46853" y="149862"/>
                  </a:lnTo>
                  <a:lnTo>
                    <a:pt x="39447" y="146804"/>
                  </a:lnTo>
                  <a:lnTo>
                    <a:pt x="26581" y="141490"/>
                  </a:lnTo>
                  <a:lnTo>
                    <a:pt x="24460" y="131893"/>
                  </a:lnTo>
                  <a:lnTo>
                    <a:pt x="22339" y="122296"/>
                  </a:lnTo>
                  <a:lnTo>
                    <a:pt x="20218" y="112700"/>
                  </a:lnTo>
                  <a:lnTo>
                    <a:pt x="18097" y="103103"/>
                  </a:lnTo>
                  <a:lnTo>
                    <a:pt x="15976" y="93506"/>
                  </a:lnTo>
                  <a:lnTo>
                    <a:pt x="13855" y="83910"/>
                  </a:lnTo>
                  <a:lnTo>
                    <a:pt x="11734" y="74313"/>
                  </a:lnTo>
                  <a:lnTo>
                    <a:pt x="9613" y="64716"/>
                  </a:lnTo>
                  <a:lnTo>
                    <a:pt x="7492" y="55120"/>
                  </a:lnTo>
                  <a:lnTo>
                    <a:pt x="6719" y="516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g408"/>
            <p:cNvSpPr/>
            <p:nvPr/>
          </p:nvSpPr>
          <p:spPr>
            <a:xfrm>
              <a:off x="2341096" y="2585579"/>
              <a:ext cx="119527" cy="164504"/>
            </a:xfrm>
            <a:custGeom>
              <a:avLst/>
              <a:pathLst>
                <a:path w="119527" h="164504">
                  <a:moveTo>
                    <a:pt x="22082" y="2068"/>
                  </a:moveTo>
                  <a:lnTo>
                    <a:pt x="25060" y="1072"/>
                  </a:lnTo>
                  <a:lnTo>
                    <a:pt x="28664" y="9277"/>
                  </a:lnTo>
                  <a:lnTo>
                    <a:pt x="50930" y="0"/>
                  </a:lnTo>
                  <a:lnTo>
                    <a:pt x="53430" y="5189"/>
                  </a:lnTo>
                  <a:lnTo>
                    <a:pt x="54741" y="7911"/>
                  </a:lnTo>
                  <a:lnTo>
                    <a:pt x="58552" y="15823"/>
                  </a:lnTo>
                  <a:lnTo>
                    <a:pt x="62363" y="23735"/>
                  </a:lnTo>
                  <a:lnTo>
                    <a:pt x="66174" y="31647"/>
                  </a:lnTo>
                  <a:lnTo>
                    <a:pt x="69985" y="39559"/>
                  </a:lnTo>
                  <a:lnTo>
                    <a:pt x="73796" y="47471"/>
                  </a:lnTo>
                  <a:lnTo>
                    <a:pt x="77607" y="55382"/>
                  </a:lnTo>
                  <a:lnTo>
                    <a:pt x="81418" y="63294"/>
                  </a:lnTo>
                  <a:lnTo>
                    <a:pt x="85229" y="71206"/>
                  </a:lnTo>
                  <a:lnTo>
                    <a:pt x="89040" y="79118"/>
                  </a:lnTo>
                  <a:lnTo>
                    <a:pt x="92851" y="87030"/>
                  </a:lnTo>
                  <a:lnTo>
                    <a:pt x="96662" y="94942"/>
                  </a:lnTo>
                  <a:lnTo>
                    <a:pt x="100473" y="102854"/>
                  </a:lnTo>
                  <a:lnTo>
                    <a:pt x="104283" y="110765"/>
                  </a:lnTo>
                  <a:lnTo>
                    <a:pt x="108094" y="118677"/>
                  </a:lnTo>
                  <a:lnTo>
                    <a:pt x="111905" y="126589"/>
                  </a:lnTo>
                  <a:lnTo>
                    <a:pt x="115716" y="134501"/>
                  </a:lnTo>
                  <a:lnTo>
                    <a:pt x="119527" y="142413"/>
                  </a:lnTo>
                  <a:lnTo>
                    <a:pt x="81943" y="162016"/>
                  </a:lnTo>
                  <a:lnTo>
                    <a:pt x="60280" y="164504"/>
                  </a:lnTo>
                  <a:lnTo>
                    <a:pt x="57568" y="157887"/>
                  </a:lnTo>
                  <a:lnTo>
                    <a:pt x="57277" y="157178"/>
                  </a:lnTo>
                  <a:lnTo>
                    <a:pt x="54274" y="149851"/>
                  </a:lnTo>
                  <a:lnTo>
                    <a:pt x="51271" y="142525"/>
                  </a:lnTo>
                  <a:lnTo>
                    <a:pt x="48267" y="135198"/>
                  </a:lnTo>
                  <a:lnTo>
                    <a:pt x="45264" y="127871"/>
                  </a:lnTo>
                  <a:lnTo>
                    <a:pt x="42261" y="120545"/>
                  </a:lnTo>
                  <a:lnTo>
                    <a:pt x="40114" y="115307"/>
                  </a:lnTo>
                  <a:lnTo>
                    <a:pt x="39304" y="113170"/>
                  </a:lnTo>
                  <a:lnTo>
                    <a:pt x="36497" y="105762"/>
                  </a:lnTo>
                  <a:lnTo>
                    <a:pt x="33689" y="98353"/>
                  </a:lnTo>
                  <a:lnTo>
                    <a:pt x="30882" y="90945"/>
                  </a:lnTo>
                  <a:lnTo>
                    <a:pt x="28074" y="83537"/>
                  </a:lnTo>
                  <a:lnTo>
                    <a:pt x="25267" y="76129"/>
                  </a:lnTo>
                  <a:lnTo>
                    <a:pt x="22459" y="68720"/>
                  </a:lnTo>
                  <a:lnTo>
                    <a:pt x="19652" y="61312"/>
                  </a:lnTo>
                  <a:lnTo>
                    <a:pt x="16844" y="53904"/>
                  </a:lnTo>
                  <a:lnTo>
                    <a:pt x="14037" y="46496"/>
                  </a:lnTo>
                  <a:lnTo>
                    <a:pt x="11230" y="39087"/>
                  </a:lnTo>
                  <a:lnTo>
                    <a:pt x="8422" y="31679"/>
                  </a:lnTo>
                  <a:lnTo>
                    <a:pt x="5614" y="24271"/>
                  </a:lnTo>
                  <a:lnTo>
                    <a:pt x="2807" y="16862"/>
                  </a:lnTo>
                  <a:lnTo>
                    <a:pt x="1822" y="14263"/>
                  </a:lnTo>
                  <a:lnTo>
                    <a:pt x="0" y="9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g409"/>
            <p:cNvSpPr/>
            <p:nvPr/>
          </p:nvSpPr>
          <p:spPr>
            <a:xfrm>
              <a:off x="2390429" y="2548850"/>
              <a:ext cx="129410" cy="162780"/>
            </a:xfrm>
            <a:custGeom>
              <a:avLst/>
              <a:pathLst>
                <a:path w="129410" h="162780">
                  <a:moveTo>
                    <a:pt x="46807" y="6503"/>
                  </a:moveTo>
                  <a:lnTo>
                    <a:pt x="48580" y="9608"/>
                  </a:lnTo>
                  <a:lnTo>
                    <a:pt x="50000" y="12095"/>
                  </a:lnTo>
                  <a:lnTo>
                    <a:pt x="53452" y="18143"/>
                  </a:lnTo>
                  <a:lnTo>
                    <a:pt x="56905" y="24191"/>
                  </a:lnTo>
                  <a:lnTo>
                    <a:pt x="60358" y="30239"/>
                  </a:lnTo>
                  <a:lnTo>
                    <a:pt x="63810" y="36287"/>
                  </a:lnTo>
                  <a:lnTo>
                    <a:pt x="67263" y="42335"/>
                  </a:lnTo>
                  <a:lnTo>
                    <a:pt x="70716" y="48383"/>
                  </a:lnTo>
                  <a:lnTo>
                    <a:pt x="74168" y="54431"/>
                  </a:lnTo>
                  <a:lnTo>
                    <a:pt x="77621" y="60479"/>
                  </a:lnTo>
                  <a:lnTo>
                    <a:pt x="81073" y="66526"/>
                  </a:lnTo>
                  <a:lnTo>
                    <a:pt x="84526" y="72574"/>
                  </a:lnTo>
                  <a:lnTo>
                    <a:pt x="87979" y="78622"/>
                  </a:lnTo>
                  <a:lnTo>
                    <a:pt x="91431" y="84670"/>
                  </a:lnTo>
                  <a:lnTo>
                    <a:pt x="94884" y="90718"/>
                  </a:lnTo>
                  <a:lnTo>
                    <a:pt x="98336" y="96766"/>
                  </a:lnTo>
                  <a:lnTo>
                    <a:pt x="101789" y="102814"/>
                  </a:lnTo>
                  <a:lnTo>
                    <a:pt x="105242" y="108862"/>
                  </a:lnTo>
                  <a:lnTo>
                    <a:pt x="108694" y="114910"/>
                  </a:lnTo>
                  <a:lnTo>
                    <a:pt x="112147" y="120958"/>
                  </a:lnTo>
                  <a:lnTo>
                    <a:pt x="115599" y="127006"/>
                  </a:lnTo>
                  <a:lnTo>
                    <a:pt x="119052" y="133053"/>
                  </a:lnTo>
                  <a:lnTo>
                    <a:pt x="122505" y="139101"/>
                  </a:lnTo>
                  <a:lnTo>
                    <a:pt x="125957" y="145149"/>
                  </a:lnTo>
                  <a:lnTo>
                    <a:pt x="129410" y="151197"/>
                  </a:lnTo>
                  <a:lnTo>
                    <a:pt x="106942" y="162780"/>
                  </a:lnTo>
                  <a:lnTo>
                    <a:pt x="90941" y="133179"/>
                  </a:lnTo>
                  <a:lnTo>
                    <a:pt x="80488" y="136794"/>
                  </a:lnTo>
                  <a:lnTo>
                    <a:pt x="56261" y="145172"/>
                  </a:lnTo>
                  <a:lnTo>
                    <a:pt x="52745" y="137795"/>
                  </a:lnTo>
                  <a:lnTo>
                    <a:pt x="49228" y="130418"/>
                  </a:lnTo>
                  <a:lnTo>
                    <a:pt x="45712" y="123041"/>
                  </a:lnTo>
                  <a:lnTo>
                    <a:pt x="42196" y="115664"/>
                  </a:lnTo>
                  <a:lnTo>
                    <a:pt x="38679" y="108287"/>
                  </a:lnTo>
                  <a:lnTo>
                    <a:pt x="35163" y="100910"/>
                  </a:lnTo>
                  <a:lnTo>
                    <a:pt x="31647" y="93534"/>
                  </a:lnTo>
                  <a:lnTo>
                    <a:pt x="28130" y="86156"/>
                  </a:lnTo>
                  <a:lnTo>
                    <a:pt x="24614" y="78780"/>
                  </a:lnTo>
                  <a:lnTo>
                    <a:pt x="21098" y="71403"/>
                  </a:lnTo>
                  <a:lnTo>
                    <a:pt x="17581" y="64026"/>
                  </a:lnTo>
                  <a:lnTo>
                    <a:pt x="14065" y="56649"/>
                  </a:lnTo>
                  <a:lnTo>
                    <a:pt x="10549" y="49272"/>
                  </a:lnTo>
                  <a:lnTo>
                    <a:pt x="7032" y="41895"/>
                  </a:lnTo>
                  <a:lnTo>
                    <a:pt x="3516" y="34518"/>
                  </a:lnTo>
                  <a:lnTo>
                    <a:pt x="2405" y="32187"/>
                  </a:lnTo>
                  <a:lnTo>
                    <a:pt x="0" y="27141"/>
                  </a:lnTo>
                  <a:lnTo>
                    <a:pt x="23908" y="12083"/>
                  </a:lnTo>
                  <a:lnTo>
                    <a:pt x="4309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g410"/>
            <p:cNvSpPr/>
            <p:nvPr/>
          </p:nvSpPr>
          <p:spPr>
            <a:xfrm>
              <a:off x="2443374" y="2510162"/>
              <a:ext cx="82594" cy="116874"/>
            </a:xfrm>
            <a:custGeom>
              <a:avLst/>
              <a:pathLst>
                <a:path w="82594" h="116874">
                  <a:moveTo>
                    <a:pt x="61281" y="49646"/>
                  </a:moveTo>
                  <a:lnTo>
                    <a:pt x="82594" y="85743"/>
                  </a:lnTo>
                  <a:lnTo>
                    <a:pt x="61616" y="101309"/>
                  </a:lnTo>
                  <a:lnTo>
                    <a:pt x="40638" y="116874"/>
                  </a:lnTo>
                  <a:lnTo>
                    <a:pt x="35422" y="107275"/>
                  </a:lnTo>
                  <a:lnTo>
                    <a:pt x="29653" y="96655"/>
                  </a:lnTo>
                  <a:lnTo>
                    <a:pt x="23907" y="86080"/>
                  </a:lnTo>
                  <a:lnTo>
                    <a:pt x="21454" y="81566"/>
                  </a:lnTo>
                  <a:lnTo>
                    <a:pt x="19692" y="78322"/>
                  </a:lnTo>
                  <a:lnTo>
                    <a:pt x="16143" y="71791"/>
                  </a:lnTo>
                  <a:lnTo>
                    <a:pt x="14144" y="68112"/>
                  </a:lnTo>
                  <a:lnTo>
                    <a:pt x="9784" y="60087"/>
                  </a:lnTo>
                  <a:lnTo>
                    <a:pt x="5743" y="52649"/>
                  </a:lnTo>
                  <a:lnTo>
                    <a:pt x="0" y="42078"/>
                  </a:lnTo>
                  <a:lnTo>
                    <a:pt x="26048" y="21361"/>
                  </a:lnTo>
                  <a:lnTo>
                    <a:pt x="27861" y="19920"/>
                  </a:lnTo>
                  <a:lnTo>
                    <a:pt x="70947" y="0"/>
                  </a:lnTo>
                  <a:lnTo>
                    <a:pt x="73529" y="4864"/>
                  </a:lnTo>
                  <a:lnTo>
                    <a:pt x="75871" y="9571"/>
                  </a:lnTo>
                  <a:lnTo>
                    <a:pt x="78214" y="14278"/>
                  </a:lnTo>
                  <a:lnTo>
                    <a:pt x="80788" y="19451"/>
                  </a:lnTo>
                  <a:lnTo>
                    <a:pt x="63019" y="29300"/>
                  </a:lnTo>
                  <a:lnTo>
                    <a:pt x="52639" y="350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g411"/>
            <p:cNvSpPr/>
            <p:nvPr/>
          </p:nvSpPr>
          <p:spPr>
            <a:xfrm>
              <a:off x="2429807" y="2379402"/>
              <a:ext cx="181339" cy="143138"/>
            </a:xfrm>
            <a:custGeom>
              <a:avLst/>
              <a:pathLst>
                <a:path w="181339" h="143138">
                  <a:moveTo>
                    <a:pt x="121762" y="7923"/>
                  </a:moveTo>
                  <a:lnTo>
                    <a:pt x="134626" y="3961"/>
                  </a:lnTo>
                  <a:lnTo>
                    <a:pt x="147489" y="0"/>
                  </a:lnTo>
                  <a:lnTo>
                    <a:pt x="155757" y="6192"/>
                  </a:lnTo>
                  <a:lnTo>
                    <a:pt x="158315" y="13695"/>
                  </a:lnTo>
                  <a:lnTo>
                    <a:pt x="160873" y="21198"/>
                  </a:lnTo>
                  <a:lnTo>
                    <a:pt x="162765" y="26748"/>
                  </a:lnTo>
                  <a:lnTo>
                    <a:pt x="163431" y="28701"/>
                  </a:lnTo>
                  <a:lnTo>
                    <a:pt x="165990" y="36204"/>
                  </a:lnTo>
                  <a:lnTo>
                    <a:pt x="168548" y="43707"/>
                  </a:lnTo>
                  <a:lnTo>
                    <a:pt x="171106" y="51210"/>
                  </a:lnTo>
                  <a:lnTo>
                    <a:pt x="173664" y="58713"/>
                  </a:lnTo>
                  <a:lnTo>
                    <a:pt x="176222" y="66216"/>
                  </a:lnTo>
                  <a:lnTo>
                    <a:pt x="177902" y="71142"/>
                  </a:lnTo>
                  <a:lnTo>
                    <a:pt x="178781" y="73718"/>
                  </a:lnTo>
                  <a:lnTo>
                    <a:pt x="181339" y="81222"/>
                  </a:lnTo>
                  <a:lnTo>
                    <a:pt x="174630" y="84156"/>
                  </a:lnTo>
                  <a:lnTo>
                    <a:pt x="167921" y="87091"/>
                  </a:lnTo>
                  <a:lnTo>
                    <a:pt x="161211" y="90026"/>
                  </a:lnTo>
                  <a:lnTo>
                    <a:pt x="154502" y="92961"/>
                  </a:lnTo>
                  <a:lnTo>
                    <a:pt x="147793" y="95896"/>
                  </a:lnTo>
                  <a:lnTo>
                    <a:pt x="141084" y="98830"/>
                  </a:lnTo>
                  <a:lnTo>
                    <a:pt x="134374" y="101765"/>
                  </a:lnTo>
                  <a:lnTo>
                    <a:pt x="127665" y="104700"/>
                  </a:lnTo>
                  <a:lnTo>
                    <a:pt x="120956" y="107635"/>
                  </a:lnTo>
                  <a:lnTo>
                    <a:pt x="114247" y="110569"/>
                  </a:lnTo>
                  <a:lnTo>
                    <a:pt x="107538" y="113504"/>
                  </a:lnTo>
                  <a:lnTo>
                    <a:pt x="100828" y="116439"/>
                  </a:lnTo>
                  <a:lnTo>
                    <a:pt x="94119" y="119374"/>
                  </a:lnTo>
                  <a:lnTo>
                    <a:pt x="87410" y="122308"/>
                  </a:lnTo>
                  <a:lnTo>
                    <a:pt x="80701" y="125243"/>
                  </a:lnTo>
                  <a:lnTo>
                    <a:pt x="73960" y="128192"/>
                  </a:lnTo>
                  <a:lnTo>
                    <a:pt x="67001" y="130318"/>
                  </a:lnTo>
                  <a:lnTo>
                    <a:pt x="60009" y="132455"/>
                  </a:lnTo>
                  <a:lnTo>
                    <a:pt x="53017" y="134592"/>
                  </a:lnTo>
                  <a:lnTo>
                    <a:pt x="46025" y="136728"/>
                  </a:lnTo>
                  <a:lnTo>
                    <a:pt x="39033" y="138865"/>
                  </a:lnTo>
                  <a:lnTo>
                    <a:pt x="32041" y="141002"/>
                  </a:lnTo>
                  <a:lnTo>
                    <a:pt x="29096" y="141902"/>
                  </a:lnTo>
                  <a:lnTo>
                    <a:pt x="25049" y="143138"/>
                  </a:lnTo>
                  <a:lnTo>
                    <a:pt x="18787" y="128538"/>
                  </a:lnTo>
                  <a:lnTo>
                    <a:pt x="12524" y="113938"/>
                  </a:lnTo>
                  <a:lnTo>
                    <a:pt x="6262" y="99338"/>
                  </a:lnTo>
                  <a:lnTo>
                    <a:pt x="4031" y="94137"/>
                  </a:lnTo>
                  <a:lnTo>
                    <a:pt x="0" y="84738"/>
                  </a:lnTo>
                  <a:lnTo>
                    <a:pt x="14128" y="80468"/>
                  </a:lnTo>
                  <a:lnTo>
                    <a:pt x="28257" y="76198"/>
                  </a:lnTo>
                  <a:lnTo>
                    <a:pt x="35231" y="83530"/>
                  </a:lnTo>
                  <a:lnTo>
                    <a:pt x="35932" y="85291"/>
                  </a:lnTo>
                  <a:lnTo>
                    <a:pt x="40467" y="96677"/>
                  </a:lnTo>
                  <a:lnTo>
                    <a:pt x="41805" y="100037"/>
                  </a:lnTo>
                  <a:lnTo>
                    <a:pt x="84737" y="82836"/>
                  </a:lnTo>
                  <a:lnTo>
                    <a:pt x="137740" y="61602"/>
                  </a:lnTo>
                  <a:lnTo>
                    <a:pt x="132693" y="49948"/>
                  </a:lnTo>
                  <a:lnTo>
                    <a:pt x="127647" y="38294"/>
                  </a:lnTo>
                  <a:lnTo>
                    <a:pt x="123550" y="28833"/>
                  </a:lnTo>
                  <a:lnTo>
                    <a:pt x="122601" y="26641"/>
                  </a:lnTo>
                  <a:lnTo>
                    <a:pt x="117554" y="149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g412"/>
            <p:cNvSpPr/>
            <p:nvPr/>
          </p:nvSpPr>
          <p:spPr>
            <a:xfrm>
              <a:off x="2524672" y="2472087"/>
              <a:ext cx="143773" cy="54898"/>
            </a:xfrm>
            <a:custGeom>
              <a:avLst/>
              <a:pathLst>
                <a:path w="143773" h="54898">
                  <a:moveTo>
                    <a:pt x="3955" y="45477"/>
                  </a:moveTo>
                  <a:lnTo>
                    <a:pt x="0" y="36057"/>
                  </a:lnTo>
                  <a:lnTo>
                    <a:pt x="4657" y="33875"/>
                  </a:lnTo>
                  <a:lnTo>
                    <a:pt x="7651" y="32473"/>
                  </a:lnTo>
                  <a:lnTo>
                    <a:pt x="15302" y="28888"/>
                  </a:lnTo>
                  <a:lnTo>
                    <a:pt x="22953" y="25304"/>
                  </a:lnTo>
                  <a:lnTo>
                    <a:pt x="30604" y="21719"/>
                  </a:lnTo>
                  <a:lnTo>
                    <a:pt x="38255" y="18135"/>
                  </a:lnTo>
                  <a:lnTo>
                    <a:pt x="45906" y="14550"/>
                  </a:lnTo>
                  <a:lnTo>
                    <a:pt x="53557" y="10966"/>
                  </a:lnTo>
                  <a:lnTo>
                    <a:pt x="61209" y="7381"/>
                  </a:lnTo>
                  <a:lnTo>
                    <a:pt x="68860" y="3797"/>
                  </a:lnTo>
                  <a:lnTo>
                    <a:pt x="72392" y="2142"/>
                  </a:lnTo>
                  <a:lnTo>
                    <a:pt x="76835" y="1234"/>
                  </a:lnTo>
                  <a:lnTo>
                    <a:pt x="82876" y="0"/>
                  </a:lnTo>
                  <a:lnTo>
                    <a:pt x="85125" y="160"/>
                  </a:lnTo>
                  <a:lnTo>
                    <a:pt x="93519" y="757"/>
                  </a:lnTo>
                  <a:lnTo>
                    <a:pt x="101912" y="1354"/>
                  </a:lnTo>
                  <a:lnTo>
                    <a:pt x="110306" y="1951"/>
                  </a:lnTo>
                  <a:lnTo>
                    <a:pt x="118699" y="2548"/>
                  </a:lnTo>
                  <a:lnTo>
                    <a:pt x="124285" y="2945"/>
                  </a:lnTo>
                  <a:lnTo>
                    <a:pt x="127146" y="3380"/>
                  </a:lnTo>
                  <a:lnTo>
                    <a:pt x="135460" y="4643"/>
                  </a:lnTo>
                  <a:lnTo>
                    <a:pt x="143773" y="5906"/>
                  </a:lnTo>
                  <a:lnTo>
                    <a:pt x="139486" y="17479"/>
                  </a:lnTo>
                  <a:lnTo>
                    <a:pt x="135199" y="29053"/>
                  </a:lnTo>
                  <a:lnTo>
                    <a:pt x="119013" y="26898"/>
                  </a:lnTo>
                  <a:lnTo>
                    <a:pt x="79090" y="22996"/>
                  </a:lnTo>
                  <a:lnTo>
                    <a:pt x="54531" y="34003"/>
                  </a:lnTo>
                  <a:lnTo>
                    <a:pt x="7910" y="548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g413"/>
            <p:cNvSpPr/>
            <p:nvPr/>
          </p:nvSpPr>
          <p:spPr>
            <a:xfrm>
              <a:off x="2615229" y="2381438"/>
              <a:ext cx="67854" cy="86840"/>
            </a:xfrm>
            <a:custGeom>
              <a:avLst/>
              <a:pathLst>
                <a:path w="67854" h="86840">
                  <a:moveTo>
                    <a:pt x="1439" y="67656"/>
                  </a:moveTo>
                  <a:lnTo>
                    <a:pt x="2878" y="54124"/>
                  </a:lnTo>
                  <a:lnTo>
                    <a:pt x="4318" y="40593"/>
                  </a:lnTo>
                  <a:lnTo>
                    <a:pt x="5757" y="27062"/>
                  </a:lnTo>
                  <a:lnTo>
                    <a:pt x="7197" y="13531"/>
                  </a:lnTo>
                  <a:lnTo>
                    <a:pt x="7795" y="7907"/>
                  </a:lnTo>
                  <a:lnTo>
                    <a:pt x="8636" y="0"/>
                  </a:lnTo>
                  <a:lnTo>
                    <a:pt x="38245" y="3893"/>
                  </a:lnTo>
                  <a:lnTo>
                    <a:pt x="67854" y="7786"/>
                  </a:lnTo>
                  <a:lnTo>
                    <a:pt x="65979" y="16926"/>
                  </a:lnTo>
                  <a:lnTo>
                    <a:pt x="64611" y="23597"/>
                  </a:lnTo>
                  <a:lnTo>
                    <a:pt x="61367" y="39407"/>
                  </a:lnTo>
                  <a:lnTo>
                    <a:pt x="58124" y="55218"/>
                  </a:lnTo>
                  <a:lnTo>
                    <a:pt x="54880" y="71029"/>
                  </a:lnTo>
                  <a:lnTo>
                    <a:pt x="51637" y="86840"/>
                  </a:lnTo>
                  <a:lnTo>
                    <a:pt x="34424" y="84955"/>
                  </a:lnTo>
                  <a:lnTo>
                    <a:pt x="17212" y="83071"/>
                  </a:lnTo>
                  <a:lnTo>
                    <a:pt x="9094" y="82182"/>
                  </a:lnTo>
                  <a:lnTo>
                    <a:pt x="0" y="811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g414"/>
            <p:cNvSpPr/>
            <p:nvPr/>
          </p:nvSpPr>
          <p:spPr>
            <a:xfrm>
              <a:off x="2142715" y="2680062"/>
              <a:ext cx="71257" cy="60563"/>
            </a:xfrm>
            <a:custGeom>
              <a:avLst/>
              <a:pathLst>
                <a:path w="71257" h="60563">
                  <a:moveTo>
                    <a:pt x="66659" y="21155"/>
                  </a:moveTo>
                  <a:lnTo>
                    <a:pt x="63263" y="26642"/>
                  </a:lnTo>
                  <a:lnTo>
                    <a:pt x="54608" y="40625"/>
                  </a:lnTo>
                  <a:lnTo>
                    <a:pt x="50682" y="46969"/>
                  </a:lnTo>
                  <a:lnTo>
                    <a:pt x="45835" y="54799"/>
                  </a:lnTo>
                  <a:lnTo>
                    <a:pt x="42267" y="60563"/>
                  </a:lnTo>
                  <a:lnTo>
                    <a:pt x="23166" y="47570"/>
                  </a:lnTo>
                  <a:lnTo>
                    <a:pt x="9162" y="38044"/>
                  </a:lnTo>
                  <a:lnTo>
                    <a:pt x="0" y="31811"/>
                  </a:lnTo>
                  <a:lnTo>
                    <a:pt x="10044" y="19218"/>
                  </a:lnTo>
                  <a:lnTo>
                    <a:pt x="13676" y="14665"/>
                  </a:lnTo>
                  <a:lnTo>
                    <a:pt x="19507" y="7355"/>
                  </a:lnTo>
                  <a:lnTo>
                    <a:pt x="21925" y="4323"/>
                  </a:lnTo>
                  <a:lnTo>
                    <a:pt x="24705" y="837"/>
                  </a:lnTo>
                  <a:lnTo>
                    <a:pt x="51734" y="0"/>
                  </a:lnTo>
                  <a:lnTo>
                    <a:pt x="59894" y="5737"/>
                  </a:lnTo>
                  <a:lnTo>
                    <a:pt x="71257" y="137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g415"/>
            <p:cNvSpPr/>
            <p:nvPr/>
          </p:nvSpPr>
          <p:spPr>
            <a:xfrm>
              <a:off x="2096751" y="2721077"/>
              <a:ext cx="257100" cy="252567"/>
            </a:xfrm>
            <a:custGeom>
              <a:avLst/>
              <a:pathLst>
                <a:path w="257100" h="252567">
                  <a:moveTo>
                    <a:pt x="5639" y="45335"/>
                  </a:moveTo>
                  <a:lnTo>
                    <a:pt x="11278" y="37605"/>
                  </a:lnTo>
                  <a:lnTo>
                    <a:pt x="14667" y="32961"/>
                  </a:lnTo>
                  <a:lnTo>
                    <a:pt x="17056" y="29952"/>
                  </a:lnTo>
                  <a:lnTo>
                    <a:pt x="21810" y="23963"/>
                  </a:lnTo>
                  <a:lnTo>
                    <a:pt x="23001" y="22464"/>
                  </a:lnTo>
                  <a:lnTo>
                    <a:pt x="28947" y="14976"/>
                  </a:lnTo>
                  <a:lnTo>
                    <a:pt x="34892" y="7488"/>
                  </a:lnTo>
                  <a:lnTo>
                    <a:pt x="38059" y="3500"/>
                  </a:lnTo>
                  <a:lnTo>
                    <a:pt x="40838" y="0"/>
                  </a:lnTo>
                  <a:lnTo>
                    <a:pt x="106751" y="46177"/>
                  </a:lnTo>
                  <a:lnTo>
                    <a:pt x="210646" y="118963"/>
                  </a:lnTo>
                  <a:lnTo>
                    <a:pt x="257100" y="207211"/>
                  </a:lnTo>
                  <a:lnTo>
                    <a:pt x="254369" y="223023"/>
                  </a:lnTo>
                  <a:lnTo>
                    <a:pt x="252277" y="232724"/>
                  </a:lnTo>
                  <a:lnTo>
                    <a:pt x="235077" y="252567"/>
                  </a:lnTo>
                  <a:lnTo>
                    <a:pt x="225740" y="240762"/>
                  </a:lnTo>
                  <a:lnTo>
                    <a:pt x="223658" y="241497"/>
                  </a:lnTo>
                  <a:lnTo>
                    <a:pt x="205100" y="248046"/>
                  </a:lnTo>
                  <a:lnTo>
                    <a:pt x="202676" y="242677"/>
                  </a:lnTo>
                  <a:lnTo>
                    <a:pt x="200253" y="237308"/>
                  </a:lnTo>
                  <a:lnTo>
                    <a:pt x="197830" y="231939"/>
                  </a:lnTo>
                  <a:lnTo>
                    <a:pt x="195406" y="226570"/>
                  </a:lnTo>
                  <a:lnTo>
                    <a:pt x="192983" y="221202"/>
                  </a:lnTo>
                  <a:lnTo>
                    <a:pt x="190560" y="215833"/>
                  </a:lnTo>
                  <a:lnTo>
                    <a:pt x="188136" y="210464"/>
                  </a:lnTo>
                  <a:lnTo>
                    <a:pt x="185713" y="205095"/>
                  </a:lnTo>
                  <a:lnTo>
                    <a:pt x="183290" y="199726"/>
                  </a:lnTo>
                  <a:lnTo>
                    <a:pt x="180866" y="194357"/>
                  </a:lnTo>
                  <a:lnTo>
                    <a:pt x="178443" y="188988"/>
                  </a:lnTo>
                  <a:lnTo>
                    <a:pt x="176020" y="183620"/>
                  </a:lnTo>
                  <a:lnTo>
                    <a:pt x="173596" y="178251"/>
                  </a:lnTo>
                  <a:lnTo>
                    <a:pt x="171173" y="172882"/>
                  </a:lnTo>
                  <a:lnTo>
                    <a:pt x="168931" y="167914"/>
                  </a:lnTo>
                  <a:lnTo>
                    <a:pt x="168585" y="167650"/>
                  </a:lnTo>
                  <a:lnTo>
                    <a:pt x="163958" y="164117"/>
                  </a:lnTo>
                  <a:lnTo>
                    <a:pt x="159331" y="160583"/>
                  </a:lnTo>
                  <a:lnTo>
                    <a:pt x="154704" y="157049"/>
                  </a:lnTo>
                  <a:lnTo>
                    <a:pt x="153377" y="156036"/>
                  </a:lnTo>
                  <a:lnTo>
                    <a:pt x="149875" y="153685"/>
                  </a:lnTo>
                  <a:lnTo>
                    <a:pt x="145040" y="150439"/>
                  </a:lnTo>
                  <a:lnTo>
                    <a:pt x="140206" y="147193"/>
                  </a:lnTo>
                  <a:lnTo>
                    <a:pt x="135371" y="143947"/>
                  </a:lnTo>
                  <a:lnTo>
                    <a:pt x="130536" y="140701"/>
                  </a:lnTo>
                  <a:lnTo>
                    <a:pt x="125702" y="137456"/>
                  </a:lnTo>
                  <a:lnTo>
                    <a:pt x="120867" y="134210"/>
                  </a:lnTo>
                  <a:lnTo>
                    <a:pt x="116032" y="130964"/>
                  </a:lnTo>
                  <a:lnTo>
                    <a:pt x="111198" y="127718"/>
                  </a:lnTo>
                  <a:lnTo>
                    <a:pt x="106363" y="124472"/>
                  </a:lnTo>
                  <a:lnTo>
                    <a:pt x="101528" y="121226"/>
                  </a:lnTo>
                  <a:lnTo>
                    <a:pt x="96694" y="117981"/>
                  </a:lnTo>
                  <a:lnTo>
                    <a:pt x="91859" y="114735"/>
                  </a:lnTo>
                  <a:lnTo>
                    <a:pt x="87024" y="111489"/>
                  </a:lnTo>
                  <a:lnTo>
                    <a:pt x="82189" y="108243"/>
                  </a:lnTo>
                  <a:lnTo>
                    <a:pt x="77355" y="104997"/>
                  </a:lnTo>
                  <a:lnTo>
                    <a:pt x="72520" y="101751"/>
                  </a:lnTo>
                  <a:lnTo>
                    <a:pt x="67685" y="98505"/>
                  </a:lnTo>
                  <a:lnTo>
                    <a:pt x="62851" y="95260"/>
                  </a:lnTo>
                  <a:lnTo>
                    <a:pt x="58016" y="92014"/>
                  </a:lnTo>
                  <a:lnTo>
                    <a:pt x="53181" y="88768"/>
                  </a:lnTo>
                  <a:lnTo>
                    <a:pt x="48346" y="85522"/>
                  </a:lnTo>
                  <a:lnTo>
                    <a:pt x="43512" y="82276"/>
                  </a:lnTo>
                  <a:lnTo>
                    <a:pt x="38677" y="79030"/>
                  </a:lnTo>
                  <a:lnTo>
                    <a:pt x="33842" y="75785"/>
                  </a:lnTo>
                  <a:lnTo>
                    <a:pt x="29008" y="72539"/>
                  </a:lnTo>
                  <a:lnTo>
                    <a:pt x="24173" y="69293"/>
                  </a:lnTo>
                  <a:lnTo>
                    <a:pt x="19338" y="66047"/>
                  </a:lnTo>
                  <a:lnTo>
                    <a:pt x="14504" y="62801"/>
                  </a:lnTo>
                  <a:lnTo>
                    <a:pt x="9669" y="59555"/>
                  </a:lnTo>
                  <a:lnTo>
                    <a:pt x="6583" y="57484"/>
                  </a:lnTo>
                  <a:lnTo>
                    <a:pt x="4394" y="56014"/>
                  </a:lnTo>
                  <a:lnTo>
                    <a:pt x="0" y="530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g416"/>
            <p:cNvSpPr/>
            <p:nvPr/>
          </p:nvSpPr>
          <p:spPr>
            <a:xfrm>
              <a:off x="2188231" y="2696102"/>
              <a:ext cx="80638" cy="77550"/>
            </a:xfrm>
            <a:custGeom>
              <a:avLst/>
              <a:pathLst>
                <a:path w="80638" h="77550">
                  <a:moveTo>
                    <a:pt x="80638" y="16935"/>
                  </a:moveTo>
                  <a:lnTo>
                    <a:pt x="73417" y="31743"/>
                  </a:lnTo>
                  <a:lnTo>
                    <a:pt x="67921" y="43013"/>
                  </a:lnTo>
                  <a:lnTo>
                    <a:pt x="60429" y="53814"/>
                  </a:lnTo>
                  <a:lnTo>
                    <a:pt x="55942" y="60282"/>
                  </a:lnTo>
                  <a:lnTo>
                    <a:pt x="48656" y="70784"/>
                  </a:lnTo>
                  <a:lnTo>
                    <a:pt x="43963" y="77550"/>
                  </a:lnTo>
                  <a:lnTo>
                    <a:pt x="38058" y="73619"/>
                  </a:lnTo>
                  <a:lnTo>
                    <a:pt x="31543" y="69282"/>
                  </a:lnTo>
                  <a:lnTo>
                    <a:pt x="22471" y="63243"/>
                  </a:lnTo>
                  <a:lnTo>
                    <a:pt x="979" y="48936"/>
                  </a:lnTo>
                  <a:lnTo>
                    <a:pt x="0" y="48398"/>
                  </a:lnTo>
                  <a:lnTo>
                    <a:pt x="11405" y="29157"/>
                  </a:lnTo>
                  <a:lnTo>
                    <a:pt x="17967" y="18086"/>
                  </a:lnTo>
                  <a:lnTo>
                    <a:pt x="21736" y="11729"/>
                  </a:lnTo>
                  <a:lnTo>
                    <a:pt x="23942" y="8007"/>
                  </a:lnTo>
                  <a:lnTo>
                    <a:pt x="25916" y="4677"/>
                  </a:lnTo>
                  <a:lnTo>
                    <a:pt x="28689" y="0"/>
                  </a:lnTo>
                  <a:lnTo>
                    <a:pt x="50856" y="9077"/>
                  </a:lnTo>
                  <a:lnTo>
                    <a:pt x="53281" y="9958"/>
                  </a:lnTo>
                  <a:lnTo>
                    <a:pt x="69285" y="15775"/>
                  </a:lnTo>
                  <a:lnTo>
                    <a:pt x="76179" y="151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g417"/>
            <p:cNvSpPr/>
            <p:nvPr/>
          </p:nvSpPr>
          <p:spPr>
            <a:xfrm>
              <a:off x="2011479" y="2811127"/>
              <a:ext cx="168815" cy="203276"/>
            </a:xfrm>
            <a:custGeom>
              <a:avLst/>
              <a:pathLst>
                <a:path w="168815" h="203276">
                  <a:moveTo>
                    <a:pt x="3155" y="160532"/>
                  </a:moveTo>
                  <a:lnTo>
                    <a:pt x="6311" y="155811"/>
                  </a:lnTo>
                  <a:lnTo>
                    <a:pt x="9467" y="151089"/>
                  </a:lnTo>
                  <a:lnTo>
                    <a:pt x="12623" y="146368"/>
                  </a:lnTo>
                  <a:lnTo>
                    <a:pt x="15779" y="141646"/>
                  </a:lnTo>
                  <a:lnTo>
                    <a:pt x="18935" y="136925"/>
                  </a:lnTo>
                  <a:lnTo>
                    <a:pt x="22091" y="132203"/>
                  </a:lnTo>
                  <a:lnTo>
                    <a:pt x="25247" y="127481"/>
                  </a:lnTo>
                  <a:lnTo>
                    <a:pt x="28403" y="122760"/>
                  </a:lnTo>
                  <a:lnTo>
                    <a:pt x="31559" y="118038"/>
                  </a:lnTo>
                  <a:lnTo>
                    <a:pt x="34715" y="113317"/>
                  </a:lnTo>
                  <a:lnTo>
                    <a:pt x="37871" y="108595"/>
                  </a:lnTo>
                  <a:lnTo>
                    <a:pt x="41027" y="103874"/>
                  </a:lnTo>
                  <a:lnTo>
                    <a:pt x="44183" y="99152"/>
                  </a:lnTo>
                  <a:lnTo>
                    <a:pt x="47339" y="94431"/>
                  </a:lnTo>
                  <a:lnTo>
                    <a:pt x="50495" y="89709"/>
                  </a:lnTo>
                  <a:lnTo>
                    <a:pt x="53651" y="84988"/>
                  </a:lnTo>
                  <a:lnTo>
                    <a:pt x="56807" y="80266"/>
                  </a:lnTo>
                  <a:lnTo>
                    <a:pt x="59963" y="75545"/>
                  </a:lnTo>
                  <a:lnTo>
                    <a:pt x="63119" y="70823"/>
                  </a:lnTo>
                  <a:lnTo>
                    <a:pt x="66275" y="66101"/>
                  </a:lnTo>
                  <a:lnTo>
                    <a:pt x="69431" y="61380"/>
                  </a:lnTo>
                  <a:lnTo>
                    <a:pt x="72587" y="56658"/>
                  </a:lnTo>
                  <a:lnTo>
                    <a:pt x="75743" y="51937"/>
                  </a:lnTo>
                  <a:lnTo>
                    <a:pt x="78899" y="47215"/>
                  </a:lnTo>
                  <a:lnTo>
                    <a:pt x="82055" y="42494"/>
                  </a:lnTo>
                  <a:lnTo>
                    <a:pt x="85211" y="37772"/>
                  </a:lnTo>
                  <a:lnTo>
                    <a:pt x="88366" y="33051"/>
                  </a:lnTo>
                  <a:lnTo>
                    <a:pt x="91522" y="28329"/>
                  </a:lnTo>
                  <a:lnTo>
                    <a:pt x="94678" y="23608"/>
                  </a:lnTo>
                  <a:lnTo>
                    <a:pt x="97834" y="18886"/>
                  </a:lnTo>
                  <a:lnTo>
                    <a:pt x="100990" y="14164"/>
                  </a:lnTo>
                  <a:lnTo>
                    <a:pt x="104146" y="9443"/>
                  </a:lnTo>
                  <a:lnTo>
                    <a:pt x="105690" y="7133"/>
                  </a:lnTo>
                  <a:lnTo>
                    <a:pt x="107692" y="4138"/>
                  </a:lnTo>
                  <a:lnTo>
                    <a:pt x="110458" y="0"/>
                  </a:lnTo>
                  <a:lnTo>
                    <a:pt x="113256" y="1806"/>
                  </a:lnTo>
                  <a:lnTo>
                    <a:pt x="115321" y="3139"/>
                  </a:lnTo>
                  <a:lnTo>
                    <a:pt x="120184" y="6279"/>
                  </a:lnTo>
                  <a:lnTo>
                    <a:pt x="125048" y="9419"/>
                  </a:lnTo>
                  <a:lnTo>
                    <a:pt x="129911" y="12558"/>
                  </a:lnTo>
                  <a:lnTo>
                    <a:pt x="134774" y="15698"/>
                  </a:lnTo>
                  <a:lnTo>
                    <a:pt x="139637" y="18838"/>
                  </a:lnTo>
                  <a:lnTo>
                    <a:pt x="144500" y="21977"/>
                  </a:lnTo>
                  <a:lnTo>
                    <a:pt x="149363" y="25117"/>
                  </a:lnTo>
                  <a:lnTo>
                    <a:pt x="154226" y="28257"/>
                  </a:lnTo>
                  <a:lnTo>
                    <a:pt x="159089" y="31396"/>
                  </a:lnTo>
                  <a:lnTo>
                    <a:pt x="163952" y="34536"/>
                  </a:lnTo>
                  <a:lnTo>
                    <a:pt x="168815" y="37676"/>
                  </a:lnTo>
                  <a:lnTo>
                    <a:pt x="167003" y="40330"/>
                  </a:lnTo>
                  <a:lnTo>
                    <a:pt x="164468" y="44045"/>
                  </a:lnTo>
                  <a:lnTo>
                    <a:pt x="160120" y="50414"/>
                  </a:lnTo>
                  <a:lnTo>
                    <a:pt x="155773" y="56783"/>
                  </a:lnTo>
                  <a:lnTo>
                    <a:pt x="151425" y="63153"/>
                  </a:lnTo>
                  <a:lnTo>
                    <a:pt x="147078" y="69522"/>
                  </a:lnTo>
                  <a:lnTo>
                    <a:pt x="142731" y="75891"/>
                  </a:lnTo>
                  <a:lnTo>
                    <a:pt x="138383" y="82261"/>
                  </a:lnTo>
                  <a:lnTo>
                    <a:pt x="134036" y="88630"/>
                  </a:lnTo>
                  <a:lnTo>
                    <a:pt x="129688" y="94999"/>
                  </a:lnTo>
                  <a:lnTo>
                    <a:pt x="125341" y="101369"/>
                  </a:lnTo>
                  <a:lnTo>
                    <a:pt x="120993" y="107738"/>
                  </a:lnTo>
                  <a:lnTo>
                    <a:pt x="116646" y="114107"/>
                  </a:lnTo>
                  <a:lnTo>
                    <a:pt x="112298" y="120476"/>
                  </a:lnTo>
                  <a:lnTo>
                    <a:pt x="107951" y="126845"/>
                  </a:lnTo>
                  <a:lnTo>
                    <a:pt x="103603" y="133215"/>
                  </a:lnTo>
                  <a:lnTo>
                    <a:pt x="99256" y="139584"/>
                  </a:lnTo>
                  <a:lnTo>
                    <a:pt x="94908" y="145953"/>
                  </a:lnTo>
                  <a:lnTo>
                    <a:pt x="90561" y="152323"/>
                  </a:lnTo>
                  <a:lnTo>
                    <a:pt x="86213" y="158692"/>
                  </a:lnTo>
                  <a:lnTo>
                    <a:pt x="81866" y="165061"/>
                  </a:lnTo>
                  <a:lnTo>
                    <a:pt x="77518" y="171430"/>
                  </a:lnTo>
                  <a:lnTo>
                    <a:pt x="73171" y="177799"/>
                  </a:lnTo>
                  <a:lnTo>
                    <a:pt x="68823" y="184169"/>
                  </a:lnTo>
                  <a:lnTo>
                    <a:pt x="64476" y="190538"/>
                  </a:lnTo>
                  <a:lnTo>
                    <a:pt x="60128" y="196907"/>
                  </a:lnTo>
                  <a:lnTo>
                    <a:pt x="55781" y="203276"/>
                  </a:lnTo>
                  <a:lnTo>
                    <a:pt x="48808" y="198524"/>
                  </a:lnTo>
                  <a:lnTo>
                    <a:pt x="41836" y="193771"/>
                  </a:lnTo>
                  <a:lnTo>
                    <a:pt x="34863" y="189018"/>
                  </a:lnTo>
                  <a:lnTo>
                    <a:pt x="27890" y="184265"/>
                  </a:lnTo>
                  <a:lnTo>
                    <a:pt x="20918" y="179512"/>
                  </a:lnTo>
                  <a:lnTo>
                    <a:pt x="13945" y="174759"/>
                  </a:lnTo>
                  <a:lnTo>
                    <a:pt x="6140" y="169439"/>
                  </a:lnTo>
                  <a:lnTo>
                    <a:pt x="0" y="1652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g418"/>
            <p:cNvSpPr/>
            <p:nvPr/>
          </p:nvSpPr>
          <p:spPr>
            <a:xfrm>
              <a:off x="1967306" y="2988475"/>
              <a:ext cx="215689" cy="178100"/>
            </a:xfrm>
            <a:custGeom>
              <a:avLst/>
              <a:pathLst>
                <a:path w="215689" h="178100">
                  <a:moveTo>
                    <a:pt x="4666" y="49582"/>
                  </a:moveTo>
                  <a:lnTo>
                    <a:pt x="9333" y="42499"/>
                  </a:lnTo>
                  <a:lnTo>
                    <a:pt x="14000" y="35416"/>
                  </a:lnTo>
                  <a:lnTo>
                    <a:pt x="18667" y="28332"/>
                  </a:lnTo>
                  <a:lnTo>
                    <a:pt x="23334" y="21249"/>
                  </a:lnTo>
                  <a:lnTo>
                    <a:pt x="28001" y="14166"/>
                  </a:lnTo>
                  <a:lnTo>
                    <a:pt x="32668" y="7083"/>
                  </a:lnTo>
                  <a:lnTo>
                    <a:pt x="34846" y="3777"/>
                  </a:lnTo>
                  <a:lnTo>
                    <a:pt x="37336" y="0"/>
                  </a:lnTo>
                  <a:lnTo>
                    <a:pt x="39973" y="1816"/>
                  </a:lnTo>
                  <a:lnTo>
                    <a:pt x="42156" y="3320"/>
                  </a:lnTo>
                  <a:lnTo>
                    <a:pt x="46976" y="6640"/>
                  </a:lnTo>
                  <a:lnTo>
                    <a:pt x="51797" y="9960"/>
                  </a:lnTo>
                  <a:lnTo>
                    <a:pt x="56617" y="13280"/>
                  </a:lnTo>
                  <a:lnTo>
                    <a:pt x="61437" y="16601"/>
                  </a:lnTo>
                  <a:lnTo>
                    <a:pt x="66258" y="19921"/>
                  </a:lnTo>
                  <a:lnTo>
                    <a:pt x="71078" y="23241"/>
                  </a:lnTo>
                  <a:lnTo>
                    <a:pt x="75898" y="26561"/>
                  </a:lnTo>
                  <a:lnTo>
                    <a:pt x="80719" y="29881"/>
                  </a:lnTo>
                  <a:lnTo>
                    <a:pt x="85539" y="33202"/>
                  </a:lnTo>
                  <a:lnTo>
                    <a:pt x="90360" y="36522"/>
                  </a:lnTo>
                  <a:lnTo>
                    <a:pt x="95180" y="39842"/>
                  </a:lnTo>
                  <a:lnTo>
                    <a:pt x="100000" y="43162"/>
                  </a:lnTo>
                  <a:lnTo>
                    <a:pt x="104821" y="46482"/>
                  </a:lnTo>
                  <a:lnTo>
                    <a:pt x="109641" y="49803"/>
                  </a:lnTo>
                  <a:lnTo>
                    <a:pt x="114461" y="53123"/>
                  </a:lnTo>
                  <a:lnTo>
                    <a:pt x="119282" y="56443"/>
                  </a:lnTo>
                  <a:lnTo>
                    <a:pt x="124102" y="59763"/>
                  </a:lnTo>
                  <a:lnTo>
                    <a:pt x="128923" y="63083"/>
                  </a:lnTo>
                  <a:lnTo>
                    <a:pt x="133743" y="66404"/>
                  </a:lnTo>
                  <a:lnTo>
                    <a:pt x="138563" y="69724"/>
                  </a:lnTo>
                  <a:lnTo>
                    <a:pt x="143384" y="73044"/>
                  </a:lnTo>
                  <a:lnTo>
                    <a:pt x="148204" y="76364"/>
                  </a:lnTo>
                  <a:lnTo>
                    <a:pt x="153024" y="79685"/>
                  </a:lnTo>
                  <a:lnTo>
                    <a:pt x="157845" y="83005"/>
                  </a:lnTo>
                  <a:lnTo>
                    <a:pt x="162665" y="86325"/>
                  </a:lnTo>
                  <a:lnTo>
                    <a:pt x="167485" y="89645"/>
                  </a:lnTo>
                  <a:lnTo>
                    <a:pt x="172306" y="92965"/>
                  </a:lnTo>
                  <a:lnTo>
                    <a:pt x="177126" y="96286"/>
                  </a:lnTo>
                  <a:lnTo>
                    <a:pt x="181947" y="99606"/>
                  </a:lnTo>
                  <a:lnTo>
                    <a:pt x="186767" y="102926"/>
                  </a:lnTo>
                  <a:lnTo>
                    <a:pt x="191587" y="106246"/>
                  </a:lnTo>
                  <a:lnTo>
                    <a:pt x="196408" y="109567"/>
                  </a:lnTo>
                  <a:lnTo>
                    <a:pt x="201228" y="112887"/>
                  </a:lnTo>
                  <a:lnTo>
                    <a:pt x="206048" y="116207"/>
                  </a:lnTo>
                  <a:lnTo>
                    <a:pt x="210869" y="119527"/>
                  </a:lnTo>
                  <a:lnTo>
                    <a:pt x="215689" y="122847"/>
                  </a:lnTo>
                  <a:lnTo>
                    <a:pt x="210769" y="130118"/>
                  </a:lnTo>
                  <a:lnTo>
                    <a:pt x="206342" y="136660"/>
                  </a:lnTo>
                  <a:lnTo>
                    <a:pt x="196995" y="150473"/>
                  </a:lnTo>
                  <a:lnTo>
                    <a:pt x="187647" y="164287"/>
                  </a:lnTo>
                  <a:lnTo>
                    <a:pt x="178300" y="178100"/>
                  </a:lnTo>
                  <a:lnTo>
                    <a:pt x="174154" y="175276"/>
                  </a:lnTo>
                  <a:lnTo>
                    <a:pt x="170007" y="172452"/>
                  </a:lnTo>
                  <a:lnTo>
                    <a:pt x="165861" y="169627"/>
                  </a:lnTo>
                  <a:lnTo>
                    <a:pt x="161714" y="166803"/>
                  </a:lnTo>
                  <a:lnTo>
                    <a:pt x="157568" y="163979"/>
                  </a:lnTo>
                  <a:lnTo>
                    <a:pt x="153421" y="161155"/>
                  </a:lnTo>
                  <a:lnTo>
                    <a:pt x="149275" y="158331"/>
                  </a:lnTo>
                  <a:lnTo>
                    <a:pt x="145128" y="155507"/>
                  </a:lnTo>
                  <a:lnTo>
                    <a:pt x="140982" y="152683"/>
                  </a:lnTo>
                  <a:lnTo>
                    <a:pt x="136835" y="149859"/>
                  </a:lnTo>
                  <a:lnTo>
                    <a:pt x="132688" y="147035"/>
                  </a:lnTo>
                  <a:lnTo>
                    <a:pt x="128542" y="144211"/>
                  </a:lnTo>
                  <a:lnTo>
                    <a:pt x="124395" y="141387"/>
                  </a:lnTo>
                  <a:lnTo>
                    <a:pt x="120249" y="138563"/>
                  </a:lnTo>
                  <a:lnTo>
                    <a:pt x="116102" y="135739"/>
                  </a:lnTo>
                  <a:lnTo>
                    <a:pt x="111956" y="132915"/>
                  </a:lnTo>
                  <a:lnTo>
                    <a:pt x="107809" y="130091"/>
                  </a:lnTo>
                  <a:lnTo>
                    <a:pt x="103663" y="127267"/>
                  </a:lnTo>
                  <a:lnTo>
                    <a:pt x="99516" y="124443"/>
                  </a:lnTo>
                  <a:lnTo>
                    <a:pt x="95370" y="121618"/>
                  </a:lnTo>
                  <a:lnTo>
                    <a:pt x="91223" y="118794"/>
                  </a:lnTo>
                  <a:lnTo>
                    <a:pt x="82930" y="113146"/>
                  </a:lnTo>
                  <a:lnTo>
                    <a:pt x="78784" y="110322"/>
                  </a:lnTo>
                  <a:lnTo>
                    <a:pt x="74637" y="107498"/>
                  </a:lnTo>
                  <a:lnTo>
                    <a:pt x="70490" y="104674"/>
                  </a:lnTo>
                  <a:lnTo>
                    <a:pt x="66344" y="101850"/>
                  </a:lnTo>
                  <a:lnTo>
                    <a:pt x="62197" y="99026"/>
                  </a:lnTo>
                  <a:lnTo>
                    <a:pt x="58051" y="96202"/>
                  </a:lnTo>
                  <a:lnTo>
                    <a:pt x="53904" y="93378"/>
                  </a:lnTo>
                  <a:lnTo>
                    <a:pt x="49758" y="90554"/>
                  </a:lnTo>
                  <a:lnTo>
                    <a:pt x="45611" y="87730"/>
                  </a:lnTo>
                  <a:lnTo>
                    <a:pt x="41465" y="84906"/>
                  </a:lnTo>
                  <a:lnTo>
                    <a:pt x="37318" y="82082"/>
                  </a:lnTo>
                  <a:lnTo>
                    <a:pt x="33172" y="79258"/>
                  </a:lnTo>
                  <a:lnTo>
                    <a:pt x="29025" y="76434"/>
                  </a:lnTo>
                  <a:lnTo>
                    <a:pt x="24879" y="73610"/>
                  </a:lnTo>
                  <a:lnTo>
                    <a:pt x="20732" y="70785"/>
                  </a:lnTo>
                  <a:lnTo>
                    <a:pt x="16586" y="67962"/>
                  </a:lnTo>
                  <a:lnTo>
                    <a:pt x="12439" y="65137"/>
                  </a:lnTo>
                  <a:lnTo>
                    <a:pt x="8293" y="62313"/>
                  </a:lnTo>
                  <a:lnTo>
                    <a:pt x="4146" y="59489"/>
                  </a:lnTo>
                  <a:lnTo>
                    <a:pt x="2759" y="58544"/>
                  </a:lnTo>
                  <a:lnTo>
                    <a:pt x="0" y="566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g419"/>
            <p:cNvSpPr/>
            <p:nvPr/>
          </p:nvSpPr>
          <p:spPr>
            <a:xfrm>
              <a:off x="2072498" y="2964728"/>
              <a:ext cx="93447" cy="94589"/>
            </a:xfrm>
            <a:custGeom>
              <a:avLst/>
              <a:pathLst>
                <a:path w="93447" h="94589">
                  <a:moveTo>
                    <a:pt x="54844" y="94589"/>
                  </a:moveTo>
                  <a:lnTo>
                    <a:pt x="25710" y="74604"/>
                  </a:lnTo>
                  <a:lnTo>
                    <a:pt x="0" y="56968"/>
                  </a:lnTo>
                  <a:lnTo>
                    <a:pt x="23243" y="23413"/>
                  </a:lnTo>
                  <a:lnTo>
                    <a:pt x="39461" y="0"/>
                  </a:lnTo>
                  <a:lnTo>
                    <a:pt x="55487" y="11224"/>
                  </a:lnTo>
                  <a:lnTo>
                    <a:pt x="63346" y="16728"/>
                  </a:lnTo>
                  <a:lnTo>
                    <a:pt x="66454" y="18905"/>
                  </a:lnTo>
                  <a:lnTo>
                    <a:pt x="93447" y="37810"/>
                  </a:lnTo>
                  <a:lnTo>
                    <a:pt x="74146" y="66200"/>
                  </a:lnTo>
                  <a:lnTo>
                    <a:pt x="72629" y="684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g420"/>
            <p:cNvSpPr/>
            <p:nvPr/>
          </p:nvSpPr>
          <p:spPr>
            <a:xfrm>
              <a:off x="2116336" y="2856507"/>
              <a:ext cx="119942" cy="138454"/>
            </a:xfrm>
            <a:custGeom>
              <a:avLst/>
              <a:pathLst>
                <a:path w="119942" h="138454">
                  <a:moveTo>
                    <a:pt x="4044" y="95462"/>
                  </a:moveTo>
                  <a:lnTo>
                    <a:pt x="8088" y="89496"/>
                  </a:lnTo>
                  <a:lnTo>
                    <a:pt x="12132" y="83529"/>
                  </a:lnTo>
                  <a:lnTo>
                    <a:pt x="16176" y="77563"/>
                  </a:lnTo>
                  <a:lnTo>
                    <a:pt x="20221" y="71596"/>
                  </a:lnTo>
                  <a:lnTo>
                    <a:pt x="24265" y="65630"/>
                  </a:lnTo>
                  <a:lnTo>
                    <a:pt x="28309" y="59663"/>
                  </a:lnTo>
                  <a:lnTo>
                    <a:pt x="32353" y="53697"/>
                  </a:lnTo>
                  <a:lnTo>
                    <a:pt x="36398" y="47731"/>
                  </a:lnTo>
                  <a:lnTo>
                    <a:pt x="40442" y="41764"/>
                  </a:lnTo>
                  <a:lnTo>
                    <a:pt x="44486" y="35798"/>
                  </a:lnTo>
                  <a:lnTo>
                    <a:pt x="48530" y="29832"/>
                  </a:lnTo>
                  <a:lnTo>
                    <a:pt x="52574" y="23865"/>
                  </a:lnTo>
                  <a:lnTo>
                    <a:pt x="56619" y="17899"/>
                  </a:lnTo>
                  <a:lnTo>
                    <a:pt x="60663" y="11932"/>
                  </a:lnTo>
                  <a:lnTo>
                    <a:pt x="64707" y="5966"/>
                  </a:lnTo>
                  <a:lnTo>
                    <a:pt x="66733" y="2977"/>
                  </a:lnTo>
                  <a:lnTo>
                    <a:pt x="68751" y="0"/>
                  </a:lnTo>
                  <a:lnTo>
                    <a:pt x="73137" y="2761"/>
                  </a:lnTo>
                  <a:lnTo>
                    <a:pt x="76064" y="4604"/>
                  </a:lnTo>
                  <a:lnTo>
                    <a:pt x="83377" y="9209"/>
                  </a:lnTo>
                  <a:lnTo>
                    <a:pt x="90690" y="13814"/>
                  </a:lnTo>
                  <a:lnTo>
                    <a:pt x="98003" y="18419"/>
                  </a:lnTo>
                  <a:lnTo>
                    <a:pt x="105316" y="23024"/>
                  </a:lnTo>
                  <a:lnTo>
                    <a:pt x="112629" y="27629"/>
                  </a:lnTo>
                  <a:lnTo>
                    <a:pt x="119942" y="32234"/>
                  </a:lnTo>
                  <a:lnTo>
                    <a:pt x="117162" y="36634"/>
                  </a:lnTo>
                  <a:lnTo>
                    <a:pt x="114781" y="40404"/>
                  </a:lnTo>
                  <a:lnTo>
                    <a:pt x="109620" y="48575"/>
                  </a:lnTo>
                  <a:lnTo>
                    <a:pt x="104458" y="56746"/>
                  </a:lnTo>
                  <a:lnTo>
                    <a:pt x="99297" y="64917"/>
                  </a:lnTo>
                  <a:lnTo>
                    <a:pt x="94136" y="73088"/>
                  </a:lnTo>
                  <a:lnTo>
                    <a:pt x="88975" y="81258"/>
                  </a:lnTo>
                  <a:lnTo>
                    <a:pt x="83814" y="89429"/>
                  </a:lnTo>
                  <a:lnTo>
                    <a:pt x="78653" y="97600"/>
                  </a:lnTo>
                  <a:lnTo>
                    <a:pt x="73492" y="105771"/>
                  </a:lnTo>
                  <a:lnTo>
                    <a:pt x="68331" y="113941"/>
                  </a:lnTo>
                  <a:lnTo>
                    <a:pt x="63170" y="122112"/>
                  </a:lnTo>
                  <a:lnTo>
                    <a:pt x="58009" y="130283"/>
                  </a:lnTo>
                  <a:lnTo>
                    <a:pt x="52848" y="138454"/>
                  </a:lnTo>
                  <a:lnTo>
                    <a:pt x="42278" y="131049"/>
                  </a:lnTo>
                  <a:lnTo>
                    <a:pt x="31708" y="123643"/>
                  </a:lnTo>
                  <a:lnTo>
                    <a:pt x="21139" y="116238"/>
                  </a:lnTo>
                  <a:lnTo>
                    <a:pt x="10569" y="108833"/>
                  </a:lnTo>
                  <a:lnTo>
                    <a:pt x="6648" y="106086"/>
                  </a:lnTo>
                  <a:lnTo>
                    <a:pt x="0" y="1014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g421"/>
            <p:cNvSpPr/>
            <p:nvPr/>
          </p:nvSpPr>
          <p:spPr>
            <a:xfrm>
              <a:off x="2139169" y="2898475"/>
              <a:ext cx="143973" cy="200078"/>
            </a:xfrm>
            <a:custGeom>
              <a:avLst/>
              <a:pathLst>
                <a:path w="143973" h="200078">
                  <a:moveTo>
                    <a:pt x="46176" y="196065"/>
                  </a:moveTo>
                  <a:lnTo>
                    <a:pt x="40404" y="192052"/>
                  </a:lnTo>
                  <a:lnTo>
                    <a:pt x="34632" y="188039"/>
                  </a:lnTo>
                  <a:lnTo>
                    <a:pt x="28860" y="184025"/>
                  </a:lnTo>
                  <a:lnTo>
                    <a:pt x="23088" y="180012"/>
                  </a:lnTo>
                  <a:lnTo>
                    <a:pt x="17315" y="175999"/>
                  </a:lnTo>
                  <a:lnTo>
                    <a:pt x="11544" y="171986"/>
                  </a:lnTo>
                  <a:lnTo>
                    <a:pt x="5772" y="167973"/>
                  </a:lnTo>
                  <a:lnTo>
                    <a:pt x="3544" y="166424"/>
                  </a:lnTo>
                  <a:lnTo>
                    <a:pt x="0" y="163959"/>
                  </a:lnTo>
                  <a:lnTo>
                    <a:pt x="3353" y="158670"/>
                  </a:lnTo>
                  <a:lnTo>
                    <a:pt x="6706" y="153381"/>
                  </a:lnTo>
                  <a:lnTo>
                    <a:pt x="10059" y="148092"/>
                  </a:lnTo>
                  <a:lnTo>
                    <a:pt x="13412" y="142803"/>
                  </a:lnTo>
                  <a:lnTo>
                    <a:pt x="16765" y="137514"/>
                  </a:lnTo>
                  <a:lnTo>
                    <a:pt x="20119" y="132225"/>
                  </a:lnTo>
                  <a:lnTo>
                    <a:pt x="23472" y="126936"/>
                  </a:lnTo>
                  <a:lnTo>
                    <a:pt x="26825" y="121647"/>
                  </a:lnTo>
                  <a:lnTo>
                    <a:pt x="30178" y="116358"/>
                  </a:lnTo>
                  <a:lnTo>
                    <a:pt x="33531" y="111069"/>
                  </a:lnTo>
                  <a:lnTo>
                    <a:pt x="36885" y="105780"/>
                  </a:lnTo>
                  <a:lnTo>
                    <a:pt x="40238" y="100491"/>
                  </a:lnTo>
                  <a:lnTo>
                    <a:pt x="43591" y="95202"/>
                  </a:lnTo>
                  <a:lnTo>
                    <a:pt x="46944" y="89913"/>
                  </a:lnTo>
                  <a:lnTo>
                    <a:pt x="50297" y="84624"/>
                  </a:lnTo>
                  <a:lnTo>
                    <a:pt x="53650" y="79335"/>
                  </a:lnTo>
                  <a:lnTo>
                    <a:pt x="57004" y="74046"/>
                  </a:lnTo>
                  <a:lnTo>
                    <a:pt x="60357" y="68757"/>
                  </a:lnTo>
                  <a:lnTo>
                    <a:pt x="63710" y="63468"/>
                  </a:lnTo>
                  <a:lnTo>
                    <a:pt x="67063" y="58179"/>
                  </a:lnTo>
                  <a:lnTo>
                    <a:pt x="70416" y="52890"/>
                  </a:lnTo>
                  <a:lnTo>
                    <a:pt x="73769" y="47601"/>
                  </a:lnTo>
                  <a:lnTo>
                    <a:pt x="77123" y="42312"/>
                  </a:lnTo>
                  <a:lnTo>
                    <a:pt x="80476" y="37023"/>
                  </a:lnTo>
                  <a:lnTo>
                    <a:pt x="83829" y="31734"/>
                  </a:lnTo>
                  <a:lnTo>
                    <a:pt x="87182" y="26445"/>
                  </a:lnTo>
                  <a:lnTo>
                    <a:pt x="90535" y="21156"/>
                  </a:lnTo>
                  <a:lnTo>
                    <a:pt x="93888" y="15867"/>
                  </a:lnTo>
                  <a:lnTo>
                    <a:pt x="97242" y="10578"/>
                  </a:lnTo>
                  <a:lnTo>
                    <a:pt x="100595" y="5289"/>
                  </a:lnTo>
                  <a:lnTo>
                    <a:pt x="102333" y="2547"/>
                  </a:lnTo>
                  <a:lnTo>
                    <a:pt x="103948" y="0"/>
                  </a:lnTo>
                  <a:lnTo>
                    <a:pt x="107054" y="2380"/>
                  </a:lnTo>
                  <a:lnTo>
                    <a:pt x="110003" y="4641"/>
                  </a:lnTo>
                  <a:lnTo>
                    <a:pt x="115415" y="8790"/>
                  </a:lnTo>
                  <a:lnTo>
                    <a:pt x="115769" y="9527"/>
                  </a:lnTo>
                  <a:lnTo>
                    <a:pt x="119099" y="16472"/>
                  </a:lnTo>
                  <a:lnTo>
                    <a:pt x="122428" y="23416"/>
                  </a:lnTo>
                  <a:lnTo>
                    <a:pt x="125757" y="30361"/>
                  </a:lnTo>
                  <a:lnTo>
                    <a:pt x="128745" y="36593"/>
                  </a:lnTo>
                  <a:lnTo>
                    <a:pt x="129149" y="37328"/>
                  </a:lnTo>
                  <a:lnTo>
                    <a:pt x="132855" y="44070"/>
                  </a:lnTo>
                  <a:lnTo>
                    <a:pt x="136561" y="50812"/>
                  </a:lnTo>
                  <a:lnTo>
                    <a:pt x="140267" y="57555"/>
                  </a:lnTo>
                  <a:lnTo>
                    <a:pt x="143973" y="64297"/>
                  </a:lnTo>
                  <a:lnTo>
                    <a:pt x="142333" y="66717"/>
                  </a:lnTo>
                  <a:lnTo>
                    <a:pt x="140905" y="68823"/>
                  </a:lnTo>
                  <a:lnTo>
                    <a:pt x="137838" y="73349"/>
                  </a:lnTo>
                  <a:lnTo>
                    <a:pt x="134770" y="77875"/>
                  </a:lnTo>
                  <a:lnTo>
                    <a:pt x="131703" y="82401"/>
                  </a:lnTo>
                  <a:lnTo>
                    <a:pt x="128635" y="86927"/>
                  </a:lnTo>
                  <a:lnTo>
                    <a:pt x="125568" y="91453"/>
                  </a:lnTo>
                  <a:lnTo>
                    <a:pt x="122500" y="95979"/>
                  </a:lnTo>
                  <a:lnTo>
                    <a:pt x="119433" y="100505"/>
                  </a:lnTo>
                  <a:lnTo>
                    <a:pt x="116365" y="105032"/>
                  </a:lnTo>
                  <a:lnTo>
                    <a:pt x="113298" y="109558"/>
                  </a:lnTo>
                  <a:lnTo>
                    <a:pt x="110230" y="114084"/>
                  </a:lnTo>
                  <a:lnTo>
                    <a:pt x="107163" y="118610"/>
                  </a:lnTo>
                  <a:lnTo>
                    <a:pt x="104095" y="123136"/>
                  </a:lnTo>
                  <a:lnTo>
                    <a:pt x="101028" y="127662"/>
                  </a:lnTo>
                  <a:lnTo>
                    <a:pt x="97960" y="132188"/>
                  </a:lnTo>
                  <a:lnTo>
                    <a:pt x="94893" y="136714"/>
                  </a:lnTo>
                  <a:lnTo>
                    <a:pt x="91825" y="141240"/>
                  </a:lnTo>
                  <a:lnTo>
                    <a:pt x="88758" y="145766"/>
                  </a:lnTo>
                  <a:lnTo>
                    <a:pt x="85690" y="150292"/>
                  </a:lnTo>
                  <a:lnTo>
                    <a:pt x="82622" y="154818"/>
                  </a:lnTo>
                  <a:lnTo>
                    <a:pt x="79555" y="159344"/>
                  </a:lnTo>
                  <a:lnTo>
                    <a:pt x="76487" y="163870"/>
                  </a:lnTo>
                  <a:lnTo>
                    <a:pt x="73420" y="168396"/>
                  </a:lnTo>
                  <a:lnTo>
                    <a:pt x="70352" y="172922"/>
                  </a:lnTo>
                  <a:lnTo>
                    <a:pt x="67285" y="177448"/>
                  </a:lnTo>
                  <a:lnTo>
                    <a:pt x="64217" y="181974"/>
                  </a:lnTo>
                  <a:lnTo>
                    <a:pt x="61150" y="186500"/>
                  </a:lnTo>
                  <a:lnTo>
                    <a:pt x="58082" y="191026"/>
                  </a:lnTo>
                  <a:lnTo>
                    <a:pt x="55015" y="195552"/>
                  </a:lnTo>
                  <a:lnTo>
                    <a:pt x="51947" y="2000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g422"/>
            <p:cNvSpPr/>
            <p:nvPr/>
          </p:nvSpPr>
          <p:spPr>
            <a:xfrm>
              <a:off x="2236029" y="2723683"/>
              <a:ext cx="94913" cy="83893"/>
            </a:xfrm>
            <a:custGeom>
              <a:avLst/>
              <a:pathLst>
                <a:path w="94913" h="83893">
                  <a:moveTo>
                    <a:pt x="9626" y="39581"/>
                  </a:moveTo>
                  <a:lnTo>
                    <a:pt x="13963" y="33016"/>
                  </a:lnTo>
                  <a:lnTo>
                    <a:pt x="17887" y="27076"/>
                  </a:lnTo>
                  <a:lnTo>
                    <a:pt x="20527" y="23081"/>
                  </a:lnTo>
                  <a:lnTo>
                    <a:pt x="23260" y="18942"/>
                  </a:lnTo>
                  <a:lnTo>
                    <a:pt x="27113" y="13111"/>
                  </a:lnTo>
                  <a:lnTo>
                    <a:pt x="31213" y="6905"/>
                  </a:lnTo>
                  <a:lnTo>
                    <a:pt x="35774" y="0"/>
                  </a:lnTo>
                  <a:lnTo>
                    <a:pt x="45918" y="3280"/>
                  </a:lnTo>
                  <a:lnTo>
                    <a:pt x="59387" y="7635"/>
                  </a:lnTo>
                  <a:lnTo>
                    <a:pt x="65668" y="9923"/>
                  </a:lnTo>
                  <a:lnTo>
                    <a:pt x="94913" y="20577"/>
                  </a:lnTo>
                  <a:lnTo>
                    <a:pt x="86539" y="31446"/>
                  </a:lnTo>
                  <a:lnTo>
                    <a:pt x="83036" y="35992"/>
                  </a:lnTo>
                  <a:lnTo>
                    <a:pt x="80985" y="38653"/>
                  </a:lnTo>
                  <a:lnTo>
                    <a:pt x="76917" y="43932"/>
                  </a:lnTo>
                  <a:lnTo>
                    <a:pt x="71158" y="51407"/>
                  </a:lnTo>
                  <a:lnTo>
                    <a:pt x="69897" y="52878"/>
                  </a:lnTo>
                  <a:lnTo>
                    <a:pt x="63623" y="60196"/>
                  </a:lnTo>
                  <a:lnTo>
                    <a:pt x="57234" y="67650"/>
                  </a:lnTo>
                  <a:lnTo>
                    <a:pt x="51259" y="74619"/>
                  </a:lnTo>
                  <a:lnTo>
                    <a:pt x="43310" y="83893"/>
                  </a:lnTo>
                  <a:lnTo>
                    <a:pt x="23880" y="70551"/>
                  </a:lnTo>
                  <a:lnTo>
                    <a:pt x="11481" y="62037"/>
                  </a:lnTo>
                  <a:lnTo>
                    <a:pt x="5277" y="57777"/>
                  </a:lnTo>
                  <a:lnTo>
                    <a:pt x="0" y="541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g423"/>
            <p:cNvSpPr/>
            <p:nvPr/>
          </p:nvSpPr>
          <p:spPr>
            <a:xfrm>
              <a:off x="2284935" y="2749136"/>
              <a:ext cx="125164" cy="83725"/>
            </a:xfrm>
            <a:custGeom>
              <a:avLst/>
              <a:pathLst>
                <a:path w="125164" h="83725">
                  <a:moveTo>
                    <a:pt x="40973" y="77112"/>
                  </a:moveTo>
                  <a:lnTo>
                    <a:pt x="29132" y="83725"/>
                  </a:lnTo>
                  <a:lnTo>
                    <a:pt x="16371" y="74619"/>
                  </a:lnTo>
                  <a:lnTo>
                    <a:pt x="3596" y="65503"/>
                  </a:lnTo>
                  <a:lnTo>
                    <a:pt x="0" y="62936"/>
                  </a:lnTo>
                  <a:lnTo>
                    <a:pt x="21924" y="30476"/>
                  </a:lnTo>
                  <a:lnTo>
                    <a:pt x="29716" y="23567"/>
                  </a:lnTo>
                  <a:lnTo>
                    <a:pt x="34918" y="18955"/>
                  </a:lnTo>
                  <a:lnTo>
                    <a:pt x="40668" y="13857"/>
                  </a:lnTo>
                  <a:lnTo>
                    <a:pt x="43889" y="11001"/>
                  </a:lnTo>
                  <a:lnTo>
                    <a:pt x="47479" y="7818"/>
                  </a:lnTo>
                  <a:lnTo>
                    <a:pt x="56066" y="204"/>
                  </a:lnTo>
                  <a:lnTo>
                    <a:pt x="75043" y="133"/>
                  </a:lnTo>
                  <a:lnTo>
                    <a:pt x="89647" y="77"/>
                  </a:lnTo>
                  <a:lnTo>
                    <a:pt x="97261" y="48"/>
                  </a:lnTo>
                  <a:lnTo>
                    <a:pt x="102544" y="29"/>
                  </a:lnTo>
                  <a:lnTo>
                    <a:pt x="107750" y="9"/>
                  </a:lnTo>
                  <a:lnTo>
                    <a:pt x="110219" y="0"/>
                  </a:lnTo>
                  <a:lnTo>
                    <a:pt x="118505" y="16685"/>
                  </a:lnTo>
                  <a:lnTo>
                    <a:pt x="125164" y="30094"/>
                  </a:lnTo>
                  <a:lnTo>
                    <a:pt x="116169" y="35117"/>
                  </a:lnTo>
                  <a:lnTo>
                    <a:pt x="111436" y="37761"/>
                  </a:lnTo>
                  <a:lnTo>
                    <a:pt x="106224" y="40671"/>
                  </a:lnTo>
                  <a:lnTo>
                    <a:pt x="98654" y="44899"/>
                  </a:lnTo>
                  <a:lnTo>
                    <a:pt x="89866" y="49807"/>
                  </a:lnTo>
                  <a:lnTo>
                    <a:pt x="83726" y="53236"/>
                  </a:lnTo>
                  <a:lnTo>
                    <a:pt x="76758" y="57127"/>
                  </a:lnTo>
                  <a:lnTo>
                    <a:pt x="68970" y="61476"/>
                  </a:lnTo>
                  <a:lnTo>
                    <a:pt x="58058" y="67571"/>
                  </a:lnTo>
                  <a:lnTo>
                    <a:pt x="46590" y="739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g424"/>
            <p:cNvSpPr/>
            <p:nvPr/>
          </p:nvSpPr>
          <p:spPr>
            <a:xfrm>
              <a:off x="2318547" y="2778398"/>
              <a:ext cx="123907" cy="102480"/>
            </a:xfrm>
            <a:custGeom>
              <a:avLst/>
              <a:pathLst>
                <a:path w="123907" h="102480">
                  <a:moveTo>
                    <a:pt x="56577" y="84653"/>
                  </a:moveTo>
                  <a:lnTo>
                    <a:pt x="48101" y="89110"/>
                  </a:lnTo>
                  <a:lnTo>
                    <a:pt x="39624" y="93566"/>
                  </a:lnTo>
                  <a:lnTo>
                    <a:pt x="31147" y="98023"/>
                  </a:lnTo>
                  <a:lnTo>
                    <a:pt x="22671" y="102480"/>
                  </a:lnTo>
                  <a:lnTo>
                    <a:pt x="17003" y="90918"/>
                  </a:lnTo>
                  <a:lnTo>
                    <a:pt x="11335" y="79356"/>
                  </a:lnTo>
                  <a:lnTo>
                    <a:pt x="5667" y="67794"/>
                  </a:lnTo>
                  <a:lnTo>
                    <a:pt x="2953" y="62256"/>
                  </a:lnTo>
                  <a:lnTo>
                    <a:pt x="0" y="56232"/>
                  </a:lnTo>
                  <a:lnTo>
                    <a:pt x="8400" y="51546"/>
                  </a:lnTo>
                  <a:lnTo>
                    <a:pt x="16801" y="46860"/>
                  </a:lnTo>
                  <a:lnTo>
                    <a:pt x="25202" y="42174"/>
                  </a:lnTo>
                  <a:lnTo>
                    <a:pt x="33603" y="37488"/>
                  </a:lnTo>
                  <a:lnTo>
                    <a:pt x="42004" y="32802"/>
                  </a:lnTo>
                  <a:lnTo>
                    <a:pt x="50405" y="28116"/>
                  </a:lnTo>
                  <a:lnTo>
                    <a:pt x="58805" y="23430"/>
                  </a:lnTo>
                  <a:lnTo>
                    <a:pt x="67206" y="18744"/>
                  </a:lnTo>
                  <a:lnTo>
                    <a:pt x="75607" y="14058"/>
                  </a:lnTo>
                  <a:lnTo>
                    <a:pt x="81602" y="10713"/>
                  </a:lnTo>
                  <a:lnTo>
                    <a:pt x="84008" y="9372"/>
                  </a:lnTo>
                  <a:lnTo>
                    <a:pt x="92408" y="4686"/>
                  </a:lnTo>
                  <a:lnTo>
                    <a:pt x="100809" y="0"/>
                  </a:lnTo>
                  <a:lnTo>
                    <a:pt x="112358" y="24029"/>
                  </a:lnTo>
                  <a:lnTo>
                    <a:pt x="123907" y="48058"/>
                  </a:lnTo>
                  <a:lnTo>
                    <a:pt x="115531" y="52710"/>
                  </a:lnTo>
                  <a:lnTo>
                    <a:pt x="107156" y="57362"/>
                  </a:lnTo>
                  <a:lnTo>
                    <a:pt x="106209" y="57889"/>
                  </a:lnTo>
                  <a:lnTo>
                    <a:pt x="98781" y="62014"/>
                  </a:lnTo>
                  <a:lnTo>
                    <a:pt x="90406" y="66666"/>
                  </a:lnTo>
                  <a:lnTo>
                    <a:pt x="83646" y="70421"/>
                  </a:lnTo>
                  <a:lnTo>
                    <a:pt x="82004" y="71285"/>
                  </a:lnTo>
                  <a:lnTo>
                    <a:pt x="73529" y="75741"/>
                  </a:lnTo>
                  <a:lnTo>
                    <a:pt x="65053" y="80197"/>
                  </a:lnTo>
                  <a:lnTo>
                    <a:pt x="61694" y="819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g425"/>
            <p:cNvSpPr/>
            <p:nvPr/>
          </p:nvSpPr>
          <p:spPr>
            <a:xfrm>
              <a:off x="2429090" y="2755867"/>
              <a:ext cx="180393" cy="64003"/>
            </a:xfrm>
            <a:custGeom>
              <a:avLst/>
              <a:pathLst>
                <a:path w="180393" h="64003">
                  <a:moveTo>
                    <a:pt x="105378" y="49791"/>
                  </a:moveTo>
                  <a:lnTo>
                    <a:pt x="83810" y="48984"/>
                  </a:lnTo>
                  <a:lnTo>
                    <a:pt x="83623" y="49001"/>
                  </a:lnTo>
                  <a:lnTo>
                    <a:pt x="61937" y="50962"/>
                  </a:lnTo>
                  <a:lnTo>
                    <a:pt x="52770" y="51790"/>
                  </a:lnTo>
                  <a:lnTo>
                    <a:pt x="40988" y="56260"/>
                  </a:lnTo>
                  <a:lnTo>
                    <a:pt x="32334" y="59543"/>
                  </a:lnTo>
                  <a:lnTo>
                    <a:pt x="20578" y="64003"/>
                  </a:lnTo>
                  <a:lnTo>
                    <a:pt x="12863" y="47707"/>
                  </a:lnTo>
                  <a:lnTo>
                    <a:pt x="0" y="20536"/>
                  </a:lnTo>
                  <a:lnTo>
                    <a:pt x="6636" y="17889"/>
                  </a:lnTo>
                  <a:lnTo>
                    <a:pt x="14095" y="14913"/>
                  </a:lnTo>
                  <a:lnTo>
                    <a:pt x="28189" y="9290"/>
                  </a:lnTo>
                  <a:lnTo>
                    <a:pt x="42285" y="3667"/>
                  </a:lnTo>
                  <a:lnTo>
                    <a:pt x="51478" y="0"/>
                  </a:lnTo>
                  <a:lnTo>
                    <a:pt x="56736" y="205"/>
                  </a:lnTo>
                  <a:lnTo>
                    <a:pt x="71855" y="797"/>
                  </a:lnTo>
                  <a:lnTo>
                    <a:pt x="86974" y="1389"/>
                  </a:lnTo>
                  <a:lnTo>
                    <a:pt x="102093" y="1981"/>
                  </a:lnTo>
                  <a:lnTo>
                    <a:pt x="110042" y="2293"/>
                  </a:lnTo>
                  <a:lnTo>
                    <a:pt x="117159" y="3228"/>
                  </a:lnTo>
                  <a:lnTo>
                    <a:pt x="123070" y="4005"/>
                  </a:lnTo>
                  <a:lnTo>
                    <a:pt x="132154" y="5298"/>
                  </a:lnTo>
                  <a:lnTo>
                    <a:pt x="147140" y="7430"/>
                  </a:lnTo>
                  <a:lnTo>
                    <a:pt x="162126" y="9562"/>
                  </a:lnTo>
                  <a:lnTo>
                    <a:pt x="177111" y="11695"/>
                  </a:lnTo>
                  <a:lnTo>
                    <a:pt x="177731" y="19531"/>
                  </a:lnTo>
                  <a:lnTo>
                    <a:pt x="178752" y="32451"/>
                  </a:lnTo>
                  <a:lnTo>
                    <a:pt x="180393" y="53208"/>
                  </a:lnTo>
                  <a:lnTo>
                    <a:pt x="158647" y="52149"/>
                  </a:lnTo>
                  <a:lnTo>
                    <a:pt x="152025" y="51826"/>
                  </a:lnTo>
                  <a:lnTo>
                    <a:pt x="151241" y="36371"/>
                  </a:lnTo>
                  <a:lnTo>
                    <a:pt x="151102" y="33643"/>
                  </a:lnTo>
                  <a:lnTo>
                    <a:pt x="139399" y="33560"/>
                  </a:lnTo>
                  <a:lnTo>
                    <a:pt x="139029" y="51194"/>
                  </a:lnTo>
                  <a:lnTo>
                    <a:pt x="127133" y="50615"/>
                  </a:lnTo>
                  <a:lnTo>
                    <a:pt x="126224" y="5057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g426"/>
            <p:cNvSpPr/>
            <p:nvPr/>
          </p:nvSpPr>
          <p:spPr>
            <a:xfrm>
              <a:off x="2343442" y="2833992"/>
              <a:ext cx="127187" cy="98963"/>
            </a:xfrm>
            <a:custGeom>
              <a:avLst/>
              <a:pathLst>
                <a:path w="127187" h="98963">
                  <a:moveTo>
                    <a:pt x="7540" y="48472"/>
                  </a:moveTo>
                  <a:lnTo>
                    <a:pt x="15081" y="44432"/>
                  </a:lnTo>
                  <a:lnTo>
                    <a:pt x="22622" y="40393"/>
                  </a:lnTo>
                  <a:lnTo>
                    <a:pt x="30162" y="36354"/>
                  </a:lnTo>
                  <a:lnTo>
                    <a:pt x="37703" y="32314"/>
                  </a:lnTo>
                  <a:lnTo>
                    <a:pt x="45244" y="28275"/>
                  </a:lnTo>
                  <a:lnTo>
                    <a:pt x="52785" y="24235"/>
                  </a:lnTo>
                  <a:lnTo>
                    <a:pt x="60325" y="20196"/>
                  </a:lnTo>
                  <a:lnTo>
                    <a:pt x="66440" y="16921"/>
                  </a:lnTo>
                  <a:lnTo>
                    <a:pt x="67866" y="16157"/>
                  </a:lnTo>
                  <a:lnTo>
                    <a:pt x="75407" y="12117"/>
                  </a:lnTo>
                  <a:lnTo>
                    <a:pt x="82948" y="8078"/>
                  </a:lnTo>
                  <a:lnTo>
                    <a:pt x="90488" y="4039"/>
                  </a:lnTo>
                  <a:lnTo>
                    <a:pt x="98029" y="0"/>
                  </a:lnTo>
                  <a:lnTo>
                    <a:pt x="102616" y="11302"/>
                  </a:lnTo>
                  <a:lnTo>
                    <a:pt x="107203" y="22605"/>
                  </a:lnTo>
                  <a:lnTo>
                    <a:pt x="113100" y="19591"/>
                  </a:lnTo>
                  <a:lnTo>
                    <a:pt x="127187" y="47053"/>
                  </a:lnTo>
                  <a:lnTo>
                    <a:pt x="119685" y="50804"/>
                  </a:lnTo>
                  <a:lnTo>
                    <a:pt x="112644" y="54325"/>
                  </a:lnTo>
                  <a:lnTo>
                    <a:pt x="112180" y="54553"/>
                  </a:lnTo>
                  <a:lnTo>
                    <a:pt x="104653" y="58254"/>
                  </a:lnTo>
                  <a:lnTo>
                    <a:pt x="97126" y="61955"/>
                  </a:lnTo>
                  <a:lnTo>
                    <a:pt x="89599" y="65656"/>
                  </a:lnTo>
                  <a:lnTo>
                    <a:pt x="89457" y="65725"/>
                  </a:lnTo>
                  <a:lnTo>
                    <a:pt x="82072" y="69357"/>
                  </a:lnTo>
                  <a:lnTo>
                    <a:pt x="74545" y="73057"/>
                  </a:lnTo>
                  <a:lnTo>
                    <a:pt x="67018" y="76758"/>
                  </a:lnTo>
                  <a:lnTo>
                    <a:pt x="59491" y="80459"/>
                  </a:lnTo>
                  <a:lnTo>
                    <a:pt x="51964" y="84160"/>
                  </a:lnTo>
                  <a:lnTo>
                    <a:pt x="44437" y="87861"/>
                  </a:lnTo>
                  <a:lnTo>
                    <a:pt x="36911" y="91561"/>
                  </a:lnTo>
                  <a:lnTo>
                    <a:pt x="29384" y="95262"/>
                  </a:lnTo>
                  <a:lnTo>
                    <a:pt x="21857" y="98963"/>
                  </a:lnTo>
                  <a:lnTo>
                    <a:pt x="17485" y="89673"/>
                  </a:lnTo>
                  <a:lnTo>
                    <a:pt x="13114" y="80382"/>
                  </a:lnTo>
                  <a:lnTo>
                    <a:pt x="8742" y="71092"/>
                  </a:lnTo>
                  <a:lnTo>
                    <a:pt x="4371" y="61801"/>
                  </a:lnTo>
                  <a:lnTo>
                    <a:pt x="2480" y="57784"/>
                  </a:lnTo>
                  <a:lnTo>
                    <a:pt x="0" y="525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g427"/>
            <p:cNvSpPr/>
            <p:nvPr/>
          </p:nvSpPr>
          <p:spPr>
            <a:xfrm>
              <a:off x="2363515" y="2897587"/>
              <a:ext cx="84526" cy="69795"/>
            </a:xfrm>
            <a:custGeom>
              <a:avLst/>
              <a:pathLst>
                <a:path w="84526" h="69795">
                  <a:moveTo>
                    <a:pt x="5101" y="57175"/>
                  </a:moveTo>
                  <a:lnTo>
                    <a:pt x="851" y="53554"/>
                  </a:lnTo>
                  <a:lnTo>
                    <a:pt x="0" y="42300"/>
                  </a:lnTo>
                  <a:lnTo>
                    <a:pt x="13879" y="35250"/>
                  </a:lnTo>
                  <a:lnTo>
                    <a:pt x="27759" y="28200"/>
                  </a:lnTo>
                  <a:lnTo>
                    <a:pt x="41639" y="21150"/>
                  </a:lnTo>
                  <a:lnTo>
                    <a:pt x="48501" y="17664"/>
                  </a:lnTo>
                  <a:lnTo>
                    <a:pt x="55519" y="14100"/>
                  </a:lnTo>
                  <a:lnTo>
                    <a:pt x="69399" y="7050"/>
                  </a:lnTo>
                  <a:lnTo>
                    <a:pt x="83279" y="0"/>
                  </a:lnTo>
                  <a:lnTo>
                    <a:pt x="84526" y="3509"/>
                  </a:lnTo>
                  <a:lnTo>
                    <a:pt x="71825" y="16984"/>
                  </a:lnTo>
                  <a:lnTo>
                    <a:pt x="63225" y="26107"/>
                  </a:lnTo>
                  <a:lnTo>
                    <a:pt x="59123" y="30459"/>
                  </a:lnTo>
                  <a:lnTo>
                    <a:pt x="46422" y="43934"/>
                  </a:lnTo>
                  <a:lnTo>
                    <a:pt x="41924" y="48705"/>
                  </a:lnTo>
                  <a:lnTo>
                    <a:pt x="33263" y="57004"/>
                  </a:lnTo>
                  <a:lnTo>
                    <a:pt x="19914" y="6979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g428"/>
            <p:cNvSpPr/>
            <p:nvPr/>
          </p:nvSpPr>
          <p:spPr>
            <a:xfrm>
              <a:off x="2452232" y="2809199"/>
              <a:ext cx="94486" cy="66655"/>
            </a:xfrm>
            <a:custGeom>
              <a:avLst/>
              <a:pathLst>
                <a:path w="94486" h="66655">
                  <a:moveTo>
                    <a:pt x="94486" y="5850"/>
                  </a:moveTo>
                  <a:lnTo>
                    <a:pt x="73514" y="36506"/>
                  </a:lnTo>
                  <a:lnTo>
                    <a:pt x="62293" y="52908"/>
                  </a:lnTo>
                  <a:lnTo>
                    <a:pt x="54431" y="55657"/>
                  </a:lnTo>
                  <a:lnTo>
                    <a:pt x="46568" y="58407"/>
                  </a:lnTo>
                  <a:lnTo>
                    <a:pt x="38706" y="61156"/>
                  </a:lnTo>
                  <a:lnTo>
                    <a:pt x="30844" y="63906"/>
                  </a:lnTo>
                  <a:lnTo>
                    <a:pt x="27879" y="64943"/>
                  </a:lnTo>
                  <a:lnTo>
                    <a:pt x="22981" y="66655"/>
                  </a:lnTo>
                  <a:lnTo>
                    <a:pt x="15321" y="50197"/>
                  </a:lnTo>
                  <a:lnTo>
                    <a:pt x="7660" y="33739"/>
                  </a:lnTo>
                  <a:lnTo>
                    <a:pt x="4066" y="26018"/>
                  </a:lnTo>
                  <a:lnTo>
                    <a:pt x="0" y="17281"/>
                  </a:lnTo>
                  <a:lnTo>
                    <a:pt x="10857" y="11934"/>
                  </a:lnTo>
                  <a:lnTo>
                    <a:pt x="22117" y="7540"/>
                  </a:lnTo>
                  <a:lnTo>
                    <a:pt x="33697" y="4128"/>
                  </a:lnTo>
                  <a:lnTo>
                    <a:pt x="45518" y="1724"/>
                  </a:lnTo>
                  <a:lnTo>
                    <a:pt x="57494" y="345"/>
                  </a:lnTo>
                  <a:lnTo>
                    <a:pt x="69541" y="0"/>
                  </a:lnTo>
                  <a:lnTo>
                    <a:pt x="81574" y="691"/>
                  </a:lnTo>
                  <a:lnTo>
                    <a:pt x="93508" y="24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g429"/>
            <p:cNvSpPr/>
            <p:nvPr/>
          </p:nvSpPr>
          <p:spPr>
            <a:xfrm>
              <a:off x="2487596" y="2602561"/>
              <a:ext cx="60921" cy="58848"/>
            </a:xfrm>
            <a:custGeom>
              <a:avLst/>
              <a:pathLst>
                <a:path w="60921" h="58848">
                  <a:moveTo>
                    <a:pt x="46278" y="3366"/>
                  </a:moveTo>
                  <a:lnTo>
                    <a:pt x="52688" y="15192"/>
                  </a:lnTo>
                  <a:lnTo>
                    <a:pt x="60921" y="30383"/>
                  </a:lnTo>
                  <a:lnTo>
                    <a:pt x="34105" y="48474"/>
                  </a:lnTo>
                  <a:lnTo>
                    <a:pt x="18725" y="58848"/>
                  </a:lnTo>
                  <a:lnTo>
                    <a:pt x="12483" y="49091"/>
                  </a:lnTo>
                  <a:lnTo>
                    <a:pt x="6241" y="39333"/>
                  </a:lnTo>
                  <a:lnTo>
                    <a:pt x="3878" y="35638"/>
                  </a:lnTo>
                  <a:lnTo>
                    <a:pt x="0" y="29575"/>
                  </a:lnTo>
                  <a:lnTo>
                    <a:pt x="19893" y="16340"/>
                  </a:lnTo>
                  <a:lnTo>
                    <a:pt x="4445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g430"/>
            <p:cNvSpPr/>
            <p:nvPr/>
          </p:nvSpPr>
          <p:spPr>
            <a:xfrm>
              <a:off x="2507371" y="2638061"/>
              <a:ext cx="69759" cy="67696"/>
            </a:xfrm>
            <a:custGeom>
              <a:avLst/>
              <a:pathLst>
                <a:path w="69759" h="67696">
                  <a:moveTo>
                    <a:pt x="47714" y="66499"/>
                  </a:moveTo>
                  <a:lnTo>
                    <a:pt x="41162" y="56118"/>
                  </a:lnTo>
                  <a:lnTo>
                    <a:pt x="23962" y="67696"/>
                  </a:lnTo>
                  <a:lnTo>
                    <a:pt x="19969" y="60936"/>
                  </a:lnTo>
                  <a:lnTo>
                    <a:pt x="15975" y="54176"/>
                  </a:lnTo>
                  <a:lnTo>
                    <a:pt x="11981" y="47415"/>
                  </a:lnTo>
                  <a:lnTo>
                    <a:pt x="7987" y="40655"/>
                  </a:lnTo>
                  <a:lnTo>
                    <a:pt x="3993" y="33894"/>
                  </a:lnTo>
                  <a:lnTo>
                    <a:pt x="1978" y="30482"/>
                  </a:lnTo>
                  <a:lnTo>
                    <a:pt x="0" y="27133"/>
                  </a:lnTo>
                  <a:lnTo>
                    <a:pt x="18727" y="13566"/>
                  </a:lnTo>
                  <a:lnTo>
                    <a:pt x="37455" y="0"/>
                  </a:lnTo>
                  <a:lnTo>
                    <a:pt x="40640" y="5097"/>
                  </a:lnTo>
                  <a:lnTo>
                    <a:pt x="42839" y="8618"/>
                  </a:lnTo>
                  <a:lnTo>
                    <a:pt x="48223" y="17236"/>
                  </a:lnTo>
                  <a:lnTo>
                    <a:pt x="53607" y="25854"/>
                  </a:lnTo>
                  <a:lnTo>
                    <a:pt x="58991" y="34471"/>
                  </a:lnTo>
                  <a:lnTo>
                    <a:pt x="64375" y="43089"/>
                  </a:lnTo>
                  <a:lnTo>
                    <a:pt x="69759" y="517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g431"/>
            <p:cNvSpPr/>
            <p:nvPr/>
          </p:nvSpPr>
          <p:spPr>
            <a:xfrm>
              <a:off x="2504743" y="2536282"/>
              <a:ext cx="56322" cy="58632"/>
            </a:xfrm>
            <a:custGeom>
              <a:avLst/>
              <a:pathLst>
                <a:path w="56322" h="58632">
                  <a:moveTo>
                    <a:pt x="14774" y="7601"/>
                  </a:moveTo>
                  <a:lnTo>
                    <a:pt x="29548" y="0"/>
                  </a:lnTo>
                  <a:lnTo>
                    <a:pt x="34295" y="7718"/>
                  </a:lnTo>
                  <a:lnTo>
                    <a:pt x="38473" y="14511"/>
                  </a:lnTo>
                  <a:lnTo>
                    <a:pt x="47397" y="29022"/>
                  </a:lnTo>
                  <a:lnTo>
                    <a:pt x="56322" y="43533"/>
                  </a:lnTo>
                  <a:lnTo>
                    <a:pt x="38250" y="52597"/>
                  </a:lnTo>
                  <a:lnTo>
                    <a:pt x="26216" y="58632"/>
                  </a:lnTo>
                  <a:lnTo>
                    <a:pt x="19662" y="47775"/>
                  </a:lnTo>
                  <a:lnTo>
                    <a:pt x="13108" y="36918"/>
                  </a:lnTo>
                  <a:lnTo>
                    <a:pt x="6554" y="26060"/>
                  </a:lnTo>
                  <a:lnTo>
                    <a:pt x="4480" y="22624"/>
                  </a:lnTo>
                  <a:lnTo>
                    <a:pt x="0" y="15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g432"/>
            <p:cNvSpPr/>
            <p:nvPr/>
          </p:nvSpPr>
          <p:spPr>
            <a:xfrm>
              <a:off x="2532812" y="2586988"/>
              <a:ext cx="79669" cy="100135"/>
            </a:xfrm>
            <a:custGeom>
              <a:avLst/>
              <a:pathLst>
                <a:path w="79669" h="100135">
                  <a:moveTo>
                    <a:pt x="36043" y="14695"/>
                  </a:moveTo>
                  <a:lnTo>
                    <a:pt x="40600" y="22605"/>
                  </a:lnTo>
                  <a:lnTo>
                    <a:pt x="53623" y="45212"/>
                  </a:lnTo>
                  <a:lnTo>
                    <a:pt x="66646" y="67817"/>
                  </a:lnTo>
                  <a:lnTo>
                    <a:pt x="79669" y="90423"/>
                  </a:lnTo>
                  <a:lnTo>
                    <a:pt x="64271" y="95279"/>
                  </a:lnTo>
                  <a:lnTo>
                    <a:pt x="48872" y="100135"/>
                  </a:lnTo>
                  <a:lnTo>
                    <a:pt x="39098" y="82663"/>
                  </a:lnTo>
                  <a:lnTo>
                    <a:pt x="29323" y="65190"/>
                  </a:lnTo>
                  <a:lnTo>
                    <a:pt x="19549" y="47717"/>
                  </a:lnTo>
                  <a:lnTo>
                    <a:pt x="9774" y="30244"/>
                  </a:lnTo>
                  <a:lnTo>
                    <a:pt x="6367" y="24153"/>
                  </a:lnTo>
                  <a:lnTo>
                    <a:pt x="0" y="12771"/>
                  </a:lnTo>
                  <a:lnTo>
                    <a:pt x="13788" y="6385"/>
                  </a:lnTo>
                  <a:lnTo>
                    <a:pt x="2757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g433"/>
            <p:cNvSpPr/>
            <p:nvPr/>
          </p:nvSpPr>
          <p:spPr>
            <a:xfrm>
              <a:off x="2537109" y="2520468"/>
              <a:ext cx="52067" cy="58698"/>
            </a:xfrm>
            <a:custGeom>
              <a:avLst/>
              <a:pathLst>
                <a:path w="52067" h="58698">
                  <a:moveTo>
                    <a:pt x="44146" y="30527"/>
                  </a:moveTo>
                  <a:lnTo>
                    <a:pt x="52067" y="45720"/>
                  </a:lnTo>
                  <a:lnTo>
                    <a:pt x="36845" y="53046"/>
                  </a:lnTo>
                  <a:lnTo>
                    <a:pt x="25102" y="58698"/>
                  </a:lnTo>
                  <a:lnTo>
                    <a:pt x="16734" y="44157"/>
                  </a:lnTo>
                  <a:lnTo>
                    <a:pt x="8367" y="29615"/>
                  </a:lnTo>
                  <a:lnTo>
                    <a:pt x="4446" y="22802"/>
                  </a:lnTo>
                  <a:lnTo>
                    <a:pt x="0" y="15074"/>
                  </a:lnTo>
                  <a:lnTo>
                    <a:pt x="14271" y="7537"/>
                  </a:lnTo>
                  <a:lnTo>
                    <a:pt x="28542" y="0"/>
                  </a:lnTo>
                  <a:lnTo>
                    <a:pt x="33747" y="10198"/>
                  </a:lnTo>
                  <a:lnTo>
                    <a:pt x="36335" y="15268"/>
                  </a:lnTo>
                  <a:lnTo>
                    <a:pt x="43317" y="28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g434"/>
            <p:cNvSpPr/>
            <p:nvPr/>
          </p:nvSpPr>
          <p:spPr>
            <a:xfrm>
              <a:off x="2563386" y="2570229"/>
              <a:ext cx="76461" cy="100083"/>
            </a:xfrm>
            <a:custGeom>
              <a:avLst/>
              <a:pathLst>
                <a:path w="76461" h="100083">
                  <a:moveTo>
                    <a:pt x="29919" y="7949"/>
                  </a:moveTo>
                  <a:lnTo>
                    <a:pt x="33701" y="14252"/>
                  </a:lnTo>
                  <a:lnTo>
                    <a:pt x="42253" y="28505"/>
                  </a:lnTo>
                  <a:lnTo>
                    <a:pt x="50805" y="42758"/>
                  </a:lnTo>
                  <a:lnTo>
                    <a:pt x="59357" y="57010"/>
                  </a:lnTo>
                  <a:lnTo>
                    <a:pt x="67909" y="71263"/>
                  </a:lnTo>
                  <a:lnTo>
                    <a:pt x="76461" y="85516"/>
                  </a:lnTo>
                  <a:lnTo>
                    <a:pt x="62709" y="93422"/>
                  </a:lnTo>
                  <a:lnTo>
                    <a:pt x="51124" y="100083"/>
                  </a:lnTo>
                  <a:lnTo>
                    <a:pt x="42603" y="85629"/>
                  </a:lnTo>
                  <a:lnTo>
                    <a:pt x="34082" y="71175"/>
                  </a:lnTo>
                  <a:lnTo>
                    <a:pt x="25562" y="56721"/>
                  </a:lnTo>
                  <a:lnTo>
                    <a:pt x="17041" y="42268"/>
                  </a:lnTo>
                  <a:lnTo>
                    <a:pt x="8520" y="27814"/>
                  </a:lnTo>
                  <a:lnTo>
                    <a:pt x="3733" y="19693"/>
                  </a:lnTo>
                  <a:lnTo>
                    <a:pt x="0" y="13360"/>
                  </a:lnTo>
                  <a:lnTo>
                    <a:pt x="12574" y="6680"/>
                  </a:lnTo>
                  <a:lnTo>
                    <a:pt x="2514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g435"/>
            <p:cNvSpPr/>
            <p:nvPr/>
          </p:nvSpPr>
          <p:spPr>
            <a:xfrm>
              <a:off x="2597610" y="2559967"/>
              <a:ext cx="102019" cy="94607"/>
            </a:xfrm>
            <a:custGeom>
              <a:avLst/>
              <a:pathLst>
                <a:path w="102019" h="94607">
                  <a:moveTo>
                    <a:pt x="41253" y="86358"/>
                  </a:moveTo>
                  <a:lnTo>
                    <a:pt x="40261" y="84638"/>
                  </a:lnTo>
                  <a:lnTo>
                    <a:pt x="36493" y="78105"/>
                  </a:lnTo>
                  <a:lnTo>
                    <a:pt x="34509" y="74668"/>
                  </a:lnTo>
                  <a:lnTo>
                    <a:pt x="31731" y="69855"/>
                  </a:lnTo>
                  <a:lnTo>
                    <a:pt x="28757" y="64699"/>
                  </a:lnTo>
                  <a:lnTo>
                    <a:pt x="26972" y="61603"/>
                  </a:lnTo>
                  <a:lnTo>
                    <a:pt x="23006" y="54729"/>
                  </a:lnTo>
                  <a:lnTo>
                    <a:pt x="22212" y="53354"/>
                  </a:lnTo>
                  <a:lnTo>
                    <a:pt x="17453" y="45101"/>
                  </a:lnTo>
                  <a:lnTo>
                    <a:pt x="17255" y="44759"/>
                  </a:lnTo>
                  <a:lnTo>
                    <a:pt x="12693" y="36852"/>
                  </a:lnTo>
                  <a:lnTo>
                    <a:pt x="11504" y="34789"/>
                  </a:lnTo>
                  <a:lnTo>
                    <a:pt x="7934" y="28600"/>
                  </a:lnTo>
                  <a:lnTo>
                    <a:pt x="5752" y="24819"/>
                  </a:lnTo>
                  <a:lnTo>
                    <a:pt x="3966" y="21725"/>
                  </a:lnTo>
                  <a:lnTo>
                    <a:pt x="0" y="14850"/>
                  </a:lnTo>
                  <a:lnTo>
                    <a:pt x="13971" y="7425"/>
                  </a:lnTo>
                  <a:lnTo>
                    <a:pt x="27943" y="0"/>
                  </a:lnTo>
                  <a:lnTo>
                    <a:pt x="34114" y="5431"/>
                  </a:lnTo>
                  <a:lnTo>
                    <a:pt x="40289" y="10866"/>
                  </a:lnTo>
                  <a:lnTo>
                    <a:pt x="52635" y="21733"/>
                  </a:lnTo>
                  <a:lnTo>
                    <a:pt x="64981" y="32600"/>
                  </a:lnTo>
                  <a:lnTo>
                    <a:pt x="77327" y="43467"/>
                  </a:lnTo>
                  <a:lnTo>
                    <a:pt x="89673" y="54333"/>
                  </a:lnTo>
                  <a:lnTo>
                    <a:pt x="102019" y="65200"/>
                  </a:lnTo>
                  <a:lnTo>
                    <a:pt x="74015" y="79904"/>
                  </a:lnTo>
                  <a:lnTo>
                    <a:pt x="46012" y="946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g436"/>
            <p:cNvSpPr/>
            <p:nvPr/>
          </p:nvSpPr>
          <p:spPr>
            <a:xfrm>
              <a:off x="2627482" y="2540604"/>
              <a:ext cx="56748" cy="36624"/>
            </a:xfrm>
            <a:custGeom>
              <a:avLst/>
              <a:pathLst>
                <a:path w="56748" h="36624">
                  <a:moveTo>
                    <a:pt x="18567" y="5295"/>
                  </a:moveTo>
                  <a:lnTo>
                    <a:pt x="24952" y="3455"/>
                  </a:lnTo>
                  <a:lnTo>
                    <a:pt x="35657" y="369"/>
                  </a:lnTo>
                  <a:lnTo>
                    <a:pt x="56748" y="0"/>
                  </a:lnTo>
                  <a:lnTo>
                    <a:pt x="38017" y="22514"/>
                  </a:lnTo>
                  <a:lnTo>
                    <a:pt x="26280" y="36624"/>
                  </a:lnTo>
                  <a:lnTo>
                    <a:pt x="17520" y="29637"/>
                  </a:lnTo>
                  <a:lnTo>
                    <a:pt x="8760" y="22650"/>
                  </a:lnTo>
                  <a:lnTo>
                    <a:pt x="5020" y="19668"/>
                  </a:lnTo>
                  <a:lnTo>
                    <a:pt x="0" y="156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g437"/>
            <p:cNvSpPr/>
            <p:nvPr/>
          </p:nvSpPr>
          <p:spPr>
            <a:xfrm>
              <a:off x="2662984" y="2536237"/>
              <a:ext cx="78224" cy="76508"/>
            </a:xfrm>
            <a:custGeom>
              <a:avLst/>
              <a:pathLst>
                <a:path w="78224" h="76508">
                  <a:moveTo>
                    <a:pt x="6662" y="35578"/>
                  </a:moveTo>
                  <a:lnTo>
                    <a:pt x="13325" y="23719"/>
                  </a:lnTo>
                  <a:lnTo>
                    <a:pt x="19988" y="11859"/>
                  </a:lnTo>
                  <a:lnTo>
                    <a:pt x="22681" y="7064"/>
                  </a:lnTo>
                  <a:lnTo>
                    <a:pt x="26650" y="0"/>
                  </a:lnTo>
                  <a:lnTo>
                    <a:pt x="46148" y="9740"/>
                  </a:lnTo>
                  <a:lnTo>
                    <a:pt x="78224" y="25765"/>
                  </a:lnTo>
                  <a:lnTo>
                    <a:pt x="72492" y="33872"/>
                  </a:lnTo>
                  <a:lnTo>
                    <a:pt x="65878" y="43225"/>
                  </a:lnTo>
                  <a:lnTo>
                    <a:pt x="60283" y="51137"/>
                  </a:lnTo>
                  <a:lnTo>
                    <a:pt x="51313" y="63823"/>
                  </a:lnTo>
                  <a:lnTo>
                    <a:pt x="42343" y="76508"/>
                  </a:lnTo>
                  <a:lnTo>
                    <a:pt x="21171" y="61973"/>
                  </a:lnTo>
                  <a:lnTo>
                    <a:pt x="9051" y="53652"/>
                  </a:lnTo>
                  <a:lnTo>
                    <a:pt x="0" y="474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g438"/>
            <p:cNvSpPr/>
            <p:nvPr/>
          </p:nvSpPr>
          <p:spPr>
            <a:xfrm>
              <a:off x="2612191" y="2518375"/>
              <a:ext cx="58872" cy="31363"/>
            </a:xfrm>
            <a:custGeom>
              <a:avLst/>
              <a:pathLst>
                <a:path w="58872" h="31363">
                  <a:moveTo>
                    <a:pt x="57881" y="10565"/>
                  </a:moveTo>
                  <a:lnTo>
                    <a:pt x="58872" y="14884"/>
                  </a:lnTo>
                  <a:lnTo>
                    <a:pt x="28896" y="17582"/>
                  </a:lnTo>
                  <a:lnTo>
                    <a:pt x="23925" y="21195"/>
                  </a:lnTo>
                  <a:lnTo>
                    <a:pt x="9932" y="31363"/>
                  </a:lnTo>
                  <a:lnTo>
                    <a:pt x="4966" y="24918"/>
                  </a:lnTo>
                  <a:lnTo>
                    <a:pt x="0" y="18473"/>
                  </a:lnTo>
                  <a:lnTo>
                    <a:pt x="12400" y="9236"/>
                  </a:lnTo>
                  <a:lnTo>
                    <a:pt x="24801" y="0"/>
                  </a:lnTo>
                  <a:lnTo>
                    <a:pt x="25185" y="36"/>
                  </a:lnTo>
                  <a:lnTo>
                    <a:pt x="56129" y="2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g439"/>
            <p:cNvSpPr/>
            <p:nvPr/>
          </p:nvSpPr>
          <p:spPr>
            <a:xfrm>
              <a:off x="2319881" y="2464854"/>
              <a:ext cx="129583" cy="81376"/>
            </a:xfrm>
            <a:custGeom>
              <a:avLst/>
              <a:pathLst>
                <a:path w="129583" h="81376">
                  <a:moveTo>
                    <a:pt x="100532" y="49910"/>
                  </a:moveTo>
                  <a:lnTo>
                    <a:pt x="97148" y="35204"/>
                  </a:lnTo>
                  <a:lnTo>
                    <a:pt x="95045" y="25330"/>
                  </a:lnTo>
                  <a:lnTo>
                    <a:pt x="90514" y="4058"/>
                  </a:lnTo>
                  <a:lnTo>
                    <a:pt x="98377" y="2426"/>
                  </a:lnTo>
                  <a:lnTo>
                    <a:pt x="106240" y="793"/>
                  </a:lnTo>
                  <a:lnTo>
                    <a:pt x="109397" y="8946"/>
                  </a:lnTo>
                  <a:lnTo>
                    <a:pt x="112034" y="15755"/>
                  </a:lnTo>
                  <a:lnTo>
                    <a:pt x="112555" y="17100"/>
                  </a:lnTo>
                  <a:lnTo>
                    <a:pt x="117880" y="30696"/>
                  </a:lnTo>
                  <a:lnTo>
                    <a:pt x="123732" y="45634"/>
                  </a:lnTo>
                  <a:lnTo>
                    <a:pt x="129583" y="60573"/>
                  </a:lnTo>
                  <a:lnTo>
                    <a:pt x="115647" y="68441"/>
                  </a:lnTo>
                  <a:lnTo>
                    <a:pt x="113897" y="69754"/>
                  </a:lnTo>
                  <a:lnTo>
                    <a:pt x="106394" y="75383"/>
                  </a:lnTo>
                  <a:lnTo>
                    <a:pt x="97121" y="81376"/>
                  </a:lnTo>
                  <a:lnTo>
                    <a:pt x="95948" y="80809"/>
                  </a:lnTo>
                  <a:lnTo>
                    <a:pt x="88631" y="77808"/>
                  </a:lnTo>
                  <a:lnTo>
                    <a:pt x="80111" y="74313"/>
                  </a:lnTo>
                  <a:lnTo>
                    <a:pt x="71592" y="70819"/>
                  </a:lnTo>
                  <a:lnTo>
                    <a:pt x="63072" y="67324"/>
                  </a:lnTo>
                  <a:lnTo>
                    <a:pt x="54553" y="63830"/>
                  </a:lnTo>
                  <a:lnTo>
                    <a:pt x="51495" y="62576"/>
                  </a:lnTo>
                  <a:lnTo>
                    <a:pt x="46524" y="59356"/>
                  </a:lnTo>
                  <a:lnTo>
                    <a:pt x="38770" y="54333"/>
                  </a:lnTo>
                  <a:lnTo>
                    <a:pt x="31016" y="49310"/>
                  </a:lnTo>
                  <a:lnTo>
                    <a:pt x="23262" y="44287"/>
                  </a:lnTo>
                  <a:lnTo>
                    <a:pt x="15508" y="39264"/>
                  </a:lnTo>
                  <a:lnTo>
                    <a:pt x="7754" y="34242"/>
                  </a:lnTo>
                  <a:lnTo>
                    <a:pt x="3760" y="31655"/>
                  </a:lnTo>
                  <a:lnTo>
                    <a:pt x="0" y="29219"/>
                  </a:lnTo>
                  <a:lnTo>
                    <a:pt x="5846" y="21914"/>
                  </a:lnTo>
                  <a:lnTo>
                    <a:pt x="11692" y="14609"/>
                  </a:lnTo>
                  <a:lnTo>
                    <a:pt x="17538" y="7304"/>
                  </a:lnTo>
                  <a:lnTo>
                    <a:pt x="20187" y="3994"/>
                  </a:lnTo>
                  <a:lnTo>
                    <a:pt x="23384" y="0"/>
                  </a:lnTo>
                  <a:lnTo>
                    <a:pt x="50954" y="11972"/>
                  </a:lnTo>
                  <a:lnTo>
                    <a:pt x="69337" y="24459"/>
                  </a:lnTo>
                  <a:lnTo>
                    <a:pt x="90959" y="39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g440"/>
            <p:cNvSpPr/>
            <p:nvPr/>
          </p:nvSpPr>
          <p:spPr>
            <a:xfrm>
              <a:off x="2390156" y="2385564"/>
              <a:ext cx="44400" cy="94361"/>
            </a:xfrm>
            <a:custGeom>
              <a:avLst/>
              <a:pathLst>
                <a:path w="44400" h="94361">
                  <a:moveTo>
                    <a:pt x="41053" y="20061"/>
                  </a:moveTo>
                  <a:lnTo>
                    <a:pt x="40305" y="22305"/>
                  </a:lnTo>
                  <a:lnTo>
                    <a:pt x="44400" y="27329"/>
                  </a:lnTo>
                  <a:lnTo>
                    <a:pt x="43528" y="31017"/>
                  </a:lnTo>
                  <a:lnTo>
                    <a:pt x="41906" y="37878"/>
                  </a:lnTo>
                  <a:lnTo>
                    <a:pt x="39570" y="47759"/>
                  </a:lnTo>
                  <a:lnTo>
                    <a:pt x="37193" y="57813"/>
                  </a:lnTo>
                  <a:lnTo>
                    <a:pt x="35244" y="66058"/>
                  </a:lnTo>
                  <a:lnTo>
                    <a:pt x="34740" y="68189"/>
                  </a:lnTo>
                  <a:lnTo>
                    <a:pt x="33114" y="68238"/>
                  </a:lnTo>
                  <a:lnTo>
                    <a:pt x="30347" y="70489"/>
                  </a:lnTo>
                  <a:lnTo>
                    <a:pt x="22303" y="77030"/>
                  </a:lnTo>
                  <a:lnTo>
                    <a:pt x="16043" y="82691"/>
                  </a:lnTo>
                  <a:lnTo>
                    <a:pt x="7573" y="90350"/>
                  </a:lnTo>
                  <a:lnTo>
                    <a:pt x="3137" y="94361"/>
                  </a:lnTo>
                  <a:lnTo>
                    <a:pt x="0" y="93074"/>
                  </a:lnTo>
                  <a:lnTo>
                    <a:pt x="5065" y="69101"/>
                  </a:lnTo>
                  <a:lnTo>
                    <a:pt x="6650" y="61599"/>
                  </a:lnTo>
                  <a:lnTo>
                    <a:pt x="8474" y="52968"/>
                  </a:lnTo>
                  <a:lnTo>
                    <a:pt x="9833" y="46537"/>
                  </a:lnTo>
                  <a:lnTo>
                    <a:pt x="11593" y="38208"/>
                  </a:lnTo>
                  <a:lnTo>
                    <a:pt x="13514" y="29117"/>
                  </a:lnTo>
                  <a:lnTo>
                    <a:pt x="15030" y="21945"/>
                  </a:lnTo>
                  <a:lnTo>
                    <a:pt x="17080" y="12243"/>
                  </a:lnTo>
                  <a:lnTo>
                    <a:pt x="19667" y="0"/>
                  </a:lnTo>
                  <a:lnTo>
                    <a:pt x="24419" y="2339"/>
                  </a:lnTo>
                  <a:lnTo>
                    <a:pt x="38862" y="9449"/>
                  </a:lnTo>
                  <a:lnTo>
                    <a:pt x="43784" y="118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g441"/>
            <p:cNvSpPr/>
            <p:nvPr/>
          </p:nvSpPr>
          <p:spPr>
            <a:xfrm>
              <a:off x="2348573" y="2376943"/>
              <a:ext cx="57238" cy="99612"/>
            </a:xfrm>
            <a:custGeom>
              <a:avLst/>
              <a:pathLst>
                <a:path w="57238" h="99612">
                  <a:moveTo>
                    <a:pt x="53091" y="25239"/>
                  </a:moveTo>
                  <a:lnTo>
                    <a:pt x="48943" y="43832"/>
                  </a:lnTo>
                  <a:lnTo>
                    <a:pt x="44796" y="62426"/>
                  </a:lnTo>
                  <a:lnTo>
                    <a:pt x="42610" y="72226"/>
                  </a:lnTo>
                  <a:lnTo>
                    <a:pt x="40649" y="81019"/>
                  </a:lnTo>
                  <a:lnTo>
                    <a:pt x="36502" y="99612"/>
                  </a:lnTo>
                  <a:lnTo>
                    <a:pt x="10715" y="89039"/>
                  </a:lnTo>
                  <a:lnTo>
                    <a:pt x="0" y="84646"/>
                  </a:lnTo>
                  <a:lnTo>
                    <a:pt x="1140" y="81648"/>
                  </a:lnTo>
                  <a:lnTo>
                    <a:pt x="2281" y="78650"/>
                  </a:lnTo>
                  <a:lnTo>
                    <a:pt x="3421" y="75651"/>
                  </a:lnTo>
                  <a:lnTo>
                    <a:pt x="4562" y="72653"/>
                  </a:lnTo>
                  <a:lnTo>
                    <a:pt x="5703" y="69655"/>
                  </a:lnTo>
                  <a:lnTo>
                    <a:pt x="6843" y="66656"/>
                  </a:lnTo>
                  <a:lnTo>
                    <a:pt x="7984" y="63658"/>
                  </a:lnTo>
                  <a:lnTo>
                    <a:pt x="8441" y="62455"/>
                  </a:lnTo>
                  <a:lnTo>
                    <a:pt x="9125" y="60660"/>
                  </a:lnTo>
                  <a:lnTo>
                    <a:pt x="10265" y="57661"/>
                  </a:lnTo>
                  <a:lnTo>
                    <a:pt x="11406" y="54663"/>
                  </a:lnTo>
                  <a:lnTo>
                    <a:pt x="12547" y="51665"/>
                  </a:lnTo>
                  <a:lnTo>
                    <a:pt x="32383" y="54225"/>
                  </a:lnTo>
                  <a:lnTo>
                    <a:pt x="32992" y="51114"/>
                  </a:lnTo>
                  <a:lnTo>
                    <a:pt x="33800" y="46980"/>
                  </a:lnTo>
                  <a:lnTo>
                    <a:pt x="34528" y="43260"/>
                  </a:lnTo>
                  <a:lnTo>
                    <a:pt x="37970" y="27092"/>
                  </a:lnTo>
                  <a:lnTo>
                    <a:pt x="43737" y="0"/>
                  </a:lnTo>
                  <a:lnTo>
                    <a:pt x="49563" y="2867"/>
                  </a:lnTo>
                  <a:lnTo>
                    <a:pt x="57238" y="6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g442"/>
            <p:cNvSpPr/>
            <p:nvPr/>
          </p:nvSpPr>
          <p:spPr>
            <a:xfrm>
              <a:off x="2430245" y="2400272"/>
              <a:ext cx="34603" cy="53319"/>
            </a:xfrm>
            <a:custGeom>
              <a:avLst/>
              <a:pathLst>
                <a:path w="34603" h="53319">
                  <a:moveTo>
                    <a:pt x="34144" y="28660"/>
                  </a:moveTo>
                  <a:lnTo>
                    <a:pt x="31858" y="50394"/>
                  </a:lnTo>
                  <a:lnTo>
                    <a:pt x="26197" y="52526"/>
                  </a:lnTo>
                  <a:lnTo>
                    <a:pt x="21122" y="52680"/>
                  </a:lnTo>
                  <a:lnTo>
                    <a:pt x="0" y="53319"/>
                  </a:lnTo>
                  <a:lnTo>
                    <a:pt x="1429" y="46857"/>
                  </a:lnTo>
                  <a:lnTo>
                    <a:pt x="8816" y="13458"/>
                  </a:lnTo>
                  <a:lnTo>
                    <a:pt x="6768" y="8435"/>
                  </a:lnTo>
                  <a:lnTo>
                    <a:pt x="9455" y="0"/>
                  </a:lnTo>
                  <a:lnTo>
                    <a:pt x="12401" y="1450"/>
                  </a:lnTo>
                  <a:lnTo>
                    <a:pt x="18809" y="4605"/>
                  </a:lnTo>
                  <a:lnTo>
                    <a:pt x="19734" y="8558"/>
                  </a:lnTo>
                  <a:lnTo>
                    <a:pt x="21268" y="12309"/>
                  </a:lnTo>
                  <a:lnTo>
                    <a:pt x="23372" y="15758"/>
                  </a:lnTo>
                  <a:lnTo>
                    <a:pt x="25990" y="18818"/>
                  </a:lnTo>
                  <a:lnTo>
                    <a:pt x="29055" y="21408"/>
                  </a:lnTo>
                  <a:lnTo>
                    <a:pt x="32487" y="23461"/>
                  </a:lnTo>
                  <a:lnTo>
                    <a:pt x="34603" y="242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g443"/>
            <p:cNvSpPr/>
            <p:nvPr/>
          </p:nvSpPr>
          <p:spPr>
            <a:xfrm>
              <a:off x="2466428" y="2422909"/>
              <a:ext cx="27363" cy="26129"/>
            </a:xfrm>
            <a:custGeom>
              <a:avLst/>
              <a:pathLst>
                <a:path w="27363" h="26129">
                  <a:moveTo>
                    <a:pt x="1118" y="14446"/>
                  </a:moveTo>
                  <a:lnTo>
                    <a:pt x="2235" y="2764"/>
                  </a:lnTo>
                  <a:lnTo>
                    <a:pt x="3906" y="3123"/>
                  </a:lnTo>
                  <a:lnTo>
                    <a:pt x="7879" y="3307"/>
                  </a:lnTo>
                  <a:lnTo>
                    <a:pt x="11829" y="2838"/>
                  </a:lnTo>
                  <a:lnTo>
                    <a:pt x="15654" y="1725"/>
                  </a:lnTo>
                  <a:lnTo>
                    <a:pt x="19254" y="0"/>
                  </a:lnTo>
                  <a:lnTo>
                    <a:pt x="24594" y="10420"/>
                  </a:lnTo>
                  <a:lnTo>
                    <a:pt x="27363" y="15824"/>
                  </a:lnTo>
                  <a:lnTo>
                    <a:pt x="13681" y="20976"/>
                  </a:lnTo>
                  <a:lnTo>
                    <a:pt x="0" y="261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g444"/>
            <p:cNvSpPr/>
            <p:nvPr/>
          </p:nvSpPr>
          <p:spPr>
            <a:xfrm>
              <a:off x="2583547" y="2537046"/>
              <a:ext cx="34032" cy="27818"/>
            </a:xfrm>
            <a:custGeom>
              <a:avLst/>
              <a:pathLst>
                <a:path w="34032" h="27818">
                  <a:moveTo>
                    <a:pt x="4465" y="19157"/>
                  </a:moveTo>
                  <a:lnTo>
                    <a:pt x="2841" y="16007"/>
                  </a:lnTo>
                  <a:lnTo>
                    <a:pt x="0" y="10497"/>
                  </a:lnTo>
                  <a:lnTo>
                    <a:pt x="8744" y="5248"/>
                  </a:lnTo>
                  <a:lnTo>
                    <a:pt x="17487" y="0"/>
                  </a:lnTo>
                  <a:lnTo>
                    <a:pt x="25760" y="8874"/>
                  </a:lnTo>
                  <a:lnTo>
                    <a:pt x="34032" y="17749"/>
                  </a:lnTo>
                  <a:lnTo>
                    <a:pt x="18887" y="23824"/>
                  </a:lnTo>
                  <a:lnTo>
                    <a:pt x="8931" y="278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g445"/>
            <p:cNvSpPr/>
            <p:nvPr/>
          </p:nvSpPr>
          <p:spPr>
            <a:xfrm>
              <a:off x="2257517" y="2590148"/>
              <a:ext cx="49299" cy="132390"/>
            </a:xfrm>
            <a:custGeom>
              <a:avLst/>
              <a:pathLst>
                <a:path w="49299" h="132390">
                  <a:moveTo>
                    <a:pt x="34432" y="58798"/>
                  </a:moveTo>
                  <a:lnTo>
                    <a:pt x="35919" y="66157"/>
                  </a:lnTo>
                  <a:lnTo>
                    <a:pt x="37405" y="73516"/>
                  </a:lnTo>
                  <a:lnTo>
                    <a:pt x="38892" y="80875"/>
                  </a:lnTo>
                  <a:lnTo>
                    <a:pt x="40379" y="88235"/>
                  </a:lnTo>
                  <a:lnTo>
                    <a:pt x="41865" y="95594"/>
                  </a:lnTo>
                  <a:lnTo>
                    <a:pt x="43352" y="102953"/>
                  </a:lnTo>
                  <a:lnTo>
                    <a:pt x="44839" y="110312"/>
                  </a:lnTo>
                  <a:lnTo>
                    <a:pt x="46325" y="117672"/>
                  </a:lnTo>
                  <a:lnTo>
                    <a:pt x="47812" y="125031"/>
                  </a:lnTo>
                  <a:lnTo>
                    <a:pt x="49299" y="132390"/>
                  </a:lnTo>
                  <a:lnTo>
                    <a:pt x="23122" y="127414"/>
                  </a:lnTo>
                  <a:lnTo>
                    <a:pt x="20619" y="123594"/>
                  </a:lnTo>
                  <a:lnTo>
                    <a:pt x="1638" y="114320"/>
                  </a:lnTo>
                  <a:lnTo>
                    <a:pt x="5897" y="74132"/>
                  </a:lnTo>
                  <a:lnTo>
                    <a:pt x="2948" y="39302"/>
                  </a:lnTo>
                  <a:lnTo>
                    <a:pt x="0" y="4472"/>
                  </a:lnTo>
                  <a:lnTo>
                    <a:pt x="11094" y="2236"/>
                  </a:lnTo>
                  <a:lnTo>
                    <a:pt x="22188" y="0"/>
                  </a:lnTo>
                  <a:lnTo>
                    <a:pt x="23213" y="4906"/>
                  </a:lnTo>
                  <a:lnTo>
                    <a:pt x="23724" y="7348"/>
                  </a:lnTo>
                  <a:lnTo>
                    <a:pt x="25260" y="14697"/>
                  </a:lnTo>
                  <a:lnTo>
                    <a:pt x="26796" y="22045"/>
                  </a:lnTo>
                  <a:lnTo>
                    <a:pt x="28332" y="29394"/>
                  </a:lnTo>
                  <a:lnTo>
                    <a:pt x="29868" y="36743"/>
                  </a:lnTo>
                  <a:lnTo>
                    <a:pt x="31404" y="44091"/>
                  </a:lnTo>
                  <a:lnTo>
                    <a:pt x="32940" y="51440"/>
                  </a:lnTo>
                  <a:lnTo>
                    <a:pt x="33095" y="521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g446"/>
            <p:cNvSpPr/>
            <p:nvPr/>
          </p:nvSpPr>
          <p:spPr>
            <a:xfrm>
              <a:off x="2052200" y="2688392"/>
              <a:ext cx="87740" cy="81930"/>
            </a:xfrm>
            <a:custGeom>
              <a:avLst/>
              <a:pathLst>
                <a:path w="87740" h="81930">
                  <a:moveTo>
                    <a:pt x="51261" y="66314"/>
                  </a:moveTo>
                  <a:lnTo>
                    <a:pt x="45062" y="74122"/>
                  </a:lnTo>
                  <a:lnTo>
                    <a:pt x="38863" y="81930"/>
                  </a:lnTo>
                  <a:lnTo>
                    <a:pt x="29147" y="75407"/>
                  </a:lnTo>
                  <a:lnTo>
                    <a:pt x="27639" y="74395"/>
                  </a:lnTo>
                  <a:lnTo>
                    <a:pt x="19431" y="68885"/>
                  </a:lnTo>
                  <a:lnTo>
                    <a:pt x="9715" y="62362"/>
                  </a:lnTo>
                  <a:lnTo>
                    <a:pt x="0" y="55839"/>
                  </a:lnTo>
                  <a:lnTo>
                    <a:pt x="37270" y="34160"/>
                  </a:lnTo>
                  <a:lnTo>
                    <a:pt x="39141" y="32865"/>
                  </a:lnTo>
                  <a:lnTo>
                    <a:pt x="41138" y="31484"/>
                  </a:lnTo>
                  <a:lnTo>
                    <a:pt x="48350" y="26494"/>
                  </a:lnTo>
                  <a:lnTo>
                    <a:pt x="71964" y="10157"/>
                  </a:lnTo>
                  <a:lnTo>
                    <a:pt x="75438" y="0"/>
                  </a:lnTo>
                  <a:lnTo>
                    <a:pt x="76799" y="2088"/>
                  </a:lnTo>
                  <a:lnTo>
                    <a:pt x="86632" y="17179"/>
                  </a:lnTo>
                  <a:lnTo>
                    <a:pt x="86851" y="17515"/>
                  </a:lnTo>
                  <a:lnTo>
                    <a:pt x="87740" y="18879"/>
                  </a:lnTo>
                  <a:lnTo>
                    <a:pt x="85617" y="22080"/>
                  </a:lnTo>
                  <a:lnTo>
                    <a:pt x="83494" y="25282"/>
                  </a:lnTo>
                  <a:lnTo>
                    <a:pt x="81595" y="26684"/>
                  </a:lnTo>
                  <a:lnTo>
                    <a:pt x="80435" y="27539"/>
                  </a:lnTo>
                  <a:lnTo>
                    <a:pt x="75275" y="34454"/>
                  </a:lnTo>
                  <a:lnTo>
                    <a:pt x="69309" y="42449"/>
                  </a:lnTo>
                  <a:lnTo>
                    <a:pt x="63343" y="50443"/>
                  </a:lnTo>
                  <a:lnTo>
                    <a:pt x="62741" y="51251"/>
                  </a:lnTo>
                  <a:lnTo>
                    <a:pt x="57377" y="58438"/>
                  </a:lnTo>
                  <a:lnTo>
                    <a:pt x="55236" y="613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g447"/>
            <p:cNvSpPr/>
            <p:nvPr/>
          </p:nvSpPr>
          <p:spPr>
            <a:xfrm>
              <a:off x="3029479" y="2532519"/>
              <a:ext cx="32312" cy="34107"/>
            </a:xfrm>
            <a:custGeom>
              <a:avLst/>
              <a:pathLst>
                <a:path w="32312" h="34107">
                  <a:moveTo>
                    <a:pt x="29668" y="22219"/>
                  </a:moveTo>
                  <a:lnTo>
                    <a:pt x="25574" y="34107"/>
                  </a:lnTo>
                  <a:lnTo>
                    <a:pt x="14148" y="25385"/>
                  </a:lnTo>
                  <a:lnTo>
                    <a:pt x="5997" y="19163"/>
                  </a:lnTo>
                  <a:lnTo>
                    <a:pt x="0" y="13476"/>
                  </a:lnTo>
                  <a:lnTo>
                    <a:pt x="1993" y="10977"/>
                  </a:lnTo>
                  <a:lnTo>
                    <a:pt x="5542" y="6528"/>
                  </a:lnTo>
                  <a:lnTo>
                    <a:pt x="7553" y="4007"/>
                  </a:lnTo>
                  <a:lnTo>
                    <a:pt x="10749" y="0"/>
                  </a:lnTo>
                  <a:lnTo>
                    <a:pt x="14418" y="2473"/>
                  </a:lnTo>
                  <a:lnTo>
                    <a:pt x="17319" y="4430"/>
                  </a:lnTo>
                  <a:lnTo>
                    <a:pt x="20051" y="6272"/>
                  </a:lnTo>
                  <a:lnTo>
                    <a:pt x="23092" y="8323"/>
                  </a:lnTo>
                  <a:lnTo>
                    <a:pt x="32312" y="1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g448"/>
            <p:cNvSpPr/>
            <p:nvPr/>
          </p:nvSpPr>
          <p:spPr>
            <a:xfrm>
              <a:off x="2972870" y="2443513"/>
              <a:ext cx="85694" cy="94620"/>
            </a:xfrm>
            <a:custGeom>
              <a:avLst/>
              <a:pathLst>
                <a:path w="85694" h="94620">
                  <a:moveTo>
                    <a:pt x="17115" y="21332"/>
                  </a:moveTo>
                  <a:lnTo>
                    <a:pt x="37110" y="0"/>
                  </a:lnTo>
                  <a:lnTo>
                    <a:pt x="43720" y="6048"/>
                  </a:lnTo>
                  <a:lnTo>
                    <a:pt x="50908" y="12625"/>
                  </a:lnTo>
                  <a:lnTo>
                    <a:pt x="60381" y="21292"/>
                  </a:lnTo>
                  <a:lnTo>
                    <a:pt x="71432" y="31404"/>
                  </a:lnTo>
                  <a:lnTo>
                    <a:pt x="85694" y="44453"/>
                  </a:lnTo>
                  <a:lnTo>
                    <a:pt x="84980" y="55813"/>
                  </a:lnTo>
                  <a:lnTo>
                    <a:pt x="71496" y="71947"/>
                  </a:lnTo>
                  <a:lnTo>
                    <a:pt x="52546" y="94620"/>
                  </a:lnTo>
                  <a:lnTo>
                    <a:pt x="44681" y="86384"/>
                  </a:lnTo>
                  <a:lnTo>
                    <a:pt x="32036" y="73143"/>
                  </a:lnTo>
                  <a:lnTo>
                    <a:pt x="22271" y="62917"/>
                  </a:lnTo>
                  <a:lnTo>
                    <a:pt x="19196" y="59696"/>
                  </a:lnTo>
                  <a:lnTo>
                    <a:pt x="0" y="395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g449"/>
            <p:cNvSpPr/>
            <p:nvPr/>
          </p:nvSpPr>
          <p:spPr>
            <a:xfrm>
              <a:off x="2934939" y="2405721"/>
              <a:ext cx="72376" cy="71465"/>
            </a:xfrm>
            <a:custGeom>
              <a:avLst/>
              <a:pathLst>
                <a:path w="72376" h="71465">
                  <a:moveTo>
                    <a:pt x="4995" y="33007"/>
                  </a:moveTo>
                  <a:lnTo>
                    <a:pt x="10963" y="27396"/>
                  </a:lnTo>
                  <a:lnTo>
                    <a:pt x="18838" y="19993"/>
                  </a:lnTo>
                  <a:lnTo>
                    <a:pt x="25626" y="13612"/>
                  </a:lnTo>
                  <a:lnTo>
                    <a:pt x="32925" y="6750"/>
                  </a:lnTo>
                  <a:lnTo>
                    <a:pt x="40105" y="0"/>
                  </a:lnTo>
                  <a:lnTo>
                    <a:pt x="44485" y="4636"/>
                  </a:lnTo>
                  <a:lnTo>
                    <a:pt x="50040" y="10516"/>
                  </a:lnTo>
                  <a:lnTo>
                    <a:pt x="56210" y="17047"/>
                  </a:lnTo>
                  <a:lnTo>
                    <a:pt x="61744" y="22905"/>
                  </a:lnTo>
                  <a:lnTo>
                    <a:pt x="72376" y="34160"/>
                  </a:lnTo>
                  <a:lnTo>
                    <a:pt x="68433" y="37834"/>
                  </a:lnTo>
                  <a:lnTo>
                    <a:pt x="58792" y="46818"/>
                  </a:lnTo>
                  <a:lnTo>
                    <a:pt x="36675" y="67427"/>
                  </a:lnTo>
                  <a:lnTo>
                    <a:pt x="32195" y="71465"/>
                  </a:lnTo>
                  <a:lnTo>
                    <a:pt x="27693" y="66744"/>
                  </a:lnTo>
                  <a:lnTo>
                    <a:pt x="22360" y="61152"/>
                  </a:lnTo>
                  <a:lnTo>
                    <a:pt x="17389" y="55939"/>
                  </a:lnTo>
                  <a:lnTo>
                    <a:pt x="13143" y="51487"/>
                  </a:lnTo>
                  <a:lnTo>
                    <a:pt x="7924" y="46013"/>
                  </a:lnTo>
                  <a:lnTo>
                    <a:pt x="0" y="37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g450"/>
            <p:cNvSpPr/>
            <p:nvPr/>
          </p:nvSpPr>
          <p:spPr>
            <a:xfrm>
              <a:off x="3016272" y="2405494"/>
              <a:ext cx="58456" cy="54506"/>
            </a:xfrm>
            <a:custGeom>
              <a:avLst/>
              <a:pathLst>
                <a:path w="58456" h="54506">
                  <a:moveTo>
                    <a:pt x="24138" y="54506"/>
                  </a:moveTo>
                  <a:lnTo>
                    <a:pt x="21168" y="51083"/>
                  </a:lnTo>
                  <a:lnTo>
                    <a:pt x="18093" y="47539"/>
                  </a:lnTo>
                  <a:lnTo>
                    <a:pt x="13678" y="42451"/>
                  </a:lnTo>
                  <a:lnTo>
                    <a:pt x="8454" y="36429"/>
                  </a:lnTo>
                  <a:lnTo>
                    <a:pt x="0" y="26684"/>
                  </a:lnTo>
                  <a:lnTo>
                    <a:pt x="16623" y="8037"/>
                  </a:lnTo>
                  <a:lnTo>
                    <a:pt x="23403" y="3826"/>
                  </a:lnTo>
                  <a:lnTo>
                    <a:pt x="29564" y="0"/>
                  </a:lnTo>
                  <a:lnTo>
                    <a:pt x="34800" y="5459"/>
                  </a:lnTo>
                  <a:lnTo>
                    <a:pt x="39543" y="10403"/>
                  </a:lnTo>
                  <a:lnTo>
                    <a:pt x="44893" y="15980"/>
                  </a:lnTo>
                  <a:lnTo>
                    <a:pt x="52319" y="23722"/>
                  </a:lnTo>
                  <a:lnTo>
                    <a:pt x="58456" y="30120"/>
                  </a:lnTo>
                  <a:lnTo>
                    <a:pt x="43985" y="419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g451"/>
            <p:cNvSpPr/>
            <p:nvPr/>
          </p:nvSpPr>
          <p:spPr>
            <a:xfrm>
              <a:off x="2985147" y="2373344"/>
              <a:ext cx="55756" cy="57516"/>
            </a:xfrm>
            <a:custGeom>
              <a:avLst/>
              <a:pathLst>
                <a:path w="55756" h="57516">
                  <a:moveTo>
                    <a:pt x="55756" y="28542"/>
                  </a:moveTo>
                  <a:lnTo>
                    <a:pt x="47034" y="37069"/>
                  </a:lnTo>
                  <a:lnTo>
                    <a:pt x="26120" y="57516"/>
                  </a:lnTo>
                  <a:lnTo>
                    <a:pt x="22629" y="53443"/>
                  </a:lnTo>
                  <a:lnTo>
                    <a:pt x="16181" y="45919"/>
                  </a:lnTo>
                  <a:lnTo>
                    <a:pt x="8515" y="36972"/>
                  </a:lnTo>
                  <a:lnTo>
                    <a:pt x="0" y="27035"/>
                  </a:lnTo>
                  <a:lnTo>
                    <a:pt x="16720" y="12276"/>
                  </a:lnTo>
                  <a:lnTo>
                    <a:pt x="30630" y="0"/>
                  </a:lnTo>
                  <a:lnTo>
                    <a:pt x="32531" y="2124"/>
                  </a:lnTo>
                  <a:lnTo>
                    <a:pt x="41143" y="11747"/>
                  </a:lnTo>
                  <a:lnTo>
                    <a:pt x="49690" y="21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g452"/>
            <p:cNvSpPr/>
            <p:nvPr/>
          </p:nvSpPr>
          <p:spPr>
            <a:xfrm>
              <a:off x="2901239" y="2367718"/>
              <a:ext cx="68780" cy="71325"/>
            </a:xfrm>
            <a:custGeom>
              <a:avLst/>
              <a:pathLst>
                <a:path w="68780" h="71325">
                  <a:moveTo>
                    <a:pt x="7165" y="28747"/>
                  </a:moveTo>
                  <a:lnTo>
                    <a:pt x="15846" y="20581"/>
                  </a:lnTo>
                  <a:lnTo>
                    <a:pt x="25589" y="11415"/>
                  </a:lnTo>
                  <a:lnTo>
                    <a:pt x="37724" y="0"/>
                  </a:lnTo>
                  <a:lnTo>
                    <a:pt x="43171" y="6289"/>
                  </a:lnTo>
                  <a:lnTo>
                    <a:pt x="48995" y="13014"/>
                  </a:lnTo>
                  <a:lnTo>
                    <a:pt x="54516" y="19389"/>
                  </a:lnTo>
                  <a:lnTo>
                    <a:pt x="60726" y="26559"/>
                  </a:lnTo>
                  <a:lnTo>
                    <a:pt x="68780" y="35859"/>
                  </a:lnTo>
                  <a:lnTo>
                    <a:pt x="58675" y="45116"/>
                  </a:lnTo>
                  <a:lnTo>
                    <a:pt x="56066" y="47505"/>
                  </a:lnTo>
                  <a:lnTo>
                    <a:pt x="30067" y="71325"/>
                  </a:lnTo>
                  <a:lnTo>
                    <a:pt x="27099" y="67787"/>
                  </a:lnTo>
                  <a:lnTo>
                    <a:pt x="19129" y="58288"/>
                  </a:lnTo>
                  <a:lnTo>
                    <a:pt x="11541" y="49244"/>
                  </a:lnTo>
                  <a:lnTo>
                    <a:pt x="0" y="354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g453"/>
            <p:cNvSpPr/>
            <p:nvPr/>
          </p:nvSpPr>
          <p:spPr>
            <a:xfrm>
              <a:off x="2876305" y="2365382"/>
              <a:ext cx="31452" cy="34626"/>
            </a:xfrm>
            <a:custGeom>
              <a:avLst/>
              <a:pathLst>
                <a:path w="31452" h="34626">
                  <a:moveTo>
                    <a:pt x="3223" y="7426"/>
                  </a:moveTo>
                  <a:lnTo>
                    <a:pt x="5695" y="5155"/>
                  </a:lnTo>
                  <a:lnTo>
                    <a:pt x="9600" y="1567"/>
                  </a:lnTo>
                  <a:lnTo>
                    <a:pt x="11305" y="0"/>
                  </a:lnTo>
                  <a:lnTo>
                    <a:pt x="21831" y="12947"/>
                  </a:lnTo>
                  <a:lnTo>
                    <a:pt x="31452" y="24782"/>
                  </a:lnTo>
                  <a:lnTo>
                    <a:pt x="26618" y="29399"/>
                  </a:lnTo>
                  <a:lnTo>
                    <a:pt x="21147" y="34626"/>
                  </a:lnTo>
                  <a:lnTo>
                    <a:pt x="14509" y="27018"/>
                  </a:lnTo>
                  <a:lnTo>
                    <a:pt x="0" y="103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g454"/>
            <p:cNvSpPr/>
            <p:nvPr/>
          </p:nvSpPr>
          <p:spPr>
            <a:xfrm>
              <a:off x="3019069" y="2321435"/>
              <a:ext cx="74171" cy="74200"/>
            </a:xfrm>
            <a:custGeom>
              <a:avLst/>
              <a:pathLst>
                <a:path w="74171" h="74200">
                  <a:moveTo>
                    <a:pt x="60936" y="46944"/>
                  </a:moveTo>
                  <a:lnTo>
                    <a:pt x="28723" y="74200"/>
                  </a:lnTo>
                  <a:lnTo>
                    <a:pt x="25608" y="70448"/>
                  </a:lnTo>
                  <a:lnTo>
                    <a:pt x="21910" y="65993"/>
                  </a:lnTo>
                  <a:lnTo>
                    <a:pt x="18961" y="62441"/>
                  </a:lnTo>
                  <a:lnTo>
                    <a:pt x="16515" y="59494"/>
                  </a:lnTo>
                  <a:lnTo>
                    <a:pt x="12861" y="55092"/>
                  </a:lnTo>
                  <a:lnTo>
                    <a:pt x="9893" y="51517"/>
                  </a:lnTo>
                  <a:lnTo>
                    <a:pt x="6202" y="47071"/>
                  </a:lnTo>
                  <a:lnTo>
                    <a:pt x="2984" y="43194"/>
                  </a:lnTo>
                  <a:lnTo>
                    <a:pt x="0" y="39599"/>
                  </a:lnTo>
                  <a:lnTo>
                    <a:pt x="24566" y="17440"/>
                  </a:lnTo>
                  <a:lnTo>
                    <a:pt x="43902" y="0"/>
                  </a:lnTo>
                  <a:lnTo>
                    <a:pt x="47473" y="4217"/>
                  </a:lnTo>
                  <a:lnTo>
                    <a:pt x="51021" y="8408"/>
                  </a:lnTo>
                  <a:lnTo>
                    <a:pt x="53765" y="11648"/>
                  </a:lnTo>
                  <a:lnTo>
                    <a:pt x="58043" y="16700"/>
                  </a:lnTo>
                  <a:lnTo>
                    <a:pt x="61186" y="20412"/>
                  </a:lnTo>
                  <a:lnTo>
                    <a:pt x="64659" y="24513"/>
                  </a:lnTo>
                  <a:lnTo>
                    <a:pt x="69466" y="30190"/>
                  </a:lnTo>
                  <a:lnTo>
                    <a:pt x="74171" y="357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g455"/>
            <p:cNvSpPr/>
            <p:nvPr/>
          </p:nvSpPr>
          <p:spPr>
            <a:xfrm>
              <a:off x="2949405" y="2328995"/>
              <a:ext cx="64312" cy="68501"/>
            </a:xfrm>
            <a:custGeom>
              <a:avLst/>
              <a:pathLst>
                <a:path w="64312" h="68501">
                  <a:moveTo>
                    <a:pt x="25273" y="62024"/>
                  </a:moveTo>
                  <a:lnTo>
                    <a:pt x="18228" y="53132"/>
                  </a:lnTo>
                  <a:lnTo>
                    <a:pt x="12108" y="45408"/>
                  </a:lnTo>
                  <a:lnTo>
                    <a:pt x="6121" y="37852"/>
                  </a:lnTo>
                  <a:lnTo>
                    <a:pt x="0" y="30125"/>
                  </a:lnTo>
                  <a:lnTo>
                    <a:pt x="19378" y="13560"/>
                  </a:lnTo>
                  <a:lnTo>
                    <a:pt x="35243" y="0"/>
                  </a:lnTo>
                  <a:lnTo>
                    <a:pt x="39522" y="5635"/>
                  </a:lnTo>
                  <a:lnTo>
                    <a:pt x="44306" y="11935"/>
                  </a:lnTo>
                  <a:lnTo>
                    <a:pt x="50530" y="20133"/>
                  </a:lnTo>
                  <a:lnTo>
                    <a:pt x="55366" y="26501"/>
                  </a:lnTo>
                  <a:lnTo>
                    <a:pt x="64312" y="38283"/>
                  </a:lnTo>
                  <a:lnTo>
                    <a:pt x="48715" y="52183"/>
                  </a:lnTo>
                  <a:lnTo>
                    <a:pt x="30405" y="685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g456"/>
            <p:cNvSpPr/>
            <p:nvPr/>
          </p:nvSpPr>
          <p:spPr>
            <a:xfrm>
              <a:off x="2991614" y="2306138"/>
              <a:ext cx="48406" cy="48890"/>
            </a:xfrm>
            <a:custGeom>
              <a:avLst/>
              <a:pathLst>
                <a:path w="48406" h="48890">
                  <a:moveTo>
                    <a:pt x="10058" y="9847"/>
                  </a:moveTo>
                  <a:lnTo>
                    <a:pt x="22213" y="0"/>
                  </a:lnTo>
                  <a:lnTo>
                    <a:pt x="26155" y="4334"/>
                  </a:lnTo>
                  <a:lnTo>
                    <a:pt x="28917" y="7370"/>
                  </a:lnTo>
                  <a:lnTo>
                    <a:pt x="31825" y="10567"/>
                  </a:lnTo>
                  <a:lnTo>
                    <a:pt x="35234" y="14315"/>
                  </a:lnTo>
                  <a:lnTo>
                    <a:pt x="39187" y="18661"/>
                  </a:lnTo>
                  <a:lnTo>
                    <a:pt x="42241" y="22018"/>
                  </a:lnTo>
                  <a:lnTo>
                    <a:pt x="48406" y="28796"/>
                  </a:lnTo>
                  <a:lnTo>
                    <a:pt x="39129" y="36537"/>
                  </a:lnTo>
                  <a:lnTo>
                    <a:pt x="24326" y="48890"/>
                  </a:lnTo>
                  <a:lnTo>
                    <a:pt x="21568" y="45388"/>
                  </a:lnTo>
                  <a:lnTo>
                    <a:pt x="18360" y="41314"/>
                  </a:lnTo>
                  <a:lnTo>
                    <a:pt x="14767" y="36751"/>
                  </a:lnTo>
                  <a:lnTo>
                    <a:pt x="11750" y="32919"/>
                  </a:lnTo>
                  <a:lnTo>
                    <a:pt x="8428" y="28700"/>
                  </a:lnTo>
                  <a:lnTo>
                    <a:pt x="3503" y="22445"/>
                  </a:lnTo>
                  <a:lnTo>
                    <a:pt x="0" y="179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g457"/>
            <p:cNvSpPr/>
            <p:nvPr/>
          </p:nvSpPr>
          <p:spPr>
            <a:xfrm>
              <a:off x="3019602" y="2297300"/>
              <a:ext cx="35219" cy="32107"/>
            </a:xfrm>
            <a:custGeom>
              <a:avLst/>
              <a:pathLst>
                <a:path w="35219" h="32107">
                  <a:moveTo>
                    <a:pt x="28191" y="25261"/>
                  </a:moveTo>
                  <a:lnTo>
                    <a:pt x="20737" y="32107"/>
                  </a:lnTo>
                  <a:lnTo>
                    <a:pt x="17260" y="28445"/>
                  </a:lnTo>
                  <a:lnTo>
                    <a:pt x="10236" y="21047"/>
                  </a:lnTo>
                  <a:lnTo>
                    <a:pt x="0" y="10267"/>
                  </a:lnTo>
                  <a:lnTo>
                    <a:pt x="8879" y="4801"/>
                  </a:lnTo>
                  <a:lnTo>
                    <a:pt x="16680" y="0"/>
                  </a:lnTo>
                  <a:lnTo>
                    <a:pt x="26092" y="9548"/>
                  </a:lnTo>
                  <a:lnTo>
                    <a:pt x="35219" y="188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g458"/>
            <p:cNvSpPr/>
            <p:nvPr/>
          </p:nvSpPr>
          <p:spPr>
            <a:xfrm>
              <a:off x="2886833" y="2305136"/>
              <a:ext cx="71564" cy="82271"/>
            </a:xfrm>
            <a:custGeom>
              <a:avLst/>
              <a:pathLst>
                <a:path w="71564" h="82271">
                  <a:moveTo>
                    <a:pt x="24294" y="82271"/>
                  </a:moveTo>
                  <a:lnTo>
                    <a:pt x="16906" y="72666"/>
                  </a:lnTo>
                  <a:lnTo>
                    <a:pt x="14609" y="69681"/>
                  </a:lnTo>
                  <a:lnTo>
                    <a:pt x="12222" y="65713"/>
                  </a:lnTo>
                  <a:lnTo>
                    <a:pt x="10603" y="63022"/>
                  </a:lnTo>
                  <a:lnTo>
                    <a:pt x="9526" y="60919"/>
                  </a:lnTo>
                  <a:lnTo>
                    <a:pt x="6978" y="55944"/>
                  </a:lnTo>
                  <a:lnTo>
                    <a:pt x="3661" y="49467"/>
                  </a:lnTo>
                  <a:lnTo>
                    <a:pt x="0" y="42317"/>
                  </a:lnTo>
                  <a:lnTo>
                    <a:pt x="23593" y="23409"/>
                  </a:lnTo>
                  <a:lnTo>
                    <a:pt x="27491" y="19940"/>
                  </a:lnTo>
                  <a:lnTo>
                    <a:pt x="49902" y="0"/>
                  </a:lnTo>
                  <a:lnTo>
                    <a:pt x="52449" y="3211"/>
                  </a:lnTo>
                  <a:lnTo>
                    <a:pt x="56361" y="8146"/>
                  </a:lnTo>
                  <a:lnTo>
                    <a:pt x="58356" y="10662"/>
                  </a:lnTo>
                  <a:lnTo>
                    <a:pt x="59758" y="13901"/>
                  </a:lnTo>
                  <a:lnTo>
                    <a:pt x="62303" y="19778"/>
                  </a:lnTo>
                  <a:lnTo>
                    <a:pt x="64132" y="24478"/>
                  </a:lnTo>
                  <a:lnTo>
                    <a:pt x="65260" y="27373"/>
                  </a:lnTo>
                  <a:lnTo>
                    <a:pt x="67641" y="31735"/>
                  </a:lnTo>
                  <a:lnTo>
                    <a:pt x="71057" y="37992"/>
                  </a:lnTo>
                  <a:lnTo>
                    <a:pt x="71564" y="38921"/>
                  </a:lnTo>
                  <a:lnTo>
                    <a:pt x="60349" y="49320"/>
                  </a:lnTo>
                  <a:lnTo>
                    <a:pt x="46445" y="622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g459"/>
            <p:cNvSpPr/>
            <p:nvPr/>
          </p:nvSpPr>
          <p:spPr>
            <a:xfrm>
              <a:off x="2942979" y="2259264"/>
              <a:ext cx="61244" cy="79455"/>
            </a:xfrm>
            <a:custGeom>
              <a:avLst/>
              <a:pathLst>
                <a:path w="61244" h="79455">
                  <a:moveTo>
                    <a:pt x="30443" y="14955"/>
                  </a:moveTo>
                  <a:lnTo>
                    <a:pt x="34596" y="11202"/>
                  </a:lnTo>
                  <a:lnTo>
                    <a:pt x="46747" y="0"/>
                  </a:lnTo>
                  <a:lnTo>
                    <a:pt x="48693" y="2630"/>
                  </a:lnTo>
                  <a:lnTo>
                    <a:pt x="51204" y="6023"/>
                  </a:lnTo>
                  <a:lnTo>
                    <a:pt x="53517" y="9149"/>
                  </a:lnTo>
                  <a:lnTo>
                    <a:pt x="56382" y="13020"/>
                  </a:lnTo>
                  <a:lnTo>
                    <a:pt x="61244" y="19591"/>
                  </a:lnTo>
                  <a:lnTo>
                    <a:pt x="61089" y="24464"/>
                  </a:lnTo>
                  <a:lnTo>
                    <a:pt x="60731" y="35682"/>
                  </a:lnTo>
                  <a:lnTo>
                    <a:pt x="60443" y="44710"/>
                  </a:lnTo>
                  <a:lnTo>
                    <a:pt x="53112" y="51116"/>
                  </a:lnTo>
                  <a:lnTo>
                    <a:pt x="27025" y="73911"/>
                  </a:lnTo>
                  <a:lnTo>
                    <a:pt x="21246" y="78108"/>
                  </a:lnTo>
                  <a:lnTo>
                    <a:pt x="19390" y="79455"/>
                  </a:lnTo>
                  <a:lnTo>
                    <a:pt x="15446" y="70833"/>
                  </a:lnTo>
                  <a:lnTo>
                    <a:pt x="12746" y="64931"/>
                  </a:lnTo>
                  <a:lnTo>
                    <a:pt x="10622" y="60288"/>
                  </a:lnTo>
                  <a:lnTo>
                    <a:pt x="9282" y="58040"/>
                  </a:lnTo>
                  <a:lnTo>
                    <a:pt x="5112" y="51045"/>
                  </a:lnTo>
                  <a:lnTo>
                    <a:pt x="0" y="424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g460"/>
            <p:cNvSpPr/>
            <p:nvPr/>
          </p:nvSpPr>
          <p:spPr>
            <a:xfrm>
              <a:off x="2787503" y="2264165"/>
              <a:ext cx="72009" cy="66531"/>
            </a:xfrm>
            <a:custGeom>
              <a:avLst/>
              <a:pathLst>
                <a:path w="72009" h="66531">
                  <a:moveTo>
                    <a:pt x="26045" y="66531"/>
                  </a:moveTo>
                  <a:lnTo>
                    <a:pt x="20378" y="58466"/>
                  </a:lnTo>
                  <a:lnTo>
                    <a:pt x="17524" y="54404"/>
                  </a:lnTo>
                  <a:lnTo>
                    <a:pt x="0" y="30984"/>
                  </a:lnTo>
                  <a:lnTo>
                    <a:pt x="2964" y="29749"/>
                  </a:lnTo>
                  <a:lnTo>
                    <a:pt x="9409" y="27064"/>
                  </a:lnTo>
                  <a:lnTo>
                    <a:pt x="16270" y="24205"/>
                  </a:lnTo>
                  <a:lnTo>
                    <a:pt x="21499" y="22026"/>
                  </a:lnTo>
                  <a:lnTo>
                    <a:pt x="24199" y="18669"/>
                  </a:lnTo>
                  <a:lnTo>
                    <a:pt x="26194" y="16188"/>
                  </a:lnTo>
                  <a:lnTo>
                    <a:pt x="28976" y="13005"/>
                  </a:lnTo>
                  <a:lnTo>
                    <a:pt x="32684" y="8763"/>
                  </a:lnTo>
                  <a:lnTo>
                    <a:pt x="36670" y="4202"/>
                  </a:lnTo>
                  <a:lnTo>
                    <a:pt x="40343" y="0"/>
                  </a:lnTo>
                  <a:lnTo>
                    <a:pt x="54742" y="16090"/>
                  </a:lnTo>
                  <a:lnTo>
                    <a:pt x="72009" y="35387"/>
                  </a:lnTo>
                  <a:lnTo>
                    <a:pt x="57685" y="50788"/>
                  </a:lnTo>
                  <a:lnTo>
                    <a:pt x="40523" y="598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g461"/>
            <p:cNvSpPr/>
            <p:nvPr/>
          </p:nvSpPr>
          <p:spPr>
            <a:xfrm>
              <a:off x="2857861" y="2265275"/>
              <a:ext cx="75213" cy="78492"/>
            </a:xfrm>
            <a:custGeom>
              <a:avLst/>
              <a:pathLst>
                <a:path w="75213" h="78492">
                  <a:moveTo>
                    <a:pt x="24048" y="75218"/>
                  </a:moveTo>
                  <a:lnTo>
                    <a:pt x="20525" y="70730"/>
                  </a:lnTo>
                  <a:lnTo>
                    <a:pt x="15482" y="64305"/>
                  </a:lnTo>
                  <a:lnTo>
                    <a:pt x="10789" y="58327"/>
                  </a:lnTo>
                  <a:lnTo>
                    <a:pt x="5298" y="51333"/>
                  </a:lnTo>
                  <a:lnTo>
                    <a:pt x="0" y="44583"/>
                  </a:lnTo>
                  <a:lnTo>
                    <a:pt x="11940" y="32253"/>
                  </a:lnTo>
                  <a:lnTo>
                    <a:pt x="13178" y="30975"/>
                  </a:lnTo>
                  <a:lnTo>
                    <a:pt x="23585" y="20989"/>
                  </a:lnTo>
                  <a:lnTo>
                    <a:pt x="45457" y="0"/>
                  </a:lnTo>
                  <a:lnTo>
                    <a:pt x="49212" y="4731"/>
                  </a:lnTo>
                  <a:lnTo>
                    <a:pt x="52971" y="9468"/>
                  </a:lnTo>
                  <a:lnTo>
                    <a:pt x="56420" y="13814"/>
                  </a:lnTo>
                  <a:lnTo>
                    <a:pt x="60370" y="18791"/>
                  </a:lnTo>
                  <a:lnTo>
                    <a:pt x="64976" y="24595"/>
                  </a:lnTo>
                  <a:lnTo>
                    <a:pt x="69911" y="30814"/>
                  </a:lnTo>
                  <a:lnTo>
                    <a:pt x="75213" y="37494"/>
                  </a:lnTo>
                  <a:lnTo>
                    <a:pt x="65142" y="45478"/>
                  </a:lnTo>
                  <a:lnTo>
                    <a:pt x="62869" y="47280"/>
                  </a:lnTo>
                  <a:lnTo>
                    <a:pt x="26619" y="784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g462"/>
            <p:cNvSpPr/>
            <p:nvPr/>
          </p:nvSpPr>
          <p:spPr>
            <a:xfrm>
              <a:off x="3007404" y="2271495"/>
              <a:ext cx="12581" cy="21392"/>
            </a:xfrm>
            <a:custGeom>
              <a:avLst/>
              <a:pathLst>
                <a:path w="12581" h="21392">
                  <a:moveTo>
                    <a:pt x="3352" y="391"/>
                  </a:moveTo>
                  <a:lnTo>
                    <a:pt x="8468" y="0"/>
                  </a:lnTo>
                  <a:lnTo>
                    <a:pt x="9629" y="5667"/>
                  </a:lnTo>
                  <a:lnTo>
                    <a:pt x="10915" y="11938"/>
                  </a:lnTo>
                  <a:lnTo>
                    <a:pt x="12581" y="20067"/>
                  </a:lnTo>
                  <a:lnTo>
                    <a:pt x="8300" y="20768"/>
                  </a:lnTo>
                  <a:lnTo>
                    <a:pt x="4489" y="21392"/>
                  </a:lnTo>
                  <a:lnTo>
                    <a:pt x="1935" y="9591"/>
                  </a:lnTo>
                  <a:lnTo>
                    <a:pt x="0" y="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g463"/>
            <p:cNvSpPr/>
            <p:nvPr/>
          </p:nvSpPr>
          <p:spPr>
            <a:xfrm>
              <a:off x="2780592" y="2231728"/>
              <a:ext cx="41762" cy="45775"/>
            </a:xfrm>
            <a:custGeom>
              <a:avLst/>
              <a:pathLst>
                <a:path w="41762" h="45775">
                  <a:moveTo>
                    <a:pt x="18704" y="39960"/>
                  </a:moveTo>
                  <a:lnTo>
                    <a:pt x="15347" y="35297"/>
                  </a:lnTo>
                  <a:lnTo>
                    <a:pt x="11641" y="30149"/>
                  </a:lnTo>
                  <a:lnTo>
                    <a:pt x="7445" y="24319"/>
                  </a:lnTo>
                  <a:lnTo>
                    <a:pt x="5976" y="22279"/>
                  </a:lnTo>
                  <a:lnTo>
                    <a:pt x="0" y="13563"/>
                  </a:lnTo>
                  <a:lnTo>
                    <a:pt x="8219" y="8225"/>
                  </a:lnTo>
                  <a:lnTo>
                    <a:pt x="20886" y="0"/>
                  </a:lnTo>
                  <a:lnTo>
                    <a:pt x="24067" y="3689"/>
                  </a:lnTo>
                  <a:lnTo>
                    <a:pt x="31114" y="11864"/>
                  </a:lnTo>
                  <a:lnTo>
                    <a:pt x="41762" y="24215"/>
                  </a:lnTo>
                  <a:lnTo>
                    <a:pt x="34504" y="32506"/>
                  </a:lnTo>
                  <a:lnTo>
                    <a:pt x="22889" y="4577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g464"/>
            <p:cNvSpPr/>
            <p:nvPr/>
          </p:nvSpPr>
          <p:spPr>
            <a:xfrm>
              <a:off x="2907856" y="2232923"/>
              <a:ext cx="62688" cy="64944"/>
            </a:xfrm>
            <a:custGeom>
              <a:avLst/>
              <a:pathLst>
                <a:path w="62688" h="64944">
                  <a:moveTo>
                    <a:pt x="50170" y="48569"/>
                  </a:moveTo>
                  <a:lnTo>
                    <a:pt x="30950" y="64944"/>
                  </a:lnTo>
                  <a:lnTo>
                    <a:pt x="27782" y="61015"/>
                  </a:lnTo>
                  <a:lnTo>
                    <a:pt x="19805" y="51123"/>
                  </a:lnTo>
                  <a:lnTo>
                    <a:pt x="12495" y="42058"/>
                  </a:lnTo>
                  <a:lnTo>
                    <a:pt x="0" y="26563"/>
                  </a:lnTo>
                  <a:lnTo>
                    <a:pt x="12333" y="14746"/>
                  </a:lnTo>
                  <a:lnTo>
                    <a:pt x="27725" y="0"/>
                  </a:lnTo>
                  <a:lnTo>
                    <a:pt x="32862" y="5569"/>
                  </a:lnTo>
                  <a:lnTo>
                    <a:pt x="38899" y="12113"/>
                  </a:lnTo>
                  <a:lnTo>
                    <a:pt x="45426" y="19189"/>
                  </a:lnTo>
                  <a:lnTo>
                    <a:pt x="52453" y="26808"/>
                  </a:lnTo>
                  <a:lnTo>
                    <a:pt x="62688" y="379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g465"/>
            <p:cNvSpPr/>
            <p:nvPr/>
          </p:nvSpPr>
          <p:spPr>
            <a:xfrm>
              <a:off x="2832265" y="2227500"/>
              <a:ext cx="63856" cy="65139"/>
            </a:xfrm>
            <a:custGeom>
              <a:avLst/>
              <a:pathLst>
                <a:path w="63856" h="65139">
                  <a:moveTo>
                    <a:pt x="51280" y="45122"/>
                  </a:moveTo>
                  <a:lnTo>
                    <a:pt x="30011" y="65139"/>
                  </a:lnTo>
                  <a:lnTo>
                    <a:pt x="26662" y="61398"/>
                  </a:lnTo>
                  <a:lnTo>
                    <a:pt x="21561" y="55698"/>
                  </a:lnTo>
                  <a:lnTo>
                    <a:pt x="14918" y="48275"/>
                  </a:lnTo>
                  <a:lnTo>
                    <a:pt x="9003" y="41666"/>
                  </a:lnTo>
                  <a:lnTo>
                    <a:pt x="0" y="31606"/>
                  </a:lnTo>
                  <a:lnTo>
                    <a:pt x="17107" y="15602"/>
                  </a:lnTo>
                  <a:lnTo>
                    <a:pt x="33786" y="0"/>
                  </a:lnTo>
                  <a:lnTo>
                    <a:pt x="38680" y="5417"/>
                  </a:lnTo>
                  <a:lnTo>
                    <a:pt x="43560" y="10820"/>
                  </a:lnTo>
                  <a:lnTo>
                    <a:pt x="48447" y="16229"/>
                  </a:lnTo>
                  <a:lnTo>
                    <a:pt x="53938" y="22307"/>
                  </a:lnTo>
                  <a:lnTo>
                    <a:pt x="58203" y="27028"/>
                  </a:lnTo>
                  <a:lnTo>
                    <a:pt x="63856" y="332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g466"/>
            <p:cNvSpPr/>
            <p:nvPr/>
          </p:nvSpPr>
          <p:spPr>
            <a:xfrm>
              <a:off x="2940325" y="2217863"/>
              <a:ext cx="32442" cy="35979"/>
            </a:xfrm>
            <a:custGeom>
              <a:avLst/>
              <a:pathLst>
                <a:path w="32442" h="35979">
                  <a:moveTo>
                    <a:pt x="28520" y="33820"/>
                  </a:moveTo>
                  <a:lnTo>
                    <a:pt x="24887" y="35979"/>
                  </a:lnTo>
                  <a:lnTo>
                    <a:pt x="18779" y="29244"/>
                  </a:lnTo>
                  <a:lnTo>
                    <a:pt x="0" y="8535"/>
                  </a:lnTo>
                  <a:lnTo>
                    <a:pt x="2863" y="4823"/>
                  </a:lnTo>
                  <a:lnTo>
                    <a:pt x="6582" y="0"/>
                  </a:lnTo>
                  <a:lnTo>
                    <a:pt x="19177" y="15336"/>
                  </a:lnTo>
                  <a:lnTo>
                    <a:pt x="32442" y="314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g467"/>
            <p:cNvSpPr/>
            <p:nvPr/>
          </p:nvSpPr>
          <p:spPr>
            <a:xfrm>
              <a:off x="2869331" y="2194953"/>
              <a:ext cx="62262" cy="60845"/>
            </a:xfrm>
            <a:custGeom>
              <a:avLst/>
              <a:pathLst>
                <a:path w="62262" h="60845">
                  <a:moveTo>
                    <a:pt x="51595" y="41126"/>
                  </a:moveTo>
                  <a:lnTo>
                    <a:pt x="29560" y="60845"/>
                  </a:lnTo>
                  <a:lnTo>
                    <a:pt x="26085" y="57132"/>
                  </a:lnTo>
                  <a:lnTo>
                    <a:pt x="20652" y="51327"/>
                  </a:lnTo>
                  <a:lnTo>
                    <a:pt x="15602" y="45933"/>
                  </a:lnTo>
                  <a:lnTo>
                    <a:pt x="10243" y="40208"/>
                  </a:lnTo>
                  <a:lnTo>
                    <a:pt x="0" y="29264"/>
                  </a:lnTo>
                  <a:lnTo>
                    <a:pt x="10271" y="20072"/>
                  </a:lnTo>
                  <a:lnTo>
                    <a:pt x="17518" y="13587"/>
                  </a:lnTo>
                  <a:lnTo>
                    <a:pt x="32702" y="0"/>
                  </a:lnTo>
                  <a:lnTo>
                    <a:pt x="37266" y="4875"/>
                  </a:lnTo>
                  <a:lnTo>
                    <a:pt x="42386" y="10346"/>
                  </a:lnTo>
                  <a:lnTo>
                    <a:pt x="48720" y="17112"/>
                  </a:lnTo>
                  <a:lnTo>
                    <a:pt x="55118" y="23947"/>
                  </a:lnTo>
                  <a:lnTo>
                    <a:pt x="62262" y="315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g468"/>
            <p:cNvSpPr/>
            <p:nvPr/>
          </p:nvSpPr>
          <p:spPr>
            <a:xfrm>
              <a:off x="2801479" y="2191117"/>
              <a:ext cx="59910" cy="61910"/>
            </a:xfrm>
            <a:custGeom>
              <a:avLst/>
              <a:pathLst>
                <a:path w="59910" h="61910">
                  <a:moveTo>
                    <a:pt x="50252" y="42725"/>
                  </a:moveTo>
                  <a:lnTo>
                    <a:pt x="42616" y="49195"/>
                  </a:lnTo>
                  <a:lnTo>
                    <a:pt x="27612" y="61910"/>
                  </a:lnTo>
                  <a:lnTo>
                    <a:pt x="24292" y="57324"/>
                  </a:lnTo>
                  <a:lnTo>
                    <a:pt x="16535" y="46614"/>
                  </a:lnTo>
                  <a:lnTo>
                    <a:pt x="13083" y="41847"/>
                  </a:lnTo>
                  <a:lnTo>
                    <a:pt x="6162" y="32290"/>
                  </a:lnTo>
                  <a:lnTo>
                    <a:pt x="0" y="23781"/>
                  </a:lnTo>
                  <a:lnTo>
                    <a:pt x="4106" y="20603"/>
                  </a:lnTo>
                  <a:lnTo>
                    <a:pt x="13349" y="13449"/>
                  </a:lnTo>
                  <a:lnTo>
                    <a:pt x="24031" y="5183"/>
                  </a:lnTo>
                  <a:lnTo>
                    <a:pt x="30728" y="0"/>
                  </a:lnTo>
                  <a:lnTo>
                    <a:pt x="43431" y="15035"/>
                  </a:lnTo>
                  <a:lnTo>
                    <a:pt x="59910" y="345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g469"/>
            <p:cNvSpPr/>
            <p:nvPr/>
          </p:nvSpPr>
          <p:spPr>
            <a:xfrm>
              <a:off x="2839637" y="2159754"/>
              <a:ext cx="61455" cy="61302"/>
            </a:xfrm>
            <a:custGeom>
              <a:avLst/>
              <a:pathLst>
                <a:path w="61455" h="61302">
                  <a:moveTo>
                    <a:pt x="7203" y="21841"/>
                  </a:moveTo>
                  <a:lnTo>
                    <a:pt x="14964" y="14692"/>
                  </a:lnTo>
                  <a:lnTo>
                    <a:pt x="22969" y="7319"/>
                  </a:lnTo>
                  <a:lnTo>
                    <a:pt x="30914" y="0"/>
                  </a:lnTo>
                  <a:lnTo>
                    <a:pt x="37862" y="7247"/>
                  </a:lnTo>
                  <a:lnTo>
                    <a:pt x="44917" y="14607"/>
                  </a:lnTo>
                  <a:lnTo>
                    <a:pt x="53297" y="23348"/>
                  </a:lnTo>
                  <a:lnTo>
                    <a:pt x="61455" y="31858"/>
                  </a:lnTo>
                  <a:lnTo>
                    <a:pt x="50359" y="41924"/>
                  </a:lnTo>
                  <a:lnTo>
                    <a:pt x="28998" y="61302"/>
                  </a:lnTo>
                  <a:lnTo>
                    <a:pt x="22850" y="54343"/>
                  </a:lnTo>
                  <a:lnTo>
                    <a:pt x="0" y="284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g470"/>
            <p:cNvSpPr/>
            <p:nvPr/>
          </p:nvSpPr>
          <p:spPr>
            <a:xfrm>
              <a:off x="3250491" y="2518768"/>
              <a:ext cx="170045" cy="161182"/>
            </a:xfrm>
            <a:custGeom>
              <a:avLst/>
              <a:pathLst>
                <a:path w="170045" h="161182">
                  <a:moveTo>
                    <a:pt x="41677" y="20429"/>
                  </a:moveTo>
                  <a:lnTo>
                    <a:pt x="73098" y="0"/>
                  </a:lnTo>
                  <a:lnTo>
                    <a:pt x="73613" y="1069"/>
                  </a:lnTo>
                  <a:lnTo>
                    <a:pt x="74642" y="3208"/>
                  </a:lnTo>
                  <a:lnTo>
                    <a:pt x="74895" y="4009"/>
                  </a:lnTo>
                  <a:lnTo>
                    <a:pt x="75924" y="6148"/>
                  </a:lnTo>
                  <a:lnTo>
                    <a:pt x="76169" y="7479"/>
                  </a:lnTo>
                  <a:lnTo>
                    <a:pt x="76675" y="9079"/>
                  </a:lnTo>
                  <a:lnTo>
                    <a:pt x="77712" y="10688"/>
                  </a:lnTo>
                  <a:lnTo>
                    <a:pt x="78480" y="12557"/>
                  </a:lnTo>
                  <a:lnTo>
                    <a:pt x="79248" y="14427"/>
                  </a:lnTo>
                  <a:lnTo>
                    <a:pt x="80546" y="16305"/>
                  </a:lnTo>
                  <a:lnTo>
                    <a:pt x="81575" y="18444"/>
                  </a:lnTo>
                  <a:lnTo>
                    <a:pt x="82612" y="20053"/>
                  </a:lnTo>
                  <a:lnTo>
                    <a:pt x="83118" y="21653"/>
                  </a:lnTo>
                  <a:lnTo>
                    <a:pt x="83625" y="23254"/>
                  </a:lnTo>
                  <a:lnTo>
                    <a:pt x="84670" y="24331"/>
                  </a:lnTo>
                  <a:lnTo>
                    <a:pt x="85438" y="26201"/>
                  </a:lnTo>
                  <a:lnTo>
                    <a:pt x="86483" y="27279"/>
                  </a:lnTo>
                  <a:lnTo>
                    <a:pt x="87242" y="29680"/>
                  </a:lnTo>
                  <a:lnTo>
                    <a:pt x="88279" y="31288"/>
                  </a:lnTo>
                  <a:lnTo>
                    <a:pt x="89316" y="32897"/>
                  </a:lnTo>
                  <a:lnTo>
                    <a:pt x="90092" y="34236"/>
                  </a:lnTo>
                  <a:lnTo>
                    <a:pt x="91399" y="35583"/>
                  </a:lnTo>
                  <a:lnTo>
                    <a:pt x="92697" y="37461"/>
                  </a:lnTo>
                  <a:lnTo>
                    <a:pt x="92942" y="38792"/>
                  </a:lnTo>
                  <a:lnTo>
                    <a:pt x="94249" y="40139"/>
                  </a:lnTo>
                  <a:lnTo>
                    <a:pt x="95531" y="43078"/>
                  </a:lnTo>
                  <a:lnTo>
                    <a:pt x="96298" y="44948"/>
                  </a:lnTo>
                  <a:lnTo>
                    <a:pt x="98119" y="47365"/>
                  </a:lnTo>
                  <a:lnTo>
                    <a:pt x="98903" y="48173"/>
                  </a:lnTo>
                  <a:lnTo>
                    <a:pt x="100210" y="49521"/>
                  </a:lnTo>
                  <a:lnTo>
                    <a:pt x="101778" y="51137"/>
                  </a:lnTo>
                  <a:lnTo>
                    <a:pt x="103353" y="52223"/>
                  </a:lnTo>
                  <a:lnTo>
                    <a:pt x="104930" y="53309"/>
                  </a:lnTo>
                  <a:lnTo>
                    <a:pt x="106775" y="54134"/>
                  </a:lnTo>
                  <a:lnTo>
                    <a:pt x="108089" y="54950"/>
                  </a:lnTo>
                  <a:lnTo>
                    <a:pt x="109682" y="54974"/>
                  </a:lnTo>
                  <a:lnTo>
                    <a:pt x="112319" y="56076"/>
                  </a:lnTo>
                  <a:lnTo>
                    <a:pt x="115242" y="55856"/>
                  </a:lnTo>
                  <a:lnTo>
                    <a:pt x="117096" y="56150"/>
                  </a:lnTo>
                  <a:lnTo>
                    <a:pt x="118949" y="56444"/>
                  </a:lnTo>
                  <a:lnTo>
                    <a:pt x="120533" y="56999"/>
                  </a:lnTo>
                  <a:lnTo>
                    <a:pt x="122270" y="57274"/>
                  </a:lnTo>
                  <a:lnTo>
                    <a:pt x="119826" y="83210"/>
                  </a:lnTo>
                  <a:lnTo>
                    <a:pt x="118251" y="99932"/>
                  </a:lnTo>
                  <a:lnTo>
                    <a:pt x="152683" y="87453"/>
                  </a:lnTo>
                  <a:lnTo>
                    <a:pt x="161198" y="109454"/>
                  </a:lnTo>
                  <a:lnTo>
                    <a:pt x="170045" y="132313"/>
                  </a:lnTo>
                  <a:lnTo>
                    <a:pt x="135591" y="141516"/>
                  </a:lnTo>
                  <a:lnTo>
                    <a:pt x="116474" y="146622"/>
                  </a:lnTo>
                  <a:lnTo>
                    <a:pt x="114964" y="158543"/>
                  </a:lnTo>
                  <a:lnTo>
                    <a:pt x="113633" y="158788"/>
                  </a:lnTo>
                  <a:lnTo>
                    <a:pt x="111772" y="159025"/>
                  </a:lnTo>
                  <a:lnTo>
                    <a:pt x="110179" y="159001"/>
                  </a:lnTo>
                  <a:lnTo>
                    <a:pt x="108579" y="159507"/>
                  </a:lnTo>
                  <a:lnTo>
                    <a:pt x="106979" y="160014"/>
                  </a:lnTo>
                  <a:lnTo>
                    <a:pt x="104856" y="159981"/>
                  </a:lnTo>
                  <a:lnTo>
                    <a:pt x="102994" y="160218"/>
                  </a:lnTo>
                  <a:lnTo>
                    <a:pt x="101663" y="160463"/>
                  </a:lnTo>
                  <a:lnTo>
                    <a:pt x="100071" y="160439"/>
                  </a:lnTo>
                  <a:lnTo>
                    <a:pt x="98209" y="160676"/>
                  </a:lnTo>
                  <a:lnTo>
                    <a:pt x="96609" y="161182"/>
                  </a:lnTo>
                  <a:lnTo>
                    <a:pt x="94233" y="160349"/>
                  </a:lnTo>
                  <a:lnTo>
                    <a:pt x="93188" y="159271"/>
                  </a:lnTo>
                  <a:lnTo>
                    <a:pt x="85847" y="153319"/>
                  </a:lnTo>
                  <a:lnTo>
                    <a:pt x="85586" y="153050"/>
                  </a:lnTo>
                  <a:lnTo>
                    <a:pt x="76170" y="143881"/>
                  </a:lnTo>
                  <a:lnTo>
                    <a:pt x="67760" y="138443"/>
                  </a:lnTo>
                  <a:lnTo>
                    <a:pt x="53830" y="129470"/>
                  </a:lnTo>
                  <a:lnTo>
                    <a:pt x="39630" y="120758"/>
                  </a:lnTo>
                  <a:lnTo>
                    <a:pt x="43842" y="105693"/>
                  </a:lnTo>
                  <a:lnTo>
                    <a:pt x="32460" y="93222"/>
                  </a:lnTo>
                  <a:lnTo>
                    <a:pt x="27135" y="87387"/>
                  </a:lnTo>
                  <a:lnTo>
                    <a:pt x="15475" y="86147"/>
                  </a:lnTo>
                  <a:lnTo>
                    <a:pt x="13468" y="81137"/>
                  </a:lnTo>
                  <a:lnTo>
                    <a:pt x="2601" y="54018"/>
                  </a:lnTo>
                  <a:lnTo>
                    <a:pt x="0" y="4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g471"/>
            <p:cNvSpPr/>
            <p:nvPr/>
          </p:nvSpPr>
          <p:spPr>
            <a:xfrm>
              <a:off x="2816767" y="2326808"/>
              <a:ext cx="47054" cy="27880"/>
            </a:xfrm>
            <a:custGeom>
              <a:avLst/>
              <a:pathLst>
                <a:path w="47054" h="27880">
                  <a:moveTo>
                    <a:pt x="42694" y="26032"/>
                  </a:moveTo>
                  <a:lnTo>
                    <a:pt x="40051" y="27880"/>
                  </a:lnTo>
                  <a:lnTo>
                    <a:pt x="32557" y="20094"/>
                  </a:lnTo>
                  <a:lnTo>
                    <a:pt x="26848" y="17864"/>
                  </a:lnTo>
                  <a:lnTo>
                    <a:pt x="10688" y="11554"/>
                  </a:lnTo>
                  <a:lnTo>
                    <a:pt x="0" y="10423"/>
                  </a:lnTo>
                  <a:lnTo>
                    <a:pt x="6709" y="4683"/>
                  </a:lnTo>
                  <a:lnTo>
                    <a:pt x="11302" y="753"/>
                  </a:lnTo>
                  <a:lnTo>
                    <a:pt x="20026" y="0"/>
                  </a:lnTo>
                  <a:lnTo>
                    <a:pt x="30837" y="8288"/>
                  </a:lnTo>
                  <a:lnTo>
                    <a:pt x="33450" y="10656"/>
                  </a:lnTo>
                  <a:lnTo>
                    <a:pt x="47054" y="229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g472"/>
            <p:cNvSpPr/>
            <p:nvPr/>
          </p:nvSpPr>
          <p:spPr>
            <a:xfrm>
              <a:off x="2899146" y="2149912"/>
              <a:ext cx="63568" cy="70317"/>
            </a:xfrm>
            <a:custGeom>
              <a:avLst/>
              <a:pathLst>
                <a:path w="63568" h="70317">
                  <a:moveTo>
                    <a:pt x="1765" y="25888"/>
                  </a:moveTo>
                  <a:lnTo>
                    <a:pt x="4977" y="22416"/>
                  </a:lnTo>
                  <a:lnTo>
                    <a:pt x="8119" y="19018"/>
                  </a:lnTo>
                  <a:lnTo>
                    <a:pt x="11550" y="15310"/>
                  </a:lnTo>
                  <a:lnTo>
                    <a:pt x="14898" y="11691"/>
                  </a:lnTo>
                  <a:lnTo>
                    <a:pt x="17387" y="9000"/>
                  </a:lnTo>
                  <a:lnTo>
                    <a:pt x="20632" y="5491"/>
                  </a:lnTo>
                  <a:lnTo>
                    <a:pt x="23967" y="1887"/>
                  </a:lnTo>
                  <a:lnTo>
                    <a:pt x="25712" y="0"/>
                  </a:lnTo>
                  <a:lnTo>
                    <a:pt x="46399" y="15317"/>
                  </a:lnTo>
                  <a:lnTo>
                    <a:pt x="63568" y="28031"/>
                  </a:lnTo>
                  <a:lnTo>
                    <a:pt x="61825" y="47509"/>
                  </a:lnTo>
                  <a:lnTo>
                    <a:pt x="55392" y="53385"/>
                  </a:lnTo>
                  <a:lnTo>
                    <a:pt x="51649" y="56804"/>
                  </a:lnTo>
                  <a:lnTo>
                    <a:pt x="36856" y="70317"/>
                  </a:lnTo>
                  <a:lnTo>
                    <a:pt x="28704" y="60912"/>
                  </a:lnTo>
                  <a:lnTo>
                    <a:pt x="0" y="2779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g473"/>
            <p:cNvSpPr/>
            <p:nvPr/>
          </p:nvSpPr>
          <p:spPr>
            <a:xfrm>
              <a:off x="3052963" y="2137006"/>
              <a:ext cx="77319" cy="81381"/>
            </a:xfrm>
            <a:custGeom>
              <a:avLst/>
              <a:pathLst>
                <a:path w="77319" h="81381">
                  <a:moveTo>
                    <a:pt x="19002" y="81381"/>
                  </a:moveTo>
                  <a:lnTo>
                    <a:pt x="15365" y="77727"/>
                  </a:lnTo>
                  <a:lnTo>
                    <a:pt x="11774" y="74120"/>
                  </a:lnTo>
                  <a:lnTo>
                    <a:pt x="7807" y="70135"/>
                  </a:lnTo>
                  <a:lnTo>
                    <a:pt x="3712" y="66021"/>
                  </a:lnTo>
                  <a:lnTo>
                    <a:pt x="0" y="62291"/>
                  </a:lnTo>
                  <a:lnTo>
                    <a:pt x="23578" y="39063"/>
                  </a:lnTo>
                  <a:lnTo>
                    <a:pt x="63231" y="0"/>
                  </a:lnTo>
                  <a:lnTo>
                    <a:pt x="65077" y="2713"/>
                  </a:lnTo>
                  <a:lnTo>
                    <a:pt x="66915" y="5414"/>
                  </a:lnTo>
                  <a:lnTo>
                    <a:pt x="69409" y="9079"/>
                  </a:lnTo>
                  <a:lnTo>
                    <a:pt x="70972" y="11375"/>
                  </a:lnTo>
                  <a:lnTo>
                    <a:pt x="73715" y="15405"/>
                  </a:lnTo>
                  <a:lnTo>
                    <a:pt x="75192" y="19249"/>
                  </a:lnTo>
                  <a:lnTo>
                    <a:pt x="76157" y="21759"/>
                  </a:lnTo>
                  <a:lnTo>
                    <a:pt x="77319" y="24782"/>
                  </a:lnTo>
                  <a:lnTo>
                    <a:pt x="63603" y="45894"/>
                  </a:lnTo>
                  <a:lnTo>
                    <a:pt x="48815" y="686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g474"/>
            <p:cNvSpPr/>
            <p:nvPr/>
          </p:nvSpPr>
          <p:spPr>
            <a:xfrm>
              <a:off x="3031995" y="2123276"/>
              <a:ext cx="80923" cy="70664"/>
            </a:xfrm>
            <a:custGeom>
              <a:avLst/>
              <a:pathLst>
                <a:path w="80923" h="70664">
                  <a:moveTo>
                    <a:pt x="52731" y="38275"/>
                  </a:moveTo>
                  <a:lnTo>
                    <a:pt x="18346" y="70664"/>
                  </a:lnTo>
                  <a:lnTo>
                    <a:pt x="10424" y="62710"/>
                  </a:lnTo>
                  <a:lnTo>
                    <a:pt x="0" y="52244"/>
                  </a:lnTo>
                  <a:lnTo>
                    <a:pt x="37782" y="12599"/>
                  </a:lnTo>
                  <a:lnTo>
                    <a:pt x="49471" y="334"/>
                  </a:lnTo>
                  <a:lnTo>
                    <a:pt x="52405" y="283"/>
                  </a:lnTo>
                  <a:lnTo>
                    <a:pt x="56826" y="207"/>
                  </a:lnTo>
                  <a:lnTo>
                    <a:pt x="61752" y="122"/>
                  </a:lnTo>
                  <a:lnTo>
                    <a:pt x="68800" y="0"/>
                  </a:lnTo>
                  <a:lnTo>
                    <a:pt x="71175" y="2296"/>
                  </a:lnTo>
                  <a:lnTo>
                    <a:pt x="74197" y="5217"/>
                  </a:lnTo>
                  <a:lnTo>
                    <a:pt x="76496" y="7441"/>
                  </a:lnTo>
                  <a:lnTo>
                    <a:pt x="78890" y="9755"/>
                  </a:lnTo>
                  <a:lnTo>
                    <a:pt x="80923" y="117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g475"/>
            <p:cNvSpPr/>
            <p:nvPr/>
          </p:nvSpPr>
          <p:spPr>
            <a:xfrm>
              <a:off x="2879855" y="2096672"/>
              <a:ext cx="46932" cy="46969"/>
            </a:xfrm>
            <a:custGeom>
              <a:avLst/>
              <a:pathLst>
                <a:path w="46932" h="46969">
                  <a:moveTo>
                    <a:pt x="46229" y="28750"/>
                  </a:moveTo>
                  <a:lnTo>
                    <a:pt x="44229" y="46969"/>
                  </a:lnTo>
                  <a:lnTo>
                    <a:pt x="37603" y="46569"/>
                  </a:lnTo>
                  <a:lnTo>
                    <a:pt x="29033" y="46050"/>
                  </a:lnTo>
                  <a:lnTo>
                    <a:pt x="16674" y="45303"/>
                  </a:lnTo>
                  <a:lnTo>
                    <a:pt x="2702" y="44458"/>
                  </a:lnTo>
                  <a:lnTo>
                    <a:pt x="1404" y="23096"/>
                  </a:lnTo>
                  <a:lnTo>
                    <a:pt x="0" y="0"/>
                  </a:lnTo>
                  <a:lnTo>
                    <a:pt x="5171" y="36"/>
                  </a:lnTo>
                  <a:lnTo>
                    <a:pt x="8848" y="63"/>
                  </a:lnTo>
                  <a:lnTo>
                    <a:pt x="14996" y="107"/>
                  </a:lnTo>
                  <a:lnTo>
                    <a:pt x="21391" y="152"/>
                  </a:lnTo>
                  <a:lnTo>
                    <a:pt x="27532" y="196"/>
                  </a:lnTo>
                  <a:lnTo>
                    <a:pt x="35137" y="251"/>
                  </a:lnTo>
                  <a:lnTo>
                    <a:pt x="46932" y="223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g476"/>
            <p:cNvSpPr/>
            <p:nvPr/>
          </p:nvSpPr>
          <p:spPr>
            <a:xfrm>
              <a:off x="3035476" y="2078200"/>
              <a:ext cx="73551" cy="33657"/>
            </a:xfrm>
            <a:custGeom>
              <a:avLst/>
              <a:pathLst>
                <a:path w="73551" h="33657">
                  <a:moveTo>
                    <a:pt x="65035" y="27154"/>
                  </a:moveTo>
                  <a:lnTo>
                    <a:pt x="59627" y="33657"/>
                  </a:lnTo>
                  <a:lnTo>
                    <a:pt x="42628" y="31223"/>
                  </a:lnTo>
                  <a:lnTo>
                    <a:pt x="21950" y="28261"/>
                  </a:lnTo>
                  <a:lnTo>
                    <a:pt x="0" y="25117"/>
                  </a:lnTo>
                  <a:lnTo>
                    <a:pt x="1310" y="14735"/>
                  </a:lnTo>
                  <a:lnTo>
                    <a:pt x="32830" y="5902"/>
                  </a:lnTo>
                  <a:lnTo>
                    <a:pt x="53894" y="0"/>
                  </a:lnTo>
                  <a:lnTo>
                    <a:pt x="66793" y="11097"/>
                  </a:lnTo>
                  <a:lnTo>
                    <a:pt x="73551" y="16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g477"/>
            <p:cNvSpPr/>
            <p:nvPr/>
          </p:nvSpPr>
          <p:spPr>
            <a:xfrm>
              <a:off x="2970445" y="2065526"/>
              <a:ext cx="59215" cy="104489"/>
            </a:xfrm>
            <a:custGeom>
              <a:avLst/>
              <a:pathLst>
                <a:path w="59215" h="104489">
                  <a:moveTo>
                    <a:pt x="56347" y="50302"/>
                  </a:moveTo>
                  <a:lnTo>
                    <a:pt x="51025" y="104489"/>
                  </a:lnTo>
                  <a:lnTo>
                    <a:pt x="46054" y="103329"/>
                  </a:lnTo>
                  <a:lnTo>
                    <a:pt x="40696" y="102077"/>
                  </a:lnTo>
                  <a:lnTo>
                    <a:pt x="31135" y="99845"/>
                  </a:lnTo>
                  <a:lnTo>
                    <a:pt x="23863" y="98147"/>
                  </a:lnTo>
                  <a:lnTo>
                    <a:pt x="16697" y="96474"/>
                  </a:lnTo>
                  <a:lnTo>
                    <a:pt x="9764" y="94856"/>
                  </a:lnTo>
                  <a:lnTo>
                    <a:pt x="3606" y="93418"/>
                  </a:lnTo>
                  <a:lnTo>
                    <a:pt x="0" y="92576"/>
                  </a:lnTo>
                  <a:lnTo>
                    <a:pt x="10522" y="32801"/>
                  </a:lnTo>
                  <a:lnTo>
                    <a:pt x="16297" y="0"/>
                  </a:lnTo>
                  <a:lnTo>
                    <a:pt x="21148" y="991"/>
                  </a:lnTo>
                  <a:lnTo>
                    <a:pt x="25779" y="1938"/>
                  </a:lnTo>
                  <a:lnTo>
                    <a:pt x="30882" y="2981"/>
                  </a:lnTo>
                  <a:lnTo>
                    <a:pt x="36033" y="4034"/>
                  </a:lnTo>
                  <a:lnTo>
                    <a:pt x="40868" y="5023"/>
                  </a:lnTo>
                  <a:lnTo>
                    <a:pt x="45226" y="8841"/>
                  </a:lnTo>
                  <a:lnTo>
                    <a:pt x="49253" y="12369"/>
                  </a:lnTo>
                  <a:lnTo>
                    <a:pt x="54494" y="16961"/>
                  </a:lnTo>
                  <a:lnTo>
                    <a:pt x="59215" y="210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2929981" y="2059749"/>
              <a:ext cx="53074" cy="91930"/>
            </a:xfrm>
            <a:custGeom>
              <a:avLst/>
              <a:pathLst>
                <a:path w="53074" h="91930">
                  <a:moveTo>
                    <a:pt x="43138" y="56780"/>
                  </a:moveTo>
                  <a:lnTo>
                    <a:pt x="36611" y="91930"/>
                  </a:lnTo>
                  <a:lnTo>
                    <a:pt x="32577" y="90519"/>
                  </a:lnTo>
                  <a:lnTo>
                    <a:pt x="29995" y="89615"/>
                  </a:lnTo>
                  <a:lnTo>
                    <a:pt x="26314" y="88327"/>
                  </a:lnTo>
                  <a:lnTo>
                    <a:pt x="21764" y="86735"/>
                  </a:lnTo>
                  <a:lnTo>
                    <a:pt x="17863" y="85370"/>
                  </a:lnTo>
                  <a:lnTo>
                    <a:pt x="14777" y="84291"/>
                  </a:lnTo>
                  <a:lnTo>
                    <a:pt x="11542" y="83159"/>
                  </a:lnTo>
                  <a:lnTo>
                    <a:pt x="7056" y="81589"/>
                  </a:lnTo>
                  <a:lnTo>
                    <a:pt x="3305" y="80277"/>
                  </a:lnTo>
                  <a:lnTo>
                    <a:pt x="0" y="79120"/>
                  </a:lnTo>
                  <a:lnTo>
                    <a:pt x="1720" y="61789"/>
                  </a:lnTo>
                  <a:lnTo>
                    <a:pt x="7666" y="48899"/>
                  </a:lnTo>
                  <a:lnTo>
                    <a:pt x="30223" y="0"/>
                  </a:lnTo>
                  <a:lnTo>
                    <a:pt x="32869" y="378"/>
                  </a:lnTo>
                  <a:lnTo>
                    <a:pt x="37274" y="1007"/>
                  </a:lnTo>
                  <a:lnTo>
                    <a:pt x="42128" y="1701"/>
                  </a:lnTo>
                  <a:lnTo>
                    <a:pt x="46567" y="2335"/>
                  </a:lnTo>
                  <a:lnTo>
                    <a:pt x="50351" y="2876"/>
                  </a:lnTo>
                  <a:lnTo>
                    <a:pt x="53074" y="32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g479"/>
            <p:cNvSpPr/>
            <p:nvPr/>
          </p:nvSpPr>
          <p:spPr>
            <a:xfrm>
              <a:off x="3025232" y="2271697"/>
              <a:ext cx="60315" cy="24816"/>
            </a:xfrm>
            <a:custGeom>
              <a:avLst/>
              <a:pathLst>
                <a:path w="60315" h="24816">
                  <a:moveTo>
                    <a:pt x="52919" y="23603"/>
                  </a:moveTo>
                  <a:lnTo>
                    <a:pt x="38023" y="24110"/>
                  </a:lnTo>
                  <a:lnTo>
                    <a:pt x="26410" y="24506"/>
                  </a:lnTo>
                  <a:lnTo>
                    <a:pt x="17314" y="24816"/>
                  </a:lnTo>
                  <a:lnTo>
                    <a:pt x="4791" y="20847"/>
                  </a:lnTo>
                  <a:lnTo>
                    <a:pt x="2422" y="10542"/>
                  </a:lnTo>
                  <a:lnTo>
                    <a:pt x="0" y="0"/>
                  </a:lnTo>
                  <a:lnTo>
                    <a:pt x="5935" y="261"/>
                  </a:lnTo>
                  <a:lnTo>
                    <a:pt x="10009" y="440"/>
                  </a:lnTo>
                  <a:lnTo>
                    <a:pt x="15795" y="695"/>
                  </a:lnTo>
                  <a:lnTo>
                    <a:pt x="25108" y="1104"/>
                  </a:lnTo>
                  <a:lnTo>
                    <a:pt x="35601" y="1566"/>
                  </a:lnTo>
                  <a:lnTo>
                    <a:pt x="57836" y="2545"/>
                  </a:lnTo>
                  <a:lnTo>
                    <a:pt x="58812" y="10734"/>
                  </a:lnTo>
                  <a:lnTo>
                    <a:pt x="59400" y="15676"/>
                  </a:lnTo>
                  <a:lnTo>
                    <a:pt x="60315" y="23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g480"/>
            <p:cNvSpPr/>
            <p:nvPr/>
          </p:nvSpPr>
          <p:spPr>
            <a:xfrm>
              <a:off x="3093916" y="2154924"/>
              <a:ext cx="109037" cy="159078"/>
            </a:xfrm>
            <a:custGeom>
              <a:avLst/>
              <a:pathLst>
                <a:path w="109037" h="159078">
                  <a:moveTo>
                    <a:pt x="26107" y="159078"/>
                  </a:moveTo>
                  <a:lnTo>
                    <a:pt x="22012" y="151229"/>
                  </a:lnTo>
                  <a:lnTo>
                    <a:pt x="18367" y="142131"/>
                  </a:lnTo>
                  <a:lnTo>
                    <a:pt x="14099" y="131478"/>
                  </a:lnTo>
                  <a:lnTo>
                    <a:pt x="10579" y="122691"/>
                  </a:lnTo>
                  <a:lnTo>
                    <a:pt x="6206" y="111776"/>
                  </a:lnTo>
                  <a:lnTo>
                    <a:pt x="0" y="96284"/>
                  </a:lnTo>
                  <a:lnTo>
                    <a:pt x="16892" y="70120"/>
                  </a:lnTo>
                  <a:lnTo>
                    <a:pt x="30365" y="53593"/>
                  </a:lnTo>
                  <a:lnTo>
                    <a:pt x="45048" y="35583"/>
                  </a:lnTo>
                  <a:lnTo>
                    <a:pt x="57845" y="10989"/>
                  </a:lnTo>
                  <a:lnTo>
                    <a:pt x="67060" y="0"/>
                  </a:lnTo>
                  <a:lnTo>
                    <a:pt x="70473" y="4156"/>
                  </a:lnTo>
                  <a:lnTo>
                    <a:pt x="73336" y="7643"/>
                  </a:lnTo>
                  <a:lnTo>
                    <a:pt x="77149" y="12288"/>
                  </a:lnTo>
                  <a:lnTo>
                    <a:pt x="81053" y="17042"/>
                  </a:lnTo>
                  <a:lnTo>
                    <a:pt x="85100" y="21972"/>
                  </a:lnTo>
                  <a:lnTo>
                    <a:pt x="88367" y="25951"/>
                  </a:lnTo>
                  <a:lnTo>
                    <a:pt x="91120" y="29303"/>
                  </a:lnTo>
                  <a:lnTo>
                    <a:pt x="93633" y="31784"/>
                  </a:lnTo>
                  <a:lnTo>
                    <a:pt x="96141" y="34260"/>
                  </a:lnTo>
                  <a:lnTo>
                    <a:pt x="98755" y="36839"/>
                  </a:lnTo>
                  <a:lnTo>
                    <a:pt x="101496" y="39544"/>
                  </a:lnTo>
                  <a:lnTo>
                    <a:pt x="103627" y="41647"/>
                  </a:lnTo>
                  <a:lnTo>
                    <a:pt x="105965" y="43955"/>
                  </a:lnTo>
                  <a:lnTo>
                    <a:pt x="109037" y="70120"/>
                  </a:lnTo>
                  <a:lnTo>
                    <a:pt x="103425" y="82685"/>
                  </a:lnTo>
                  <a:lnTo>
                    <a:pt x="98286" y="94191"/>
                  </a:lnTo>
                  <a:lnTo>
                    <a:pt x="84985" y="111259"/>
                  </a:lnTo>
                  <a:lnTo>
                    <a:pt x="74227" y="125065"/>
                  </a:lnTo>
                  <a:lnTo>
                    <a:pt x="64064" y="136419"/>
                  </a:lnTo>
                  <a:lnTo>
                    <a:pt x="52214" y="1496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g481"/>
            <p:cNvSpPr/>
            <p:nvPr/>
          </p:nvSpPr>
          <p:spPr>
            <a:xfrm>
              <a:off x="3364273" y="2340778"/>
              <a:ext cx="43428" cy="89363"/>
            </a:xfrm>
            <a:custGeom>
              <a:avLst/>
              <a:pathLst>
                <a:path w="43428" h="89363">
                  <a:moveTo>
                    <a:pt x="1759" y="74764"/>
                  </a:moveTo>
                  <a:lnTo>
                    <a:pt x="3202" y="66569"/>
                  </a:lnTo>
                  <a:lnTo>
                    <a:pt x="5174" y="55365"/>
                  </a:lnTo>
                  <a:lnTo>
                    <a:pt x="6929" y="45398"/>
                  </a:lnTo>
                  <a:lnTo>
                    <a:pt x="9755" y="29349"/>
                  </a:lnTo>
                  <a:lnTo>
                    <a:pt x="12379" y="14443"/>
                  </a:lnTo>
                  <a:lnTo>
                    <a:pt x="14922" y="0"/>
                  </a:lnTo>
                  <a:lnTo>
                    <a:pt x="27130" y="1935"/>
                  </a:lnTo>
                  <a:lnTo>
                    <a:pt x="43428" y="4519"/>
                  </a:lnTo>
                  <a:lnTo>
                    <a:pt x="41916" y="12690"/>
                  </a:lnTo>
                  <a:lnTo>
                    <a:pt x="40607" y="19762"/>
                  </a:lnTo>
                  <a:lnTo>
                    <a:pt x="39091" y="27949"/>
                  </a:lnTo>
                  <a:lnTo>
                    <a:pt x="37277" y="37753"/>
                  </a:lnTo>
                  <a:lnTo>
                    <a:pt x="36264" y="43226"/>
                  </a:lnTo>
                  <a:lnTo>
                    <a:pt x="27725" y="89363"/>
                  </a:lnTo>
                  <a:lnTo>
                    <a:pt x="13359" y="86977"/>
                  </a:lnTo>
                  <a:lnTo>
                    <a:pt x="0" y="847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g482"/>
            <p:cNvSpPr/>
            <p:nvPr/>
          </p:nvSpPr>
          <p:spPr>
            <a:xfrm>
              <a:off x="3052210" y="2337280"/>
              <a:ext cx="130263" cy="133704"/>
            </a:xfrm>
            <a:custGeom>
              <a:avLst/>
              <a:pathLst>
                <a:path w="130263" h="133704">
                  <a:moveTo>
                    <a:pt x="46018" y="86680"/>
                  </a:moveTo>
                  <a:lnTo>
                    <a:pt x="59354" y="74686"/>
                  </a:lnTo>
                  <a:lnTo>
                    <a:pt x="75410" y="60247"/>
                  </a:lnTo>
                  <a:lnTo>
                    <a:pt x="91480" y="45795"/>
                  </a:lnTo>
                  <a:lnTo>
                    <a:pt x="98296" y="39664"/>
                  </a:lnTo>
                  <a:lnTo>
                    <a:pt x="111394" y="53117"/>
                  </a:lnTo>
                  <a:lnTo>
                    <a:pt x="130263" y="72499"/>
                  </a:lnTo>
                  <a:lnTo>
                    <a:pt x="99585" y="101765"/>
                  </a:lnTo>
                  <a:lnTo>
                    <a:pt x="66104" y="133704"/>
                  </a:lnTo>
                  <a:lnTo>
                    <a:pt x="59400" y="125911"/>
                  </a:lnTo>
                  <a:lnTo>
                    <a:pt x="51376" y="116584"/>
                  </a:lnTo>
                  <a:lnTo>
                    <a:pt x="45740" y="110032"/>
                  </a:lnTo>
                  <a:lnTo>
                    <a:pt x="41156" y="104704"/>
                  </a:lnTo>
                  <a:lnTo>
                    <a:pt x="39154" y="102376"/>
                  </a:lnTo>
                  <a:lnTo>
                    <a:pt x="33976" y="97087"/>
                  </a:lnTo>
                  <a:lnTo>
                    <a:pt x="28548" y="91542"/>
                  </a:lnTo>
                  <a:lnTo>
                    <a:pt x="22198" y="85055"/>
                  </a:lnTo>
                  <a:lnTo>
                    <a:pt x="15848" y="78568"/>
                  </a:lnTo>
                  <a:lnTo>
                    <a:pt x="0" y="62378"/>
                  </a:lnTo>
                  <a:lnTo>
                    <a:pt x="30765" y="34069"/>
                  </a:lnTo>
                  <a:lnTo>
                    <a:pt x="67791" y="0"/>
                  </a:lnTo>
                  <a:lnTo>
                    <a:pt x="73750" y="8462"/>
                  </a:lnTo>
                  <a:lnTo>
                    <a:pt x="78742" y="15554"/>
                  </a:lnTo>
                  <a:lnTo>
                    <a:pt x="85250" y="24797"/>
                  </a:lnTo>
                  <a:lnTo>
                    <a:pt x="92537" y="35148"/>
                  </a:lnTo>
                  <a:lnTo>
                    <a:pt x="74329" y="52850"/>
                  </a:lnTo>
                  <a:lnTo>
                    <a:pt x="62909" y="63952"/>
                  </a:lnTo>
                  <a:lnTo>
                    <a:pt x="43069" y="832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g483"/>
            <p:cNvSpPr/>
            <p:nvPr/>
          </p:nvSpPr>
          <p:spPr>
            <a:xfrm>
              <a:off x="3126294" y="2409997"/>
              <a:ext cx="186564" cy="127586"/>
            </a:xfrm>
            <a:custGeom>
              <a:avLst/>
              <a:pathLst>
                <a:path w="186564" h="127586">
                  <a:moveTo>
                    <a:pt x="133421" y="117845"/>
                  </a:moveTo>
                  <a:lnTo>
                    <a:pt x="122790" y="118744"/>
                  </a:lnTo>
                  <a:lnTo>
                    <a:pt x="117850" y="112033"/>
                  </a:lnTo>
                  <a:lnTo>
                    <a:pt x="108198" y="101002"/>
                  </a:lnTo>
                  <a:lnTo>
                    <a:pt x="89165" y="95932"/>
                  </a:lnTo>
                  <a:lnTo>
                    <a:pt x="76887" y="91053"/>
                  </a:lnTo>
                  <a:lnTo>
                    <a:pt x="47481" y="79367"/>
                  </a:lnTo>
                  <a:lnTo>
                    <a:pt x="0" y="60059"/>
                  </a:lnTo>
                  <a:lnTo>
                    <a:pt x="3780" y="55870"/>
                  </a:lnTo>
                  <a:lnTo>
                    <a:pt x="18517" y="46806"/>
                  </a:lnTo>
                  <a:lnTo>
                    <a:pt x="30699" y="31332"/>
                  </a:lnTo>
                  <a:lnTo>
                    <a:pt x="37378" y="28514"/>
                  </a:lnTo>
                  <a:lnTo>
                    <a:pt x="48894" y="16461"/>
                  </a:lnTo>
                  <a:lnTo>
                    <a:pt x="64623" y="0"/>
                  </a:lnTo>
                  <a:lnTo>
                    <a:pt x="65938" y="816"/>
                  </a:lnTo>
                  <a:lnTo>
                    <a:pt x="67513" y="1902"/>
                  </a:lnTo>
                  <a:lnTo>
                    <a:pt x="69865" y="4327"/>
                  </a:lnTo>
                  <a:lnTo>
                    <a:pt x="70918" y="4874"/>
                  </a:lnTo>
                  <a:lnTo>
                    <a:pt x="72486" y="6490"/>
                  </a:lnTo>
                  <a:lnTo>
                    <a:pt x="73801" y="7307"/>
                  </a:lnTo>
                  <a:lnTo>
                    <a:pt x="75900" y="8932"/>
                  </a:lnTo>
                  <a:lnTo>
                    <a:pt x="77214" y="9748"/>
                  </a:lnTo>
                  <a:lnTo>
                    <a:pt x="78790" y="10834"/>
                  </a:lnTo>
                  <a:lnTo>
                    <a:pt x="80635" y="11659"/>
                  </a:lnTo>
                  <a:lnTo>
                    <a:pt x="81950" y="12475"/>
                  </a:lnTo>
                  <a:lnTo>
                    <a:pt x="83265" y="13291"/>
                  </a:lnTo>
                  <a:lnTo>
                    <a:pt x="85110" y="14116"/>
                  </a:lnTo>
                  <a:lnTo>
                    <a:pt x="86425" y="14933"/>
                  </a:lnTo>
                  <a:lnTo>
                    <a:pt x="88539" y="15496"/>
                  </a:lnTo>
                  <a:lnTo>
                    <a:pt x="90393" y="15790"/>
                  </a:lnTo>
                  <a:lnTo>
                    <a:pt x="95715" y="16965"/>
                  </a:lnTo>
                  <a:lnTo>
                    <a:pt x="97038" y="17251"/>
                  </a:lnTo>
                  <a:lnTo>
                    <a:pt x="98892" y="17544"/>
                  </a:lnTo>
                  <a:lnTo>
                    <a:pt x="100484" y="17569"/>
                  </a:lnTo>
                  <a:lnTo>
                    <a:pt x="102338" y="17863"/>
                  </a:lnTo>
                  <a:lnTo>
                    <a:pt x="103668" y="17618"/>
                  </a:lnTo>
                  <a:lnTo>
                    <a:pt x="105783" y="18181"/>
                  </a:lnTo>
                  <a:lnTo>
                    <a:pt x="107106" y="18467"/>
                  </a:lnTo>
                  <a:lnTo>
                    <a:pt x="109229" y="18499"/>
                  </a:lnTo>
                  <a:lnTo>
                    <a:pt x="110290" y="18515"/>
                  </a:lnTo>
                  <a:lnTo>
                    <a:pt x="112144" y="18809"/>
                  </a:lnTo>
                  <a:lnTo>
                    <a:pt x="113997" y="19103"/>
                  </a:lnTo>
                  <a:lnTo>
                    <a:pt x="115581" y="19658"/>
                  </a:lnTo>
                  <a:lnTo>
                    <a:pt x="117435" y="19952"/>
                  </a:lnTo>
                  <a:lnTo>
                    <a:pt x="119550" y="20515"/>
                  </a:lnTo>
                  <a:lnTo>
                    <a:pt x="121134" y="21071"/>
                  </a:lnTo>
                  <a:lnTo>
                    <a:pt x="123249" y="21634"/>
                  </a:lnTo>
                  <a:lnTo>
                    <a:pt x="124571" y="21919"/>
                  </a:lnTo>
                  <a:lnTo>
                    <a:pt x="126155" y="22475"/>
                  </a:lnTo>
                  <a:lnTo>
                    <a:pt x="128009" y="22769"/>
                  </a:lnTo>
                  <a:lnTo>
                    <a:pt x="129854" y="23593"/>
                  </a:lnTo>
                  <a:lnTo>
                    <a:pt x="131177" y="23879"/>
                  </a:lnTo>
                  <a:lnTo>
                    <a:pt x="133031" y="24173"/>
                  </a:lnTo>
                  <a:lnTo>
                    <a:pt x="134353" y="24458"/>
                  </a:lnTo>
                  <a:lnTo>
                    <a:pt x="135938" y="25014"/>
                  </a:lnTo>
                  <a:lnTo>
                    <a:pt x="137522" y="25569"/>
                  </a:lnTo>
                  <a:lnTo>
                    <a:pt x="139106" y="26124"/>
                  </a:lnTo>
                  <a:lnTo>
                    <a:pt x="141220" y="26687"/>
                  </a:lnTo>
                  <a:lnTo>
                    <a:pt x="142543" y="26973"/>
                  </a:lnTo>
                  <a:lnTo>
                    <a:pt x="144389" y="27797"/>
                  </a:lnTo>
                  <a:lnTo>
                    <a:pt x="146503" y="28361"/>
                  </a:lnTo>
                  <a:lnTo>
                    <a:pt x="148079" y="29447"/>
                  </a:lnTo>
                  <a:lnTo>
                    <a:pt x="150194" y="30010"/>
                  </a:lnTo>
                  <a:lnTo>
                    <a:pt x="151509" y="30826"/>
                  </a:lnTo>
                  <a:lnTo>
                    <a:pt x="153093" y="31382"/>
                  </a:lnTo>
                  <a:lnTo>
                    <a:pt x="154685" y="31406"/>
                  </a:lnTo>
                  <a:lnTo>
                    <a:pt x="156531" y="32230"/>
                  </a:lnTo>
                  <a:lnTo>
                    <a:pt x="157853" y="32516"/>
                  </a:lnTo>
                  <a:lnTo>
                    <a:pt x="159707" y="32810"/>
                  </a:lnTo>
                  <a:lnTo>
                    <a:pt x="161291" y="33365"/>
                  </a:lnTo>
                  <a:lnTo>
                    <a:pt x="162883" y="33390"/>
                  </a:lnTo>
                  <a:lnTo>
                    <a:pt x="164728" y="34214"/>
                  </a:lnTo>
                  <a:lnTo>
                    <a:pt x="166304" y="35300"/>
                  </a:lnTo>
                  <a:lnTo>
                    <a:pt x="167888" y="35855"/>
                  </a:lnTo>
                  <a:lnTo>
                    <a:pt x="170509" y="38019"/>
                  </a:lnTo>
                  <a:lnTo>
                    <a:pt x="172608" y="39644"/>
                  </a:lnTo>
                  <a:lnTo>
                    <a:pt x="173914" y="40991"/>
                  </a:lnTo>
                  <a:lnTo>
                    <a:pt x="175221" y="42338"/>
                  </a:lnTo>
                  <a:lnTo>
                    <a:pt x="176789" y="43955"/>
                  </a:lnTo>
                  <a:lnTo>
                    <a:pt x="178087" y="45833"/>
                  </a:lnTo>
                  <a:lnTo>
                    <a:pt x="178602" y="46902"/>
                  </a:lnTo>
                  <a:lnTo>
                    <a:pt x="179908" y="48250"/>
                  </a:lnTo>
                  <a:lnTo>
                    <a:pt x="181207" y="50127"/>
                  </a:lnTo>
                  <a:lnTo>
                    <a:pt x="181982" y="51467"/>
                  </a:lnTo>
                  <a:lnTo>
                    <a:pt x="182758" y="52806"/>
                  </a:lnTo>
                  <a:lnTo>
                    <a:pt x="183795" y="54414"/>
                  </a:lnTo>
                  <a:lnTo>
                    <a:pt x="184563" y="56284"/>
                  </a:lnTo>
                  <a:lnTo>
                    <a:pt x="185347" y="57092"/>
                  </a:lnTo>
                  <a:lnTo>
                    <a:pt x="185584" y="58954"/>
                  </a:lnTo>
                  <a:lnTo>
                    <a:pt x="186090" y="60554"/>
                  </a:lnTo>
                  <a:lnTo>
                    <a:pt x="186327" y="62416"/>
                  </a:lnTo>
                  <a:lnTo>
                    <a:pt x="186564" y="64278"/>
                  </a:lnTo>
                  <a:lnTo>
                    <a:pt x="186270" y="66131"/>
                  </a:lnTo>
                  <a:lnTo>
                    <a:pt x="186499" y="68524"/>
                  </a:lnTo>
                  <a:lnTo>
                    <a:pt x="186205" y="70377"/>
                  </a:lnTo>
                  <a:lnTo>
                    <a:pt x="185903" y="72762"/>
                  </a:lnTo>
                  <a:lnTo>
                    <a:pt x="185879" y="74354"/>
                  </a:lnTo>
                  <a:lnTo>
                    <a:pt x="185315" y="76469"/>
                  </a:lnTo>
                  <a:lnTo>
                    <a:pt x="185021" y="78322"/>
                  </a:lnTo>
                  <a:lnTo>
                    <a:pt x="184728" y="80176"/>
                  </a:lnTo>
                  <a:lnTo>
                    <a:pt x="184172" y="81760"/>
                  </a:lnTo>
                  <a:lnTo>
                    <a:pt x="183879" y="83613"/>
                  </a:lnTo>
                  <a:lnTo>
                    <a:pt x="183593" y="84936"/>
                  </a:lnTo>
                  <a:lnTo>
                    <a:pt x="182958" y="86748"/>
                  </a:lnTo>
                  <a:lnTo>
                    <a:pt x="182651" y="88632"/>
                  </a:lnTo>
                  <a:lnTo>
                    <a:pt x="181423" y="91708"/>
                  </a:lnTo>
                  <a:lnTo>
                    <a:pt x="171609" y="105356"/>
                  </a:lnTo>
                  <a:lnTo>
                    <a:pt x="161569" y="113898"/>
                  </a:lnTo>
                  <a:lnTo>
                    <a:pt x="145482" y="1275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g484"/>
            <p:cNvSpPr/>
            <p:nvPr/>
          </p:nvSpPr>
          <p:spPr>
            <a:xfrm>
              <a:off x="3204004" y="2346744"/>
              <a:ext cx="35898" cy="77762"/>
            </a:xfrm>
            <a:custGeom>
              <a:avLst/>
              <a:pathLst>
                <a:path w="35898" h="77762">
                  <a:moveTo>
                    <a:pt x="35418" y="7641"/>
                  </a:moveTo>
                  <a:lnTo>
                    <a:pt x="34827" y="13574"/>
                  </a:lnTo>
                  <a:lnTo>
                    <a:pt x="34306" y="18810"/>
                  </a:lnTo>
                  <a:lnTo>
                    <a:pt x="33949" y="22394"/>
                  </a:lnTo>
                  <a:lnTo>
                    <a:pt x="33521" y="26704"/>
                  </a:lnTo>
                  <a:lnTo>
                    <a:pt x="33049" y="31440"/>
                  </a:lnTo>
                  <a:lnTo>
                    <a:pt x="32501" y="36945"/>
                  </a:lnTo>
                  <a:lnTo>
                    <a:pt x="31881" y="43176"/>
                  </a:lnTo>
                  <a:lnTo>
                    <a:pt x="31284" y="49176"/>
                  </a:lnTo>
                  <a:lnTo>
                    <a:pt x="30709" y="54946"/>
                  </a:lnTo>
                  <a:lnTo>
                    <a:pt x="30089" y="61176"/>
                  </a:lnTo>
                  <a:lnTo>
                    <a:pt x="29386" y="68239"/>
                  </a:lnTo>
                  <a:lnTo>
                    <a:pt x="28438" y="77762"/>
                  </a:lnTo>
                  <a:lnTo>
                    <a:pt x="24015" y="76670"/>
                  </a:lnTo>
                  <a:lnTo>
                    <a:pt x="14335" y="72959"/>
                  </a:lnTo>
                  <a:lnTo>
                    <a:pt x="1367" y="67988"/>
                  </a:lnTo>
                  <a:lnTo>
                    <a:pt x="0" y="66578"/>
                  </a:lnTo>
                  <a:lnTo>
                    <a:pt x="4490" y="21120"/>
                  </a:lnTo>
                  <a:lnTo>
                    <a:pt x="6576" y="0"/>
                  </a:lnTo>
                  <a:lnTo>
                    <a:pt x="20754" y="1362"/>
                  </a:lnTo>
                  <a:lnTo>
                    <a:pt x="35898" y="2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g485"/>
            <p:cNvSpPr/>
            <p:nvPr/>
          </p:nvSpPr>
          <p:spPr>
            <a:xfrm>
              <a:off x="3236697" y="2346527"/>
              <a:ext cx="56787" cy="89687"/>
            </a:xfrm>
            <a:custGeom>
              <a:avLst/>
              <a:pathLst>
                <a:path w="56787" h="89687">
                  <a:moveTo>
                    <a:pt x="56144" y="9473"/>
                  </a:moveTo>
                  <a:lnTo>
                    <a:pt x="55281" y="14798"/>
                  </a:lnTo>
                  <a:lnTo>
                    <a:pt x="54410" y="20176"/>
                  </a:lnTo>
                  <a:lnTo>
                    <a:pt x="53443" y="26149"/>
                  </a:lnTo>
                  <a:lnTo>
                    <a:pt x="52563" y="31582"/>
                  </a:lnTo>
                  <a:lnTo>
                    <a:pt x="51666" y="37122"/>
                  </a:lnTo>
                  <a:lnTo>
                    <a:pt x="50329" y="45379"/>
                  </a:lnTo>
                  <a:lnTo>
                    <a:pt x="49149" y="52660"/>
                  </a:lnTo>
                  <a:lnTo>
                    <a:pt x="47935" y="60155"/>
                  </a:lnTo>
                  <a:lnTo>
                    <a:pt x="46440" y="69386"/>
                  </a:lnTo>
                  <a:lnTo>
                    <a:pt x="43153" y="89687"/>
                  </a:lnTo>
                  <a:lnTo>
                    <a:pt x="24161" y="84997"/>
                  </a:lnTo>
                  <a:lnTo>
                    <a:pt x="0" y="79030"/>
                  </a:lnTo>
                  <a:lnTo>
                    <a:pt x="575" y="73783"/>
                  </a:lnTo>
                  <a:lnTo>
                    <a:pt x="1281" y="67351"/>
                  </a:lnTo>
                  <a:lnTo>
                    <a:pt x="1970" y="61066"/>
                  </a:lnTo>
                  <a:lnTo>
                    <a:pt x="2632" y="55039"/>
                  </a:lnTo>
                  <a:lnTo>
                    <a:pt x="3140" y="50408"/>
                  </a:lnTo>
                  <a:lnTo>
                    <a:pt x="3776" y="44604"/>
                  </a:lnTo>
                  <a:lnTo>
                    <a:pt x="4345" y="39420"/>
                  </a:lnTo>
                  <a:lnTo>
                    <a:pt x="4801" y="35265"/>
                  </a:lnTo>
                  <a:lnTo>
                    <a:pt x="5539" y="28539"/>
                  </a:lnTo>
                  <a:lnTo>
                    <a:pt x="6655" y="18360"/>
                  </a:lnTo>
                  <a:lnTo>
                    <a:pt x="7555" y="10163"/>
                  </a:lnTo>
                  <a:lnTo>
                    <a:pt x="8283" y="3522"/>
                  </a:lnTo>
                  <a:lnTo>
                    <a:pt x="25788" y="947"/>
                  </a:lnTo>
                  <a:lnTo>
                    <a:pt x="32230" y="0"/>
                  </a:lnTo>
                  <a:lnTo>
                    <a:pt x="56787" y="54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g486"/>
            <p:cNvSpPr/>
            <p:nvPr/>
          </p:nvSpPr>
          <p:spPr>
            <a:xfrm>
              <a:off x="3283987" y="2319569"/>
              <a:ext cx="66121" cy="127838"/>
            </a:xfrm>
            <a:custGeom>
              <a:avLst/>
              <a:pathLst>
                <a:path w="66121" h="127838">
                  <a:moveTo>
                    <a:pt x="62546" y="22073"/>
                  </a:moveTo>
                  <a:lnTo>
                    <a:pt x="61259" y="28441"/>
                  </a:lnTo>
                  <a:lnTo>
                    <a:pt x="59517" y="37068"/>
                  </a:lnTo>
                  <a:lnTo>
                    <a:pt x="57308" y="48000"/>
                  </a:lnTo>
                  <a:lnTo>
                    <a:pt x="55776" y="55586"/>
                  </a:lnTo>
                  <a:lnTo>
                    <a:pt x="53789" y="65422"/>
                  </a:lnTo>
                  <a:lnTo>
                    <a:pt x="52060" y="73982"/>
                  </a:lnTo>
                  <a:lnTo>
                    <a:pt x="50590" y="81258"/>
                  </a:lnTo>
                  <a:lnTo>
                    <a:pt x="48874" y="89753"/>
                  </a:lnTo>
                  <a:lnTo>
                    <a:pt x="41181" y="127838"/>
                  </a:lnTo>
                  <a:lnTo>
                    <a:pt x="24146" y="123631"/>
                  </a:lnTo>
                  <a:lnTo>
                    <a:pt x="0" y="117667"/>
                  </a:lnTo>
                  <a:lnTo>
                    <a:pt x="1199" y="109819"/>
                  </a:lnTo>
                  <a:lnTo>
                    <a:pt x="2529" y="101115"/>
                  </a:lnTo>
                  <a:lnTo>
                    <a:pt x="4874" y="85770"/>
                  </a:lnTo>
                  <a:lnTo>
                    <a:pt x="5920" y="78925"/>
                  </a:lnTo>
                  <a:lnTo>
                    <a:pt x="7576" y="68086"/>
                  </a:lnTo>
                  <a:lnTo>
                    <a:pt x="8895" y="59453"/>
                  </a:lnTo>
                  <a:lnTo>
                    <a:pt x="10049" y="51903"/>
                  </a:lnTo>
                  <a:lnTo>
                    <a:pt x="11409" y="43008"/>
                  </a:lnTo>
                  <a:lnTo>
                    <a:pt x="12904" y="33221"/>
                  </a:lnTo>
                  <a:lnTo>
                    <a:pt x="15004" y="24200"/>
                  </a:lnTo>
                  <a:lnTo>
                    <a:pt x="16448" y="17993"/>
                  </a:lnTo>
                  <a:lnTo>
                    <a:pt x="17772" y="12305"/>
                  </a:lnTo>
                  <a:lnTo>
                    <a:pt x="19037" y="6871"/>
                  </a:lnTo>
                  <a:lnTo>
                    <a:pt x="19786" y="3655"/>
                  </a:lnTo>
                  <a:lnTo>
                    <a:pt x="20637" y="0"/>
                  </a:lnTo>
                  <a:lnTo>
                    <a:pt x="40481" y="796"/>
                  </a:lnTo>
                  <a:lnTo>
                    <a:pt x="54232" y="1348"/>
                  </a:lnTo>
                  <a:lnTo>
                    <a:pt x="66121" y="5142"/>
                  </a:lnTo>
                  <a:lnTo>
                    <a:pt x="65153" y="9621"/>
                  </a:lnTo>
                  <a:lnTo>
                    <a:pt x="63728" y="1621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g487"/>
            <p:cNvSpPr/>
            <p:nvPr/>
          </p:nvSpPr>
          <p:spPr>
            <a:xfrm>
              <a:off x="3334793" y="2336429"/>
              <a:ext cx="40811" cy="88202"/>
            </a:xfrm>
            <a:custGeom>
              <a:avLst/>
              <a:pathLst>
                <a:path w="40811" h="88202">
                  <a:moveTo>
                    <a:pt x="39993" y="8053"/>
                  </a:moveTo>
                  <a:lnTo>
                    <a:pt x="38811" y="14218"/>
                  </a:lnTo>
                  <a:lnTo>
                    <a:pt x="37800" y="19495"/>
                  </a:lnTo>
                  <a:lnTo>
                    <a:pt x="36642" y="25538"/>
                  </a:lnTo>
                  <a:lnTo>
                    <a:pt x="35269" y="32708"/>
                  </a:lnTo>
                  <a:lnTo>
                    <a:pt x="33709" y="40850"/>
                  </a:lnTo>
                  <a:lnTo>
                    <a:pt x="32421" y="47569"/>
                  </a:lnTo>
                  <a:lnTo>
                    <a:pt x="30713" y="56482"/>
                  </a:lnTo>
                  <a:lnTo>
                    <a:pt x="24636" y="88202"/>
                  </a:lnTo>
                  <a:lnTo>
                    <a:pt x="19653" y="87271"/>
                  </a:lnTo>
                  <a:lnTo>
                    <a:pt x="14555" y="86318"/>
                  </a:lnTo>
                  <a:lnTo>
                    <a:pt x="9475" y="85369"/>
                  </a:lnTo>
                  <a:lnTo>
                    <a:pt x="3277" y="84211"/>
                  </a:lnTo>
                  <a:lnTo>
                    <a:pt x="0" y="83598"/>
                  </a:lnTo>
                  <a:lnTo>
                    <a:pt x="1443" y="76487"/>
                  </a:lnTo>
                  <a:lnTo>
                    <a:pt x="3239" y="67642"/>
                  </a:lnTo>
                  <a:lnTo>
                    <a:pt x="4722" y="60334"/>
                  </a:lnTo>
                  <a:lnTo>
                    <a:pt x="6943" y="49392"/>
                  </a:lnTo>
                  <a:lnTo>
                    <a:pt x="9384" y="37371"/>
                  </a:lnTo>
                  <a:lnTo>
                    <a:pt x="12427" y="22381"/>
                  </a:lnTo>
                  <a:lnTo>
                    <a:pt x="16970" y="0"/>
                  </a:lnTo>
                  <a:lnTo>
                    <a:pt x="26145" y="1454"/>
                  </a:lnTo>
                  <a:lnTo>
                    <a:pt x="40811" y="37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g488"/>
            <p:cNvSpPr/>
            <p:nvPr/>
          </p:nvSpPr>
          <p:spPr>
            <a:xfrm>
              <a:off x="3396101" y="2345968"/>
              <a:ext cx="48976" cy="98057"/>
            </a:xfrm>
            <a:custGeom>
              <a:avLst/>
              <a:pathLst>
                <a:path w="48976" h="98057">
                  <a:moveTo>
                    <a:pt x="0" y="85803"/>
                  </a:moveTo>
                  <a:lnTo>
                    <a:pt x="3726" y="65609"/>
                  </a:lnTo>
                  <a:lnTo>
                    <a:pt x="6531" y="50402"/>
                  </a:lnTo>
                  <a:lnTo>
                    <a:pt x="10638" y="28143"/>
                  </a:lnTo>
                  <a:lnTo>
                    <a:pt x="15831" y="0"/>
                  </a:lnTo>
                  <a:lnTo>
                    <a:pt x="30183" y="2275"/>
                  </a:lnTo>
                  <a:lnTo>
                    <a:pt x="38916" y="3659"/>
                  </a:lnTo>
                  <a:lnTo>
                    <a:pt x="48976" y="17983"/>
                  </a:lnTo>
                  <a:lnTo>
                    <a:pt x="48406" y="32330"/>
                  </a:lnTo>
                  <a:lnTo>
                    <a:pt x="47848" y="46363"/>
                  </a:lnTo>
                  <a:lnTo>
                    <a:pt x="47257" y="61239"/>
                  </a:lnTo>
                  <a:lnTo>
                    <a:pt x="46715" y="74903"/>
                  </a:lnTo>
                  <a:lnTo>
                    <a:pt x="34691" y="98057"/>
                  </a:lnTo>
                  <a:lnTo>
                    <a:pt x="25081" y="94947"/>
                  </a:lnTo>
                  <a:lnTo>
                    <a:pt x="13957" y="913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g489"/>
            <p:cNvSpPr/>
            <p:nvPr/>
          </p:nvSpPr>
          <p:spPr>
            <a:xfrm>
              <a:off x="3328878" y="2425953"/>
              <a:ext cx="77308" cy="54116"/>
            </a:xfrm>
            <a:custGeom>
              <a:avLst/>
              <a:pathLst>
                <a:path w="77308" h="54116">
                  <a:moveTo>
                    <a:pt x="69577" y="35705"/>
                  </a:moveTo>
                  <a:lnTo>
                    <a:pt x="60800" y="54116"/>
                  </a:lnTo>
                  <a:lnTo>
                    <a:pt x="35383" y="45527"/>
                  </a:lnTo>
                  <a:lnTo>
                    <a:pt x="21022" y="40674"/>
                  </a:lnTo>
                  <a:lnTo>
                    <a:pt x="1376" y="34035"/>
                  </a:lnTo>
                  <a:lnTo>
                    <a:pt x="5392" y="25761"/>
                  </a:lnTo>
                  <a:lnTo>
                    <a:pt x="0" y="23210"/>
                  </a:lnTo>
                  <a:lnTo>
                    <a:pt x="2461" y="11086"/>
                  </a:lnTo>
                  <a:lnTo>
                    <a:pt x="4711" y="0"/>
                  </a:lnTo>
                  <a:lnTo>
                    <a:pt x="12669" y="2136"/>
                  </a:lnTo>
                  <a:lnTo>
                    <a:pt x="19427" y="3950"/>
                  </a:lnTo>
                  <a:lnTo>
                    <a:pt x="27200" y="6036"/>
                  </a:lnTo>
                  <a:lnTo>
                    <a:pt x="33531" y="7736"/>
                  </a:lnTo>
                  <a:lnTo>
                    <a:pt x="42636" y="10180"/>
                  </a:lnTo>
                  <a:lnTo>
                    <a:pt x="77308" y="194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g490"/>
            <p:cNvSpPr/>
            <p:nvPr/>
          </p:nvSpPr>
          <p:spPr>
            <a:xfrm>
              <a:off x="3043780" y="2441894"/>
              <a:ext cx="64141" cy="45651"/>
            </a:xfrm>
            <a:custGeom>
              <a:avLst/>
              <a:pathLst>
                <a:path w="64141" h="45651">
                  <a:moveTo>
                    <a:pt x="21959" y="10646"/>
                  </a:moveTo>
                  <a:lnTo>
                    <a:pt x="26911" y="6936"/>
                  </a:lnTo>
                  <a:lnTo>
                    <a:pt x="36170" y="0"/>
                  </a:lnTo>
                  <a:lnTo>
                    <a:pt x="41910" y="5942"/>
                  </a:lnTo>
                  <a:lnTo>
                    <a:pt x="46301" y="10488"/>
                  </a:lnTo>
                  <a:lnTo>
                    <a:pt x="50949" y="15300"/>
                  </a:lnTo>
                  <a:lnTo>
                    <a:pt x="52891" y="17311"/>
                  </a:lnTo>
                  <a:lnTo>
                    <a:pt x="58232" y="23691"/>
                  </a:lnTo>
                  <a:lnTo>
                    <a:pt x="64141" y="30748"/>
                  </a:lnTo>
                  <a:lnTo>
                    <a:pt x="46257" y="38211"/>
                  </a:lnTo>
                  <a:lnTo>
                    <a:pt x="28430" y="45651"/>
                  </a:lnTo>
                  <a:lnTo>
                    <a:pt x="18192" y="36921"/>
                  </a:lnTo>
                  <a:lnTo>
                    <a:pt x="2636" y="23656"/>
                  </a:lnTo>
                  <a:lnTo>
                    <a:pt x="0" y="219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g491"/>
            <p:cNvSpPr/>
            <p:nvPr/>
          </p:nvSpPr>
          <p:spPr>
            <a:xfrm>
              <a:off x="3042952" y="2515681"/>
              <a:ext cx="26598" cy="27681"/>
            </a:xfrm>
            <a:custGeom>
              <a:avLst/>
              <a:pathLst>
                <a:path w="26598" h="27681">
                  <a:moveTo>
                    <a:pt x="15950" y="24731"/>
                  </a:moveTo>
                  <a:lnTo>
                    <a:pt x="0" y="13424"/>
                  </a:lnTo>
                  <a:lnTo>
                    <a:pt x="4404" y="7903"/>
                  </a:lnTo>
                  <a:lnTo>
                    <a:pt x="7692" y="3780"/>
                  </a:lnTo>
                  <a:lnTo>
                    <a:pt x="10708" y="0"/>
                  </a:lnTo>
                  <a:lnTo>
                    <a:pt x="13059" y="1734"/>
                  </a:lnTo>
                  <a:lnTo>
                    <a:pt x="16707" y="4425"/>
                  </a:lnTo>
                  <a:lnTo>
                    <a:pt x="18735" y="5921"/>
                  </a:lnTo>
                  <a:lnTo>
                    <a:pt x="26598" y="11721"/>
                  </a:lnTo>
                  <a:lnTo>
                    <a:pt x="24336" y="15413"/>
                  </a:lnTo>
                  <a:lnTo>
                    <a:pt x="22682" y="20217"/>
                  </a:lnTo>
                  <a:lnTo>
                    <a:pt x="20112" y="276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g492"/>
            <p:cNvSpPr/>
            <p:nvPr/>
          </p:nvSpPr>
          <p:spPr>
            <a:xfrm>
              <a:off x="3095682" y="2596874"/>
              <a:ext cx="60515" cy="58068"/>
            </a:xfrm>
            <a:custGeom>
              <a:avLst/>
              <a:pathLst>
                <a:path w="60515" h="58068">
                  <a:moveTo>
                    <a:pt x="4872" y="35151"/>
                  </a:moveTo>
                  <a:lnTo>
                    <a:pt x="19500" y="0"/>
                  </a:lnTo>
                  <a:lnTo>
                    <a:pt x="26703" y="2433"/>
                  </a:lnTo>
                  <a:lnTo>
                    <a:pt x="35368" y="5361"/>
                  </a:lnTo>
                  <a:lnTo>
                    <a:pt x="44162" y="8332"/>
                  </a:lnTo>
                  <a:lnTo>
                    <a:pt x="60515" y="13857"/>
                  </a:lnTo>
                  <a:lnTo>
                    <a:pt x="54382" y="34630"/>
                  </a:lnTo>
                  <a:lnTo>
                    <a:pt x="48956" y="53010"/>
                  </a:lnTo>
                  <a:lnTo>
                    <a:pt x="43703" y="54182"/>
                  </a:lnTo>
                  <a:lnTo>
                    <a:pt x="35025" y="56118"/>
                  </a:lnTo>
                  <a:lnTo>
                    <a:pt x="26281" y="58068"/>
                  </a:lnTo>
                  <a:lnTo>
                    <a:pt x="18998" y="54962"/>
                  </a:lnTo>
                  <a:lnTo>
                    <a:pt x="8402" y="50443"/>
                  </a:lnTo>
                  <a:lnTo>
                    <a:pt x="0" y="468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g493"/>
            <p:cNvSpPr/>
            <p:nvPr/>
          </p:nvSpPr>
          <p:spPr>
            <a:xfrm>
              <a:off x="2725856" y="2405298"/>
              <a:ext cx="80916" cy="89266"/>
            </a:xfrm>
            <a:custGeom>
              <a:avLst/>
              <a:pathLst>
                <a:path w="80916" h="89266">
                  <a:moveTo>
                    <a:pt x="5022" y="57537"/>
                  </a:moveTo>
                  <a:lnTo>
                    <a:pt x="9401" y="47728"/>
                  </a:lnTo>
                  <a:lnTo>
                    <a:pt x="13544" y="38450"/>
                  </a:lnTo>
                  <a:lnTo>
                    <a:pt x="18012" y="28442"/>
                  </a:lnTo>
                  <a:lnTo>
                    <a:pt x="23168" y="16892"/>
                  </a:lnTo>
                  <a:lnTo>
                    <a:pt x="30710" y="0"/>
                  </a:lnTo>
                  <a:lnTo>
                    <a:pt x="55868" y="8291"/>
                  </a:lnTo>
                  <a:lnTo>
                    <a:pt x="80916" y="16546"/>
                  </a:lnTo>
                  <a:lnTo>
                    <a:pt x="77600" y="23693"/>
                  </a:lnTo>
                  <a:lnTo>
                    <a:pt x="74455" y="30472"/>
                  </a:lnTo>
                  <a:lnTo>
                    <a:pt x="68388" y="43549"/>
                  </a:lnTo>
                  <a:lnTo>
                    <a:pt x="64345" y="52264"/>
                  </a:lnTo>
                  <a:lnTo>
                    <a:pt x="60712" y="60094"/>
                  </a:lnTo>
                  <a:lnTo>
                    <a:pt x="55805" y="70672"/>
                  </a:lnTo>
                  <a:lnTo>
                    <a:pt x="47179" y="89266"/>
                  </a:lnTo>
                  <a:lnTo>
                    <a:pt x="25741" y="79960"/>
                  </a:lnTo>
                  <a:lnTo>
                    <a:pt x="0" y="687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g494"/>
            <p:cNvSpPr/>
            <p:nvPr/>
          </p:nvSpPr>
          <p:spPr>
            <a:xfrm>
              <a:off x="2777578" y="2432632"/>
              <a:ext cx="77381" cy="90104"/>
            </a:xfrm>
            <a:custGeom>
              <a:avLst/>
              <a:pathLst>
                <a:path w="77381" h="90104">
                  <a:moveTo>
                    <a:pt x="2582" y="63035"/>
                  </a:moveTo>
                  <a:lnTo>
                    <a:pt x="6360" y="54821"/>
                  </a:lnTo>
                  <a:lnTo>
                    <a:pt x="9532" y="47925"/>
                  </a:lnTo>
                  <a:lnTo>
                    <a:pt x="14433" y="37270"/>
                  </a:lnTo>
                  <a:lnTo>
                    <a:pt x="17756" y="29034"/>
                  </a:lnTo>
                  <a:lnTo>
                    <a:pt x="21934" y="18677"/>
                  </a:lnTo>
                  <a:lnTo>
                    <a:pt x="26856" y="6476"/>
                  </a:lnTo>
                  <a:lnTo>
                    <a:pt x="29469" y="0"/>
                  </a:lnTo>
                  <a:lnTo>
                    <a:pt x="33075" y="1093"/>
                  </a:lnTo>
                  <a:lnTo>
                    <a:pt x="52945" y="7122"/>
                  </a:lnTo>
                  <a:lnTo>
                    <a:pt x="60261" y="9342"/>
                  </a:lnTo>
                  <a:lnTo>
                    <a:pt x="77381" y="14813"/>
                  </a:lnTo>
                  <a:lnTo>
                    <a:pt x="75664" y="18941"/>
                  </a:lnTo>
                  <a:lnTo>
                    <a:pt x="72267" y="27110"/>
                  </a:lnTo>
                  <a:lnTo>
                    <a:pt x="69202" y="34482"/>
                  </a:lnTo>
                  <a:lnTo>
                    <a:pt x="66196" y="41709"/>
                  </a:lnTo>
                  <a:lnTo>
                    <a:pt x="63255" y="48783"/>
                  </a:lnTo>
                  <a:lnTo>
                    <a:pt x="60505" y="55394"/>
                  </a:lnTo>
                  <a:lnTo>
                    <a:pt x="56730" y="64473"/>
                  </a:lnTo>
                  <a:lnTo>
                    <a:pt x="52490" y="74669"/>
                  </a:lnTo>
                  <a:lnTo>
                    <a:pt x="46072" y="90104"/>
                  </a:lnTo>
                  <a:lnTo>
                    <a:pt x="41194" y="87833"/>
                  </a:lnTo>
                  <a:lnTo>
                    <a:pt x="35124" y="85006"/>
                  </a:lnTo>
                  <a:lnTo>
                    <a:pt x="29424" y="82351"/>
                  </a:lnTo>
                  <a:lnTo>
                    <a:pt x="22281" y="79025"/>
                  </a:lnTo>
                  <a:lnTo>
                    <a:pt x="15083" y="75673"/>
                  </a:lnTo>
                  <a:lnTo>
                    <a:pt x="8327" y="72527"/>
                  </a:lnTo>
                  <a:lnTo>
                    <a:pt x="0" y="6864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g495"/>
            <p:cNvSpPr/>
            <p:nvPr/>
          </p:nvSpPr>
          <p:spPr>
            <a:xfrm>
              <a:off x="2828769" y="2451445"/>
              <a:ext cx="72584" cy="94838"/>
            </a:xfrm>
            <a:custGeom>
              <a:avLst/>
              <a:pathLst>
                <a:path w="72584" h="94838">
                  <a:moveTo>
                    <a:pt x="52905" y="68058"/>
                  </a:moveTo>
                  <a:lnTo>
                    <a:pt x="50557" y="74407"/>
                  </a:lnTo>
                  <a:lnTo>
                    <a:pt x="43000" y="94838"/>
                  </a:lnTo>
                  <a:lnTo>
                    <a:pt x="37887" y="92412"/>
                  </a:lnTo>
                  <a:lnTo>
                    <a:pt x="33057" y="90120"/>
                  </a:lnTo>
                  <a:lnTo>
                    <a:pt x="27657" y="87557"/>
                  </a:lnTo>
                  <a:lnTo>
                    <a:pt x="23116" y="85401"/>
                  </a:lnTo>
                  <a:lnTo>
                    <a:pt x="19456" y="83664"/>
                  </a:lnTo>
                  <a:lnTo>
                    <a:pt x="15579" y="81824"/>
                  </a:lnTo>
                  <a:lnTo>
                    <a:pt x="11782" y="80022"/>
                  </a:lnTo>
                  <a:lnTo>
                    <a:pt x="5761" y="77164"/>
                  </a:lnTo>
                  <a:lnTo>
                    <a:pt x="0" y="74430"/>
                  </a:lnTo>
                  <a:lnTo>
                    <a:pt x="2639" y="68046"/>
                  </a:lnTo>
                  <a:lnTo>
                    <a:pt x="5902" y="60154"/>
                  </a:lnTo>
                  <a:lnTo>
                    <a:pt x="8690" y="53410"/>
                  </a:lnTo>
                  <a:lnTo>
                    <a:pt x="12045" y="45296"/>
                  </a:lnTo>
                  <a:lnTo>
                    <a:pt x="16238" y="35154"/>
                  </a:lnTo>
                  <a:lnTo>
                    <a:pt x="19720" y="27353"/>
                  </a:lnTo>
                  <a:lnTo>
                    <a:pt x="23408" y="19087"/>
                  </a:lnTo>
                  <a:lnTo>
                    <a:pt x="31927" y="0"/>
                  </a:lnTo>
                  <a:lnTo>
                    <a:pt x="37179" y="2099"/>
                  </a:lnTo>
                  <a:lnTo>
                    <a:pt x="55179" y="9293"/>
                  </a:lnTo>
                  <a:lnTo>
                    <a:pt x="69950" y="15197"/>
                  </a:lnTo>
                  <a:lnTo>
                    <a:pt x="72584" y="16479"/>
                  </a:lnTo>
                  <a:lnTo>
                    <a:pt x="69942" y="23352"/>
                  </a:lnTo>
                  <a:lnTo>
                    <a:pt x="66187" y="33121"/>
                  </a:lnTo>
                  <a:lnTo>
                    <a:pt x="62767" y="42019"/>
                  </a:lnTo>
                  <a:lnTo>
                    <a:pt x="59827" y="49665"/>
                  </a:lnTo>
                  <a:lnTo>
                    <a:pt x="56677" y="578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g496"/>
            <p:cNvSpPr/>
            <p:nvPr/>
          </p:nvSpPr>
          <p:spPr>
            <a:xfrm>
              <a:off x="2879735" y="2472364"/>
              <a:ext cx="77094" cy="99876"/>
            </a:xfrm>
            <a:custGeom>
              <a:avLst/>
              <a:pathLst>
                <a:path w="77094" h="99876">
                  <a:moveTo>
                    <a:pt x="61432" y="64049"/>
                  </a:moveTo>
                  <a:lnTo>
                    <a:pt x="57801" y="73561"/>
                  </a:lnTo>
                  <a:lnTo>
                    <a:pt x="47756" y="99876"/>
                  </a:lnTo>
                  <a:lnTo>
                    <a:pt x="43271" y="97743"/>
                  </a:lnTo>
                  <a:lnTo>
                    <a:pt x="36595" y="94568"/>
                  </a:lnTo>
                  <a:lnTo>
                    <a:pt x="27632" y="90306"/>
                  </a:lnTo>
                  <a:lnTo>
                    <a:pt x="19758" y="86561"/>
                  </a:lnTo>
                  <a:lnTo>
                    <a:pt x="9865" y="81856"/>
                  </a:lnTo>
                  <a:lnTo>
                    <a:pt x="0" y="77164"/>
                  </a:lnTo>
                  <a:lnTo>
                    <a:pt x="2850" y="69941"/>
                  </a:lnTo>
                  <a:lnTo>
                    <a:pt x="5617" y="62930"/>
                  </a:lnTo>
                  <a:lnTo>
                    <a:pt x="8672" y="55188"/>
                  </a:lnTo>
                  <a:lnTo>
                    <a:pt x="11402" y="48272"/>
                  </a:lnTo>
                  <a:lnTo>
                    <a:pt x="14563" y="40260"/>
                  </a:lnTo>
                  <a:lnTo>
                    <a:pt x="17686" y="32347"/>
                  </a:lnTo>
                  <a:lnTo>
                    <a:pt x="21679" y="22229"/>
                  </a:lnTo>
                  <a:lnTo>
                    <a:pt x="25146" y="13444"/>
                  </a:lnTo>
                  <a:lnTo>
                    <a:pt x="30452" y="0"/>
                  </a:lnTo>
                  <a:lnTo>
                    <a:pt x="53385" y="11460"/>
                  </a:lnTo>
                  <a:lnTo>
                    <a:pt x="77094" y="23307"/>
                  </a:lnTo>
                  <a:lnTo>
                    <a:pt x="74912" y="28980"/>
                  </a:lnTo>
                  <a:lnTo>
                    <a:pt x="72993" y="33968"/>
                  </a:lnTo>
                  <a:lnTo>
                    <a:pt x="69523" y="42990"/>
                  </a:lnTo>
                  <a:lnTo>
                    <a:pt x="66931" y="49726"/>
                  </a:lnTo>
                  <a:lnTo>
                    <a:pt x="64614" y="55749"/>
                  </a:lnTo>
                  <a:lnTo>
                    <a:pt x="62771" y="605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g497"/>
            <p:cNvSpPr/>
            <p:nvPr/>
          </p:nvSpPr>
          <p:spPr>
            <a:xfrm>
              <a:off x="2931024" y="2498267"/>
              <a:ext cx="55154" cy="90847"/>
            </a:xfrm>
            <a:custGeom>
              <a:avLst/>
              <a:pathLst>
                <a:path w="55154" h="90847">
                  <a:moveTo>
                    <a:pt x="17361" y="86814"/>
                  </a:moveTo>
                  <a:lnTo>
                    <a:pt x="8533" y="82257"/>
                  </a:lnTo>
                  <a:lnTo>
                    <a:pt x="0" y="77852"/>
                  </a:lnTo>
                  <a:lnTo>
                    <a:pt x="4530" y="66537"/>
                  </a:lnTo>
                  <a:lnTo>
                    <a:pt x="9040" y="55271"/>
                  </a:lnTo>
                  <a:lnTo>
                    <a:pt x="13363" y="44474"/>
                  </a:lnTo>
                  <a:lnTo>
                    <a:pt x="18132" y="32562"/>
                  </a:lnTo>
                  <a:lnTo>
                    <a:pt x="21300" y="24650"/>
                  </a:lnTo>
                  <a:lnTo>
                    <a:pt x="31169" y="0"/>
                  </a:lnTo>
                  <a:lnTo>
                    <a:pt x="41672" y="5949"/>
                  </a:lnTo>
                  <a:lnTo>
                    <a:pt x="44984" y="7825"/>
                  </a:lnTo>
                  <a:lnTo>
                    <a:pt x="55154" y="18434"/>
                  </a:lnTo>
                  <a:lnTo>
                    <a:pt x="50094" y="30656"/>
                  </a:lnTo>
                  <a:lnTo>
                    <a:pt x="46000" y="40546"/>
                  </a:lnTo>
                  <a:lnTo>
                    <a:pt x="41596" y="51181"/>
                  </a:lnTo>
                  <a:lnTo>
                    <a:pt x="37611" y="60808"/>
                  </a:lnTo>
                  <a:lnTo>
                    <a:pt x="33998" y="69534"/>
                  </a:lnTo>
                  <a:lnTo>
                    <a:pt x="25174" y="908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g498"/>
            <p:cNvSpPr/>
            <p:nvPr/>
          </p:nvSpPr>
          <p:spPr>
            <a:xfrm>
              <a:off x="2851932" y="2556952"/>
              <a:ext cx="70848" cy="79740"/>
            </a:xfrm>
            <a:custGeom>
              <a:avLst/>
              <a:pathLst>
                <a:path w="70848" h="79740">
                  <a:moveTo>
                    <a:pt x="2459" y="48544"/>
                  </a:moveTo>
                  <a:lnTo>
                    <a:pt x="8390" y="33387"/>
                  </a:lnTo>
                  <a:lnTo>
                    <a:pt x="11729" y="24856"/>
                  </a:lnTo>
                  <a:lnTo>
                    <a:pt x="14796" y="17017"/>
                  </a:lnTo>
                  <a:lnTo>
                    <a:pt x="18388" y="7836"/>
                  </a:lnTo>
                  <a:lnTo>
                    <a:pt x="21455" y="0"/>
                  </a:lnTo>
                  <a:lnTo>
                    <a:pt x="27452" y="2921"/>
                  </a:lnTo>
                  <a:lnTo>
                    <a:pt x="32307" y="5286"/>
                  </a:lnTo>
                  <a:lnTo>
                    <a:pt x="39154" y="8622"/>
                  </a:lnTo>
                  <a:lnTo>
                    <a:pt x="47174" y="12529"/>
                  </a:lnTo>
                  <a:lnTo>
                    <a:pt x="56701" y="17170"/>
                  </a:lnTo>
                  <a:lnTo>
                    <a:pt x="64350" y="20896"/>
                  </a:lnTo>
                  <a:lnTo>
                    <a:pt x="70848" y="24062"/>
                  </a:lnTo>
                  <a:lnTo>
                    <a:pt x="67013" y="33994"/>
                  </a:lnTo>
                  <a:lnTo>
                    <a:pt x="63345" y="43493"/>
                  </a:lnTo>
                  <a:lnTo>
                    <a:pt x="60264" y="51471"/>
                  </a:lnTo>
                  <a:lnTo>
                    <a:pt x="56260" y="61839"/>
                  </a:lnTo>
                  <a:lnTo>
                    <a:pt x="49348" y="79740"/>
                  </a:lnTo>
                  <a:lnTo>
                    <a:pt x="28266" y="69099"/>
                  </a:lnTo>
                  <a:lnTo>
                    <a:pt x="0" y="548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g499"/>
            <p:cNvSpPr/>
            <p:nvPr/>
          </p:nvSpPr>
          <p:spPr>
            <a:xfrm>
              <a:off x="2799264" y="2534355"/>
              <a:ext cx="68435" cy="74368"/>
            </a:xfrm>
            <a:custGeom>
              <a:avLst/>
              <a:pathLst>
                <a:path w="68435" h="74368">
                  <a:moveTo>
                    <a:pt x="1502" y="48502"/>
                  </a:moveTo>
                  <a:lnTo>
                    <a:pt x="6302" y="36752"/>
                  </a:lnTo>
                  <a:lnTo>
                    <a:pt x="9164" y="29746"/>
                  </a:lnTo>
                  <a:lnTo>
                    <a:pt x="12179" y="22363"/>
                  </a:lnTo>
                  <a:lnTo>
                    <a:pt x="14931" y="15625"/>
                  </a:lnTo>
                  <a:lnTo>
                    <a:pt x="17910" y="8332"/>
                  </a:lnTo>
                  <a:lnTo>
                    <a:pt x="21314" y="0"/>
                  </a:lnTo>
                  <a:lnTo>
                    <a:pt x="26058" y="2101"/>
                  </a:lnTo>
                  <a:lnTo>
                    <a:pt x="32632" y="5012"/>
                  </a:lnTo>
                  <a:lnTo>
                    <a:pt x="37134" y="7038"/>
                  </a:lnTo>
                  <a:lnTo>
                    <a:pt x="43441" y="9876"/>
                  </a:lnTo>
                  <a:lnTo>
                    <a:pt x="50226" y="12929"/>
                  </a:lnTo>
                  <a:lnTo>
                    <a:pt x="54771" y="14974"/>
                  </a:lnTo>
                  <a:lnTo>
                    <a:pt x="59950" y="17305"/>
                  </a:lnTo>
                  <a:lnTo>
                    <a:pt x="64481" y="19343"/>
                  </a:lnTo>
                  <a:lnTo>
                    <a:pt x="68435" y="21122"/>
                  </a:lnTo>
                  <a:lnTo>
                    <a:pt x="64994" y="29875"/>
                  </a:lnTo>
                  <a:lnTo>
                    <a:pt x="61524" y="38703"/>
                  </a:lnTo>
                  <a:lnTo>
                    <a:pt x="57359" y="49300"/>
                  </a:lnTo>
                  <a:lnTo>
                    <a:pt x="51929" y="63111"/>
                  </a:lnTo>
                  <a:lnTo>
                    <a:pt x="47505" y="74368"/>
                  </a:lnTo>
                  <a:lnTo>
                    <a:pt x="25750" y="64208"/>
                  </a:lnTo>
                  <a:lnTo>
                    <a:pt x="0" y="521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g500"/>
            <p:cNvSpPr/>
            <p:nvPr/>
          </p:nvSpPr>
          <p:spPr>
            <a:xfrm>
              <a:off x="2745455" y="2511625"/>
              <a:ext cx="67472" cy="71395"/>
            </a:xfrm>
            <a:custGeom>
              <a:avLst/>
              <a:pathLst>
                <a:path w="67472" h="71395">
                  <a:moveTo>
                    <a:pt x="17998" y="15979"/>
                  </a:moveTo>
                  <a:lnTo>
                    <a:pt x="23310" y="7010"/>
                  </a:lnTo>
                  <a:lnTo>
                    <a:pt x="27462" y="0"/>
                  </a:lnTo>
                  <a:lnTo>
                    <a:pt x="32011" y="2159"/>
                  </a:lnTo>
                  <a:lnTo>
                    <a:pt x="36487" y="4284"/>
                  </a:lnTo>
                  <a:lnTo>
                    <a:pt x="41456" y="6643"/>
                  </a:lnTo>
                  <a:lnTo>
                    <a:pt x="47291" y="9413"/>
                  </a:lnTo>
                  <a:lnTo>
                    <a:pt x="52651" y="11958"/>
                  </a:lnTo>
                  <a:lnTo>
                    <a:pt x="62114" y="16450"/>
                  </a:lnTo>
                  <a:lnTo>
                    <a:pt x="67472" y="18994"/>
                  </a:lnTo>
                  <a:lnTo>
                    <a:pt x="64008" y="29144"/>
                  </a:lnTo>
                  <a:lnTo>
                    <a:pt x="60097" y="40605"/>
                  </a:lnTo>
                  <a:lnTo>
                    <a:pt x="55640" y="53663"/>
                  </a:lnTo>
                  <a:lnTo>
                    <a:pt x="49589" y="71395"/>
                  </a:lnTo>
                  <a:lnTo>
                    <a:pt x="46790" y="69993"/>
                  </a:lnTo>
                  <a:lnTo>
                    <a:pt x="26885" y="59941"/>
                  </a:lnTo>
                  <a:lnTo>
                    <a:pt x="8662" y="50739"/>
                  </a:lnTo>
                  <a:lnTo>
                    <a:pt x="0" y="46365"/>
                  </a:lnTo>
                  <a:lnTo>
                    <a:pt x="2719" y="41773"/>
                  </a:lnTo>
                  <a:lnTo>
                    <a:pt x="6737" y="34989"/>
                  </a:lnTo>
                  <a:lnTo>
                    <a:pt x="12122" y="25899"/>
                  </a:lnTo>
                  <a:lnTo>
                    <a:pt x="13466" y="236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g501"/>
            <p:cNvSpPr/>
            <p:nvPr/>
          </p:nvSpPr>
          <p:spPr>
            <a:xfrm>
              <a:off x="2704492" y="2489173"/>
              <a:ext cx="46766" cy="66928"/>
            </a:xfrm>
            <a:custGeom>
              <a:avLst/>
              <a:pathLst>
                <a:path w="46766" h="66928">
                  <a:moveTo>
                    <a:pt x="1748" y="40917"/>
                  </a:moveTo>
                  <a:lnTo>
                    <a:pt x="3359" y="34792"/>
                  </a:lnTo>
                  <a:lnTo>
                    <a:pt x="6902" y="21314"/>
                  </a:lnTo>
                  <a:lnTo>
                    <a:pt x="8803" y="14083"/>
                  </a:lnTo>
                  <a:lnTo>
                    <a:pt x="10818" y="6419"/>
                  </a:lnTo>
                  <a:lnTo>
                    <a:pt x="12506" y="0"/>
                  </a:lnTo>
                  <a:lnTo>
                    <a:pt x="16296" y="1827"/>
                  </a:lnTo>
                  <a:lnTo>
                    <a:pt x="20003" y="3614"/>
                  </a:lnTo>
                  <a:lnTo>
                    <a:pt x="24387" y="5728"/>
                  </a:lnTo>
                  <a:lnTo>
                    <a:pt x="28584" y="7752"/>
                  </a:lnTo>
                  <a:lnTo>
                    <a:pt x="32745" y="9758"/>
                  </a:lnTo>
                  <a:lnTo>
                    <a:pt x="36816" y="11721"/>
                  </a:lnTo>
                  <a:lnTo>
                    <a:pt x="40128" y="13318"/>
                  </a:lnTo>
                  <a:lnTo>
                    <a:pt x="43202" y="14800"/>
                  </a:lnTo>
                  <a:lnTo>
                    <a:pt x="46766" y="16519"/>
                  </a:lnTo>
                  <a:lnTo>
                    <a:pt x="45062" y="25302"/>
                  </a:lnTo>
                  <a:lnTo>
                    <a:pt x="43400" y="33869"/>
                  </a:lnTo>
                  <a:lnTo>
                    <a:pt x="41639" y="42949"/>
                  </a:lnTo>
                  <a:lnTo>
                    <a:pt x="39152" y="55769"/>
                  </a:lnTo>
                  <a:lnTo>
                    <a:pt x="36987" y="66928"/>
                  </a:lnTo>
                  <a:lnTo>
                    <a:pt x="25813" y="61080"/>
                  </a:lnTo>
                  <a:lnTo>
                    <a:pt x="0" y="475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g502"/>
            <p:cNvSpPr/>
            <p:nvPr/>
          </p:nvSpPr>
          <p:spPr>
            <a:xfrm>
              <a:off x="2596357" y="2674530"/>
              <a:ext cx="99622" cy="103398"/>
            </a:xfrm>
            <a:custGeom>
              <a:avLst/>
              <a:pathLst>
                <a:path w="99622" h="103398">
                  <a:moveTo>
                    <a:pt x="34439" y="38689"/>
                  </a:moveTo>
                  <a:lnTo>
                    <a:pt x="41574" y="32114"/>
                  </a:lnTo>
                  <a:lnTo>
                    <a:pt x="51898" y="22601"/>
                  </a:lnTo>
                  <a:lnTo>
                    <a:pt x="58111" y="16876"/>
                  </a:lnTo>
                  <a:lnTo>
                    <a:pt x="67281" y="8425"/>
                  </a:lnTo>
                  <a:lnTo>
                    <a:pt x="76425" y="0"/>
                  </a:lnTo>
                  <a:lnTo>
                    <a:pt x="80406" y="3712"/>
                  </a:lnTo>
                  <a:lnTo>
                    <a:pt x="86804" y="9681"/>
                  </a:lnTo>
                  <a:lnTo>
                    <a:pt x="99622" y="21638"/>
                  </a:lnTo>
                  <a:lnTo>
                    <a:pt x="96706" y="26001"/>
                  </a:lnTo>
                  <a:lnTo>
                    <a:pt x="92713" y="31973"/>
                  </a:lnTo>
                  <a:lnTo>
                    <a:pt x="88148" y="38802"/>
                  </a:lnTo>
                  <a:lnTo>
                    <a:pt x="82837" y="46747"/>
                  </a:lnTo>
                  <a:lnTo>
                    <a:pt x="78495" y="53242"/>
                  </a:lnTo>
                  <a:lnTo>
                    <a:pt x="71654" y="63476"/>
                  </a:lnTo>
                  <a:lnTo>
                    <a:pt x="66223" y="71600"/>
                  </a:lnTo>
                  <a:lnTo>
                    <a:pt x="51597" y="93478"/>
                  </a:lnTo>
                  <a:lnTo>
                    <a:pt x="42919" y="103398"/>
                  </a:lnTo>
                  <a:lnTo>
                    <a:pt x="34161" y="97657"/>
                  </a:lnTo>
                  <a:lnTo>
                    <a:pt x="27209" y="93101"/>
                  </a:lnTo>
                  <a:lnTo>
                    <a:pt x="16051" y="85787"/>
                  </a:lnTo>
                  <a:lnTo>
                    <a:pt x="0" y="75266"/>
                  </a:lnTo>
                  <a:lnTo>
                    <a:pt x="22028" y="51576"/>
                  </a:lnTo>
                  <a:lnTo>
                    <a:pt x="27502" y="45689"/>
                  </a:lnTo>
                  <a:lnTo>
                    <a:pt x="31452" y="414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g503"/>
            <p:cNvSpPr/>
            <p:nvPr/>
          </p:nvSpPr>
          <p:spPr>
            <a:xfrm>
              <a:off x="2670740" y="2712676"/>
              <a:ext cx="61800" cy="57209"/>
            </a:xfrm>
            <a:custGeom>
              <a:avLst/>
              <a:pathLst>
                <a:path w="61800" h="57209">
                  <a:moveTo>
                    <a:pt x="3107" y="30041"/>
                  </a:moveTo>
                  <a:lnTo>
                    <a:pt x="7897" y="22355"/>
                  </a:lnTo>
                  <a:lnTo>
                    <a:pt x="11968" y="15824"/>
                  </a:lnTo>
                  <a:lnTo>
                    <a:pt x="16028" y="9309"/>
                  </a:lnTo>
                  <a:lnTo>
                    <a:pt x="19764" y="3313"/>
                  </a:lnTo>
                  <a:lnTo>
                    <a:pt x="21830" y="0"/>
                  </a:lnTo>
                  <a:lnTo>
                    <a:pt x="41187" y="12928"/>
                  </a:lnTo>
                  <a:lnTo>
                    <a:pt x="61800" y="26694"/>
                  </a:lnTo>
                  <a:lnTo>
                    <a:pt x="56833" y="34259"/>
                  </a:lnTo>
                  <a:lnTo>
                    <a:pt x="52466" y="40914"/>
                  </a:lnTo>
                  <a:lnTo>
                    <a:pt x="45480" y="51557"/>
                  </a:lnTo>
                  <a:lnTo>
                    <a:pt x="42788" y="52932"/>
                  </a:lnTo>
                  <a:lnTo>
                    <a:pt x="34422" y="57209"/>
                  </a:lnTo>
                  <a:lnTo>
                    <a:pt x="28030" y="53090"/>
                  </a:lnTo>
                  <a:lnTo>
                    <a:pt x="0" y="3502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g504"/>
            <p:cNvSpPr/>
            <p:nvPr/>
          </p:nvSpPr>
          <p:spPr>
            <a:xfrm>
              <a:off x="2692708" y="2731759"/>
              <a:ext cx="101311" cy="109853"/>
            </a:xfrm>
            <a:custGeom>
              <a:avLst/>
              <a:pathLst>
                <a:path w="101311" h="109853">
                  <a:moveTo>
                    <a:pt x="37655" y="105147"/>
                  </a:moveTo>
                  <a:lnTo>
                    <a:pt x="29141" y="99507"/>
                  </a:lnTo>
                  <a:lnTo>
                    <a:pt x="21591" y="94505"/>
                  </a:lnTo>
                  <a:lnTo>
                    <a:pt x="12794" y="88677"/>
                  </a:lnTo>
                  <a:lnTo>
                    <a:pt x="0" y="80201"/>
                  </a:lnTo>
                  <a:lnTo>
                    <a:pt x="3890" y="74919"/>
                  </a:lnTo>
                  <a:lnTo>
                    <a:pt x="9642" y="67108"/>
                  </a:lnTo>
                  <a:lnTo>
                    <a:pt x="17447" y="56508"/>
                  </a:lnTo>
                  <a:lnTo>
                    <a:pt x="23122" y="48801"/>
                  </a:lnTo>
                  <a:lnTo>
                    <a:pt x="30334" y="39008"/>
                  </a:lnTo>
                  <a:lnTo>
                    <a:pt x="36717" y="30340"/>
                  </a:lnTo>
                  <a:lnTo>
                    <a:pt x="44322" y="20012"/>
                  </a:lnTo>
                  <a:lnTo>
                    <a:pt x="50785" y="11236"/>
                  </a:lnTo>
                  <a:lnTo>
                    <a:pt x="55278" y="5135"/>
                  </a:lnTo>
                  <a:lnTo>
                    <a:pt x="59059" y="0"/>
                  </a:lnTo>
                  <a:lnTo>
                    <a:pt x="78357" y="12744"/>
                  </a:lnTo>
                  <a:lnTo>
                    <a:pt x="101311" y="27902"/>
                  </a:lnTo>
                  <a:lnTo>
                    <a:pt x="97679" y="33165"/>
                  </a:lnTo>
                  <a:lnTo>
                    <a:pt x="93640" y="39017"/>
                  </a:lnTo>
                  <a:lnTo>
                    <a:pt x="89574" y="44910"/>
                  </a:lnTo>
                  <a:lnTo>
                    <a:pt x="84220" y="52669"/>
                  </a:lnTo>
                  <a:lnTo>
                    <a:pt x="79855" y="58994"/>
                  </a:lnTo>
                  <a:lnTo>
                    <a:pt x="74926" y="66137"/>
                  </a:lnTo>
                  <a:lnTo>
                    <a:pt x="69617" y="73830"/>
                  </a:lnTo>
                  <a:lnTo>
                    <a:pt x="64417" y="81365"/>
                  </a:lnTo>
                  <a:lnTo>
                    <a:pt x="59062" y="89125"/>
                  </a:lnTo>
                  <a:lnTo>
                    <a:pt x="44758" y="10985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g505"/>
            <p:cNvSpPr/>
            <p:nvPr/>
          </p:nvSpPr>
          <p:spPr>
            <a:xfrm>
              <a:off x="2745069" y="2764658"/>
              <a:ext cx="100705" cy="109246"/>
            </a:xfrm>
            <a:custGeom>
              <a:avLst/>
              <a:pathLst>
                <a:path w="100705" h="109246">
                  <a:moveTo>
                    <a:pt x="34299" y="105038"/>
                  </a:moveTo>
                  <a:lnTo>
                    <a:pt x="27884" y="100354"/>
                  </a:lnTo>
                  <a:lnTo>
                    <a:pt x="23329" y="97027"/>
                  </a:lnTo>
                  <a:lnTo>
                    <a:pt x="18278" y="93338"/>
                  </a:lnTo>
                  <a:lnTo>
                    <a:pt x="10189" y="87432"/>
                  </a:lnTo>
                  <a:lnTo>
                    <a:pt x="0" y="79991"/>
                  </a:lnTo>
                  <a:lnTo>
                    <a:pt x="48258" y="10333"/>
                  </a:lnTo>
                  <a:lnTo>
                    <a:pt x="55417" y="0"/>
                  </a:lnTo>
                  <a:lnTo>
                    <a:pt x="78064" y="14973"/>
                  </a:lnTo>
                  <a:lnTo>
                    <a:pt x="100705" y="29943"/>
                  </a:lnTo>
                  <a:lnTo>
                    <a:pt x="93447" y="39435"/>
                  </a:lnTo>
                  <a:lnTo>
                    <a:pt x="88776" y="45542"/>
                  </a:lnTo>
                  <a:lnTo>
                    <a:pt x="84354" y="51325"/>
                  </a:lnTo>
                  <a:lnTo>
                    <a:pt x="78462" y="59031"/>
                  </a:lnTo>
                  <a:lnTo>
                    <a:pt x="72265" y="67134"/>
                  </a:lnTo>
                  <a:lnTo>
                    <a:pt x="66696" y="74417"/>
                  </a:lnTo>
                  <a:lnTo>
                    <a:pt x="60921" y="81968"/>
                  </a:lnTo>
                  <a:lnTo>
                    <a:pt x="54343" y="90570"/>
                  </a:lnTo>
                  <a:lnTo>
                    <a:pt x="48196" y="98609"/>
                  </a:lnTo>
                  <a:lnTo>
                    <a:pt x="40062" y="1092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g506"/>
            <p:cNvSpPr/>
            <p:nvPr/>
          </p:nvSpPr>
          <p:spPr>
            <a:xfrm>
              <a:off x="2757481" y="2722345"/>
              <a:ext cx="107377" cy="63974"/>
            </a:xfrm>
            <a:custGeom>
              <a:avLst/>
              <a:pathLst>
                <a:path w="107377" h="63974">
                  <a:moveTo>
                    <a:pt x="89151" y="63974"/>
                  </a:moveTo>
                  <a:lnTo>
                    <a:pt x="38985" y="31482"/>
                  </a:lnTo>
                  <a:lnTo>
                    <a:pt x="28949" y="25447"/>
                  </a:lnTo>
                  <a:lnTo>
                    <a:pt x="0" y="8038"/>
                  </a:lnTo>
                  <a:lnTo>
                    <a:pt x="14087" y="2344"/>
                  </a:lnTo>
                  <a:lnTo>
                    <a:pt x="39313" y="0"/>
                  </a:lnTo>
                  <a:lnTo>
                    <a:pt x="51109" y="2680"/>
                  </a:lnTo>
                  <a:lnTo>
                    <a:pt x="56850" y="4452"/>
                  </a:lnTo>
                  <a:lnTo>
                    <a:pt x="68472" y="8038"/>
                  </a:lnTo>
                  <a:lnTo>
                    <a:pt x="107377" y="16912"/>
                  </a:lnTo>
                  <a:lnTo>
                    <a:pt x="105411" y="28299"/>
                  </a:lnTo>
                  <a:lnTo>
                    <a:pt x="100786" y="41168"/>
                  </a:lnTo>
                  <a:lnTo>
                    <a:pt x="99514" y="44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g507"/>
            <p:cNvSpPr/>
            <p:nvPr/>
          </p:nvSpPr>
          <p:spPr>
            <a:xfrm>
              <a:off x="2793354" y="2831205"/>
              <a:ext cx="78352" cy="76231"/>
            </a:xfrm>
            <a:custGeom>
              <a:avLst/>
              <a:pathLst>
                <a:path w="78352" h="76231">
                  <a:moveTo>
                    <a:pt x="33754" y="68931"/>
                  </a:moveTo>
                  <a:lnTo>
                    <a:pt x="0" y="45950"/>
                  </a:lnTo>
                  <a:lnTo>
                    <a:pt x="4113" y="40841"/>
                  </a:lnTo>
                  <a:lnTo>
                    <a:pt x="9483" y="34170"/>
                  </a:lnTo>
                  <a:lnTo>
                    <a:pt x="15769" y="26362"/>
                  </a:lnTo>
                  <a:lnTo>
                    <a:pt x="22537" y="17954"/>
                  </a:lnTo>
                  <a:lnTo>
                    <a:pt x="28322" y="10768"/>
                  </a:lnTo>
                  <a:lnTo>
                    <a:pt x="33275" y="4615"/>
                  </a:lnTo>
                  <a:lnTo>
                    <a:pt x="36991" y="0"/>
                  </a:lnTo>
                  <a:lnTo>
                    <a:pt x="58490" y="14379"/>
                  </a:lnTo>
                  <a:lnTo>
                    <a:pt x="78352" y="27663"/>
                  </a:lnTo>
                  <a:lnTo>
                    <a:pt x="73246" y="34984"/>
                  </a:lnTo>
                  <a:lnTo>
                    <a:pt x="68136" y="42309"/>
                  </a:lnTo>
                  <a:lnTo>
                    <a:pt x="63404" y="49093"/>
                  </a:lnTo>
                  <a:lnTo>
                    <a:pt x="58341" y="56353"/>
                  </a:lnTo>
                  <a:lnTo>
                    <a:pt x="55645" y="60218"/>
                  </a:lnTo>
                  <a:lnTo>
                    <a:pt x="50825" y="67127"/>
                  </a:lnTo>
                  <a:lnTo>
                    <a:pt x="44476" y="762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g508"/>
            <p:cNvSpPr/>
            <p:nvPr/>
          </p:nvSpPr>
          <p:spPr>
            <a:xfrm>
              <a:off x="2832229" y="2729327"/>
              <a:ext cx="108864" cy="123782"/>
            </a:xfrm>
            <a:custGeom>
              <a:avLst/>
              <a:pathLst>
                <a:path w="108864" h="123782">
                  <a:moveTo>
                    <a:pt x="30610" y="53585"/>
                  </a:moveTo>
                  <a:lnTo>
                    <a:pt x="34103" y="48452"/>
                  </a:lnTo>
                  <a:lnTo>
                    <a:pt x="39848" y="36067"/>
                  </a:lnTo>
                  <a:lnTo>
                    <a:pt x="45930" y="22955"/>
                  </a:lnTo>
                  <a:lnTo>
                    <a:pt x="61665" y="27853"/>
                  </a:lnTo>
                  <a:lnTo>
                    <a:pt x="64155" y="28571"/>
                  </a:lnTo>
                  <a:lnTo>
                    <a:pt x="75630" y="26895"/>
                  </a:lnTo>
                  <a:lnTo>
                    <a:pt x="74474" y="20987"/>
                  </a:lnTo>
                  <a:lnTo>
                    <a:pt x="51546" y="21305"/>
                  </a:lnTo>
                  <a:lnTo>
                    <a:pt x="49030" y="2520"/>
                  </a:lnTo>
                  <a:lnTo>
                    <a:pt x="52144" y="2358"/>
                  </a:lnTo>
                  <a:lnTo>
                    <a:pt x="58386" y="2033"/>
                  </a:lnTo>
                  <a:lnTo>
                    <a:pt x="64595" y="1710"/>
                  </a:lnTo>
                  <a:lnTo>
                    <a:pt x="71407" y="1356"/>
                  </a:lnTo>
                  <a:lnTo>
                    <a:pt x="76702" y="1081"/>
                  </a:lnTo>
                  <a:lnTo>
                    <a:pt x="80830" y="866"/>
                  </a:lnTo>
                  <a:lnTo>
                    <a:pt x="84152" y="693"/>
                  </a:lnTo>
                  <a:lnTo>
                    <a:pt x="88576" y="463"/>
                  </a:lnTo>
                  <a:lnTo>
                    <a:pt x="93226" y="222"/>
                  </a:lnTo>
                  <a:lnTo>
                    <a:pt x="97494" y="0"/>
                  </a:lnTo>
                  <a:lnTo>
                    <a:pt x="103782" y="13963"/>
                  </a:lnTo>
                  <a:lnTo>
                    <a:pt x="108864" y="25250"/>
                  </a:lnTo>
                  <a:lnTo>
                    <a:pt x="87236" y="55791"/>
                  </a:lnTo>
                  <a:lnTo>
                    <a:pt x="75330" y="72604"/>
                  </a:lnTo>
                  <a:lnTo>
                    <a:pt x="39087" y="123782"/>
                  </a:lnTo>
                  <a:lnTo>
                    <a:pt x="35212" y="121282"/>
                  </a:lnTo>
                  <a:lnTo>
                    <a:pt x="31600" y="118951"/>
                  </a:lnTo>
                  <a:lnTo>
                    <a:pt x="26389" y="115588"/>
                  </a:lnTo>
                  <a:lnTo>
                    <a:pt x="21856" y="112663"/>
                  </a:lnTo>
                  <a:lnTo>
                    <a:pt x="18296" y="110366"/>
                  </a:lnTo>
                  <a:lnTo>
                    <a:pt x="15584" y="108615"/>
                  </a:lnTo>
                  <a:lnTo>
                    <a:pt x="11877" y="106224"/>
                  </a:lnTo>
                  <a:lnTo>
                    <a:pt x="6700" y="102883"/>
                  </a:lnTo>
                  <a:lnTo>
                    <a:pt x="0" y="98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g509"/>
            <p:cNvSpPr/>
            <p:nvPr/>
          </p:nvSpPr>
          <p:spPr>
            <a:xfrm>
              <a:off x="2841279" y="2862205"/>
              <a:ext cx="76671" cy="76837"/>
            </a:xfrm>
            <a:custGeom>
              <a:avLst/>
              <a:pathLst>
                <a:path w="76671" h="76837">
                  <a:moveTo>
                    <a:pt x="3675" y="43183"/>
                  </a:moveTo>
                  <a:lnTo>
                    <a:pt x="7677" y="37764"/>
                  </a:lnTo>
                  <a:lnTo>
                    <a:pt x="14098" y="29068"/>
                  </a:lnTo>
                  <a:lnTo>
                    <a:pt x="19722" y="21451"/>
                  </a:lnTo>
                  <a:lnTo>
                    <a:pt x="23720" y="16037"/>
                  </a:lnTo>
                  <a:lnTo>
                    <a:pt x="29523" y="8178"/>
                  </a:lnTo>
                  <a:lnTo>
                    <a:pt x="33405" y="2922"/>
                  </a:lnTo>
                  <a:lnTo>
                    <a:pt x="35563" y="0"/>
                  </a:lnTo>
                  <a:lnTo>
                    <a:pt x="53599" y="11716"/>
                  </a:lnTo>
                  <a:lnTo>
                    <a:pt x="76671" y="26703"/>
                  </a:lnTo>
                  <a:lnTo>
                    <a:pt x="72950" y="32104"/>
                  </a:lnTo>
                  <a:lnTo>
                    <a:pt x="68973" y="37876"/>
                  </a:lnTo>
                  <a:lnTo>
                    <a:pt x="65044" y="43580"/>
                  </a:lnTo>
                  <a:lnTo>
                    <a:pt x="61127" y="49265"/>
                  </a:lnTo>
                  <a:lnTo>
                    <a:pt x="56109" y="56549"/>
                  </a:lnTo>
                  <a:lnTo>
                    <a:pt x="51104" y="63814"/>
                  </a:lnTo>
                  <a:lnTo>
                    <a:pt x="46501" y="70494"/>
                  </a:lnTo>
                  <a:lnTo>
                    <a:pt x="42131" y="76837"/>
                  </a:lnTo>
                  <a:lnTo>
                    <a:pt x="26929" y="66490"/>
                  </a:lnTo>
                  <a:lnTo>
                    <a:pt x="0" y="481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g510"/>
            <p:cNvSpPr/>
            <p:nvPr/>
          </p:nvSpPr>
          <p:spPr>
            <a:xfrm>
              <a:off x="2879956" y="2808248"/>
              <a:ext cx="72010" cy="74280"/>
            </a:xfrm>
            <a:custGeom>
              <a:avLst/>
              <a:pathLst>
                <a:path w="72010" h="74280">
                  <a:moveTo>
                    <a:pt x="37489" y="71845"/>
                  </a:moveTo>
                  <a:lnTo>
                    <a:pt x="31504" y="68066"/>
                  </a:lnTo>
                  <a:lnTo>
                    <a:pt x="26645" y="64997"/>
                  </a:lnTo>
                  <a:lnTo>
                    <a:pt x="20509" y="61122"/>
                  </a:lnTo>
                  <a:lnTo>
                    <a:pt x="13180" y="56494"/>
                  </a:lnTo>
                  <a:lnTo>
                    <a:pt x="0" y="48171"/>
                  </a:lnTo>
                  <a:lnTo>
                    <a:pt x="6090" y="39825"/>
                  </a:lnTo>
                  <a:lnTo>
                    <a:pt x="12965" y="30404"/>
                  </a:lnTo>
                  <a:lnTo>
                    <a:pt x="21868" y="18204"/>
                  </a:lnTo>
                  <a:lnTo>
                    <a:pt x="28571" y="9018"/>
                  </a:lnTo>
                  <a:lnTo>
                    <a:pt x="35152" y="0"/>
                  </a:lnTo>
                  <a:lnTo>
                    <a:pt x="47780" y="6126"/>
                  </a:lnTo>
                  <a:lnTo>
                    <a:pt x="54481" y="9377"/>
                  </a:lnTo>
                  <a:lnTo>
                    <a:pt x="60119" y="15759"/>
                  </a:lnTo>
                  <a:lnTo>
                    <a:pt x="72010" y="29221"/>
                  </a:lnTo>
                  <a:lnTo>
                    <a:pt x="63324" y="41984"/>
                  </a:lnTo>
                  <a:lnTo>
                    <a:pt x="41346" y="742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g511"/>
            <p:cNvSpPr/>
            <p:nvPr/>
          </p:nvSpPr>
          <p:spPr>
            <a:xfrm>
              <a:off x="2888906" y="2891874"/>
              <a:ext cx="54006" cy="55214"/>
            </a:xfrm>
            <a:custGeom>
              <a:avLst/>
              <a:pathLst>
                <a:path w="54006" h="55214">
                  <a:moveTo>
                    <a:pt x="0" y="53090"/>
                  </a:moveTo>
                  <a:lnTo>
                    <a:pt x="26612" y="10789"/>
                  </a:lnTo>
                  <a:lnTo>
                    <a:pt x="33400" y="0"/>
                  </a:lnTo>
                  <a:lnTo>
                    <a:pt x="38852" y="4116"/>
                  </a:lnTo>
                  <a:lnTo>
                    <a:pt x="47629" y="10743"/>
                  </a:lnTo>
                  <a:lnTo>
                    <a:pt x="54006" y="15558"/>
                  </a:lnTo>
                  <a:lnTo>
                    <a:pt x="44672" y="28174"/>
                  </a:lnTo>
                  <a:lnTo>
                    <a:pt x="34215" y="42308"/>
                  </a:lnTo>
                  <a:lnTo>
                    <a:pt x="17572" y="55214"/>
                  </a:lnTo>
                  <a:lnTo>
                    <a:pt x="12015" y="55147"/>
                  </a:lnTo>
                  <a:lnTo>
                    <a:pt x="3993" y="55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g512"/>
            <p:cNvSpPr/>
            <p:nvPr/>
          </p:nvSpPr>
          <p:spPr>
            <a:xfrm>
              <a:off x="2927301" y="2843957"/>
              <a:ext cx="63209" cy="66533"/>
            </a:xfrm>
            <a:custGeom>
              <a:avLst/>
              <a:pathLst>
                <a:path w="63209" h="66533">
                  <a:moveTo>
                    <a:pt x="20079" y="12186"/>
                  </a:moveTo>
                  <a:lnTo>
                    <a:pt x="28841" y="0"/>
                  </a:lnTo>
                  <a:lnTo>
                    <a:pt x="39365" y="10285"/>
                  </a:lnTo>
                  <a:lnTo>
                    <a:pt x="44632" y="15434"/>
                  </a:lnTo>
                  <a:lnTo>
                    <a:pt x="50168" y="20844"/>
                  </a:lnTo>
                  <a:lnTo>
                    <a:pt x="56847" y="27373"/>
                  </a:lnTo>
                  <a:lnTo>
                    <a:pt x="63209" y="33592"/>
                  </a:lnTo>
                  <a:lnTo>
                    <a:pt x="47109" y="45609"/>
                  </a:lnTo>
                  <a:lnTo>
                    <a:pt x="42520" y="49034"/>
                  </a:lnTo>
                  <a:lnTo>
                    <a:pt x="29032" y="66533"/>
                  </a:lnTo>
                  <a:lnTo>
                    <a:pt x="24407" y="62737"/>
                  </a:lnTo>
                  <a:lnTo>
                    <a:pt x="16000" y="55837"/>
                  </a:lnTo>
                  <a:lnTo>
                    <a:pt x="8549" y="49721"/>
                  </a:lnTo>
                  <a:lnTo>
                    <a:pt x="0" y="42703"/>
                  </a:lnTo>
                  <a:lnTo>
                    <a:pt x="12918" y="221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g513"/>
            <p:cNvSpPr/>
            <p:nvPr/>
          </p:nvSpPr>
          <p:spPr>
            <a:xfrm>
              <a:off x="2955028" y="2792115"/>
              <a:ext cx="88704" cy="89921"/>
            </a:xfrm>
            <a:custGeom>
              <a:avLst/>
              <a:pathLst>
                <a:path w="88704" h="89921">
                  <a:moveTo>
                    <a:pt x="0" y="45211"/>
                  </a:moveTo>
                  <a:lnTo>
                    <a:pt x="7201" y="38410"/>
                  </a:lnTo>
                  <a:lnTo>
                    <a:pt x="14475" y="31541"/>
                  </a:lnTo>
                  <a:lnTo>
                    <a:pt x="20433" y="25914"/>
                  </a:lnTo>
                  <a:lnTo>
                    <a:pt x="22606" y="23861"/>
                  </a:lnTo>
                  <a:lnTo>
                    <a:pt x="27149" y="19991"/>
                  </a:lnTo>
                  <a:lnTo>
                    <a:pt x="35874" y="12559"/>
                  </a:lnTo>
                  <a:lnTo>
                    <a:pt x="50617" y="0"/>
                  </a:lnTo>
                  <a:lnTo>
                    <a:pt x="59098" y="13333"/>
                  </a:lnTo>
                  <a:lnTo>
                    <a:pt x="73643" y="36200"/>
                  </a:lnTo>
                  <a:lnTo>
                    <a:pt x="88704" y="71585"/>
                  </a:lnTo>
                  <a:lnTo>
                    <a:pt x="85078" y="73276"/>
                  </a:lnTo>
                  <a:lnTo>
                    <a:pt x="78013" y="76571"/>
                  </a:lnTo>
                  <a:lnTo>
                    <a:pt x="71480" y="79618"/>
                  </a:lnTo>
                  <a:lnTo>
                    <a:pt x="65432" y="82439"/>
                  </a:lnTo>
                  <a:lnTo>
                    <a:pt x="54070" y="87737"/>
                  </a:lnTo>
                  <a:lnTo>
                    <a:pt x="49389" y="89921"/>
                  </a:lnTo>
                  <a:lnTo>
                    <a:pt x="37312" y="79850"/>
                  </a:lnTo>
                  <a:lnTo>
                    <a:pt x="28289" y="72326"/>
                  </a:lnTo>
                  <a:lnTo>
                    <a:pt x="4177" y="49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g514"/>
            <p:cNvSpPr/>
            <p:nvPr/>
          </p:nvSpPr>
          <p:spPr>
            <a:xfrm>
              <a:off x="2941336" y="2773025"/>
              <a:ext cx="63080" cy="58273"/>
            </a:xfrm>
            <a:custGeom>
              <a:avLst/>
              <a:pathLst>
                <a:path w="63080" h="58273">
                  <a:moveTo>
                    <a:pt x="9855" y="33166"/>
                  </a:moveTo>
                  <a:lnTo>
                    <a:pt x="24011" y="17833"/>
                  </a:lnTo>
                  <a:lnTo>
                    <a:pt x="26575" y="16215"/>
                  </a:lnTo>
                  <a:lnTo>
                    <a:pt x="52269" y="0"/>
                  </a:lnTo>
                  <a:lnTo>
                    <a:pt x="55641" y="5092"/>
                  </a:lnTo>
                  <a:lnTo>
                    <a:pt x="63080" y="16326"/>
                  </a:lnTo>
                  <a:lnTo>
                    <a:pt x="60784" y="18126"/>
                  </a:lnTo>
                  <a:lnTo>
                    <a:pt x="52684" y="24754"/>
                  </a:lnTo>
                  <a:lnTo>
                    <a:pt x="33332" y="40591"/>
                  </a:lnTo>
                  <a:lnTo>
                    <a:pt x="11725" y="58273"/>
                  </a:lnTo>
                  <a:lnTo>
                    <a:pt x="6030" y="51263"/>
                  </a:lnTo>
                  <a:lnTo>
                    <a:pt x="0" y="438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g515"/>
            <p:cNvSpPr/>
            <p:nvPr/>
          </p:nvSpPr>
          <p:spPr>
            <a:xfrm>
              <a:off x="3220520" y="2770187"/>
              <a:ext cx="65196" cy="107844"/>
            </a:xfrm>
            <a:custGeom>
              <a:avLst/>
              <a:pathLst>
                <a:path w="65196" h="107844">
                  <a:moveTo>
                    <a:pt x="62870" y="20601"/>
                  </a:moveTo>
                  <a:lnTo>
                    <a:pt x="61150" y="28651"/>
                  </a:lnTo>
                  <a:lnTo>
                    <a:pt x="59436" y="36672"/>
                  </a:lnTo>
                  <a:lnTo>
                    <a:pt x="57517" y="45652"/>
                  </a:lnTo>
                  <a:lnTo>
                    <a:pt x="55249" y="56270"/>
                  </a:lnTo>
                  <a:lnTo>
                    <a:pt x="52920" y="67168"/>
                  </a:lnTo>
                  <a:lnTo>
                    <a:pt x="49911" y="81251"/>
                  </a:lnTo>
                  <a:lnTo>
                    <a:pt x="44229" y="107844"/>
                  </a:lnTo>
                  <a:lnTo>
                    <a:pt x="35160" y="105235"/>
                  </a:lnTo>
                  <a:lnTo>
                    <a:pt x="23993" y="102022"/>
                  </a:lnTo>
                  <a:lnTo>
                    <a:pt x="13292" y="98943"/>
                  </a:lnTo>
                  <a:lnTo>
                    <a:pt x="0" y="95118"/>
                  </a:lnTo>
                  <a:lnTo>
                    <a:pt x="2394" y="83035"/>
                  </a:lnTo>
                  <a:lnTo>
                    <a:pt x="5442" y="67655"/>
                  </a:lnTo>
                  <a:lnTo>
                    <a:pt x="7931" y="55100"/>
                  </a:lnTo>
                  <a:lnTo>
                    <a:pt x="10521" y="42028"/>
                  </a:lnTo>
                  <a:lnTo>
                    <a:pt x="14259" y="23170"/>
                  </a:lnTo>
                  <a:lnTo>
                    <a:pt x="17167" y="8494"/>
                  </a:lnTo>
                  <a:lnTo>
                    <a:pt x="18851" y="0"/>
                  </a:lnTo>
                  <a:lnTo>
                    <a:pt x="36967" y="2165"/>
                  </a:lnTo>
                  <a:lnTo>
                    <a:pt x="43452" y="2941"/>
                  </a:lnTo>
                  <a:lnTo>
                    <a:pt x="65196" y="9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g516"/>
            <p:cNvSpPr/>
            <p:nvPr/>
          </p:nvSpPr>
          <p:spPr>
            <a:xfrm>
              <a:off x="3163921" y="2759310"/>
              <a:ext cx="66571" cy="109951"/>
            </a:xfrm>
            <a:custGeom>
              <a:avLst/>
              <a:pathLst>
                <a:path w="66571" h="109951">
                  <a:moveTo>
                    <a:pt x="65031" y="17283"/>
                  </a:moveTo>
                  <a:lnTo>
                    <a:pt x="63317" y="25906"/>
                  </a:lnTo>
                  <a:lnTo>
                    <a:pt x="61525" y="34917"/>
                  </a:lnTo>
                  <a:lnTo>
                    <a:pt x="60169" y="41741"/>
                  </a:lnTo>
                  <a:lnTo>
                    <a:pt x="57686" y="54229"/>
                  </a:lnTo>
                  <a:lnTo>
                    <a:pt x="55562" y="64913"/>
                  </a:lnTo>
                  <a:lnTo>
                    <a:pt x="52965" y="77974"/>
                  </a:lnTo>
                  <a:lnTo>
                    <a:pt x="46634" y="109823"/>
                  </a:lnTo>
                  <a:lnTo>
                    <a:pt x="40796" y="109870"/>
                  </a:lnTo>
                  <a:lnTo>
                    <a:pt x="30835" y="109951"/>
                  </a:lnTo>
                  <a:lnTo>
                    <a:pt x="25601" y="107940"/>
                  </a:lnTo>
                  <a:lnTo>
                    <a:pt x="16068" y="104278"/>
                  </a:lnTo>
                  <a:lnTo>
                    <a:pt x="0" y="97585"/>
                  </a:lnTo>
                  <a:lnTo>
                    <a:pt x="2093" y="87765"/>
                  </a:lnTo>
                  <a:lnTo>
                    <a:pt x="4361" y="77128"/>
                  </a:lnTo>
                  <a:lnTo>
                    <a:pt x="7631" y="61795"/>
                  </a:lnTo>
                  <a:lnTo>
                    <a:pt x="10432" y="48658"/>
                  </a:lnTo>
                  <a:lnTo>
                    <a:pt x="13086" y="36213"/>
                  </a:lnTo>
                  <a:lnTo>
                    <a:pt x="16575" y="19850"/>
                  </a:lnTo>
                  <a:lnTo>
                    <a:pt x="19216" y="7463"/>
                  </a:lnTo>
                  <a:lnTo>
                    <a:pt x="20808" y="0"/>
                  </a:lnTo>
                  <a:lnTo>
                    <a:pt x="44930" y="5028"/>
                  </a:lnTo>
                  <a:lnTo>
                    <a:pt x="66571" y="9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g517"/>
            <p:cNvSpPr/>
            <p:nvPr/>
          </p:nvSpPr>
          <p:spPr>
            <a:xfrm>
              <a:off x="3111069" y="2749809"/>
              <a:ext cx="66307" cy="92270"/>
            </a:xfrm>
            <a:custGeom>
              <a:avLst/>
              <a:pathLst>
                <a:path w="66307" h="92270">
                  <a:moveTo>
                    <a:pt x="65132" y="13456"/>
                  </a:moveTo>
                  <a:lnTo>
                    <a:pt x="62828" y="26791"/>
                  </a:lnTo>
                  <a:lnTo>
                    <a:pt x="60151" y="42285"/>
                  </a:lnTo>
                  <a:lnTo>
                    <a:pt x="57863" y="55525"/>
                  </a:lnTo>
                  <a:lnTo>
                    <a:pt x="55229" y="70770"/>
                  </a:lnTo>
                  <a:lnTo>
                    <a:pt x="51514" y="92270"/>
                  </a:lnTo>
                  <a:lnTo>
                    <a:pt x="43559" y="90310"/>
                  </a:lnTo>
                  <a:lnTo>
                    <a:pt x="32061" y="87478"/>
                  </a:lnTo>
                  <a:lnTo>
                    <a:pt x="21791" y="84949"/>
                  </a:lnTo>
                  <a:lnTo>
                    <a:pt x="0" y="79582"/>
                  </a:lnTo>
                  <a:lnTo>
                    <a:pt x="1896" y="66088"/>
                  </a:lnTo>
                  <a:lnTo>
                    <a:pt x="3528" y="54474"/>
                  </a:lnTo>
                  <a:lnTo>
                    <a:pt x="6046" y="36554"/>
                  </a:lnTo>
                  <a:lnTo>
                    <a:pt x="10464" y="17342"/>
                  </a:lnTo>
                  <a:lnTo>
                    <a:pt x="12409" y="8886"/>
                  </a:lnTo>
                  <a:lnTo>
                    <a:pt x="14453" y="0"/>
                  </a:lnTo>
                  <a:lnTo>
                    <a:pt x="40016" y="3283"/>
                  </a:lnTo>
                  <a:lnTo>
                    <a:pt x="66307" y="66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g518"/>
            <p:cNvSpPr/>
            <p:nvPr/>
          </p:nvSpPr>
          <p:spPr>
            <a:xfrm>
              <a:off x="3125642" y="2660851"/>
              <a:ext cx="66119" cy="88861"/>
            </a:xfrm>
            <a:custGeom>
              <a:avLst/>
              <a:pathLst>
                <a:path w="66119" h="88861">
                  <a:moveTo>
                    <a:pt x="728" y="77195"/>
                  </a:moveTo>
                  <a:lnTo>
                    <a:pt x="2621" y="67898"/>
                  </a:lnTo>
                  <a:lnTo>
                    <a:pt x="4928" y="56573"/>
                  </a:lnTo>
                  <a:lnTo>
                    <a:pt x="7954" y="41714"/>
                  </a:lnTo>
                  <a:lnTo>
                    <a:pt x="10192" y="30720"/>
                  </a:lnTo>
                  <a:lnTo>
                    <a:pt x="12666" y="18576"/>
                  </a:lnTo>
                  <a:lnTo>
                    <a:pt x="14749" y="8345"/>
                  </a:lnTo>
                  <a:lnTo>
                    <a:pt x="16449" y="0"/>
                  </a:lnTo>
                  <a:lnTo>
                    <a:pt x="32937" y="3198"/>
                  </a:lnTo>
                  <a:lnTo>
                    <a:pt x="47435" y="6010"/>
                  </a:lnTo>
                  <a:lnTo>
                    <a:pt x="66119" y="9634"/>
                  </a:lnTo>
                  <a:lnTo>
                    <a:pt x="62181" y="27766"/>
                  </a:lnTo>
                  <a:lnTo>
                    <a:pt x="61407" y="31333"/>
                  </a:lnTo>
                  <a:lnTo>
                    <a:pt x="59767" y="39483"/>
                  </a:lnTo>
                  <a:lnTo>
                    <a:pt x="56986" y="53299"/>
                  </a:lnTo>
                  <a:lnTo>
                    <a:pt x="53995" y="68164"/>
                  </a:lnTo>
                  <a:lnTo>
                    <a:pt x="49830" y="88861"/>
                  </a:lnTo>
                  <a:lnTo>
                    <a:pt x="23319" y="84553"/>
                  </a:lnTo>
                  <a:lnTo>
                    <a:pt x="0" y="807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g519"/>
            <p:cNvSpPr/>
            <p:nvPr/>
          </p:nvSpPr>
          <p:spPr>
            <a:xfrm>
              <a:off x="3020579" y="2776761"/>
              <a:ext cx="86317" cy="88363"/>
            </a:xfrm>
            <a:custGeom>
              <a:avLst/>
              <a:pathLst>
                <a:path w="86317" h="88363">
                  <a:moveTo>
                    <a:pt x="56668" y="0"/>
                  </a:moveTo>
                  <a:lnTo>
                    <a:pt x="58727" y="3864"/>
                  </a:lnTo>
                  <a:lnTo>
                    <a:pt x="61965" y="9943"/>
                  </a:lnTo>
                  <a:lnTo>
                    <a:pt x="67417" y="20178"/>
                  </a:lnTo>
                  <a:lnTo>
                    <a:pt x="71844" y="28487"/>
                  </a:lnTo>
                  <a:lnTo>
                    <a:pt x="78197" y="40413"/>
                  </a:lnTo>
                  <a:lnTo>
                    <a:pt x="86317" y="55655"/>
                  </a:lnTo>
                  <a:lnTo>
                    <a:pt x="80898" y="59962"/>
                  </a:lnTo>
                  <a:lnTo>
                    <a:pt x="75704" y="64091"/>
                  </a:lnTo>
                  <a:lnTo>
                    <a:pt x="69131" y="69315"/>
                  </a:lnTo>
                  <a:lnTo>
                    <a:pt x="59621" y="75301"/>
                  </a:lnTo>
                  <a:lnTo>
                    <a:pt x="49758" y="80682"/>
                  </a:lnTo>
                  <a:lnTo>
                    <a:pt x="38894" y="85444"/>
                  </a:lnTo>
                  <a:lnTo>
                    <a:pt x="28254" y="88363"/>
                  </a:lnTo>
                  <a:lnTo>
                    <a:pt x="23374" y="77451"/>
                  </a:lnTo>
                  <a:lnTo>
                    <a:pt x="18514" y="66585"/>
                  </a:lnTo>
                  <a:lnTo>
                    <a:pt x="13318" y="54966"/>
                  </a:lnTo>
                  <a:lnTo>
                    <a:pt x="8450" y="44082"/>
                  </a:lnTo>
                  <a:lnTo>
                    <a:pt x="0" y="31766"/>
                  </a:lnTo>
                  <a:lnTo>
                    <a:pt x="30844" y="13467"/>
                  </a:lnTo>
                  <a:lnTo>
                    <a:pt x="38878" y="87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g520"/>
            <p:cNvSpPr/>
            <p:nvPr/>
          </p:nvSpPr>
          <p:spPr>
            <a:xfrm>
              <a:off x="2993851" y="2724799"/>
              <a:ext cx="72732" cy="70193"/>
            </a:xfrm>
            <a:custGeom>
              <a:avLst/>
              <a:pathLst>
                <a:path w="72732" h="70193">
                  <a:moveTo>
                    <a:pt x="25656" y="13711"/>
                  </a:moveTo>
                  <a:lnTo>
                    <a:pt x="49634" y="0"/>
                  </a:lnTo>
                  <a:lnTo>
                    <a:pt x="53245" y="7185"/>
                  </a:lnTo>
                  <a:lnTo>
                    <a:pt x="58798" y="18236"/>
                  </a:lnTo>
                  <a:lnTo>
                    <a:pt x="65424" y="31422"/>
                  </a:lnTo>
                  <a:lnTo>
                    <a:pt x="72732" y="45965"/>
                  </a:lnTo>
                  <a:lnTo>
                    <a:pt x="55501" y="56080"/>
                  </a:lnTo>
                  <a:lnTo>
                    <a:pt x="31461" y="70193"/>
                  </a:lnTo>
                  <a:lnTo>
                    <a:pt x="24581" y="66927"/>
                  </a:lnTo>
                  <a:lnTo>
                    <a:pt x="13760" y="61789"/>
                  </a:lnTo>
                  <a:lnTo>
                    <a:pt x="12395" y="58476"/>
                  </a:lnTo>
                  <a:lnTo>
                    <a:pt x="6259" y="43579"/>
                  </a:lnTo>
                  <a:lnTo>
                    <a:pt x="2405" y="34221"/>
                  </a:lnTo>
                  <a:lnTo>
                    <a:pt x="0" y="283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g521"/>
            <p:cNvSpPr/>
            <p:nvPr/>
          </p:nvSpPr>
          <p:spPr>
            <a:xfrm>
              <a:off x="3050121" y="2700686"/>
              <a:ext cx="67818" cy="66729"/>
            </a:xfrm>
            <a:custGeom>
              <a:avLst/>
              <a:pathLst>
                <a:path w="67818" h="66729">
                  <a:moveTo>
                    <a:pt x="26410" y="8450"/>
                  </a:moveTo>
                  <a:lnTo>
                    <a:pt x="42754" y="0"/>
                  </a:lnTo>
                  <a:lnTo>
                    <a:pt x="47241" y="7688"/>
                  </a:lnTo>
                  <a:lnTo>
                    <a:pt x="51233" y="14530"/>
                  </a:lnTo>
                  <a:lnTo>
                    <a:pt x="55752" y="22274"/>
                  </a:lnTo>
                  <a:lnTo>
                    <a:pt x="60645" y="30660"/>
                  </a:lnTo>
                  <a:lnTo>
                    <a:pt x="67818" y="42951"/>
                  </a:lnTo>
                  <a:lnTo>
                    <a:pt x="46456" y="55317"/>
                  </a:lnTo>
                  <a:lnTo>
                    <a:pt x="26742" y="66729"/>
                  </a:lnTo>
                  <a:lnTo>
                    <a:pt x="25155" y="64082"/>
                  </a:lnTo>
                  <a:lnTo>
                    <a:pt x="19758" y="55078"/>
                  </a:lnTo>
                  <a:lnTo>
                    <a:pt x="12509" y="42980"/>
                  </a:lnTo>
                  <a:lnTo>
                    <a:pt x="4282" y="29251"/>
                  </a:lnTo>
                  <a:lnTo>
                    <a:pt x="0" y="22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g522"/>
            <p:cNvSpPr/>
            <p:nvPr/>
          </p:nvSpPr>
          <p:spPr>
            <a:xfrm>
              <a:off x="3290863" y="2726628"/>
              <a:ext cx="93817" cy="90600"/>
            </a:xfrm>
            <a:custGeom>
              <a:avLst/>
              <a:pathLst>
                <a:path w="93817" h="90600">
                  <a:moveTo>
                    <a:pt x="31193" y="29614"/>
                  </a:moveTo>
                  <a:lnTo>
                    <a:pt x="64921" y="0"/>
                  </a:lnTo>
                  <a:lnTo>
                    <a:pt x="68388" y="3686"/>
                  </a:lnTo>
                  <a:lnTo>
                    <a:pt x="73337" y="8947"/>
                  </a:lnTo>
                  <a:lnTo>
                    <a:pt x="78512" y="14448"/>
                  </a:lnTo>
                  <a:lnTo>
                    <a:pt x="83923" y="20201"/>
                  </a:lnTo>
                  <a:lnTo>
                    <a:pt x="89346" y="25967"/>
                  </a:lnTo>
                  <a:lnTo>
                    <a:pt x="91839" y="33995"/>
                  </a:lnTo>
                  <a:lnTo>
                    <a:pt x="93817" y="40365"/>
                  </a:lnTo>
                  <a:lnTo>
                    <a:pt x="56246" y="70845"/>
                  </a:lnTo>
                  <a:lnTo>
                    <a:pt x="31896" y="90600"/>
                  </a:lnTo>
                  <a:lnTo>
                    <a:pt x="28681" y="87212"/>
                  </a:lnTo>
                  <a:lnTo>
                    <a:pt x="23108" y="81343"/>
                  </a:lnTo>
                  <a:lnTo>
                    <a:pt x="18625" y="76622"/>
                  </a:lnTo>
                  <a:lnTo>
                    <a:pt x="12720" y="70402"/>
                  </a:lnTo>
                  <a:lnTo>
                    <a:pt x="5692" y="62999"/>
                  </a:lnTo>
                  <a:lnTo>
                    <a:pt x="0" y="570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g523"/>
            <p:cNvSpPr/>
            <p:nvPr/>
          </p:nvSpPr>
          <p:spPr>
            <a:xfrm>
              <a:off x="3325870" y="2776338"/>
              <a:ext cx="77786" cy="85227"/>
            </a:xfrm>
            <a:custGeom>
              <a:avLst/>
              <a:pathLst>
                <a:path w="77786" h="85227">
                  <a:moveTo>
                    <a:pt x="21382" y="27752"/>
                  </a:moveTo>
                  <a:lnTo>
                    <a:pt x="55928" y="0"/>
                  </a:lnTo>
                  <a:lnTo>
                    <a:pt x="60180" y="8639"/>
                  </a:lnTo>
                  <a:lnTo>
                    <a:pt x="63933" y="16265"/>
                  </a:lnTo>
                  <a:lnTo>
                    <a:pt x="67095" y="22691"/>
                  </a:lnTo>
                  <a:lnTo>
                    <a:pt x="70522" y="29653"/>
                  </a:lnTo>
                  <a:lnTo>
                    <a:pt x="73811" y="36336"/>
                  </a:lnTo>
                  <a:lnTo>
                    <a:pt x="77786" y="44413"/>
                  </a:lnTo>
                  <a:lnTo>
                    <a:pt x="44304" y="69126"/>
                  </a:lnTo>
                  <a:lnTo>
                    <a:pt x="22490" y="85227"/>
                  </a:lnTo>
                  <a:lnTo>
                    <a:pt x="16345" y="74218"/>
                  </a:lnTo>
                  <a:lnTo>
                    <a:pt x="13607" y="69312"/>
                  </a:lnTo>
                  <a:lnTo>
                    <a:pt x="9741" y="62384"/>
                  </a:lnTo>
                  <a:lnTo>
                    <a:pt x="6041" y="55755"/>
                  </a:lnTo>
                  <a:lnTo>
                    <a:pt x="3171" y="50613"/>
                  </a:lnTo>
                  <a:lnTo>
                    <a:pt x="0" y="449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g524"/>
            <p:cNvSpPr/>
            <p:nvPr/>
          </p:nvSpPr>
          <p:spPr>
            <a:xfrm>
              <a:off x="3182611" y="2879343"/>
              <a:ext cx="69113" cy="107728"/>
            </a:xfrm>
            <a:custGeom>
              <a:avLst/>
              <a:pathLst>
                <a:path w="69113" h="107728">
                  <a:moveTo>
                    <a:pt x="40446" y="1254"/>
                  </a:moveTo>
                  <a:lnTo>
                    <a:pt x="45558" y="490"/>
                  </a:lnTo>
                  <a:lnTo>
                    <a:pt x="48842" y="0"/>
                  </a:lnTo>
                  <a:lnTo>
                    <a:pt x="50397" y="6227"/>
                  </a:lnTo>
                  <a:lnTo>
                    <a:pt x="54191" y="21426"/>
                  </a:lnTo>
                  <a:lnTo>
                    <a:pt x="57435" y="34417"/>
                  </a:lnTo>
                  <a:lnTo>
                    <a:pt x="60458" y="46526"/>
                  </a:lnTo>
                  <a:lnTo>
                    <a:pt x="61332" y="50025"/>
                  </a:lnTo>
                  <a:lnTo>
                    <a:pt x="63482" y="62577"/>
                  </a:lnTo>
                  <a:lnTo>
                    <a:pt x="65378" y="73642"/>
                  </a:lnTo>
                  <a:lnTo>
                    <a:pt x="69113" y="95447"/>
                  </a:lnTo>
                  <a:lnTo>
                    <a:pt x="58127" y="99743"/>
                  </a:lnTo>
                  <a:lnTo>
                    <a:pt x="46047" y="104467"/>
                  </a:lnTo>
                  <a:lnTo>
                    <a:pt x="37709" y="107728"/>
                  </a:lnTo>
                  <a:lnTo>
                    <a:pt x="31867" y="106286"/>
                  </a:lnTo>
                  <a:lnTo>
                    <a:pt x="20848" y="103568"/>
                  </a:lnTo>
                  <a:lnTo>
                    <a:pt x="18049" y="90267"/>
                  </a:lnTo>
                  <a:lnTo>
                    <a:pt x="14836" y="74992"/>
                  </a:lnTo>
                  <a:lnTo>
                    <a:pt x="11069" y="57087"/>
                  </a:lnTo>
                  <a:lnTo>
                    <a:pt x="7028" y="37877"/>
                  </a:lnTo>
                  <a:lnTo>
                    <a:pt x="4026" y="23607"/>
                  </a:lnTo>
                  <a:lnTo>
                    <a:pt x="0" y="4466"/>
                  </a:lnTo>
                  <a:lnTo>
                    <a:pt x="22065" y="41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g525"/>
            <p:cNvSpPr/>
            <p:nvPr/>
          </p:nvSpPr>
          <p:spPr>
            <a:xfrm>
              <a:off x="3128459" y="2849424"/>
              <a:ext cx="69481" cy="137972"/>
            </a:xfrm>
            <a:custGeom>
              <a:avLst/>
              <a:pathLst>
                <a:path w="69481" h="137972">
                  <a:moveTo>
                    <a:pt x="9" y="95109"/>
                  </a:moveTo>
                  <a:lnTo>
                    <a:pt x="29" y="86063"/>
                  </a:lnTo>
                  <a:lnTo>
                    <a:pt x="47" y="78032"/>
                  </a:lnTo>
                  <a:lnTo>
                    <a:pt x="75" y="65639"/>
                  </a:lnTo>
                  <a:lnTo>
                    <a:pt x="106" y="51568"/>
                  </a:lnTo>
                  <a:lnTo>
                    <a:pt x="143" y="35157"/>
                  </a:lnTo>
                  <a:lnTo>
                    <a:pt x="177" y="20088"/>
                  </a:lnTo>
                  <a:lnTo>
                    <a:pt x="221" y="0"/>
                  </a:lnTo>
                  <a:lnTo>
                    <a:pt x="30684" y="21691"/>
                  </a:lnTo>
                  <a:lnTo>
                    <a:pt x="46678" y="33080"/>
                  </a:lnTo>
                  <a:lnTo>
                    <a:pt x="47637" y="37492"/>
                  </a:lnTo>
                  <a:lnTo>
                    <a:pt x="50405" y="50222"/>
                  </a:lnTo>
                  <a:lnTo>
                    <a:pt x="55246" y="72491"/>
                  </a:lnTo>
                  <a:lnTo>
                    <a:pt x="69481" y="137972"/>
                  </a:lnTo>
                  <a:lnTo>
                    <a:pt x="60579" y="133048"/>
                  </a:lnTo>
                  <a:lnTo>
                    <a:pt x="46486" y="125252"/>
                  </a:lnTo>
                  <a:lnTo>
                    <a:pt x="32066" y="117274"/>
                  </a:lnTo>
                  <a:lnTo>
                    <a:pt x="17160" y="109028"/>
                  </a:lnTo>
                  <a:lnTo>
                    <a:pt x="0" y="995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g526"/>
            <p:cNvSpPr/>
            <p:nvPr/>
          </p:nvSpPr>
          <p:spPr>
            <a:xfrm>
              <a:off x="3050379" y="2849969"/>
              <a:ext cx="74849" cy="107820"/>
            </a:xfrm>
            <a:custGeom>
              <a:avLst/>
              <a:pathLst>
                <a:path w="74849" h="107820">
                  <a:moveTo>
                    <a:pt x="13004" y="27009"/>
                  </a:moveTo>
                  <a:lnTo>
                    <a:pt x="34022" y="18990"/>
                  </a:lnTo>
                  <a:lnTo>
                    <a:pt x="39947" y="16402"/>
                  </a:lnTo>
                  <a:lnTo>
                    <a:pt x="54651" y="9980"/>
                  </a:lnTo>
                  <a:lnTo>
                    <a:pt x="74849" y="0"/>
                  </a:lnTo>
                  <a:lnTo>
                    <a:pt x="74658" y="4986"/>
                  </a:lnTo>
                  <a:lnTo>
                    <a:pt x="74435" y="10793"/>
                  </a:lnTo>
                  <a:lnTo>
                    <a:pt x="74195" y="17044"/>
                  </a:lnTo>
                  <a:lnTo>
                    <a:pt x="73887" y="25079"/>
                  </a:lnTo>
                  <a:lnTo>
                    <a:pt x="73578" y="33124"/>
                  </a:lnTo>
                  <a:lnTo>
                    <a:pt x="73360" y="38823"/>
                  </a:lnTo>
                  <a:lnTo>
                    <a:pt x="73156" y="44129"/>
                  </a:lnTo>
                  <a:lnTo>
                    <a:pt x="72884" y="51220"/>
                  </a:lnTo>
                  <a:lnTo>
                    <a:pt x="72643" y="57510"/>
                  </a:lnTo>
                  <a:lnTo>
                    <a:pt x="72411" y="63558"/>
                  </a:lnTo>
                  <a:lnTo>
                    <a:pt x="72164" y="70000"/>
                  </a:lnTo>
                  <a:lnTo>
                    <a:pt x="71892" y="77091"/>
                  </a:lnTo>
                  <a:lnTo>
                    <a:pt x="71615" y="84324"/>
                  </a:lnTo>
                  <a:lnTo>
                    <a:pt x="71325" y="91888"/>
                  </a:lnTo>
                  <a:lnTo>
                    <a:pt x="70714" y="107820"/>
                  </a:lnTo>
                  <a:lnTo>
                    <a:pt x="44252" y="96732"/>
                  </a:lnTo>
                  <a:lnTo>
                    <a:pt x="18584" y="85977"/>
                  </a:lnTo>
                  <a:lnTo>
                    <a:pt x="17427" y="82579"/>
                  </a:lnTo>
                  <a:lnTo>
                    <a:pt x="14812" y="74903"/>
                  </a:lnTo>
                  <a:lnTo>
                    <a:pt x="11090" y="63974"/>
                  </a:lnTo>
                  <a:lnTo>
                    <a:pt x="8708" y="56979"/>
                  </a:lnTo>
                  <a:lnTo>
                    <a:pt x="5825" y="48515"/>
                  </a:lnTo>
                  <a:lnTo>
                    <a:pt x="2351" y="38316"/>
                  </a:lnTo>
                  <a:lnTo>
                    <a:pt x="0" y="314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g527"/>
            <p:cNvSpPr/>
            <p:nvPr/>
          </p:nvSpPr>
          <p:spPr>
            <a:xfrm>
              <a:off x="3242447" y="2890697"/>
              <a:ext cx="95810" cy="100252"/>
            </a:xfrm>
            <a:custGeom>
              <a:avLst/>
              <a:pathLst>
                <a:path w="95810" h="100252">
                  <a:moveTo>
                    <a:pt x="23132" y="24009"/>
                  </a:moveTo>
                  <a:lnTo>
                    <a:pt x="35282" y="41602"/>
                  </a:lnTo>
                  <a:lnTo>
                    <a:pt x="45724" y="52905"/>
                  </a:lnTo>
                  <a:lnTo>
                    <a:pt x="52227" y="59878"/>
                  </a:lnTo>
                  <a:lnTo>
                    <a:pt x="78704" y="88274"/>
                  </a:lnTo>
                  <a:lnTo>
                    <a:pt x="95810" y="100252"/>
                  </a:lnTo>
                  <a:lnTo>
                    <a:pt x="77541" y="95828"/>
                  </a:lnTo>
                  <a:lnTo>
                    <a:pt x="66128" y="93064"/>
                  </a:lnTo>
                  <a:lnTo>
                    <a:pt x="53989" y="90124"/>
                  </a:lnTo>
                  <a:lnTo>
                    <a:pt x="39931" y="86719"/>
                  </a:lnTo>
                  <a:lnTo>
                    <a:pt x="27245" y="83647"/>
                  </a:lnTo>
                  <a:lnTo>
                    <a:pt x="18107" y="81434"/>
                  </a:lnTo>
                  <a:lnTo>
                    <a:pt x="16392" y="73721"/>
                  </a:lnTo>
                  <a:lnTo>
                    <a:pt x="12288" y="55265"/>
                  </a:lnTo>
                  <a:lnTo>
                    <a:pt x="7634" y="34334"/>
                  </a:lnTo>
                  <a:lnTo>
                    <a:pt x="5027" y="226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g528"/>
            <p:cNvSpPr/>
            <p:nvPr/>
          </p:nvSpPr>
          <p:spPr>
            <a:xfrm>
              <a:off x="2750273" y="2650437"/>
              <a:ext cx="64777" cy="70124"/>
            </a:xfrm>
            <a:custGeom>
              <a:avLst/>
              <a:pathLst>
                <a:path w="64777" h="70124">
                  <a:moveTo>
                    <a:pt x="53770" y="9929"/>
                  </a:moveTo>
                  <a:lnTo>
                    <a:pt x="55700" y="19033"/>
                  </a:lnTo>
                  <a:lnTo>
                    <a:pt x="58065" y="30193"/>
                  </a:lnTo>
                  <a:lnTo>
                    <a:pt x="60632" y="42301"/>
                  </a:lnTo>
                  <a:lnTo>
                    <a:pt x="64777" y="61855"/>
                  </a:lnTo>
                  <a:lnTo>
                    <a:pt x="41900" y="64141"/>
                  </a:lnTo>
                  <a:lnTo>
                    <a:pt x="37681" y="64563"/>
                  </a:lnTo>
                  <a:lnTo>
                    <a:pt x="12084" y="70124"/>
                  </a:lnTo>
                  <a:lnTo>
                    <a:pt x="9498" y="56732"/>
                  </a:lnTo>
                  <a:lnTo>
                    <a:pt x="7007" y="43830"/>
                  </a:lnTo>
                  <a:lnTo>
                    <a:pt x="4823" y="32518"/>
                  </a:lnTo>
                  <a:lnTo>
                    <a:pt x="1855" y="17150"/>
                  </a:lnTo>
                  <a:lnTo>
                    <a:pt x="0" y="7538"/>
                  </a:lnTo>
                  <a:lnTo>
                    <a:pt x="13966" y="5500"/>
                  </a:lnTo>
                  <a:lnTo>
                    <a:pt x="26317" y="3698"/>
                  </a:lnTo>
                  <a:lnTo>
                    <a:pt x="38494" y="1921"/>
                  </a:lnTo>
                  <a:lnTo>
                    <a:pt x="5166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g529"/>
            <p:cNvSpPr/>
            <p:nvPr/>
          </p:nvSpPr>
          <p:spPr>
            <a:xfrm>
              <a:off x="2805136" y="2650856"/>
              <a:ext cx="64759" cy="69871"/>
            </a:xfrm>
            <a:custGeom>
              <a:avLst/>
              <a:pathLst>
                <a:path w="64759" h="69871">
                  <a:moveTo>
                    <a:pt x="22120" y="1434"/>
                  </a:moveTo>
                  <a:lnTo>
                    <a:pt x="38534" y="814"/>
                  </a:lnTo>
                  <a:lnTo>
                    <a:pt x="45148" y="564"/>
                  </a:lnTo>
                  <a:lnTo>
                    <a:pt x="60074" y="0"/>
                  </a:lnTo>
                  <a:lnTo>
                    <a:pt x="60824" y="10585"/>
                  </a:lnTo>
                  <a:lnTo>
                    <a:pt x="61432" y="19168"/>
                  </a:lnTo>
                  <a:lnTo>
                    <a:pt x="62045" y="27808"/>
                  </a:lnTo>
                  <a:lnTo>
                    <a:pt x="62651" y="36357"/>
                  </a:lnTo>
                  <a:lnTo>
                    <a:pt x="63257" y="44907"/>
                  </a:lnTo>
                  <a:lnTo>
                    <a:pt x="63720" y="51440"/>
                  </a:lnTo>
                  <a:lnTo>
                    <a:pt x="64264" y="59117"/>
                  </a:lnTo>
                  <a:lnTo>
                    <a:pt x="64759" y="66104"/>
                  </a:lnTo>
                  <a:lnTo>
                    <a:pt x="46455" y="68875"/>
                  </a:lnTo>
                  <a:lnTo>
                    <a:pt x="42645" y="69452"/>
                  </a:lnTo>
                  <a:lnTo>
                    <a:pt x="16435" y="69871"/>
                  </a:lnTo>
                  <a:lnTo>
                    <a:pt x="15063" y="64228"/>
                  </a:lnTo>
                  <a:lnTo>
                    <a:pt x="13108" y="56187"/>
                  </a:lnTo>
                  <a:lnTo>
                    <a:pt x="10822" y="46786"/>
                  </a:lnTo>
                  <a:lnTo>
                    <a:pt x="7847" y="34548"/>
                  </a:lnTo>
                  <a:lnTo>
                    <a:pt x="4382" y="20298"/>
                  </a:lnTo>
                  <a:lnTo>
                    <a:pt x="1969" y="10369"/>
                  </a:lnTo>
                  <a:lnTo>
                    <a:pt x="0" y="22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g530"/>
            <p:cNvSpPr/>
            <p:nvPr/>
          </p:nvSpPr>
          <p:spPr>
            <a:xfrm>
              <a:off x="2869579" y="2646352"/>
              <a:ext cx="60299" cy="74414"/>
            </a:xfrm>
            <a:custGeom>
              <a:avLst/>
              <a:pathLst>
                <a:path w="60299" h="74414">
                  <a:moveTo>
                    <a:pt x="7467" y="74414"/>
                  </a:moveTo>
                  <a:lnTo>
                    <a:pt x="6814" y="64472"/>
                  </a:lnTo>
                  <a:lnTo>
                    <a:pt x="6353" y="57459"/>
                  </a:lnTo>
                  <a:lnTo>
                    <a:pt x="5976" y="54050"/>
                  </a:lnTo>
                  <a:lnTo>
                    <a:pt x="5144" y="46526"/>
                  </a:lnTo>
                  <a:lnTo>
                    <a:pt x="4156" y="37593"/>
                  </a:lnTo>
                  <a:lnTo>
                    <a:pt x="2953" y="26709"/>
                  </a:lnTo>
                  <a:lnTo>
                    <a:pt x="2237" y="20233"/>
                  </a:lnTo>
                  <a:lnTo>
                    <a:pt x="972" y="8792"/>
                  </a:lnTo>
                  <a:lnTo>
                    <a:pt x="0" y="0"/>
                  </a:lnTo>
                  <a:lnTo>
                    <a:pt x="9635" y="959"/>
                  </a:lnTo>
                  <a:lnTo>
                    <a:pt x="18908" y="1882"/>
                  </a:lnTo>
                  <a:lnTo>
                    <a:pt x="27860" y="2773"/>
                  </a:lnTo>
                  <a:lnTo>
                    <a:pt x="38297" y="3812"/>
                  </a:lnTo>
                  <a:lnTo>
                    <a:pt x="43019" y="4282"/>
                  </a:lnTo>
                  <a:lnTo>
                    <a:pt x="49850" y="4957"/>
                  </a:lnTo>
                  <a:lnTo>
                    <a:pt x="51302" y="14653"/>
                  </a:lnTo>
                  <a:lnTo>
                    <a:pt x="53303" y="28019"/>
                  </a:lnTo>
                  <a:lnTo>
                    <a:pt x="55443" y="42308"/>
                  </a:lnTo>
                  <a:lnTo>
                    <a:pt x="57588" y="56635"/>
                  </a:lnTo>
                  <a:lnTo>
                    <a:pt x="60299" y="72609"/>
                  </a:lnTo>
                  <a:lnTo>
                    <a:pt x="41350" y="73252"/>
                  </a:lnTo>
                  <a:lnTo>
                    <a:pt x="27855" y="7371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g531"/>
            <p:cNvSpPr/>
            <p:nvPr/>
          </p:nvSpPr>
          <p:spPr>
            <a:xfrm>
              <a:off x="2925274" y="2641890"/>
              <a:ext cx="66846" cy="78358"/>
            </a:xfrm>
            <a:custGeom>
              <a:avLst/>
              <a:pathLst>
                <a:path w="66846" h="78358">
                  <a:moveTo>
                    <a:pt x="53917" y="5358"/>
                  </a:moveTo>
                  <a:lnTo>
                    <a:pt x="55329" y="12953"/>
                  </a:lnTo>
                  <a:lnTo>
                    <a:pt x="56785" y="20791"/>
                  </a:lnTo>
                  <a:lnTo>
                    <a:pt x="58439" y="29690"/>
                  </a:lnTo>
                  <a:lnTo>
                    <a:pt x="60054" y="38384"/>
                  </a:lnTo>
                  <a:lnTo>
                    <a:pt x="62029" y="49014"/>
                  </a:lnTo>
                  <a:lnTo>
                    <a:pt x="63947" y="59334"/>
                  </a:lnTo>
                  <a:lnTo>
                    <a:pt x="66846" y="74934"/>
                  </a:lnTo>
                  <a:lnTo>
                    <a:pt x="44602" y="76936"/>
                  </a:lnTo>
                  <a:lnTo>
                    <a:pt x="34288" y="77864"/>
                  </a:lnTo>
                  <a:lnTo>
                    <a:pt x="11420" y="78358"/>
                  </a:lnTo>
                  <a:lnTo>
                    <a:pt x="10200" y="71795"/>
                  </a:lnTo>
                  <a:lnTo>
                    <a:pt x="8214" y="61106"/>
                  </a:lnTo>
                  <a:lnTo>
                    <a:pt x="5984" y="49101"/>
                  </a:lnTo>
                  <a:lnTo>
                    <a:pt x="4679" y="42081"/>
                  </a:lnTo>
                  <a:lnTo>
                    <a:pt x="3549" y="34069"/>
                  </a:lnTo>
                  <a:lnTo>
                    <a:pt x="1660" y="20673"/>
                  </a:lnTo>
                  <a:lnTo>
                    <a:pt x="0" y="8895"/>
                  </a:lnTo>
                  <a:lnTo>
                    <a:pt x="10310" y="6587"/>
                  </a:lnTo>
                  <a:lnTo>
                    <a:pt x="19059" y="4629"/>
                  </a:lnTo>
                  <a:lnTo>
                    <a:pt x="23845" y="3558"/>
                  </a:lnTo>
                  <a:lnTo>
                    <a:pt x="29554" y="2859"/>
                  </a:lnTo>
                  <a:lnTo>
                    <a:pt x="39505" y="1641"/>
                  </a:lnTo>
                  <a:lnTo>
                    <a:pt x="5292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g532"/>
            <p:cNvSpPr/>
            <p:nvPr/>
          </p:nvSpPr>
          <p:spPr>
            <a:xfrm>
              <a:off x="2982437" y="2623470"/>
              <a:ext cx="76034" cy="89167"/>
            </a:xfrm>
            <a:custGeom>
              <a:avLst/>
              <a:pathLst>
                <a:path w="76034" h="89167">
                  <a:moveTo>
                    <a:pt x="8232" y="8059"/>
                  </a:moveTo>
                  <a:lnTo>
                    <a:pt x="21878" y="5428"/>
                  </a:lnTo>
                  <a:lnTo>
                    <a:pt x="35406" y="2818"/>
                  </a:lnTo>
                  <a:lnTo>
                    <a:pt x="50021" y="0"/>
                  </a:lnTo>
                  <a:lnTo>
                    <a:pt x="62525" y="4266"/>
                  </a:lnTo>
                  <a:lnTo>
                    <a:pt x="76034" y="8875"/>
                  </a:lnTo>
                  <a:lnTo>
                    <a:pt x="58595" y="14864"/>
                  </a:lnTo>
                  <a:lnTo>
                    <a:pt x="52848" y="16838"/>
                  </a:lnTo>
                  <a:lnTo>
                    <a:pt x="56855" y="29123"/>
                  </a:lnTo>
                  <a:lnTo>
                    <a:pt x="59115" y="36056"/>
                  </a:lnTo>
                  <a:lnTo>
                    <a:pt x="60418" y="40049"/>
                  </a:lnTo>
                  <a:lnTo>
                    <a:pt x="62949" y="47811"/>
                  </a:lnTo>
                  <a:lnTo>
                    <a:pt x="65480" y="55572"/>
                  </a:lnTo>
                  <a:lnTo>
                    <a:pt x="67372" y="61374"/>
                  </a:lnTo>
                  <a:lnTo>
                    <a:pt x="69314" y="67327"/>
                  </a:lnTo>
                  <a:lnTo>
                    <a:pt x="72340" y="76609"/>
                  </a:lnTo>
                  <a:lnTo>
                    <a:pt x="64854" y="79048"/>
                  </a:lnTo>
                  <a:lnTo>
                    <a:pt x="51294" y="84853"/>
                  </a:lnTo>
                  <a:lnTo>
                    <a:pt x="41216" y="89167"/>
                  </a:lnTo>
                  <a:lnTo>
                    <a:pt x="25818" y="88909"/>
                  </a:lnTo>
                  <a:lnTo>
                    <a:pt x="16235" y="88749"/>
                  </a:lnTo>
                  <a:lnTo>
                    <a:pt x="14481" y="80203"/>
                  </a:lnTo>
                  <a:lnTo>
                    <a:pt x="13262" y="74266"/>
                  </a:lnTo>
                  <a:lnTo>
                    <a:pt x="11986" y="68050"/>
                  </a:lnTo>
                  <a:lnTo>
                    <a:pt x="10414" y="60389"/>
                  </a:lnTo>
                  <a:lnTo>
                    <a:pt x="8393" y="50540"/>
                  </a:lnTo>
                  <a:lnTo>
                    <a:pt x="6197" y="39842"/>
                  </a:lnTo>
                  <a:lnTo>
                    <a:pt x="3269" y="25577"/>
                  </a:lnTo>
                  <a:lnTo>
                    <a:pt x="0" y="964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g533"/>
            <p:cNvSpPr/>
            <p:nvPr/>
          </p:nvSpPr>
          <p:spPr>
            <a:xfrm>
              <a:off x="3040854" y="2636802"/>
              <a:ext cx="74858" cy="62230"/>
            </a:xfrm>
            <a:custGeom>
              <a:avLst/>
              <a:pathLst>
                <a:path w="74858" h="62230">
                  <a:moveTo>
                    <a:pt x="8735" y="34221"/>
                  </a:moveTo>
                  <a:lnTo>
                    <a:pt x="0" y="8437"/>
                  </a:lnTo>
                  <a:lnTo>
                    <a:pt x="9312" y="4807"/>
                  </a:lnTo>
                  <a:lnTo>
                    <a:pt x="21644" y="0"/>
                  </a:lnTo>
                  <a:lnTo>
                    <a:pt x="55212" y="13525"/>
                  </a:lnTo>
                  <a:lnTo>
                    <a:pt x="74858" y="21441"/>
                  </a:lnTo>
                  <a:lnTo>
                    <a:pt x="65785" y="30723"/>
                  </a:lnTo>
                  <a:lnTo>
                    <a:pt x="60504" y="36126"/>
                  </a:lnTo>
                  <a:lnTo>
                    <a:pt x="54487" y="42282"/>
                  </a:lnTo>
                  <a:lnTo>
                    <a:pt x="48240" y="48672"/>
                  </a:lnTo>
                  <a:lnTo>
                    <a:pt x="44842" y="51554"/>
                  </a:lnTo>
                  <a:lnTo>
                    <a:pt x="32390" y="56548"/>
                  </a:lnTo>
                  <a:lnTo>
                    <a:pt x="24384" y="59760"/>
                  </a:lnTo>
                  <a:lnTo>
                    <a:pt x="18224" y="62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g534"/>
            <p:cNvSpPr/>
            <p:nvPr/>
          </p:nvSpPr>
          <p:spPr>
            <a:xfrm>
              <a:off x="3027223" y="2574381"/>
              <a:ext cx="82870" cy="68298"/>
            </a:xfrm>
            <a:custGeom>
              <a:avLst/>
              <a:pathLst>
                <a:path w="82870" h="68298">
                  <a:moveTo>
                    <a:pt x="10097" y="11988"/>
                  </a:moveTo>
                  <a:lnTo>
                    <a:pt x="26928" y="0"/>
                  </a:lnTo>
                  <a:lnTo>
                    <a:pt x="33170" y="2409"/>
                  </a:lnTo>
                  <a:lnTo>
                    <a:pt x="39314" y="4780"/>
                  </a:lnTo>
                  <a:lnTo>
                    <a:pt x="47518" y="7947"/>
                  </a:lnTo>
                  <a:lnTo>
                    <a:pt x="55434" y="11003"/>
                  </a:lnTo>
                  <a:lnTo>
                    <a:pt x="63821" y="14240"/>
                  </a:lnTo>
                  <a:lnTo>
                    <a:pt x="74402" y="18324"/>
                  </a:lnTo>
                  <a:lnTo>
                    <a:pt x="82870" y="21593"/>
                  </a:lnTo>
                  <a:lnTo>
                    <a:pt x="81904" y="23791"/>
                  </a:lnTo>
                  <a:lnTo>
                    <a:pt x="74950" y="39606"/>
                  </a:lnTo>
                  <a:lnTo>
                    <a:pt x="69109" y="52889"/>
                  </a:lnTo>
                  <a:lnTo>
                    <a:pt x="62141" y="68298"/>
                  </a:lnTo>
                  <a:lnTo>
                    <a:pt x="57894" y="66390"/>
                  </a:lnTo>
                  <a:lnTo>
                    <a:pt x="52054" y="63767"/>
                  </a:lnTo>
                  <a:lnTo>
                    <a:pt x="45162" y="60672"/>
                  </a:lnTo>
                  <a:lnTo>
                    <a:pt x="39192" y="57991"/>
                  </a:lnTo>
                  <a:lnTo>
                    <a:pt x="33645" y="55499"/>
                  </a:lnTo>
                  <a:lnTo>
                    <a:pt x="28374" y="53132"/>
                  </a:lnTo>
                  <a:lnTo>
                    <a:pt x="22965" y="50702"/>
                  </a:lnTo>
                  <a:lnTo>
                    <a:pt x="17543" y="48267"/>
                  </a:lnTo>
                  <a:lnTo>
                    <a:pt x="0" y="40388"/>
                  </a:lnTo>
                  <a:lnTo>
                    <a:pt x="2280" y="32486"/>
                  </a:lnTo>
                  <a:lnTo>
                    <a:pt x="2994" y="28411"/>
                  </a:lnTo>
                  <a:lnTo>
                    <a:pt x="3701" y="24376"/>
                  </a:lnTo>
                  <a:lnTo>
                    <a:pt x="4245" y="161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g535"/>
            <p:cNvSpPr/>
            <p:nvPr/>
          </p:nvSpPr>
          <p:spPr>
            <a:xfrm>
              <a:off x="2693249" y="2668061"/>
              <a:ext cx="64787" cy="57346"/>
            </a:xfrm>
            <a:custGeom>
              <a:avLst/>
              <a:pathLst>
                <a:path w="64787" h="57346">
                  <a:moveTo>
                    <a:pt x="10483" y="46969"/>
                  </a:moveTo>
                  <a:lnTo>
                    <a:pt x="8812" y="40430"/>
                  </a:lnTo>
                  <a:lnTo>
                    <a:pt x="6675" y="32067"/>
                  </a:lnTo>
                  <a:lnTo>
                    <a:pt x="4786" y="24672"/>
                  </a:lnTo>
                  <a:lnTo>
                    <a:pt x="1481" y="11742"/>
                  </a:lnTo>
                  <a:lnTo>
                    <a:pt x="0" y="5944"/>
                  </a:lnTo>
                  <a:lnTo>
                    <a:pt x="13182" y="4724"/>
                  </a:lnTo>
                  <a:lnTo>
                    <a:pt x="22722" y="3841"/>
                  </a:lnTo>
                  <a:lnTo>
                    <a:pt x="25992" y="3457"/>
                  </a:lnTo>
                  <a:lnTo>
                    <a:pt x="42603" y="1508"/>
                  </a:lnTo>
                  <a:lnTo>
                    <a:pt x="55450" y="0"/>
                  </a:lnTo>
                  <a:lnTo>
                    <a:pt x="56765" y="7006"/>
                  </a:lnTo>
                  <a:lnTo>
                    <a:pt x="58645" y="17022"/>
                  </a:lnTo>
                  <a:lnTo>
                    <a:pt x="60670" y="27811"/>
                  </a:lnTo>
                  <a:lnTo>
                    <a:pt x="61445" y="31938"/>
                  </a:lnTo>
                  <a:lnTo>
                    <a:pt x="62754" y="40782"/>
                  </a:lnTo>
                  <a:lnTo>
                    <a:pt x="64314" y="51313"/>
                  </a:lnTo>
                  <a:lnTo>
                    <a:pt x="64787" y="54505"/>
                  </a:lnTo>
                  <a:lnTo>
                    <a:pt x="48447" y="55744"/>
                  </a:lnTo>
                  <a:lnTo>
                    <a:pt x="45760" y="55948"/>
                  </a:lnTo>
                  <a:lnTo>
                    <a:pt x="27329" y="573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g536"/>
            <p:cNvSpPr/>
            <p:nvPr/>
          </p:nvSpPr>
          <p:spPr>
            <a:xfrm>
              <a:off x="2915713" y="2586012"/>
              <a:ext cx="34358" cy="40764"/>
            </a:xfrm>
            <a:custGeom>
              <a:avLst/>
              <a:pathLst>
                <a:path w="34358" h="40764">
                  <a:moveTo>
                    <a:pt x="31562" y="19667"/>
                  </a:moveTo>
                  <a:lnTo>
                    <a:pt x="28600" y="27373"/>
                  </a:lnTo>
                  <a:lnTo>
                    <a:pt x="23453" y="40764"/>
                  </a:lnTo>
                  <a:lnTo>
                    <a:pt x="11999" y="35183"/>
                  </a:lnTo>
                  <a:lnTo>
                    <a:pt x="0" y="29336"/>
                  </a:lnTo>
                  <a:lnTo>
                    <a:pt x="2559" y="22765"/>
                  </a:lnTo>
                  <a:lnTo>
                    <a:pt x="4977" y="16555"/>
                  </a:lnTo>
                  <a:lnTo>
                    <a:pt x="7143" y="10993"/>
                  </a:lnTo>
                  <a:lnTo>
                    <a:pt x="8747" y="6876"/>
                  </a:lnTo>
                  <a:lnTo>
                    <a:pt x="11425" y="0"/>
                  </a:lnTo>
                  <a:lnTo>
                    <a:pt x="15451" y="2175"/>
                  </a:lnTo>
                  <a:lnTo>
                    <a:pt x="21625" y="5511"/>
                  </a:lnTo>
                  <a:lnTo>
                    <a:pt x="28317" y="9127"/>
                  </a:lnTo>
                  <a:lnTo>
                    <a:pt x="34358" y="123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g537"/>
            <p:cNvSpPr/>
            <p:nvPr/>
          </p:nvSpPr>
          <p:spPr>
            <a:xfrm>
              <a:off x="3066579" y="2538964"/>
              <a:ext cx="49006" cy="40605"/>
            </a:xfrm>
            <a:custGeom>
              <a:avLst/>
              <a:pathLst>
                <a:path w="49006" h="40605">
                  <a:moveTo>
                    <a:pt x="11416" y="0"/>
                  </a:moveTo>
                  <a:lnTo>
                    <a:pt x="49006" y="16267"/>
                  </a:lnTo>
                  <a:lnTo>
                    <a:pt x="38001" y="40605"/>
                  </a:lnTo>
                  <a:lnTo>
                    <a:pt x="0" y="235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g538"/>
            <p:cNvSpPr/>
            <p:nvPr/>
          </p:nvSpPr>
          <p:spPr>
            <a:xfrm>
              <a:off x="3352297" y="2835464"/>
              <a:ext cx="67781" cy="73898"/>
            </a:xfrm>
            <a:custGeom>
              <a:avLst/>
              <a:pathLst>
                <a:path w="67781" h="73898">
                  <a:moveTo>
                    <a:pt x="10006" y="22947"/>
                  </a:moveTo>
                  <a:lnTo>
                    <a:pt x="20594" y="15541"/>
                  </a:lnTo>
                  <a:lnTo>
                    <a:pt x="29455" y="9343"/>
                  </a:lnTo>
                  <a:lnTo>
                    <a:pt x="42813" y="0"/>
                  </a:lnTo>
                  <a:lnTo>
                    <a:pt x="47571" y="9100"/>
                  </a:lnTo>
                  <a:lnTo>
                    <a:pt x="50883" y="15432"/>
                  </a:lnTo>
                  <a:lnTo>
                    <a:pt x="55080" y="23458"/>
                  </a:lnTo>
                  <a:lnTo>
                    <a:pt x="62380" y="37417"/>
                  </a:lnTo>
                  <a:lnTo>
                    <a:pt x="67781" y="47746"/>
                  </a:lnTo>
                  <a:lnTo>
                    <a:pt x="45388" y="59700"/>
                  </a:lnTo>
                  <a:lnTo>
                    <a:pt x="18791" y="73898"/>
                  </a:lnTo>
                  <a:lnTo>
                    <a:pt x="6593" y="45366"/>
                  </a:lnTo>
                  <a:lnTo>
                    <a:pt x="0" y="299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g539"/>
            <p:cNvSpPr/>
            <p:nvPr/>
          </p:nvSpPr>
          <p:spPr>
            <a:xfrm>
              <a:off x="3270256" y="2825450"/>
              <a:ext cx="98181" cy="175245"/>
            </a:xfrm>
            <a:custGeom>
              <a:avLst/>
              <a:pathLst>
                <a:path w="98181" h="175245">
                  <a:moveTo>
                    <a:pt x="11418" y="92961"/>
                  </a:moveTo>
                  <a:lnTo>
                    <a:pt x="6881" y="85793"/>
                  </a:lnTo>
                  <a:lnTo>
                    <a:pt x="3416" y="78025"/>
                  </a:lnTo>
                  <a:lnTo>
                    <a:pt x="1134" y="69995"/>
                  </a:lnTo>
                  <a:lnTo>
                    <a:pt x="0" y="61715"/>
                  </a:lnTo>
                  <a:lnTo>
                    <a:pt x="35" y="53354"/>
                  </a:lnTo>
                  <a:lnTo>
                    <a:pt x="1240" y="45083"/>
                  </a:lnTo>
                  <a:lnTo>
                    <a:pt x="3590" y="37075"/>
                  </a:lnTo>
                  <a:lnTo>
                    <a:pt x="17082" y="26315"/>
                  </a:lnTo>
                  <a:lnTo>
                    <a:pt x="50078" y="0"/>
                  </a:lnTo>
                  <a:lnTo>
                    <a:pt x="53205" y="4541"/>
                  </a:lnTo>
                  <a:lnTo>
                    <a:pt x="55746" y="8231"/>
                  </a:lnTo>
                  <a:lnTo>
                    <a:pt x="59388" y="13519"/>
                  </a:lnTo>
                  <a:lnTo>
                    <a:pt x="63208" y="19066"/>
                  </a:lnTo>
                  <a:lnTo>
                    <a:pt x="67149" y="24790"/>
                  </a:lnTo>
                  <a:lnTo>
                    <a:pt x="71545" y="31173"/>
                  </a:lnTo>
                  <a:lnTo>
                    <a:pt x="54036" y="46743"/>
                  </a:lnTo>
                  <a:lnTo>
                    <a:pt x="43534" y="56083"/>
                  </a:lnTo>
                  <a:lnTo>
                    <a:pt x="47446" y="70246"/>
                  </a:lnTo>
                  <a:lnTo>
                    <a:pt x="57119" y="84264"/>
                  </a:lnTo>
                  <a:lnTo>
                    <a:pt x="98181" y="143769"/>
                  </a:lnTo>
                  <a:lnTo>
                    <a:pt x="95138" y="148891"/>
                  </a:lnTo>
                  <a:lnTo>
                    <a:pt x="91954" y="154249"/>
                  </a:lnTo>
                  <a:lnTo>
                    <a:pt x="96516" y="169471"/>
                  </a:lnTo>
                  <a:lnTo>
                    <a:pt x="96701" y="170167"/>
                  </a:lnTo>
                  <a:lnTo>
                    <a:pt x="96784" y="170883"/>
                  </a:lnTo>
                  <a:lnTo>
                    <a:pt x="96761" y="171604"/>
                  </a:lnTo>
                  <a:lnTo>
                    <a:pt x="96634" y="172313"/>
                  </a:lnTo>
                  <a:lnTo>
                    <a:pt x="96405" y="172995"/>
                  </a:lnTo>
                  <a:lnTo>
                    <a:pt x="96080" y="173635"/>
                  </a:lnTo>
                  <a:lnTo>
                    <a:pt x="95634" y="174257"/>
                  </a:lnTo>
                  <a:lnTo>
                    <a:pt x="95097" y="174798"/>
                  </a:lnTo>
                  <a:lnTo>
                    <a:pt x="94482" y="175245"/>
                  </a:lnTo>
                  <a:lnTo>
                    <a:pt x="91076" y="171946"/>
                  </a:lnTo>
                  <a:lnTo>
                    <a:pt x="86162" y="167186"/>
                  </a:lnTo>
                  <a:lnTo>
                    <a:pt x="81991" y="163147"/>
                  </a:lnTo>
                  <a:lnTo>
                    <a:pt x="75415" y="156777"/>
                  </a:lnTo>
                  <a:lnTo>
                    <a:pt x="70142" y="151670"/>
                  </a:lnTo>
                  <a:lnTo>
                    <a:pt x="67039" y="148581"/>
                  </a:lnTo>
                  <a:lnTo>
                    <a:pt x="60039" y="141613"/>
                  </a:lnTo>
                  <a:lnTo>
                    <a:pt x="54069" y="135669"/>
                  </a:lnTo>
                  <a:lnTo>
                    <a:pt x="47483" y="129113"/>
                  </a:lnTo>
                  <a:lnTo>
                    <a:pt x="41881" y="123536"/>
                  </a:lnTo>
                  <a:lnTo>
                    <a:pt x="38635" y="120305"/>
                  </a:lnTo>
                  <a:lnTo>
                    <a:pt x="36641" y="118381"/>
                  </a:lnTo>
                  <a:lnTo>
                    <a:pt x="28938" y="110953"/>
                  </a:lnTo>
                  <a:lnTo>
                    <a:pt x="16931" y="993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g540"/>
            <p:cNvSpPr/>
            <p:nvPr/>
          </p:nvSpPr>
          <p:spPr>
            <a:xfrm>
              <a:off x="3241918" y="2687315"/>
              <a:ext cx="61407" cy="85538"/>
            </a:xfrm>
            <a:custGeom>
              <a:avLst/>
              <a:pathLst>
                <a:path w="61407" h="85538">
                  <a:moveTo>
                    <a:pt x="8349" y="16816"/>
                  </a:moveTo>
                  <a:lnTo>
                    <a:pt x="8912" y="13062"/>
                  </a:lnTo>
                  <a:lnTo>
                    <a:pt x="10773" y="641"/>
                  </a:lnTo>
                  <a:lnTo>
                    <a:pt x="28455" y="405"/>
                  </a:lnTo>
                  <a:lnTo>
                    <a:pt x="41545" y="229"/>
                  </a:lnTo>
                  <a:lnTo>
                    <a:pt x="58739" y="0"/>
                  </a:lnTo>
                  <a:lnTo>
                    <a:pt x="61407" y="1559"/>
                  </a:lnTo>
                  <a:lnTo>
                    <a:pt x="59828" y="9917"/>
                  </a:lnTo>
                  <a:lnTo>
                    <a:pt x="57638" y="21507"/>
                  </a:lnTo>
                  <a:lnTo>
                    <a:pt x="55005" y="35441"/>
                  </a:lnTo>
                  <a:lnTo>
                    <a:pt x="52663" y="47837"/>
                  </a:lnTo>
                  <a:lnTo>
                    <a:pt x="45539" y="85538"/>
                  </a:lnTo>
                  <a:lnTo>
                    <a:pt x="30516" y="81665"/>
                  </a:lnTo>
                  <a:lnTo>
                    <a:pt x="27582" y="80909"/>
                  </a:lnTo>
                  <a:lnTo>
                    <a:pt x="0" y="73818"/>
                  </a:lnTo>
                  <a:lnTo>
                    <a:pt x="1347" y="65315"/>
                  </a:lnTo>
                  <a:lnTo>
                    <a:pt x="3021" y="54751"/>
                  </a:lnTo>
                  <a:lnTo>
                    <a:pt x="5643" y="38200"/>
                  </a:lnTo>
                  <a:lnTo>
                    <a:pt x="7249" y="2806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g541"/>
            <p:cNvSpPr/>
            <p:nvPr/>
          </p:nvSpPr>
          <p:spPr>
            <a:xfrm>
              <a:off x="3185280" y="2673218"/>
              <a:ext cx="52930" cy="58550"/>
            </a:xfrm>
            <a:custGeom>
              <a:avLst/>
              <a:pathLst>
                <a:path w="52930" h="58550">
                  <a:moveTo>
                    <a:pt x="1478" y="41478"/>
                  </a:moveTo>
                  <a:lnTo>
                    <a:pt x="3649" y="31069"/>
                  </a:lnTo>
                  <a:lnTo>
                    <a:pt x="6512" y="17341"/>
                  </a:lnTo>
                  <a:lnTo>
                    <a:pt x="7810" y="11118"/>
                  </a:lnTo>
                  <a:lnTo>
                    <a:pt x="11977" y="0"/>
                  </a:lnTo>
                  <a:lnTo>
                    <a:pt x="32132" y="3913"/>
                  </a:lnTo>
                  <a:lnTo>
                    <a:pt x="48630" y="7116"/>
                  </a:lnTo>
                  <a:lnTo>
                    <a:pt x="50484" y="14697"/>
                  </a:lnTo>
                  <a:lnTo>
                    <a:pt x="52930" y="24699"/>
                  </a:lnTo>
                  <a:lnTo>
                    <a:pt x="50486" y="36326"/>
                  </a:lnTo>
                  <a:lnTo>
                    <a:pt x="48232" y="47052"/>
                  </a:lnTo>
                  <a:lnTo>
                    <a:pt x="45816" y="58550"/>
                  </a:lnTo>
                  <a:lnTo>
                    <a:pt x="26573" y="54358"/>
                  </a:lnTo>
                  <a:lnTo>
                    <a:pt x="0" y="485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g542"/>
            <p:cNvSpPr/>
            <p:nvPr/>
          </p:nvSpPr>
          <p:spPr>
            <a:xfrm>
              <a:off x="3260752" y="2667117"/>
              <a:ext cx="42537" cy="14235"/>
            </a:xfrm>
            <a:custGeom>
              <a:avLst/>
              <a:pathLst>
                <a:path w="42537" h="14235">
                  <a:moveTo>
                    <a:pt x="1045" y="4080"/>
                  </a:moveTo>
                  <a:lnTo>
                    <a:pt x="1688" y="0"/>
                  </a:lnTo>
                  <a:lnTo>
                    <a:pt x="16413" y="251"/>
                  </a:lnTo>
                  <a:lnTo>
                    <a:pt x="39873" y="653"/>
                  </a:lnTo>
                  <a:lnTo>
                    <a:pt x="42537" y="3574"/>
                  </a:lnTo>
                  <a:lnTo>
                    <a:pt x="41832" y="7981"/>
                  </a:lnTo>
                  <a:lnTo>
                    <a:pt x="40832" y="14235"/>
                  </a:lnTo>
                  <a:lnTo>
                    <a:pt x="32800" y="13543"/>
                  </a:lnTo>
                  <a:lnTo>
                    <a:pt x="22809" y="12682"/>
                  </a:lnTo>
                  <a:lnTo>
                    <a:pt x="6881" y="11309"/>
                  </a:lnTo>
                  <a:lnTo>
                    <a:pt x="0" y="107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g543"/>
            <p:cNvSpPr/>
            <p:nvPr/>
          </p:nvSpPr>
          <p:spPr>
            <a:xfrm>
              <a:off x="3156033" y="2600851"/>
              <a:ext cx="24427" cy="50980"/>
            </a:xfrm>
            <a:custGeom>
              <a:avLst/>
              <a:pathLst>
                <a:path w="24427" h="50980">
                  <a:moveTo>
                    <a:pt x="22017" y="11448"/>
                  </a:moveTo>
                  <a:lnTo>
                    <a:pt x="16789" y="32291"/>
                  </a:lnTo>
                  <a:lnTo>
                    <a:pt x="12101" y="50980"/>
                  </a:lnTo>
                  <a:lnTo>
                    <a:pt x="9688" y="50375"/>
                  </a:lnTo>
                  <a:lnTo>
                    <a:pt x="6022" y="49456"/>
                  </a:lnTo>
                  <a:lnTo>
                    <a:pt x="2117" y="48477"/>
                  </a:lnTo>
                  <a:lnTo>
                    <a:pt x="0" y="47946"/>
                  </a:lnTo>
                  <a:lnTo>
                    <a:pt x="3945" y="27795"/>
                  </a:lnTo>
                  <a:lnTo>
                    <a:pt x="9387" y="0"/>
                  </a:lnTo>
                  <a:lnTo>
                    <a:pt x="12172" y="329"/>
                  </a:lnTo>
                  <a:lnTo>
                    <a:pt x="14892" y="651"/>
                  </a:lnTo>
                  <a:lnTo>
                    <a:pt x="18101" y="1031"/>
                  </a:lnTo>
                  <a:lnTo>
                    <a:pt x="21762" y="1465"/>
                  </a:lnTo>
                  <a:lnTo>
                    <a:pt x="24427" y="17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g544"/>
            <p:cNvSpPr/>
            <p:nvPr/>
          </p:nvSpPr>
          <p:spPr>
            <a:xfrm>
              <a:off x="3217392" y="2557614"/>
              <a:ext cx="41698" cy="46717"/>
            </a:xfrm>
            <a:custGeom>
              <a:avLst/>
              <a:pathLst>
                <a:path w="41698" h="46717">
                  <a:moveTo>
                    <a:pt x="38011" y="38882"/>
                  </a:moveTo>
                  <a:lnTo>
                    <a:pt x="34332" y="40360"/>
                  </a:lnTo>
                  <a:lnTo>
                    <a:pt x="29750" y="42200"/>
                  </a:lnTo>
                  <a:lnTo>
                    <a:pt x="25270" y="44000"/>
                  </a:lnTo>
                  <a:lnTo>
                    <a:pt x="18505" y="46717"/>
                  </a:lnTo>
                  <a:lnTo>
                    <a:pt x="5757" y="17061"/>
                  </a:lnTo>
                  <a:lnTo>
                    <a:pt x="0" y="3668"/>
                  </a:lnTo>
                  <a:lnTo>
                    <a:pt x="10862" y="1227"/>
                  </a:lnTo>
                  <a:lnTo>
                    <a:pt x="16328" y="0"/>
                  </a:lnTo>
                  <a:lnTo>
                    <a:pt x="26548" y="13109"/>
                  </a:lnTo>
                  <a:lnTo>
                    <a:pt x="37590" y="27274"/>
                  </a:lnTo>
                  <a:lnTo>
                    <a:pt x="41698" y="374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g545"/>
            <p:cNvSpPr/>
            <p:nvPr/>
          </p:nvSpPr>
          <p:spPr>
            <a:xfrm>
              <a:off x="2670667" y="2391250"/>
              <a:ext cx="68931" cy="79371"/>
            </a:xfrm>
            <a:custGeom>
              <a:avLst/>
              <a:pathLst>
                <a:path w="68931" h="79371">
                  <a:moveTo>
                    <a:pt x="67498" y="18134"/>
                  </a:moveTo>
                  <a:lnTo>
                    <a:pt x="65863" y="23728"/>
                  </a:lnTo>
                  <a:lnTo>
                    <a:pt x="64111" y="29721"/>
                  </a:lnTo>
                  <a:lnTo>
                    <a:pt x="62369" y="35683"/>
                  </a:lnTo>
                  <a:lnTo>
                    <a:pt x="60006" y="43769"/>
                  </a:lnTo>
                  <a:lnTo>
                    <a:pt x="56701" y="55078"/>
                  </a:lnTo>
                  <a:lnTo>
                    <a:pt x="49602" y="79371"/>
                  </a:lnTo>
                  <a:lnTo>
                    <a:pt x="43622" y="78943"/>
                  </a:lnTo>
                  <a:lnTo>
                    <a:pt x="37268" y="78487"/>
                  </a:lnTo>
                  <a:lnTo>
                    <a:pt x="28700" y="77873"/>
                  </a:lnTo>
                  <a:lnTo>
                    <a:pt x="19848" y="77239"/>
                  </a:lnTo>
                  <a:lnTo>
                    <a:pt x="8739" y="76341"/>
                  </a:lnTo>
                  <a:lnTo>
                    <a:pt x="0" y="75634"/>
                  </a:lnTo>
                  <a:lnTo>
                    <a:pt x="2215" y="65068"/>
                  </a:lnTo>
                  <a:lnTo>
                    <a:pt x="4665" y="53381"/>
                  </a:lnTo>
                  <a:lnTo>
                    <a:pt x="7144" y="41556"/>
                  </a:lnTo>
                  <a:lnTo>
                    <a:pt x="10146" y="27239"/>
                  </a:lnTo>
                  <a:lnTo>
                    <a:pt x="12960" y="13813"/>
                  </a:lnTo>
                  <a:lnTo>
                    <a:pt x="15856" y="0"/>
                  </a:lnTo>
                  <a:lnTo>
                    <a:pt x="41877" y="6485"/>
                  </a:lnTo>
                  <a:lnTo>
                    <a:pt x="68931" y="132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g546"/>
            <p:cNvSpPr/>
            <p:nvPr/>
          </p:nvSpPr>
          <p:spPr>
            <a:xfrm>
              <a:off x="2961305" y="2575358"/>
              <a:ext cx="41234" cy="49765"/>
            </a:xfrm>
            <a:custGeom>
              <a:avLst/>
              <a:pathLst>
                <a:path w="41234" h="49765">
                  <a:moveTo>
                    <a:pt x="32742" y="28696"/>
                  </a:moveTo>
                  <a:lnTo>
                    <a:pt x="22335" y="49765"/>
                  </a:lnTo>
                  <a:lnTo>
                    <a:pt x="10909" y="43970"/>
                  </a:lnTo>
                  <a:lnTo>
                    <a:pt x="0" y="38436"/>
                  </a:lnTo>
                  <a:lnTo>
                    <a:pt x="7433" y="23602"/>
                  </a:lnTo>
                  <a:lnTo>
                    <a:pt x="19259" y="0"/>
                  </a:lnTo>
                  <a:lnTo>
                    <a:pt x="30230" y="5744"/>
                  </a:lnTo>
                  <a:lnTo>
                    <a:pt x="41234" y="115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g547"/>
            <p:cNvSpPr/>
            <p:nvPr/>
          </p:nvSpPr>
          <p:spPr>
            <a:xfrm>
              <a:off x="2972737" y="2523434"/>
              <a:ext cx="48897" cy="62040"/>
            </a:xfrm>
            <a:custGeom>
              <a:avLst/>
              <a:pathLst>
                <a:path w="48897" h="62040">
                  <a:moveTo>
                    <a:pt x="25919" y="52243"/>
                  </a:moveTo>
                  <a:lnTo>
                    <a:pt x="0" y="41193"/>
                  </a:lnTo>
                  <a:lnTo>
                    <a:pt x="4105" y="31595"/>
                  </a:lnTo>
                  <a:lnTo>
                    <a:pt x="8719" y="20812"/>
                  </a:lnTo>
                  <a:lnTo>
                    <a:pt x="17445" y="0"/>
                  </a:lnTo>
                  <a:lnTo>
                    <a:pt x="24734" y="5336"/>
                  </a:lnTo>
                  <a:lnTo>
                    <a:pt x="27909" y="8397"/>
                  </a:lnTo>
                  <a:lnTo>
                    <a:pt x="31256" y="11624"/>
                  </a:lnTo>
                  <a:lnTo>
                    <a:pt x="36894" y="18750"/>
                  </a:lnTo>
                  <a:lnTo>
                    <a:pt x="41544" y="26584"/>
                  </a:lnTo>
                  <a:lnTo>
                    <a:pt x="45125" y="34986"/>
                  </a:lnTo>
                  <a:lnTo>
                    <a:pt x="47570" y="43803"/>
                  </a:lnTo>
                  <a:lnTo>
                    <a:pt x="48835" y="52876"/>
                  </a:lnTo>
                  <a:lnTo>
                    <a:pt x="48897" y="620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g548"/>
            <p:cNvSpPr/>
            <p:nvPr/>
          </p:nvSpPr>
          <p:spPr>
            <a:xfrm>
              <a:off x="3014973" y="2927463"/>
              <a:ext cx="95752" cy="70295"/>
            </a:xfrm>
            <a:custGeom>
              <a:avLst/>
              <a:pathLst>
                <a:path w="95752" h="70295">
                  <a:moveTo>
                    <a:pt x="4282" y="16425"/>
                  </a:moveTo>
                  <a:lnTo>
                    <a:pt x="8601" y="0"/>
                  </a:lnTo>
                  <a:lnTo>
                    <a:pt x="13188" y="1710"/>
                  </a:lnTo>
                  <a:lnTo>
                    <a:pt x="19367" y="4014"/>
                  </a:lnTo>
                  <a:lnTo>
                    <a:pt x="28637" y="7472"/>
                  </a:lnTo>
                  <a:lnTo>
                    <a:pt x="39550" y="11542"/>
                  </a:lnTo>
                  <a:lnTo>
                    <a:pt x="50561" y="15648"/>
                  </a:lnTo>
                  <a:lnTo>
                    <a:pt x="64776" y="20950"/>
                  </a:lnTo>
                  <a:lnTo>
                    <a:pt x="88771" y="29898"/>
                  </a:lnTo>
                  <a:lnTo>
                    <a:pt x="90946" y="35516"/>
                  </a:lnTo>
                  <a:lnTo>
                    <a:pt x="93132" y="41159"/>
                  </a:lnTo>
                  <a:lnTo>
                    <a:pt x="93901" y="49707"/>
                  </a:lnTo>
                  <a:lnTo>
                    <a:pt x="94681" y="58389"/>
                  </a:lnTo>
                  <a:lnTo>
                    <a:pt x="95752" y="70295"/>
                  </a:lnTo>
                  <a:lnTo>
                    <a:pt x="87932" y="68716"/>
                  </a:lnTo>
                  <a:lnTo>
                    <a:pt x="76271" y="66361"/>
                  </a:lnTo>
                  <a:lnTo>
                    <a:pt x="69215" y="64937"/>
                  </a:lnTo>
                  <a:lnTo>
                    <a:pt x="65742" y="63501"/>
                  </a:lnTo>
                  <a:lnTo>
                    <a:pt x="55841" y="59410"/>
                  </a:lnTo>
                  <a:lnTo>
                    <a:pt x="45363" y="54922"/>
                  </a:lnTo>
                  <a:lnTo>
                    <a:pt x="38358" y="51922"/>
                  </a:lnTo>
                  <a:lnTo>
                    <a:pt x="33785" y="49963"/>
                  </a:lnTo>
                  <a:lnTo>
                    <a:pt x="27891" y="47439"/>
                  </a:lnTo>
                  <a:lnTo>
                    <a:pt x="27887" y="39915"/>
                  </a:lnTo>
                  <a:lnTo>
                    <a:pt x="25436" y="39282"/>
                  </a:lnTo>
                  <a:lnTo>
                    <a:pt x="7333" y="34604"/>
                  </a:lnTo>
                  <a:lnTo>
                    <a:pt x="0" y="32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g549"/>
            <p:cNvSpPr/>
            <p:nvPr/>
          </p:nvSpPr>
          <p:spPr>
            <a:xfrm>
              <a:off x="2978566" y="2875822"/>
              <a:ext cx="86328" cy="61789"/>
            </a:xfrm>
            <a:custGeom>
              <a:avLst/>
              <a:pathLst>
                <a:path w="86328" h="61789">
                  <a:moveTo>
                    <a:pt x="66771" y="4603"/>
                  </a:moveTo>
                  <a:lnTo>
                    <a:pt x="70464" y="15401"/>
                  </a:lnTo>
                  <a:lnTo>
                    <a:pt x="74562" y="27385"/>
                  </a:lnTo>
                  <a:lnTo>
                    <a:pt x="86328" y="61789"/>
                  </a:lnTo>
                  <a:lnTo>
                    <a:pt x="76148" y="57682"/>
                  </a:lnTo>
                  <a:lnTo>
                    <a:pt x="62866" y="52323"/>
                  </a:lnTo>
                  <a:lnTo>
                    <a:pt x="50301" y="47253"/>
                  </a:lnTo>
                  <a:lnTo>
                    <a:pt x="39140" y="42750"/>
                  </a:lnTo>
                  <a:lnTo>
                    <a:pt x="23223" y="36329"/>
                  </a:lnTo>
                  <a:lnTo>
                    <a:pt x="0" y="26959"/>
                  </a:lnTo>
                  <a:lnTo>
                    <a:pt x="29158" y="10549"/>
                  </a:lnTo>
                  <a:lnTo>
                    <a:pt x="37160" y="8206"/>
                  </a:lnTo>
                  <a:lnTo>
                    <a:pt x="6519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g550"/>
            <p:cNvSpPr/>
            <p:nvPr/>
          </p:nvSpPr>
          <p:spPr>
            <a:xfrm>
              <a:off x="3172752" y="2615858"/>
              <a:ext cx="115933" cy="52336"/>
            </a:xfrm>
            <a:custGeom>
              <a:avLst/>
              <a:pathLst>
                <a:path w="115933" h="52336">
                  <a:moveTo>
                    <a:pt x="103127" y="961"/>
                  </a:moveTo>
                  <a:lnTo>
                    <a:pt x="103926" y="1992"/>
                  </a:lnTo>
                  <a:lnTo>
                    <a:pt x="104776" y="3090"/>
                  </a:lnTo>
                  <a:lnTo>
                    <a:pt x="105460" y="3972"/>
                  </a:lnTo>
                  <a:lnTo>
                    <a:pt x="106158" y="4873"/>
                  </a:lnTo>
                  <a:lnTo>
                    <a:pt x="107015" y="5979"/>
                  </a:lnTo>
                  <a:lnTo>
                    <a:pt x="107802" y="6996"/>
                  </a:lnTo>
                  <a:lnTo>
                    <a:pt x="108666" y="8111"/>
                  </a:lnTo>
                  <a:lnTo>
                    <a:pt x="109565" y="9271"/>
                  </a:lnTo>
                  <a:lnTo>
                    <a:pt x="110659" y="10684"/>
                  </a:lnTo>
                  <a:lnTo>
                    <a:pt x="111756" y="12099"/>
                  </a:lnTo>
                  <a:lnTo>
                    <a:pt x="113693" y="14599"/>
                  </a:lnTo>
                  <a:lnTo>
                    <a:pt x="115933" y="17490"/>
                  </a:lnTo>
                  <a:lnTo>
                    <a:pt x="97067" y="27372"/>
                  </a:lnTo>
                  <a:lnTo>
                    <a:pt x="93456" y="29263"/>
                  </a:lnTo>
                  <a:lnTo>
                    <a:pt x="81447" y="35553"/>
                  </a:lnTo>
                  <a:lnTo>
                    <a:pt x="63312" y="45053"/>
                  </a:lnTo>
                  <a:lnTo>
                    <a:pt x="59214" y="47199"/>
                  </a:lnTo>
                  <a:lnTo>
                    <a:pt x="45529" y="51768"/>
                  </a:lnTo>
                  <a:lnTo>
                    <a:pt x="41846" y="52336"/>
                  </a:lnTo>
                  <a:lnTo>
                    <a:pt x="38336" y="51529"/>
                  </a:lnTo>
                  <a:lnTo>
                    <a:pt x="30867" y="49811"/>
                  </a:lnTo>
                  <a:lnTo>
                    <a:pt x="23005" y="48002"/>
                  </a:lnTo>
                  <a:lnTo>
                    <a:pt x="16000" y="46451"/>
                  </a:lnTo>
                  <a:lnTo>
                    <a:pt x="0" y="42909"/>
                  </a:lnTo>
                  <a:lnTo>
                    <a:pt x="1189" y="38775"/>
                  </a:lnTo>
                  <a:lnTo>
                    <a:pt x="2073" y="35702"/>
                  </a:lnTo>
                  <a:lnTo>
                    <a:pt x="5525" y="34212"/>
                  </a:lnTo>
                  <a:lnTo>
                    <a:pt x="11600" y="31590"/>
                  </a:lnTo>
                  <a:lnTo>
                    <a:pt x="18838" y="28466"/>
                  </a:lnTo>
                  <a:lnTo>
                    <a:pt x="25691" y="30290"/>
                  </a:lnTo>
                  <a:lnTo>
                    <a:pt x="32745" y="30939"/>
                  </a:lnTo>
                  <a:lnTo>
                    <a:pt x="35707" y="30711"/>
                  </a:lnTo>
                  <a:lnTo>
                    <a:pt x="39807" y="30396"/>
                  </a:lnTo>
                  <a:lnTo>
                    <a:pt x="44702" y="29172"/>
                  </a:lnTo>
                  <a:lnTo>
                    <a:pt x="46686" y="28676"/>
                  </a:lnTo>
                  <a:lnTo>
                    <a:pt x="51252" y="26813"/>
                  </a:lnTo>
                  <a:lnTo>
                    <a:pt x="55581" y="24431"/>
                  </a:lnTo>
                  <a:lnTo>
                    <a:pt x="59616" y="21559"/>
                  </a:lnTo>
                  <a:lnTo>
                    <a:pt x="63866" y="17655"/>
                  </a:lnTo>
                  <a:lnTo>
                    <a:pt x="65584" y="15097"/>
                  </a:lnTo>
                  <a:lnTo>
                    <a:pt x="77107" y="10369"/>
                  </a:lnTo>
                  <a:lnTo>
                    <a:pt x="87797" y="5983"/>
                  </a:lnTo>
                  <a:lnTo>
                    <a:pt x="96656" y="2348"/>
                  </a:lnTo>
                  <a:lnTo>
                    <a:pt x="10238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g551"/>
            <p:cNvSpPr/>
            <p:nvPr/>
          </p:nvSpPr>
          <p:spPr>
            <a:xfrm>
              <a:off x="3296419" y="2693063"/>
              <a:ext cx="54125" cy="65441"/>
            </a:xfrm>
            <a:custGeom>
              <a:avLst/>
              <a:pathLst>
                <a:path w="54125" h="65441">
                  <a:moveTo>
                    <a:pt x="36621" y="42580"/>
                  </a:moveTo>
                  <a:lnTo>
                    <a:pt x="25063" y="49795"/>
                  </a:lnTo>
                  <a:lnTo>
                    <a:pt x="0" y="65441"/>
                  </a:lnTo>
                  <a:lnTo>
                    <a:pt x="2606" y="51878"/>
                  </a:lnTo>
                  <a:lnTo>
                    <a:pt x="6458" y="31837"/>
                  </a:lnTo>
                  <a:lnTo>
                    <a:pt x="10316" y="11761"/>
                  </a:lnTo>
                  <a:lnTo>
                    <a:pt x="12576" y="0"/>
                  </a:lnTo>
                  <a:lnTo>
                    <a:pt x="23645" y="3327"/>
                  </a:lnTo>
                  <a:lnTo>
                    <a:pt x="35520" y="6897"/>
                  </a:lnTo>
                  <a:lnTo>
                    <a:pt x="54125" y="29595"/>
                  </a:lnTo>
                  <a:lnTo>
                    <a:pt x="48360" y="34032"/>
                  </a:lnTo>
                  <a:lnTo>
                    <a:pt x="39977" y="404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g552"/>
            <p:cNvSpPr/>
            <p:nvPr/>
          </p:nvSpPr>
          <p:spPr>
            <a:xfrm>
              <a:off x="2723094" y="2567681"/>
              <a:ext cx="67553" cy="44169"/>
            </a:xfrm>
            <a:custGeom>
              <a:avLst/>
              <a:pathLst>
                <a:path w="67553" h="44169">
                  <a:moveTo>
                    <a:pt x="5034" y="28905"/>
                  </a:moveTo>
                  <a:lnTo>
                    <a:pt x="13493" y="11884"/>
                  </a:lnTo>
                  <a:lnTo>
                    <a:pt x="19399" y="0"/>
                  </a:lnTo>
                  <a:lnTo>
                    <a:pt x="42269" y="11140"/>
                  </a:lnTo>
                  <a:lnTo>
                    <a:pt x="67553" y="23456"/>
                  </a:lnTo>
                  <a:lnTo>
                    <a:pt x="62647" y="31759"/>
                  </a:lnTo>
                  <a:lnTo>
                    <a:pt x="55313" y="44169"/>
                  </a:lnTo>
                  <a:lnTo>
                    <a:pt x="38610" y="39998"/>
                  </a:lnTo>
                  <a:lnTo>
                    <a:pt x="25232" y="36657"/>
                  </a:lnTo>
                  <a:lnTo>
                    <a:pt x="0" y="390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g553"/>
            <p:cNvSpPr/>
            <p:nvPr/>
          </p:nvSpPr>
          <p:spPr>
            <a:xfrm>
              <a:off x="2789227" y="2597389"/>
              <a:ext cx="55288" cy="38158"/>
            </a:xfrm>
            <a:custGeom>
              <a:avLst/>
              <a:pathLst>
                <a:path w="55288" h="38158">
                  <a:moveTo>
                    <a:pt x="49532" y="29743"/>
                  </a:moveTo>
                  <a:lnTo>
                    <a:pt x="43958" y="38158"/>
                  </a:lnTo>
                  <a:lnTo>
                    <a:pt x="32466" y="33031"/>
                  </a:lnTo>
                  <a:lnTo>
                    <a:pt x="0" y="18544"/>
                  </a:lnTo>
                  <a:lnTo>
                    <a:pt x="6012" y="6998"/>
                  </a:lnTo>
                  <a:lnTo>
                    <a:pt x="9657" y="0"/>
                  </a:lnTo>
                  <a:lnTo>
                    <a:pt x="38247" y="13189"/>
                  </a:lnTo>
                  <a:lnTo>
                    <a:pt x="55288" y="2105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g554"/>
            <p:cNvSpPr/>
            <p:nvPr/>
          </p:nvSpPr>
          <p:spPr>
            <a:xfrm>
              <a:off x="3166264" y="2587945"/>
              <a:ext cx="49768" cy="12579"/>
            </a:xfrm>
            <a:custGeom>
              <a:avLst/>
              <a:pathLst>
                <a:path w="49768" h="12579">
                  <a:moveTo>
                    <a:pt x="0" y="8599"/>
                  </a:moveTo>
                  <a:lnTo>
                    <a:pt x="535" y="5862"/>
                  </a:lnTo>
                  <a:lnTo>
                    <a:pt x="869" y="4160"/>
                  </a:lnTo>
                  <a:lnTo>
                    <a:pt x="1299" y="1964"/>
                  </a:lnTo>
                  <a:lnTo>
                    <a:pt x="1683" y="0"/>
                  </a:lnTo>
                  <a:lnTo>
                    <a:pt x="15763" y="209"/>
                  </a:lnTo>
                  <a:lnTo>
                    <a:pt x="36930" y="523"/>
                  </a:lnTo>
                  <a:lnTo>
                    <a:pt x="37790" y="3411"/>
                  </a:lnTo>
                  <a:lnTo>
                    <a:pt x="47024" y="1151"/>
                  </a:lnTo>
                  <a:lnTo>
                    <a:pt x="48321" y="5404"/>
                  </a:lnTo>
                  <a:lnTo>
                    <a:pt x="49768" y="10151"/>
                  </a:lnTo>
                  <a:lnTo>
                    <a:pt x="41701" y="12579"/>
                  </a:lnTo>
                  <a:lnTo>
                    <a:pt x="39940" y="11867"/>
                  </a:lnTo>
                  <a:lnTo>
                    <a:pt x="35988" y="11568"/>
                  </a:lnTo>
                  <a:lnTo>
                    <a:pt x="33294" y="11372"/>
                  </a:lnTo>
                  <a:lnTo>
                    <a:pt x="15347" y="10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g555"/>
            <p:cNvSpPr/>
            <p:nvPr/>
          </p:nvSpPr>
          <p:spPr>
            <a:xfrm>
              <a:off x="3235819" y="2600997"/>
              <a:ext cx="27659" cy="27154"/>
            </a:xfrm>
            <a:custGeom>
              <a:avLst/>
              <a:pathLst>
                <a:path w="27659" h="27154">
                  <a:moveTo>
                    <a:pt x="24741" y="17549"/>
                  </a:moveTo>
                  <a:lnTo>
                    <a:pt x="20646" y="19429"/>
                  </a:lnTo>
                  <a:lnTo>
                    <a:pt x="10991" y="23861"/>
                  </a:lnTo>
                  <a:lnTo>
                    <a:pt x="3819" y="27154"/>
                  </a:lnTo>
                  <a:lnTo>
                    <a:pt x="4594" y="24536"/>
                  </a:lnTo>
                  <a:lnTo>
                    <a:pt x="5005" y="21833"/>
                  </a:lnTo>
                  <a:lnTo>
                    <a:pt x="5009" y="18589"/>
                  </a:lnTo>
                  <a:lnTo>
                    <a:pt x="4490" y="15388"/>
                  </a:lnTo>
                  <a:lnTo>
                    <a:pt x="3460" y="12319"/>
                  </a:lnTo>
                  <a:lnTo>
                    <a:pt x="1950" y="9466"/>
                  </a:lnTo>
                  <a:lnTo>
                    <a:pt x="0" y="6907"/>
                  </a:lnTo>
                  <a:lnTo>
                    <a:pt x="9608" y="3422"/>
                  </a:lnTo>
                  <a:lnTo>
                    <a:pt x="19043" y="0"/>
                  </a:lnTo>
                  <a:lnTo>
                    <a:pt x="21354" y="4348"/>
                  </a:lnTo>
                  <a:lnTo>
                    <a:pt x="27659" y="16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g556"/>
            <p:cNvSpPr/>
            <p:nvPr/>
          </p:nvSpPr>
          <p:spPr>
            <a:xfrm>
              <a:off x="2962228" y="2908507"/>
              <a:ext cx="59235" cy="51153"/>
            </a:xfrm>
            <a:custGeom>
              <a:avLst/>
              <a:pathLst>
                <a:path w="59235" h="51153">
                  <a:moveTo>
                    <a:pt x="58111" y="22545"/>
                  </a:moveTo>
                  <a:lnTo>
                    <a:pt x="56601" y="28424"/>
                  </a:lnTo>
                  <a:lnTo>
                    <a:pt x="55105" y="34251"/>
                  </a:lnTo>
                  <a:lnTo>
                    <a:pt x="53606" y="40089"/>
                  </a:lnTo>
                  <a:lnTo>
                    <a:pt x="50765" y="51153"/>
                  </a:lnTo>
                  <a:lnTo>
                    <a:pt x="24180" y="44284"/>
                  </a:lnTo>
                  <a:lnTo>
                    <a:pt x="2006" y="38555"/>
                  </a:lnTo>
                  <a:lnTo>
                    <a:pt x="0" y="38178"/>
                  </a:lnTo>
                  <a:lnTo>
                    <a:pt x="6142" y="10716"/>
                  </a:lnTo>
                  <a:lnTo>
                    <a:pt x="14169" y="0"/>
                  </a:lnTo>
                  <a:lnTo>
                    <a:pt x="30168" y="6582"/>
                  </a:lnTo>
                  <a:lnTo>
                    <a:pt x="42643" y="11715"/>
                  </a:lnTo>
                  <a:lnTo>
                    <a:pt x="57232" y="17421"/>
                  </a:lnTo>
                  <a:lnTo>
                    <a:pt x="59235" y="181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g557"/>
            <p:cNvSpPr/>
            <p:nvPr/>
          </p:nvSpPr>
          <p:spPr>
            <a:xfrm>
              <a:off x="3367420" y="2875327"/>
              <a:ext cx="314722" cy="134002"/>
            </a:xfrm>
            <a:custGeom>
              <a:avLst/>
              <a:pathLst>
                <a:path w="314722" h="134002">
                  <a:moveTo>
                    <a:pt x="306447" y="10898"/>
                  </a:moveTo>
                  <a:lnTo>
                    <a:pt x="314722" y="30475"/>
                  </a:lnTo>
                  <a:lnTo>
                    <a:pt x="308937" y="32149"/>
                  </a:lnTo>
                  <a:lnTo>
                    <a:pt x="303033" y="33857"/>
                  </a:lnTo>
                  <a:lnTo>
                    <a:pt x="295343" y="36082"/>
                  </a:lnTo>
                  <a:lnTo>
                    <a:pt x="289487" y="37776"/>
                  </a:lnTo>
                  <a:lnTo>
                    <a:pt x="283542" y="39496"/>
                  </a:lnTo>
                  <a:lnTo>
                    <a:pt x="276790" y="41449"/>
                  </a:lnTo>
                  <a:lnTo>
                    <a:pt x="270064" y="43395"/>
                  </a:lnTo>
                  <a:lnTo>
                    <a:pt x="263377" y="45330"/>
                  </a:lnTo>
                  <a:lnTo>
                    <a:pt x="254899" y="47782"/>
                  </a:lnTo>
                  <a:lnTo>
                    <a:pt x="248242" y="49708"/>
                  </a:lnTo>
                  <a:lnTo>
                    <a:pt x="243001" y="51225"/>
                  </a:lnTo>
                  <a:lnTo>
                    <a:pt x="243933" y="56646"/>
                  </a:lnTo>
                  <a:lnTo>
                    <a:pt x="245441" y="65420"/>
                  </a:lnTo>
                  <a:lnTo>
                    <a:pt x="241210" y="66633"/>
                  </a:lnTo>
                  <a:lnTo>
                    <a:pt x="236498" y="67983"/>
                  </a:lnTo>
                  <a:lnTo>
                    <a:pt x="231595" y="69388"/>
                  </a:lnTo>
                  <a:lnTo>
                    <a:pt x="225389" y="71166"/>
                  </a:lnTo>
                  <a:lnTo>
                    <a:pt x="217451" y="73440"/>
                  </a:lnTo>
                  <a:lnTo>
                    <a:pt x="208975" y="75869"/>
                  </a:lnTo>
                  <a:lnTo>
                    <a:pt x="199707" y="78524"/>
                  </a:lnTo>
                  <a:lnTo>
                    <a:pt x="190712" y="81102"/>
                  </a:lnTo>
                  <a:lnTo>
                    <a:pt x="179521" y="84308"/>
                  </a:lnTo>
                  <a:lnTo>
                    <a:pt x="170426" y="86914"/>
                  </a:lnTo>
                  <a:lnTo>
                    <a:pt x="163786" y="88816"/>
                  </a:lnTo>
                  <a:lnTo>
                    <a:pt x="155142" y="91293"/>
                  </a:lnTo>
                  <a:lnTo>
                    <a:pt x="149018" y="93048"/>
                  </a:lnTo>
                  <a:lnTo>
                    <a:pt x="142611" y="94884"/>
                  </a:lnTo>
                  <a:lnTo>
                    <a:pt x="133735" y="97427"/>
                  </a:lnTo>
                  <a:lnTo>
                    <a:pt x="126881" y="99390"/>
                  </a:lnTo>
                  <a:lnTo>
                    <a:pt x="121942" y="100806"/>
                  </a:lnTo>
                  <a:lnTo>
                    <a:pt x="115836" y="102555"/>
                  </a:lnTo>
                  <a:lnTo>
                    <a:pt x="114833" y="102842"/>
                  </a:lnTo>
                  <a:lnTo>
                    <a:pt x="110629" y="104794"/>
                  </a:lnTo>
                  <a:lnTo>
                    <a:pt x="104538" y="107623"/>
                  </a:lnTo>
                  <a:lnTo>
                    <a:pt x="101770" y="108908"/>
                  </a:lnTo>
                  <a:lnTo>
                    <a:pt x="97388" y="110468"/>
                  </a:lnTo>
                  <a:lnTo>
                    <a:pt x="89745" y="113189"/>
                  </a:lnTo>
                  <a:lnTo>
                    <a:pt x="82723" y="115690"/>
                  </a:lnTo>
                  <a:lnTo>
                    <a:pt x="77339" y="117607"/>
                  </a:lnTo>
                  <a:lnTo>
                    <a:pt x="72508" y="119327"/>
                  </a:lnTo>
                  <a:lnTo>
                    <a:pt x="71503" y="119685"/>
                  </a:lnTo>
                  <a:lnTo>
                    <a:pt x="67558" y="120530"/>
                  </a:lnTo>
                  <a:lnTo>
                    <a:pt x="60200" y="122107"/>
                  </a:lnTo>
                  <a:lnTo>
                    <a:pt x="54118" y="123409"/>
                  </a:lnTo>
                  <a:lnTo>
                    <a:pt x="48606" y="124590"/>
                  </a:lnTo>
                  <a:lnTo>
                    <a:pt x="43800" y="125620"/>
                  </a:lnTo>
                  <a:lnTo>
                    <a:pt x="38227" y="126814"/>
                  </a:lnTo>
                  <a:lnTo>
                    <a:pt x="32665" y="128005"/>
                  </a:lnTo>
                  <a:lnTo>
                    <a:pt x="28318" y="128936"/>
                  </a:lnTo>
                  <a:lnTo>
                    <a:pt x="23041" y="130067"/>
                  </a:lnTo>
                  <a:lnTo>
                    <a:pt x="13778" y="132051"/>
                  </a:lnTo>
                  <a:lnTo>
                    <a:pt x="6180" y="133678"/>
                  </a:lnTo>
                  <a:lnTo>
                    <a:pt x="4668" y="134002"/>
                  </a:lnTo>
                  <a:lnTo>
                    <a:pt x="3683" y="128556"/>
                  </a:lnTo>
                  <a:lnTo>
                    <a:pt x="3488" y="127124"/>
                  </a:lnTo>
                  <a:lnTo>
                    <a:pt x="1920" y="115596"/>
                  </a:lnTo>
                  <a:lnTo>
                    <a:pt x="0" y="101475"/>
                  </a:lnTo>
                  <a:lnTo>
                    <a:pt x="57497" y="86907"/>
                  </a:lnTo>
                  <a:lnTo>
                    <a:pt x="83543" y="77362"/>
                  </a:lnTo>
                  <a:lnTo>
                    <a:pt x="131458" y="65054"/>
                  </a:lnTo>
                  <a:lnTo>
                    <a:pt x="151116" y="56263"/>
                  </a:lnTo>
                  <a:lnTo>
                    <a:pt x="161273" y="52645"/>
                  </a:lnTo>
                  <a:lnTo>
                    <a:pt x="183550" y="44709"/>
                  </a:lnTo>
                  <a:lnTo>
                    <a:pt x="221637" y="24364"/>
                  </a:lnTo>
                  <a:lnTo>
                    <a:pt x="242768" y="18838"/>
                  </a:lnTo>
                  <a:lnTo>
                    <a:pt x="296826" y="0"/>
                  </a:lnTo>
                  <a:lnTo>
                    <a:pt x="304097" y="53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g558"/>
            <p:cNvSpPr/>
            <p:nvPr/>
          </p:nvSpPr>
          <p:spPr>
            <a:xfrm>
              <a:off x="3364783" y="2921943"/>
              <a:ext cx="83257" cy="45055"/>
            </a:xfrm>
            <a:custGeom>
              <a:avLst/>
              <a:pathLst>
                <a:path w="83257" h="45055">
                  <a:moveTo>
                    <a:pt x="73813" y="0"/>
                  </a:moveTo>
                  <a:lnTo>
                    <a:pt x="77128" y="7536"/>
                  </a:lnTo>
                  <a:lnTo>
                    <a:pt x="80604" y="15441"/>
                  </a:lnTo>
                  <a:lnTo>
                    <a:pt x="83257" y="21473"/>
                  </a:lnTo>
                  <a:lnTo>
                    <a:pt x="56696" y="34869"/>
                  </a:lnTo>
                  <a:lnTo>
                    <a:pt x="56441" y="34944"/>
                  </a:lnTo>
                  <a:lnTo>
                    <a:pt x="30717" y="42510"/>
                  </a:lnTo>
                  <a:lnTo>
                    <a:pt x="4380" y="45055"/>
                  </a:lnTo>
                  <a:lnTo>
                    <a:pt x="1756" y="30829"/>
                  </a:lnTo>
                  <a:lnTo>
                    <a:pt x="0" y="21304"/>
                  </a:lnTo>
                  <a:lnTo>
                    <a:pt x="22523" y="20467"/>
                  </a:lnTo>
                  <a:lnTo>
                    <a:pt x="30235" y="17729"/>
                  </a:lnTo>
                  <a:lnTo>
                    <a:pt x="52009" y="100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g559"/>
            <p:cNvSpPr/>
            <p:nvPr/>
          </p:nvSpPr>
          <p:spPr>
            <a:xfrm>
              <a:off x="3676054" y="2819167"/>
              <a:ext cx="130079" cy="83732"/>
            </a:xfrm>
            <a:custGeom>
              <a:avLst/>
              <a:pathLst>
                <a:path w="130079" h="83732">
                  <a:moveTo>
                    <a:pt x="119219" y="9120"/>
                  </a:moveTo>
                  <a:lnTo>
                    <a:pt x="130079" y="24398"/>
                  </a:lnTo>
                  <a:lnTo>
                    <a:pt x="95609" y="44199"/>
                  </a:lnTo>
                  <a:lnTo>
                    <a:pt x="26789" y="83732"/>
                  </a:lnTo>
                  <a:lnTo>
                    <a:pt x="22611" y="82969"/>
                  </a:lnTo>
                  <a:lnTo>
                    <a:pt x="16207" y="81799"/>
                  </a:lnTo>
                  <a:lnTo>
                    <a:pt x="7761" y="66711"/>
                  </a:lnTo>
                  <a:lnTo>
                    <a:pt x="0" y="52847"/>
                  </a:lnTo>
                  <a:lnTo>
                    <a:pt x="63460" y="23344"/>
                  </a:lnTo>
                  <a:lnTo>
                    <a:pt x="113675" y="0"/>
                  </a:lnTo>
                  <a:lnTo>
                    <a:pt x="115486" y="38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g560"/>
            <p:cNvSpPr/>
            <p:nvPr/>
          </p:nvSpPr>
          <p:spPr>
            <a:xfrm>
              <a:off x="3793394" y="2754315"/>
              <a:ext cx="141800" cy="86686"/>
            </a:xfrm>
            <a:custGeom>
              <a:avLst/>
              <a:pathLst>
                <a:path w="141800" h="86686">
                  <a:moveTo>
                    <a:pt x="65110" y="29208"/>
                  </a:moveTo>
                  <a:lnTo>
                    <a:pt x="65563" y="28965"/>
                  </a:lnTo>
                  <a:lnTo>
                    <a:pt x="129093" y="0"/>
                  </a:lnTo>
                  <a:lnTo>
                    <a:pt x="135797" y="8755"/>
                  </a:lnTo>
                  <a:lnTo>
                    <a:pt x="138324" y="12054"/>
                  </a:lnTo>
                  <a:lnTo>
                    <a:pt x="141800" y="17658"/>
                  </a:lnTo>
                  <a:lnTo>
                    <a:pt x="133988" y="21964"/>
                  </a:lnTo>
                  <a:lnTo>
                    <a:pt x="122151" y="28488"/>
                  </a:lnTo>
                  <a:lnTo>
                    <a:pt x="113490" y="33262"/>
                  </a:lnTo>
                  <a:lnTo>
                    <a:pt x="103734" y="38639"/>
                  </a:lnTo>
                  <a:lnTo>
                    <a:pt x="89027" y="46745"/>
                  </a:lnTo>
                  <a:lnTo>
                    <a:pt x="70765" y="56810"/>
                  </a:lnTo>
                  <a:lnTo>
                    <a:pt x="44700" y="71176"/>
                  </a:lnTo>
                  <a:lnTo>
                    <a:pt x="16559" y="86686"/>
                  </a:lnTo>
                  <a:lnTo>
                    <a:pt x="8462" y="74785"/>
                  </a:lnTo>
                  <a:lnTo>
                    <a:pt x="0" y="62348"/>
                  </a:lnTo>
                  <a:lnTo>
                    <a:pt x="54942" y="34659"/>
                  </a:lnTo>
                  <a:lnTo>
                    <a:pt x="61175" y="313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g561"/>
            <p:cNvSpPr/>
            <p:nvPr/>
          </p:nvSpPr>
          <p:spPr>
            <a:xfrm>
              <a:off x="3964506" y="2761215"/>
              <a:ext cx="64037" cy="42331"/>
            </a:xfrm>
            <a:custGeom>
              <a:avLst/>
              <a:pathLst>
                <a:path w="64037" h="42331">
                  <a:moveTo>
                    <a:pt x="48533" y="32006"/>
                  </a:moveTo>
                  <a:lnTo>
                    <a:pt x="23938" y="42331"/>
                  </a:lnTo>
                  <a:lnTo>
                    <a:pt x="12225" y="21814"/>
                  </a:lnTo>
                  <a:lnTo>
                    <a:pt x="0" y="399"/>
                  </a:lnTo>
                  <a:lnTo>
                    <a:pt x="8881" y="0"/>
                  </a:lnTo>
                  <a:lnTo>
                    <a:pt x="13823" y="370"/>
                  </a:lnTo>
                  <a:lnTo>
                    <a:pt x="17747" y="664"/>
                  </a:lnTo>
                  <a:lnTo>
                    <a:pt x="26476" y="2384"/>
                  </a:lnTo>
                  <a:lnTo>
                    <a:pt x="34949" y="5135"/>
                  </a:lnTo>
                  <a:lnTo>
                    <a:pt x="43049" y="8880"/>
                  </a:lnTo>
                  <a:lnTo>
                    <a:pt x="50665" y="13567"/>
                  </a:lnTo>
                  <a:lnTo>
                    <a:pt x="57693" y="19131"/>
                  </a:lnTo>
                  <a:lnTo>
                    <a:pt x="64037" y="254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g562"/>
            <p:cNvSpPr/>
            <p:nvPr/>
          </p:nvSpPr>
          <p:spPr>
            <a:xfrm>
              <a:off x="3813400" y="2767735"/>
              <a:ext cx="169836" cy="124789"/>
            </a:xfrm>
            <a:custGeom>
              <a:avLst/>
              <a:pathLst>
                <a:path w="169836" h="124789">
                  <a:moveTo>
                    <a:pt x="73017" y="39139"/>
                  </a:moveTo>
                  <a:lnTo>
                    <a:pt x="79202" y="35509"/>
                  </a:lnTo>
                  <a:lnTo>
                    <a:pt x="81287" y="34285"/>
                  </a:lnTo>
                  <a:lnTo>
                    <a:pt x="84557" y="32569"/>
                  </a:lnTo>
                  <a:lnTo>
                    <a:pt x="92178" y="28570"/>
                  </a:lnTo>
                  <a:lnTo>
                    <a:pt x="99018" y="24981"/>
                  </a:lnTo>
                  <a:lnTo>
                    <a:pt x="107872" y="20336"/>
                  </a:lnTo>
                  <a:lnTo>
                    <a:pt x="113881" y="17183"/>
                  </a:lnTo>
                  <a:lnTo>
                    <a:pt x="118709" y="14649"/>
                  </a:lnTo>
                  <a:lnTo>
                    <a:pt x="124241" y="11746"/>
                  </a:lnTo>
                  <a:lnTo>
                    <a:pt x="128866" y="9319"/>
                  </a:lnTo>
                  <a:lnTo>
                    <a:pt x="134546" y="6339"/>
                  </a:lnTo>
                  <a:lnTo>
                    <a:pt x="138778" y="4118"/>
                  </a:lnTo>
                  <a:lnTo>
                    <a:pt x="143340" y="1725"/>
                  </a:lnTo>
                  <a:lnTo>
                    <a:pt x="146628" y="0"/>
                  </a:lnTo>
                  <a:lnTo>
                    <a:pt x="153924" y="12623"/>
                  </a:lnTo>
                  <a:lnTo>
                    <a:pt x="161349" y="25470"/>
                  </a:lnTo>
                  <a:lnTo>
                    <a:pt x="169836" y="40155"/>
                  </a:lnTo>
                  <a:lnTo>
                    <a:pt x="164121" y="43649"/>
                  </a:lnTo>
                  <a:lnTo>
                    <a:pt x="159830" y="46272"/>
                  </a:lnTo>
                  <a:lnTo>
                    <a:pt x="156115" y="48543"/>
                  </a:lnTo>
                  <a:lnTo>
                    <a:pt x="152428" y="50797"/>
                  </a:lnTo>
                  <a:lnTo>
                    <a:pt x="147798" y="53627"/>
                  </a:lnTo>
                  <a:lnTo>
                    <a:pt x="143194" y="56441"/>
                  </a:lnTo>
                  <a:lnTo>
                    <a:pt x="138708" y="59183"/>
                  </a:lnTo>
                  <a:lnTo>
                    <a:pt x="132488" y="62985"/>
                  </a:lnTo>
                  <a:lnTo>
                    <a:pt x="127184" y="66228"/>
                  </a:lnTo>
                  <a:lnTo>
                    <a:pt x="121494" y="69706"/>
                  </a:lnTo>
                  <a:lnTo>
                    <a:pt x="111583" y="75764"/>
                  </a:lnTo>
                  <a:lnTo>
                    <a:pt x="101986" y="81631"/>
                  </a:lnTo>
                  <a:lnTo>
                    <a:pt x="93209" y="86996"/>
                  </a:lnTo>
                  <a:lnTo>
                    <a:pt x="85809" y="91519"/>
                  </a:lnTo>
                  <a:lnTo>
                    <a:pt x="78212" y="96163"/>
                  </a:lnTo>
                  <a:lnTo>
                    <a:pt x="72258" y="99802"/>
                  </a:lnTo>
                  <a:lnTo>
                    <a:pt x="65095" y="104181"/>
                  </a:lnTo>
                  <a:lnTo>
                    <a:pt x="59889" y="107363"/>
                  </a:lnTo>
                  <a:lnTo>
                    <a:pt x="54295" y="110783"/>
                  </a:lnTo>
                  <a:lnTo>
                    <a:pt x="49449" y="113745"/>
                  </a:lnTo>
                  <a:lnTo>
                    <a:pt x="45928" y="115897"/>
                  </a:lnTo>
                  <a:lnTo>
                    <a:pt x="42262" y="118138"/>
                  </a:lnTo>
                  <a:lnTo>
                    <a:pt x="36862" y="121439"/>
                  </a:lnTo>
                  <a:lnTo>
                    <a:pt x="31381" y="124789"/>
                  </a:lnTo>
                  <a:lnTo>
                    <a:pt x="21726" y="110567"/>
                  </a:lnTo>
                  <a:lnTo>
                    <a:pt x="13983" y="99160"/>
                  </a:lnTo>
                  <a:lnTo>
                    <a:pt x="1668" y="81020"/>
                  </a:lnTo>
                  <a:lnTo>
                    <a:pt x="0" y="78561"/>
                  </a:lnTo>
                  <a:lnTo>
                    <a:pt x="6460" y="75079"/>
                  </a:lnTo>
                  <a:lnTo>
                    <a:pt x="13775" y="71136"/>
                  </a:lnTo>
                  <a:lnTo>
                    <a:pt x="17157" y="69313"/>
                  </a:lnTo>
                  <a:lnTo>
                    <a:pt x="20667" y="67422"/>
                  </a:lnTo>
                  <a:lnTo>
                    <a:pt x="24682" y="65257"/>
                  </a:lnTo>
                  <a:lnTo>
                    <a:pt x="31242" y="61721"/>
                  </a:lnTo>
                  <a:lnTo>
                    <a:pt x="39003" y="57538"/>
                  </a:lnTo>
                  <a:lnTo>
                    <a:pt x="47688" y="52857"/>
                  </a:lnTo>
                  <a:lnTo>
                    <a:pt x="56975" y="47851"/>
                  </a:lnTo>
                  <a:lnTo>
                    <a:pt x="64931" y="43563"/>
                  </a:lnTo>
                  <a:lnTo>
                    <a:pt x="71661" y="39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g563"/>
            <p:cNvSpPr/>
            <p:nvPr/>
          </p:nvSpPr>
          <p:spPr>
            <a:xfrm>
              <a:off x="3699582" y="2854575"/>
              <a:ext cx="134547" cy="109973"/>
            </a:xfrm>
            <a:custGeom>
              <a:avLst/>
              <a:pathLst>
                <a:path w="134547" h="109973">
                  <a:moveTo>
                    <a:pt x="119219" y="18767"/>
                  </a:moveTo>
                  <a:lnTo>
                    <a:pt x="134547" y="43189"/>
                  </a:lnTo>
                  <a:lnTo>
                    <a:pt x="130257" y="45919"/>
                  </a:lnTo>
                  <a:lnTo>
                    <a:pt x="125009" y="49259"/>
                  </a:lnTo>
                  <a:lnTo>
                    <a:pt x="119113" y="53011"/>
                  </a:lnTo>
                  <a:lnTo>
                    <a:pt x="113231" y="56755"/>
                  </a:lnTo>
                  <a:lnTo>
                    <a:pt x="108146" y="59991"/>
                  </a:lnTo>
                  <a:lnTo>
                    <a:pt x="103074" y="63219"/>
                  </a:lnTo>
                  <a:lnTo>
                    <a:pt x="96971" y="67103"/>
                  </a:lnTo>
                  <a:lnTo>
                    <a:pt x="92154" y="70169"/>
                  </a:lnTo>
                  <a:lnTo>
                    <a:pt x="85196" y="74598"/>
                  </a:lnTo>
                  <a:lnTo>
                    <a:pt x="80877" y="77346"/>
                  </a:lnTo>
                  <a:lnTo>
                    <a:pt x="72355" y="82770"/>
                  </a:lnTo>
                  <a:lnTo>
                    <a:pt x="71687" y="83195"/>
                  </a:lnTo>
                  <a:lnTo>
                    <a:pt x="66960" y="86203"/>
                  </a:lnTo>
                  <a:lnTo>
                    <a:pt x="60196" y="90508"/>
                  </a:lnTo>
                  <a:lnTo>
                    <a:pt x="54588" y="94077"/>
                  </a:lnTo>
                  <a:lnTo>
                    <a:pt x="53907" y="94393"/>
                  </a:lnTo>
                  <a:lnTo>
                    <a:pt x="48572" y="96866"/>
                  </a:lnTo>
                  <a:lnTo>
                    <a:pt x="42526" y="99668"/>
                  </a:lnTo>
                  <a:lnTo>
                    <a:pt x="42236" y="99779"/>
                  </a:lnTo>
                  <a:lnTo>
                    <a:pt x="37424" y="101622"/>
                  </a:lnTo>
                  <a:lnTo>
                    <a:pt x="31482" y="103899"/>
                  </a:lnTo>
                  <a:lnTo>
                    <a:pt x="30124" y="104419"/>
                  </a:lnTo>
                  <a:lnTo>
                    <a:pt x="25338" y="105886"/>
                  </a:lnTo>
                  <a:lnTo>
                    <a:pt x="20363" y="107412"/>
                  </a:lnTo>
                  <a:lnTo>
                    <a:pt x="17438" y="108309"/>
                  </a:lnTo>
                  <a:lnTo>
                    <a:pt x="10595" y="109973"/>
                  </a:lnTo>
                  <a:lnTo>
                    <a:pt x="8229" y="99522"/>
                  </a:lnTo>
                  <a:lnTo>
                    <a:pt x="4358" y="82414"/>
                  </a:lnTo>
                  <a:lnTo>
                    <a:pt x="0" y="63156"/>
                  </a:lnTo>
                  <a:lnTo>
                    <a:pt x="7947" y="58482"/>
                  </a:lnTo>
                  <a:lnTo>
                    <a:pt x="14238" y="54783"/>
                  </a:lnTo>
                  <a:lnTo>
                    <a:pt x="23430" y="49378"/>
                  </a:lnTo>
                  <a:lnTo>
                    <a:pt x="31074" y="44884"/>
                  </a:lnTo>
                  <a:lnTo>
                    <a:pt x="40799" y="39165"/>
                  </a:lnTo>
                  <a:lnTo>
                    <a:pt x="48813" y="34453"/>
                  </a:lnTo>
                  <a:lnTo>
                    <a:pt x="58706" y="28636"/>
                  </a:lnTo>
                  <a:lnTo>
                    <a:pt x="68465" y="22898"/>
                  </a:lnTo>
                  <a:lnTo>
                    <a:pt x="77836" y="17388"/>
                  </a:lnTo>
                  <a:lnTo>
                    <a:pt x="89564" y="10492"/>
                  </a:lnTo>
                  <a:lnTo>
                    <a:pt x="107407" y="0"/>
                  </a:lnTo>
                  <a:lnTo>
                    <a:pt x="109216" y="2861"/>
                  </a:lnTo>
                  <a:lnTo>
                    <a:pt x="111900" y="7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g564"/>
            <p:cNvSpPr/>
            <p:nvPr/>
          </p:nvSpPr>
          <p:spPr>
            <a:xfrm>
              <a:off x="3621610" y="2916239"/>
              <a:ext cx="81031" cy="65442"/>
            </a:xfrm>
            <a:custGeom>
              <a:avLst/>
              <a:pathLst>
                <a:path w="81031" h="65442">
                  <a:moveTo>
                    <a:pt x="8970" y="15968"/>
                  </a:moveTo>
                  <a:lnTo>
                    <a:pt x="16063" y="13990"/>
                  </a:lnTo>
                  <a:lnTo>
                    <a:pt x="23247" y="11988"/>
                  </a:lnTo>
                  <a:lnTo>
                    <a:pt x="31013" y="9824"/>
                  </a:lnTo>
                  <a:lnTo>
                    <a:pt x="38269" y="7801"/>
                  </a:lnTo>
                  <a:lnTo>
                    <a:pt x="46160" y="5602"/>
                  </a:lnTo>
                  <a:lnTo>
                    <a:pt x="53499" y="3556"/>
                  </a:lnTo>
                  <a:lnTo>
                    <a:pt x="57200" y="2525"/>
                  </a:lnTo>
                  <a:lnTo>
                    <a:pt x="60497" y="1698"/>
                  </a:lnTo>
                  <a:lnTo>
                    <a:pt x="64636" y="660"/>
                  </a:lnTo>
                  <a:lnTo>
                    <a:pt x="67271" y="0"/>
                  </a:lnTo>
                  <a:lnTo>
                    <a:pt x="71826" y="17294"/>
                  </a:lnTo>
                  <a:lnTo>
                    <a:pt x="75474" y="31144"/>
                  </a:lnTo>
                  <a:lnTo>
                    <a:pt x="81031" y="52244"/>
                  </a:lnTo>
                  <a:lnTo>
                    <a:pt x="76975" y="53025"/>
                  </a:lnTo>
                  <a:lnTo>
                    <a:pt x="71457" y="54088"/>
                  </a:lnTo>
                  <a:lnTo>
                    <a:pt x="67029" y="54940"/>
                  </a:lnTo>
                  <a:lnTo>
                    <a:pt x="62015" y="55905"/>
                  </a:lnTo>
                  <a:lnTo>
                    <a:pt x="56808" y="56908"/>
                  </a:lnTo>
                  <a:lnTo>
                    <a:pt x="51364" y="57956"/>
                  </a:lnTo>
                  <a:lnTo>
                    <a:pt x="50532" y="58116"/>
                  </a:lnTo>
                  <a:lnTo>
                    <a:pt x="44415" y="59293"/>
                  </a:lnTo>
                  <a:lnTo>
                    <a:pt x="38859" y="60363"/>
                  </a:lnTo>
                  <a:lnTo>
                    <a:pt x="33571" y="61381"/>
                  </a:lnTo>
                  <a:lnTo>
                    <a:pt x="26867" y="62672"/>
                  </a:lnTo>
                  <a:lnTo>
                    <a:pt x="22847" y="63446"/>
                  </a:lnTo>
                  <a:lnTo>
                    <a:pt x="12475" y="65442"/>
                  </a:lnTo>
                  <a:lnTo>
                    <a:pt x="10615" y="58437"/>
                  </a:lnTo>
                  <a:lnTo>
                    <a:pt x="8687" y="51177"/>
                  </a:lnTo>
                  <a:lnTo>
                    <a:pt x="5657" y="39771"/>
                  </a:lnTo>
                  <a:lnTo>
                    <a:pt x="0" y="184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g565"/>
            <p:cNvSpPr/>
            <p:nvPr/>
          </p:nvSpPr>
          <p:spPr>
            <a:xfrm>
              <a:off x="3733252" y="2981621"/>
              <a:ext cx="139313" cy="134638"/>
            </a:xfrm>
            <a:custGeom>
              <a:avLst/>
              <a:pathLst>
                <a:path w="139313" h="134638">
                  <a:moveTo>
                    <a:pt x="50681" y="134638"/>
                  </a:moveTo>
                  <a:lnTo>
                    <a:pt x="43886" y="130443"/>
                  </a:lnTo>
                  <a:lnTo>
                    <a:pt x="38005" y="126813"/>
                  </a:lnTo>
                  <a:lnTo>
                    <a:pt x="30687" y="122295"/>
                  </a:lnTo>
                  <a:lnTo>
                    <a:pt x="25863" y="119317"/>
                  </a:lnTo>
                  <a:lnTo>
                    <a:pt x="25213" y="118505"/>
                  </a:lnTo>
                  <a:lnTo>
                    <a:pt x="21509" y="113877"/>
                  </a:lnTo>
                  <a:lnTo>
                    <a:pt x="17897" y="109363"/>
                  </a:lnTo>
                  <a:lnTo>
                    <a:pt x="14806" y="105502"/>
                  </a:lnTo>
                  <a:lnTo>
                    <a:pt x="47366" y="91869"/>
                  </a:lnTo>
                  <a:lnTo>
                    <a:pt x="45831" y="86636"/>
                  </a:lnTo>
                  <a:lnTo>
                    <a:pt x="12556" y="99718"/>
                  </a:lnTo>
                  <a:lnTo>
                    <a:pt x="11655" y="95928"/>
                  </a:lnTo>
                  <a:lnTo>
                    <a:pt x="10475" y="90968"/>
                  </a:lnTo>
                  <a:lnTo>
                    <a:pt x="10265" y="90084"/>
                  </a:lnTo>
                  <a:lnTo>
                    <a:pt x="9244" y="86203"/>
                  </a:lnTo>
                  <a:lnTo>
                    <a:pt x="8151" y="82052"/>
                  </a:lnTo>
                  <a:lnTo>
                    <a:pt x="6870" y="77180"/>
                  </a:lnTo>
                  <a:lnTo>
                    <a:pt x="5736" y="72871"/>
                  </a:lnTo>
                  <a:lnTo>
                    <a:pt x="4519" y="68247"/>
                  </a:lnTo>
                  <a:lnTo>
                    <a:pt x="3310" y="63652"/>
                  </a:lnTo>
                  <a:lnTo>
                    <a:pt x="2158" y="59276"/>
                  </a:lnTo>
                  <a:lnTo>
                    <a:pt x="829" y="54224"/>
                  </a:lnTo>
                  <a:lnTo>
                    <a:pt x="0" y="51072"/>
                  </a:lnTo>
                  <a:lnTo>
                    <a:pt x="9330" y="48012"/>
                  </a:lnTo>
                  <a:lnTo>
                    <a:pt x="20621" y="44308"/>
                  </a:lnTo>
                  <a:lnTo>
                    <a:pt x="32686" y="40351"/>
                  </a:lnTo>
                  <a:lnTo>
                    <a:pt x="39681" y="37401"/>
                  </a:lnTo>
                  <a:lnTo>
                    <a:pt x="52244" y="32103"/>
                  </a:lnTo>
                  <a:lnTo>
                    <a:pt x="64350" y="26997"/>
                  </a:lnTo>
                  <a:lnTo>
                    <a:pt x="65919" y="26062"/>
                  </a:lnTo>
                  <a:lnTo>
                    <a:pt x="79464" y="17980"/>
                  </a:lnTo>
                  <a:lnTo>
                    <a:pt x="91816" y="10610"/>
                  </a:lnTo>
                  <a:lnTo>
                    <a:pt x="99433" y="6066"/>
                  </a:lnTo>
                  <a:lnTo>
                    <a:pt x="110801" y="3683"/>
                  </a:lnTo>
                  <a:lnTo>
                    <a:pt x="128368" y="0"/>
                  </a:lnTo>
                  <a:lnTo>
                    <a:pt x="132835" y="9371"/>
                  </a:lnTo>
                  <a:lnTo>
                    <a:pt x="139313" y="22963"/>
                  </a:lnTo>
                  <a:lnTo>
                    <a:pt x="122651" y="30885"/>
                  </a:lnTo>
                  <a:lnTo>
                    <a:pt x="112696" y="35619"/>
                  </a:lnTo>
                  <a:lnTo>
                    <a:pt x="110342" y="36738"/>
                  </a:lnTo>
                  <a:lnTo>
                    <a:pt x="105778" y="45215"/>
                  </a:lnTo>
                  <a:lnTo>
                    <a:pt x="101382" y="53380"/>
                  </a:lnTo>
                  <a:lnTo>
                    <a:pt x="96861" y="61777"/>
                  </a:lnTo>
                  <a:lnTo>
                    <a:pt x="93846" y="67379"/>
                  </a:lnTo>
                  <a:lnTo>
                    <a:pt x="89818" y="74860"/>
                  </a:lnTo>
                  <a:lnTo>
                    <a:pt x="86216" y="81551"/>
                  </a:lnTo>
                  <a:lnTo>
                    <a:pt x="85002" y="83806"/>
                  </a:lnTo>
                  <a:lnTo>
                    <a:pt x="79710" y="91644"/>
                  </a:lnTo>
                  <a:lnTo>
                    <a:pt x="73133" y="101385"/>
                  </a:lnTo>
                  <a:lnTo>
                    <a:pt x="66274" y="111543"/>
                  </a:lnTo>
                  <a:lnTo>
                    <a:pt x="54159" y="129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g566"/>
            <p:cNvSpPr/>
            <p:nvPr/>
          </p:nvSpPr>
          <p:spPr>
            <a:xfrm>
              <a:off x="3635214" y="2976522"/>
              <a:ext cx="109445" cy="66978"/>
            </a:xfrm>
            <a:custGeom>
              <a:avLst/>
              <a:pathLst>
                <a:path w="109445" h="66978">
                  <a:moveTo>
                    <a:pt x="55326" y="6388"/>
                  </a:moveTo>
                  <a:lnTo>
                    <a:pt x="68929" y="4160"/>
                  </a:lnTo>
                  <a:lnTo>
                    <a:pt x="83625" y="1754"/>
                  </a:lnTo>
                  <a:lnTo>
                    <a:pt x="91027" y="542"/>
                  </a:lnTo>
                  <a:lnTo>
                    <a:pt x="92012" y="380"/>
                  </a:lnTo>
                  <a:lnTo>
                    <a:pt x="97897" y="0"/>
                  </a:lnTo>
                  <a:lnTo>
                    <a:pt x="101954" y="15971"/>
                  </a:lnTo>
                  <a:lnTo>
                    <a:pt x="109445" y="45462"/>
                  </a:lnTo>
                  <a:lnTo>
                    <a:pt x="102042" y="46927"/>
                  </a:lnTo>
                  <a:lnTo>
                    <a:pt x="95391" y="48243"/>
                  </a:lnTo>
                  <a:lnTo>
                    <a:pt x="88202" y="49665"/>
                  </a:lnTo>
                  <a:lnTo>
                    <a:pt x="82735" y="50746"/>
                  </a:lnTo>
                  <a:lnTo>
                    <a:pt x="76558" y="51968"/>
                  </a:lnTo>
                  <a:lnTo>
                    <a:pt x="67432" y="53773"/>
                  </a:lnTo>
                  <a:lnTo>
                    <a:pt x="60997" y="55046"/>
                  </a:lnTo>
                  <a:lnTo>
                    <a:pt x="56069" y="56579"/>
                  </a:lnTo>
                  <a:lnTo>
                    <a:pt x="55183" y="56796"/>
                  </a:lnTo>
                  <a:lnTo>
                    <a:pt x="42200" y="59980"/>
                  </a:lnTo>
                  <a:lnTo>
                    <a:pt x="13658" y="66978"/>
                  </a:lnTo>
                  <a:lnTo>
                    <a:pt x="11988" y="61097"/>
                  </a:lnTo>
                  <a:lnTo>
                    <a:pt x="8265" y="47990"/>
                  </a:lnTo>
                  <a:lnTo>
                    <a:pt x="4836" y="35918"/>
                  </a:lnTo>
                  <a:lnTo>
                    <a:pt x="0" y="18891"/>
                  </a:lnTo>
                  <a:lnTo>
                    <a:pt x="11680" y="16119"/>
                  </a:lnTo>
                  <a:lnTo>
                    <a:pt x="22704" y="13502"/>
                  </a:lnTo>
                  <a:lnTo>
                    <a:pt x="30354" y="11686"/>
                  </a:lnTo>
                  <a:lnTo>
                    <a:pt x="39512" y="9513"/>
                  </a:lnTo>
                  <a:lnTo>
                    <a:pt x="46787" y="77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g567"/>
            <p:cNvSpPr/>
            <p:nvPr/>
          </p:nvSpPr>
          <p:spPr>
            <a:xfrm>
              <a:off x="3653123" y="3036302"/>
              <a:ext cx="90308" cy="66026"/>
            </a:xfrm>
            <a:custGeom>
              <a:avLst/>
              <a:pathLst>
                <a:path w="90308" h="66026">
                  <a:moveTo>
                    <a:pt x="6020" y="15469"/>
                  </a:moveTo>
                  <a:lnTo>
                    <a:pt x="14148" y="13105"/>
                  </a:lnTo>
                  <a:lnTo>
                    <a:pt x="21484" y="10972"/>
                  </a:lnTo>
                  <a:lnTo>
                    <a:pt x="28909" y="8813"/>
                  </a:lnTo>
                  <a:lnTo>
                    <a:pt x="35899" y="6781"/>
                  </a:lnTo>
                  <a:lnTo>
                    <a:pt x="43452" y="4585"/>
                  </a:lnTo>
                  <a:lnTo>
                    <a:pt x="44242" y="4355"/>
                  </a:lnTo>
                  <a:lnTo>
                    <a:pt x="50377" y="3552"/>
                  </a:lnTo>
                  <a:lnTo>
                    <a:pt x="58011" y="2554"/>
                  </a:lnTo>
                  <a:lnTo>
                    <a:pt x="66052" y="1501"/>
                  </a:lnTo>
                  <a:lnTo>
                    <a:pt x="72400" y="671"/>
                  </a:lnTo>
                  <a:lnTo>
                    <a:pt x="74886" y="346"/>
                  </a:lnTo>
                  <a:lnTo>
                    <a:pt x="77530" y="0"/>
                  </a:lnTo>
                  <a:lnTo>
                    <a:pt x="81339" y="13850"/>
                  </a:lnTo>
                  <a:lnTo>
                    <a:pt x="83634" y="22196"/>
                  </a:lnTo>
                  <a:lnTo>
                    <a:pt x="86582" y="32918"/>
                  </a:lnTo>
                  <a:lnTo>
                    <a:pt x="90308" y="46467"/>
                  </a:lnTo>
                  <a:lnTo>
                    <a:pt x="82149" y="48445"/>
                  </a:lnTo>
                  <a:lnTo>
                    <a:pt x="77785" y="49502"/>
                  </a:lnTo>
                  <a:lnTo>
                    <a:pt x="73104" y="50637"/>
                  </a:lnTo>
                  <a:lnTo>
                    <a:pt x="68194" y="51827"/>
                  </a:lnTo>
                  <a:lnTo>
                    <a:pt x="62088" y="53307"/>
                  </a:lnTo>
                  <a:lnTo>
                    <a:pt x="56447" y="54675"/>
                  </a:lnTo>
                  <a:lnTo>
                    <a:pt x="50067" y="56221"/>
                  </a:lnTo>
                  <a:lnTo>
                    <a:pt x="44839" y="57488"/>
                  </a:lnTo>
                  <a:lnTo>
                    <a:pt x="38622" y="58995"/>
                  </a:lnTo>
                  <a:lnTo>
                    <a:pt x="36536" y="59501"/>
                  </a:lnTo>
                  <a:lnTo>
                    <a:pt x="34418" y="60084"/>
                  </a:lnTo>
                  <a:lnTo>
                    <a:pt x="29894" y="61328"/>
                  </a:lnTo>
                  <a:lnTo>
                    <a:pt x="25429" y="62556"/>
                  </a:lnTo>
                  <a:lnTo>
                    <a:pt x="21334" y="63682"/>
                  </a:lnTo>
                  <a:lnTo>
                    <a:pt x="16270" y="65075"/>
                  </a:lnTo>
                  <a:lnTo>
                    <a:pt x="12814" y="66026"/>
                  </a:lnTo>
                  <a:lnTo>
                    <a:pt x="10167" y="55944"/>
                  </a:lnTo>
                  <a:lnTo>
                    <a:pt x="8446" y="49391"/>
                  </a:lnTo>
                  <a:lnTo>
                    <a:pt x="5969" y="39955"/>
                  </a:lnTo>
                  <a:lnTo>
                    <a:pt x="3001" y="28651"/>
                  </a:lnTo>
                  <a:lnTo>
                    <a:pt x="0" y="1722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g568"/>
            <p:cNvSpPr/>
            <p:nvPr/>
          </p:nvSpPr>
          <p:spPr>
            <a:xfrm>
              <a:off x="3578364" y="2994443"/>
              <a:ext cx="77509" cy="124491"/>
            </a:xfrm>
            <a:custGeom>
              <a:avLst/>
              <a:pathLst>
                <a:path w="77509" h="124491">
                  <a:moveTo>
                    <a:pt x="68538" y="113963"/>
                  </a:moveTo>
                  <a:lnTo>
                    <a:pt x="51716" y="118590"/>
                  </a:lnTo>
                  <a:lnTo>
                    <a:pt x="30257" y="124491"/>
                  </a:lnTo>
                  <a:lnTo>
                    <a:pt x="28698" y="118751"/>
                  </a:lnTo>
                  <a:lnTo>
                    <a:pt x="26616" y="111086"/>
                  </a:lnTo>
                  <a:lnTo>
                    <a:pt x="24618" y="103733"/>
                  </a:lnTo>
                  <a:lnTo>
                    <a:pt x="23014" y="97828"/>
                  </a:lnTo>
                  <a:lnTo>
                    <a:pt x="20774" y="89580"/>
                  </a:lnTo>
                  <a:lnTo>
                    <a:pt x="18666" y="81818"/>
                  </a:lnTo>
                  <a:lnTo>
                    <a:pt x="17111" y="76096"/>
                  </a:lnTo>
                  <a:lnTo>
                    <a:pt x="14930" y="68064"/>
                  </a:lnTo>
                  <a:lnTo>
                    <a:pt x="12965" y="60831"/>
                  </a:lnTo>
                  <a:lnTo>
                    <a:pt x="10947" y="53403"/>
                  </a:lnTo>
                  <a:lnTo>
                    <a:pt x="8824" y="45587"/>
                  </a:lnTo>
                  <a:lnTo>
                    <a:pt x="6821" y="38213"/>
                  </a:lnTo>
                  <a:lnTo>
                    <a:pt x="4115" y="28249"/>
                  </a:lnTo>
                  <a:lnTo>
                    <a:pt x="1824" y="19817"/>
                  </a:lnTo>
                  <a:lnTo>
                    <a:pt x="0" y="13099"/>
                  </a:lnTo>
                  <a:lnTo>
                    <a:pt x="5400" y="11601"/>
                  </a:lnTo>
                  <a:lnTo>
                    <a:pt x="12743" y="9564"/>
                  </a:lnTo>
                  <a:lnTo>
                    <a:pt x="20956" y="7285"/>
                  </a:lnTo>
                  <a:lnTo>
                    <a:pt x="29568" y="4896"/>
                  </a:lnTo>
                  <a:lnTo>
                    <a:pt x="38948" y="2294"/>
                  </a:lnTo>
                  <a:lnTo>
                    <a:pt x="47221" y="0"/>
                  </a:lnTo>
                  <a:lnTo>
                    <a:pt x="50678" y="12727"/>
                  </a:lnTo>
                  <a:lnTo>
                    <a:pt x="52560" y="19656"/>
                  </a:lnTo>
                  <a:lnTo>
                    <a:pt x="54566" y="27040"/>
                  </a:lnTo>
                  <a:lnTo>
                    <a:pt x="56610" y="34565"/>
                  </a:lnTo>
                  <a:lnTo>
                    <a:pt x="59490" y="45166"/>
                  </a:lnTo>
                  <a:lnTo>
                    <a:pt x="62238" y="55282"/>
                  </a:lnTo>
                  <a:lnTo>
                    <a:pt x="65136" y="65948"/>
                  </a:lnTo>
                  <a:lnTo>
                    <a:pt x="67966" y="76366"/>
                  </a:lnTo>
                  <a:lnTo>
                    <a:pt x="70136" y="84355"/>
                  </a:lnTo>
                  <a:lnTo>
                    <a:pt x="72133" y="91707"/>
                  </a:lnTo>
                  <a:lnTo>
                    <a:pt x="73670" y="97364"/>
                  </a:lnTo>
                  <a:lnTo>
                    <a:pt x="74935" y="102019"/>
                  </a:lnTo>
                  <a:lnTo>
                    <a:pt x="75901" y="105575"/>
                  </a:lnTo>
                  <a:lnTo>
                    <a:pt x="76776" y="108795"/>
                  </a:lnTo>
                  <a:lnTo>
                    <a:pt x="77509" y="11149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g569"/>
            <p:cNvSpPr/>
            <p:nvPr/>
          </p:nvSpPr>
          <p:spPr>
            <a:xfrm>
              <a:off x="3479514" y="3014592"/>
              <a:ext cx="100410" cy="73236"/>
            </a:xfrm>
            <a:custGeom>
              <a:avLst/>
              <a:pathLst>
                <a:path w="100410" h="73236">
                  <a:moveTo>
                    <a:pt x="10364" y="63261"/>
                  </a:moveTo>
                  <a:lnTo>
                    <a:pt x="8008" y="54430"/>
                  </a:lnTo>
                  <a:lnTo>
                    <a:pt x="4586" y="41603"/>
                  </a:lnTo>
                  <a:lnTo>
                    <a:pt x="0" y="24411"/>
                  </a:lnTo>
                  <a:lnTo>
                    <a:pt x="6757" y="22500"/>
                  </a:lnTo>
                  <a:lnTo>
                    <a:pt x="12150" y="20974"/>
                  </a:lnTo>
                  <a:lnTo>
                    <a:pt x="18731" y="19113"/>
                  </a:lnTo>
                  <a:lnTo>
                    <a:pt x="25056" y="17324"/>
                  </a:lnTo>
                  <a:lnTo>
                    <a:pt x="32416" y="15242"/>
                  </a:lnTo>
                  <a:lnTo>
                    <a:pt x="38714" y="13460"/>
                  </a:lnTo>
                  <a:lnTo>
                    <a:pt x="45149" y="11640"/>
                  </a:lnTo>
                  <a:lnTo>
                    <a:pt x="50156" y="10223"/>
                  </a:lnTo>
                  <a:lnTo>
                    <a:pt x="57737" y="8079"/>
                  </a:lnTo>
                  <a:lnTo>
                    <a:pt x="63758" y="6376"/>
                  </a:lnTo>
                  <a:lnTo>
                    <a:pt x="68663" y="4988"/>
                  </a:lnTo>
                  <a:lnTo>
                    <a:pt x="72631" y="3866"/>
                  </a:lnTo>
                  <a:lnTo>
                    <a:pt x="77582" y="2465"/>
                  </a:lnTo>
                  <a:lnTo>
                    <a:pt x="86299" y="0"/>
                  </a:lnTo>
                  <a:lnTo>
                    <a:pt x="89011" y="9328"/>
                  </a:lnTo>
                  <a:lnTo>
                    <a:pt x="91826" y="19015"/>
                  </a:lnTo>
                  <a:lnTo>
                    <a:pt x="96016" y="33430"/>
                  </a:lnTo>
                  <a:lnTo>
                    <a:pt x="100410" y="48547"/>
                  </a:lnTo>
                  <a:lnTo>
                    <a:pt x="96981" y="49515"/>
                  </a:lnTo>
                  <a:lnTo>
                    <a:pt x="92581" y="50759"/>
                  </a:lnTo>
                  <a:lnTo>
                    <a:pt x="85869" y="52655"/>
                  </a:lnTo>
                  <a:lnTo>
                    <a:pt x="79803" y="54369"/>
                  </a:lnTo>
                  <a:lnTo>
                    <a:pt x="73997" y="56009"/>
                  </a:lnTo>
                  <a:lnTo>
                    <a:pt x="68285" y="57623"/>
                  </a:lnTo>
                  <a:lnTo>
                    <a:pt x="59582" y="60082"/>
                  </a:lnTo>
                  <a:lnTo>
                    <a:pt x="51355" y="62406"/>
                  </a:lnTo>
                  <a:lnTo>
                    <a:pt x="43640" y="64586"/>
                  </a:lnTo>
                  <a:lnTo>
                    <a:pt x="37326" y="66370"/>
                  </a:lnTo>
                  <a:lnTo>
                    <a:pt x="24135" y="70097"/>
                  </a:lnTo>
                  <a:lnTo>
                    <a:pt x="13025" y="732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g570"/>
            <p:cNvSpPr/>
            <p:nvPr/>
          </p:nvSpPr>
          <p:spPr>
            <a:xfrm>
              <a:off x="3468298" y="3073596"/>
              <a:ext cx="127994" cy="80631"/>
            </a:xfrm>
            <a:custGeom>
              <a:avLst/>
              <a:pathLst>
                <a:path w="127994" h="80631">
                  <a:moveTo>
                    <a:pt x="8735" y="65136"/>
                  </a:moveTo>
                  <a:lnTo>
                    <a:pt x="0" y="32601"/>
                  </a:lnTo>
                  <a:lnTo>
                    <a:pt x="6489" y="30772"/>
                  </a:lnTo>
                  <a:lnTo>
                    <a:pt x="10174" y="29734"/>
                  </a:lnTo>
                  <a:lnTo>
                    <a:pt x="15387" y="28266"/>
                  </a:lnTo>
                  <a:lnTo>
                    <a:pt x="21174" y="26635"/>
                  </a:lnTo>
                  <a:lnTo>
                    <a:pt x="28383" y="24604"/>
                  </a:lnTo>
                  <a:lnTo>
                    <a:pt x="34970" y="22748"/>
                  </a:lnTo>
                  <a:lnTo>
                    <a:pt x="39644" y="21432"/>
                  </a:lnTo>
                  <a:lnTo>
                    <a:pt x="46033" y="19631"/>
                  </a:lnTo>
                  <a:lnTo>
                    <a:pt x="51900" y="17978"/>
                  </a:lnTo>
                  <a:lnTo>
                    <a:pt x="57593" y="16374"/>
                  </a:lnTo>
                  <a:lnTo>
                    <a:pt x="62310" y="15046"/>
                  </a:lnTo>
                  <a:lnTo>
                    <a:pt x="67641" y="13544"/>
                  </a:lnTo>
                  <a:lnTo>
                    <a:pt x="72814" y="12086"/>
                  </a:lnTo>
                  <a:lnTo>
                    <a:pt x="77936" y="10643"/>
                  </a:lnTo>
                  <a:lnTo>
                    <a:pt x="82196" y="9443"/>
                  </a:lnTo>
                  <a:lnTo>
                    <a:pt x="87681" y="7898"/>
                  </a:lnTo>
                  <a:lnTo>
                    <a:pt x="92374" y="6575"/>
                  </a:lnTo>
                  <a:lnTo>
                    <a:pt x="98079" y="4968"/>
                  </a:lnTo>
                  <a:lnTo>
                    <a:pt x="104477" y="3165"/>
                  </a:lnTo>
                  <a:lnTo>
                    <a:pt x="115714" y="0"/>
                  </a:lnTo>
                  <a:lnTo>
                    <a:pt x="118585" y="11425"/>
                  </a:lnTo>
                  <a:lnTo>
                    <a:pt x="127994" y="48864"/>
                  </a:lnTo>
                  <a:lnTo>
                    <a:pt x="124562" y="49811"/>
                  </a:lnTo>
                  <a:lnTo>
                    <a:pt x="120836" y="50840"/>
                  </a:lnTo>
                  <a:lnTo>
                    <a:pt x="117165" y="51853"/>
                  </a:lnTo>
                  <a:lnTo>
                    <a:pt x="113148" y="52961"/>
                  </a:lnTo>
                  <a:lnTo>
                    <a:pt x="108884" y="54138"/>
                  </a:lnTo>
                  <a:lnTo>
                    <a:pt x="106615" y="54765"/>
                  </a:lnTo>
                  <a:lnTo>
                    <a:pt x="103725" y="55562"/>
                  </a:lnTo>
                  <a:lnTo>
                    <a:pt x="100123" y="56556"/>
                  </a:lnTo>
                  <a:lnTo>
                    <a:pt x="96598" y="57529"/>
                  </a:lnTo>
                  <a:lnTo>
                    <a:pt x="92105" y="58769"/>
                  </a:lnTo>
                  <a:lnTo>
                    <a:pt x="87410" y="60065"/>
                  </a:lnTo>
                  <a:lnTo>
                    <a:pt x="83189" y="61230"/>
                  </a:lnTo>
                  <a:lnTo>
                    <a:pt x="78621" y="62491"/>
                  </a:lnTo>
                  <a:lnTo>
                    <a:pt x="73858" y="63805"/>
                  </a:lnTo>
                  <a:lnTo>
                    <a:pt x="66784" y="65758"/>
                  </a:lnTo>
                  <a:lnTo>
                    <a:pt x="60697" y="67438"/>
                  </a:lnTo>
                  <a:lnTo>
                    <a:pt x="56141" y="68695"/>
                  </a:lnTo>
                  <a:lnTo>
                    <a:pt x="49627" y="70493"/>
                  </a:lnTo>
                  <a:lnTo>
                    <a:pt x="43886" y="72077"/>
                  </a:lnTo>
                  <a:lnTo>
                    <a:pt x="38195" y="73648"/>
                  </a:lnTo>
                  <a:lnTo>
                    <a:pt x="32649" y="75179"/>
                  </a:lnTo>
                  <a:lnTo>
                    <a:pt x="24693" y="77375"/>
                  </a:lnTo>
                  <a:lnTo>
                    <a:pt x="12896" y="8063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g571"/>
            <p:cNvSpPr/>
            <p:nvPr/>
          </p:nvSpPr>
          <p:spPr>
            <a:xfrm>
              <a:off x="3471387" y="3120017"/>
              <a:ext cx="237698" cy="178377"/>
            </a:xfrm>
            <a:custGeom>
              <a:avLst/>
              <a:pathLst>
                <a:path w="237698" h="178377">
                  <a:moveTo>
                    <a:pt x="121253" y="119458"/>
                  </a:moveTo>
                  <a:lnTo>
                    <a:pt x="111469" y="129024"/>
                  </a:lnTo>
                  <a:lnTo>
                    <a:pt x="63468" y="134993"/>
                  </a:lnTo>
                  <a:lnTo>
                    <a:pt x="61626" y="137086"/>
                  </a:lnTo>
                  <a:lnTo>
                    <a:pt x="67373" y="153088"/>
                  </a:lnTo>
                  <a:lnTo>
                    <a:pt x="72615" y="167685"/>
                  </a:lnTo>
                  <a:lnTo>
                    <a:pt x="61417" y="173393"/>
                  </a:lnTo>
                  <a:lnTo>
                    <a:pt x="51637" y="178377"/>
                  </a:lnTo>
                  <a:lnTo>
                    <a:pt x="45654" y="177693"/>
                  </a:lnTo>
                  <a:lnTo>
                    <a:pt x="40973" y="169152"/>
                  </a:lnTo>
                  <a:lnTo>
                    <a:pt x="24135" y="138433"/>
                  </a:lnTo>
                  <a:lnTo>
                    <a:pt x="14213" y="110528"/>
                  </a:lnTo>
                  <a:lnTo>
                    <a:pt x="6488" y="78457"/>
                  </a:lnTo>
                  <a:lnTo>
                    <a:pt x="0" y="51523"/>
                  </a:lnTo>
                  <a:lnTo>
                    <a:pt x="4842" y="50194"/>
                  </a:lnTo>
                  <a:lnTo>
                    <a:pt x="10666" y="48595"/>
                  </a:lnTo>
                  <a:lnTo>
                    <a:pt x="13405" y="47844"/>
                  </a:lnTo>
                  <a:lnTo>
                    <a:pt x="16959" y="46868"/>
                  </a:lnTo>
                  <a:lnTo>
                    <a:pt x="20323" y="45945"/>
                  </a:lnTo>
                  <a:lnTo>
                    <a:pt x="23761" y="45001"/>
                  </a:lnTo>
                  <a:lnTo>
                    <a:pt x="26934" y="44130"/>
                  </a:lnTo>
                  <a:lnTo>
                    <a:pt x="30642" y="43113"/>
                  </a:lnTo>
                  <a:lnTo>
                    <a:pt x="34807" y="41970"/>
                  </a:lnTo>
                  <a:lnTo>
                    <a:pt x="41608" y="40103"/>
                  </a:lnTo>
                  <a:lnTo>
                    <a:pt x="46058" y="38882"/>
                  </a:lnTo>
                  <a:lnTo>
                    <a:pt x="51084" y="37502"/>
                  </a:lnTo>
                  <a:lnTo>
                    <a:pt x="56921" y="35900"/>
                  </a:lnTo>
                  <a:lnTo>
                    <a:pt x="61813" y="34557"/>
                  </a:lnTo>
                  <a:lnTo>
                    <a:pt x="66793" y="33191"/>
                  </a:lnTo>
                  <a:lnTo>
                    <a:pt x="71736" y="31834"/>
                  </a:lnTo>
                  <a:lnTo>
                    <a:pt x="76767" y="30453"/>
                  </a:lnTo>
                  <a:lnTo>
                    <a:pt x="83523" y="28599"/>
                  </a:lnTo>
                  <a:lnTo>
                    <a:pt x="89136" y="27058"/>
                  </a:lnTo>
                  <a:lnTo>
                    <a:pt x="94438" y="25603"/>
                  </a:lnTo>
                  <a:lnTo>
                    <a:pt x="98947" y="24365"/>
                  </a:lnTo>
                  <a:lnTo>
                    <a:pt x="102171" y="23480"/>
                  </a:lnTo>
                  <a:lnTo>
                    <a:pt x="105278" y="22628"/>
                  </a:lnTo>
                  <a:lnTo>
                    <a:pt x="109392" y="21498"/>
                  </a:lnTo>
                  <a:lnTo>
                    <a:pt x="113012" y="20505"/>
                  </a:lnTo>
                  <a:lnTo>
                    <a:pt x="116590" y="19523"/>
                  </a:lnTo>
                  <a:lnTo>
                    <a:pt x="120857" y="18352"/>
                  </a:lnTo>
                  <a:lnTo>
                    <a:pt x="124640" y="17314"/>
                  </a:lnTo>
                  <a:lnTo>
                    <a:pt x="129597" y="15953"/>
                  </a:lnTo>
                  <a:lnTo>
                    <a:pt x="134041" y="14733"/>
                  </a:lnTo>
                  <a:lnTo>
                    <a:pt x="137507" y="13782"/>
                  </a:lnTo>
                  <a:lnTo>
                    <a:pt x="141495" y="12688"/>
                  </a:lnTo>
                  <a:lnTo>
                    <a:pt x="145888" y="11482"/>
                  </a:lnTo>
                  <a:lnTo>
                    <a:pt x="149978" y="10359"/>
                  </a:lnTo>
                  <a:lnTo>
                    <a:pt x="154129" y="9220"/>
                  </a:lnTo>
                  <a:lnTo>
                    <a:pt x="157623" y="8261"/>
                  </a:lnTo>
                  <a:lnTo>
                    <a:pt x="161942" y="7075"/>
                  </a:lnTo>
                  <a:lnTo>
                    <a:pt x="166004" y="5960"/>
                  </a:lnTo>
                  <a:lnTo>
                    <a:pt x="170984" y="4593"/>
                  </a:lnTo>
                  <a:lnTo>
                    <a:pt x="175112" y="3461"/>
                  </a:lnTo>
                  <a:lnTo>
                    <a:pt x="181061" y="1828"/>
                  </a:lnTo>
                  <a:lnTo>
                    <a:pt x="187722" y="0"/>
                  </a:lnTo>
                  <a:lnTo>
                    <a:pt x="194865" y="6956"/>
                  </a:lnTo>
                  <a:lnTo>
                    <a:pt x="200295" y="12244"/>
                  </a:lnTo>
                  <a:lnTo>
                    <a:pt x="206020" y="17820"/>
                  </a:lnTo>
                  <a:lnTo>
                    <a:pt x="219515" y="25918"/>
                  </a:lnTo>
                  <a:lnTo>
                    <a:pt x="237698" y="36828"/>
                  </a:lnTo>
                  <a:lnTo>
                    <a:pt x="237698" y="39592"/>
                  </a:lnTo>
                  <a:lnTo>
                    <a:pt x="233792" y="42049"/>
                  </a:lnTo>
                  <a:lnTo>
                    <a:pt x="223742" y="39619"/>
                  </a:lnTo>
                  <a:lnTo>
                    <a:pt x="214131" y="36550"/>
                  </a:lnTo>
                  <a:lnTo>
                    <a:pt x="208422" y="35015"/>
                  </a:lnTo>
                  <a:lnTo>
                    <a:pt x="201759" y="32866"/>
                  </a:lnTo>
                  <a:lnTo>
                    <a:pt x="198326" y="31759"/>
                  </a:lnTo>
                  <a:lnTo>
                    <a:pt x="195214" y="32429"/>
                  </a:lnTo>
                  <a:lnTo>
                    <a:pt x="175229" y="46662"/>
                  </a:lnTo>
                  <a:lnTo>
                    <a:pt x="175065" y="53360"/>
                  </a:lnTo>
                  <a:lnTo>
                    <a:pt x="168021" y="70105"/>
                  </a:lnTo>
                  <a:lnTo>
                    <a:pt x="139507" y="106971"/>
                  </a:lnTo>
                  <a:lnTo>
                    <a:pt x="138741" y="107961"/>
                  </a:lnTo>
                  <a:lnTo>
                    <a:pt x="133027" y="1105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g572"/>
            <p:cNvSpPr/>
            <p:nvPr/>
          </p:nvSpPr>
          <p:spPr>
            <a:xfrm>
              <a:off x="3670190" y="3099046"/>
              <a:ext cx="107185" cy="68917"/>
            </a:xfrm>
            <a:custGeom>
              <a:avLst/>
              <a:pathLst>
                <a:path w="107185" h="68917">
                  <a:moveTo>
                    <a:pt x="15438" y="11560"/>
                  </a:moveTo>
                  <a:lnTo>
                    <a:pt x="22705" y="9193"/>
                  </a:lnTo>
                  <a:lnTo>
                    <a:pt x="27895" y="7503"/>
                  </a:lnTo>
                  <a:lnTo>
                    <a:pt x="30276" y="7039"/>
                  </a:lnTo>
                  <a:lnTo>
                    <a:pt x="38036" y="5526"/>
                  </a:lnTo>
                  <a:lnTo>
                    <a:pt x="50350" y="3126"/>
                  </a:lnTo>
                  <a:lnTo>
                    <a:pt x="59436" y="1355"/>
                  </a:lnTo>
                  <a:lnTo>
                    <a:pt x="66391" y="0"/>
                  </a:lnTo>
                  <a:lnTo>
                    <a:pt x="70409" y="2778"/>
                  </a:lnTo>
                  <a:lnTo>
                    <a:pt x="75229" y="6110"/>
                  </a:lnTo>
                  <a:lnTo>
                    <a:pt x="79933" y="9361"/>
                  </a:lnTo>
                  <a:lnTo>
                    <a:pt x="85318" y="13084"/>
                  </a:lnTo>
                  <a:lnTo>
                    <a:pt x="91073" y="17062"/>
                  </a:lnTo>
                  <a:lnTo>
                    <a:pt x="98230" y="22010"/>
                  </a:lnTo>
                  <a:lnTo>
                    <a:pt x="104058" y="26039"/>
                  </a:lnTo>
                  <a:lnTo>
                    <a:pt x="107185" y="28201"/>
                  </a:lnTo>
                  <a:lnTo>
                    <a:pt x="98150" y="42254"/>
                  </a:lnTo>
                  <a:lnTo>
                    <a:pt x="97476" y="43304"/>
                  </a:lnTo>
                  <a:lnTo>
                    <a:pt x="81035" y="68917"/>
                  </a:lnTo>
                  <a:lnTo>
                    <a:pt x="72951" y="63697"/>
                  </a:lnTo>
                  <a:lnTo>
                    <a:pt x="67706" y="60310"/>
                  </a:lnTo>
                  <a:lnTo>
                    <a:pt x="64125" y="57998"/>
                  </a:lnTo>
                  <a:lnTo>
                    <a:pt x="58856" y="54596"/>
                  </a:lnTo>
                  <a:lnTo>
                    <a:pt x="52810" y="50692"/>
                  </a:lnTo>
                  <a:lnTo>
                    <a:pt x="45292" y="45836"/>
                  </a:lnTo>
                  <a:lnTo>
                    <a:pt x="37890" y="41057"/>
                  </a:lnTo>
                  <a:lnTo>
                    <a:pt x="31240" y="36763"/>
                  </a:lnTo>
                  <a:lnTo>
                    <a:pt x="24708" y="32544"/>
                  </a:lnTo>
                  <a:lnTo>
                    <a:pt x="19864" y="29416"/>
                  </a:lnTo>
                  <a:lnTo>
                    <a:pt x="14182" y="25747"/>
                  </a:lnTo>
                  <a:lnTo>
                    <a:pt x="8549" y="22110"/>
                  </a:lnTo>
                  <a:lnTo>
                    <a:pt x="0" y="165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g573"/>
            <p:cNvSpPr/>
            <p:nvPr/>
          </p:nvSpPr>
          <p:spPr>
            <a:xfrm>
              <a:off x="3763374" y="3134971"/>
              <a:ext cx="65762" cy="67481"/>
            </a:xfrm>
            <a:custGeom>
              <a:avLst/>
              <a:pathLst>
                <a:path w="65762" h="67481">
                  <a:moveTo>
                    <a:pt x="18097" y="11396"/>
                  </a:moveTo>
                  <a:lnTo>
                    <a:pt x="25239" y="0"/>
                  </a:lnTo>
                  <a:lnTo>
                    <a:pt x="47668" y="14017"/>
                  </a:lnTo>
                  <a:lnTo>
                    <a:pt x="65762" y="25325"/>
                  </a:lnTo>
                  <a:lnTo>
                    <a:pt x="55727" y="39672"/>
                  </a:lnTo>
                  <a:lnTo>
                    <a:pt x="36275" y="67481"/>
                  </a:lnTo>
                  <a:lnTo>
                    <a:pt x="21533" y="56425"/>
                  </a:lnTo>
                  <a:lnTo>
                    <a:pt x="0" y="4027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g574"/>
            <p:cNvSpPr/>
            <p:nvPr/>
          </p:nvSpPr>
          <p:spPr>
            <a:xfrm>
              <a:off x="3838364" y="3125862"/>
              <a:ext cx="163094" cy="158941"/>
            </a:xfrm>
            <a:custGeom>
              <a:avLst/>
              <a:pathLst>
                <a:path w="163094" h="158941">
                  <a:moveTo>
                    <a:pt x="62358" y="65278"/>
                  </a:moveTo>
                  <a:lnTo>
                    <a:pt x="63761" y="67632"/>
                  </a:lnTo>
                  <a:lnTo>
                    <a:pt x="91527" y="109049"/>
                  </a:lnTo>
                  <a:lnTo>
                    <a:pt x="97078" y="117329"/>
                  </a:lnTo>
                  <a:lnTo>
                    <a:pt x="114443" y="98481"/>
                  </a:lnTo>
                  <a:lnTo>
                    <a:pt x="120913" y="91458"/>
                  </a:lnTo>
                  <a:lnTo>
                    <a:pt x="141307" y="80406"/>
                  </a:lnTo>
                  <a:lnTo>
                    <a:pt x="154885" y="72517"/>
                  </a:lnTo>
                  <a:lnTo>
                    <a:pt x="157603" y="74852"/>
                  </a:lnTo>
                  <a:lnTo>
                    <a:pt x="163094" y="79569"/>
                  </a:lnTo>
                  <a:lnTo>
                    <a:pt x="147515" y="98826"/>
                  </a:lnTo>
                  <a:lnTo>
                    <a:pt x="138596" y="109850"/>
                  </a:lnTo>
                  <a:lnTo>
                    <a:pt x="127006" y="124176"/>
                  </a:lnTo>
                  <a:lnTo>
                    <a:pt x="113253" y="141175"/>
                  </a:lnTo>
                  <a:lnTo>
                    <a:pt x="98880" y="158941"/>
                  </a:lnTo>
                  <a:lnTo>
                    <a:pt x="91340" y="153481"/>
                  </a:lnTo>
                  <a:lnTo>
                    <a:pt x="84661" y="148645"/>
                  </a:lnTo>
                  <a:lnTo>
                    <a:pt x="83154" y="147554"/>
                  </a:lnTo>
                  <a:lnTo>
                    <a:pt x="79166" y="142597"/>
                  </a:lnTo>
                  <a:lnTo>
                    <a:pt x="74894" y="137285"/>
                  </a:lnTo>
                  <a:lnTo>
                    <a:pt x="71344" y="132873"/>
                  </a:lnTo>
                  <a:lnTo>
                    <a:pt x="68350" y="129151"/>
                  </a:lnTo>
                  <a:lnTo>
                    <a:pt x="63986" y="123725"/>
                  </a:lnTo>
                  <a:lnTo>
                    <a:pt x="61699" y="120883"/>
                  </a:lnTo>
                  <a:lnTo>
                    <a:pt x="60391" y="118790"/>
                  </a:lnTo>
                  <a:lnTo>
                    <a:pt x="57309" y="113861"/>
                  </a:lnTo>
                  <a:lnTo>
                    <a:pt x="54435" y="109263"/>
                  </a:lnTo>
                  <a:lnTo>
                    <a:pt x="51136" y="103987"/>
                  </a:lnTo>
                  <a:lnTo>
                    <a:pt x="47890" y="98795"/>
                  </a:lnTo>
                  <a:lnTo>
                    <a:pt x="44814" y="93875"/>
                  </a:lnTo>
                  <a:lnTo>
                    <a:pt x="41556" y="88663"/>
                  </a:lnTo>
                  <a:lnTo>
                    <a:pt x="38827" y="84298"/>
                  </a:lnTo>
                  <a:lnTo>
                    <a:pt x="33661" y="76034"/>
                  </a:lnTo>
                  <a:lnTo>
                    <a:pt x="29786" y="69837"/>
                  </a:lnTo>
                  <a:lnTo>
                    <a:pt x="26069" y="63891"/>
                  </a:lnTo>
                  <a:lnTo>
                    <a:pt x="22225" y="57743"/>
                  </a:lnTo>
                  <a:lnTo>
                    <a:pt x="17341" y="49930"/>
                  </a:lnTo>
                  <a:lnTo>
                    <a:pt x="13925" y="44466"/>
                  </a:lnTo>
                  <a:lnTo>
                    <a:pt x="11651" y="40829"/>
                  </a:lnTo>
                  <a:lnTo>
                    <a:pt x="9012" y="36608"/>
                  </a:lnTo>
                  <a:lnTo>
                    <a:pt x="4617" y="29578"/>
                  </a:lnTo>
                  <a:lnTo>
                    <a:pt x="0" y="22192"/>
                  </a:lnTo>
                  <a:lnTo>
                    <a:pt x="9111" y="13407"/>
                  </a:lnTo>
                  <a:lnTo>
                    <a:pt x="23015" y="0"/>
                  </a:lnTo>
                  <a:lnTo>
                    <a:pt x="23479" y="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g575"/>
            <p:cNvSpPr/>
            <p:nvPr/>
          </p:nvSpPr>
          <p:spPr>
            <a:xfrm>
              <a:off x="3807239" y="3167889"/>
              <a:ext cx="79039" cy="106531"/>
            </a:xfrm>
            <a:custGeom>
              <a:avLst/>
              <a:pathLst>
                <a:path w="79039" h="106531">
                  <a:moveTo>
                    <a:pt x="48857" y="26945"/>
                  </a:moveTo>
                  <a:lnTo>
                    <a:pt x="60344" y="45979"/>
                  </a:lnTo>
                  <a:lnTo>
                    <a:pt x="74163" y="68879"/>
                  </a:lnTo>
                  <a:lnTo>
                    <a:pt x="79039" y="76599"/>
                  </a:lnTo>
                  <a:lnTo>
                    <a:pt x="74341" y="80352"/>
                  </a:lnTo>
                  <a:lnTo>
                    <a:pt x="63896" y="88695"/>
                  </a:lnTo>
                  <a:lnTo>
                    <a:pt x="59998" y="91808"/>
                  </a:lnTo>
                  <a:lnTo>
                    <a:pt x="54678" y="96058"/>
                  </a:lnTo>
                  <a:lnTo>
                    <a:pt x="48340" y="101121"/>
                  </a:lnTo>
                  <a:lnTo>
                    <a:pt x="45927" y="103048"/>
                  </a:lnTo>
                  <a:lnTo>
                    <a:pt x="41567" y="106531"/>
                  </a:lnTo>
                  <a:lnTo>
                    <a:pt x="35079" y="95980"/>
                  </a:lnTo>
                  <a:lnTo>
                    <a:pt x="30061" y="87817"/>
                  </a:lnTo>
                  <a:lnTo>
                    <a:pt x="25662" y="80663"/>
                  </a:lnTo>
                  <a:lnTo>
                    <a:pt x="20693" y="72580"/>
                  </a:lnTo>
                  <a:lnTo>
                    <a:pt x="17127" y="66781"/>
                  </a:lnTo>
                  <a:lnTo>
                    <a:pt x="11472" y="57583"/>
                  </a:lnTo>
                  <a:lnTo>
                    <a:pt x="0" y="38923"/>
                  </a:lnTo>
                  <a:lnTo>
                    <a:pt x="1560" y="37045"/>
                  </a:lnTo>
                  <a:lnTo>
                    <a:pt x="2001" y="36514"/>
                  </a:lnTo>
                  <a:lnTo>
                    <a:pt x="4304" y="33742"/>
                  </a:lnTo>
                  <a:lnTo>
                    <a:pt x="7524" y="29867"/>
                  </a:lnTo>
                  <a:lnTo>
                    <a:pt x="10602" y="26162"/>
                  </a:lnTo>
                  <a:lnTo>
                    <a:pt x="13471" y="22709"/>
                  </a:lnTo>
                  <a:lnTo>
                    <a:pt x="16473" y="19097"/>
                  </a:lnTo>
                  <a:lnTo>
                    <a:pt x="17744" y="17567"/>
                  </a:lnTo>
                  <a:lnTo>
                    <a:pt x="19128" y="15930"/>
                  </a:lnTo>
                  <a:lnTo>
                    <a:pt x="21895" y="12657"/>
                  </a:lnTo>
                  <a:lnTo>
                    <a:pt x="25668" y="8194"/>
                  </a:lnTo>
                  <a:lnTo>
                    <a:pt x="29655" y="3478"/>
                  </a:lnTo>
                  <a:lnTo>
                    <a:pt x="3259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g576"/>
            <p:cNvSpPr/>
            <p:nvPr/>
          </p:nvSpPr>
          <p:spPr>
            <a:xfrm>
              <a:off x="3769690" y="3255826"/>
              <a:ext cx="74103" cy="87474"/>
            </a:xfrm>
            <a:custGeom>
              <a:avLst/>
              <a:pathLst>
                <a:path w="74103" h="87474">
                  <a:moveTo>
                    <a:pt x="43620" y="18972"/>
                  </a:moveTo>
                  <a:lnTo>
                    <a:pt x="61281" y="0"/>
                  </a:lnTo>
                  <a:lnTo>
                    <a:pt x="66210" y="8589"/>
                  </a:lnTo>
                  <a:lnTo>
                    <a:pt x="69937" y="15085"/>
                  </a:lnTo>
                  <a:lnTo>
                    <a:pt x="74103" y="22346"/>
                  </a:lnTo>
                  <a:lnTo>
                    <a:pt x="50037" y="47846"/>
                  </a:lnTo>
                  <a:lnTo>
                    <a:pt x="12639" y="87474"/>
                  </a:lnTo>
                  <a:lnTo>
                    <a:pt x="10511" y="83830"/>
                  </a:lnTo>
                  <a:lnTo>
                    <a:pt x="8513" y="80408"/>
                  </a:lnTo>
                  <a:lnTo>
                    <a:pt x="6017" y="76134"/>
                  </a:lnTo>
                  <a:lnTo>
                    <a:pt x="3059" y="71069"/>
                  </a:lnTo>
                  <a:lnTo>
                    <a:pt x="0" y="65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g577"/>
            <p:cNvSpPr/>
            <p:nvPr/>
          </p:nvSpPr>
          <p:spPr>
            <a:xfrm>
              <a:off x="3727792" y="3208821"/>
              <a:ext cx="102626" cy="111115"/>
            </a:xfrm>
            <a:custGeom>
              <a:avLst/>
              <a:pathLst>
                <a:path w="102626" h="111115">
                  <a:moveTo>
                    <a:pt x="9343" y="63669"/>
                  </a:moveTo>
                  <a:lnTo>
                    <a:pt x="19556" y="54047"/>
                  </a:lnTo>
                  <a:lnTo>
                    <a:pt x="32397" y="41948"/>
                  </a:lnTo>
                  <a:lnTo>
                    <a:pt x="48559" y="26720"/>
                  </a:lnTo>
                  <a:lnTo>
                    <a:pt x="61826" y="14220"/>
                  </a:lnTo>
                  <a:lnTo>
                    <a:pt x="76920" y="0"/>
                  </a:lnTo>
                  <a:lnTo>
                    <a:pt x="80759" y="6695"/>
                  </a:lnTo>
                  <a:lnTo>
                    <a:pt x="83503" y="11482"/>
                  </a:lnTo>
                  <a:lnTo>
                    <a:pt x="87057" y="17681"/>
                  </a:lnTo>
                  <a:lnTo>
                    <a:pt x="90377" y="23472"/>
                  </a:lnTo>
                  <a:lnTo>
                    <a:pt x="94212" y="30161"/>
                  </a:lnTo>
                  <a:lnTo>
                    <a:pt x="98792" y="38149"/>
                  </a:lnTo>
                  <a:lnTo>
                    <a:pt x="102626" y="44837"/>
                  </a:lnTo>
                  <a:lnTo>
                    <a:pt x="97488" y="50156"/>
                  </a:lnTo>
                  <a:lnTo>
                    <a:pt x="87416" y="60583"/>
                  </a:lnTo>
                  <a:lnTo>
                    <a:pt x="79331" y="68953"/>
                  </a:lnTo>
                  <a:lnTo>
                    <a:pt x="63255" y="85595"/>
                  </a:lnTo>
                  <a:lnTo>
                    <a:pt x="38603" y="111115"/>
                  </a:lnTo>
                  <a:lnTo>
                    <a:pt x="31829" y="104334"/>
                  </a:lnTo>
                  <a:lnTo>
                    <a:pt x="25316" y="97815"/>
                  </a:lnTo>
                  <a:lnTo>
                    <a:pt x="12178" y="84663"/>
                  </a:lnTo>
                  <a:lnTo>
                    <a:pt x="0" y="724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3694236" y="3168424"/>
              <a:ext cx="94165" cy="99648"/>
            </a:xfrm>
            <a:custGeom>
              <a:avLst/>
              <a:pathLst>
                <a:path w="94165" h="99648">
                  <a:moveTo>
                    <a:pt x="4475" y="59123"/>
                  </a:moveTo>
                  <a:lnTo>
                    <a:pt x="8441" y="52946"/>
                  </a:lnTo>
                  <a:lnTo>
                    <a:pt x="12761" y="46220"/>
                  </a:lnTo>
                  <a:lnTo>
                    <a:pt x="18442" y="37373"/>
                  </a:lnTo>
                  <a:lnTo>
                    <a:pt x="23450" y="29576"/>
                  </a:lnTo>
                  <a:lnTo>
                    <a:pt x="27489" y="23286"/>
                  </a:lnTo>
                  <a:lnTo>
                    <a:pt x="28230" y="22525"/>
                  </a:lnTo>
                  <a:lnTo>
                    <a:pt x="33944" y="16650"/>
                  </a:lnTo>
                  <a:lnTo>
                    <a:pt x="41622" y="8757"/>
                  </a:lnTo>
                  <a:lnTo>
                    <a:pt x="50140" y="0"/>
                  </a:lnTo>
                  <a:lnTo>
                    <a:pt x="55871" y="4393"/>
                  </a:lnTo>
                  <a:lnTo>
                    <a:pt x="61631" y="8809"/>
                  </a:lnTo>
                  <a:lnTo>
                    <a:pt x="66775" y="12752"/>
                  </a:lnTo>
                  <a:lnTo>
                    <a:pt x="71319" y="16236"/>
                  </a:lnTo>
                  <a:lnTo>
                    <a:pt x="75498" y="19440"/>
                  </a:lnTo>
                  <a:lnTo>
                    <a:pt x="78530" y="21764"/>
                  </a:lnTo>
                  <a:lnTo>
                    <a:pt x="80045" y="22999"/>
                  </a:lnTo>
                  <a:lnTo>
                    <a:pt x="84178" y="26365"/>
                  </a:lnTo>
                  <a:lnTo>
                    <a:pt x="86893" y="28577"/>
                  </a:lnTo>
                  <a:lnTo>
                    <a:pt x="87316" y="28922"/>
                  </a:lnTo>
                  <a:lnTo>
                    <a:pt x="90252" y="31314"/>
                  </a:lnTo>
                  <a:lnTo>
                    <a:pt x="94165" y="34502"/>
                  </a:lnTo>
                  <a:lnTo>
                    <a:pt x="87543" y="41578"/>
                  </a:lnTo>
                  <a:lnTo>
                    <a:pt x="75144" y="54827"/>
                  </a:lnTo>
                  <a:lnTo>
                    <a:pt x="33195" y="99648"/>
                  </a:lnTo>
                  <a:lnTo>
                    <a:pt x="14392" y="80640"/>
                  </a:lnTo>
                  <a:lnTo>
                    <a:pt x="0" y="660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g579"/>
            <p:cNvSpPr/>
            <p:nvPr/>
          </p:nvSpPr>
          <p:spPr>
            <a:xfrm>
              <a:off x="3430290" y="3039824"/>
              <a:ext cx="59340" cy="60199"/>
            </a:xfrm>
            <a:custGeom>
              <a:avLst/>
              <a:pathLst>
                <a:path w="59340" h="60199">
                  <a:moveTo>
                    <a:pt x="21303" y="6799"/>
                  </a:moveTo>
                  <a:lnTo>
                    <a:pt x="45594" y="0"/>
                  </a:lnTo>
                  <a:lnTo>
                    <a:pt x="52526" y="23783"/>
                  </a:lnTo>
                  <a:lnTo>
                    <a:pt x="59340" y="47161"/>
                  </a:lnTo>
                  <a:lnTo>
                    <a:pt x="40800" y="52411"/>
                  </a:lnTo>
                  <a:lnTo>
                    <a:pt x="13298" y="60199"/>
                  </a:lnTo>
                  <a:lnTo>
                    <a:pt x="6983" y="37671"/>
                  </a:lnTo>
                  <a:lnTo>
                    <a:pt x="0" y="127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g580"/>
            <p:cNvSpPr/>
            <p:nvPr/>
          </p:nvSpPr>
          <p:spPr>
            <a:xfrm>
              <a:off x="3347153" y="3254002"/>
              <a:ext cx="130733" cy="248418"/>
            </a:xfrm>
            <a:custGeom>
              <a:avLst/>
              <a:pathLst>
                <a:path w="130733" h="248418">
                  <a:moveTo>
                    <a:pt x="34337" y="19101"/>
                  </a:moveTo>
                  <a:lnTo>
                    <a:pt x="76659" y="0"/>
                  </a:lnTo>
                  <a:lnTo>
                    <a:pt x="82621" y="10160"/>
                  </a:lnTo>
                  <a:lnTo>
                    <a:pt x="86719" y="17141"/>
                  </a:lnTo>
                  <a:lnTo>
                    <a:pt x="73341" y="22094"/>
                  </a:lnTo>
                  <a:lnTo>
                    <a:pt x="71238" y="22872"/>
                  </a:lnTo>
                  <a:lnTo>
                    <a:pt x="60703" y="26998"/>
                  </a:lnTo>
                  <a:lnTo>
                    <a:pt x="58620" y="27814"/>
                  </a:lnTo>
                  <a:lnTo>
                    <a:pt x="83961" y="68280"/>
                  </a:lnTo>
                  <a:lnTo>
                    <a:pt x="87923" y="82269"/>
                  </a:lnTo>
                  <a:lnTo>
                    <a:pt x="90927" y="92877"/>
                  </a:lnTo>
                  <a:lnTo>
                    <a:pt x="97561" y="125028"/>
                  </a:lnTo>
                  <a:lnTo>
                    <a:pt x="104195" y="145122"/>
                  </a:lnTo>
                  <a:lnTo>
                    <a:pt x="116727" y="180036"/>
                  </a:lnTo>
                  <a:lnTo>
                    <a:pt x="130733" y="231778"/>
                  </a:lnTo>
                  <a:lnTo>
                    <a:pt x="117724" y="235966"/>
                  </a:lnTo>
                  <a:lnTo>
                    <a:pt x="108501" y="238935"/>
                  </a:lnTo>
                  <a:lnTo>
                    <a:pt x="79046" y="248418"/>
                  </a:lnTo>
                  <a:lnTo>
                    <a:pt x="76446" y="190970"/>
                  </a:lnTo>
                  <a:lnTo>
                    <a:pt x="56468" y="124299"/>
                  </a:lnTo>
                  <a:lnTo>
                    <a:pt x="44136" y="105407"/>
                  </a:lnTo>
                  <a:lnTo>
                    <a:pt x="39096" y="97321"/>
                  </a:lnTo>
                  <a:lnTo>
                    <a:pt x="0" y="3460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g581"/>
            <p:cNvSpPr/>
            <p:nvPr/>
          </p:nvSpPr>
          <p:spPr>
            <a:xfrm>
              <a:off x="4363929" y="3419314"/>
              <a:ext cx="73109" cy="67817"/>
            </a:xfrm>
            <a:custGeom>
              <a:avLst/>
              <a:pathLst>
                <a:path w="73109" h="67817">
                  <a:moveTo>
                    <a:pt x="68326" y="27802"/>
                  </a:moveTo>
                  <a:lnTo>
                    <a:pt x="73109" y="33319"/>
                  </a:lnTo>
                  <a:lnTo>
                    <a:pt x="71897" y="48001"/>
                  </a:lnTo>
                  <a:lnTo>
                    <a:pt x="70016" y="50237"/>
                  </a:lnTo>
                  <a:lnTo>
                    <a:pt x="66849" y="54002"/>
                  </a:lnTo>
                  <a:lnTo>
                    <a:pt x="55382" y="67817"/>
                  </a:lnTo>
                  <a:lnTo>
                    <a:pt x="28075" y="54057"/>
                  </a:lnTo>
                  <a:lnTo>
                    <a:pt x="26305" y="53164"/>
                  </a:lnTo>
                  <a:lnTo>
                    <a:pt x="0" y="43633"/>
                  </a:lnTo>
                  <a:lnTo>
                    <a:pt x="7658" y="26358"/>
                  </a:lnTo>
                  <a:lnTo>
                    <a:pt x="19344" y="0"/>
                  </a:lnTo>
                  <a:lnTo>
                    <a:pt x="43967" y="11587"/>
                  </a:lnTo>
                  <a:lnTo>
                    <a:pt x="45143" y="12140"/>
                  </a:lnTo>
                  <a:lnTo>
                    <a:pt x="64392" y="255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g582"/>
            <p:cNvSpPr/>
            <p:nvPr/>
          </p:nvSpPr>
          <p:spPr>
            <a:xfrm>
              <a:off x="4384965" y="3329168"/>
              <a:ext cx="97905" cy="108768"/>
            </a:xfrm>
            <a:custGeom>
              <a:avLst/>
              <a:pathLst>
                <a:path w="97905" h="108768">
                  <a:moveTo>
                    <a:pt x="45966" y="108768"/>
                  </a:moveTo>
                  <a:lnTo>
                    <a:pt x="27628" y="95210"/>
                  </a:lnTo>
                  <a:lnTo>
                    <a:pt x="0" y="81851"/>
                  </a:lnTo>
                  <a:lnTo>
                    <a:pt x="20556" y="38513"/>
                  </a:lnTo>
                  <a:lnTo>
                    <a:pt x="37265" y="0"/>
                  </a:lnTo>
                  <a:lnTo>
                    <a:pt x="53973" y="7702"/>
                  </a:lnTo>
                  <a:lnTo>
                    <a:pt x="70355" y="26457"/>
                  </a:lnTo>
                  <a:lnTo>
                    <a:pt x="97905" y="4313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g583"/>
            <p:cNvSpPr/>
            <p:nvPr/>
          </p:nvSpPr>
          <p:spPr>
            <a:xfrm>
              <a:off x="4433093" y="3374966"/>
              <a:ext cx="67234" cy="79468"/>
            </a:xfrm>
            <a:custGeom>
              <a:avLst/>
              <a:pathLst>
                <a:path w="67234" h="79468">
                  <a:moveTo>
                    <a:pt x="5858" y="62247"/>
                  </a:moveTo>
                  <a:lnTo>
                    <a:pt x="13540" y="51340"/>
                  </a:lnTo>
                  <a:lnTo>
                    <a:pt x="21882" y="39495"/>
                  </a:lnTo>
                  <a:lnTo>
                    <a:pt x="29717" y="28369"/>
                  </a:lnTo>
                  <a:lnTo>
                    <a:pt x="30929" y="26931"/>
                  </a:lnTo>
                  <a:lnTo>
                    <a:pt x="31241" y="26562"/>
                  </a:lnTo>
                  <a:lnTo>
                    <a:pt x="41272" y="14665"/>
                  </a:lnTo>
                  <a:lnTo>
                    <a:pt x="53638" y="0"/>
                  </a:lnTo>
                  <a:lnTo>
                    <a:pt x="61140" y="4527"/>
                  </a:lnTo>
                  <a:lnTo>
                    <a:pt x="67234" y="8205"/>
                  </a:lnTo>
                  <a:lnTo>
                    <a:pt x="49603" y="37116"/>
                  </a:lnTo>
                  <a:lnTo>
                    <a:pt x="41694" y="45227"/>
                  </a:lnTo>
                  <a:lnTo>
                    <a:pt x="8301" y="79468"/>
                  </a:lnTo>
                  <a:lnTo>
                    <a:pt x="3991" y="74847"/>
                  </a:lnTo>
                  <a:lnTo>
                    <a:pt x="0" y="7056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g584"/>
            <p:cNvSpPr/>
            <p:nvPr/>
          </p:nvSpPr>
          <p:spPr>
            <a:xfrm>
              <a:off x="4423573" y="3469576"/>
              <a:ext cx="76591" cy="61603"/>
            </a:xfrm>
            <a:custGeom>
              <a:avLst/>
              <a:pathLst>
                <a:path w="76591" h="61603">
                  <a:moveTo>
                    <a:pt x="7458" y="7815"/>
                  </a:moveTo>
                  <a:lnTo>
                    <a:pt x="7577" y="7637"/>
                  </a:lnTo>
                  <a:lnTo>
                    <a:pt x="9284" y="5611"/>
                  </a:lnTo>
                  <a:lnTo>
                    <a:pt x="14015" y="0"/>
                  </a:lnTo>
                  <a:lnTo>
                    <a:pt x="28210" y="8395"/>
                  </a:lnTo>
                  <a:lnTo>
                    <a:pt x="76591" y="37006"/>
                  </a:lnTo>
                  <a:lnTo>
                    <a:pt x="72459" y="45444"/>
                  </a:lnTo>
                  <a:lnTo>
                    <a:pt x="70913" y="48601"/>
                  </a:lnTo>
                  <a:lnTo>
                    <a:pt x="64797" y="61603"/>
                  </a:lnTo>
                  <a:lnTo>
                    <a:pt x="57714" y="56994"/>
                  </a:lnTo>
                  <a:lnTo>
                    <a:pt x="52070" y="53322"/>
                  </a:lnTo>
                  <a:lnTo>
                    <a:pt x="44089" y="48130"/>
                  </a:lnTo>
                  <a:lnTo>
                    <a:pt x="35831" y="42756"/>
                  </a:lnTo>
                  <a:lnTo>
                    <a:pt x="26966" y="36855"/>
                  </a:lnTo>
                  <a:lnTo>
                    <a:pt x="12585" y="27282"/>
                  </a:lnTo>
                  <a:lnTo>
                    <a:pt x="0" y="189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g585"/>
            <p:cNvSpPr/>
            <p:nvPr/>
          </p:nvSpPr>
          <p:spPr>
            <a:xfrm>
              <a:off x="2402667" y="2868236"/>
              <a:ext cx="110963" cy="108507"/>
            </a:xfrm>
            <a:custGeom>
              <a:avLst/>
              <a:pathLst>
                <a:path w="110963" h="108507">
                  <a:moveTo>
                    <a:pt x="12669" y="101376"/>
                  </a:moveTo>
                  <a:lnTo>
                    <a:pt x="0" y="89737"/>
                  </a:lnTo>
                  <a:lnTo>
                    <a:pt x="8603" y="81227"/>
                  </a:lnTo>
                  <a:lnTo>
                    <a:pt x="19669" y="70281"/>
                  </a:lnTo>
                  <a:lnTo>
                    <a:pt x="29098" y="60953"/>
                  </a:lnTo>
                  <a:lnTo>
                    <a:pt x="31706" y="57463"/>
                  </a:lnTo>
                  <a:lnTo>
                    <a:pt x="42218" y="43394"/>
                  </a:lnTo>
                  <a:lnTo>
                    <a:pt x="50558" y="32234"/>
                  </a:lnTo>
                  <a:lnTo>
                    <a:pt x="54492" y="28765"/>
                  </a:lnTo>
                  <a:lnTo>
                    <a:pt x="65451" y="19103"/>
                  </a:lnTo>
                  <a:lnTo>
                    <a:pt x="66939" y="17791"/>
                  </a:lnTo>
                  <a:lnTo>
                    <a:pt x="82992" y="11304"/>
                  </a:lnTo>
                  <a:lnTo>
                    <a:pt x="95831" y="6115"/>
                  </a:lnTo>
                  <a:lnTo>
                    <a:pt x="110963" y="0"/>
                  </a:lnTo>
                  <a:lnTo>
                    <a:pt x="106908" y="5678"/>
                  </a:lnTo>
                  <a:lnTo>
                    <a:pt x="104624" y="9242"/>
                  </a:lnTo>
                  <a:lnTo>
                    <a:pt x="103396" y="11158"/>
                  </a:lnTo>
                  <a:lnTo>
                    <a:pt x="98593" y="18530"/>
                  </a:lnTo>
                  <a:lnTo>
                    <a:pt x="92499" y="27883"/>
                  </a:lnTo>
                  <a:lnTo>
                    <a:pt x="86883" y="36503"/>
                  </a:lnTo>
                  <a:lnTo>
                    <a:pt x="79756" y="47443"/>
                  </a:lnTo>
                  <a:lnTo>
                    <a:pt x="73857" y="56497"/>
                  </a:lnTo>
                  <a:lnTo>
                    <a:pt x="70633" y="59636"/>
                  </a:lnTo>
                  <a:lnTo>
                    <a:pt x="61417" y="68607"/>
                  </a:lnTo>
                  <a:lnTo>
                    <a:pt x="50606" y="79132"/>
                  </a:lnTo>
                  <a:lnTo>
                    <a:pt x="40535" y="88936"/>
                  </a:lnTo>
                  <a:lnTo>
                    <a:pt x="20431" y="1085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g586"/>
            <p:cNvSpPr/>
            <p:nvPr/>
          </p:nvSpPr>
          <p:spPr>
            <a:xfrm>
              <a:off x="2313327" y="2983985"/>
              <a:ext cx="327010" cy="134611"/>
            </a:xfrm>
            <a:custGeom>
              <a:avLst/>
              <a:pathLst>
                <a:path w="327010" h="134611">
                  <a:moveTo>
                    <a:pt x="79693" y="35735"/>
                  </a:moveTo>
                  <a:lnTo>
                    <a:pt x="82948" y="36008"/>
                  </a:lnTo>
                  <a:lnTo>
                    <a:pt x="86210" y="35841"/>
                  </a:lnTo>
                  <a:lnTo>
                    <a:pt x="89422" y="35239"/>
                  </a:lnTo>
                  <a:lnTo>
                    <a:pt x="91729" y="35248"/>
                  </a:lnTo>
                  <a:lnTo>
                    <a:pt x="94007" y="34879"/>
                  </a:lnTo>
                  <a:lnTo>
                    <a:pt x="96198" y="34142"/>
                  </a:lnTo>
                  <a:lnTo>
                    <a:pt x="98245" y="33055"/>
                  </a:lnTo>
                  <a:lnTo>
                    <a:pt x="100095" y="31646"/>
                  </a:lnTo>
                  <a:lnTo>
                    <a:pt x="101701" y="29953"/>
                  </a:lnTo>
                  <a:lnTo>
                    <a:pt x="103019" y="28018"/>
                  </a:lnTo>
                  <a:lnTo>
                    <a:pt x="104018" y="25893"/>
                  </a:lnTo>
                  <a:lnTo>
                    <a:pt x="104670" y="23631"/>
                  </a:lnTo>
                  <a:lnTo>
                    <a:pt x="103087" y="15133"/>
                  </a:lnTo>
                  <a:lnTo>
                    <a:pt x="102295" y="9872"/>
                  </a:lnTo>
                  <a:lnTo>
                    <a:pt x="101108" y="7444"/>
                  </a:lnTo>
                  <a:lnTo>
                    <a:pt x="105067" y="4613"/>
                  </a:lnTo>
                  <a:lnTo>
                    <a:pt x="118692" y="18648"/>
                  </a:lnTo>
                  <a:lnTo>
                    <a:pt x="133368" y="33766"/>
                  </a:lnTo>
                  <a:lnTo>
                    <a:pt x="141069" y="32475"/>
                  </a:lnTo>
                  <a:lnTo>
                    <a:pt x="146476" y="28133"/>
                  </a:lnTo>
                  <a:lnTo>
                    <a:pt x="181517" y="0"/>
                  </a:lnTo>
                  <a:lnTo>
                    <a:pt x="206930" y="3085"/>
                  </a:lnTo>
                  <a:lnTo>
                    <a:pt x="230464" y="16038"/>
                  </a:lnTo>
                  <a:lnTo>
                    <a:pt x="234484" y="18899"/>
                  </a:lnTo>
                  <a:lnTo>
                    <a:pt x="242656" y="24714"/>
                  </a:lnTo>
                  <a:lnTo>
                    <a:pt x="297996" y="60710"/>
                  </a:lnTo>
                  <a:lnTo>
                    <a:pt x="301070" y="57236"/>
                  </a:lnTo>
                  <a:lnTo>
                    <a:pt x="317105" y="58294"/>
                  </a:lnTo>
                  <a:lnTo>
                    <a:pt x="326395" y="74077"/>
                  </a:lnTo>
                  <a:lnTo>
                    <a:pt x="327010" y="82450"/>
                  </a:lnTo>
                  <a:lnTo>
                    <a:pt x="323043" y="93686"/>
                  </a:lnTo>
                  <a:lnTo>
                    <a:pt x="322561" y="94783"/>
                  </a:lnTo>
                  <a:lnTo>
                    <a:pt x="318253" y="104582"/>
                  </a:lnTo>
                  <a:lnTo>
                    <a:pt x="317477" y="106039"/>
                  </a:lnTo>
                  <a:lnTo>
                    <a:pt x="312668" y="115075"/>
                  </a:lnTo>
                  <a:lnTo>
                    <a:pt x="310191" y="118987"/>
                  </a:lnTo>
                  <a:lnTo>
                    <a:pt x="306319" y="125104"/>
                  </a:lnTo>
                  <a:lnTo>
                    <a:pt x="299243" y="134611"/>
                  </a:lnTo>
                  <a:lnTo>
                    <a:pt x="289185" y="132034"/>
                  </a:lnTo>
                  <a:lnTo>
                    <a:pt x="277682" y="129086"/>
                  </a:lnTo>
                  <a:lnTo>
                    <a:pt x="268469" y="126726"/>
                  </a:lnTo>
                  <a:lnTo>
                    <a:pt x="261534" y="124949"/>
                  </a:lnTo>
                  <a:lnTo>
                    <a:pt x="250898" y="122224"/>
                  </a:lnTo>
                  <a:lnTo>
                    <a:pt x="240877" y="119657"/>
                  </a:lnTo>
                  <a:lnTo>
                    <a:pt x="232014" y="117386"/>
                  </a:lnTo>
                  <a:lnTo>
                    <a:pt x="224307" y="115411"/>
                  </a:lnTo>
                  <a:lnTo>
                    <a:pt x="220322" y="114391"/>
                  </a:lnTo>
                  <a:lnTo>
                    <a:pt x="217754" y="113734"/>
                  </a:lnTo>
                  <a:lnTo>
                    <a:pt x="210277" y="111822"/>
                  </a:lnTo>
                  <a:lnTo>
                    <a:pt x="203340" y="110047"/>
                  </a:lnTo>
                  <a:lnTo>
                    <a:pt x="197404" y="108529"/>
                  </a:lnTo>
                  <a:lnTo>
                    <a:pt x="190312" y="106716"/>
                  </a:lnTo>
                  <a:lnTo>
                    <a:pt x="183298" y="104922"/>
                  </a:lnTo>
                  <a:lnTo>
                    <a:pt x="177670" y="103483"/>
                  </a:lnTo>
                  <a:lnTo>
                    <a:pt x="171195" y="101827"/>
                  </a:lnTo>
                  <a:lnTo>
                    <a:pt x="165954" y="100486"/>
                  </a:lnTo>
                  <a:lnTo>
                    <a:pt x="159016" y="98712"/>
                  </a:lnTo>
                  <a:lnTo>
                    <a:pt x="151539" y="96800"/>
                  </a:lnTo>
                  <a:lnTo>
                    <a:pt x="145681" y="95301"/>
                  </a:lnTo>
                  <a:lnTo>
                    <a:pt x="140438" y="93961"/>
                  </a:lnTo>
                  <a:lnTo>
                    <a:pt x="134272" y="92384"/>
                  </a:lnTo>
                  <a:lnTo>
                    <a:pt x="128182" y="90826"/>
                  </a:lnTo>
                  <a:lnTo>
                    <a:pt x="121784" y="89190"/>
                  </a:lnTo>
                  <a:lnTo>
                    <a:pt x="115078" y="87475"/>
                  </a:lnTo>
                  <a:lnTo>
                    <a:pt x="108217" y="85720"/>
                  </a:lnTo>
                  <a:lnTo>
                    <a:pt x="101202" y="83926"/>
                  </a:lnTo>
                  <a:lnTo>
                    <a:pt x="94882" y="82310"/>
                  </a:lnTo>
                  <a:lnTo>
                    <a:pt x="87944" y="80536"/>
                  </a:lnTo>
                  <a:lnTo>
                    <a:pt x="80390" y="78604"/>
                  </a:lnTo>
                  <a:lnTo>
                    <a:pt x="73221" y="76770"/>
                  </a:lnTo>
                  <a:lnTo>
                    <a:pt x="67517" y="75311"/>
                  </a:lnTo>
                  <a:lnTo>
                    <a:pt x="61735" y="73833"/>
                  </a:lnTo>
                  <a:lnTo>
                    <a:pt x="56416" y="72473"/>
                  </a:lnTo>
                  <a:lnTo>
                    <a:pt x="49556" y="70718"/>
                  </a:lnTo>
                  <a:lnTo>
                    <a:pt x="42618" y="68944"/>
                  </a:lnTo>
                  <a:lnTo>
                    <a:pt x="36683" y="67426"/>
                  </a:lnTo>
                  <a:lnTo>
                    <a:pt x="30208" y="65770"/>
                  </a:lnTo>
                  <a:lnTo>
                    <a:pt x="27613" y="65106"/>
                  </a:lnTo>
                  <a:lnTo>
                    <a:pt x="25809" y="61432"/>
                  </a:lnTo>
                  <a:lnTo>
                    <a:pt x="23838" y="57415"/>
                  </a:lnTo>
                  <a:lnTo>
                    <a:pt x="20733" y="51091"/>
                  </a:lnTo>
                  <a:lnTo>
                    <a:pt x="17875" y="45269"/>
                  </a:lnTo>
                  <a:lnTo>
                    <a:pt x="12748" y="34824"/>
                  </a:lnTo>
                  <a:lnTo>
                    <a:pt x="9398" y="27999"/>
                  </a:lnTo>
                  <a:lnTo>
                    <a:pt x="6835" y="22777"/>
                  </a:lnTo>
                  <a:lnTo>
                    <a:pt x="0" y="8852"/>
                  </a:lnTo>
                  <a:lnTo>
                    <a:pt x="29275" y="22679"/>
                  </a:lnTo>
                  <a:lnTo>
                    <a:pt x="42781" y="28984"/>
                  </a:lnTo>
                  <a:lnTo>
                    <a:pt x="52333" y="31237"/>
                  </a:lnTo>
                  <a:lnTo>
                    <a:pt x="57660" y="32495"/>
                  </a:lnTo>
                  <a:lnTo>
                    <a:pt x="63861" y="33895"/>
                  </a:lnTo>
                  <a:lnTo>
                    <a:pt x="70157" y="34741"/>
                  </a:lnTo>
                  <a:lnTo>
                    <a:pt x="72859" y="34863"/>
                  </a:lnTo>
                  <a:lnTo>
                    <a:pt x="76501" y="350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g587"/>
            <p:cNvSpPr/>
            <p:nvPr/>
          </p:nvSpPr>
          <p:spPr>
            <a:xfrm>
              <a:off x="2617545" y="3043709"/>
              <a:ext cx="273020" cy="211219"/>
            </a:xfrm>
            <a:custGeom>
              <a:avLst/>
              <a:pathLst>
                <a:path w="273020" h="211219">
                  <a:moveTo>
                    <a:pt x="236809" y="210900"/>
                  </a:moveTo>
                  <a:lnTo>
                    <a:pt x="230728" y="210609"/>
                  </a:lnTo>
                  <a:lnTo>
                    <a:pt x="224367" y="210304"/>
                  </a:lnTo>
                  <a:lnTo>
                    <a:pt x="217708" y="209986"/>
                  </a:lnTo>
                  <a:lnTo>
                    <a:pt x="212582" y="209740"/>
                  </a:lnTo>
                  <a:lnTo>
                    <a:pt x="211099" y="209669"/>
                  </a:lnTo>
                  <a:lnTo>
                    <a:pt x="208673" y="208794"/>
                  </a:lnTo>
                  <a:lnTo>
                    <a:pt x="203634" y="206976"/>
                  </a:lnTo>
                  <a:lnTo>
                    <a:pt x="198069" y="204969"/>
                  </a:lnTo>
                  <a:lnTo>
                    <a:pt x="195497" y="204041"/>
                  </a:lnTo>
                  <a:lnTo>
                    <a:pt x="192671" y="202632"/>
                  </a:lnTo>
                  <a:lnTo>
                    <a:pt x="186755" y="199682"/>
                  </a:lnTo>
                  <a:lnTo>
                    <a:pt x="179837" y="196232"/>
                  </a:lnTo>
                  <a:lnTo>
                    <a:pt x="176646" y="194641"/>
                  </a:lnTo>
                  <a:lnTo>
                    <a:pt x="174603" y="193276"/>
                  </a:lnTo>
                  <a:lnTo>
                    <a:pt x="168625" y="189280"/>
                  </a:lnTo>
                  <a:lnTo>
                    <a:pt x="166605" y="187930"/>
                  </a:lnTo>
                  <a:lnTo>
                    <a:pt x="163307" y="185762"/>
                  </a:lnTo>
                  <a:lnTo>
                    <a:pt x="159061" y="182969"/>
                  </a:lnTo>
                  <a:lnTo>
                    <a:pt x="154430" y="179922"/>
                  </a:lnTo>
                  <a:lnTo>
                    <a:pt x="149766" y="176854"/>
                  </a:lnTo>
                  <a:lnTo>
                    <a:pt x="149377" y="176598"/>
                  </a:lnTo>
                  <a:lnTo>
                    <a:pt x="144560" y="173429"/>
                  </a:lnTo>
                  <a:lnTo>
                    <a:pt x="139805" y="170301"/>
                  </a:lnTo>
                  <a:lnTo>
                    <a:pt x="134877" y="167059"/>
                  </a:lnTo>
                  <a:lnTo>
                    <a:pt x="131152" y="164609"/>
                  </a:lnTo>
                  <a:lnTo>
                    <a:pt x="128013" y="162544"/>
                  </a:lnTo>
                  <a:lnTo>
                    <a:pt x="126049" y="161252"/>
                  </a:lnTo>
                  <a:lnTo>
                    <a:pt x="120102" y="157340"/>
                  </a:lnTo>
                  <a:lnTo>
                    <a:pt x="116253" y="154809"/>
                  </a:lnTo>
                  <a:lnTo>
                    <a:pt x="112032" y="152032"/>
                  </a:lnTo>
                  <a:lnTo>
                    <a:pt x="108518" y="149721"/>
                  </a:lnTo>
                  <a:lnTo>
                    <a:pt x="107694" y="149179"/>
                  </a:lnTo>
                  <a:lnTo>
                    <a:pt x="103639" y="146512"/>
                  </a:lnTo>
                  <a:lnTo>
                    <a:pt x="99269" y="143637"/>
                  </a:lnTo>
                  <a:lnTo>
                    <a:pt x="94217" y="140314"/>
                  </a:lnTo>
                  <a:lnTo>
                    <a:pt x="90045" y="137569"/>
                  </a:lnTo>
                  <a:lnTo>
                    <a:pt x="86344" y="135135"/>
                  </a:lnTo>
                  <a:lnTo>
                    <a:pt x="82573" y="132654"/>
                  </a:lnTo>
                  <a:lnTo>
                    <a:pt x="81862" y="132172"/>
                  </a:lnTo>
                  <a:lnTo>
                    <a:pt x="78118" y="129630"/>
                  </a:lnTo>
                  <a:lnTo>
                    <a:pt x="73744" y="126660"/>
                  </a:lnTo>
                  <a:lnTo>
                    <a:pt x="70227" y="124272"/>
                  </a:lnTo>
                  <a:lnTo>
                    <a:pt x="66422" y="121689"/>
                  </a:lnTo>
                  <a:lnTo>
                    <a:pt x="63396" y="119635"/>
                  </a:lnTo>
                  <a:lnTo>
                    <a:pt x="63011" y="119373"/>
                  </a:lnTo>
                  <a:lnTo>
                    <a:pt x="60699" y="117804"/>
                  </a:lnTo>
                  <a:lnTo>
                    <a:pt x="57896" y="115900"/>
                  </a:lnTo>
                  <a:lnTo>
                    <a:pt x="54929" y="113886"/>
                  </a:lnTo>
                  <a:lnTo>
                    <a:pt x="52382" y="112157"/>
                  </a:lnTo>
                  <a:lnTo>
                    <a:pt x="50127" y="110627"/>
                  </a:lnTo>
                  <a:lnTo>
                    <a:pt x="48009" y="109189"/>
                  </a:lnTo>
                  <a:lnTo>
                    <a:pt x="45759" y="107661"/>
                  </a:lnTo>
                  <a:lnTo>
                    <a:pt x="42123" y="105193"/>
                  </a:lnTo>
                  <a:lnTo>
                    <a:pt x="38928" y="103024"/>
                  </a:lnTo>
                  <a:lnTo>
                    <a:pt x="35049" y="100390"/>
                  </a:lnTo>
                  <a:lnTo>
                    <a:pt x="31587" y="98040"/>
                  </a:lnTo>
                  <a:lnTo>
                    <a:pt x="28633" y="96035"/>
                  </a:lnTo>
                  <a:lnTo>
                    <a:pt x="24830" y="93453"/>
                  </a:lnTo>
                  <a:lnTo>
                    <a:pt x="21459" y="91165"/>
                  </a:lnTo>
                  <a:lnTo>
                    <a:pt x="16862" y="88044"/>
                  </a:lnTo>
                  <a:lnTo>
                    <a:pt x="12776" y="85270"/>
                  </a:lnTo>
                  <a:lnTo>
                    <a:pt x="6983" y="81337"/>
                  </a:lnTo>
                  <a:lnTo>
                    <a:pt x="3464" y="78948"/>
                  </a:lnTo>
                  <a:lnTo>
                    <a:pt x="0" y="76596"/>
                  </a:lnTo>
                  <a:lnTo>
                    <a:pt x="6341" y="67193"/>
                  </a:lnTo>
                  <a:lnTo>
                    <a:pt x="7934" y="64830"/>
                  </a:lnTo>
                  <a:lnTo>
                    <a:pt x="12728" y="56416"/>
                  </a:lnTo>
                  <a:lnTo>
                    <a:pt x="14970" y="52480"/>
                  </a:lnTo>
                  <a:lnTo>
                    <a:pt x="20597" y="40611"/>
                  </a:lnTo>
                  <a:lnTo>
                    <a:pt x="21067" y="39620"/>
                  </a:lnTo>
                  <a:lnTo>
                    <a:pt x="26189" y="26322"/>
                  </a:lnTo>
                  <a:lnTo>
                    <a:pt x="30306" y="12664"/>
                  </a:lnTo>
                  <a:lnTo>
                    <a:pt x="20670" y="0"/>
                  </a:lnTo>
                  <a:lnTo>
                    <a:pt x="39944" y="2347"/>
                  </a:lnTo>
                  <a:lnTo>
                    <a:pt x="48661" y="5630"/>
                  </a:lnTo>
                  <a:lnTo>
                    <a:pt x="49901" y="6967"/>
                  </a:lnTo>
                  <a:lnTo>
                    <a:pt x="57039" y="11388"/>
                  </a:lnTo>
                  <a:lnTo>
                    <a:pt x="85542" y="11053"/>
                  </a:lnTo>
                  <a:lnTo>
                    <a:pt x="105058" y="23633"/>
                  </a:lnTo>
                  <a:lnTo>
                    <a:pt x="157411" y="55818"/>
                  </a:lnTo>
                  <a:lnTo>
                    <a:pt x="175470" y="66251"/>
                  </a:lnTo>
                  <a:lnTo>
                    <a:pt x="220734" y="92404"/>
                  </a:lnTo>
                  <a:lnTo>
                    <a:pt x="233880" y="99941"/>
                  </a:lnTo>
                  <a:lnTo>
                    <a:pt x="244440" y="111523"/>
                  </a:lnTo>
                  <a:lnTo>
                    <a:pt x="253941" y="118891"/>
                  </a:lnTo>
                  <a:lnTo>
                    <a:pt x="261804" y="123915"/>
                  </a:lnTo>
                  <a:lnTo>
                    <a:pt x="266882" y="126761"/>
                  </a:lnTo>
                  <a:lnTo>
                    <a:pt x="273020" y="138848"/>
                  </a:lnTo>
                  <a:lnTo>
                    <a:pt x="250725" y="136838"/>
                  </a:lnTo>
                  <a:lnTo>
                    <a:pt x="250498" y="139626"/>
                  </a:lnTo>
                  <a:lnTo>
                    <a:pt x="260088" y="150999"/>
                  </a:lnTo>
                  <a:lnTo>
                    <a:pt x="271438" y="161893"/>
                  </a:lnTo>
                  <a:lnTo>
                    <a:pt x="267254" y="165155"/>
                  </a:lnTo>
                  <a:lnTo>
                    <a:pt x="252132" y="176947"/>
                  </a:lnTo>
                  <a:lnTo>
                    <a:pt x="251992" y="186413"/>
                  </a:lnTo>
                  <a:lnTo>
                    <a:pt x="245361" y="186074"/>
                  </a:lnTo>
                  <a:lnTo>
                    <a:pt x="244884" y="192058"/>
                  </a:lnTo>
                  <a:lnTo>
                    <a:pt x="243355" y="211219"/>
                  </a:lnTo>
                  <a:lnTo>
                    <a:pt x="240466" y="21107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g588"/>
            <p:cNvSpPr/>
            <p:nvPr/>
          </p:nvSpPr>
          <p:spPr>
            <a:xfrm>
              <a:off x="2424100" y="2959388"/>
              <a:ext cx="66273" cy="51576"/>
            </a:xfrm>
            <a:custGeom>
              <a:avLst/>
              <a:pathLst>
                <a:path w="66273" h="51576">
                  <a:moveTo>
                    <a:pt x="2717" y="22682"/>
                  </a:moveTo>
                  <a:lnTo>
                    <a:pt x="6889" y="18944"/>
                  </a:lnTo>
                  <a:lnTo>
                    <a:pt x="11105" y="15168"/>
                  </a:lnTo>
                  <a:lnTo>
                    <a:pt x="16537" y="10301"/>
                  </a:lnTo>
                  <a:lnTo>
                    <a:pt x="22526" y="4936"/>
                  </a:lnTo>
                  <a:lnTo>
                    <a:pt x="28036" y="0"/>
                  </a:lnTo>
                  <a:lnTo>
                    <a:pt x="45013" y="4295"/>
                  </a:lnTo>
                  <a:lnTo>
                    <a:pt x="48543" y="5188"/>
                  </a:lnTo>
                  <a:lnTo>
                    <a:pt x="56321" y="9665"/>
                  </a:lnTo>
                  <a:lnTo>
                    <a:pt x="55438" y="11385"/>
                  </a:lnTo>
                  <a:lnTo>
                    <a:pt x="53741" y="14688"/>
                  </a:lnTo>
                  <a:lnTo>
                    <a:pt x="60858" y="16258"/>
                  </a:lnTo>
                  <a:lnTo>
                    <a:pt x="66273" y="17451"/>
                  </a:lnTo>
                  <a:lnTo>
                    <a:pt x="64289" y="19341"/>
                  </a:lnTo>
                  <a:lnTo>
                    <a:pt x="48849" y="32201"/>
                  </a:lnTo>
                  <a:lnTo>
                    <a:pt x="37415" y="41725"/>
                  </a:lnTo>
                  <a:lnTo>
                    <a:pt x="25587" y="51576"/>
                  </a:lnTo>
                  <a:lnTo>
                    <a:pt x="17002" y="42699"/>
                  </a:lnTo>
                  <a:lnTo>
                    <a:pt x="0" y="251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g589"/>
            <p:cNvSpPr/>
            <p:nvPr/>
          </p:nvSpPr>
          <p:spPr>
            <a:xfrm>
              <a:off x="2462239" y="2819352"/>
              <a:ext cx="151853" cy="153694"/>
            </a:xfrm>
            <a:custGeom>
              <a:avLst/>
              <a:pathLst>
                <a:path w="151853" h="153694">
                  <a:moveTo>
                    <a:pt x="27711" y="148908"/>
                  </a:moveTo>
                  <a:lnTo>
                    <a:pt x="24138" y="147853"/>
                  </a:lnTo>
                  <a:lnTo>
                    <a:pt x="18060" y="146059"/>
                  </a:lnTo>
                  <a:lnTo>
                    <a:pt x="0" y="128728"/>
                  </a:lnTo>
                  <a:lnTo>
                    <a:pt x="8500" y="116547"/>
                  </a:lnTo>
                  <a:lnTo>
                    <a:pt x="13776" y="108986"/>
                  </a:lnTo>
                  <a:lnTo>
                    <a:pt x="17852" y="103045"/>
                  </a:lnTo>
                  <a:lnTo>
                    <a:pt x="23238" y="95195"/>
                  </a:lnTo>
                  <a:lnTo>
                    <a:pt x="28336" y="87766"/>
                  </a:lnTo>
                  <a:lnTo>
                    <a:pt x="34311" y="79056"/>
                  </a:lnTo>
                  <a:lnTo>
                    <a:pt x="40657" y="69807"/>
                  </a:lnTo>
                  <a:lnTo>
                    <a:pt x="46055" y="61940"/>
                  </a:lnTo>
                  <a:lnTo>
                    <a:pt x="50575" y="55352"/>
                  </a:lnTo>
                  <a:lnTo>
                    <a:pt x="55580" y="48057"/>
                  </a:lnTo>
                  <a:lnTo>
                    <a:pt x="58480" y="43830"/>
                  </a:lnTo>
                  <a:lnTo>
                    <a:pt x="60904" y="40158"/>
                  </a:lnTo>
                  <a:lnTo>
                    <a:pt x="67724" y="29825"/>
                  </a:lnTo>
                  <a:lnTo>
                    <a:pt x="77526" y="14975"/>
                  </a:lnTo>
                  <a:lnTo>
                    <a:pt x="82438" y="7535"/>
                  </a:lnTo>
                  <a:lnTo>
                    <a:pt x="126753" y="1954"/>
                  </a:lnTo>
                  <a:lnTo>
                    <a:pt x="142270" y="0"/>
                  </a:lnTo>
                  <a:lnTo>
                    <a:pt x="151853" y="4269"/>
                  </a:lnTo>
                  <a:lnTo>
                    <a:pt x="146040" y="12554"/>
                  </a:lnTo>
                  <a:lnTo>
                    <a:pt x="142759" y="17229"/>
                  </a:lnTo>
                  <a:lnTo>
                    <a:pt x="141541" y="19095"/>
                  </a:lnTo>
                  <a:lnTo>
                    <a:pt x="136320" y="27092"/>
                  </a:lnTo>
                  <a:lnTo>
                    <a:pt x="132423" y="33059"/>
                  </a:lnTo>
                  <a:lnTo>
                    <a:pt x="128527" y="39027"/>
                  </a:lnTo>
                  <a:lnTo>
                    <a:pt x="124478" y="45227"/>
                  </a:lnTo>
                  <a:lnTo>
                    <a:pt x="120014" y="52064"/>
                  </a:lnTo>
                  <a:lnTo>
                    <a:pt x="115928" y="58322"/>
                  </a:lnTo>
                  <a:lnTo>
                    <a:pt x="110631" y="66434"/>
                  </a:lnTo>
                  <a:lnTo>
                    <a:pt x="105637" y="74082"/>
                  </a:lnTo>
                  <a:lnTo>
                    <a:pt x="101588" y="80282"/>
                  </a:lnTo>
                  <a:lnTo>
                    <a:pt x="96821" y="87583"/>
                  </a:lnTo>
                  <a:lnTo>
                    <a:pt x="96192" y="88547"/>
                  </a:lnTo>
                  <a:lnTo>
                    <a:pt x="91881" y="95013"/>
                  </a:lnTo>
                  <a:lnTo>
                    <a:pt x="85438" y="104679"/>
                  </a:lnTo>
                  <a:lnTo>
                    <a:pt x="79373" y="113776"/>
                  </a:lnTo>
                  <a:lnTo>
                    <a:pt x="73735" y="122234"/>
                  </a:lnTo>
                  <a:lnTo>
                    <a:pt x="66429" y="133194"/>
                  </a:lnTo>
                  <a:lnTo>
                    <a:pt x="59844" y="143071"/>
                  </a:lnTo>
                  <a:lnTo>
                    <a:pt x="52763" y="15369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g590"/>
            <p:cNvSpPr/>
            <p:nvPr/>
          </p:nvSpPr>
          <p:spPr>
            <a:xfrm>
              <a:off x="2526578" y="2844108"/>
              <a:ext cx="123104" cy="150455"/>
            </a:xfrm>
            <a:custGeom>
              <a:avLst/>
              <a:pathLst>
                <a:path w="123104" h="150455">
                  <a:moveTo>
                    <a:pt x="4120" y="115402"/>
                  </a:moveTo>
                  <a:lnTo>
                    <a:pt x="5917" y="112610"/>
                  </a:lnTo>
                  <a:lnTo>
                    <a:pt x="12075" y="103041"/>
                  </a:lnTo>
                  <a:lnTo>
                    <a:pt x="18255" y="93437"/>
                  </a:lnTo>
                  <a:lnTo>
                    <a:pt x="24961" y="83015"/>
                  </a:lnTo>
                  <a:lnTo>
                    <a:pt x="34573" y="68079"/>
                  </a:lnTo>
                  <a:lnTo>
                    <a:pt x="42282" y="56100"/>
                  </a:lnTo>
                  <a:lnTo>
                    <a:pt x="49402" y="45035"/>
                  </a:lnTo>
                  <a:lnTo>
                    <a:pt x="57017" y="33202"/>
                  </a:lnTo>
                  <a:lnTo>
                    <a:pt x="62826" y="24175"/>
                  </a:lnTo>
                  <a:lnTo>
                    <a:pt x="70000" y="13026"/>
                  </a:lnTo>
                  <a:lnTo>
                    <a:pt x="78383" y="0"/>
                  </a:lnTo>
                  <a:lnTo>
                    <a:pt x="91004" y="8789"/>
                  </a:lnTo>
                  <a:lnTo>
                    <a:pt x="123104" y="31145"/>
                  </a:lnTo>
                  <a:lnTo>
                    <a:pt x="118197" y="38614"/>
                  </a:lnTo>
                  <a:lnTo>
                    <a:pt x="111672" y="48546"/>
                  </a:lnTo>
                  <a:lnTo>
                    <a:pt x="106702" y="56111"/>
                  </a:lnTo>
                  <a:lnTo>
                    <a:pt x="101572" y="63920"/>
                  </a:lnTo>
                  <a:lnTo>
                    <a:pt x="95207" y="73608"/>
                  </a:lnTo>
                  <a:lnTo>
                    <a:pt x="86914" y="86231"/>
                  </a:lnTo>
                  <a:lnTo>
                    <a:pt x="80548" y="95920"/>
                  </a:lnTo>
                  <a:lnTo>
                    <a:pt x="75551" y="103526"/>
                  </a:lnTo>
                  <a:lnTo>
                    <a:pt x="67155" y="116306"/>
                  </a:lnTo>
                  <a:lnTo>
                    <a:pt x="60443" y="126522"/>
                  </a:lnTo>
                  <a:lnTo>
                    <a:pt x="53541" y="137029"/>
                  </a:lnTo>
                  <a:lnTo>
                    <a:pt x="48635" y="144495"/>
                  </a:lnTo>
                  <a:lnTo>
                    <a:pt x="44720" y="150455"/>
                  </a:lnTo>
                  <a:lnTo>
                    <a:pt x="31301" y="141863"/>
                  </a:lnTo>
                  <a:lnTo>
                    <a:pt x="0" y="1218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g591"/>
            <p:cNvSpPr/>
            <p:nvPr/>
          </p:nvSpPr>
          <p:spPr>
            <a:xfrm>
              <a:off x="2613127" y="2898746"/>
              <a:ext cx="74525" cy="75192"/>
            </a:xfrm>
            <a:custGeom>
              <a:avLst/>
              <a:pathLst>
                <a:path w="74525" h="75192">
                  <a:moveTo>
                    <a:pt x="5254" y="39133"/>
                  </a:moveTo>
                  <a:lnTo>
                    <a:pt x="10158" y="32128"/>
                  </a:lnTo>
                  <a:lnTo>
                    <a:pt x="16238" y="23440"/>
                  </a:lnTo>
                  <a:lnTo>
                    <a:pt x="32645" y="0"/>
                  </a:lnTo>
                  <a:lnTo>
                    <a:pt x="45317" y="8606"/>
                  </a:lnTo>
                  <a:lnTo>
                    <a:pt x="74525" y="28443"/>
                  </a:lnTo>
                  <a:lnTo>
                    <a:pt x="66985" y="39794"/>
                  </a:lnTo>
                  <a:lnTo>
                    <a:pt x="63415" y="45167"/>
                  </a:lnTo>
                  <a:lnTo>
                    <a:pt x="57293" y="54384"/>
                  </a:lnTo>
                  <a:lnTo>
                    <a:pt x="49607" y="65954"/>
                  </a:lnTo>
                  <a:lnTo>
                    <a:pt x="43471" y="75192"/>
                  </a:lnTo>
                  <a:lnTo>
                    <a:pt x="30150" y="66443"/>
                  </a:lnTo>
                  <a:lnTo>
                    <a:pt x="0" y="4664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g592"/>
            <p:cNvSpPr/>
            <p:nvPr/>
          </p:nvSpPr>
          <p:spPr>
            <a:xfrm>
              <a:off x="2847264" y="3039411"/>
              <a:ext cx="70684" cy="97855"/>
            </a:xfrm>
            <a:custGeom>
              <a:avLst/>
              <a:pathLst>
                <a:path w="70684" h="97855">
                  <a:moveTo>
                    <a:pt x="69314" y="17383"/>
                  </a:moveTo>
                  <a:lnTo>
                    <a:pt x="68223" y="21633"/>
                  </a:lnTo>
                  <a:lnTo>
                    <a:pt x="66863" y="26935"/>
                  </a:lnTo>
                  <a:lnTo>
                    <a:pt x="65613" y="31807"/>
                  </a:lnTo>
                  <a:lnTo>
                    <a:pt x="64037" y="37948"/>
                  </a:lnTo>
                  <a:lnTo>
                    <a:pt x="62790" y="42805"/>
                  </a:lnTo>
                  <a:lnTo>
                    <a:pt x="61206" y="48979"/>
                  </a:lnTo>
                  <a:lnTo>
                    <a:pt x="59109" y="57149"/>
                  </a:lnTo>
                  <a:lnTo>
                    <a:pt x="56860" y="65912"/>
                  </a:lnTo>
                  <a:lnTo>
                    <a:pt x="55106" y="72747"/>
                  </a:lnTo>
                  <a:lnTo>
                    <a:pt x="53263" y="79928"/>
                  </a:lnTo>
                  <a:lnTo>
                    <a:pt x="51581" y="86482"/>
                  </a:lnTo>
                  <a:lnTo>
                    <a:pt x="50247" y="91683"/>
                  </a:lnTo>
                  <a:lnTo>
                    <a:pt x="49381" y="95056"/>
                  </a:lnTo>
                  <a:lnTo>
                    <a:pt x="48663" y="97855"/>
                  </a:lnTo>
                  <a:lnTo>
                    <a:pt x="39408" y="94999"/>
                  </a:lnTo>
                  <a:lnTo>
                    <a:pt x="29465" y="91932"/>
                  </a:lnTo>
                  <a:lnTo>
                    <a:pt x="13814" y="87103"/>
                  </a:lnTo>
                  <a:lnTo>
                    <a:pt x="0" y="82840"/>
                  </a:lnTo>
                  <a:lnTo>
                    <a:pt x="1701" y="76991"/>
                  </a:lnTo>
                  <a:lnTo>
                    <a:pt x="4026" y="68994"/>
                  </a:lnTo>
                  <a:lnTo>
                    <a:pt x="6763" y="59582"/>
                  </a:lnTo>
                  <a:lnTo>
                    <a:pt x="9351" y="50682"/>
                  </a:lnTo>
                  <a:lnTo>
                    <a:pt x="12308" y="40515"/>
                  </a:lnTo>
                  <a:lnTo>
                    <a:pt x="15540" y="29400"/>
                  </a:lnTo>
                  <a:lnTo>
                    <a:pt x="18002" y="20936"/>
                  </a:lnTo>
                  <a:lnTo>
                    <a:pt x="20028" y="13969"/>
                  </a:lnTo>
                  <a:lnTo>
                    <a:pt x="22300" y="6153"/>
                  </a:lnTo>
                  <a:lnTo>
                    <a:pt x="24090" y="0"/>
                  </a:lnTo>
                  <a:lnTo>
                    <a:pt x="52598" y="7370"/>
                  </a:lnTo>
                  <a:lnTo>
                    <a:pt x="70684" y="120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g593"/>
            <p:cNvSpPr/>
            <p:nvPr/>
          </p:nvSpPr>
          <p:spPr>
            <a:xfrm>
              <a:off x="3275574" y="3118492"/>
              <a:ext cx="154536" cy="83951"/>
            </a:xfrm>
            <a:custGeom>
              <a:avLst/>
              <a:pathLst>
                <a:path w="154536" h="83951">
                  <a:moveTo>
                    <a:pt x="9317" y="73959"/>
                  </a:moveTo>
                  <a:lnTo>
                    <a:pt x="6958" y="64231"/>
                  </a:lnTo>
                  <a:lnTo>
                    <a:pt x="4269" y="53143"/>
                  </a:lnTo>
                  <a:lnTo>
                    <a:pt x="0" y="35535"/>
                  </a:lnTo>
                  <a:lnTo>
                    <a:pt x="5154" y="34238"/>
                  </a:lnTo>
                  <a:lnTo>
                    <a:pt x="9378" y="33174"/>
                  </a:lnTo>
                  <a:lnTo>
                    <a:pt x="13343" y="32176"/>
                  </a:lnTo>
                  <a:lnTo>
                    <a:pt x="18320" y="30924"/>
                  </a:lnTo>
                  <a:lnTo>
                    <a:pt x="22630" y="29839"/>
                  </a:lnTo>
                  <a:lnTo>
                    <a:pt x="27373" y="28645"/>
                  </a:lnTo>
                  <a:lnTo>
                    <a:pt x="33482" y="27107"/>
                  </a:lnTo>
                  <a:lnTo>
                    <a:pt x="40340" y="25381"/>
                  </a:lnTo>
                  <a:lnTo>
                    <a:pt x="45054" y="24194"/>
                  </a:lnTo>
                  <a:lnTo>
                    <a:pt x="51186" y="22651"/>
                  </a:lnTo>
                  <a:lnTo>
                    <a:pt x="57988" y="20939"/>
                  </a:lnTo>
                  <a:lnTo>
                    <a:pt x="62818" y="19723"/>
                  </a:lnTo>
                  <a:lnTo>
                    <a:pt x="67334" y="18586"/>
                  </a:lnTo>
                  <a:lnTo>
                    <a:pt x="72484" y="17290"/>
                  </a:lnTo>
                  <a:lnTo>
                    <a:pt x="77342" y="16067"/>
                  </a:lnTo>
                  <a:lnTo>
                    <a:pt x="78625" y="15744"/>
                  </a:lnTo>
                  <a:lnTo>
                    <a:pt x="81276" y="15070"/>
                  </a:lnTo>
                  <a:lnTo>
                    <a:pt x="85644" y="13961"/>
                  </a:lnTo>
                  <a:lnTo>
                    <a:pt x="89838" y="12895"/>
                  </a:lnTo>
                  <a:lnTo>
                    <a:pt x="94435" y="11727"/>
                  </a:lnTo>
                  <a:lnTo>
                    <a:pt x="99294" y="10493"/>
                  </a:lnTo>
                  <a:lnTo>
                    <a:pt x="103746" y="9362"/>
                  </a:lnTo>
                  <a:lnTo>
                    <a:pt x="108632" y="8121"/>
                  </a:lnTo>
                  <a:lnTo>
                    <a:pt x="113173" y="6967"/>
                  </a:lnTo>
                  <a:lnTo>
                    <a:pt x="120230" y="5174"/>
                  </a:lnTo>
                  <a:lnTo>
                    <a:pt x="127373" y="3360"/>
                  </a:lnTo>
                  <a:lnTo>
                    <a:pt x="134285" y="1604"/>
                  </a:lnTo>
                  <a:lnTo>
                    <a:pt x="140599" y="0"/>
                  </a:lnTo>
                  <a:lnTo>
                    <a:pt x="145034" y="15351"/>
                  </a:lnTo>
                  <a:lnTo>
                    <a:pt x="147298" y="23188"/>
                  </a:lnTo>
                  <a:lnTo>
                    <a:pt x="151131" y="36456"/>
                  </a:lnTo>
                  <a:lnTo>
                    <a:pt x="154536" y="48243"/>
                  </a:lnTo>
                  <a:lnTo>
                    <a:pt x="149849" y="49425"/>
                  </a:lnTo>
                  <a:lnTo>
                    <a:pt x="145452" y="50534"/>
                  </a:lnTo>
                  <a:lnTo>
                    <a:pt x="140592" y="51760"/>
                  </a:lnTo>
                  <a:lnTo>
                    <a:pt x="135121" y="53140"/>
                  </a:lnTo>
                  <a:lnTo>
                    <a:pt x="131391" y="54081"/>
                  </a:lnTo>
                  <a:lnTo>
                    <a:pt x="127370" y="55094"/>
                  </a:lnTo>
                  <a:lnTo>
                    <a:pt x="126836" y="55229"/>
                  </a:lnTo>
                  <a:lnTo>
                    <a:pt x="123993" y="55928"/>
                  </a:lnTo>
                  <a:lnTo>
                    <a:pt x="119027" y="57149"/>
                  </a:lnTo>
                  <a:lnTo>
                    <a:pt x="115264" y="58075"/>
                  </a:lnTo>
                  <a:lnTo>
                    <a:pt x="111296" y="59050"/>
                  </a:lnTo>
                  <a:lnTo>
                    <a:pt x="106594" y="60206"/>
                  </a:lnTo>
                  <a:lnTo>
                    <a:pt x="100981" y="61586"/>
                  </a:lnTo>
                  <a:lnTo>
                    <a:pt x="95936" y="62827"/>
                  </a:lnTo>
                  <a:lnTo>
                    <a:pt x="90839" y="64080"/>
                  </a:lnTo>
                  <a:lnTo>
                    <a:pt x="84757" y="65575"/>
                  </a:lnTo>
                  <a:lnTo>
                    <a:pt x="79159" y="66952"/>
                  </a:lnTo>
                  <a:lnTo>
                    <a:pt x="73709" y="68292"/>
                  </a:lnTo>
                  <a:lnTo>
                    <a:pt x="69249" y="69388"/>
                  </a:lnTo>
                  <a:lnTo>
                    <a:pt x="66122" y="70157"/>
                  </a:lnTo>
                  <a:lnTo>
                    <a:pt x="62972" y="70956"/>
                  </a:lnTo>
                  <a:lnTo>
                    <a:pt x="58603" y="72064"/>
                  </a:lnTo>
                  <a:lnTo>
                    <a:pt x="54611" y="73077"/>
                  </a:lnTo>
                  <a:lnTo>
                    <a:pt x="50099" y="74221"/>
                  </a:lnTo>
                  <a:lnTo>
                    <a:pt x="45011" y="75512"/>
                  </a:lnTo>
                  <a:lnTo>
                    <a:pt x="40094" y="76759"/>
                  </a:lnTo>
                  <a:lnTo>
                    <a:pt x="32287" y="78739"/>
                  </a:lnTo>
                  <a:lnTo>
                    <a:pt x="24737" y="80654"/>
                  </a:lnTo>
                  <a:lnTo>
                    <a:pt x="17941" y="82378"/>
                  </a:lnTo>
                  <a:lnTo>
                    <a:pt x="11739" y="8395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g594"/>
            <p:cNvSpPr/>
            <p:nvPr/>
          </p:nvSpPr>
          <p:spPr>
            <a:xfrm>
              <a:off x="3260040" y="3052994"/>
              <a:ext cx="178919" cy="93487"/>
            </a:xfrm>
            <a:custGeom>
              <a:avLst/>
              <a:pathLst>
                <a:path w="178919" h="93487">
                  <a:moveTo>
                    <a:pt x="7891" y="73017"/>
                  </a:moveTo>
                  <a:lnTo>
                    <a:pt x="0" y="44953"/>
                  </a:lnTo>
                  <a:lnTo>
                    <a:pt x="7014" y="43046"/>
                  </a:lnTo>
                  <a:lnTo>
                    <a:pt x="14284" y="41069"/>
                  </a:lnTo>
                  <a:lnTo>
                    <a:pt x="21922" y="38993"/>
                  </a:lnTo>
                  <a:lnTo>
                    <a:pt x="25879" y="37917"/>
                  </a:lnTo>
                  <a:lnTo>
                    <a:pt x="30560" y="36645"/>
                  </a:lnTo>
                  <a:lnTo>
                    <a:pt x="35903" y="35192"/>
                  </a:lnTo>
                  <a:lnTo>
                    <a:pt x="41614" y="33639"/>
                  </a:lnTo>
                  <a:lnTo>
                    <a:pt x="46386" y="32342"/>
                  </a:lnTo>
                  <a:lnTo>
                    <a:pt x="51710" y="30895"/>
                  </a:lnTo>
                  <a:lnTo>
                    <a:pt x="58726" y="28987"/>
                  </a:lnTo>
                  <a:lnTo>
                    <a:pt x="63926" y="27573"/>
                  </a:lnTo>
                  <a:lnTo>
                    <a:pt x="69168" y="26148"/>
                  </a:lnTo>
                  <a:lnTo>
                    <a:pt x="74175" y="24787"/>
                  </a:lnTo>
                  <a:lnTo>
                    <a:pt x="79284" y="23398"/>
                  </a:lnTo>
                  <a:lnTo>
                    <a:pt x="83912" y="22140"/>
                  </a:lnTo>
                  <a:lnTo>
                    <a:pt x="88533" y="20883"/>
                  </a:lnTo>
                  <a:lnTo>
                    <a:pt x="96253" y="18785"/>
                  </a:lnTo>
                  <a:lnTo>
                    <a:pt x="102698" y="17032"/>
                  </a:lnTo>
                  <a:lnTo>
                    <a:pt x="108837" y="15363"/>
                  </a:lnTo>
                  <a:lnTo>
                    <a:pt x="114159" y="13917"/>
                  </a:lnTo>
                  <a:lnTo>
                    <a:pt x="120716" y="12134"/>
                  </a:lnTo>
                  <a:lnTo>
                    <a:pt x="127661" y="10246"/>
                  </a:lnTo>
                  <a:lnTo>
                    <a:pt x="136217" y="7920"/>
                  </a:lnTo>
                  <a:lnTo>
                    <a:pt x="143019" y="6070"/>
                  </a:lnTo>
                  <a:lnTo>
                    <a:pt x="150289" y="4094"/>
                  </a:lnTo>
                  <a:lnTo>
                    <a:pt x="157927" y="2017"/>
                  </a:lnTo>
                  <a:lnTo>
                    <a:pt x="165349" y="0"/>
                  </a:lnTo>
                  <a:lnTo>
                    <a:pt x="170449" y="18035"/>
                  </a:lnTo>
                  <a:lnTo>
                    <a:pt x="178919" y="47991"/>
                  </a:lnTo>
                  <a:lnTo>
                    <a:pt x="173391" y="49492"/>
                  </a:lnTo>
                  <a:lnTo>
                    <a:pt x="170240" y="50348"/>
                  </a:lnTo>
                  <a:lnTo>
                    <a:pt x="164978" y="51777"/>
                  </a:lnTo>
                  <a:lnTo>
                    <a:pt x="160378" y="53026"/>
                  </a:lnTo>
                  <a:lnTo>
                    <a:pt x="156115" y="54184"/>
                  </a:lnTo>
                  <a:lnTo>
                    <a:pt x="151312" y="55489"/>
                  </a:lnTo>
                  <a:lnTo>
                    <a:pt x="144448" y="57353"/>
                  </a:lnTo>
                  <a:lnTo>
                    <a:pt x="140135" y="58524"/>
                  </a:lnTo>
                  <a:lnTo>
                    <a:pt x="136269" y="59574"/>
                  </a:lnTo>
                  <a:lnTo>
                    <a:pt x="132078" y="60713"/>
                  </a:lnTo>
                  <a:lnTo>
                    <a:pt x="127234" y="62028"/>
                  </a:lnTo>
                  <a:lnTo>
                    <a:pt x="122706" y="63258"/>
                  </a:lnTo>
                  <a:lnTo>
                    <a:pt x="117200" y="64753"/>
                  </a:lnTo>
                  <a:lnTo>
                    <a:pt x="111569" y="66282"/>
                  </a:lnTo>
                  <a:lnTo>
                    <a:pt x="104583" y="68180"/>
                  </a:lnTo>
                  <a:lnTo>
                    <a:pt x="99699" y="69506"/>
                  </a:lnTo>
                  <a:lnTo>
                    <a:pt x="94059" y="71038"/>
                  </a:lnTo>
                  <a:lnTo>
                    <a:pt x="88491" y="72550"/>
                  </a:lnTo>
                  <a:lnTo>
                    <a:pt x="88005" y="72682"/>
                  </a:lnTo>
                  <a:lnTo>
                    <a:pt x="83491" y="73945"/>
                  </a:lnTo>
                  <a:lnTo>
                    <a:pt x="77324" y="75670"/>
                  </a:lnTo>
                  <a:lnTo>
                    <a:pt x="71615" y="77268"/>
                  </a:lnTo>
                  <a:lnTo>
                    <a:pt x="64424" y="79280"/>
                  </a:lnTo>
                  <a:lnTo>
                    <a:pt x="55389" y="81808"/>
                  </a:lnTo>
                  <a:lnTo>
                    <a:pt x="47115" y="84123"/>
                  </a:lnTo>
                  <a:lnTo>
                    <a:pt x="39063" y="86375"/>
                  </a:lnTo>
                  <a:lnTo>
                    <a:pt x="33300" y="87988"/>
                  </a:lnTo>
                  <a:lnTo>
                    <a:pt x="24804" y="90365"/>
                  </a:lnTo>
                  <a:lnTo>
                    <a:pt x="13646" y="9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g595"/>
            <p:cNvSpPr/>
            <p:nvPr/>
          </p:nvSpPr>
          <p:spPr>
            <a:xfrm>
              <a:off x="3438219" y="2951805"/>
              <a:ext cx="184624" cy="80709"/>
            </a:xfrm>
            <a:custGeom>
              <a:avLst/>
              <a:pathLst>
                <a:path w="184624" h="80709">
                  <a:moveTo>
                    <a:pt x="85104" y="25404"/>
                  </a:moveTo>
                  <a:lnTo>
                    <a:pt x="109889" y="18449"/>
                  </a:lnTo>
                  <a:lnTo>
                    <a:pt x="135063" y="11385"/>
                  </a:lnTo>
                  <a:lnTo>
                    <a:pt x="175639" y="0"/>
                  </a:lnTo>
                  <a:lnTo>
                    <a:pt x="177837" y="7864"/>
                  </a:lnTo>
                  <a:lnTo>
                    <a:pt x="179723" y="14610"/>
                  </a:lnTo>
                  <a:lnTo>
                    <a:pt x="181589" y="21289"/>
                  </a:lnTo>
                  <a:lnTo>
                    <a:pt x="183462" y="27990"/>
                  </a:lnTo>
                  <a:lnTo>
                    <a:pt x="184624" y="32148"/>
                  </a:lnTo>
                  <a:lnTo>
                    <a:pt x="178714" y="33793"/>
                  </a:lnTo>
                  <a:lnTo>
                    <a:pt x="171219" y="35879"/>
                  </a:lnTo>
                  <a:lnTo>
                    <a:pt x="166117" y="37299"/>
                  </a:lnTo>
                  <a:lnTo>
                    <a:pt x="160933" y="38742"/>
                  </a:lnTo>
                  <a:lnTo>
                    <a:pt x="157259" y="39765"/>
                  </a:lnTo>
                  <a:lnTo>
                    <a:pt x="153059" y="40934"/>
                  </a:lnTo>
                  <a:lnTo>
                    <a:pt x="147958" y="42354"/>
                  </a:lnTo>
                  <a:lnTo>
                    <a:pt x="142939" y="43751"/>
                  </a:lnTo>
                  <a:lnTo>
                    <a:pt x="135856" y="45723"/>
                  </a:lnTo>
                  <a:lnTo>
                    <a:pt x="130754" y="47143"/>
                  </a:lnTo>
                  <a:lnTo>
                    <a:pt x="123171" y="49253"/>
                  </a:lnTo>
                  <a:lnTo>
                    <a:pt x="115159" y="51484"/>
                  </a:lnTo>
                  <a:lnTo>
                    <a:pt x="106425" y="53915"/>
                  </a:lnTo>
                  <a:lnTo>
                    <a:pt x="98095" y="56233"/>
                  </a:lnTo>
                  <a:lnTo>
                    <a:pt x="90387" y="58379"/>
                  </a:lnTo>
                  <a:lnTo>
                    <a:pt x="80323" y="61180"/>
                  </a:lnTo>
                  <a:lnTo>
                    <a:pt x="73363" y="63117"/>
                  </a:lnTo>
                  <a:lnTo>
                    <a:pt x="65032" y="65436"/>
                  </a:lnTo>
                  <a:lnTo>
                    <a:pt x="59889" y="66868"/>
                  </a:lnTo>
                  <a:lnTo>
                    <a:pt x="54427" y="68388"/>
                  </a:lnTo>
                  <a:lnTo>
                    <a:pt x="48924" y="69920"/>
                  </a:lnTo>
                  <a:lnTo>
                    <a:pt x="43919" y="71313"/>
                  </a:lnTo>
                  <a:lnTo>
                    <a:pt x="39816" y="72455"/>
                  </a:lnTo>
                  <a:lnTo>
                    <a:pt x="34646" y="73894"/>
                  </a:lnTo>
                  <a:lnTo>
                    <a:pt x="29724" y="75264"/>
                  </a:lnTo>
                  <a:lnTo>
                    <a:pt x="24859" y="76619"/>
                  </a:lnTo>
                  <a:lnTo>
                    <a:pt x="17803" y="78583"/>
                  </a:lnTo>
                  <a:lnTo>
                    <a:pt x="10165" y="80709"/>
                  </a:lnTo>
                  <a:lnTo>
                    <a:pt x="9445" y="78634"/>
                  </a:lnTo>
                  <a:lnTo>
                    <a:pt x="7217" y="72199"/>
                  </a:lnTo>
                  <a:lnTo>
                    <a:pt x="1133" y="54631"/>
                  </a:lnTo>
                  <a:lnTo>
                    <a:pt x="0" y="51358"/>
                  </a:lnTo>
                  <a:lnTo>
                    <a:pt x="45276" y="36820"/>
                  </a:lnTo>
                  <a:lnTo>
                    <a:pt x="51210" y="349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g596"/>
            <p:cNvSpPr/>
            <p:nvPr/>
          </p:nvSpPr>
          <p:spPr>
            <a:xfrm>
              <a:off x="3420112" y="3107131"/>
              <a:ext cx="58569" cy="59808"/>
            </a:xfrm>
            <a:custGeom>
              <a:avLst/>
              <a:pathLst>
                <a:path w="58569" h="59808">
                  <a:moveTo>
                    <a:pt x="12887" y="59808"/>
                  </a:moveTo>
                  <a:lnTo>
                    <a:pt x="6421" y="36104"/>
                  </a:lnTo>
                  <a:lnTo>
                    <a:pt x="0" y="12566"/>
                  </a:lnTo>
                  <a:lnTo>
                    <a:pt x="629" y="12393"/>
                  </a:lnTo>
                  <a:lnTo>
                    <a:pt x="7942" y="10385"/>
                  </a:lnTo>
                  <a:lnTo>
                    <a:pt x="18676" y="7438"/>
                  </a:lnTo>
                  <a:lnTo>
                    <a:pt x="45356" y="113"/>
                  </a:lnTo>
                  <a:lnTo>
                    <a:pt x="45770" y="0"/>
                  </a:lnTo>
                  <a:lnTo>
                    <a:pt x="47867" y="7738"/>
                  </a:lnTo>
                  <a:lnTo>
                    <a:pt x="50708" y="18226"/>
                  </a:lnTo>
                  <a:lnTo>
                    <a:pt x="58569" y="47242"/>
                  </a:lnTo>
                  <a:lnTo>
                    <a:pt x="46974" y="50432"/>
                  </a:lnTo>
                  <a:lnTo>
                    <a:pt x="43343" y="51430"/>
                  </a:lnTo>
                  <a:lnTo>
                    <a:pt x="41838" y="518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g597"/>
            <p:cNvSpPr/>
            <p:nvPr/>
          </p:nvSpPr>
          <p:spPr>
            <a:xfrm>
              <a:off x="3942853" y="3201277"/>
              <a:ext cx="103209" cy="115491"/>
            </a:xfrm>
            <a:custGeom>
              <a:avLst/>
              <a:pathLst>
                <a:path w="103209" h="115491">
                  <a:moveTo>
                    <a:pt x="33640" y="110065"/>
                  </a:moveTo>
                  <a:lnTo>
                    <a:pt x="25161" y="103749"/>
                  </a:lnTo>
                  <a:lnTo>
                    <a:pt x="16217" y="97087"/>
                  </a:lnTo>
                  <a:lnTo>
                    <a:pt x="8127" y="91062"/>
                  </a:lnTo>
                  <a:lnTo>
                    <a:pt x="0" y="85008"/>
                  </a:lnTo>
                  <a:lnTo>
                    <a:pt x="6315" y="76782"/>
                  </a:lnTo>
                  <a:lnTo>
                    <a:pt x="12069" y="69288"/>
                  </a:lnTo>
                  <a:lnTo>
                    <a:pt x="23964" y="53796"/>
                  </a:lnTo>
                  <a:lnTo>
                    <a:pt x="38626" y="34701"/>
                  </a:lnTo>
                  <a:lnTo>
                    <a:pt x="47527" y="23108"/>
                  </a:lnTo>
                  <a:lnTo>
                    <a:pt x="48891" y="21599"/>
                  </a:lnTo>
                  <a:lnTo>
                    <a:pt x="59799" y="9530"/>
                  </a:lnTo>
                  <a:lnTo>
                    <a:pt x="68413" y="0"/>
                  </a:lnTo>
                  <a:lnTo>
                    <a:pt x="73486" y="5351"/>
                  </a:lnTo>
                  <a:lnTo>
                    <a:pt x="80653" y="12911"/>
                  </a:lnTo>
                  <a:lnTo>
                    <a:pt x="103209" y="36708"/>
                  </a:lnTo>
                  <a:lnTo>
                    <a:pt x="97371" y="44092"/>
                  </a:lnTo>
                  <a:lnTo>
                    <a:pt x="91956" y="50943"/>
                  </a:lnTo>
                  <a:lnTo>
                    <a:pt x="80821" y="65026"/>
                  </a:lnTo>
                  <a:lnTo>
                    <a:pt x="64727" y="85383"/>
                  </a:lnTo>
                  <a:lnTo>
                    <a:pt x="51446" y="102182"/>
                  </a:lnTo>
                  <a:lnTo>
                    <a:pt x="40925" y="11549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g598"/>
            <p:cNvSpPr/>
            <p:nvPr/>
          </p:nvSpPr>
          <p:spPr>
            <a:xfrm>
              <a:off x="4062218" y="3294876"/>
              <a:ext cx="52095" cy="57002"/>
            </a:xfrm>
            <a:custGeom>
              <a:avLst/>
              <a:pathLst>
                <a:path w="52095" h="57002">
                  <a:moveTo>
                    <a:pt x="4662" y="34445"/>
                  </a:moveTo>
                  <a:lnTo>
                    <a:pt x="9570" y="28253"/>
                  </a:lnTo>
                  <a:lnTo>
                    <a:pt x="13922" y="22763"/>
                  </a:lnTo>
                  <a:lnTo>
                    <a:pt x="20570" y="14375"/>
                  </a:lnTo>
                  <a:lnTo>
                    <a:pt x="27108" y="6126"/>
                  </a:lnTo>
                  <a:lnTo>
                    <a:pt x="31964" y="0"/>
                  </a:lnTo>
                  <a:lnTo>
                    <a:pt x="39455" y="5733"/>
                  </a:lnTo>
                  <a:lnTo>
                    <a:pt x="52095" y="15408"/>
                  </a:lnTo>
                  <a:lnTo>
                    <a:pt x="48611" y="20188"/>
                  </a:lnTo>
                  <a:lnTo>
                    <a:pt x="44579" y="25723"/>
                  </a:lnTo>
                  <a:lnTo>
                    <a:pt x="40254" y="31658"/>
                  </a:lnTo>
                  <a:lnTo>
                    <a:pt x="35106" y="38723"/>
                  </a:lnTo>
                  <a:lnTo>
                    <a:pt x="30545" y="44982"/>
                  </a:lnTo>
                  <a:lnTo>
                    <a:pt x="21787" y="57002"/>
                  </a:lnTo>
                  <a:lnTo>
                    <a:pt x="14284" y="51260"/>
                  </a:lnTo>
                  <a:lnTo>
                    <a:pt x="9037" y="47245"/>
                  </a:lnTo>
                  <a:lnTo>
                    <a:pt x="0" y="40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g599"/>
            <p:cNvSpPr/>
            <p:nvPr/>
          </p:nvSpPr>
          <p:spPr>
            <a:xfrm>
              <a:off x="3871945" y="3250350"/>
              <a:ext cx="268476" cy="162856"/>
            </a:xfrm>
            <a:custGeom>
              <a:avLst/>
              <a:pathLst>
                <a:path w="268476" h="162856">
                  <a:moveTo>
                    <a:pt x="153993" y="114561"/>
                  </a:moveTo>
                  <a:lnTo>
                    <a:pt x="140806" y="109010"/>
                  </a:lnTo>
                  <a:lnTo>
                    <a:pt x="136982" y="107401"/>
                  </a:lnTo>
                  <a:lnTo>
                    <a:pt x="122543" y="104180"/>
                  </a:lnTo>
                  <a:lnTo>
                    <a:pt x="97970" y="97481"/>
                  </a:lnTo>
                  <a:lnTo>
                    <a:pt x="86319" y="91085"/>
                  </a:lnTo>
                  <a:lnTo>
                    <a:pt x="80279" y="87770"/>
                  </a:lnTo>
                  <a:lnTo>
                    <a:pt x="76424" y="85000"/>
                  </a:lnTo>
                  <a:lnTo>
                    <a:pt x="73835" y="83132"/>
                  </a:lnTo>
                  <a:lnTo>
                    <a:pt x="16395" y="39789"/>
                  </a:lnTo>
                  <a:lnTo>
                    <a:pt x="9315" y="32938"/>
                  </a:lnTo>
                  <a:lnTo>
                    <a:pt x="1507" y="15331"/>
                  </a:lnTo>
                  <a:lnTo>
                    <a:pt x="0" y="11930"/>
                  </a:lnTo>
                  <a:lnTo>
                    <a:pt x="7975" y="5816"/>
                  </a:lnTo>
                  <a:lnTo>
                    <a:pt x="15562" y="0"/>
                  </a:lnTo>
                  <a:lnTo>
                    <a:pt x="24980" y="12967"/>
                  </a:lnTo>
                  <a:lnTo>
                    <a:pt x="29679" y="19437"/>
                  </a:lnTo>
                  <a:lnTo>
                    <a:pt x="32329" y="23086"/>
                  </a:lnTo>
                  <a:lnTo>
                    <a:pt x="36800" y="27906"/>
                  </a:lnTo>
                  <a:lnTo>
                    <a:pt x="37075" y="28102"/>
                  </a:lnTo>
                  <a:lnTo>
                    <a:pt x="43030" y="32359"/>
                  </a:lnTo>
                  <a:lnTo>
                    <a:pt x="47251" y="35378"/>
                  </a:lnTo>
                  <a:lnTo>
                    <a:pt x="51158" y="38172"/>
                  </a:lnTo>
                  <a:lnTo>
                    <a:pt x="57027" y="42017"/>
                  </a:lnTo>
                  <a:lnTo>
                    <a:pt x="59365" y="43548"/>
                  </a:lnTo>
                  <a:lnTo>
                    <a:pt x="64867" y="47243"/>
                  </a:lnTo>
                  <a:lnTo>
                    <a:pt x="67863" y="49453"/>
                  </a:lnTo>
                  <a:lnTo>
                    <a:pt x="79004" y="57670"/>
                  </a:lnTo>
                  <a:lnTo>
                    <a:pt x="90553" y="66188"/>
                  </a:lnTo>
                  <a:lnTo>
                    <a:pt x="102350" y="74888"/>
                  </a:lnTo>
                  <a:lnTo>
                    <a:pt x="103124" y="75459"/>
                  </a:lnTo>
                  <a:lnTo>
                    <a:pt x="112742" y="79986"/>
                  </a:lnTo>
                  <a:lnTo>
                    <a:pt x="116742" y="81033"/>
                  </a:lnTo>
                  <a:lnTo>
                    <a:pt x="128920" y="84220"/>
                  </a:lnTo>
                  <a:lnTo>
                    <a:pt x="139381" y="86958"/>
                  </a:lnTo>
                  <a:lnTo>
                    <a:pt x="151624" y="90162"/>
                  </a:lnTo>
                  <a:lnTo>
                    <a:pt x="151928" y="90241"/>
                  </a:lnTo>
                  <a:lnTo>
                    <a:pt x="163394" y="93241"/>
                  </a:lnTo>
                  <a:lnTo>
                    <a:pt x="176259" y="96607"/>
                  </a:lnTo>
                  <a:lnTo>
                    <a:pt x="184433" y="98745"/>
                  </a:lnTo>
                  <a:lnTo>
                    <a:pt x="187106" y="99445"/>
                  </a:lnTo>
                  <a:lnTo>
                    <a:pt x="191283" y="100539"/>
                  </a:lnTo>
                  <a:lnTo>
                    <a:pt x="198114" y="105497"/>
                  </a:lnTo>
                  <a:lnTo>
                    <a:pt x="207712" y="112465"/>
                  </a:lnTo>
                  <a:lnTo>
                    <a:pt x="219385" y="120939"/>
                  </a:lnTo>
                  <a:lnTo>
                    <a:pt x="228702" y="127703"/>
                  </a:lnTo>
                  <a:lnTo>
                    <a:pt x="236705" y="133512"/>
                  </a:lnTo>
                  <a:lnTo>
                    <a:pt x="244223" y="138969"/>
                  </a:lnTo>
                  <a:lnTo>
                    <a:pt x="249390" y="142721"/>
                  </a:lnTo>
                  <a:lnTo>
                    <a:pt x="256517" y="147895"/>
                  </a:lnTo>
                  <a:lnTo>
                    <a:pt x="263421" y="152907"/>
                  </a:lnTo>
                  <a:lnTo>
                    <a:pt x="268476" y="156575"/>
                  </a:lnTo>
                  <a:lnTo>
                    <a:pt x="263485" y="160603"/>
                  </a:lnTo>
                  <a:lnTo>
                    <a:pt x="260693" y="162856"/>
                  </a:lnTo>
                  <a:lnTo>
                    <a:pt x="245131" y="162019"/>
                  </a:lnTo>
                  <a:lnTo>
                    <a:pt x="224433" y="148722"/>
                  </a:lnTo>
                  <a:lnTo>
                    <a:pt x="214515" y="141443"/>
                  </a:lnTo>
                  <a:lnTo>
                    <a:pt x="211348" y="139637"/>
                  </a:lnTo>
                  <a:lnTo>
                    <a:pt x="199977" y="133153"/>
                  </a:lnTo>
                  <a:lnTo>
                    <a:pt x="183807" y="1229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g600"/>
            <p:cNvSpPr/>
            <p:nvPr/>
          </p:nvSpPr>
          <p:spPr>
            <a:xfrm>
              <a:off x="4201857" y="3303771"/>
              <a:ext cx="233489" cy="156776"/>
            </a:xfrm>
            <a:custGeom>
              <a:avLst/>
              <a:pathLst>
                <a:path w="233489" h="156776">
                  <a:moveTo>
                    <a:pt x="3817" y="93072"/>
                  </a:moveTo>
                  <a:lnTo>
                    <a:pt x="7814" y="85259"/>
                  </a:lnTo>
                  <a:lnTo>
                    <a:pt x="10936" y="79155"/>
                  </a:lnTo>
                  <a:lnTo>
                    <a:pt x="66555" y="99783"/>
                  </a:lnTo>
                  <a:lnTo>
                    <a:pt x="125479" y="121636"/>
                  </a:lnTo>
                  <a:lnTo>
                    <a:pt x="130589" y="111291"/>
                  </a:lnTo>
                  <a:lnTo>
                    <a:pt x="144489" y="88315"/>
                  </a:lnTo>
                  <a:lnTo>
                    <a:pt x="145499" y="86645"/>
                  </a:lnTo>
                  <a:lnTo>
                    <a:pt x="184307" y="23861"/>
                  </a:lnTo>
                  <a:lnTo>
                    <a:pt x="217889" y="0"/>
                  </a:lnTo>
                  <a:lnTo>
                    <a:pt x="225021" y="4056"/>
                  </a:lnTo>
                  <a:lnTo>
                    <a:pt x="233489" y="8871"/>
                  </a:lnTo>
                  <a:lnTo>
                    <a:pt x="226494" y="15837"/>
                  </a:lnTo>
                  <a:lnTo>
                    <a:pt x="221405" y="20903"/>
                  </a:lnTo>
                  <a:lnTo>
                    <a:pt x="220437" y="22915"/>
                  </a:lnTo>
                  <a:lnTo>
                    <a:pt x="216660" y="30759"/>
                  </a:lnTo>
                  <a:lnTo>
                    <a:pt x="213307" y="37724"/>
                  </a:lnTo>
                  <a:lnTo>
                    <a:pt x="210007" y="44580"/>
                  </a:lnTo>
                  <a:lnTo>
                    <a:pt x="206702" y="51446"/>
                  </a:lnTo>
                  <a:lnTo>
                    <a:pt x="203259" y="58597"/>
                  </a:lnTo>
                  <a:lnTo>
                    <a:pt x="199572" y="66255"/>
                  </a:lnTo>
                  <a:lnTo>
                    <a:pt x="196076" y="73519"/>
                  </a:lnTo>
                  <a:lnTo>
                    <a:pt x="191425" y="83180"/>
                  </a:lnTo>
                  <a:lnTo>
                    <a:pt x="189785" y="86585"/>
                  </a:lnTo>
                  <a:lnTo>
                    <a:pt x="186405" y="93794"/>
                  </a:lnTo>
                  <a:lnTo>
                    <a:pt x="182413" y="102305"/>
                  </a:lnTo>
                  <a:lnTo>
                    <a:pt x="176948" y="113960"/>
                  </a:lnTo>
                  <a:lnTo>
                    <a:pt x="171190" y="126237"/>
                  </a:lnTo>
                  <a:lnTo>
                    <a:pt x="169498" y="129846"/>
                  </a:lnTo>
                  <a:lnTo>
                    <a:pt x="163068" y="143557"/>
                  </a:lnTo>
                  <a:lnTo>
                    <a:pt x="156869" y="156776"/>
                  </a:lnTo>
                  <a:lnTo>
                    <a:pt x="152707" y="155815"/>
                  </a:lnTo>
                  <a:lnTo>
                    <a:pt x="143260" y="153515"/>
                  </a:lnTo>
                  <a:lnTo>
                    <a:pt x="137451" y="152101"/>
                  </a:lnTo>
                  <a:lnTo>
                    <a:pt x="133582" y="151160"/>
                  </a:lnTo>
                  <a:lnTo>
                    <a:pt x="124170" y="148868"/>
                  </a:lnTo>
                  <a:lnTo>
                    <a:pt x="122984" y="148580"/>
                  </a:lnTo>
                  <a:lnTo>
                    <a:pt x="115522" y="146763"/>
                  </a:lnTo>
                  <a:lnTo>
                    <a:pt x="105922" y="144426"/>
                  </a:lnTo>
                  <a:lnTo>
                    <a:pt x="97274" y="142321"/>
                  </a:lnTo>
                  <a:lnTo>
                    <a:pt x="92163" y="141077"/>
                  </a:lnTo>
                  <a:lnTo>
                    <a:pt x="82388" y="136478"/>
                  </a:lnTo>
                  <a:lnTo>
                    <a:pt x="70323" y="130800"/>
                  </a:lnTo>
                  <a:lnTo>
                    <a:pt x="58099" y="125049"/>
                  </a:lnTo>
                  <a:lnTo>
                    <a:pt x="53549" y="122908"/>
                  </a:lnTo>
                  <a:lnTo>
                    <a:pt x="47316" y="120304"/>
                  </a:lnTo>
                  <a:lnTo>
                    <a:pt x="36714" y="115874"/>
                  </a:lnTo>
                  <a:lnTo>
                    <a:pt x="25040" y="110997"/>
                  </a:lnTo>
                  <a:lnTo>
                    <a:pt x="19011" y="108478"/>
                  </a:lnTo>
                  <a:lnTo>
                    <a:pt x="0" y="1005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g601"/>
            <p:cNvSpPr/>
            <p:nvPr/>
          </p:nvSpPr>
          <p:spPr>
            <a:xfrm>
              <a:off x="4177085" y="3414178"/>
              <a:ext cx="160173" cy="76161"/>
            </a:xfrm>
            <a:custGeom>
              <a:avLst/>
              <a:pathLst>
                <a:path w="160173" h="76161">
                  <a:moveTo>
                    <a:pt x="23454" y="3370"/>
                  </a:moveTo>
                  <a:lnTo>
                    <a:pt x="27734" y="4838"/>
                  </a:lnTo>
                  <a:lnTo>
                    <a:pt x="34953" y="7313"/>
                  </a:lnTo>
                  <a:lnTo>
                    <a:pt x="44184" y="10479"/>
                  </a:lnTo>
                  <a:lnTo>
                    <a:pt x="52195" y="13226"/>
                  </a:lnTo>
                  <a:lnTo>
                    <a:pt x="63045" y="16947"/>
                  </a:lnTo>
                  <a:lnTo>
                    <a:pt x="71805" y="19951"/>
                  </a:lnTo>
                  <a:lnTo>
                    <a:pt x="74034" y="20742"/>
                  </a:lnTo>
                  <a:lnTo>
                    <a:pt x="81977" y="23561"/>
                  </a:lnTo>
                  <a:lnTo>
                    <a:pt x="88884" y="26013"/>
                  </a:lnTo>
                  <a:lnTo>
                    <a:pt x="96268" y="28634"/>
                  </a:lnTo>
                  <a:lnTo>
                    <a:pt x="103659" y="31257"/>
                  </a:lnTo>
                  <a:lnTo>
                    <a:pt x="111031" y="33874"/>
                  </a:lnTo>
                  <a:lnTo>
                    <a:pt x="117157" y="36048"/>
                  </a:lnTo>
                  <a:lnTo>
                    <a:pt x="124166" y="38536"/>
                  </a:lnTo>
                  <a:lnTo>
                    <a:pt x="132702" y="41565"/>
                  </a:lnTo>
                  <a:lnTo>
                    <a:pt x="139024" y="43809"/>
                  </a:lnTo>
                  <a:lnTo>
                    <a:pt x="145970" y="46275"/>
                  </a:lnTo>
                  <a:lnTo>
                    <a:pt x="151893" y="48377"/>
                  </a:lnTo>
                  <a:lnTo>
                    <a:pt x="160173" y="51315"/>
                  </a:lnTo>
                  <a:lnTo>
                    <a:pt x="158479" y="61190"/>
                  </a:lnTo>
                  <a:lnTo>
                    <a:pt x="157159" y="68884"/>
                  </a:lnTo>
                  <a:lnTo>
                    <a:pt x="155417" y="76161"/>
                  </a:lnTo>
                  <a:lnTo>
                    <a:pt x="112231" y="60091"/>
                  </a:lnTo>
                  <a:lnTo>
                    <a:pt x="64441" y="42308"/>
                  </a:lnTo>
                  <a:lnTo>
                    <a:pt x="55623" y="39199"/>
                  </a:lnTo>
                  <a:lnTo>
                    <a:pt x="51004" y="37571"/>
                  </a:lnTo>
                  <a:lnTo>
                    <a:pt x="0" y="19588"/>
                  </a:lnTo>
                  <a:lnTo>
                    <a:pt x="350" y="12344"/>
                  </a:lnTo>
                  <a:lnTo>
                    <a:pt x="948" y="0"/>
                  </a:lnTo>
                  <a:lnTo>
                    <a:pt x="10453" y="1370"/>
                  </a:lnTo>
                  <a:lnTo>
                    <a:pt x="19126" y="2621"/>
                  </a:lnTo>
                  <a:lnTo>
                    <a:pt x="22812" y="31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g602"/>
            <p:cNvSpPr/>
            <p:nvPr/>
          </p:nvSpPr>
          <p:spPr>
            <a:xfrm>
              <a:off x="3985546" y="2603788"/>
              <a:ext cx="277188" cy="272353"/>
            </a:xfrm>
            <a:custGeom>
              <a:avLst/>
              <a:pathLst>
                <a:path w="277188" h="272353">
                  <a:moveTo>
                    <a:pt x="92062" y="272353"/>
                  </a:moveTo>
                  <a:lnTo>
                    <a:pt x="69480" y="262496"/>
                  </a:lnTo>
                  <a:lnTo>
                    <a:pt x="31451" y="245896"/>
                  </a:lnTo>
                  <a:lnTo>
                    <a:pt x="4914" y="225132"/>
                  </a:lnTo>
                  <a:lnTo>
                    <a:pt x="0" y="216759"/>
                  </a:lnTo>
                  <a:lnTo>
                    <a:pt x="10642" y="210564"/>
                  </a:lnTo>
                  <a:lnTo>
                    <a:pt x="17304" y="206686"/>
                  </a:lnTo>
                  <a:lnTo>
                    <a:pt x="22249" y="203808"/>
                  </a:lnTo>
                  <a:lnTo>
                    <a:pt x="23588" y="203028"/>
                  </a:lnTo>
                  <a:lnTo>
                    <a:pt x="29450" y="200544"/>
                  </a:lnTo>
                  <a:lnTo>
                    <a:pt x="36759" y="197446"/>
                  </a:lnTo>
                  <a:lnTo>
                    <a:pt x="45767" y="193629"/>
                  </a:lnTo>
                  <a:lnTo>
                    <a:pt x="50291" y="191711"/>
                  </a:lnTo>
                  <a:lnTo>
                    <a:pt x="56630" y="190477"/>
                  </a:lnTo>
                  <a:lnTo>
                    <a:pt x="66024" y="188648"/>
                  </a:lnTo>
                  <a:lnTo>
                    <a:pt x="76623" y="186585"/>
                  </a:lnTo>
                  <a:lnTo>
                    <a:pt x="86217" y="184717"/>
                  </a:lnTo>
                  <a:lnTo>
                    <a:pt x="90487" y="183885"/>
                  </a:lnTo>
                  <a:lnTo>
                    <a:pt x="93476" y="183479"/>
                  </a:lnTo>
                  <a:lnTo>
                    <a:pt x="99422" y="182671"/>
                  </a:lnTo>
                  <a:lnTo>
                    <a:pt x="101346" y="182536"/>
                  </a:lnTo>
                  <a:lnTo>
                    <a:pt x="110884" y="181863"/>
                  </a:lnTo>
                  <a:lnTo>
                    <a:pt x="117522" y="181395"/>
                  </a:lnTo>
                  <a:lnTo>
                    <a:pt x="121973" y="180866"/>
                  </a:lnTo>
                  <a:lnTo>
                    <a:pt x="130940" y="179800"/>
                  </a:lnTo>
                  <a:lnTo>
                    <a:pt x="131834" y="179600"/>
                  </a:lnTo>
                  <a:lnTo>
                    <a:pt x="143033" y="177103"/>
                  </a:lnTo>
                  <a:lnTo>
                    <a:pt x="150531" y="175432"/>
                  </a:lnTo>
                  <a:lnTo>
                    <a:pt x="155363" y="173986"/>
                  </a:lnTo>
                  <a:lnTo>
                    <a:pt x="161521" y="172144"/>
                  </a:lnTo>
                  <a:lnTo>
                    <a:pt x="165241" y="170672"/>
                  </a:lnTo>
                  <a:lnTo>
                    <a:pt x="167032" y="169115"/>
                  </a:lnTo>
                  <a:lnTo>
                    <a:pt x="171170" y="165519"/>
                  </a:lnTo>
                  <a:lnTo>
                    <a:pt x="173947" y="162574"/>
                  </a:lnTo>
                  <a:lnTo>
                    <a:pt x="178004" y="158272"/>
                  </a:lnTo>
                  <a:lnTo>
                    <a:pt x="182165" y="153859"/>
                  </a:lnTo>
                  <a:lnTo>
                    <a:pt x="186398" y="149370"/>
                  </a:lnTo>
                  <a:lnTo>
                    <a:pt x="186648" y="149105"/>
                  </a:lnTo>
                  <a:lnTo>
                    <a:pt x="191054" y="142691"/>
                  </a:lnTo>
                  <a:lnTo>
                    <a:pt x="193958" y="138464"/>
                  </a:lnTo>
                  <a:lnTo>
                    <a:pt x="196310" y="135040"/>
                  </a:lnTo>
                  <a:lnTo>
                    <a:pt x="197341" y="133408"/>
                  </a:lnTo>
                  <a:lnTo>
                    <a:pt x="201256" y="127206"/>
                  </a:lnTo>
                  <a:lnTo>
                    <a:pt x="206059" y="119598"/>
                  </a:lnTo>
                  <a:lnTo>
                    <a:pt x="208328" y="116004"/>
                  </a:lnTo>
                  <a:lnTo>
                    <a:pt x="210985" y="112762"/>
                  </a:lnTo>
                  <a:lnTo>
                    <a:pt x="216176" y="106428"/>
                  </a:lnTo>
                  <a:lnTo>
                    <a:pt x="218002" y="104201"/>
                  </a:lnTo>
                  <a:lnTo>
                    <a:pt x="220680" y="99369"/>
                  </a:lnTo>
                  <a:lnTo>
                    <a:pt x="223307" y="94632"/>
                  </a:lnTo>
                  <a:lnTo>
                    <a:pt x="225835" y="90903"/>
                  </a:lnTo>
                  <a:lnTo>
                    <a:pt x="230889" y="83446"/>
                  </a:lnTo>
                  <a:lnTo>
                    <a:pt x="231948" y="81884"/>
                  </a:lnTo>
                  <a:lnTo>
                    <a:pt x="232585" y="74172"/>
                  </a:lnTo>
                  <a:lnTo>
                    <a:pt x="233312" y="65379"/>
                  </a:lnTo>
                  <a:lnTo>
                    <a:pt x="233766" y="59886"/>
                  </a:lnTo>
                  <a:lnTo>
                    <a:pt x="233841" y="56890"/>
                  </a:lnTo>
                  <a:lnTo>
                    <a:pt x="234049" y="48600"/>
                  </a:lnTo>
                  <a:lnTo>
                    <a:pt x="234269" y="39834"/>
                  </a:lnTo>
                  <a:lnTo>
                    <a:pt x="234330" y="37407"/>
                  </a:lnTo>
                  <a:lnTo>
                    <a:pt x="234545" y="28789"/>
                  </a:lnTo>
                  <a:lnTo>
                    <a:pt x="234690" y="22990"/>
                  </a:lnTo>
                  <a:lnTo>
                    <a:pt x="234846" y="16709"/>
                  </a:lnTo>
                  <a:lnTo>
                    <a:pt x="234972" y="11688"/>
                  </a:lnTo>
                  <a:lnTo>
                    <a:pt x="235128" y="5452"/>
                  </a:lnTo>
                  <a:lnTo>
                    <a:pt x="235261" y="108"/>
                  </a:lnTo>
                  <a:lnTo>
                    <a:pt x="249545" y="36"/>
                  </a:lnTo>
                  <a:lnTo>
                    <a:pt x="256906" y="0"/>
                  </a:lnTo>
                  <a:lnTo>
                    <a:pt x="275409" y="18142"/>
                  </a:lnTo>
                  <a:lnTo>
                    <a:pt x="277188" y="37059"/>
                  </a:lnTo>
                  <a:lnTo>
                    <a:pt x="276985" y="39381"/>
                  </a:lnTo>
                  <a:lnTo>
                    <a:pt x="273965" y="71201"/>
                  </a:lnTo>
                  <a:lnTo>
                    <a:pt x="273628" y="74530"/>
                  </a:lnTo>
                  <a:lnTo>
                    <a:pt x="269714" y="82534"/>
                  </a:lnTo>
                  <a:lnTo>
                    <a:pt x="256547" y="106543"/>
                  </a:lnTo>
                  <a:lnTo>
                    <a:pt x="244802" y="121094"/>
                  </a:lnTo>
                  <a:lnTo>
                    <a:pt x="221577" y="154770"/>
                  </a:lnTo>
                  <a:lnTo>
                    <a:pt x="194622" y="193853"/>
                  </a:lnTo>
                  <a:lnTo>
                    <a:pt x="182523" y="200037"/>
                  </a:lnTo>
                  <a:lnTo>
                    <a:pt x="75998" y="204930"/>
                  </a:lnTo>
                  <a:lnTo>
                    <a:pt x="51395" y="206694"/>
                  </a:lnTo>
                  <a:lnTo>
                    <a:pt x="31779" y="217094"/>
                  </a:lnTo>
                  <a:lnTo>
                    <a:pt x="98287" y="235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g603"/>
            <p:cNvSpPr/>
            <p:nvPr/>
          </p:nvSpPr>
          <p:spPr>
            <a:xfrm>
              <a:off x="4343611" y="3469427"/>
              <a:ext cx="110973" cy="63804"/>
            </a:xfrm>
            <a:custGeom>
              <a:avLst/>
              <a:pathLst>
                <a:path w="110973" h="63804">
                  <a:moveTo>
                    <a:pt x="2515" y="10944"/>
                  </a:moveTo>
                  <a:lnTo>
                    <a:pt x="5848" y="0"/>
                  </a:lnTo>
                  <a:lnTo>
                    <a:pt x="18065" y="3722"/>
                  </a:lnTo>
                  <a:lnTo>
                    <a:pt x="26996" y="6444"/>
                  </a:lnTo>
                  <a:lnTo>
                    <a:pt x="33589" y="8453"/>
                  </a:lnTo>
                  <a:lnTo>
                    <a:pt x="37598" y="9675"/>
                  </a:lnTo>
                  <a:lnTo>
                    <a:pt x="41180" y="11122"/>
                  </a:lnTo>
                  <a:lnTo>
                    <a:pt x="48869" y="14230"/>
                  </a:lnTo>
                  <a:lnTo>
                    <a:pt x="55043" y="16726"/>
                  </a:lnTo>
                  <a:lnTo>
                    <a:pt x="58051" y="18310"/>
                  </a:lnTo>
                  <a:lnTo>
                    <a:pt x="63557" y="21212"/>
                  </a:lnTo>
                  <a:lnTo>
                    <a:pt x="70414" y="24824"/>
                  </a:lnTo>
                  <a:lnTo>
                    <a:pt x="74297" y="26871"/>
                  </a:lnTo>
                  <a:lnTo>
                    <a:pt x="78995" y="30018"/>
                  </a:lnTo>
                  <a:lnTo>
                    <a:pt x="86160" y="34818"/>
                  </a:lnTo>
                  <a:lnTo>
                    <a:pt x="95700" y="41210"/>
                  </a:lnTo>
                  <a:lnTo>
                    <a:pt x="102418" y="45711"/>
                  </a:lnTo>
                  <a:lnTo>
                    <a:pt x="107516" y="49126"/>
                  </a:lnTo>
                  <a:lnTo>
                    <a:pt x="110973" y="51442"/>
                  </a:lnTo>
                  <a:lnTo>
                    <a:pt x="109051" y="56701"/>
                  </a:lnTo>
                  <a:lnTo>
                    <a:pt x="106454" y="63804"/>
                  </a:lnTo>
                  <a:lnTo>
                    <a:pt x="98831" y="62241"/>
                  </a:lnTo>
                  <a:lnTo>
                    <a:pt x="71207" y="55239"/>
                  </a:lnTo>
                  <a:lnTo>
                    <a:pt x="66768" y="62978"/>
                  </a:lnTo>
                  <a:lnTo>
                    <a:pt x="56021" y="58107"/>
                  </a:lnTo>
                  <a:lnTo>
                    <a:pt x="34257" y="48242"/>
                  </a:lnTo>
                  <a:lnTo>
                    <a:pt x="38506" y="35123"/>
                  </a:lnTo>
                  <a:lnTo>
                    <a:pt x="25541" y="30239"/>
                  </a:lnTo>
                  <a:lnTo>
                    <a:pt x="0" y="19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g604"/>
            <p:cNvSpPr/>
            <p:nvPr/>
          </p:nvSpPr>
          <p:spPr>
            <a:xfrm>
              <a:off x="3737428" y="2957935"/>
              <a:ext cx="57027" cy="58494"/>
            </a:xfrm>
            <a:custGeom>
              <a:avLst/>
              <a:pathLst>
                <a:path w="57027" h="58494">
                  <a:moveTo>
                    <a:pt x="6375" y="11395"/>
                  </a:moveTo>
                  <a:lnTo>
                    <a:pt x="13524" y="8299"/>
                  </a:lnTo>
                  <a:lnTo>
                    <a:pt x="21682" y="4766"/>
                  </a:lnTo>
                  <a:lnTo>
                    <a:pt x="22874" y="4250"/>
                  </a:lnTo>
                  <a:lnTo>
                    <a:pt x="30631" y="1354"/>
                  </a:lnTo>
                  <a:lnTo>
                    <a:pt x="34260" y="0"/>
                  </a:lnTo>
                  <a:lnTo>
                    <a:pt x="43159" y="15565"/>
                  </a:lnTo>
                  <a:lnTo>
                    <a:pt x="51584" y="30303"/>
                  </a:lnTo>
                  <a:lnTo>
                    <a:pt x="57027" y="40675"/>
                  </a:lnTo>
                  <a:lnTo>
                    <a:pt x="49194" y="43844"/>
                  </a:lnTo>
                  <a:lnTo>
                    <a:pt x="42006" y="46752"/>
                  </a:lnTo>
                  <a:lnTo>
                    <a:pt x="32532" y="50585"/>
                  </a:lnTo>
                  <a:lnTo>
                    <a:pt x="12980" y="58494"/>
                  </a:lnTo>
                  <a:lnTo>
                    <a:pt x="8526" y="42952"/>
                  </a:lnTo>
                  <a:lnTo>
                    <a:pt x="7236" y="38597"/>
                  </a:lnTo>
                  <a:lnTo>
                    <a:pt x="0" y="1415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g605"/>
            <p:cNvSpPr/>
            <p:nvPr/>
          </p:nvSpPr>
          <p:spPr>
            <a:xfrm>
              <a:off x="3771505" y="2923996"/>
              <a:ext cx="75060" cy="67391"/>
            </a:xfrm>
            <a:custGeom>
              <a:avLst/>
              <a:pathLst>
                <a:path w="75060" h="67391">
                  <a:moveTo>
                    <a:pt x="10932" y="19559"/>
                  </a:moveTo>
                  <a:lnTo>
                    <a:pt x="16944" y="15905"/>
                  </a:lnTo>
                  <a:lnTo>
                    <a:pt x="22982" y="12235"/>
                  </a:lnTo>
                  <a:lnTo>
                    <a:pt x="27617" y="9418"/>
                  </a:lnTo>
                  <a:lnTo>
                    <a:pt x="33652" y="5750"/>
                  </a:lnTo>
                  <a:lnTo>
                    <a:pt x="43112" y="0"/>
                  </a:lnTo>
                  <a:lnTo>
                    <a:pt x="46692" y="5415"/>
                  </a:lnTo>
                  <a:lnTo>
                    <a:pt x="55424" y="18623"/>
                  </a:lnTo>
                  <a:lnTo>
                    <a:pt x="65872" y="34428"/>
                  </a:lnTo>
                  <a:lnTo>
                    <a:pt x="75060" y="48326"/>
                  </a:lnTo>
                  <a:lnTo>
                    <a:pt x="53298" y="57042"/>
                  </a:lnTo>
                  <a:lnTo>
                    <a:pt x="27454" y="67391"/>
                  </a:lnTo>
                  <a:lnTo>
                    <a:pt x="16973" y="55933"/>
                  </a:lnTo>
                  <a:lnTo>
                    <a:pt x="14190" y="52891"/>
                  </a:lnTo>
                  <a:lnTo>
                    <a:pt x="7152" y="39654"/>
                  </a:lnTo>
                  <a:lnTo>
                    <a:pt x="0" y="262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g606"/>
            <p:cNvSpPr/>
            <p:nvPr/>
          </p:nvSpPr>
          <p:spPr>
            <a:xfrm>
              <a:off x="3821075" y="2894914"/>
              <a:ext cx="80158" cy="83794"/>
            </a:xfrm>
            <a:custGeom>
              <a:avLst/>
              <a:pathLst>
                <a:path w="80158" h="83794">
                  <a:moveTo>
                    <a:pt x="4768" y="22273"/>
                  </a:moveTo>
                  <a:lnTo>
                    <a:pt x="9167" y="19605"/>
                  </a:lnTo>
                  <a:lnTo>
                    <a:pt x="12835" y="17381"/>
                  </a:lnTo>
                  <a:lnTo>
                    <a:pt x="15568" y="15723"/>
                  </a:lnTo>
                  <a:lnTo>
                    <a:pt x="20160" y="12938"/>
                  </a:lnTo>
                  <a:lnTo>
                    <a:pt x="24779" y="10137"/>
                  </a:lnTo>
                  <a:lnTo>
                    <a:pt x="29264" y="7416"/>
                  </a:lnTo>
                  <a:lnTo>
                    <a:pt x="34772" y="4076"/>
                  </a:lnTo>
                  <a:lnTo>
                    <a:pt x="41493" y="0"/>
                  </a:lnTo>
                  <a:lnTo>
                    <a:pt x="45045" y="5348"/>
                  </a:lnTo>
                  <a:lnTo>
                    <a:pt x="50940" y="14225"/>
                  </a:lnTo>
                  <a:lnTo>
                    <a:pt x="55682" y="21365"/>
                  </a:lnTo>
                  <a:lnTo>
                    <a:pt x="64358" y="34431"/>
                  </a:lnTo>
                  <a:lnTo>
                    <a:pt x="72322" y="46423"/>
                  </a:lnTo>
                  <a:lnTo>
                    <a:pt x="80158" y="58223"/>
                  </a:lnTo>
                  <a:lnTo>
                    <a:pt x="64122" y="67080"/>
                  </a:lnTo>
                  <a:lnTo>
                    <a:pt x="41241" y="79717"/>
                  </a:lnTo>
                  <a:lnTo>
                    <a:pt x="32991" y="83794"/>
                  </a:lnTo>
                  <a:lnTo>
                    <a:pt x="25349" y="70214"/>
                  </a:lnTo>
                  <a:lnTo>
                    <a:pt x="18260" y="57616"/>
                  </a:lnTo>
                  <a:lnTo>
                    <a:pt x="10853" y="44454"/>
                  </a:lnTo>
                  <a:lnTo>
                    <a:pt x="0" y="25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g607"/>
            <p:cNvSpPr/>
            <p:nvPr/>
          </p:nvSpPr>
          <p:spPr>
            <a:xfrm>
              <a:off x="3919147" y="2836920"/>
              <a:ext cx="121323" cy="153720"/>
            </a:xfrm>
            <a:custGeom>
              <a:avLst/>
              <a:pathLst>
                <a:path w="121323" h="153720">
                  <a:moveTo>
                    <a:pt x="64576" y="88436"/>
                  </a:moveTo>
                  <a:lnTo>
                    <a:pt x="66028" y="87511"/>
                  </a:lnTo>
                  <a:lnTo>
                    <a:pt x="80558" y="78250"/>
                  </a:lnTo>
                  <a:lnTo>
                    <a:pt x="84474" y="76108"/>
                  </a:lnTo>
                  <a:lnTo>
                    <a:pt x="86772" y="74850"/>
                  </a:lnTo>
                  <a:lnTo>
                    <a:pt x="92611" y="86403"/>
                  </a:lnTo>
                  <a:lnTo>
                    <a:pt x="106624" y="114134"/>
                  </a:lnTo>
                  <a:lnTo>
                    <a:pt x="107417" y="115704"/>
                  </a:lnTo>
                  <a:lnTo>
                    <a:pt x="121323" y="141414"/>
                  </a:lnTo>
                  <a:lnTo>
                    <a:pt x="106709" y="145422"/>
                  </a:lnTo>
                  <a:lnTo>
                    <a:pt x="80466" y="152619"/>
                  </a:lnTo>
                  <a:lnTo>
                    <a:pt x="76452" y="153720"/>
                  </a:lnTo>
                  <a:lnTo>
                    <a:pt x="59196" y="126300"/>
                  </a:lnTo>
                  <a:lnTo>
                    <a:pt x="52407" y="115511"/>
                  </a:lnTo>
                  <a:lnTo>
                    <a:pt x="42519" y="99798"/>
                  </a:lnTo>
                  <a:lnTo>
                    <a:pt x="41888" y="98796"/>
                  </a:lnTo>
                  <a:lnTo>
                    <a:pt x="33580" y="84456"/>
                  </a:lnTo>
                  <a:lnTo>
                    <a:pt x="25656" y="70781"/>
                  </a:lnTo>
                  <a:lnTo>
                    <a:pt x="20590" y="62038"/>
                  </a:lnTo>
                  <a:lnTo>
                    <a:pt x="16919" y="55701"/>
                  </a:lnTo>
                  <a:lnTo>
                    <a:pt x="9422" y="42762"/>
                  </a:lnTo>
                  <a:lnTo>
                    <a:pt x="0" y="26500"/>
                  </a:lnTo>
                  <a:lnTo>
                    <a:pt x="6695" y="22156"/>
                  </a:lnTo>
                  <a:lnTo>
                    <a:pt x="15002" y="16768"/>
                  </a:lnTo>
                  <a:lnTo>
                    <a:pt x="22019" y="12216"/>
                  </a:lnTo>
                  <a:lnTo>
                    <a:pt x="30404" y="6777"/>
                  </a:lnTo>
                  <a:lnTo>
                    <a:pt x="33242" y="4936"/>
                  </a:lnTo>
                  <a:lnTo>
                    <a:pt x="39635" y="1714"/>
                  </a:lnTo>
                  <a:lnTo>
                    <a:pt x="43035" y="0"/>
                  </a:lnTo>
                  <a:lnTo>
                    <a:pt x="50706" y="13614"/>
                  </a:lnTo>
                  <a:lnTo>
                    <a:pt x="59224" y="28732"/>
                  </a:lnTo>
                  <a:lnTo>
                    <a:pt x="59590" y="29381"/>
                  </a:lnTo>
                  <a:lnTo>
                    <a:pt x="70223" y="48252"/>
                  </a:lnTo>
                  <a:lnTo>
                    <a:pt x="77482" y="61136"/>
                  </a:lnTo>
                  <a:lnTo>
                    <a:pt x="80166" y="65898"/>
                  </a:lnTo>
                  <a:lnTo>
                    <a:pt x="59498" y="803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g608"/>
            <p:cNvSpPr/>
            <p:nvPr/>
          </p:nvSpPr>
          <p:spPr>
            <a:xfrm>
              <a:off x="3966624" y="2826109"/>
              <a:ext cx="53057" cy="49391"/>
            </a:xfrm>
            <a:custGeom>
              <a:avLst/>
              <a:pathLst>
                <a:path w="53057" h="49391">
                  <a:moveTo>
                    <a:pt x="2736" y="6265"/>
                  </a:moveTo>
                  <a:lnTo>
                    <a:pt x="6536" y="3524"/>
                  </a:lnTo>
                  <a:lnTo>
                    <a:pt x="9094" y="1679"/>
                  </a:lnTo>
                  <a:lnTo>
                    <a:pt x="10654" y="554"/>
                  </a:lnTo>
                  <a:lnTo>
                    <a:pt x="11422" y="0"/>
                  </a:lnTo>
                  <a:lnTo>
                    <a:pt x="27776" y="10878"/>
                  </a:lnTo>
                  <a:lnTo>
                    <a:pt x="29945" y="12321"/>
                  </a:lnTo>
                  <a:lnTo>
                    <a:pt x="53057" y="34374"/>
                  </a:lnTo>
                  <a:lnTo>
                    <a:pt x="41381" y="40872"/>
                  </a:lnTo>
                  <a:lnTo>
                    <a:pt x="26077" y="49391"/>
                  </a:lnTo>
                  <a:lnTo>
                    <a:pt x="13562" y="29642"/>
                  </a:lnTo>
                  <a:lnTo>
                    <a:pt x="0" y="82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g609"/>
            <p:cNvSpPr/>
            <p:nvPr/>
          </p:nvSpPr>
          <p:spPr>
            <a:xfrm>
              <a:off x="3084411" y="2961516"/>
              <a:ext cx="359976" cy="232951"/>
            </a:xfrm>
            <a:custGeom>
              <a:avLst/>
              <a:pathLst>
                <a:path w="359976" h="232951">
                  <a:moveTo>
                    <a:pt x="112989" y="107433"/>
                  </a:moveTo>
                  <a:lnTo>
                    <a:pt x="111508" y="104173"/>
                  </a:lnTo>
                  <a:lnTo>
                    <a:pt x="109880" y="100588"/>
                  </a:lnTo>
                  <a:lnTo>
                    <a:pt x="104043" y="102935"/>
                  </a:lnTo>
                  <a:lnTo>
                    <a:pt x="96739" y="105872"/>
                  </a:lnTo>
                  <a:lnTo>
                    <a:pt x="90430" y="108409"/>
                  </a:lnTo>
                  <a:lnTo>
                    <a:pt x="92446" y="112857"/>
                  </a:lnTo>
                  <a:lnTo>
                    <a:pt x="95339" y="119239"/>
                  </a:lnTo>
                  <a:lnTo>
                    <a:pt x="98289" y="118031"/>
                  </a:lnTo>
                  <a:lnTo>
                    <a:pt x="101335" y="116783"/>
                  </a:lnTo>
                  <a:lnTo>
                    <a:pt x="104075" y="122909"/>
                  </a:lnTo>
                  <a:lnTo>
                    <a:pt x="106150" y="127547"/>
                  </a:lnTo>
                  <a:lnTo>
                    <a:pt x="108993" y="133902"/>
                  </a:lnTo>
                  <a:lnTo>
                    <a:pt x="111744" y="140052"/>
                  </a:lnTo>
                  <a:lnTo>
                    <a:pt x="113750" y="144537"/>
                  </a:lnTo>
                  <a:lnTo>
                    <a:pt x="107755" y="147796"/>
                  </a:lnTo>
                  <a:lnTo>
                    <a:pt x="102988" y="150387"/>
                  </a:lnTo>
                  <a:lnTo>
                    <a:pt x="100795" y="151578"/>
                  </a:lnTo>
                  <a:lnTo>
                    <a:pt x="96015" y="154679"/>
                  </a:lnTo>
                  <a:lnTo>
                    <a:pt x="91370" y="157692"/>
                  </a:lnTo>
                  <a:lnTo>
                    <a:pt x="88407" y="159614"/>
                  </a:lnTo>
                  <a:lnTo>
                    <a:pt x="86782" y="160856"/>
                  </a:lnTo>
                  <a:lnTo>
                    <a:pt x="82060" y="164468"/>
                  </a:lnTo>
                  <a:lnTo>
                    <a:pt x="76659" y="168597"/>
                  </a:lnTo>
                  <a:lnTo>
                    <a:pt x="75975" y="169209"/>
                  </a:lnTo>
                  <a:lnTo>
                    <a:pt x="70572" y="174043"/>
                  </a:lnTo>
                  <a:lnTo>
                    <a:pt x="65618" y="178475"/>
                  </a:lnTo>
                  <a:lnTo>
                    <a:pt x="64754" y="179377"/>
                  </a:lnTo>
                  <a:lnTo>
                    <a:pt x="60837" y="183465"/>
                  </a:lnTo>
                  <a:lnTo>
                    <a:pt x="56953" y="187518"/>
                  </a:lnTo>
                  <a:lnTo>
                    <a:pt x="55352" y="189189"/>
                  </a:lnTo>
                  <a:lnTo>
                    <a:pt x="52673" y="192452"/>
                  </a:lnTo>
                  <a:lnTo>
                    <a:pt x="48898" y="197048"/>
                  </a:lnTo>
                  <a:lnTo>
                    <a:pt x="45919" y="200676"/>
                  </a:lnTo>
                  <a:lnTo>
                    <a:pt x="44806" y="202264"/>
                  </a:lnTo>
                  <a:lnTo>
                    <a:pt x="41992" y="206281"/>
                  </a:lnTo>
                  <a:lnTo>
                    <a:pt x="39242" y="210206"/>
                  </a:lnTo>
                  <a:lnTo>
                    <a:pt x="37376" y="212869"/>
                  </a:lnTo>
                  <a:lnTo>
                    <a:pt x="36755" y="213896"/>
                  </a:lnTo>
                  <a:lnTo>
                    <a:pt x="34049" y="218373"/>
                  </a:lnTo>
                  <a:lnTo>
                    <a:pt x="32076" y="221638"/>
                  </a:lnTo>
                  <a:lnTo>
                    <a:pt x="31411" y="222738"/>
                  </a:lnTo>
                  <a:lnTo>
                    <a:pt x="30336" y="224777"/>
                  </a:lnTo>
                  <a:lnTo>
                    <a:pt x="28858" y="227582"/>
                  </a:lnTo>
                  <a:lnTo>
                    <a:pt x="27185" y="230756"/>
                  </a:lnTo>
                  <a:lnTo>
                    <a:pt x="26029" y="232951"/>
                  </a:lnTo>
                  <a:lnTo>
                    <a:pt x="12732" y="223707"/>
                  </a:lnTo>
                  <a:lnTo>
                    <a:pt x="0" y="214854"/>
                  </a:lnTo>
                  <a:lnTo>
                    <a:pt x="9741" y="187570"/>
                  </a:lnTo>
                  <a:lnTo>
                    <a:pt x="34629" y="103260"/>
                  </a:lnTo>
                  <a:lnTo>
                    <a:pt x="35336" y="85904"/>
                  </a:lnTo>
                  <a:lnTo>
                    <a:pt x="38233" y="14846"/>
                  </a:lnTo>
                  <a:lnTo>
                    <a:pt x="38062" y="12694"/>
                  </a:lnTo>
                  <a:lnTo>
                    <a:pt x="38245" y="10543"/>
                  </a:lnTo>
                  <a:lnTo>
                    <a:pt x="38775" y="8453"/>
                  </a:lnTo>
                  <a:lnTo>
                    <a:pt x="39639" y="6482"/>
                  </a:lnTo>
                  <a:lnTo>
                    <a:pt x="40811" y="4686"/>
                  </a:lnTo>
                  <a:lnTo>
                    <a:pt x="42260" y="3115"/>
                  </a:lnTo>
                  <a:lnTo>
                    <a:pt x="43945" y="1812"/>
                  </a:lnTo>
                  <a:lnTo>
                    <a:pt x="45397" y="1004"/>
                  </a:lnTo>
                  <a:lnTo>
                    <a:pt x="46940" y="396"/>
                  </a:lnTo>
                  <a:lnTo>
                    <a:pt x="48548" y="0"/>
                  </a:lnTo>
                  <a:lnTo>
                    <a:pt x="86640" y="20403"/>
                  </a:lnTo>
                  <a:lnTo>
                    <a:pt x="114244" y="35188"/>
                  </a:lnTo>
                  <a:lnTo>
                    <a:pt x="118291" y="37438"/>
                  </a:lnTo>
                  <a:lnTo>
                    <a:pt x="122687" y="39730"/>
                  </a:lnTo>
                  <a:lnTo>
                    <a:pt x="127378" y="41295"/>
                  </a:lnTo>
                  <a:lnTo>
                    <a:pt x="132250" y="42096"/>
                  </a:lnTo>
                  <a:lnTo>
                    <a:pt x="135736" y="42190"/>
                  </a:lnTo>
                  <a:lnTo>
                    <a:pt x="137469" y="42091"/>
                  </a:lnTo>
                  <a:lnTo>
                    <a:pt x="142595" y="41214"/>
                  </a:lnTo>
                  <a:lnTo>
                    <a:pt x="147512" y="39491"/>
                  </a:lnTo>
                  <a:lnTo>
                    <a:pt x="152087" y="36969"/>
                  </a:lnTo>
                  <a:lnTo>
                    <a:pt x="156196" y="33715"/>
                  </a:lnTo>
                  <a:lnTo>
                    <a:pt x="159332" y="30324"/>
                  </a:lnTo>
                  <a:lnTo>
                    <a:pt x="165431" y="26936"/>
                  </a:lnTo>
                  <a:lnTo>
                    <a:pt x="171869" y="24282"/>
                  </a:lnTo>
                  <a:lnTo>
                    <a:pt x="178562" y="22397"/>
                  </a:lnTo>
                  <a:lnTo>
                    <a:pt x="184446" y="21412"/>
                  </a:lnTo>
                  <a:lnTo>
                    <a:pt x="185780" y="21324"/>
                  </a:lnTo>
                  <a:lnTo>
                    <a:pt x="190396" y="21021"/>
                  </a:lnTo>
                  <a:lnTo>
                    <a:pt x="200755" y="21701"/>
                  </a:lnTo>
                  <a:lnTo>
                    <a:pt x="211022" y="23275"/>
                  </a:lnTo>
                  <a:lnTo>
                    <a:pt x="221121" y="25729"/>
                  </a:lnTo>
                  <a:lnTo>
                    <a:pt x="230981" y="29048"/>
                  </a:lnTo>
                  <a:lnTo>
                    <a:pt x="254055" y="36196"/>
                  </a:lnTo>
                  <a:lnTo>
                    <a:pt x="263064" y="43941"/>
                  </a:lnTo>
                  <a:lnTo>
                    <a:pt x="272639" y="53088"/>
                  </a:lnTo>
                  <a:lnTo>
                    <a:pt x="279172" y="54888"/>
                  </a:lnTo>
                  <a:lnTo>
                    <a:pt x="285869" y="55873"/>
                  </a:lnTo>
                  <a:lnTo>
                    <a:pt x="292633" y="56030"/>
                  </a:lnTo>
                  <a:lnTo>
                    <a:pt x="299367" y="55357"/>
                  </a:lnTo>
                  <a:lnTo>
                    <a:pt x="347714" y="43104"/>
                  </a:lnTo>
                  <a:lnTo>
                    <a:pt x="350558" y="45729"/>
                  </a:lnTo>
                  <a:lnTo>
                    <a:pt x="354241" y="55714"/>
                  </a:lnTo>
                  <a:lnTo>
                    <a:pt x="359976" y="71265"/>
                  </a:lnTo>
                  <a:lnTo>
                    <a:pt x="354081" y="72916"/>
                  </a:lnTo>
                  <a:lnTo>
                    <a:pt x="348244" y="74552"/>
                  </a:lnTo>
                  <a:lnTo>
                    <a:pt x="341837" y="76347"/>
                  </a:lnTo>
                  <a:lnTo>
                    <a:pt x="336614" y="77811"/>
                  </a:lnTo>
                  <a:lnTo>
                    <a:pt x="330523" y="79517"/>
                  </a:lnTo>
                  <a:lnTo>
                    <a:pt x="323229" y="81561"/>
                  </a:lnTo>
                  <a:lnTo>
                    <a:pt x="316100" y="83559"/>
                  </a:lnTo>
                  <a:lnTo>
                    <a:pt x="312215" y="84647"/>
                  </a:lnTo>
                  <a:lnTo>
                    <a:pt x="307518" y="85963"/>
                  </a:lnTo>
                  <a:lnTo>
                    <a:pt x="301779" y="87571"/>
                  </a:lnTo>
                  <a:lnTo>
                    <a:pt x="295026" y="89464"/>
                  </a:lnTo>
                  <a:lnTo>
                    <a:pt x="288041" y="91421"/>
                  </a:lnTo>
                  <a:lnTo>
                    <a:pt x="279791" y="93733"/>
                  </a:lnTo>
                  <a:lnTo>
                    <a:pt x="272891" y="95666"/>
                  </a:lnTo>
                  <a:lnTo>
                    <a:pt x="265095" y="97850"/>
                  </a:lnTo>
                  <a:lnTo>
                    <a:pt x="257011" y="100115"/>
                  </a:lnTo>
                  <a:lnTo>
                    <a:pt x="249497" y="102221"/>
                  </a:lnTo>
                  <a:lnTo>
                    <a:pt x="248843" y="102404"/>
                  </a:lnTo>
                  <a:lnTo>
                    <a:pt x="240258" y="104810"/>
                  </a:lnTo>
                  <a:lnTo>
                    <a:pt x="231761" y="107190"/>
                  </a:lnTo>
                  <a:lnTo>
                    <a:pt x="222158" y="109881"/>
                  </a:lnTo>
                  <a:lnTo>
                    <a:pt x="213054" y="112432"/>
                  </a:lnTo>
                  <a:lnTo>
                    <a:pt x="205693" y="114495"/>
                  </a:lnTo>
                  <a:lnTo>
                    <a:pt x="196256" y="117139"/>
                  </a:lnTo>
                  <a:lnTo>
                    <a:pt x="187428" y="119613"/>
                  </a:lnTo>
                  <a:lnTo>
                    <a:pt x="178220" y="122193"/>
                  </a:lnTo>
                  <a:lnTo>
                    <a:pt x="170136" y="124458"/>
                  </a:lnTo>
                  <a:lnTo>
                    <a:pt x="163859" y="126217"/>
                  </a:lnTo>
                  <a:lnTo>
                    <a:pt x="157788" y="127918"/>
                  </a:lnTo>
                  <a:lnTo>
                    <a:pt x="151094" y="129793"/>
                  </a:lnTo>
                  <a:lnTo>
                    <a:pt x="146232" y="131156"/>
                  </a:lnTo>
                  <a:lnTo>
                    <a:pt x="140684" y="132710"/>
                  </a:lnTo>
                  <a:lnTo>
                    <a:pt x="134406" y="134469"/>
                  </a:lnTo>
                  <a:lnTo>
                    <a:pt x="129253" y="135913"/>
                  </a:lnTo>
                  <a:lnTo>
                    <a:pt x="122618" y="137773"/>
                  </a:lnTo>
                  <a:lnTo>
                    <a:pt x="118584" y="138903"/>
                  </a:lnTo>
                  <a:lnTo>
                    <a:pt x="116856" y="134335"/>
                  </a:lnTo>
                  <a:lnTo>
                    <a:pt x="114310" y="127605"/>
                  </a:lnTo>
                  <a:lnTo>
                    <a:pt x="111924" y="121297"/>
                  </a:lnTo>
                  <a:lnTo>
                    <a:pt x="109341" y="114468"/>
                  </a:lnTo>
                  <a:lnTo>
                    <a:pt x="107388" y="10930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g610"/>
            <p:cNvSpPr/>
            <p:nvPr/>
          </p:nvSpPr>
          <p:spPr>
            <a:xfrm>
              <a:off x="3118165" y="3203824"/>
              <a:ext cx="115958" cy="137686"/>
            </a:xfrm>
            <a:custGeom>
              <a:avLst/>
              <a:pathLst>
                <a:path w="115958" h="137686">
                  <a:moveTo>
                    <a:pt x="112787" y="32478"/>
                  </a:moveTo>
                  <a:lnTo>
                    <a:pt x="109812" y="36931"/>
                  </a:lnTo>
                  <a:lnTo>
                    <a:pt x="107340" y="40631"/>
                  </a:lnTo>
                  <a:lnTo>
                    <a:pt x="104204" y="45324"/>
                  </a:lnTo>
                  <a:lnTo>
                    <a:pt x="101003" y="50114"/>
                  </a:lnTo>
                  <a:lnTo>
                    <a:pt x="96679" y="56586"/>
                  </a:lnTo>
                  <a:lnTo>
                    <a:pt x="92741" y="62480"/>
                  </a:lnTo>
                  <a:lnTo>
                    <a:pt x="87965" y="69627"/>
                  </a:lnTo>
                  <a:lnTo>
                    <a:pt x="84543" y="74748"/>
                  </a:lnTo>
                  <a:lnTo>
                    <a:pt x="80179" y="81279"/>
                  </a:lnTo>
                  <a:lnTo>
                    <a:pt x="76237" y="87180"/>
                  </a:lnTo>
                  <a:lnTo>
                    <a:pt x="72073" y="93412"/>
                  </a:lnTo>
                  <a:lnTo>
                    <a:pt x="68321" y="99027"/>
                  </a:lnTo>
                  <a:lnTo>
                    <a:pt x="64890" y="104162"/>
                  </a:lnTo>
                  <a:lnTo>
                    <a:pt x="61849" y="108712"/>
                  </a:lnTo>
                  <a:lnTo>
                    <a:pt x="58684" y="113450"/>
                  </a:lnTo>
                  <a:lnTo>
                    <a:pt x="55062" y="118871"/>
                  </a:lnTo>
                  <a:lnTo>
                    <a:pt x="52663" y="122460"/>
                  </a:lnTo>
                  <a:lnTo>
                    <a:pt x="49497" y="127198"/>
                  </a:lnTo>
                  <a:lnTo>
                    <a:pt x="47371" y="130380"/>
                  </a:lnTo>
                  <a:lnTo>
                    <a:pt x="45711" y="132866"/>
                  </a:lnTo>
                  <a:lnTo>
                    <a:pt x="43784" y="135748"/>
                  </a:lnTo>
                  <a:lnTo>
                    <a:pt x="42490" y="137686"/>
                  </a:lnTo>
                  <a:lnTo>
                    <a:pt x="37867" y="134612"/>
                  </a:lnTo>
                  <a:lnTo>
                    <a:pt x="34412" y="132314"/>
                  </a:lnTo>
                  <a:lnTo>
                    <a:pt x="30038" y="129405"/>
                  </a:lnTo>
                  <a:lnTo>
                    <a:pt x="25941" y="126681"/>
                  </a:lnTo>
                  <a:lnTo>
                    <a:pt x="23155" y="124828"/>
                  </a:lnTo>
                  <a:lnTo>
                    <a:pt x="20030" y="122750"/>
                  </a:lnTo>
                  <a:lnTo>
                    <a:pt x="16869" y="120648"/>
                  </a:lnTo>
                  <a:lnTo>
                    <a:pt x="14421" y="119020"/>
                  </a:lnTo>
                  <a:lnTo>
                    <a:pt x="11799" y="117276"/>
                  </a:lnTo>
                  <a:lnTo>
                    <a:pt x="8155" y="114853"/>
                  </a:lnTo>
                  <a:lnTo>
                    <a:pt x="5129" y="112841"/>
                  </a:lnTo>
                  <a:lnTo>
                    <a:pt x="0" y="109430"/>
                  </a:lnTo>
                  <a:lnTo>
                    <a:pt x="4432" y="103050"/>
                  </a:lnTo>
                  <a:lnTo>
                    <a:pt x="8525" y="97160"/>
                  </a:lnTo>
                  <a:lnTo>
                    <a:pt x="11971" y="92199"/>
                  </a:lnTo>
                  <a:lnTo>
                    <a:pt x="14688" y="88289"/>
                  </a:lnTo>
                  <a:lnTo>
                    <a:pt x="18325" y="83054"/>
                  </a:lnTo>
                  <a:lnTo>
                    <a:pt x="21828" y="78013"/>
                  </a:lnTo>
                  <a:lnTo>
                    <a:pt x="25358" y="72931"/>
                  </a:lnTo>
                  <a:lnTo>
                    <a:pt x="29339" y="67202"/>
                  </a:lnTo>
                  <a:lnTo>
                    <a:pt x="33540" y="61155"/>
                  </a:lnTo>
                  <a:lnTo>
                    <a:pt x="37458" y="55517"/>
                  </a:lnTo>
                  <a:lnTo>
                    <a:pt x="41138" y="50220"/>
                  </a:lnTo>
                  <a:lnTo>
                    <a:pt x="45162" y="44428"/>
                  </a:lnTo>
                  <a:lnTo>
                    <a:pt x="48995" y="38911"/>
                  </a:lnTo>
                  <a:lnTo>
                    <a:pt x="53113" y="32984"/>
                  </a:lnTo>
                  <a:lnTo>
                    <a:pt x="56397" y="28258"/>
                  </a:lnTo>
                  <a:lnTo>
                    <a:pt x="59207" y="24213"/>
                  </a:lnTo>
                  <a:lnTo>
                    <a:pt x="61936" y="20285"/>
                  </a:lnTo>
                  <a:lnTo>
                    <a:pt x="65973" y="14474"/>
                  </a:lnTo>
                  <a:lnTo>
                    <a:pt x="70875" y="7419"/>
                  </a:lnTo>
                  <a:lnTo>
                    <a:pt x="76030" y="0"/>
                  </a:lnTo>
                  <a:lnTo>
                    <a:pt x="86800" y="7480"/>
                  </a:lnTo>
                  <a:lnTo>
                    <a:pt x="99721" y="16455"/>
                  </a:lnTo>
                  <a:lnTo>
                    <a:pt x="115958" y="277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g611"/>
            <p:cNvSpPr/>
            <p:nvPr/>
          </p:nvSpPr>
          <p:spPr>
            <a:xfrm>
              <a:off x="3067651" y="3172868"/>
              <a:ext cx="116204" cy="133435"/>
            </a:xfrm>
            <a:custGeom>
              <a:avLst/>
              <a:pathLst>
                <a:path w="116204" h="133435">
                  <a:moveTo>
                    <a:pt x="113035" y="34249"/>
                  </a:moveTo>
                  <a:lnTo>
                    <a:pt x="110418" y="37902"/>
                  </a:lnTo>
                  <a:lnTo>
                    <a:pt x="107301" y="42253"/>
                  </a:lnTo>
                  <a:lnTo>
                    <a:pt x="103601" y="47417"/>
                  </a:lnTo>
                  <a:lnTo>
                    <a:pt x="100599" y="51607"/>
                  </a:lnTo>
                  <a:lnTo>
                    <a:pt x="96863" y="56822"/>
                  </a:lnTo>
                  <a:lnTo>
                    <a:pt x="94402" y="60258"/>
                  </a:lnTo>
                  <a:lnTo>
                    <a:pt x="92185" y="63351"/>
                  </a:lnTo>
                  <a:lnTo>
                    <a:pt x="89339" y="67324"/>
                  </a:lnTo>
                  <a:lnTo>
                    <a:pt x="86103" y="71841"/>
                  </a:lnTo>
                  <a:lnTo>
                    <a:pt x="83007" y="76163"/>
                  </a:lnTo>
                  <a:lnTo>
                    <a:pt x="79848" y="80571"/>
                  </a:lnTo>
                  <a:lnTo>
                    <a:pt x="76242" y="85605"/>
                  </a:lnTo>
                  <a:lnTo>
                    <a:pt x="72808" y="90398"/>
                  </a:lnTo>
                  <a:lnTo>
                    <a:pt x="69218" y="95410"/>
                  </a:lnTo>
                  <a:lnTo>
                    <a:pt x="65945" y="99978"/>
                  </a:lnTo>
                  <a:lnTo>
                    <a:pt x="61647" y="105977"/>
                  </a:lnTo>
                  <a:lnTo>
                    <a:pt x="56927" y="112564"/>
                  </a:lnTo>
                  <a:lnTo>
                    <a:pt x="53342" y="117569"/>
                  </a:lnTo>
                  <a:lnTo>
                    <a:pt x="49539" y="122877"/>
                  </a:lnTo>
                  <a:lnTo>
                    <a:pt x="41975" y="133435"/>
                  </a:lnTo>
                  <a:lnTo>
                    <a:pt x="33203" y="127531"/>
                  </a:lnTo>
                  <a:lnTo>
                    <a:pt x="17878" y="117215"/>
                  </a:lnTo>
                  <a:lnTo>
                    <a:pt x="0" y="105180"/>
                  </a:lnTo>
                  <a:lnTo>
                    <a:pt x="3452" y="100184"/>
                  </a:lnTo>
                  <a:lnTo>
                    <a:pt x="7188" y="94778"/>
                  </a:lnTo>
                  <a:lnTo>
                    <a:pt x="10277" y="90308"/>
                  </a:lnTo>
                  <a:lnTo>
                    <a:pt x="13809" y="85199"/>
                  </a:lnTo>
                  <a:lnTo>
                    <a:pt x="15847" y="82250"/>
                  </a:lnTo>
                  <a:lnTo>
                    <a:pt x="18916" y="77808"/>
                  </a:lnTo>
                  <a:lnTo>
                    <a:pt x="21710" y="73766"/>
                  </a:lnTo>
                  <a:lnTo>
                    <a:pt x="24444" y="69809"/>
                  </a:lnTo>
                  <a:lnTo>
                    <a:pt x="26938" y="66200"/>
                  </a:lnTo>
                  <a:lnTo>
                    <a:pt x="29513" y="62474"/>
                  </a:lnTo>
                  <a:lnTo>
                    <a:pt x="32343" y="58379"/>
                  </a:lnTo>
                  <a:lnTo>
                    <a:pt x="34896" y="54686"/>
                  </a:lnTo>
                  <a:lnTo>
                    <a:pt x="37190" y="51366"/>
                  </a:lnTo>
                  <a:lnTo>
                    <a:pt x="39093" y="48613"/>
                  </a:lnTo>
                  <a:lnTo>
                    <a:pt x="41873" y="44590"/>
                  </a:lnTo>
                  <a:lnTo>
                    <a:pt x="44144" y="41304"/>
                  </a:lnTo>
                  <a:lnTo>
                    <a:pt x="47619" y="36276"/>
                  </a:lnTo>
                  <a:lnTo>
                    <a:pt x="50440" y="32194"/>
                  </a:lnTo>
                  <a:lnTo>
                    <a:pt x="53320" y="28027"/>
                  </a:lnTo>
                  <a:lnTo>
                    <a:pt x="56708" y="23125"/>
                  </a:lnTo>
                  <a:lnTo>
                    <a:pt x="60178" y="18103"/>
                  </a:lnTo>
                  <a:lnTo>
                    <a:pt x="62994" y="14028"/>
                  </a:lnTo>
                  <a:lnTo>
                    <a:pt x="66570" y="8855"/>
                  </a:lnTo>
                  <a:lnTo>
                    <a:pt x="72690" y="0"/>
                  </a:lnTo>
                  <a:lnTo>
                    <a:pt x="79903" y="4944"/>
                  </a:lnTo>
                  <a:lnTo>
                    <a:pt x="88390" y="10761"/>
                  </a:lnTo>
                  <a:lnTo>
                    <a:pt x="99674" y="18496"/>
                  </a:lnTo>
                  <a:lnTo>
                    <a:pt x="116204" y="298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g612"/>
            <p:cNvSpPr/>
            <p:nvPr/>
          </p:nvSpPr>
          <p:spPr>
            <a:xfrm>
              <a:off x="3146377" y="3115681"/>
              <a:ext cx="82766" cy="75355"/>
            </a:xfrm>
            <a:custGeom>
              <a:avLst/>
              <a:pathLst>
                <a:path w="82766" h="75355">
                  <a:moveTo>
                    <a:pt x="31465" y="13073"/>
                  </a:moveTo>
                  <a:lnTo>
                    <a:pt x="39648" y="7850"/>
                  </a:lnTo>
                  <a:lnTo>
                    <a:pt x="59620" y="1423"/>
                  </a:lnTo>
                  <a:lnTo>
                    <a:pt x="64044" y="0"/>
                  </a:lnTo>
                  <a:lnTo>
                    <a:pt x="75495" y="24328"/>
                  </a:lnTo>
                  <a:lnTo>
                    <a:pt x="82766" y="39776"/>
                  </a:lnTo>
                  <a:lnTo>
                    <a:pt x="75547" y="43712"/>
                  </a:lnTo>
                  <a:lnTo>
                    <a:pt x="70880" y="47380"/>
                  </a:lnTo>
                  <a:lnTo>
                    <a:pt x="60520" y="55506"/>
                  </a:lnTo>
                  <a:lnTo>
                    <a:pt x="57637" y="57799"/>
                  </a:lnTo>
                  <a:lnTo>
                    <a:pt x="53275" y="61267"/>
                  </a:lnTo>
                  <a:lnTo>
                    <a:pt x="48714" y="67301"/>
                  </a:lnTo>
                  <a:lnTo>
                    <a:pt x="42206" y="75355"/>
                  </a:lnTo>
                  <a:lnTo>
                    <a:pt x="23294" y="62278"/>
                  </a:lnTo>
                  <a:lnTo>
                    <a:pt x="0" y="46172"/>
                  </a:lnTo>
                  <a:lnTo>
                    <a:pt x="9891" y="32516"/>
                  </a:lnTo>
                  <a:lnTo>
                    <a:pt x="14355" y="28482"/>
                  </a:lnTo>
                  <a:lnTo>
                    <a:pt x="22148" y="20121"/>
                  </a:lnTo>
                  <a:lnTo>
                    <a:pt x="30734" y="1353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g613"/>
            <p:cNvSpPr/>
            <p:nvPr/>
          </p:nvSpPr>
          <p:spPr>
            <a:xfrm>
              <a:off x="2863677" y="3149218"/>
              <a:ext cx="244347" cy="121980"/>
            </a:xfrm>
            <a:custGeom>
              <a:avLst/>
              <a:pathLst>
                <a:path w="244347" h="121980">
                  <a:moveTo>
                    <a:pt x="42672" y="9126"/>
                  </a:moveTo>
                  <a:lnTo>
                    <a:pt x="45472" y="9853"/>
                  </a:lnTo>
                  <a:lnTo>
                    <a:pt x="67192" y="15494"/>
                  </a:lnTo>
                  <a:lnTo>
                    <a:pt x="75689" y="17666"/>
                  </a:lnTo>
                  <a:lnTo>
                    <a:pt x="98880" y="24165"/>
                  </a:lnTo>
                  <a:lnTo>
                    <a:pt x="122279" y="29830"/>
                  </a:lnTo>
                  <a:lnTo>
                    <a:pt x="145858" y="34654"/>
                  </a:lnTo>
                  <a:lnTo>
                    <a:pt x="169589" y="38631"/>
                  </a:lnTo>
                  <a:lnTo>
                    <a:pt x="193440" y="41755"/>
                  </a:lnTo>
                  <a:lnTo>
                    <a:pt x="201707" y="41257"/>
                  </a:lnTo>
                  <a:lnTo>
                    <a:pt x="209885" y="39926"/>
                  </a:lnTo>
                  <a:lnTo>
                    <a:pt x="217895" y="37777"/>
                  </a:lnTo>
                  <a:lnTo>
                    <a:pt x="225658" y="34829"/>
                  </a:lnTo>
                  <a:lnTo>
                    <a:pt x="227365" y="36138"/>
                  </a:lnTo>
                  <a:lnTo>
                    <a:pt x="230752" y="38736"/>
                  </a:lnTo>
                  <a:lnTo>
                    <a:pt x="234126" y="41324"/>
                  </a:lnTo>
                  <a:lnTo>
                    <a:pt x="237723" y="44083"/>
                  </a:lnTo>
                  <a:lnTo>
                    <a:pt x="239553" y="45487"/>
                  </a:lnTo>
                  <a:lnTo>
                    <a:pt x="241320" y="46841"/>
                  </a:lnTo>
                  <a:lnTo>
                    <a:pt x="244347" y="49163"/>
                  </a:lnTo>
                  <a:lnTo>
                    <a:pt x="241716" y="52841"/>
                  </a:lnTo>
                  <a:lnTo>
                    <a:pt x="238896" y="56784"/>
                  </a:lnTo>
                  <a:lnTo>
                    <a:pt x="234581" y="62818"/>
                  </a:lnTo>
                  <a:lnTo>
                    <a:pt x="229789" y="69518"/>
                  </a:lnTo>
                  <a:lnTo>
                    <a:pt x="224695" y="76642"/>
                  </a:lnTo>
                  <a:lnTo>
                    <a:pt x="218738" y="84970"/>
                  </a:lnTo>
                  <a:lnTo>
                    <a:pt x="212824" y="93240"/>
                  </a:lnTo>
                  <a:lnTo>
                    <a:pt x="207134" y="101196"/>
                  </a:lnTo>
                  <a:lnTo>
                    <a:pt x="206680" y="101760"/>
                  </a:lnTo>
                  <a:lnTo>
                    <a:pt x="201099" y="108682"/>
                  </a:lnTo>
                  <a:lnTo>
                    <a:pt x="199940" y="110120"/>
                  </a:lnTo>
                  <a:lnTo>
                    <a:pt x="190638" y="98520"/>
                  </a:lnTo>
                  <a:lnTo>
                    <a:pt x="185711" y="92377"/>
                  </a:lnTo>
                  <a:lnTo>
                    <a:pt x="185609" y="92249"/>
                  </a:lnTo>
                  <a:lnTo>
                    <a:pt x="177457" y="82084"/>
                  </a:lnTo>
                  <a:lnTo>
                    <a:pt x="172747" y="76211"/>
                  </a:lnTo>
                  <a:lnTo>
                    <a:pt x="168570" y="77802"/>
                  </a:lnTo>
                  <a:lnTo>
                    <a:pt x="177049" y="89590"/>
                  </a:lnTo>
                  <a:lnTo>
                    <a:pt x="185049" y="100712"/>
                  </a:lnTo>
                  <a:lnTo>
                    <a:pt x="191453" y="109614"/>
                  </a:lnTo>
                  <a:lnTo>
                    <a:pt x="196097" y="116071"/>
                  </a:lnTo>
                  <a:lnTo>
                    <a:pt x="191507" y="118820"/>
                  </a:lnTo>
                  <a:lnTo>
                    <a:pt x="186232" y="121980"/>
                  </a:lnTo>
                  <a:lnTo>
                    <a:pt x="181290" y="121656"/>
                  </a:lnTo>
                  <a:lnTo>
                    <a:pt x="176302" y="121329"/>
                  </a:lnTo>
                  <a:lnTo>
                    <a:pt x="172171" y="121058"/>
                  </a:lnTo>
                  <a:lnTo>
                    <a:pt x="166961" y="120717"/>
                  </a:lnTo>
                  <a:lnTo>
                    <a:pt x="162231" y="120407"/>
                  </a:lnTo>
                  <a:lnTo>
                    <a:pt x="157120" y="120072"/>
                  </a:lnTo>
                  <a:lnTo>
                    <a:pt x="152147" y="119746"/>
                  </a:lnTo>
                  <a:lnTo>
                    <a:pt x="147904" y="119468"/>
                  </a:lnTo>
                  <a:lnTo>
                    <a:pt x="143188" y="119159"/>
                  </a:lnTo>
                  <a:lnTo>
                    <a:pt x="137451" y="118783"/>
                  </a:lnTo>
                  <a:lnTo>
                    <a:pt x="132162" y="118436"/>
                  </a:lnTo>
                  <a:lnTo>
                    <a:pt x="127485" y="118129"/>
                  </a:lnTo>
                  <a:lnTo>
                    <a:pt x="121710" y="117751"/>
                  </a:lnTo>
                  <a:lnTo>
                    <a:pt x="114803" y="117298"/>
                  </a:lnTo>
                  <a:lnTo>
                    <a:pt x="108159" y="116862"/>
                  </a:lnTo>
                  <a:lnTo>
                    <a:pt x="102015" y="116460"/>
                  </a:lnTo>
                  <a:lnTo>
                    <a:pt x="98410" y="116223"/>
                  </a:lnTo>
                  <a:lnTo>
                    <a:pt x="93654" y="115911"/>
                  </a:lnTo>
                  <a:lnTo>
                    <a:pt x="88188" y="115553"/>
                  </a:lnTo>
                  <a:lnTo>
                    <a:pt x="82603" y="115187"/>
                  </a:lnTo>
                  <a:lnTo>
                    <a:pt x="79365" y="114975"/>
                  </a:lnTo>
                  <a:lnTo>
                    <a:pt x="75127" y="114697"/>
                  </a:lnTo>
                  <a:lnTo>
                    <a:pt x="71206" y="114440"/>
                  </a:lnTo>
                  <a:lnTo>
                    <a:pt x="67591" y="114203"/>
                  </a:lnTo>
                  <a:lnTo>
                    <a:pt x="64715" y="114014"/>
                  </a:lnTo>
                  <a:lnTo>
                    <a:pt x="61106" y="113778"/>
                  </a:lnTo>
                  <a:lnTo>
                    <a:pt x="56713" y="113490"/>
                  </a:lnTo>
                  <a:lnTo>
                    <a:pt x="52245" y="113197"/>
                  </a:lnTo>
                  <a:lnTo>
                    <a:pt x="48562" y="112955"/>
                  </a:lnTo>
                  <a:lnTo>
                    <a:pt x="44785" y="112708"/>
                  </a:lnTo>
                  <a:lnTo>
                    <a:pt x="41292" y="112479"/>
                  </a:lnTo>
                  <a:lnTo>
                    <a:pt x="37596" y="112237"/>
                  </a:lnTo>
                  <a:lnTo>
                    <a:pt x="34142" y="112010"/>
                  </a:lnTo>
                  <a:lnTo>
                    <a:pt x="30597" y="111778"/>
                  </a:lnTo>
                  <a:lnTo>
                    <a:pt x="26584" y="111515"/>
                  </a:lnTo>
                  <a:lnTo>
                    <a:pt x="23433" y="111308"/>
                  </a:lnTo>
                  <a:lnTo>
                    <a:pt x="20210" y="111097"/>
                  </a:lnTo>
                  <a:lnTo>
                    <a:pt x="17362" y="110910"/>
                  </a:lnTo>
                  <a:lnTo>
                    <a:pt x="14191" y="110702"/>
                  </a:lnTo>
                  <a:lnTo>
                    <a:pt x="10790" y="110479"/>
                  </a:lnTo>
                  <a:lnTo>
                    <a:pt x="8507" y="110330"/>
                  </a:lnTo>
                  <a:lnTo>
                    <a:pt x="6601" y="110205"/>
                  </a:lnTo>
                  <a:lnTo>
                    <a:pt x="7566" y="100975"/>
                  </a:lnTo>
                  <a:lnTo>
                    <a:pt x="8850" y="88691"/>
                  </a:lnTo>
                  <a:lnTo>
                    <a:pt x="10646" y="71521"/>
                  </a:lnTo>
                  <a:lnTo>
                    <a:pt x="11268" y="70989"/>
                  </a:lnTo>
                  <a:lnTo>
                    <a:pt x="28994" y="55844"/>
                  </a:lnTo>
                  <a:lnTo>
                    <a:pt x="6716" y="34411"/>
                  </a:lnTo>
                  <a:lnTo>
                    <a:pt x="28994" y="35332"/>
                  </a:lnTo>
                  <a:lnTo>
                    <a:pt x="29813" y="34160"/>
                  </a:lnTo>
                  <a:lnTo>
                    <a:pt x="23179" y="20345"/>
                  </a:lnTo>
                  <a:lnTo>
                    <a:pt x="20967" y="18252"/>
                  </a:lnTo>
                  <a:lnTo>
                    <a:pt x="1310" y="4856"/>
                  </a:lnTo>
                  <a:lnTo>
                    <a:pt x="0" y="3683"/>
                  </a:lnTo>
                  <a:lnTo>
                    <a:pt x="8026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g614"/>
            <p:cNvSpPr/>
            <p:nvPr/>
          </p:nvSpPr>
          <p:spPr>
            <a:xfrm>
              <a:off x="2700838" y="2860822"/>
              <a:ext cx="77491" cy="80104"/>
            </a:xfrm>
            <a:custGeom>
              <a:avLst/>
              <a:pathLst>
                <a:path w="77491" h="80104">
                  <a:moveTo>
                    <a:pt x="71476" y="37236"/>
                  </a:moveTo>
                  <a:lnTo>
                    <a:pt x="67726" y="43191"/>
                  </a:lnTo>
                  <a:lnTo>
                    <a:pt x="64316" y="48606"/>
                  </a:lnTo>
                  <a:lnTo>
                    <a:pt x="59069" y="56938"/>
                  </a:lnTo>
                  <a:lnTo>
                    <a:pt x="53785" y="65331"/>
                  </a:lnTo>
                  <a:lnTo>
                    <a:pt x="44482" y="80104"/>
                  </a:lnTo>
                  <a:lnTo>
                    <a:pt x="31983" y="71858"/>
                  </a:lnTo>
                  <a:lnTo>
                    <a:pt x="0" y="50759"/>
                  </a:lnTo>
                  <a:lnTo>
                    <a:pt x="3159" y="46131"/>
                  </a:lnTo>
                  <a:lnTo>
                    <a:pt x="7529" y="39730"/>
                  </a:lnTo>
                  <a:lnTo>
                    <a:pt x="12760" y="32069"/>
                  </a:lnTo>
                  <a:lnTo>
                    <a:pt x="17729" y="24791"/>
                  </a:lnTo>
                  <a:lnTo>
                    <a:pt x="22997" y="17075"/>
                  </a:lnTo>
                  <a:lnTo>
                    <a:pt x="26860" y="11416"/>
                  </a:lnTo>
                  <a:lnTo>
                    <a:pt x="30201" y="6524"/>
                  </a:lnTo>
                  <a:lnTo>
                    <a:pt x="34655" y="0"/>
                  </a:lnTo>
                  <a:lnTo>
                    <a:pt x="47004" y="7981"/>
                  </a:lnTo>
                  <a:lnTo>
                    <a:pt x="77491" y="2768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g615"/>
            <p:cNvSpPr/>
            <p:nvPr/>
          </p:nvSpPr>
          <p:spPr>
            <a:xfrm>
              <a:off x="2663040" y="2832052"/>
              <a:ext cx="67067" cy="66522"/>
            </a:xfrm>
            <a:custGeom>
              <a:avLst/>
              <a:pathLst>
                <a:path w="67067" h="66522">
                  <a:moveTo>
                    <a:pt x="63484" y="31943"/>
                  </a:moveTo>
                  <a:lnTo>
                    <a:pt x="56660" y="41766"/>
                  </a:lnTo>
                  <a:lnTo>
                    <a:pt x="46286" y="56701"/>
                  </a:lnTo>
                  <a:lnTo>
                    <a:pt x="39463" y="66522"/>
                  </a:lnTo>
                  <a:lnTo>
                    <a:pt x="20837" y="54346"/>
                  </a:lnTo>
                  <a:lnTo>
                    <a:pt x="0" y="40724"/>
                  </a:lnTo>
                  <a:lnTo>
                    <a:pt x="4815" y="33574"/>
                  </a:lnTo>
                  <a:lnTo>
                    <a:pt x="9935" y="25975"/>
                  </a:lnTo>
                  <a:lnTo>
                    <a:pt x="15949" y="17045"/>
                  </a:lnTo>
                  <a:lnTo>
                    <a:pt x="19518" y="11747"/>
                  </a:lnTo>
                  <a:lnTo>
                    <a:pt x="24253" y="4718"/>
                  </a:lnTo>
                  <a:lnTo>
                    <a:pt x="27431" y="0"/>
                  </a:lnTo>
                  <a:lnTo>
                    <a:pt x="38562" y="7522"/>
                  </a:lnTo>
                  <a:lnTo>
                    <a:pt x="67067" y="267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g616"/>
            <p:cNvSpPr/>
            <p:nvPr/>
          </p:nvSpPr>
          <p:spPr>
            <a:xfrm>
              <a:off x="2612618" y="2795514"/>
              <a:ext cx="73450" cy="69928"/>
            </a:xfrm>
            <a:custGeom>
              <a:avLst/>
              <a:pathLst>
                <a:path w="73450" h="69928">
                  <a:moveTo>
                    <a:pt x="69678" y="35436"/>
                  </a:moveTo>
                  <a:lnTo>
                    <a:pt x="65267" y="41475"/>
                  </a:lnTo>
                  <a:lnTo>
                    <a:pt x="59314" y="49624"/>
                  </a:lnTo>
                  <a:lnTo>
                    <a:pt x="52279" y="59255"/>
                  </a:lnTo>
                  <a:lnTo>
                    <a:pt x="44483" y="69928"/>
                  </a:lnTo>
                  <a:lnTo>
                    <a:pt x="27813" y="58187"/>
                  </a:lnTo>
                  <a:lnTo>
                    <a:pt x="0" y="38598"/>
                  </a:lnTo>
                  <a:lnTo>
                    <a:pt x="3295" y="34002"/>
                  </a:lnTo>
                  <a:lnTo>
                    <a:pt x="9926" y="24753"/>
                  </a:lnTo>
                  <a:lnTo>
                    <a:pt x="16687" y="15323"/>
                  </a:lnTo>
                  <a:lnTo>
                    <a:pt x="23214" y="6220"/>
                  </a:lnTo>
                  <a:lnTo>
                    <a:pt x="27674" y="0"/>
                  </a:lnTo>
                  <a:lnTo>
                    <a:pt x="49880" y="14685"/>
                  </a:lnTo>
                  <a:lnTo>
                    <a:pt x="73450" y="302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g617"/>
            <p:cNvSpPr/>
            <p:nvPr/>
          </p:nvSpPr>
          <p:spPr>
            <a:xfrm>
              <a:off x="2726122" y="2976902"/>
              <a:ext cx="93042" cy="100809"/>
            </a:xfrm>
            <a:custGeom>
              <a:avLst/>
              <a:pathLst>
                <a:path w="93042" h="100809">
                  <a:moveTo>
                    <a:pt x="5908" y="62873"/>
                  </a:moveTo>
                  <a:lnTo>
                    <a:pt x="11731" y="54229"/>
                  </a:lnTo>
                  <a:lnTo>
                    <a:pt x="16383" y="47324"/>
                  </a:lnTo>
                  <a:lnTo>
                    <a:pt x="21838" y="39228"/>
                  </a:lnTo>
                  <a:lnTo>
                    <a:pt x="25839" y="33289"/>
                  </a:lnTo>
                  <a:lnTo>
                    <a:pt x="30839" y="25867"/>
                  </a:lnTo>
                  <a:lnTo>
                    <a:pt x="35170" y="19439"/>
                  </a:lnTo>
                  <a:lnTo>
                    <a:pt x="40084" y="12145"/>
                  </a:lnTo>
                  <a:lnTo>
                    <a:pt x="48266" y="0"/>
                  </a:lnTo>
                  <a:lnTo>
                    <a:pt x="75371" y="16666"/>
                  </a:lnTo>
                  <a:lnTo>
                    <a:pt x="93042" y="27531"/>
                  </a:lnTo>
                  <a:lnTo>
                    <a:pt x="88916" y="33924"/>
                  </a:lnTo>
                  <a:lnTo>
                    <a:pt x="85214" y="39661"/>
                  </a:lnTo>
                  <a:lnTo>
                    <a:pt x="81135" y="45982"/>
                  </a:lnTo>
                  <a:lnTo>
                    <a:pt x="76832" y="52650"/>
                  </a:lnTo>
                  <a:lnTo>
                    <a:pt x="72780" y="58929"/>
                  </a:lnTo>
                  <a:lnTo>
                    <a:pt x="67349" y="67345"/>
                  </a:lnTo>
                  <a:lnTo>
                    <a:pt x="61721" y="76066"/>
                  </a:lnTo>
                  <a:lnTo>
                    <a:pt x="54842" y="86727"/>
                  </a:lnTo>
                  <a:lnTo>
                    <a:pt x="45755" y="100809"/>
                  </a:lnTo>
                  <a:lnTo>
                    <a:pt x="31364" y="91510"/>
                  </a:lnTo>
                  <a:lnTo>
                    <a:pt x="26747" y="88526"/>
                  </a:lnTo>
                  <a:lnTo>
                    <a:pt x="0" y="716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g618"/>
            <p:cNvSpPr/>
            <p:nvPr/>
          </p:nvSpPr>
          <p:spPr>
            <a:xfrm>
              <a:off x="2699145" y="2955788"/>
              <a:ext cx="73330" cy="89395"/>
            </a:xfrm>
            <a:custGeom>
              <a:avLst/>
              <a:pathLst>
                <a:path w="73330" h="89395">
                  <a:moveTo>
                    <a:pt x="24326" y="89395"/>
                  </a:moveTo>
                  <a:lnTo>
                    <a:pt x="14794" y="83293"/>
                  </a:lnTo>
                  <a:lnTo>
                    <a:pt x="0" y="73822"/>
                  </a:lnTo>
                  <a:lnTo>
                    <a:pt x="4265" y="67968"/>
                  </a:lnTo>
                  <a:lnTo>
                    <a:pt x="7949" y="62912"/>
                  </a:lnTo>
                  <a:lnTo>
                    <a:pt x="9452" y="60630"/>
                  </a:lnTo>
                  <a:lnTo>
                    <a:pt x="15292" y="51764"/>
                  </a:lnTo>
                  <a:lnTo>
                    <a:pt x="21350" y="42565"/>
                  </a:lnTo>
                  <a:lnTo>
                    <a:pt x="27445" y="33311"/>
                  </a:lnTo>
                  <a:lnTo>
                    <a:pt x="33480" y="24148"/>
                  </a:lnTo>
                  <a:lnTo>
                    <a:pt x="40639" y="13278"/>
                  </a:lnTo>
                  <a:lnTo>
                    <a:pt x="49385" y="0"/>
                  </a:lnTo>
                  <a:lnTo>
                    <a:pt x="52395" y="2154"/>
                  </a:lnTo>
                  <a:lnTo>
                    <a:pt x="55616" y="4460"/>
                  </a:lnTo>
                  <a:lnTo>
                    <a:pt x="58474" y="6506"/>
                  </a:lnTo>
                  <a:lnTo>
                    <a:pt x="62288" y="9237"/>
                  </a:lnTo>
                  <a:lnTo>
                    <a:pt x="67757" y="13152"/>
                  </a:lnTo>
                  <a:lnTo>
                    <a:pt x="73330" y="17142"/>
                  </a:lnTo>
                  <a:lnTo>
                    <a:pt x="70027" y="22031"/>
                  </a:lnTo>
                  <a:lnTo>
                    <a:pt x="67722" y="25444"/>
                  </a:lnTo>
                  <a:lnTo>
                    <a:pt x="65043" y="29410"/>
                  </a:lnTo>
                  <a:lnTo>
                    <a:pt x="62669" y="32926"/>
                  </a:lnTo>
                  <a:lnTo>
                    <a:pt x="59808" y="37162"/>
                  </a:lnTo>
                  <a:lnTo>
                    <a:pt x="55035" y="44228"/>
                  </a:lnTo>
                  <a:lnTo>
                    <a:pt x="50501" y="50941"/>
                  </a:lnTo>
                  <a:lnTo>
                    <a:pt x="45018" y="59059"/>
                  </a:lnTo>
                  <a:lnTo>
                    <a:pt x="39384" y="67399"/>
                  </a:lnTo>
                  <a:lnTo>
                    <a:pt x="34488" y="74648"/>
                  </a:lnTo>
                  <a:lnTo>
                    <a:pt x="29441" y="82120"/>
                  </a:lnTo>
                  <a:lnTo>
                    <a:pt x="25800" y="875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g619"/>
            <p:cNvSpPr/>
            <p:nvPr/>
          </p:nvSpPr>
          <p:spPr>
            <a:xfrm>
              <a:off x="2747479" y="2895795"/>
              <a:ext cx="70356" cy="73076"/>
            </a:xfrm>
            <a:custGeom>
              <a:avLst/>
              <a:pathLst>
                <a:path w="70356" h="73076">
                  <a:moveTo>
                    <a:pt x="66647" y="34109"/>
                  </a:moveTo>
                  <a:lnTo>
                    <a:pt x="63985" y="38120"/>
                  </a:lnTo>
                  <a:lnTo>
                    <a:pt x="60964" y="42671"/>
                  </a:lnTo>
                  <a:lnTo>
                    <a:pt x="57553" y="47809"/>
                  </a:lnTo>
                  <a:lnTo>
                    <a:pt x="54573" y="52300"/>
                  </a:lnTo>
                  <a:lnTo>
                    <a:pt x="51239" y="57321"/>
                  </a:lnTo>
                  <a:lnTo>
                    <a:pt x="46997" y="63712"/>
                  </a:lnTo>
                  <a:lnTo>
                    <a:pt x="40781" y="73076"/>
                  </a:lnTo>
                  <a:lnTo>
                    <a:pt x="26639" y="63748"/>
                  </a:lnTo>
                  <a:lnTo>
                    <a:pt x="0" y="46179"/>
                  </a:lnTo>
                  <a:lnTo>
                    <a:pt x="4702" y="39399"/>
                  </a:lnTo>
                  <a:lnTo>
                    <a:pt x="8048" y="34574"/>
                  </a:lnTo>
                  <a:lnTo>
                    <a:pt x="12617" y="27987"/>
                  </a:lnTo>
                  <a:lnTo>
                    <a:pt x="16134" y="22914"/>
                  </a:lnTo>
                  <a:lnTo>
                    <a:pt x="19620" y="17888"/>
                  </a:lnTo>
                  <a:lnTo>
                    <a:pt x="23230" y="12683"/>
                  </a:lnTo>
                  <a:lnTo>
                    <a:pt x="27830" y="6050"/>
                  </a:lnTo>
                  <a:lnTo>
                    <a:pt x="32026" y="0"/>
                  </a:lnTo>
                  <a:lnTo>
                    <a:pt x="57137" y="18686"/>
                  </a:lnTo>
                  <a:lnTo>
                    <a:pt x="70356" y="2852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g620"/>
            <p:cNvSpPr/>
            <p:nvPr/>
          </p:nvSpPr>
          <p:spPr>
            <a:xfrm>
              <a:off x="2794321" y="2929846"/>
              <a:ext cx="70684" cy="70506"/>
            </a:xfrm>
            <a:custGeom>
              <a:avLst/>
              <a:pathLst>
                <a:path w="70684" h="70506">
                  <a:moveTo>
                    <a:pt x="66699" y="34548"/>
                  </a:moveTo>
                  <a:lnTo>
                    <a:pt x="63081" y="39883"/>
                  </a:lnTo>
                  <a:lnTo>
                    <a:pt x="58399" y="46786"/>
                  </a:lnTo>
                  <a:lnTo>
                    <a:pt x="53806" y="53556"/>
                  </a:lnTo>
                  <a:lnTo>
                    <a:pt x="50022" y="59135"/>
                  </a:lnTo>
                  <a:lnTo>
                    <a:pt x="42309" y="70506"/>
                  </a:lnTo>
                  <a:lnTo>
                    <a:pt x="31056" y="62901"/>
                  </a:lnTo>
                  <a:lnTo>
                    <a:pt x="0" y="41910"/>
                  </a:lnTo>
                  <a:lnTo>
                    <a:pt x="3285" y="36779"/>
                  </a:lnTo>
                  <a:lnTo>
                    <a:pt x="7184" y="30688"/>
                  </a:lnTo>
                  <a:lnTo>
                    <a:pt x="12690" y="22088"/>
                  </a:lnTo>
                  <a:lnTo>
                    <a:pt x="16392" y="16305"/>
                  </a:lnTo>
                  <a:lnTo>
                    <a:pt x="21846" y="7786"/>
                  </a:lnTo>
                  <a:lnTo>
                    <a:pt x="26831" y="0"/>
                  </a:lnTo>
                  <a:lnTo>
                    <a:pt x="47080" y="13240"/>
                  </a:lnTo>
                  <a:lnTo>
                    <a:pt x="70684" y="286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g621"/>
            <p:cNvSpPr/>
            <p:nvPr/>
          </p:nvSpPr>
          <p:spPr>
            <a:xfrm>
              <a:off x="2623284" y="2921947"/>
              <a:ext cx="121036" cy="123462"/>
            </a:xfrm>
            <a:custGeom>
              <a:avLst/>
              <a:pathLst>
                <a:path w="121036" h="123462">
                  <a:moveTo>
                    <a:pt x="118049" y="36624"/>
                  </a:moveTo>
                  <a:lnTo>
                    <a:pt x="114485" y="41841"/>
                  </a:lnTo>
                  <a:lnTo>
                    <a:pt x="111218" y="46621"/>
                  </a:lnTo>
                  <a:lnTo>
                    <a:pt x="107317" y="52329"/>
                  </a:lnTo>
                  <a:lnTo>
                    <a:pt x="102102" y="59961"/>
                  </a:lnTo>
                  <a:lnTo>
                    <a:pt x="96837" y="67665"/>
                  </a:lnTo>
                  <a:lnTo>
                    <a:pt x="91948" y="74820"/>
                  </a:lnTo>
                  <a:lnTo>
                    <a:pt x="86165" y="83283"/>
                  </a:lnTo>
                  <a:lnTo>
                    <a:pt x="79940" y="92392"/>
                  </a:lnTo>
                  <a:lnTo>
                    <a:pt x="74675" y="100096"/>
                  </a:lnTo>
                  <a:lnTo>
                    <a:pt x="70699" y="105915"/>
                  </a:lnTo>
                  <a:lnTo>
                    <a:pt x="66058" y="112705"/>
                  </a:lnTo>
                  <a:lnTo>
                    <a:pt x="62053" y="118567"/>
                  </a:lnTo>
                  <a:lnTo>
                    <a:pt x="59814" y="121843"/>
                  </a:lnTo>
                  <a:lnTo>
                    <a:pt x="58708" y="123462"/>
                  </a:lnTo>
                  <a:lnTo>
                    <a:pt x="41922" y="118549"/>
                  </a:lnTo>
                  <a:lnTo>
                    <a:pt x="0" y="106278"/>
                  </a:lnTo>
                  <a:lnTo>
                    <a:pt x="6056" y="97421"/>
                  </a:lnTo>
                  <a:lnTo>
                    <a:pt x="11466" y="89508"/>
                  </a:lnTo>
                  <a:lnTo>
                    <a:pt x="16599" y="82003"/>
                  </a:lnTo>
                  <a:lnTo>
                    <a:pt x="24171" y="70929"/>
                  </a:lnTo>
                  <a:lnTo>
                    <a:pt x="31601" y="60064"/>
                  </a:lnTo>
                  <a:lnTo>
                    <a:pt x="38155" y="50479"/>
                  </a:lnTo>
                  <a:lnTo>
                    <a:pt x="44968" y="40515"/>
                  </a:lnTo>
                  <a:lnTo>
                    <a:pt x="51109" y="31533"/>
                  </a:lnTo>
                  <a:lnTo>
                    <a:pt x="57788" y="21766"/>
                  </a:lnTo>
                  <a:lnTo>
                    <a:pt x="64968" y="11266"/>
                  </a:lnTo>
                  <a:lnTo>
                    <a:pt x="72672" y="0"/>
                  </a:lnTo>
                  <a:lnTo>
                    <a:pt x="82601" y="6622"/>
                  </a:lnTo>
                  <a:lnTo>
                    <a:pt x="121036" y="3225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g622"/>
            <p:cNvSpPr/>
            <p:nvPr/>
          </p:nvSpPr>
          <p:spPr>
            <a:xfrm>
              <a:off x="2775447" y="3006168"/>
              <a:ext cx="90566" cy="100649"/>
            </a:xfrm>
            <a:custGeom>
              <a:avLst/>
              <a:pathLst>
                <a:path w="90566" h="100649">
                  <a:moveTo>
                    <a:pt x="3522" y="65928"/>
                  </a:moveTo>
                  <a:lnTo>
                    <a:pt x="7122" y="60399"/>
                  </a:lnTo>
                  <a:lnTo>
                    <a:pt x="11906" y="53053"/>
                  </a:lnTo>
                  <a:lnTo>
                    <a:pt x="15883" y="46945"/>
                  </a:lnTo>
                  <a:lnTo>
                    <a:pt x="21447" y="38401"/>
                  </a:lnTo>
                  <a:lnTo>
                    <a:pt x="25627" y="31983"/>
                  </a:lnTo>
                  <a:lnTo>
                    <a:pt x="29352" y="26262"/>
                  </a:lnTo>
                  <a:lnTo>
                    <a:pt x="32751" y="21043"/>
                  </a:lnTo>
                  <a:lnTo>
                    <a:pt x="36075" y="15939"/>
                  </a:lnTo>
                  <a:lnTo>
                    <a:pt x="41336" y="7859"/>
                  </a:lnTo>
                  <a:lnTo>
                    <a:pt x="46455" y="0"/>
                  </a:lnTo>
                  <a:lnTo>
                    <a:pt x="67967" y="14015"/>
                  </a:lnTo>
                  <a:lnTo>
                    <a:pt x="90566" y="28738"/>
                  </a:lnTo>
                  <a:lnTo>
                    <a:pt x="86699" y="35101"/>
                  </a:lnTo>
                  <a:lnTo>
                    <a:pt x="82448" y="42094"/>
                  </a:lnTo>
                  <a:lnTo>
                    <a:pt x="79067" y="47657"/>
                  </a:lnTo>
                  <a:lnTo>
                    <a:pt x="75969" y="52753"/>
                  </a:lnTo>
                  <a:lnTo>
                    <a:pt x="72102" y="59117"/>
                  </a:lnTo>
                  <a:lnTo>
                    <a:pt x="66859" y="67742"/>
                  </a:lnTo>
                  <a:lnTo>
                    <a:pt x="62287" y="75264"/>
                  </a:lnTo>
                  <a:lnTo>
                    <a:pt x="58392" y="81673"/>
                  </a:lnTo>
                  <a:lnTo>
                    <a:pt x="54856" y="87491"/>
                  </a:lnTo>
                  <a:lnTo>
                    <a:pt x="50476" y="94696"/>
                  </a:lnTo>
                  <a:lnTo>
                    <a:pt x="48083" y="98634"/>
                  </a:lnTo>
                  <a:lnTo>
                    <a:pt x="46858" y="100649"/>
                  </a:lnTo>
                  <a:lnTo>
                    <a:pt x="37981" y="95096"/>
                  </a:lnTo>
                  <a:lnTo>
                    <a:pt x="24265" y="86515"/>
                  </a:lnTo>
                  <a:lnTo>
                    <a:pt x="0" y="7133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g623"/>
            <p:cNvSpPr/>
            <p:nvPr/>
          </p:nvSpPr>
          <p:spPr>
            <a:xfrm>
              <a:off x="2948463" y="2949892"/>
              <a:ext cx="55648" cy="50235"/>
            </a:xfrm>
            <a:custGeom>
              <a:avLst/>
              <a:pathLst>
                <a:path w="55648" h="50235">
                  <a:moveTo>
                    <a:pt x="53864" y="19741"/>
                  </a:moveTo>
                  <a:lnTo>
                    <a:pt x="52098" y="25812"/>
                  </a:lnTo>
                  <a:lnTo>
                    <a:pt x="50036" y="32902"/>
                  </a:lnTo>
                  <a:lnTo>
                    <a:pt x="44995" y="50235"/>
                  </a:lnTo>
                  <a:lnTo>
                    <a:pt x="36697" y="47819"/>
                  </a:lnTo>
                  <a:lnTo>
                    <a:pt x="15299" y="41589"/>
                  </a:lnTo>
                  <a:lnTo>
                    <a:pt x="0" y="37135"/>
                  </a:lnTo>
                  <a:lnTo>
                    <a:pt x="2544" y="24183"/>
                  </a:lnTo>
                  <a:lnTo>
                    <a:pt x="7295" y="0"/>
                  </a:lnTo>
                  <a:lnTo>
                    <a:pt x="28656" y="6011"/>
                  </a:lnTo>
                  <a:lnTo>
                    <a:pt x="55648" y="136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g624"/>
            <p:cNvSpPr/>
            <p:nvPr/>
          </p:nvSpPr>
          <p:spPr>
            <a:xfrm>
              <a:off x="3001767" y="2962162"/>
              <a:ext cx="35604" cy="45815"/>
            </a:xfrm>
            <a:custGeom>
              <a:avLst/>
              <a:pathLst>
                <a:path w="35604" h="45815">
                  <a:moveTo>
                    <a:pt x="34233" y="12780"/>
                  </a:moveTo>
                  <a:lnTo>
                    <a:pt x="32271" y="21042"/>
                  </a:lnTo>
                  <a:lnTo>
                    <a:pt x="30076" y="30287"/>
                  </a:lnTo>
                  <a:lnTo>
                    <a:pt x="30043" y="30419"/>
                  </a:lnTo>
                  <a:lnTo>
                    <a:pt x="26155" y="45815"/>
                  </a:lnTo>
                  <a:lnTo>
                    <a:pt x="22752" y="44664"/>
                  </a:lnTo>
                  <a:lnTo>
                    <a:pt x="20206" y="43802"/>
                  </a:lnTo>
                  <a:lnTo>
                    <a:pt x="17403" y="42854"/>
                  </a:lnTo>
                  <a:lnTo>
                    <a:pt x="14784" y="41968"/>
                  </a:lnTo>
                  <a:lnTo>
                    <a:pt x="12645" y="41244"/>
                  </a:lnTo>
                  <a:lnTo>
                    <a:pt x="10578" y="40545"/>
                  </a:lnTo>
                  <a:lnTo>
                    <a:pt x="8072" y="39697"/>
                  </a:lnTo>
                  <a:lnTo>
                    <a:pt x="5527" y="38836"/>
                  </a:lnTo>
                  <a:lnTo>
                    <a:pt x="2797" y="37913"/>
                  </a:lnTo>
                  <a:lnTo>
                    <a:pt x="0" y="36966"/>
                  </a:lnTo>
                  <a:lnTo>
                    <a:pt x="3630" y="24059"/>
                  </a:lnTo>
                  <a:lnTo>
                    <a:pt x="10397" y="0"/>
                  </a:lnTo>
                  <a:lnTo>
                    <a:pt x="13721" y="924"/>
                  </a:lnTo>
                  <a:lnTo>
                    <a:pt x="16809" y="1782"/>
                  </a:lnTo>
                  <a:lnTo>
                    <a:pt x="20048" y="2683"/>
                  </a:lnTo>
                  <a:lnTo>
                    <a:pt x="22820" y="3453"/>
                  </a:lnTo>
                  <a:lnTo>
                    <a:pt x="24421" y="3898"/>
                  </a:lnTo>
                  <a:lnTo>
                    <a:pt x="26989" y="4612"/>
                  </a:lnTo>
                  <a:lnTo>
                    <a:pt x="29272" y="5247"/>
                  </a:lnTo>
                  <a:lnTo>
                    <a:pt x="32022" y="6011"/>
                  </a:lnTo>
                  <a:lnTo>
                    <a:pt x="34138" y="6599"/>
                  </a:lnTo>
                  <a:lnTo>
                    <a:pt x="35604" y="700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g625"/>
            <p:cNvSpPr/>
            <p:nvPr/>
          </p:nvSpPr>
          <p:spPr>
            <a:xfrm>
              <a:off x="2937503" y="2997110"/>
              <a:ext cx="53297" cy="50241"/>
            </a:xfrm>
            <a:custGeom>
              <a:avLst/>
              <a:pathLst>
                <a:path w="53297" h="50241">
                  <a:moveTo>
                    <a:pt x="2498" y="27529"/>
                  </a:moveTo>
                  <a:lnTo>
                    <a:pt x="6074" y="15174"/>
                  </a:lnTo>
                  <a:lnTo>
                    <a:pt x="10465" y="0"/>
                  </a:lnTo>
                  <a:lnTo>
                    <a:pt x="29312" y="5389"/>
                  </a:lnTo>
                  <a:lnTo>
                    <a:pt x="53297" y="12248"/>
                  </a:lnTo>
                  <a:lnTo>
                    <a:pt x="52562" y="15358"/>
                  </a:lnTo>
                  <a:lnTo>
                    <a:pt x="50371" y="24626"/>
                  </a:lnTo>
                  <a:lnTo>
                    <a:pt x="48566" y="32258"/>
                  </a:lnTo>
                  <a:lnTo>
                    <a:pt x="46632" y="40442"/>
                  </a:lnTo>
                  <a:lnTo>
                    <a:pt x="44315" y="50241"/>
                  </a:lnTo>
                  <a:lnTo>
                    <a:pt x="28787" y="45309"/>
                  </a:lnTo>
                  <a:lnTo>
                    <a:pt x="0" y="361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g626"/>
            <p:cNvSpPr/>
            <p:nvPr/>
          </p:nvSpPr>
          <p:spPr>
            <a:xfrm>
              <a:off x="2990399" y="3011905"/>
              <a:ext cx="30741" cy="38333"/>
            </a:xfrm>
            <a:custGeom>
              <a:avLst/>
              <a:pathLst>
                <a:path w="30741" h="38333">
                  <a:moveTo>
                    <a:pt x="2701" y="16439"/>
                  </a:moveTo>
                  <a:lnTo>
                    <a:pt x="5861" y="0"/>
                  </a:lnTo>
                  <a:lnTo>
                    <a:pt x="20221" y="4069"/>
                  </a:lnTo>
                  <a:lnTo>
                    <a:pt x="30741" y="7050"/>
                  </a:lnTo>
                  <a:lnTo>
                    <a:pt x="29571" y="13240"/>
                  </a:lnTo>
                  <a:lnTo>
                    <a:pt x="28538" y="18703"/>
                  </a:lnTo>
                  <a:lnTo>
                    <a:pt x="27441" y="24510"/>
                  </a:lnTo>
                  <a:lnTo>
                    <a:pt x="26792" y="27938"/>
                  </a:lnTo>
                  <a:lnTo>
                    <a:pt x="25836" y="32996"/>
                  </a:lnTo>
                  <a:lnTo>
                    <a:pt x="24827" y="38333"/>
                  </a:lnTo>
                  <a:lnTo>
                    <a:pt x="12834" y="34544"/>
                  </a:lnTo>
                  <a:lnTo>
                    <a:pt x="0" y="304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g627"/>
            <p:cNvSpPr/>
            <p:nvPr/>
          </p:nvSpPr>
          <p:spPr>
            <a:xfrm>
              <a:off x="2901366" y="3088998"/>
              <a:ext cx="109611" cy="76631"/>
            </a:xfrm>
            <a:custGeom>
              <a:avLst/>
              <a:pathLst>
                <a:path w="109611" h="76631">
                  <a:moveTo>
                    <a:pt x="3155" y="38478"/>
                  </a:moveTo>
                  <a:lnTo>
                    <a:pt x="8062" y="22558"/>
                  </a:lnTo>
                  <a:lnTo>
                    <a:pt x="15016" y="0"/>
                  </a:lnTo>
                  <a:lnTo>
                    <a:pt x="26259" y="3409"/>
                  </a:lnTo>
                  <a:lnTo>
                    <a:pt x="40129" y="7615"/>
                  </a:lnTo>
                  <a:lnTo>
                    <a:pt x="49263" y="10386"/>
                  </a:lnTo>
                  <a:lnTo>
                    <a:pt x="60618" y="13829"/>
                  </a:lnTo>
                  <a:lnTo>
                    <a:pt x="73812" y="17831"/>
                  </a:lnTo>
                  <a:lnTo>
                    <a:pt x="89439" y="22570"/>
                  </a:lnTo>
                  <a:lnTo>
                    <a:pt x="109611" y="28687"/>
                  </a:lnTo>
                  <a:lnTo>
                    <a:pt x="107584" y="34799"/>
                  </a:lnTo>
                  <a:lnTo>
                    <a:pt x="104407" y="44379"/>
                  </a:lnTo>
                  <a:lnTo>
                    <a:pt x="102146" y="51196"/>
                  </a:lnTo>
                  <a:lnTo>
                    <a:pt x="100647" y="55717"/>
                  </a:lnTo>
                  <a:lnTo>
                    <a:pt x="98885" y="61032"/>
                  </a:lnTo>
                  <a:lnTo>
                    <a:pt x="96922" y="66951"/>
                  </a:lnTo>
                  <a:lnTo>
                    <a:pt x="93712" y="76631"/>
                  </a:lnTo>
                  <a:lnTo>
                    <a:pt x="87639" y="74919"/>
                  </a:lnTo>
                  <a:lnTo>
                    <a:pt x="82542" y="73483"/>
                  </a:lnTo>
                  <a:lnTo>
                    <a:pt x="76919" y="71899"/>
                  </a:lnTo>
                  <a:lnTo>
                    <a:pt x="70478" y="70084"/>
                  </a:lnTo>
                  <a:lnTo>
                    <a:pt x="64320" y="68348"/>
                  </a:lnTo>
                  <a:lnTo>
                    <a:pt x="58956" y="66836"/>
                  </a:lnTo>
                  <a:lnTo>
                    <a:pt x="54192" y="65494"/>
                  </a:lnTo>
                  <a:lnTo>
                    <a:pt x="49955" y="64182"/>
                  </a:lnTo>
                  <a:lnTo>
                    <a:pt x="42594" y="61903"/>
                  </a:lnTo>
                  <a:lnTo>
                    <a:pt x="33782" y="59175"/>
                  </a:lnTo>
                  <a:lnTo>
                    <a:pt x="26739" y="56994"/>
                  </a:lnTo>
                  <a:lnTo>
                    <a:pt x="21497" y="55371"/>
                  </a:lnTo>
                  <a:lnTo>
                    <a:pt x="15968" y="53659"/>
                  </a:lnTo>
                  <a:lnTo>
                    <a:pt x="10099" y="51842"/>
                  </a:lnTo>
                  <a:lnTo>
                    <a:pt x="0" y="487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g628"/>
            <p:cNvSpPr/>
            <p:nvPr/>
          </p:nvSpPr>
          <p:spPr>
            <a:xfrm>
              <a:off x="3002124" y="3116307"/>
              <a:ext cx="82815" cy="59591"/>
            </a:xfrm>
            <a:custGeom>
              <a:avLst/>
              <a:pathLst>
                <a:path w="82815" h="59591">
                  <a:moveTo>
                    <a:pt x="2705" y="40744"/>
                  </a:moveTo>
                  <a:lnTo>
                    <a:pt x="8238" y="20545"/>
                  </a:lnTo>
                  <a:lnTo>
                    <a:pt x="13866" y="0"/>
                  </a:lnTo>
                  <a:lnTo>
                    <a:pt x="24055" y="1569"/>
                  </a:lnTo>
                  <a:lnTo>
                    <a:pt x="35679" y="3359"/>
                  </a:lnTo>
                  <a:lnTo>
                    <a:pt x="45451" y="4864"/>
                  </a:lnTo>
                  <a:lnTo>
                    <a:pt x="55213" y="6368"/>
                  </a:lnTo>
                  <a:lnTo>
                    <a:pt x="64434" y="7788"/>
                  </a:lnTo>
                  <a:lnTo>
                    <a:pt x="71993" y="8953"/>
                  </a:lnTo>
                  <a:lnTo>
                    <a:pt x="82815" y="10620"/>
                  </a:lnTo>
                  <a:lnTo>
                    <a:pt x="81008" y="16887"/>
                  </a:lnTo>
                  <a:lnTo>
                    <a:pt x="79555" y="21923"/>
                  </a:lnTo>
                  <a:lnTo>
                    <a:pt x="78135" y="26848"/>
                  </a:lnTo>
                  <a:lnTo>
                    <a:pt x="75481" y="36047"/>
                  </a:lnTo>
                  <a:lnTo>
                    <a:pt x="73857" y="41680"/>
                  </a:lnTo>
                  <a:lnTo>
                    <a:pt x="72516" y="46330"/>
                  </a:lnTo>
                  <a:lnTo>
                    <a:pt x="71157" y="51040"/>
                  </a:lnTo>
                  <a:lnTo>
                    <a:pt x="69910" y="55365"/>
                  </a:lnTo>
                  <a:lnTo>
                    <a:pt x="68691" y="59591"/>
                  </a:lnTo>
                  <a:lnTo>
                    <a:pt x="62746" y="58815"/>
                  </a:lnTo>
                  <a:lnTo>
                    <a:pt x="58122" y="58211"/>
                  </a:lnTo>
                  <a:lnTo>
                    <a:pt x="53225" y="57571"/>
                  </a:lnTo>
                  <a:lnTo>
                    <a:pt x="47661" y="56845"/>
                  </a:lnTo>
                  <a:lnTo>
                    <a:pt x="43564" y="56309"/>
                  </a:lnTo>
                  <a:lnTo>
                    <a:pt x="38288" y="55621"/>
                  </a:lnTo>
                  <a:lnTo>
                    <a:pt x="32290" y="54837"/>
                  </a:lnTo>
                  <a:lnTo>
                    <a:pt x="22856" y="53605"/>
                  </a:lnTo>
                  <a:lnTo>
                    <a:pt x="9721" y="51889"/>
                  </a:lnTo>
                  <a:lnTo>
                    <a:pt x="0" y="5061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g629"/>
            <p:cNvSpPr/>
            <p:nvPr/>
          </p:nvSpPr>
          <p:spPr>
            <a:xfrm>
              <a:off x="2844215" y="2959404"/>
              <a:ext cx="68683" cy="66293"/>
            </a:xfrm>
            <a:custGeom>
              <a:avLst/>
              <a:pathLst>
                <a:path w="68683" h="66293">
                  <a:moveTo>
                    <a:pt x="22066" y="61761"/>
                  </a:moveTo>
                  <a:lnTo>
                    <a:pt x="20171" y="61270"/>
                  </a:lnTo>
                  <a:lnTo>
                    <a:pt x="0" y="46994"/>
                  </a:lnTo>
                  <a:lnTo>
                    <a:pt x="3370" y="41367"/>
                  </a:lnTo>
                  <a:lnTo>
                    <a:pt x="8230" y="33252"/>
                  </a:lnTo>
                  <a:lnTo>
                    <a:pt x="12797" y="25627"/>
                  </a:lnTo>
                  <a:lnTo>
                    <a:pt x="16861" y="18841"/>
                  </a:lnTo>
                  <a:lnTo>
                    <a:pt x="21995" y="10268"/>
                  </a:lnTo>
                  <a:lnTo>
                    <a:pt x="28145" y="0"/>
                  </a:lnTo>
                  <a:lnTo>
                    <a:pt x="38010" y="7174"/>
                  </a:lnTo>
                  <a:lnTo>
                    <a:pt x="46896" y="9720"/>
                  </a:lnTo>
                  <a:lnTo>
                    <a:pt x="59703" y="13389"/>
                  </a:lnTo>
                  <a:lnTo>
                    <a:pt x="68683" y="14746"/>
                  </a:lnTo>
                  <a:lnTo>
                    <a:pt x="65445" y="22395"/>
                  </a:lnTo>
                  <a:lnTo>
                    <a:pt x="62585" y="29152"/>
                  </a:lnTo>
                  <a:lnTo>
                    <a:pt x="58539" y="38712"/>
                  </a:lnTo>
                  <a:lnTo>
                    <a:pt x="55037" y="46985"/>
                  </a:lnTo>
                  <a:lnTo>
                    <a:pt x="51876" y="54452"/>
                  </a:lnTo>
                  <a:lnTo>
                    <a:pt x="47608" y="64536"/>
                  </a:lnTo>
                  <a:lnTo>
                    <a:pt x="39569" y="66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g630"/>
            <p:cNvSpPr/>
            <p:nvPr/>
          </p:nvSpPr>
          <p:spPr>
            <a:xfrm>
              <a:off x="3206521" y="3156980"/>
              <a:ext cx="74645" cy="62688"/>
            </a:xfrm>
            <a:custGeom>
              <a:avLst/>
              <a:pathLst>
                <a:path w="74645" h="62688">
                  <a:moveTo>
                    <a:pt x="357" y="36098"/>
                  </a:moveTo>
                  <a:lnTo>
                    <a:pt x="830" y="34853"/>
                  </a:lnTo>
                  <a:lnTo>
                    <a:pt x="1478" y="33693"/>
                  </a:lnTo>
                  <a:lnTo>
                    <a:pt x="17490" y="19631"/>
                  </a:lnTo>
                  <a:lnTo>
                    <a:pt x="21187" y="16846"/>
                  </a:lnTo>
                  <a:lnTo>
                    <a:pt x="28478" y="12707"/>
                  </a:lnTo>
                  <a:lnTo>
                    <a:pt x="33744" y="9719"/>
                  </a:lnTo>
                  <a:lnTo>
                    <a:pt x="45013" y="5358"/>
                  </a:lnTo>
                  <a:lnTo>
                    <a:pt x="58295" y="0"/>
                  </a:lnTo>
                  <a:lnTo>
                    <a:pt x="63819" y="14436"/>
                  </a:lnTo>
                  <a:lnTo>
                    <a:pt x="74645" y="42730"/>
                  </a:lnTo>
                  <a:lnTo>
                    <a:pt x="61766" y="48090"/>
                  </a:lnTo>
                  <a:lnTo>
                    <a:pt x="60167" y="48955"/>
                  </a:lnTo>
                  <a:lnTo>
                    <a:pt x="46658" y="56261"/>
                  </a:lnTo>
                  <a:lnTo>
                    <a:pt x="32236" y="61807"/>
                  </a:lnTo>
                  <a:lnTo>
                    <a:pt x="29947" y="62688"/>
                  </a:lnTo>
                  <a:lnTo>
                    <a:pt x="15367" y="53474"/>
                  </a:lnTo>
                  <a:lnTo>
                    <a:pt x="2918" y="45608"/>
                  </a:lnTo>
                  <a:lnTo>
                    <a:pt x="1936" y="44488"/>
                  </a:lnTo>
                  <a:lnTo>
                    <a:pt x="1136" y="43225"/>
                  </a:lnTo>
                  <a:lnTo>
                    <a:pt x="538" y="41851"/>
                  </a:lnTo>
                  <a:lnTo>
                    <a:pt x="156" y="40399"/>
                  </a:lnTo>
                  <a:lnTo>
                    <a:pt x="0" y="38903"/>
                  </a:lnTo>
                  <a:lnTo>
                    <a:pt x="72" y="3740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g631"/>
            <p:cNvSpPr/>
            <p:nvPr/>
          </p:nvSpPr>
          <p:spPr>
            <a:xfrm>
              <a:off x="3014096" y="2987476"/>
              <a:ext cx="93220" cy="137743"/>
            </a:xfrm>
            <a:custGeom>
              <a:avLst/>
              <a:pathLst>
                <a:path w="93220" h="137743">
                  <a:moveTo>
                    <a:pt x="34767" y="0"/>
                  </a:moveTo>
                  <a:lnTo>
                    <a:pt x="59020" y="7532"/>
                  </a:lnTo>
                  <a:lnTo>
                    <a:pt x="69099" y="10662"/>
                  </a:lnTo>
                  <a:lnTo>
                    <a:pt x="93220" y="14964"/>
                  </a:lnTo>
                  <a:lnTo>
                    <a:pt x="92803" y="21369"/>
                  </a:lnTo>
                  <a:lnTo>
                    <a:pt x="92422" y="27218"/>
                  </a:lnTo>
                  <a:lnTo>
                    <a:pt x="91935" y="34678"/>
                  </a:lnTo>
                  <a:lnTo>
                    <a:pt x="91530" y="40886"/>
                  </a:lnTo>
                  <a:lnTo>
                    <a:pt x="91071" y="47936"/>
                  </a:lnTo>
                  <a:lnTo>
                    <a:pt x="90979" y="49341"/>
                  </a:lnTo>
                  <a:lnTo>
                    <a:pt x="91536" y="55468"/>
                  </a:lnTo>
                  <a:lnTo>
                    <a:pt x="92151" y="62220"/>
                  </a:lnTo>
                  <a:lnTo>
                    <a:pt x="92289" y="63741"/>
                  </a:lnTo>
                  <a:lnTo>
                    <a:pt x="92072" y="69960"/>
                  </a:lnTo>
                  <a:lnTo>
                    <a:pt x="91855" y="76161"/>
                  </a:lnTo>
                  <a:lnTo>
                    <a:pt x="91717" y="80129"/>
                  </a:lnTo>
                  <a:lnTo>
                    <a:pt x="90726" y="83016"/>
                  </a:lnTo>
                  <a:lnTo>
                    <a:pt x="88485" y="89544"/>
                  </a:lnTo>
                  <a:lnTo>
                    <a:pt x="86220" y="96142"/>
                  </a:lnTo>
                  <a:lnTo>
                    <a:pt x="84396" y="101456"/>
                  </a:lnTo>
                  <a:lnTo>
                    <a:pt x="82316" y="107514"/>
                  </a:lnTo>
                  <a:lnTo>
                    <a:pt x="81478" y="109957"/>
                  </a:lnTo>
                  <a:lnTo>
                    <a:pt x="80425" y="114309"/>
                  </a:lnTo>
                  <a:lnTo>
                    <a:pt x="78492" y="122297"/>
                  </a:lnTo>
                  <a:lnTo>
                    <a:pt x="76775" y="129391"/>
                  </a:lnTo>
                  <a:lnTo>
                    <a:pt x="74754" y="137743"/>
                  </a:lnTo>
                  <a:lnTo>
                    <a:pt x="65042" y="135155"/>
                  </a:lnTo>
                  <a:lnTo>
                    <a:pt x="51254" y="131700"/>
                  </a:lnTo>
                  <a:lnTo>
                    <a:pt x="50986" y="131809"/>
                  </a:lnTo>
                  <a:lnTo>
                    <a:pt x="50781" y="131892"/>
                  </a:lnTo>
                  <a:lnTo>
                    <a:pt x="0" y="126032"/>
                  </a:lnTo>
                  <a:lnTo>
                    <a:pt x="14743" y="85845"/>
                  </a:lnTo>
                  <a:lnTo>
                    <a:pt x="18402" y="67869"/>
                  </a:lnTo>
                  <a:lnTo>
                    <a:pt x="26151" y="29810"/>
                  </a:lnTo>
                  <a:lnTo>
                    <a:pt x="30305" y="1216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g632"/>
            <p:cNvSpPr/>
            <p:nvPr/>
          </p:nvSpPr>
          <p:spPr>
            <a:xfrm>
              <a:off x="3475793" y="2830037"/>
              <a:ext cx="79365" cy="93301"/>
            </a:xfrm>
            <a:custGeom>
              <a:avLst/>
              <a:pathLst>
                <a:path w="79365" h="93301">
                  <a:moveTo>
                    <a:pt x="46999" y="0"/>
                  </a:moveTo>
                  <a:lnTo>
                    <a:pt x="79365" y="73983"/>
                  </a:lnTo>
                  <a:lnTo>
                    <a:pt x="43500" y="91287"/>
                  </a:lnTo>
                  <a:lnTo>
                    <a:pt x="30362" y="93301"/>
                  </a:lnTo>
                  <a:lnTo>
                    <a:pt x="0" y="2234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g633"/>
            <p:cNvSpPr/>
            <p:nvPr/>
          </p:nvSpPr>
          <p:spPr>
            <a:xfrm>
              <a:off x="3593262" y="2779819"/>
              <a:ext cx="73510" cy="96470"/>
            </a:xfrm>
            <a:custGeom>
              <a:avLst/>
              <a:pathLst>
                <a:path w="73510" h="96470">
                  <a:moveTo>
                    <a:pt x="10063" y="44943"/>
                  </a:moveTo>
                  <a:lnTo>
                    <a:pt x="7800" y="36010"/>
                  </a:lnTo>
                  <a:lnTo>
                    <a:pt x="4869" y="24446"/>
                  </a:lnTo>
                  <a:lnTo>
                    <a:pt x="0" y="5232"/>
                  </a:lnTo>
                  <a:lnTo>
                    <a:pt x="24571" y="0"/>
                  </a:lnTo>
                  <a:lnTo>
                    <a:pt x="26015" y="26"/>
                  </a:lnTo>
                  <a:lnTo>
                    <a:pt x="47095" y="418"/>
                  </a:lnTo>
                  <a:lnTo>
                    <a:pt x="48732" y="6653"/>
                  </a:lnTo>
                  <a:lnTo>
                    <a:pt x="49631" y="10075"/>
                  </a:lnTo>
                  <a:lnTo>
                    <a:pt x="52163" y="19722"/>
                  </a:lnTo>
                  <a:lnTo>
                    <a:pt x="54348" y="28047"/>
                  </a:lnTo>
                  <a:lnTo>
                    <a:pt x="56911" y="37807"/>
                  </a:lnTo>
                  <a:lnTo>
                    <a:pt x="57867" y="41450"/>
                  </a:lnTo>
                  <a:lnTo>
                    <a:pt x="60753" y="49327"/>
                  </a:lnTo>
                  <a:lnTo>
                    <a:pt x="65172" y="61386"/>
                  </a:lnTo>
                  <a:lnTo>
                    <a:pt x="69549" y="73334"/>
                  </a:lnTo>
                  <a:lnTo>
                    <a:pt x="73510" y="84144"/>
                  </a:lnTo>
                  <a:lnTo>
                    <a:pt x="67030" y="85782"/>
                  </a:lnTo>
                  <a:lnTo>
                    <a:pt x="59859" y="87595"/>
                  </a:lnTo>
                  <a:lnTo>
                    <a:pt x="50791" y="89887"/>
                  </a:lnTo>
                  <a:lnTo>
                    <a:pt x="44158" y="91563"/>
                  </a:lnTo>
                  <a:lnTo>
                    <a:pt x="37024" y="93367"/>
                  </a:lnTo>
                  <a:lnTo>
                    <a:pt x="24746" y="96470"/>
                  </a:lnTo>
                  <a:lnTo>
                    <a:pt x="22047" y="87147"/>
                  </a:lnTo>
                  <a:lnTo>
                    <a:pt x="19905" y="79745"/>
                  </a:lnTo>
                  <a:lnTo>
                    <a:pt x="15945" y="66061"/>
                  </a:lnTo>
                  <a:lnTo>
                    <a:pt x="12740" y="54987"/>
                  </a:lnTo>
                  <a:lnTo>
                    <a:pt x="11691" y="5136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g634"/>
            <p:cNvSpPr/>
            <p:nvPr/>
          </p:nvSpPr>
          <p:spPr>
            <a:xfrm>
              <a:off x="3646105" y="2767938"/>
              <a:ext cx="137437" cy="98701"/>
            </a:xfrm>
            <a:custGeom>
              <a:avLst/>
              <a:pathLst>
                <a:path w="137437" h="98701">
                  <a:moveTo>
                    <a:pt x="96549" y="30778"/>
                  </a:moveTo>
                  <a:lnTo>
                    <a:pt x="105546" y="34215"/>
                  </a:lnTo>
                  <a:lnTo>
                    <a:pt x="116002" y="38209"/>
                  </a:lnTo>
                  <a:lnTo>
                    <a:pt x="136264" y="46752"/>
                  </a:lnTo>
                  <a:lnTo>
                    <a:pt x="137437" y="49095"/>
                  </a:lnTo>
                  <a:lnTo>
                    <a:pt x="124701" y="54439"/>
                  </a:lnTo>
                  <a:lnTo>
                    <a:pt x="113512" y="59134"/>
                  </a:lnTo>
                  <a:lnTo>
                    <a:pt x="107012" y="61862"/>
                  </a:lnTo>
                  <a:lnTo>
                    <a:pt x="101254" y="64503"/>
                  </a:lnTo>
                  <a:lnTo>
                    <a:pt x="89697" y="69805"/>
                  </a:lnTo>
                  <a:lnTo>
                    <a:pt x="87819" y="70687"/>
                  </a:lnTo>
                  <a:lnTo>
                    <a:pt x="70494" y="78831"/>
                  </a:lnTo>
                  <a:lnTo>
                    <a:pt x="47713" y="89538"/>
                  </a:lnTo>
                  <a:lnTo>
                    <a:pt x="28219" y="98701"/>
                  </a:lnTo>
                  <a:lnTo>
                    <a:pt x="25583" y="93093"/>
                  </a:lnTo>
                  <a:lnTo>
                    <a:pt x="14649" y="69824"/>
                  </a:lnTo>
                  <a:lnTo>
                    <a:pt x="12130" y="59913"/>
                  </a:lnTo>
                  <a:lnTo>
                    <a:pt x="3156" y="24596"/>
                  </a:lnTo>
                  <a:lnTo>
                    <a:pt x="2264" y="19679"/>
                  </a:lnTo>
                  <a:lnTo>
                    <a:pt x="0" y="7200"/>
                  </a:lnTo>
                  <a:lnTo>
                    <a:pt x="5878" y="5715"/>
                  </a:lnTo>
                  <a:lnTo>
                    <a:pt x="13855" y="3700"/>
                  </a:lnTo>
                  <a:lnTo>
                    <a:pt x="23233" y="1331"/>
                  </a:lnTo>
                  <a:lnTo>
                    <a:pt x="28503" y="0"/>
                  </a:lnTo>
                  <a:lnTo>
                    <a:pt x="71631" y="11537"/>
                  </a:lnTo>
                  <a:lnTo>
                    <a:pt x="79191" y="1356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g635"/>
            <p:cNvSpPr/>
            <p:nvPr/>
          </p:nvSpPr>
          <p:spPr>
            <a:xfrm>
              <a:off x="3763640" y="2701628"/>
              <a:ext cx="71995" cy="109764"/>
            </a:xfrm>
            <a:custGeom>
              <a:avLst/>
              <a:pathLst>
                <a:path w="71995" h="109764">
                  <a:moveTo>
                    <a:pt x="65663" y="89370"/>
                  </a:moveTo>
                  <a:lnTo>
                    <a:pt x="51596" y="95957"/>
                  </a:lnTo>
                  <a:lnTo>
                    <a:pt x="37267" y="102668"/>
                  </a:lnTo>
                  <a:lnTo>
                    <a:pt x="22114" y="109764"/>
                  </a:lnTo>
                  <a:lnTo>
                    <a:pt x="16542" y="94711"/>
                  </a:lnTo>
                  <a:lnTo>
                    <a:pt x="10732" y="79019"/>
                  </a:lnTo>
                  <a:lnTo>
                    <a:pt x="7287" y="69712"/>
                  </a:lnTo>
                  <a:lnTo>
                    <a:pt x="5988" y="64048"/>
                  </a:lnTo>
                  <a:lnTo>
                    <a:pt x="1502" y="44479"/>
                  </a:lnTo>
                  <a:lnTo>
                    <a:pt x="0" y="37927"/>
                  </a:lnTo>
                  <a:lnTo>
                    <a:pt x="8925" y="18727"/>
                  </a:lnTo>
                  <a:lnTo>
                    <a:pt x="16463" y="2511"/>
                  </a:lnTo>
                  <a:lnTo>
                    <a:pt x="26023" y="1572"/>
                  </a:lnTo>
                  <a:lnTo>
                    <a:pt x="42017" y="0"/>
                  </a:lnTo>
                  <a:lnTo>
                    <a:pt x="43981" y="9477"/>
                  </a:lnTo>
                  <a:lnTo>
                    <a:pt x="46126" y="19833"/>
                  </a:lnTo>
                  <a:lnTo>
                    <a:pt x="47575" y="26825"/>
                  </a:lnTo>
                  <a:lnTo>
                    <a:pt x="49897" y="38037"/>
                  </a:lnTo>
                  <a:lnTo>
                    <a:pt x="50863" y="42700"/>
                  </a:lnTo>
                  <a:lnTo>
                    <a:pt x="54304" y="49816"/>
                  </a:lnTo>
                  <a:lnTo>
                    <a:pt x="59782" y="61146"/>
                  </a:lnTo>
                  <a:lnTo>
                    <a:pt x="66723" y="75501"/>
                  </a:lnTo>
                  <a:lnTo>
                    <a:pt x="71995" y="8640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g636"/>
            <p:cNvSpPr/>
            <p:nvPr/>
          </p:nvSpPr>
          <p:spPr>
            <a:xfrm>
              <a:off x="3552074" y="3299726"/>
              <a:ext cx="47612" cy="41631"/>
            </a:xfrm>
            <a:custGeom>
              <a:avLst/>
              <a:pathLst>
                <a:path w="47612" h="41631">
                  <a:moveTo>
                    <a:pt x="4928" y="2532"/>
                  </a:moveTo>
                  <a:lnTo>
                    <a:pt x="10726" y="1007"/>
                  </a:lnTo>
                  <a:lnTo>
                    <a:pt x="14557" y="0"/>
                  </a:lnTo>
                  <a:lnTo>
                    <a:pt x="29407" y="12770"/>
                  </a:lnTo>
                  <a:lnTo>
                    <a:pt x="47612" y="28426"/>
                  </a:lnTo>
                  <a:lnTo>
                    <a:pt x="45932" y="31143"/>
                  </a:lnTo>
                  <a:lnTo>
                    <a:pt x="41383" y="32560"/>
                  </a:lnTo>
                  <a:lnTo>
                    <a:pt x="35830" y="34289"/>
                  </a:lnTo>
                  <a:lnTo>
                    <a:pt x="31304" y="35699"/>
                  </a:lnTo>
                  <a:lnTo>
                    <a:pt x="23646" y="38084"/>
                  </a:lnTo>
                  <a:lnTo>
                    <a:pt x="12259" y="41631"/>
                  </a:lnTo>
                  <a:lnTo>
                    <a:pt x="7447" y="26795"/>
                  </a:lnTo>
                  <a:lnTo>
                    <a:pt x="0" y="38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g637"/>
            <p:cNvSpPr/>
            <p:nvPr/>
          </p:nvSpPr>
          <p:spPr>
            <a:xfrm>
              <a:off x="3577818" y="3260769"/>
              <a:ext cx="84124" cy="67381"/>
            </a:xfrm>
            <a:custGeom>
              <a:avLst/>
              <a:pathLst>
                <a:path w="84124" h="67381">
                  <a:moveTo>
                    <a:pt x="25138" y="12113"/>
                  </a:moveTo>
                  <a:lnTo>
                    <a:pt x="34555" y="0"/>
                  </a:lnTo>
                  <a:lnTo>
                    <a:pt x="50274" y="15832"/>
                  </a:lnTo>
                  <a:lnTo>
                    <a:pt x="52243" y="17640"/>
                  </a:lnTo>
                  <a:lnTo>
                    <a:pt x="57277" y="22264"/>
                  </a:lnTo>
                  <a:lnTo>
                    <a:pt x="64280" y="28693"/>
                  </a:lnTo>
                  <a:lnTo>
                    <a:pt x="71285" y="35122"/>
                  </a:lnTo>
                  <a:lnTo>
                    <a:pt x="84124" y="46912"/>
                  </a:lnTo>
                  <a:lnTo>
                    <a:pt x="71406" y="51835"/>
                  </a:lnTo>
                  <a:lnTo>
                    <a:pt x="63872" y="54752"/>
                  </a:lnTo>
                  <a:lnTo>
                    <a:pt x="59941" y="56274"/>
                  </a:lnTo>
                  <a:lnTo>
                    <a:pt x="53329" y="58833"/>
                  </a:lnTo>
                  <a:lnTo>
                    <a:pt x="39008" y="64376"/>
                  </a:lnTo>
                  <a:lnTo>
                    <a:pt x="35756" y="65635"/>
                  </a:lnTo>
                  <a:lnTo>
                    <a:pt x="30556" y="67381"/>
                  </a:lnTo>
                  <a:lnTo>
                    <a:pt x="16593" y="55066"/>
                  </a:lnTo>
                  <a:lnTo>
                    <a:pt x="0" y="40431"/>
                  </a:lnTo>
                  <a:lnTo>
                    <a:pt x="5416" y="35683"/>
                  </a:lnTo>
                  <a:lnTo>
                    <a:pt x="9372" y="32217"/>
                  </a:lnTo>
                  <a:lnTo>
                    <a:pt x="13075" y="28971"/>
                  </a:lnTo>
                  <a:lnTo>
                    <a:pt x="17374" y="25203"/>
                  </a:lnTo>
                  <a:lnTo>
                    <a:pt x="23715" y="19646"/>
                  </a:lnTo>
                  <a:lnTo>
                    <a:pt x="23711" y="19030"/>
                  </a:lnTo>
                  <a:lnTo>
                    <a:pt x="23676" y="139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g638"/>
            <p:cNvSpPr/>
            <p:nvPr/>
          </p:nvSpPr>
          <p:spPr>
            <a:xfrm>
              <a:off x="3609780" y="3208369"/>
              <a:ext cx="105488" cy="95885"/>
            </a:xfrm>
            <a:custGeom>
              <a:avLst/>
              <a:pathLst>
                <a:path w="105488" h="95885">
                  <a:moveTo>
                    <a:pt x="0" y="39563"/>
                  </a:moveTo>
                  <a:lnTo>
                    <a:pt x="2066" y="36658"/>
                  </a:lnTo>
                  <a:lnTo>
                    <a:pt x="2935" y="35583"/>
                  </a:lnTo>
                  <a:lnTo>
                    <a:pt x="6945" y="30625"/>
                  </a:lnTo>
                  <a:lnTo>
                    <a:pt x="11018" y="25591"/>
                  </a:lnTo>
                  <a:lnTo>
                    <a:pt x="14740" y="20989"/>
                  </a:lnTo>
                  <a:lnTo>
                    <a:pt x="18613" y="16201"/>
                  </a:lnTo>
                  <a:lnTo>
                    <a:pt x="22806" y="11017"/>
                  </a:lnTo>
                  <a:lnTo>
                    <a:pt x="26344" y="6644"/>
                  </a:lnTo>
                  <a:lnTo>
                    <a:pt x="30127" y="0"/>
                  </a:lnTo>
                  <a:lnTo>
                    <a:pt x="44511" y="14028"/>
                  </a:lnTo>
                  <a:lnTo>
                    <a:pt x="71304" y="40159"/>
                  </a:lnTo>
                  <a:lnTo>
                    <a:pt x="105488" y="73498"/>
                  </a:lnTo>
                  <a:lnTo>
                    <a:pt x="100489" y="75863"/>
                  </a:lnTo>
                  <a:lnTo>
                    <a:pt x="95179" y="78376"/>
                  </a:lnTo>
                  <a:lnTo>
                    <a:pt x="90491" y="80594"/>
                  </a:lnTo>
                  <a:lnTo>
                    <a:pt x="83810" y="83756"/>
                  </a:lnTo>
                  <a:lnTo>
                    <a:pt x="77799" y="86600"/>
                  </a:lnTo>
                  <a:lnTo>
                    <a:pt x="71523" y="89570"/>
                  </a:lnTo>
                  <a:lnTo>
                    <a:pt x="65182" y="92570"/>
                  </a:lnTo>
                  <a:lnTo>
                    <a:pt x="58176" y="95885"/>
                  </a:lnTo>
                  <a:lnTo>
                    <a:pt x="32782" y="71617"/>
                  </a:lnTo>
                  <a:lnTo>
                    <a:pt x="2807" y="429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g639"/>
            <p:cNvSpPr/>
            <p:nvPr/>
          </p:nvSpPr>
          <p:spPr>
            <a:xfrm>
              <a:off x="3501936" y="3353476"/>
              <a:ext cx="107788" cy="101329"/>
            </a:xfrm>
            <a:custGeom>
              <a:avLst/>
              <a:pathLst>
                <a:path w="107788" h="101329">
                  <a:moveTo>
                    <a:pt x="13332" y="8110"/>
                  </a:moveTo>
                  <a:lnTo>
                    <a:pt x="30091" y="4199"/>
                  </a:lnTo>
                  <a:lnTo>
                    <a:pt x="48083" y="0"/>
                  </a:lnTo>
                  <a:lnTo>
                    <a:pt x="56214" y="8779"/>
                  </a:lnTo>
                  <a:lnTo>
                    <a:pt x="61344" y="14319"/>
                  </a:lnTo>
                  <a:lnTo>
                    <a:pt x="66296" y="19667"/>
                  </a:lnTo>
                  <a:lnTo>
                    <a:pt x="72264" y="26111"/>
                  </a:lnTo>
                  <a:lnTo>
                    <a:pt x="77204" y="31446"/>
                  </a:lnTo>
                  <a:lnTo>
                    <a:pt x="81739" y="36343"/>
                  </a:lnTo>
                  <a:lnTo>
                    <a:pt x="87302" y="42350"/>
                  </a:lnTo>
                  <a:lnTo>
                    <a:pt x="92986" y="48489"/>
                  </a:lnTo>
                  <a:lnTo>
                    <a:pt x="99587" y="55616"/>
                  </a:lnTo>
                  <a:lnTo>
                    <a:pt x="103730" y="60090"/>
                  </a:lnTo>
                  <a:lnTo>
                    <a:pt x="104802" y="61248"/>
                  </a:lnTo>
                  <a:lnTo>
                    <a:pt x="107788" y="64472"/>
                  </a:lnTo>
                  <a:lnTo>
                    <a:pt x="96866" y="74746"/>
                  </a:lnTo>
                  <a:lnTo>
                    <a:pt x="73876" y="96376"/>
                  </a:lnTo>
                  <a:lnTo>
                    <a:pt x="67258" y="101329"/>
                  </a:lnTo>
                  <a:lnTo>
                    <a:pt x="57722" y="90251"/>
                  </a:lnTo>
                  <a:lnTo>
                    <a:pt x="50372" y="81712"/>
                  </a:lnTo>
                  <a:lnTo>
                    <a:pt x="38878" y="68360"/>
                  </a:lnTo>
                  <a:lnTo>
                    <a:pt x="31284" y="59537"/>
                  </a:lnTo>
                  <a:lnTo>
                    <a:pt x="26603" y="52309"/>
                  </a:lnTo>
                  <a:lnTo>
                    <a:pt x="16648" y="36935"/>
                  </a:lnTo>
                  <a:lnTo>
                    <a:pt x="0" y="112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g640"/>
            <p:cNvSpPr/>
            <p:nvPr/>
          </p:nvSpPr>
          <p:spPr>
            <a:xfrm>
              <a:off x="3558728" y="3337537"/>
              <a:ext cx="122233" cy="103673"/>
            </a:xfrm>
            <a:custGeom>
              <a:avLst/>
              <a:pathLst>
                <a:path w="122233" h="103673">
                  <a:moveTo>
                    <a:pt x="4803" y="14698"/>
                  </a:moveTo>
                  <a:lnTo>
                    <a:pt x="10615" y="12827"/>
                  </a:lnTo>
                  <a:lnTo>
                    <a:pt x="19425" y="9990"/>
                  </a:lnTo>
                  <a:lnTo>
                    <a:pt x="31152" y="6213"/>
                  </a:lnTo>
                  <a:lnTo>
                    <a:pt x="41490" y="2884"/>
                  </a:lnTo>
                  <a:lnTo>
                    <a:pt x="50448" y="0"/>
                  </a:lnTo>
                  <a:lnTo>
                    <a:pt x="52275" y="1794"/>
                  </a:lnTo>
                  <a:lnTo>
                    <a:pt x="57105" y="6537"/>
                  </a:lnTo>
                  <a:lnTo>
                    <a:pt x="59060" y="8457"/>
                  </a:lnTo>
                  <a:lnTo>
                    <a:pt x="62134" y="11475"/>
                  </a:lnTo>
                  <a:lnTo>
                    <a:pt x="65845" y="15120"/>
                  </a:lnTo>
                  <a:lnTo>
                    <a:pt x="68295" y="17526"/>
                  </a:lnTo>
                  <a:lnTo>
                    <a:pt x="72471" y="21627"/>
                  </a:lnTo>
                  <a:lnTo>
                    <a:pt x="72630" y="21784"/>
                  </a:lnTo>
                  <a:lnTo>
                    <a:pt x="79415" y="28445"/>
                  </a:lnTo>
                  <a:lnTo>
                    <a:pt x="86200" y="35108"/>
                  </a:lnTo>
                  <a:lnTo>
                    <a:pt x="87001" y="35895"/>
                  </a:lnTo>
                  <a:lnTo>
                    <a:pt x="92985" y="41772"/>
                  </a:lnTo>
                  <a:lnTo>
                    <a:pt x="93890" y="42661"/>
                  </a:lnTo>
                  <a:lnTo>
                    <a:pt x="99770" y="48435"/>
                  </a:lnTo>
                  <a:lnTo>
                    <a:pt x="102041" y="50666"/>
                  </a:lnTo>
                  <a:lnTo>
                    <a:pt x="106555" y="55098"/>
                  </a:lnTo>
                  <a:lnTo>
                    <a:pt x="107678" y="56202"/>
                  </a:lnTo>
                  <a:lnTo>
                    <a:pt x="113339" y="61762"/>
                  </a:lnTo>
                  <a:lnTo>
                    <a:pt x="114296" y="62581"/>
                  </a:lnTo>
                  <a:lnTo>
                    <a:pt x="117070" y="64957"/>
                  </a:lnTo>
                  <a:lnTo>
                    <a:pt x="122233" y="69380"/>
                  </a:lnTo>
                  <a:lnTo>
                    <a:pt x="107422" y="83968"/>
                  </a:lnTo>
                  <a:lnTo>
                    <a:pt x="87417" y="103673"/>
                  </a:lnTo>
                  <a:lnTo>
                    <a:pt x="80651" y="97053"/>
                  </a:lnTo>
                  <a:lnTo>
                    <a:pt x="75641" y="92151"/>
                  </a:lnTo>
                  <a:lnTo>
                    <a:pt x="70715" y="87331"/>
                  </a:lnTo>
                  <a:lnTo>
                    <a:pt x="65770" y="82493"/>
                  </a:lnTo>
                  <a:lnTo>
                    <a:pt x="60048" y="76894"/>
                  </a:lnTo>
                  <a:lnTo>
                    <a:pt x="54898" y="71856"/>
                  </a:lnTo>
                  <a:lnTo>
                    <a:pt x="50316" y="67373"/>
                  </a:lnTo>
                  <a:lnTo>
                    <a:pt x="43823" y="61020"/>
                  </a:lnTo>
                  <a:lnTo>
                    <a:pt x="37032" y="54376"/>
                  </a:lnTo>
                  <a:lnTo>
                    <a:pt x="30856" y="48333"/>
                  </a:lnTo>
                  <a:lnTo>
                    <a:pt x="24354" y="41971"/>
                  </a:lnTo>
                  <a:lnTo>
                    <a:pt x="16206" y="33999"/>
                  </a:lnTo>
                  <a:lnTo>
                    <a:pt x="9138" y="27083"/>
                  </a:lnTo>
                  <a:lnTo>
                    <a:pt x="0" y="165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g641"/>
            <p:cNvSpPr/>
            <p:nvPr/>
          </p:nvSpPr>
          <p:spPr>
            <a:xfrm>
              <a:off x="3619463" y="3316099"/>
              <a:ext cx="99933" cy="85647"/>
            </a:xfrm>
            <a:custGeom>
              <a:avLst/>
              <a:pathLst>
                <a:path w="99933" h="85647">
                  <a:moveTo>
                    <a:pt x="33602" y="6236"/>
                  </a:moveTo>
                  <a:lnTo>
                    <a:pt x="50043" y="0"/>
                  </a:lnTo>
                  <a:lnTo>
                    <a:pt x="54030" y="5198"/>
                  </a:lnTo>
                  <a:lnTo>
                    <a:pt x="57484" y="8572"/>
                  </a:lnTo>
                  <a:lnTo>
                    <a:pt x="60832" y="11843"/>
                  </a:lnTo>
                  <a:lnTo>
                    <a:pt x="64206" y="15137"/>
                  </a:lnTo>
                  <a:lnTo>
                    <a:pt x="67635" y="18486"/>
                  </a:lnTo>
                  <a:lnTo>
                    <a:pt x="68996" y="19816"/>
                  </a:lnTo>
                  <a:lnTo>
                    <a:pt x="73699" y="24410"/>
                  </a:lnTo>
                  <a:lnTo>
                    <a:pt x="74438" y="25132"/>
                  </a:lnTo>
                  <a:lnTo>
                    <a:pt x="79583" y="30158"/>
                  </a:lnTo>
                  <a:lnTo>
                    <a:pt x="81240" y="31777"/>
                  </a:lnTo>
                  <a:lnTo>
                    <a:pt x="84703" y="35160"/>
                  </a:lnTo>
                  <a:lnTo>
                    <a:pt x="88043" y="38422"/>
                  </a:lnTo>
                  <a:lnTo>
                    <a:pt x="90150" y="40481"/>
                  </a:lnTo>
                  <a:lnTo>
                    <a:pt x="94317" y="44552"/>
                  </a:lnTo>
                  <a:lnTo>
                    <a:pt x="94845" y="45068"/>
                  </a:lnTo>
                  <a:lnTo>
                    <a:pt x="97443" y="47667"/>
                  </a:lnTo>
                  <a:lnTo>
                    <a:pt x="99933" y="50158"/>
                  </a:lnTo>
                  <a:lnTo>
                    <a:pt x="87916" y="61737"/>
                  </a:lnTo>
                  <a:lnTo>
                    <a:pt x="85294" y="64263"/>
                  </a:lnTo>
                  <a:lnTo>
                    <a:pt x="65030" y="83482"/>
                  </a:lnTo>
                  <a:lnTo>
                    <a:pt x="62747" y="85647"/>
                  </a:lnTo>
                  <a:lnTo>
                    <a:pt x="57518" y="80331"/>
                  </a:lnTo>
                  <a:lnTo>
                    <a:pt x="53170" y="75912"/>
                  </a:lnTo>
                  <a:lnTo>
                    <a:pt x="49017" y="71690"/>
                  </a:lnTo>
                  <a:lnTo>
                    <a:pt x="45197" y="67808"/>
                  </a:lnTo>
                  <a:lnTo>
                    <a:pt x="41933" y="64490"/>
                  </a:lnTo>
                  <a:lnTo>
                    <a:pt x="36818" y="59290"/>
                  </a:lnTo>
                  <a:lnTo>
                    <a:pt x="30599" y="52968"/>
                  </a:lnTo>
                  <a:lnTo>
                    <a:pt x="20433" y="42634"/>
                  </a:lnTo>
                  <a:lnTo>
                    <a:pt x="13779" y="35871"/>
                  </a:lnTo>
                  <a:lnTo>
                    <a:pt x="3463" y="25384"/>
                  </a:lnTo>
                  <a:lnTo>
                    <a:pt x="0" y="189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g642"/>
            <p:cNvSpPr/>
            <p:nvPr/>
          </p:nvSpPr>
          <p:spPr>
            <a:xfrm>
              <a:off x="3677845" y="3291065"/>
              <a:ext cx="87058" cy="71815"/>
            </a:xfrm>
            <a:custGeom>
              <a:avLst/>
              <a:pathLst>
                <a:path w="87058" h="71815">
                  <a:moveTo>
                    <a:pt x="7639" y="17205"/>
                  </a:moveTo>
                  <a:lnTo>
                    <a:pt x="27782" y="9045"/>
                  </a:lnTo>
                  <a:lnTo>
                    <a:pt x="39363" y="4355"/>
                  </a:lnTo>
                  <a:lnTo>
                    <a:pt x="50113" y="0"/>
                  </a:lnTo>
                  <a:lnTo>
                    <a:pt x="57552" y="8146"/>
                  </a:lnTo>
                  <a:lnTo>
                    <a:pt x="62512" y="13578"/>
                  </a:lnTo>
                  <a:lnTo>
                    <a:pt x="68534" y="20173"/>
                  </a:lnTo>
                  <a:lnTo>
                    <a:pt x="73061" y="25131"/>
                  </a:lnTo>
                  <a:lnTo>
                    <a:pt x="78879" y="31503"/>
                  </a:lnTo>
                  <a:lnTo>
                    <a:pt x="87058" y="40461"/>
                  </a:lnTo>
                  <a:lnTo>
                    <a:pt x="73750" y="51725"/>
                  </a:lnTo>
                  <a:lnTo>
                    <a:pt x="50016" y="71815"/>
                  </a:lnTo>
                  <a:lnTo>
                    <a:pt x="46701" y="68401"/>
                  </a:lnTo>
                  <a:lnTo>
                    <a:pt x="41865" y="63419"/>
                  </a:lnTo>
                  <a:lnTo>
                    <a:pt x="36258" y="57645"/>
                  </a:lnTo>
                  <a:lnTo>
                    <a:pt x="30037" y="51238"/>
                  </a:lnTo>
                  <a:lnTo>
                    <a:pt x="22282" y="43250"/>
                  </a:lnTo>
                  <a:lnTo>
                    <a:pt x="16574" y="37371"/>
                  </a:lnTo>
                  <a:lnTo>
                    <a:pt x="9227" y="29804"/>
                  </a:lnTo>
                  <a:lnTo>
                    <a:pt x="0" y="203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g643"/>
            <p:cNvSpPr/>
            <p:nvPr/>
          </p:nvSpPr>
          <p:spPr>
            <a:xfrm>
              <a:off x="3573372" y="3421650"/>
              <a:ext cx="123435" cy="88814"/>
            </a:xfrm>
            <a:custGeom>
              <a:avLst/>
              <a:pathLst>
                <a:path w="123435" h="88814">
                  <a:moveTo>
                    <a:pt x="90858" y="46746"/>
                  </a:moveTo>
                  <a:lnTo>
                    <a:pt x="98243" y="53313"/>
                  </a:lnTo>
                  <a:lnTo>
                    <a:pt x="107862" y="61868"/>
                  </a:lnTo>
                  <a:lnTo>
                    <a:pt x="115112" y="68315"/>
                  </a:lnTo>
                  <a:lnTo>
                    <a:pt x="123435" y="75717"/>
                  </a:lnTo>
                  <a:lnTo>
                    <a:pt x="114955" y="83195"/>
                  </a:lnTo>
                  <a:lnTo>
                    <a:pt x="93093" y="83667"/>
                  </a:lnTo>
                  <a:lnTo>
                    <a:pt x="73715" y="75353"/>
                  </a:lnTo>
                  <a:lnTo>
                    <a:pt x="68863" y="79130"/>
                  </a:lnTo>
                  <a:lnTo>
                    <a:pt x="56424" y="88814"/>
                  </a:lnTo>
                  <a:lnTo>
                    <a:pt x="51199" y="84228"/>
                  </a:lnTo>
                  <a:lnTo>
                    <a:pt x="44242" y="78121"/>
                  </a:lnTo>
                  <a:lnTo>
                    <a:pt x="36265" y="71118"/>
                  </a:lnTo>
                  <a:lnTo>
                    <a:pt x="30611" y="66155"/>
                  </a:lnTo>
                  <a:lnTo>
                    <a:pt x="25154" y="61365"/>
                  </a:lnTo>
                  <a:lnTo>
                    <a:pt x="20614" y="57379"/>
                  </a:lnTo>
                  <a:lnTo>
                    <a:pt x="18634" y="55640"/>
                  </a:lnTo>
                  <a:lnTo>
                    <a:pt x="16124" y="53255"/>
                  </a:lnTo>
                  <a:lnTo>
                    <a:pt x="11750" y="49097"/>
                  </a:lnTo>
                  <a:lnTo>
                    <a:pt x="9633" y="47085"/>
                  </a:lnTo>
                  <a:lnTo>
                    <a:pt x="6066" y="43694"/>
                  </a:lnTo>
                  <a:lnTo>
                    <a:pt x="0" y="37927"/>
                  </a:lnTo>
                  <a:lnTo>
                    <a:pt x="9356" y="29481"/>
                  </a:lnTo>
                  <a:lnTo>
                    <a:pt x="28240" y="12435"/>
                  </a:lnTo>
                  <a:lnTo>
                    <a:pt x="42017" y="0"/>
                  </a:lnTo>
                  <a:lnTo>
                    <a:pt x="51628" y="9317"/>
                  </a:lnTo>
                  <a:lnTo>
                    <a:pt x="58860" y="16328"/>
                  </a:lnTo>
                  <a:lnTo>
                    <a:pt x="68215" y="25396"/>
                  </a:lnTo>
                  <a:lnTo>
                    <a:pt x="76334" y="33267"/>
                  </a:lnTo>
                  <a:lnTo>
                    <a:pt x="82220" y="38973"/>
                  </a:lnTo>
                  <a:lnTo>
                    <a:pt x="83365" y="400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g644"/>
            <p:cNvSpPr/>
            <p:nvPr/>
          </p:nvSpPr>
          <p:spPr>
            <a:xfrm>
              <a:off x="3652004" y="3412507"/>
              <a:ext cx="103087" cy="86482"/>
            </a:xfrm>
            <a:custGeom>
              <a:avLst/>
              <a:pathLst>
                <a:path w="103087" h="86482">
                  <a:moveTo>
                    <a:pt x="29276" y="63653"/>
                  </a:moveTo>
                  <a:lnTo>
                    <a:pt x="27155" y="61570"/>
                  </a:lnTo>
                  <a:lnTo>
                    <a:pt x="22855" y="57353"/>
                  </a:lnTo>
                  <a:lnTo>
                    <a:pt x="20365" y="54911"/>
                  </a:lnTo>
                  <a:lnTo>
                    <a:pt x="14485" y="49142"/>
                  </a:lnTo>
                  <a:lnTo>
                    <a:pt x="13578" y="48253"/>
                  </a:lnTo>
                  <a:lnTo>
                    <a:pt x="6789" y="41594"/>
                  </a:lnTo>
                  <a:lnTo>
                    <a:pt x="0" y="34933"/>
                  </a:lnTo>
                  <a:lnTo>
                    <a:pt x="10553" y="23215"/>
                  </a:lnTo>
                  <a:lnTo>
                    <a:pt x="31463" y="0"/>
                  </a:lnTo>
                  <a:lnTo>
                    <a:pt x="42673" y="10428"/>
                  </a:lnTo>
                  <a:lnTo>
                    <a:pt x="49462" y="17087"/>
                  </a:lnTo>
                  <a:lnTo>
                    <a:pt x="49901" y="17518"/>
                  </a:lnTo>
                  <a:lnTo>
                    <a:pt x="56249" y="23748"/>
                  </a:lnTo>
                  <a:lnTo>
                    <a:pt x="63036" y="30407"/>
                  </a:lnTo>
                  <a:lnTo>
                    <a:pt x="64744" y="32082"/>
                  </a:lnTo>
                  <a:lnTo>
                    <a:pt x="76613" y="43727"/>
                  </a:lnTo>
                  <a:lnTo>
                    <a:pt x="78001" y="44908"/>
                  </a:lnTo>
                  <a:lnTo>
                    <a:pt x="91121" y="56067"/>
                  </a:lnTo>
                  <a:lnTo>
                    <a:pt x="103087" y="66244"/>
                  </a:lnTo>
                  <a:lnTo>
                    <a:pt x="97089" y="74057"/>
                  </a:lnTo>
                  <a:lnTo>
                    <a:pt x="87551" y="86482"/>
                  </a:lnTo>
                  <a:lnTo>
                    <a:pt x="72128" y="81346"/>
                  </a:lnTo>
                  <a:lnTo>
                    <a:pt x="55334" y="75754"/>
                  </a:lnTo>
                  <a:lnTo>
                    <a:pt x="46117" y="72685"/>
                  </a:lnTo>
                  <a:lnTo>
                    <a:pt x="36163" y="69370"/>
                  </a:lnTo>
                  <a:lnTo>
                    <a:pt x="34377" y="68776"/>
                  </a:lnTo>
                  <a:lnTo>
                    <a:pt x="33942" y="6823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g645"/>
            <p:cNvSpPr/>
            <p:nvPr/>
          </p:nvSpPr>
          <p:spPr>
            <a:xfrm>
              <a:off x="3689124" y="3370643"/>
              <a:ext cx="87770" cy="86632"/>
            </a:xfrm>
            <a:custGeom>
              <a:avLst/>
              <a:pathLst>
                <a:path w="87770" h="86632">
                  <a:moveTo>
                    <a:pt x="1449" y="35415"/>
                  </a:moveTo>
                  <a:lnTo>
                    <a:pt x="8206" y="28136"/>
                  </a:lnTo>
                  <a:lnTo>
                    <a:pt x="31944" y="2566"/>
                  </a:lnTo>
                  <a:lnTo>
                    <a:pt x="34327" y="0"/>
                  </a:lnTo>
                  <a:lnTo>
                    <a:pt x="41137" y="6614"/>
                  </a:lnTo>
                  <a:lnTo>
                    <a:pt x="47870" y="13154"/>
                  </a:lnTo>
                  <a:lnTo>
                    <a:pt x="59367" y="24322"/>
                  </a:lnTo>
                  <a:lnTo>
                    <a:pt x="72161" y="36748"/>
                  </a:lnTo>
                  <a:lnTo>
                    <a:pt x="87770" y="51909"/>
                  </a:lnTo>
                  <a:lnTo>
                    <a:pt x="85418" y="54400"/>
                  </a:lnTo>
                  <a:lnTo>
                    <a:pt x="82641" y="57342"/>
                  </a:lnTo>
                  <a:lnTo>
                    <a:pt x="77211" y="62885"/>
                  </a:lnTo>
                  <a:lnTo>
                    <a:pt x="53949" y="86632"/>
                  </a:lnTo>
                  <a:lnTo>
                    <a:pt x="47487" y="83655"/>
                  </a:lnTo>
                  <a:lnTo>
                    <a:pt x="42602" y="78857"/>
                  </a:lnTo>
                  <a:lnTo>
                    <a:pt x="40702" y="76992"/>
                  </a:lnTo>
                  <a:lnTo>
                    <a:pt x="33920" y="70326"/>
                  </a:lnTo>
                  <a:lnTo>
                    <a:pt x="33666" y="70077"/>
                  </a:lnTo>
                  <a:lnTo>
                    <a:pt x="27135" y="63663"/>
                  </a:lnTo>
                  <a:lnTo>
                    <a:pt x="26631" y="63168"/>
                  </a:lnTo>
                  <a:lnTo>
                    <a:pt x="21196" y="57828"/>
                  </a:lnTo>
                  <a:lnTo>
                    <a:pt x="20352" y="56999"/>
                  </a:lnTo>
                  <a:lnTo>
                    <a:pt x="13524" y="50291"/>
                  </a:lnTo>
                  <a:lnTo>
                    <a:pt x="6784" y="43670"/>
                  </a:lnTo>
                  <a:lnTo>
                    <a:pt x="6506" y="43397"/>
                  </a:lnTo>
                  <a:lnTo>
                    <a:pt x="0" y="370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g646"/>
            <p:cNvSpPr/>
            <p:nvPr/>
          </p:nvSpPr>
          <p:spPr>
            <a:xfrm>
              <a:off x="3732358" y="3338801"/>
              <a:ext cx="86678" cy="86472"/>
            </a:xfrm>
            <a:custGeom>
              <a:avLst/>
              <a:pathLst>
                <a:path w="86678" h="86472">
                  <a:moveTo>
                    <a:pt x="42646" y="6674"/>
                  </a:moveTo>
                  <a:lnTo>
                    <a:pt x="43502" y="7517"/>
                  </a:lnTo>
                  <a:lnTo>
                    <a:pt x="48985" y="12919"/>
                  </a:lnTo>
                  <a:lnTo>
                    <a:pt x="49420" y="13349"/>
                  </a:lnTo>
                  <a:lnTo>
                    <a:pt x="55716" y="19552"/>
                  </a:lnTo>
                  <a:lnTo>
                    <a:pt x="56194" y="20023"/>
                  </a:lnTo>
                  <a:lnTo>
                    <a:pt x="62597" y="26332"/>
                  </a:lnTo>
                  <a:lnTo>
                    <a:pt x="62968" y="26698"/>
                  </a:lnTo>
                  <a:lnTo>
                    <a:pt x="68279" y="31929"/>
                  </a:lnTo>
                  <a:lnTo>
                    <a:pt x="69744" y="33373"/>
                  </a:lnTo>
                  <a:lnTo>
                    <a:pt x="73502" y="37076"/>
                  </a:lnTo>
                  <a:lnTo>
                    <a:pt x="80113" y="43591"/>
                  </a:lnTo>
                  <a:lnTo>
                    <a:pt x="86678" y="50059"/>
                  </a:lnTo>
                  <a:lnTo>
                    <a:pt x="81452" y="56733"/>
                  </a:lnTo>
                  <a:lnTo>
                    <a:pt x="76945" y="62487"/>
                  </a:lnTo>
                  <a:lnTo>
                    <a:pt x="70240" y="71049"/>
                  </a:lnTo>
                  <a:lnTo>
                    <a:pt x="58162" y="86472"/>
                  </a:lnTo>
                  <a:lnTo>
                    <a:pt x="52326" y="81150"/>
                  </a:lnTo>
                  <a:lnTo>
                    <a:pt x="46425" y="75769"/>
                  </a:lnTo>
                  <a:lnTo>
                    <a:pt x="40264" y="70151"/>
                  </a:lnTo>
                  <a:lnTo>
                    <a:pt x="33988" y="64428"/>
                  </a:lnTo>
                  <a:lnTo>
                    <a:pt x="29866" y="60395"/>
                  </a:lnTo>
                  <a:lnTo>
                    <a:pt x="27190" y="57778"/>
                  </a:lnTo>
                  <a:lnTo>
                    <a:pt x="20394" y="51128"/>
                  </a:lnTo>
                  <a:lnTo>
                    <a:pt x="16845" y="47656"/>
                  </a:lnTo>
                  <a:lnTo>
                    <a:pt x="13596" y="44478"/>
                  </a:lnTo>
                  <a:lnTo>
                    <a:pt x="6798" y="37828"/>
                  </a:lnTo>
                  <a:lnTo>
                    <a:pt x="0" y="31179"/>
                  </a:lnTo>
                  <a:lnTo>
                    <a:pt x="11879" y="20855"/>
                  </a:lnTo>
                  <a:lnTo>
                    <a:pt x="17937" y="15590"/>
                  </a:lnTo>
                  <a:lnTo>
                    <a:pt x="3587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g647"/>
            <p:cNvSpPr/>
            <p:nvPr/>
          </p:nvSpPr>
          <p:spPr>
            <a:xfrm>
              <a:off x="3858656" y="3060167"/>
              <a:ext cx="91773" cy="93030"/>
            </a:xfrm>
            <a:custGeom>
              <a:avLst/>
              <a:pathLst>
                <a:path w="91773" h="93030">
                  <a:moveTo>
                    <a:pt x="9735" y="43430"/>
                  </a:moveTo>
                  <a:lnTo>
                    <a:pt x="14989" y="38628"/>
                  </a:lnTo>
                  <a:lnTo>
                    <a:pt x="21762" y="32437"/>
                  </a:lnTo>
                  <a:lnTo>
                    <a:pt x="27950" y="26781"/>
                  </a:lnTo>
                  <a:lnTo>
                    <a:pt x="34320" y="20959"/>
                  </a:lnTo>
                  <a:lnTo>
                    <a:pt x="40250" y="15539"/>
                  </a:lnTo>
                  <a:lnTo>
                    <a:pt x="45940" y="10338"/>
                  </a:lnTo>
                  <a:lnTo>
                    <a:pt x="52157" y="4656"/>
                  </a:lnTo>
                  <a:lnTo>
                    <a:pt x="57252" y="0"/>
                  </a:lnTo>
                  <a:lnTo>
                    <a:pt x="70761" y="12711"/>
                  </a:lnTo>
                  <a:lnTo>
                    <a:pt x="75271" y="16954"/>
                  </a:lnTo>
                  <a:lnTo>
                    <a:pt x="91773" y="49502"/>
                  </a:lnTo>
                  <a:lnTo>
                    <a:pt x="85456" y="53946"/>
                  </a:lnTo>
                  <a:lnTo>
                    <a:pt x="79367" y="58230"/>
                  </a:lnTo>
                  <a:lnTo>
                    <a:pt x="74176" y="61883"/>
                  </a:lnTo>
                  <a:lnTo>
                    <a:pt x="65225" y="68181"/>
                  </a:lnTo>
                  <a:lnTo>
                    <a:pt x="54551" y="75690"/>
                  </a:lnTo>
                  <a:lnTo>
                    <a:pt x="46732" y="81192"/>
                  </a:lnTo>
                  <a:lnTo>
                    <a:pt x="40694" y="85441"/>
                  </a:lnTo>
                  <a:lnTo>
                    <a:pt x="29907" y="93030"/>
                  </a:lnTo>
                  <a:lnTo>
                    <a:pt x="19033" y="78143"/>
                  </a:lnTo>
                  <a:lnTo>
                    <a:pt x="15870" y="73812"/>
                  </a:lnTo>
                  <a:lnTo>
                    <a:pt x="0" y="5232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g648"/>
            <p:cNvSpPr/>
            <p:nvPr/>
          </p:nvSpPr>
          <p:spPr>
            <a:xfrm>
              <a:off x="3894076" y="3117375"/>
              <a:ext cx="92611" cy="85878"/>
            </a:xfrm>
            <a:custGeom>
              <a:avLst/>
              <a:pathLst>
                <a:path w="92611" h="85878">
                  <a:moveTo>
                    <a:pt x="5336" y="37195"/>
                  </a:moveTo>
                  <a:lnTo>
                    <a:pt x="12903" y="32144"/>
                  </a:lnTo>
                  <a:lnTo>
                    <a:pt x="19036" y="28049"/>
                  </a:lnTo>
                  <a:lnTo>
                    <a:pt x="25535" y="23711"/>
                  </a:lnTo>
                  <a:lnTo>
                    <a:pt x="32763" y="18886"/>
                  </a:lnTo>
                  <a:lnTo>
                    <a:pt x="41089" y="13327"/>
                  </a:lnTo>
                  <a:lnTo>
                    <a:pt x="48277" y="8529"/>
                  </a:lnTo>
                  <a:lnTo>
                    <a:pt x="61054" y="0"/>
                  </a:lnTo>
                  <a:lnTo>
                    <a:pt x="67179" y="8461"/>
                  </a:lnTo>
                  <a:lnTo>
                    <a:pt x="92611" y="43601"/>
                  </a:lnTo>
                  <a:lnTo>
                    <a:pt x="86815" y="47186"/>
                  </a:lnTo>
                  <a:lnTo>
                    <a:pt x="79248" y="51865"/>
                  </a:lnTo>
                  <a:lnTo>
                    <a:pt x="68046" y="58792"/>
                  </a:lnTo>
                  <a:lnTo>
                    <a:pt x="60883" y="63222"/>
                  </a:lnTo>
                  <a:lnTo>
                    <a:pt x="54029" y="67460"/>
                  </a:lnTo>
                  <a:lnTo>
                    <a:pt x="47109" y="71739"/>
                  </a:lnTo>
                  <a:lnTo>
                    <a:pt x="39606" y="76379"/>
                  </a:lnTo>
                  <a:lnTo>
                    <a:pt x="32711" y="80643"/>
                  </a:lnTo>
                  <a:lnTo>
                    <a:pt x="24244" y="85878"/>
                  </a:lnTo>
                  <a:lnTo>
                    <a:pt x="14274" y="67323"/>
                  </a:lnTo>
                  <a:lnTo>
                    <a:pt x="0" y="4075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g649"/>
            <p:cNvSpPr/>
            <p:nvPr/>
          </p:nvSpPr>
          <p:spPr>
            <a:xfrm>
              <a:off x="3921171" y="3166760"/>
              <a:ext cx="80157" cy="60715"/>
            </a:xfrm>
            <a:custGeom>
              <a:avLst/>
              <a:pathLst>
                <a:path w="80157" h="60715">
                  <a:moveTo>
                    <a:pt x="6482" y="35309"/>
                  </a:moveTo>
                  <a:lnTo>
                    <a:pt x="10957" y="32661"/>
                  </a:lnTo>
                  <a:lnTo>
                    <a:pt x="14913" y="30319"/>
                  </a:lnTo>
                  <a:lnTo>
                    <a:pt x="23800" y="25060"/>
                  </a:lnTo>
                  <a:lnTo>
                    <a:pt x="34198" y="18906"/>
                  </a:lnTo>
                  <a:lnTo>
                    <a:pt x="43636" y="13320"/>
                  </a:lnTo>
                  <a:lnTo>
                    <a:pt x="54068" y="7146"/>
                  </a:lnTo>
                  <a:lnTo>
                    <a:pt x="61032" y="3024"/>
                  </a:lnTo>
                  <a:lnTo>
                    <a:pt x="66142" y="0"/>
                  </a:lnTo>
                  <a:lnTo>
                    <a:pt x="71067" y="7391"/>
                  </a:lnTo>
                  <a:lnTo>
                    <a:pt x="80157" y="21036"/>
                  </a:lnTo>
                  <a:lnTo>
                    <a:pt x="58536" y="33921"/>
                  </a:lnTo>
                  <a:lnTo>
                    <a:pt x="13579" y="60715"/>
                  </a:lnTo>
                  <a:lnTo>
                    <a:pt x="6563" y="49572"/>
                  </a:lnTo>
                  <a:lnTo>
                    <a:pt x="0" y="391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g650"/>
            <p:cNvSpPr/>
            <p:nvPr/>
          </p:nvSpPr>
          <p:spPr>
            <a:xfrm>
              <a:off x="4525694" y="3423471"/>
              <a:ext cx="89654" cy="112862"/>
            </a:xfrm>
            <a:custGeom>
              <a:avLst/>
              <a:pathLst>
                <a:path w="89654" h="112862">
                  <a:moveTo>
                    <a:pt x="0" y="67853"/>
                  </a:moveTo>
                  <a:lnTo>
                    <a:pt x="5229" y="56537"/>
                  </a:lnTo>
                  <a:lnTo>
                    <a:pt x="10395" y="45356"/>
                  </a:lnTo>
                  <a:lnTo>
                    <a:pt x="14806" y="35810"/>
                  </a:lnTo>
                  <a:lnTo>
                    <a:pt x="18120" y="28637"/>
                  </a:lnTo>
                  <a:lnTo>
                    <a:pt x="22320" y="19547"/>
                  </a:lnTo>
                  <a:lnTo>
                    <a:pt x="24844" y="14086"/>
                  </a:lnTo>
                  <a:lnTo>
                    <a:pt x="27972" y="7317"/>
                  </a:lnTo>
                  <a:lnTo>
                    <a:pt x="31353" y="0"/>
                  </a:lnTo>
                  <a:lnTo>
                    <a:pt x="41844" y="6084"/>
                  </a:lnTo>
                  <a:lnTo>
                    <a:pt x="47501" y="9197"/>
                  </a:lnTo>
                  <a:lnTo>
                    <a:pt x="61822" y="17080"/>
                  </a:lnTo>
                  <a:lnTo>
                    <a:pt x="64842" y="21482"/>
                  </a:lnTo>
                  <a:lnTo>
                    <a:pt x="73474" y="34062"/>
                  </a:lnTo>
                  <a:lnTo>
                    <a:pt x="89654" y="57643"/>
                  </a:lnTo>
                  <a:lnTo>
                    <a:pt x="83789" y="65651"/>
                  </a:lnTo>
                  <a:lnTo>
                    <a:pt x="73970" y="79056"/>
                  </a:lnTo>
                  <a:lnTo>
                    <a:pt x="70185" y="84223"/>
                  </a:lnTo>
                  <a:lnTo>
                    <a:pt x="50709" y="109862"/>
                  </a:lnTo>
                  <a:lnTo>
                    <a:pt x="48430" y="112862"/>
                  </a:lnTo>
                  <a:lnTo>
                    <a:pt x="40539" y="107485"/>
                  </a:lnTo>
                  <a:lnTo>
                    <a:pt x="39137" y="106530"/>
                  </a:lnTo>
                  <a:lnTo>
                    <a:pt x="17402" y="91721"/>
                  </a:lnTo>
                  <a:lnTo>
                    <a:pt x="14241" y="89567"/>
                  </a:lnTo>
                  <a:lnTo>
                    <a:pt x="13109" y="7676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g651"/>
            <p:cNvSpPr/>
            <p:nvPr/>
          </p:nvSpPr>
          <p:spPr>
            <a:xfrm>
              <a:off x="4221692" y="3490841"/>
              <a:ext cx="84607" cy="43542"/>
            </a:xfrm>
            <a:custGeom>
              <a:avLst/>
              <a:pathLst>
                <a:path w="84607" h="43542">
                  <a:moveTo>
                    <a:pt x="847" y="22523"/>
                  </a:moveTo>
                  <a:lnTo>
                    <a:pt x="2216" y="0"/>
                  </a:lnTo>
                  <a:lnTo>
                    <a:pt x="27443" y="5065"/>
                  </a:lnTo>
                  <a:lnTo>
                    <a:pt x="39078" y="9373"/>
                  </a:lnTo>
                  <a:lnTo>
                    <a:pt x="76687" y="23300"/>
                  </a:lnTo>
                  <a:lnTo>
                    <a:pt x="84607" y="30587"/>
                  </a:lnTo>
                  <a:lnTo>
                    <a:pt x="75073" y="35984"/>
                  </a:lnTo>
                  <a:lnTo>
                    <a:pt x="53927" y="43542"/>
                  </a:lnTo>
                  <a:lnTo>
                    <a:pt x="47568" y="43039"/>
                  </a:lnTo>
                  <a:lnTo>
                    <a:pt x="36379" y="42153"/>
                  </a:lnTo>
                  <a:lnTo>
                    <a:pt x="30106" y="41501"/>
                  </a:lnTo>
                  <a:lnTo>
                    <a:pt x="14657" y="39894"/>
                  </a:lnTo>
                  <a:lnTo>
                    <a:pt x="0" y="364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g652"/>
            <p:cNvSpPr/>
            <p:nvPr/>
          </p:nvSpPr>
          <p:spPr>
            <a:xfrm>
              <a:off x="3334545" y="3228505"/>
              <a:ext cx="88577" cy="58140"/>
            </a:xfrm>
            <a:custGeom>
              <a:avLst/>
              <a:pathLst>
                <a:path w="88577" h="58140">
                  <a:moveTo>
                    <a:pt x="55214" y="38901"/>
                  </a:moveTo>
                  <a:lnTo>
                    <a:pt x="11200" y="58140"/>
                  </a:lnTo>
                  <a:lnTo>
                    <a:pt x="5022" y="46626"/>
                  </a:lnTo>
                  <a:lnTo>
                    <a:pt x="0" y="37268"/>
                  </a:lnTo>
                  <a:lnTo>
                    <a:pt x="3434" y="35245"/>
                  </a:lnTo>
                  <a:lnTo>
                    <a:pt x="7515" y="32840"/>
                  </a:lnTo>
                  <a:lnTo>
                    <a:pt x="12303" y="30020"/>
                  </a:lnTo>
                  <a:lnTo>
                    <a:pt x="14614" y="28658"/>
                  </a:lnTo>
                  <a:lnTo>
                    <a:pt x="15394" y="28199"/>
                  </a:lnTo>
                  <a:lnTo>
                    <a:pt x="18462" y="26391"/>
                  </a:lnTo>
                  <a:lnTo>
                    <a:pt x="19159" y="25981"/>
                  </a:lnTo>
                  <a:lnTo>
                    <a:pt x="21984" y="24317"/>
                  </a:lnTo>
                  <a:lnTo>
                    <a:pt x="23306" y="23538"/>
                  </a:lnTo>
                  <a:lnTo>
                    <a:pt x="26228" y="22161"/>
                  </a:lnTo>
                  <a:lnTo>
                    <a:pt x="31028" y="19899"/>
                  </a:lnTo>
                  <a:lnTo>
                    <a:pt x="34683" y="18176"/>
                  </a:lnTo>
                  <a:lnTo>
                    <a:pt x="37839" y="16689"/>
                  </a:lnTo>
                  <a:lnTo>
                    <a:pt x="40198" y="15578"/>
                  </a:lnTo>
                  <a:lnTo>
                    <a:pt x="43905" y="13882"/>
                  </a:lnTo>
                  <a:lnTo>
                    <a:pt x="50178" y="11013"/>
                  </a:lnTo>
                  <a:lnTo>
                    <a:pt x="55765" y="8458"/>
                  </a:lnTo>
                  <a:lnTo>
                    <a:pt x="63681" y="4837"/>
                  </a:lnTo>
                  <a:lnTo>
                    <a:pt x="74256" y="0"/>
                  </a:lnTo>
                  <a:lnTo>
                    <a:pt x="79449" y="8817"/>
                  </a:lnTo>
                  <a:lnTo>
                    <a:pt x="88577" y="2431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g653"/>
            <p:cNvSpPr/>
            <p:nvPr/>
          </p:nvSpPr>
          <p:spPr>
            <a:xfrm>
              <a:off x="3808675" y="2701764"/>
              <a:ext cx="96239" cy="85483"/>
            </a:xfrm>
            <a:custGeom>
              <a:avLst/>
              <a:pathLst>
                <a:path w="96239" h="85483">
                  <a:moveTo>
                    <a:pt x="27377" y="80030"/>
                  </a:moveTo>
                  <a:lnTo>
                    <a:pt x="24571" y="74262"/>
                  </a:lnTo>
                  <a:lnTo>
                    <a:pt x="21409" y="67760"/>
                  </a:lnTo>
                  <a:lnTo>
                    <a:pt x="16319" y="57295"/>
                  </a:lnTo>
                  <a:lnTo>
                    <a:pt x="11623" y="47641"/>
                  </a:lnTo>
                  <a:lnTo>
                    <a:pt x="10238" y="44793"/>
                  </a:lnTo>
                  <a:lnTo>
                    <a:pt x="8013" y="35604"/>
                  </a:lnTo>
                  <a:lnTo>
                    <a:pt x="4835" y="22481"/>
                  </a:lnTo>
                  <a:lnTo>
                    <a:pt x="0" y="2511"/>
                  </a:lnTo>
                  <a:lnTo>
                    <a:pt x="2047" y="0"/>
                  </a:lnTo>
                  <a:lnTo>
                    <a:pt x="27847" y="7326"/>
                  </a:lnTo>
                  <a:lnTo>
                    <a:pt x="35249" y="8388"/>
                  </a:lnTo>
                  <a:lnTo>
                    <a:pt x="75282" y="14132"/>
                  </a:lnTo>
                  <a:lnTo>
                    <a:pt x="79249" y="28550"/>
                  </a:lnTo>
                  <a:lnTo>
                    <a:pt x="80401" y="32736"/>
                  </a:lnTo>
                  <a:lnTo>
                    <a:pt x="84135" y="38194"/>
                  </a:lnTo>
                  <a:lnTo>
                    <a:pt x="96239" y="55886"/>
                  </a:lnTo>
                  <a:lnTo>
                    <a:pt x="91057" y="58203"/>
                  </a:lnTo>
                  <a:lnTo>
                    <a:pt x="86072" y="60431"/>
                  </a:lnTo>
                  <a:lnTo>
                    <a:pt x="77779" y="64138"/>
                  </a:lnTo>
                  <a:lnTo>
                    <a:pt x="69494" y="67841"/>
                  </a:lnTo>
                  <a:lnTo>
                    <a:pt x="62473" y="70980"/>
                  </a:lnTo>
                  <a:lnTo>
                    <a:pt x="46849" y="77964"/>
                  </a:lnTo>
                  <a:lnTo>
                    <a:pt x="30029" y="8548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g654"/>
            <p:cNvSpPr/>
            <p:nvPr/>
          </p:nvSpPr>
          <p:spPr>
            <a:xfrm>
              <a:off x="3528227" y="2770581"/>
              <a:ext cx="87486" cy="129188"/>
            </a:xfrm>
            <a:custGeom>
              <a:avLst/>
              <a:pathLst>
                <a:path w="87486" h="129188">
                  <a:moveTo>
                    <a:pt x="36" y="41648"/>
                  </a:moveTo>
                  <a:lnTo>
                    <a:pt x="67" y="29296"/>
                  </a:lnTo>
                  <a:lnTo>
                    <a:pt x="103" y="15238"/>
                  </a:lnTo>
                  <a:lnTo>
                    <a:pt x="14007" y="7847"/>
                  </a:lnTo>
                  <a:lnTo>
                    <a:pt x="28770" y="0"/>
                  </a:lnTo>
                  <a:lnTo>
                    <a:pt x="32843" y="9683"/>
                  </a:lnTo>
                  <a:lnTo>
                    <a:pt x="36034" y="17270"/>
                  </a:lnTo>
                  <a:lnTo>
                    <a:pt x="40218" y="27220"/>
                  </a:lnTo>
                  <a:lnTo>
                    <a:pt x="43743" y="35602"/>
                  </a:lnTo>
                  <a:lnTo>
                    <a:pt x="46823" y="42924"/>
                  </a:lnTo>
                  <a:lnTo>
                    <a:pt x="49870" y="50171"/>
                  </a:lnTo>
                  <a:lnTo>
                    <a:pt x="53598" y="59034"/>
                  </a:lnTo>
                  <a:lnTo>
                    <a:pt x="56588" y="66144"/>
                  </a:lnTo>
                  <a:lnTo>
                    <a:pt x="65306" y="66694"/>
                  </a:lnTo>
                  <a:lnTo>
                    <a:pt x="75037" y="67308"/>
                  </a:lnTo>
                  <a:lnTo>
                    <a:pt x="81087" y="87488"/>
                  </a:lnTo>
                  <a:lnTo>
                    <a:pt x="87486" y="108837"/>
                  </a:lnTo>
                  <a:lnTo>
                    <a:pt x="82209" y="110677"/>
                  </a:lnTo>
                  <a:lnTo>
                    <a:pt x="72282" y="114137"/>
                  </a:lnTo>
                  <a:lnTo>
                    <a:pt x="60944" y="118090"/>
                  </a:lnTo>
                  <a:lnTo>
                    <a:pt x="56558" y="119663"/>
                  </a:lnTo>
                  <a:lnTo>
                    <a:pt x="42487" y="124709"/>
                  </a:lnTo>
                  <a:lnTo>
                    <a:pt x="29999" y="129188"/>
                  </a:lnTo>
                  <a:lnTo>
                    <a:pt x="26027" y="119277"/>
                  </a:lnTo>
                  <a:lnTo>
                    <a:pt x="21472" y="107910"/>
                  </a:lnTo>
                  <a:lnTo>
                    <a:pt x="16743" y="96110"/>
                  </a:lnTo>
                  <a:lnTo>
                    <a:pt x="10924" y="81590"/>
                  </a:lnTo>
                  <a:lnTo>
                    <a:pt x="9525" y="78282"/>
                  </a:lnTo>
                  <a:lnTo>
                    <a:pt x="1034" y="58212"/>
                  </a:lnTo>
                  <a:lnTo>
                    <a:pt x="0" y="557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g655"/>
            <p:cNvSpPr/>
            <p:nvPr/>
          </p:nvSpPr>
          <p:spPr>
            <a:xfrm>
              <a:off x="2576254" y="2954361"/>
              <a:ext cx="73429" cy="73441"/>
            </a:xfrm>
            <a:custGeom>
              <a:avLst/>
              <a:pathLst>
                <a:path w="73429" h="73441">
                  <a:moveTo>
                    <a:pt x="67908" y="33634"/>
                  </a:moveTo>
                  <a:lnTo>
                    <a:pt x="62170" y="42272"/>
                  </a:lnTo>
                  <a:lnTo>
                    <a:pt x="55717" y="51985"/>
                  </a:lnTo>
                  <a:lnTo>
                    <a:pt x="51383" y="58509"/>
                  </a:lnTo>
                  <a:lnTo>
                    <a:pt x="45192" y="67828"/>
                  </a:lnTo>
                  <a:lnTo>
                    <a:pt x="41464" y="73441"/>
                  </a:lnTo>
                  <a:lnTo>
                    <a:pt x="27528" y="63767"/>
                  </a:lnTo>
                  <a:lnTo>
                    <a:pt x="0" y="44658"/>
                  </a:lnTo>
                  <a:lnTo>
                    <a:pt x="4620" y="38534"/>
                  </a:lnTo>
                  <a:lnTo>
                    <a:pt x="13571" y="26670"/>
                  </a:lnTo>
                  <a:lnTo>
                    <a:pt x="24146" y="12654"/>
                  </a:lnTo>
                  <a:lnTo>
                    <a:pt x="33693" y="0"/>
                  </a:lnTo>
                  <a:lnTo>
                    <a:pt x="46556" y="8197"/>
                  </a:lnTo>
                  <a:lnTo>
                    <a:pt x="73429" y="253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g656"/>
            <p:cNvSpPr/>
            <p:nvPr/>
          </p:nvSpPr>
          <p:spPr>
            <a:xfrm>
              <a:off x="2919555" y="3035368"/>
              <a:ext cx="59480" cy="58719"/>
            </a:xfrm>
            <a:custGeom>
              <a:avLst/>
              <a:pathLst>
                <a:path w="59480" h="58719">
                  <a:moveTo>
                    <a:pt x="2169" y="38827"/>
                  </a:moveTo>
                  <a:lnTo>
                    <a:pt x="3721" y="34081"/>
                  </a:lnTo>
                  <a:lnTo>
                    <a:pt x="5531" y="28545"/>
                  </a:lnTo>
                  <a:lnTo>
                    <a:pt x="7564" y="22329"/>
                  </a:lnTo>
                  <a:lnTo>
                    <a:pt x="9288" y="17056"/>
                  </a:lnTo>
                  <a:lnTo>
                    <a:pt x="11579" y="10051"/>
                  </a:lnTo>
                  <a:lnTo>
                    <a:pt x="14866" y="0"/>
                  </a:lnTo>
                  <a:lnTo>
                    <a:pt x="29385" y="4285"/>
                  </a:lnTo>
                  <a:lnTo>
                    <a:pt x="50782" y="10602"/>
                  </a:lnTo>
                  <a:lnTo>
                    <a:pt x="57890" y="12700"/>
                  </a:lnTo>
                  <a:lnTo>
                    <a:pt x="59480" y="13228"/>
                  </a:lnTo>
                  <a:lnTo>
                    <a:pt x="58141" y="18003"/>
                  </a:lnTo>
                  <a:lnTo>
                    <a:pt x="56877" y="22515"/>
                  </a:lnTo>
                  <a:lnTo>
                    <a:pt x="55724" y="26628"/>
                  </a:lnTo>
                  <a:lnTo>
                    <a:pt x="54361" y="31486"/>
                  </a:lnTo>
                  <a:lnTo>
                    <a:pt x="52637" y="37639"/>
                  </a:lnTo>
                  <a:lnTo>
                    <a:pt x="51028" y="43377"/>
                  </a:lnTo>
                  <a:lnTo>
                    <a:pt x="49462" y="48965"/>
                  </a:lnTo>
                  <a:lnTo>
                    <a:pt x="48522" y="52315"/>
                  </a:lnTo>
                  <a:lnTo>
                    <a:pt x="46727" y="58719"/>
                  </a:lnTo>
                  <a:lnTo>
                    <a:pt x="42864" y="57623"/>
                  </a:lnTo>
                  <a:lnTo>
                    <a:pt x="36159" y="55721"/>
                  </a:lnTo>
                  <a:lnTo>
                    <a:pt x="26793" y="53063"/>
                  </a:lnTo>
                  <a:lnTo>
                    <a:pt x="21686" y="51614"/>
                  </a:lnTo>
                  <a:lnTo>
                    <a:pt x="16407" y="50116"/>
                  </a:lnTo>
                  <a:lnTo>
                    <a:pt x="10603" y="48469"/>
                  </a:lnTo>
                  <a:lnTo>
                    <a:pt x="0" y="4546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g657"/>
            <p:cNvSpPr/>
            <p:nvPr/>
          </p:nvSpPr>
          <p:spPr>
            <a:xfrm>
              <a:off x="2968984" y="3043120"/>
              <a:ext cx="41936" cy="58437"/>
            </a:xfrm>
            <a:custGeom>
              <a:avLst/>
              <a:pathLst>
                <a:path w="41936" h="58437">
                  <a:moveTo>
                    <a:pt x="2179" y="43873"/>
                  </a:moveTo>
                  <a:lnTo>
                    <a:pt x="3693" y="39407"/>
                  </a:lnTo>
                  <a:lnTo>
                    <a:pt x="5261" y="34783"/>
                  </a:lnTo>
                  <a:lnTo>
                    <a:pt x="6722" y="30474"/>
                  </a:lnTo>
                  <a:lnTo>
                    <a:pt x="8365" y="25626"/>
                  </a:lnTo>
                  <a:lnTo>
                    <a:pt x="10796" y="18458"/>
                  </a:lnTo>
                  <a:lnTo>
                    <a:pt x="13139" y="11549"/>
                  </a:lnTo>
                  <a:lnTo>
                    <a:pt x="14459" y="7655"/>
                  </a:lnTo>
                  <a:lnTo>
                    <a:pt x="15847" y="3562"/>
                  </a:lnTo>
                  <a:lnTo>
                    <a:pt x="17055" y="0"/>
                  </a:lnTo>
                  <a:lnTo>
                    <a:pt x="29172" y="4026"/>
                  </a:lnTo>
                  <a:lnTo>
                    <a:pt x="41936" y="8268"/>
                  </a:lnTo>
                  <a:lnTo>
                    <a:pt x="40319" y="12964"/>
                  </a:lnTo>
                  <a:lnTo>
                    <a:pt x="38819" y="17318"/>
                  </a:lnTo>
                  <a:lnTo>
                    <a:pt x="37466" y="21244"/>
                  </a:lnTo>
                  <a:lnTo>
                    <a:pt x="35279" y="27595"/>
                  </a:lnTo>
                  <a:lnTo>
                    <a:pt x="33881" y="31651"/>
                  </a:lnTo>
                  <a:lnTo>
                    <a:pt x="31941" y="37285"/>
                  </a:lnTo>
                  <a:lnTo>
                    <a:pt x="28823" y="46335"/>
                  </a:lnTo>
                  <a:lnTo>
                    <a:pt x="27037" y="51522"/>
                  </a:lnTo>
                  <a:lnTo>
                    <a:pt x="24655" y="58437"/>
                  </a:lnTo>
                  <a:lnTo>
                    <a:pt x="20464" y="57054"/>
                  </a:lnTo>
                  <a:lnTo>
                    <a:pt x="0" y="5029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g658"/>
            <p:cNvSpPr/>
            <p:nvPr/>
          </p:nvSpPr>
          <p:spPr>
            <a:xfrm>
              <a:off x="3212546" y="3101962"/>
              <a:ext cx="48085" cy="55195"/>
            </a:xfrm>
            <a:custGeom>
              <a:avLst/>
              <a:pathLst>
                <a:path w="48085" h="55195">
                  <a:moveTo>
                    <a:pt x="8234" y="7833"/>
                  </a:moveTo>
                  <a:lnTo>
                    <a:pt x="14504" y="6025"/>
                  </a:lnTo>
                  <a:lnTo>
                    <a:pt x="17190" y="5251"/>
                  </a:lnTo>
                  <a:lnTo>
                    <a:pt x="23254" y="3501"/>
                  </a:lnTo>
                  <a:lnTo>
                    <a:pt x="26051" y="2694"/>
                  </a:lnTo>
                  <a:lnTo>
                    <a:pt x="34222" y="568"/>
                  </a:lnTo>
                  <a:lnTo>
                    <a:pt x="37828" y="0"/>
                  </a:lnTo>
                  <a:lnTo>
                    <a:pt x="39589" y="8154"/>
                  </a:lnTo>
                  <a:lnTo>
                    <a:pt x="48085" y="47473"/>
                  </a:lnTo>
                  <a:lnTo>
                    <a:pt x="43877" y="48414"/>
                  </a:lnTo>
                  <a:lnTo>
                    <a:pt x="39208" y="49666"/>
                  </a:lnTo>
                  <a:lnTo>
                    <a:pt x="38724" y="49796"/>
                  </a:lnTo>
                  <a:lnTo>
                    <a:pt x="30509" y="52233"/>
                  </a:lnTo>
                  <a:lnTo>
                    <a:pt x="28564" y="52811"/>
                  </a:lnTo>
                  <a:lnTo>
                    <a:pt x="21905" y="54786"/>
                  </a:lnTo>
                  <a:lnTo>
                    <a:pt x="20598" y="55195"/>
                  </a:lnTo>
                  <a:lnTo>
                    <a:pt x="9422" y="31232"/>
                  </a:lnTo>
                  <a:lnTo>
                    <a:pt x="0" y="110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g659"/>
            <p:cNvSpPr/>
            <p:nvPr/>
          </p:nvSpPr>
          <p:spPr>
            <a:xfrm>
              <a:off x="3339380" y="3175209"/>
              <a:ext cx="123592" cy="69182"/>
            </a:xfrm>
            <a:custGeom>
              <a:avLst/>
              <a:pathLst>
                <a:path w="123592" h="69182">
                  <a:moveTo>
                    <a:pt x="60260" y="16185"/>
                  </a:moveTo>
                  <a:lnTo>
                    <a:pt x="118749" y="0"/>
                  </a:lnTo>
                  <a:lnTo>
                    <a:pt x="121021" y="12014"/>
                  </a:lnTo>
                  <a:lnTo>
                    <a:pt x="123592" y="25603"/>
                  </a:lnTo>
                  <a:lnTo>
                    <a:pt x="110480" y="30333"/>
                  </a:lnTo>
                  <a:lnTo>
                    <a:pt x="82115" y="42075"/>
                  </a:lnTo>
                  <a:lnTo>
                    <a:pt x="76815" y="44264"/>
                  </a:lnTo>
                  <a:lnTo>
                    <a:pt x="48333" y="56031"/>
                  </a:lnTo>
                  <a:lnTo>
                    <a:pt x="20028" y="69182"/>
                  </a:lnTo>
                  <a:lnTo>
                    <a:pt x="10130" y="51233"/>
                  </a:lnTo>
                  <a:lnTo>
                    <a:pt x="0" y="328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g660"/>
            <p:cNvSpPr/>
            <p:nvPr/>
          </p:nvSpPr>
          <p:spPr>
            <a:xfrm>
              <a:off x="4132329" y="3367812"/>
              <a:ext cx="27099" cy="30987"/>
            </a:xfrm>
            <a:custGeom>
              <a:avLst/>
              <a:pathLst>
                <a:path w="27099" h="30987">
                  <a:moveTo>
                    <a:pt x="6989" y="10441"/>
                  </a:moveTo>
                  <a:lnTo>
                    <a:pt x="12698" y="0"/>
                  </a:lnTo>
                  <a:lnTo>
                    <a:pt x="17833" y="3599"/>
                  </a:lnTo>
                  <a:lnTo>
                    <a:pt x="27099" y="10097"/>
                  </a:lnTo>
                  <a:lnTo>
                    <a:pt x="22442" y="18020"/>
                  </a:lnTo>
                  <a:lnTo>
                    <a:pt x="14821" y="30987"/>
                  </a:lnTo>
                  <a:lnTo>
                    <a:pt x="10387" y="28665"/>
                  </a:lnTo>
                  <a:lnTo>
                    <a:pt x="4274" y="25464"/>
                  </a:lnTo>
                  <a:lnTo>
                    <a:pt x="0" y="232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g661"/>
            <p:cNvSpPr/>
            <p:nvPr/>
          </p:nvSpPr>
          <p:spPr>
            <a:xfrm>
              <a:off x="4151285" y="3320199"/>
              <a:ext cx="56626" cy="71559"/>
            </a:xfrm>
            <a:custGeom>
              <a:avLst/>
              <a:pathLst>
                <a:path w="56626" h="71559">
                  <a:moveTo>
                    <a:pt x="35669" y="0"/>
                  </a:moveTo>
                  <a:lnTo>
                    <a:pt x="42024" y="4762"/>
                  </a:lnTo>
                  <a:lnTo>
                    <a:pt x="56626" y="15702"/>
                  </a:lnTo>
                  <a:lnTo>
                    <a:pt x="44671" y="32250"/>
                  </a:lnTo>
                  <a:lnTo>
                    <a:pt x="42569" y="39431"/>
                  </a:lnTo>
                  <a:lnTo>
                    <a:pt x="33161" y="71559"/>
                  </a:lnTo>
                  <a:lnTo>
                    <a:pt x="21472" y="63382"/>
                  </a:lnTo>
                  <a:lnTo>
                    <a:pt x="0" y="48362"/>
                  </a:lnTo>
                  <a:lnTo>
                    <a:pt x="2804" y="43162"/>
                  </a:lnTo>
                  <a:lnTo>
                    <a:pt x="6135" y="36985"/>
                  </a:lnTo>
                  <a:lnTo>
                    <a:pt x="8804" y="32035"/>
                  </a:lnTo>
                  <a:lnTo>
                    <a:pt x="10175" y="30457"/>
                  </a:lnTo>
                  <a:lnTo>
                    <a:pt x="16259" y="23454"/>
                  </a:lnTo>
                  <a:lnTo>
                    <a:pt x="23819" y="14750"/>
                  </a:lnTo>
                  <a:lnTo>
                    <a:pt x="30034" y="759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g662"/>
            <p:cNvSpPr/>
            <p:nvPr/>
          </p:nvSpPr>
          <p:spPr>
            <a:xfrm>
              <a:off x="3553393" y="2744863"/>
              <a:ext cx="47649" cy="90214"/>
            </a:xfrm>
            <a:custGeom>
              <a:avLst/>
              <a:pathLst>
                <a:path w="47649" h="90214">
                  <a:moveTo>
                    <a:pt x="35058" y="32282"/>
                  </a:moveTo>
                  <a:lnTo>
                    <a:pt x="39685" y="55290"/>
                  </a:lnTo>
                  <a:lnTo>
                    <a:pt x="39960" y="56440"/>
                  </a:lnTo>
                  <a:lnTo>
                    <a:pt x="43650" y="71872"/>
                  </a:lnTo>
                  <a:lnTo>
                    <a:pt x="46753" y="86105"/>
                  </a:lnTo>
                  <a:lnTo>
                    <a:pt x="47649" y="90214"/>
                  </a:lnTo>
                  <a:lnTo>
                    <a:pt x="41054" y="89907"/>
                  </a:lnTo>
                  <a:lnTo>
                    <a:pt x="34135" y="89586"/>
                  </a:lnTo>
                  <a:lnTo>
                    <a:pt x="30851" y="81980"/>
                  </a:lnTo>
                  <a:lnTo>
                    <a:pt x="27906" y="75159"/>
                  </a:lnTo>
                  <a:lnTo>
                    <a:pt x="23001" y="63801"/>
                  </a:lnTo>
                  <a:lnTo>
                    <a:pt x="19124" y="54821"/>
                  </a:lnTo>
                  <a:lnTo>
                    <a:pt x="17518" y="50263"/>
                  </a:lnTo>
                  <a:lnTo>
                    <a:pt x="12094" y="34869"/>
                  </a:lnTo>
                  <a:lnTo>
                    <a:pt x="8313" y="24137"/>
                  </a:lnTo>
                  <a:lnTo>
                    <a:pt x="3539" y="10589"/>
                  </a:lnTo>
                  <a:lnTo>
                    <a:pt x="0" y="543"/>
                  </a:lnTo>
                  <a:lnTo>
                    <a:pt x="11400" y="220"/>
                  </a:lnTo>
                  <a:lnTo>
                    <a:pt x="19187" y="0"/>
                  </a:lnTo>
                  <a:lnTo>
                    <a:pt x="29751" y="21919"/>
                  </a:lnTo>
                  <a:lnTo>
                    <a:pt x="33689" y="300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g663"/>
            <p:cNvSpPr/>
            <p:nvPr/>
          </p:nvSpPr>
          <p:spPr>
            <a:xfrm>
              <a:off x="3787872" y="3073234"/>
              <a:ext cx="77663" cy="73756"/>
            </a:xfrm>
            <a:custGeom>
              <a:avLst/>
              <a:pathLst>
                <a:path w="77663" h="73756">
                  <a:moveTo>
                    <a:pt x="23648" y="13621"/>
                  </a:moveTo>
                  <a:lnTo>
                    <a:pt x="33546" y="0"/>
                  </a:lnTo>
                  <a:lnTo>
                    <a:pt x="39177" y="3097"/>
                  </a:lnTo>
                  <a:lnTo>
                    <a:pt x="46026" y="6864"/>
                  </a:lnTo>
                  <a:lnTo>
                    <a:pt x="55004" y="11803"/>
                  </a:lnTo>
                  <a:lnTo>
                    <a:pt x="64286" y="16909"/>
                  </a:lnTo>
                  <a:lnTo>
                    <a:pt x="67623" y="18600"/>
                  </a:lnTo>
                  <a:lnTo>
                    <a:pt x="77663" y="23688"/>
                  </a:lnTo>
                  <a:lnTo>
                    <a:pt x="72031" y="31965"/>
                  </a:lnTo>
                  <a:lnTo>
                    <a:pt x="68114" y="37720"/>
                  </a:lnTo>
                  <a:lnTo>
                    <a:pt x="63249" y="44868"/>
                  </a:lnTo>
                  <a:lnTo>
                    <a:pt x="59493" y="50387"/>
                  </a:lnTo>
                  <a:lnTo>
                    <a:pt x="55774" y="55853"/>
                  </a:lnTo>
                  <a:lnTo>
                    <a:pt x="53246" y="59567"/>
                  </a:lnTo>
                  <a:lnTo>
                    <a:pt x="50328" y="63855"/>
                  </a:lnTo>
                  <a:lnTo>
                    <a:pt x="47637" y="67809"/>
                  </a:lnTo>
                  <a:lnTo>
                    <a:pt x="43590" y="73756"/>
                  </a:lnTo>
                  <a:lnTo>
                    <a:pt x="39147" y="70676"/>
                  </a:lnTo>
                  <a:lnTo>
                    <a:pt x="37158" y="69298"/>
                  </a:lnTo>
                  <a:lnTo>
                    <a:pt x="33463" y="66997"/>
                  </a:lnTo>
                  <a:lnTo>
                    <a:pt x="26552" y="62695"/>
                  </a:lnTo>
                  <a:lnTo>
                    <a:pt x="19787" y="58484"/>
                  </a:lnTo>
                  <a:lnTo>
                    <a:pt x="12013" y="53645"/>
                  </a:lnTo>
                  <a:lnTo>
                    <a:pt x="0" y="46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g664"/>
            <p:cNvSpPr/>
            <p:nvPr/>
          </p:nvSpPr>
          <p:spPr>
            <a:xfrm>
              <a:off x="4500150" y="3509415"/>
              <a:ext cx="72448" cy="57268"/>
            </a:xfrm>
            <a:custGeom>
              <a:avLst/>
              <a:pathLst>
                <a:path w="72448" h="57268">
                  <a:moveTo>
                    <a:pt x="30390" y="12570"/>
                  </a:moveTo>
                  <a:lnTo>
                    <a:pt x="39855" y="19586"/>
                  </a:lnTo>
                  <a:lnTo>
                    <a:pt x="72448" y="31014"/>
                  </a:lnTo>
                  <a:lnTo>
                    <a:pt x="65668" y="41961"/>
                  </a:lnTo>
                  <a:lnTo>
                    <a:pt x="56187" y="57268"/>
                  </a:lnTo>
                  <a:lnTo>
                    <a:pt x="49694" y="53229"/>
                  </a:lnTo>
                  <a:lnTo>
                    <a:pt x="43256" y="49224"/>
                  </a:lnTo>
                  <a:lnTo>
                    <a:pt x="36922" y="45283"/>
                  </a:lnTo>
                  <a:lnTo>
                    <a:pt x="29511" y="40673"/>
                  </a:lnTo>
                  <a:lnTo>
                    <a:pt x="26449" y="38768"/>
                  </a:lnTo>
                  <a:lnTo>
                    <a:pt x="24939" y="37511"/>
                  </a:lnTo>
                  <a:lnTo>
                    <a:pt x="21220" y="35264"/>
                  </a:lnTo>
                  <a:lnTo>
                    <a:pt x="14240" y="31045"/>
                  </a:lnTo>
                  <a:lnTo>
                    <a:pt x="7411" y="26917"/>
                  </a:lnTo>
                  <a:lnTo>
                    <a:pt x="0" y="22438"/>
                  </a:lnTo>
                  <a:lnTo>
                    <a:pt x="6264" y="11973"/>
                  </a:lnTo>
                  <a:lnTo>
                    <a:pt x="1343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g665"/>
            <p:cNvSpPr/>
            <p:nvPr/>
          </p:nvSpPr>
          <p:spPr>
            <a:xfrm>
              <a:off x="3902322" y="2720034"/>
              <a:ext cx="44430" cy="30031"/>
            </a:xfrm>
            <a:custGeom>
              <a:avLst/>
              <a:pathLst>
                <a:path w="44430" h="30031">
                  <a:moveTo>
                    <a:pt x="8001" y="767"/>
                  </a:moveTo>
                  <a:lnTo>
                    <a:pt x="10376" y="0"/>
                  </a:lnTo>
                  <a:lnTo>
                    <a:pt x="34457" y="6827"/>
                  </a:lnTo>
                  <a:lnTo>
                    <a:pt x="37944" y="7816"/>
                  </a:lnTo>
                  <a:lnTo>
                    <a:pt x="44430" y="20229"/>
                  </a:lnTo>
                  <a:lnTo>
                    <a:pt x="43491" y="20479"/>
                  </a:lnTo>
                  <a:lnTo>
                    <a:pt x="28365" y="24362"/>
                  </a:lnTo>
                  <a:lnTo>
                    <a:pt x="11927" y="28581"/>
                  </a:lnTo>
                  <a:lnTo>
                    <a:pt x="6277" y="30031"/>
                  </a:lnTo>
                  <a:lnTo>
                    <a:pt x="3193" y="16924"/>
                  </a:lnTo>
                  <a:lnTo>
                    <a:pt x="3058" y="16347"/>
                  </a:lnTo>
                  <a:lnTo>
                    <a:pt x="0" y="335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g666"/>
            <p:cNvSpPr/>
            <p:nvPr/>
          </p:nvSpPr>
          <p:spPr>
            <a:xfrm>
              <a:off x="3978912" y="2682764"/>
              <a:ext cx="37488" cy="50211"/>
            </a:xfrm>
            <a:custGeom>
              <a:avLst/>
              <a:pathLst>
                <a:path w="37488" h="50211">
                  <a:moveTo>
                    <a:pt x="0" y="8977"/>
                  </a:moveTo>
                  <a:lnTo>
                    <a:pt x="0" y="3683"/>
                  </a:lnTo>
                  <a:lnTo>
                    <a:pt x="15907" y="1128"/>
                  </a:lnTo>
                  <a:lnTo>
                    <a:pt x="22933" y="0"/>
                  </a:lnTo>
                  <a:lnTo>
                    <a:pt x="25169" y="4066"/>
                  </a:lnTo>
                  <a:lnTo>
                    <a:pt x="31689" y="15921"/>
                  </a:lnTo>
                  <a:lnTo>
                    <a:pt x="35299" y="22485"/>
                  </a:lnTo>
                  <a:lnTo>
                    <a:pt x="37488" y="50211"/>
                  </a:lnTo>
                  <a:lnTo>
                    <a:pt x="36572" y="50049"/>
                  </a:lnTo>
                  <a:lnTo>
                    <a:pt x="31313" y="49468"/>
                  </a:lnTo>
                  <a:lnTo>
                    <a:pt x="27751" y="49075"/>
                  </a:lnTo>
                  <a:lnTo>
                    <a:pt x="14487" y="47752"/>
                  </a:lnTo>
                  <a:lnTo>
                    <a:pt x="14824" y="30802"/>
                  </a:lnTo>
                  <a:lnTo>
                    <a:pt x="15214" y="11219"/>
                  </a:lnTo>
                  <a:lnTo>
                    <a:pt x="11155" y="11769"/>
                  </a:lnTo>
                  <a:lnTo>
                    <a:pt x="8856" y="12082"/>
                  </a:lnTo>
                  <a:lnTo>
                    <a:pt x="3537" y="12804"/>
                  </a:lnTo>
                  <a:lnTo>
                    <a:pt x="0" y="133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g667"/>
            <p:cNvSpPr/>
            <p:nvPr/>
          </p:nvSpPr>
          <p:spPr>
            <a:xfrm>
              <a:off x="3536146" y="3239125"/>
              <a:ext cx="61710" cy="48014"/>
            </a:xfrm>
            <a:custGeom>
              <a:avLst/>
              <a:pathLst>
                <a:path w="61710" h="48014">
                  <a:moveTo>
                    <a:pt x="51744" y="7727"/>
                  </a:moveTo>
                  <a:lnTo>
                    <a:pt x="56428" y="3460"/>
                  </a:lnTo>
                  <a:lnTo>
                    <a:pt x="61710" y="0"/>
                  </a:lnTo>
                  <a:lnTo>
                    <a:pt x="59626" y="2606"/>
                  </a:lnTo>
                  <a:lnTo>
                    <a:pt x="57914" y="5482"/>
                  </a:lnTo>
                  <a:lnTo>
                    <a:pt x="56607" y="8572"/>
                  </a:lnTo>
                  <a:lnTo>
                    <a:pt x="55730" y="11817"/>
                  </a:lnTo>
                  <a:lnTo>
                    <a:pt x="54716" y="14552"/>
                  </a:lnTo>
                  <a:lnTo>
                    <a:pt x="53659" y="20161"/>
                  </a:lnTo>
                  <a:lnTo>
                    <a:pt x="50843" y="35100"/>
                  </a:lnTo>
                  <a:lnTo>
                    <a:pt x="48443" y="38193"/>
                  </a:lnTo>
                  <a:lnTo>
                    <a:pt x="45692" y="40964"/>
                  </a:lnTo>
                  <a:lnTo>
                    <a:pt x="37165" y="44417"/>
                  </a:lnTo>
                  <a:lnTo>
                    <a:pt x="34172" y="45208"/>
                  </a:lnTo>
                  <a:lnTo>
                    <a:pt x="28285" y="46764"/>
                  </a:lnTo>
                  <a:lnTo>
                    <a:pt x="19190" y="47969"/>
                  </a:lnTo>
                  <a:lnTo>
                    <a:pt x="10018" y="48014"/>
                  </a:lnTo>
                  <a:lnTo>
                    <a:pt x="3833" y="29704"/>
                  </a:lnTo>
                  <a:lnTo>
                    <a:pt x="0" y="18355"/>
                  </a:lnTo>
                  <a:lnTo>
                    <a:pt x="30501" y="14740"/>
                  </a:lnTo>
                  <a:lnTo>
                    <a:pt x="47774" y="1269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g668"/>
            <p:cNvSpPr/>
            <p:nvPr/>
          </p:nvSpPr>
          <p:spPr>
            <a:xfrm>
              <a:off x="3580294" y="2715526"/>
              <a:ext cx="61031" cy="63445"/>
            </a:xfrm>
            <a:custGeom>
              <a:avLst/>
              <a:pathLst>
                <a:path w="61031" h="63445">
                  <a:moveTo>
                    <a:pt x="47410" y="55011"/>
                  </a:moveTo>
                  <a:lnTo>
                    <a:pt x="36831" y="55764"/>
                  </a:lnTo>
                  <a:lnTo>
                    <a:pt x="12830" y="63445"/>
                  </a:lnTo>
                  <a:lnTo>
                    <a:pt x="10818" y="55615"/>
                  </a:lnTo>
                  <a:lnTo>
                    <a:pt x="8826" y="47867"/>
                  </a:lnTo>
                  <a:lnTo>
                    <a:pt x="7415" y="42376"/>
                  </a:lnTo>
                  <a:lnTo>
                    <a:pt x="6323" y="38126"/>
                  </a:lnTo>
                  <a:lnTo>
                    <a:pt x="5456" y="34708"/>
                  </a:lnTo>
                  <a:lnTo>
                    <a:pt x="3224" y="25904"/>
                  </a:lnTo>
                  <a:lnTo>
                    <a:pt x="0" y="13186"/>
                  </a:lnTo>
                  <a:lnTo>
                    <a:pt x="27524" y="5981"/>
                  </a:lnTo>
                  <a:lnTo>
                    <a:pt x="50372" y="0"/>
                  </a:lnTo>
                  <a:lnTo>
                    <a:pt x="51820" y="7344"/>
                  </a:lnTo>
                  <a:lnTo>
                    <a:pt x="53363" y="15167"/>
                  </a:lnTo>
                  <a:lnTo>
                    <a:pt x="55249" y="24728"/>
                  </a:lnTo>
                  <a:lnTo>
                    <a:pt x="56707" y="32117"/>
                  </a:lnTo>
                  <a:lnTo>
                    <a:pt x="57897" y="38153"/>
                  </a:lnTo>
                  <a:lnTo>
                    <a:pt x="59012" y="43802"/>
                  </a:lnTo>
                  <a:lnTo>
                    <a:pt x="59983" y="48728"/>
                  </a:lnTo>
                  <a:lnTo>
                    <a:pt x="61031" y="5404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g669"/>
            <p:cNvSpPr/>
            <p:nvPr/>
          </p:nvSpPr>
          <p:spPr>
            <a:xfrm>
              <a:off x="3423814" y="2853898"/>
              <a:ext cx="76863" cy="89681"/>
            </a:xfrm>
            <a:custGeom>
              <a:avLst/>
              <a:pathLst>
                <a:path w="76863" h="89681">
                  <a:moveTo>
                    <a:pt x="21261" y="13778"/>
                  </a:moveTo>
                  <a:lnTo>
                    <a:pt x="41929" y="2959"/>
                  </a:lnTo>
                  <a:lnTo>
                    <a:pt x="47582" y="0"/>
                  </a:lnTo>
                  <a:lnTo>
                    <a:pt x="76863" y="71166"/>
                  </a:lnTo>
                  <a:lnTo>
                    <a:pt x="30785" y="89681"/>
                  </a:lnTo>
                  <a:lnTo>
                    <a:pt x="23806" y="76300"/>
                  </a:lnTo>
                  <a:lnTo>
                    <a:pt x="19839" y="67636"/>
                  </a:lnTo>
                  <a:lnTo>
                    <a:pt x="15872" y="58970"/>
                  </a:lnTo>
                  <a:lnTo>
                    <a:pt x="11903" y="50306"/>
                  </a:lnTo>
                  <a:lnTo>
                    <a:pt x="7936" y="41640"/>
                  </a:lnTo>
                  <a:lnTo>
                    <a:pt x="3966" y="32976"/>
                  </a:lnTo>
                  <a:lnTo>
                    <a:pt x="0" y="2431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g670"/>
            <p:cNvSpPr/>
            <p:nvPr/>
          </p:nvSpPr>
          <p:spPr>
            <a:xfrm>
              <a:off x="3400660" y="2795948"/>
              <a:ext cx="66835" cy="72865"/>
            </a:xfrm>
            <a:custGeom>
              <a:avLst/>
              <a:pathLst>
                <a:path w="66835" h="72865">
                  <a:moveTo>
                    <a:pt x="16872" y="72865"/>
                  </a:moveTo>
                  <a:lnTo>
                    <a:pt x="0" y="35188"/>
                  </a:lnTo>
                  <a:lnTo>
                    <a:pt x="17915" y="26253"/>
                  </a:lnTo>
                  <a:lnTo>
                    <a:pt x="14439" y="12953"/>
                  </a:lnTo>
                  <a:lnTo>
                    <a:pt x="43015" y="0"/>
                  </a:lnTo>
                  <a:lnTo>
                    <a:pt x="66835" y="512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g671"/>
            <p:cNvSpPr/>
            <p:nvPr/>
          </p:nvSpPr>
          <p:spPr>
            <a:xfrm>
              <a:off x="3451770" y="2786762"/>
              <a:ext cx="50164" cy="59204"/>
            </a:xfrm>
            <a:custGeom>
              <a:avLst/>
              <a:pathLst>
                <a:path w="50164" h="59204">
                  <a:moveTo>
                    <a:pt x="50164" y="46363"/>
                  </a:moveTo>
                  <a:lnTo>
                    <a:pt x="22065" y="59204"/>
                  </a:lnTo>
                  <a:lnTo>
                    <a:pt x="2593" y="17102"/>
                  </a:lnTo>
                  <a:lnTo>
                    <a:pt x="579" y="9802"/>
                  </a:lnTo>
                  <a:lnTo>
                    <a:pt x="0" y="7702"/>
                  </a:lnTo>
                  <a:lnTo>
                    <a:pt x="24407" y="0"/>
                  </a:lnTo>
                  <a:lnTo>
                    <a:pt x="43980" y="341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g672"/>
            <p:cNvSpPr/>
            <p:nvPr/>
          </p:nvSpPr>
          <p:spPr>
            <a:xfrm>
              <a:off x="3391410" y="2734927"/>
              <a:ext cx="47173" cy="64896"/>
            </a:xfrm>
            <a:custGeom>
              <a:avLst/>
              <a:pathLst>
                <a:path w="47173" h="64896">
                  <a:moveTo>
                    <a:pt x="8388" y="6041"/>
                  </a:moveTo>
                  <a:lnTo>
                    <a:pt x="18825" y="0"/>
                  </a:lnTo>
                  <a:lnTo>
                    <a:pt x="20985" y="4305"/>
                  </a:lnTo>
                  <a:lnTo>
                    <a:pt x="22843" y="8010"/>
                  </a:lnTo>
                  <a:lnTo>
                    <a:pt x="24701" y="11712"/>
                  </a:lnTo>
                  <a:lnTo>
                    <a:pt x="27128" y="16551"/>
                  </a:lnTo>
                  <a:lnTo>
                    <a:pt x="28957" y="20197"/>
                  </a:lnTo>
                  <a:lnTo>
                    <a:pt x="30816" y="23887"/>
                  </a:lnTo>
                  <a:lnTo>
                    <a:pt x="33563" y="29340"/>
                  </a:lnTo>
                  <a:lnTo>
                    <a:pt x="37613" y="37380"/>
                  </a:lnTo>
                  <a:lnTo>
                    <a:pt x="40029" y="42175"/>
                  </a:lnTo>
                  <a:lnTo>
                    <a:pt x="41744" y="45579"/>
                  </a:lnTo>
                  <a:lnTo>
                    <a:pt x="44104" y="50266"/>
                  </a:lnTo>
                  <a:lnTo>
                    <a:pt x="45739" y="53511"/>
                  </a:lnTo>
                  <a:lnTo>
                    <a:pt x="47173" y="56356"/>
                  </a:lnTo>
                  <a:lnTo>
                    <a:pt x="36336" y="60049"/>
                  </a:lnTo>
                  <a:lnTo>
                    <a:pt x="30224" y="62131"/>
                  </a:lnTo>
                  <a:lnTo>
                    <a:pt x="22109" y="64896"/>
                  </a:lnTo>
                  <a:lnTo>
                    <a:pt x="19574" y="58703"/>
                  </a:lnTo>
                  <a:lnTo>
                    <a:pt x="14523" y="46369"/>
                  </a:lnTo>
                  <a:lnTo>
                    <a:pt x="9339" y="33707"/>
                  </a:lnTo>
                  <a:lnTo>
                    <a:pt x="0" y="108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g673"/>
            <p:cNvSpPr/>
            <p:nvPr/>
          </p:nvSpPr>
          <p:spPr>
            <a:xfrm>
              <a:off x="3715848" y="2717201"/>
              <a:ext cx="51787" cy="75183"/>
            </a:xfrm>
            <a:custGeom>
              <a:avLst/>
              <a:pathLst>
                <a:path w="51787" h="75183">
                  <a:moveTo>
                    <a:pt x="18073" y="64829"/>
                  </a:moveTo>
                  <a:lnTo>
                    <a:pt x="7506" y="60261"/>
                  </a:lnTo>
                  <a:lnTo>
                    <a:pt x="0" y="57017"/>
                  </a:lnTo>
                  <a:lnTo>
                    <a:pt x="1956" y="46527"/>
                  </a:lnTo>
                  <a:lnTo>
                    <a:pt x="2288" y="44744"/>
                  </a:lnTo>
                  <a:lnTo>
                    <a:pt x="14937" y="28273"/>
                  </a:lnTo>
                  <a:lnTo>
                    <a:pt x="17874" y="24448"/>
                  </a:lnTo>
                  <a:lnTo>
                    <a:pt x="21008" y="1004"/>
                  </a:lnTo>
                  <a:lnTo>
                    <a:pt x="34587" y="443"/>
                  </a:lnTo>
                  <a:lnTo>
                    <a:pt x="45334" y="0"/>
                  </a:lnTo>
                  <a:lnTo>
                    <a:pt x="45128" y="8425"/>
                  </a:lnTo>
                  <a:lnTo>
                    <a:pt x="44843" y="20094"/>
                  </a:lnTo>
                  <a:lnTo>
                    <a:pt x="44876" y="20532"/>
                  </a:lnTo>
                  <a:lnTo>
                    <a:pt x="45756" y="32233"/>
                  </a:lnTo>
                  <a:lnTo>
                    <a:pt x="45826" y="33155"/>
                  </a:lnTo>
                  <a:lnTo>
                    <a:pt x="47710" y="46440"/>
                  </a:lnTo>
                  <a:lnTo>
                    <a:pt x="49905" y="61914"/>
                  </a:lnTo>
                  <a:lnTo>
                    <a:pt x="51787" y="75183"/>
                  </a:lnTo>
                  <a:lnTo>
                    <a:pt x="41984" y="72825"/>
                  </a:lnTo>
                  <a:lnTo>
                    <a:pt x="28790" y="69651"/>
                  </a:lnTo>
                  <a:lnTo>
                    <a:pt x="28103" y="69486"/>
                  </a:lnTo>
                  <a:lnTo>
                    <a:pt x="25576" y="6807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g674"/>
            <p:cNvSpPr/>
            <p:nvPr/>
          </p:nvSpPr>
          <p:spPr>
            <a:xfrm>
              <a:off x="3626366" y="2622381"/>
              <a:ext cx="60285" cy="138964"/>
            </a:xfrm>
            <a:custGeom>
              <a:avLst/>
              <a:pathLst>
                <a:path w="60285" h="138964">
                  <a:moveTo>
                    <a:pt x="39203" y="134201"/>
                  </a:moveTo>
                  <a:lnTo>
                    <a:pt x="16663" y="138964"/>
                  </a:lnTo>
                  <a:lnTo>
                    <a:pt x="15561" y="128715"/>
                  </a:lnTo>
                  <a:lnTo>
                    <a:pt x="14646" y="120199"/>
                  </a:lnTo>
                  <a:lnTo>
                    <a:pt x="13838" y="112689"/>
                  </a:lnTo>
                  <a:lnTo>
                    <a:pt x="13135" y="109894"/>
                  </a:lnTo>
                  <a:lnTo>
                    <a:pt x="11274" y="102494"/>
                  </a:lnTo>
                  <a:lnTo>
                    <a:pt x="8396" y="91056"/>
                  </a:lnTo>
                  <a:lnTo>
                    <a:pt x="5992" y="81500"/>
                  </a:lnTo>
                  <a:lnTo>
                    <a:pt x="4709" y="76399"/>
                  </a:lnTo>
                  <a:lnTo>
                    <a:pt x="2821" y="68848"/>
                  </a:lnTo>
                  <a:lnTo>
                    <a:pt x="0" y="57561"/>
                  </a:lnTo>
                  <a:lnTo>
                    <a:pt x="18652" y="24357"/>
                  </a:lnTo>
                  <a:lnTo>
                    <a:pt x="30100" y="3976"/>
                  </a:lnTo>
                  <a:lnTo>
                    <a:pt x="42181" y="0"/>
                  </a:lnTo>
                  <a:lnTo>
                    <a:pt x="43410" y="4814"/>
                  </a:lnTo>
                  <a:lnTo>
                    <a:pt x="50427" y="30613"/>
                  </a:lnTo>
                  <a:lnTo>
                    <a:pt x="53049" y="40253"/>
                  </a:lnTo>
                  <a:lnTo>
                    <a:pt x="55081" y="47723"/>
                  </a:lnTo>
                  <a:lnTo>
                    <a:pt x="55215" y="51115"/>
                  </a:lnTo>
                  <a:lnTo>
                    <a:pt x="55625" y="61470"/>
                  </a:lnTo>
                  <a:lnTo>
                    <a:pt x="56043" y="72051"/>
                  </a:lnTo>
                  <a:lnTo>
                    <a:pt x="55912" y="79782"/>
                  </a:lnTo>
                  <a:lnTo>
                    <a:pt x="55767" y="88357"/>
                  </a:lnTo>
                  <a:lnTo>
                    <a:pt x="55609" y="97702"/>
                  </a:lnTo>
                  <a:lnTo>
                    <a:pt x="55534" y="102095"/>
                  </a:lnTo>
                  <a:lnTo>
                    <a:pt x="55977" y="104432"/>
                  </a:lnTo>
                  <a:lnTo>
                    <a:pt x="57615" y="113097"/>
                  </a:lnTo>
                  <a:lnTo>
                    <a:pt x="59220" y="121580"/>
                  </a:lnTo>
                  <a:lnTo>
                    <a:pt x="60285" y="127212"/>
                  </a:lnTo>
                  <a:lnTo>
                    <a:pt x="39774" y="13408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g675"/>
            <p:cNvSpPr/>
            <p:nvPr/>
          </p:nvSpPr>
          <p:spPr>
            <a:xfrm>
              <a:off x="3935683" y="2698393"/>
              <a:ext cx="56404" cy="36000"/>
            </a:xfrm>
            <a:custGeom>
              <a:avLst/>
              <a:pathLst>
                <a:path w="56404" h="36000">
                  <a:moveTo>
                    <a:pt x="28687" y="1781"/>
                  </a:moveTo>
                  <a:lnTo>
                    <a:pt x="48020" y="0"/>
                  </a:lnTo>
                  <a:lnTo>
                    <a:pt x="50102" y="6895"/>
                  </a:lnTo>
                  <a:lnTo>
                    <a:pt x="51959" y="13049"/>
                  </a:lnTo>
                  <a:lnTo>
                    <a:pt x="56404" y="27777"/>
                  </a:lnTo>
                  <a:lnTo>
                    <a:pt x="51051" y="28751"/>
                  </a:lnTo>
                  <a:lnTo>
                    <a:pt x="11193" y="36000"/>
                  </a:lnTo>
                  <a:lnTo>
                    <a:pt x="7406" y="25317"/>
                  </a:lnTo>
                  <a:lnTo>
                    <a:pt x="4775" y="17894"/>
                  </a:lnTo>
                  <a:lnTo>
                    <a:pt x="0" y="442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g676"/>
            <p:cNvSpPr/>
            <p:nvPr/>
          </p:nvSpPr>
          <p:spPr>
            <a:xfrm>
              <a:off x="4002529" y="3011608"/>
              <a:ext cx="10944" cy="12084"/>
            </a:xfrm>
            <a:custGeom>
              <a:avLst/>
              <a:pathLst>
                <a:path w="10944" h="12084">
                  <a:moveTo>
                    <a:pt x="6948" y="8689"/>
                  </a:moveTo>
                  <a:lnTo>
                    <a:pt x="3799" y="12084"/>
                  </a:lnTo>
                  <a:lnTo>
                    <a:pt x="1937" y="9644"/>
                  </a:lnTo>
                  <a:lnTo>
                    <a:pt x="0" y="7106"/>
                  </a:lnTo>
                  <a:lnTo>
                    <a:pt x="2399" y="4687"/>
                  </a:lnTo>
                  <a:lnTo>
                    <a:pt x="5598" y="1462"/>
                  </a:lnTo>
                  <a:lnTo>
                    <a:pt x="7048" y="0"/>
                  </a:lnTo>
                  <a:lnTo>
                    <a:pt x="9224" y="2446"/>
                  </a:lnTo>
                  <a:lnTo>
                    <a:pt x="10944" y="4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g677"/>
            <p:cNvSpPr/>
            <p:nvPr/>
          </p:nvSpPr>
          <p:spPr>
            <a:xfrm>
              <a:off x="3981917" y="3010808"/>
              <a:ext cx="15410" cy="14537"/>
            </a:xfrm>
            <a:custGeom>
              <a:avLst/>
              <a:pathLst>
                <a:path w="15410" h="14537">
                  <a:moveTo>
                    <a:pt x="13904" y="6597"/>
                  </a:moveTo>
                  <a:lnTo>
                    <a:pt x="12096" y="8652"/>
                  </a:lnTo>
                  <a:lnTo>
                    <a:pt x="6919" y="14537"/>
                  </a:lnTo>
                  <a:lnTo>
                    <a:pt x="5645" y="13586"/>
                  </a:lnTo>
                  <a:lnTo>
                    <a:pt x="4035" y="12383"/>
                  </a:lnTo>
                  <a:lnTo>
                    <a:pt x="1833" y="10739"/>
                  </a:lnTo>
                  <a:lnTo>
                    <a:pt x="0" y="9370"/>
                  </a:lnTo>
                  <a:lnTo>
                    <a:pt x="1451" y="7986"/>
                  </a:lnTo>
                  <a:lnTo>
                    <a:pt x="4757" y="4833"/>
                  </a:lnTo>
                  <a:lnTo>
                    <a:pt x="8655" y="1117"/>
                  </a:lnTo>
                  <a:lnTo>
                    <a:pt x="9827" y="0"/>
                  </a:lnTo>
                  <a:lnTo>
                    <a:pt x="11377" y="1356"/>
                  </a:lnTo>
                  <a:lnTo>
                    <a:pt x="12337" y="2196"/>
                  </a:lnTo>
                  <a:lnTo>
                    <a:pt x="13661" y="3355"/>
                  </a:lnTo>
                  <a:lnTo>
                    <a:pt x="14365" y="3970"/>
                  </a:lnTo>
                  <a:lnTo>
                    <a:pt x="15410" y="48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g678"/>
            <p:cNvSpPr/>
            <p:nvPr/>
          </p:nvSpPr>
          <p:spPr>
            <a:xfrm>
              <a:off x="4006232" y="2994423"/>
              <a:ext cx="12690" cy="14662"/>
            </a:xfrm>
            <a:custGeom>
              <a:avLst/>
              <a:pathLst>
                <a:path w="12690" h="14662">
                  <a:moveTo>
                    <a:pt x="5221" y="0"/>
                  </a:moveTo>
                  <a:lnTo>
                    <a:pt x="12690" y="8041"/>
                  </a:lnTo>
                  <a:lnTo>
                    <a:pt x="7684" y="14662"/>
                  </a:lnTo>
                  <a:lnTo>
                    <a:pt x="0" y="61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g679"/>
            <p:cNvSpPr/>
            <p:nvPr/>
          </p:nvSpPr>
          <p:spPr>
            <a:xfrm>
              <a:off x="3866884" y="2867354"/>
              <a:ext cx="126439" cy="150706"/>
            </a:xfrm>
            <a:custGeom>
              <a:avLst/>
              <a:pathLst>
                <a:path w="126439" h="150706">
                  <a:moveTo>
                    <a:pt x="54069" y="13641"/>
                  </a:moveTo>
                  <a:lnTo>
                    <a:pt x="61713" y="25750"/>
                  </a:lnTo>
                  <a:lnTo>
                    <a:pt x="68578" y="36626"/>
                  </a:lnTo>
                  <a:lnTo>
                    <a:pt x="75529" y="47637"/>
                  </a:lnTo>
                  <a:lnTo>
                    <a:pt x="83187" y="59768"/>
                  </a:lnTo>
                  <a:lnTo>
                    <a:pt x="58439" y="71836"/>
                  </a:lnTo>
                  <a:lnTo>
                    <a:pt x="63364" y="78129"/>
                  </a:lnTo>
                  <a:lnTo>
                    <a:pt x="89523" y="67943"/>
                  </a:lnTo>
                  <a:lnTo>
                    <a:pt x="90570" y="69597"/>
                  </a:lnTo>
                  <a:lnTo>
                    <a:pt x="92169" y="72123"/>
                  </a:lnTo>
                  <a:lnTo>
                    <a:pt x="97296" y="80597"/>
                  </a:lnTo>
                  <a:lnTo>
                    <a:pt x="111691" y="104390"/>
                  </a:lnTo>
                  <a:lnTo>
                    <a:pt x="126439" y="128766"/>
                  </a:lnTo>
                  <a:lnTo>
                    <a:pt x="116864" y="136090"/>
                  </a:lnTo>
                  <a:lnTo>
                    <a:pt x="97754" y="150706"/>
                  </a:lnTo>
                  <a:lnTo>
                    <a:pt x="87752" y="148507"/>
                  </a:lnTo>
                  <a:lnTo>
                    <a:pt x="74902" y="145682"/>
                  </a:lnTo>
                  <a:lnTo>
                    <a:pt x="62504" y="124315"/>
                  </a:lnTo>
                  <a:lnTo>
                    <a:pt x="45170" y="94442"/>
                  </a:lnTo>
                  <a:lnTo>
                    <a:pt x="33912" y="77338"/>
                  </a:lnTo>
                  <a:lnTo>
                    <a:pt x="20513" y="56983"/>
                  </a:lnTo>
                  <a:lnTo>
                    <a:pt x="15992" y="49592"/>
                  </a:lnTo>
                  <a:lnTo>
                    <a:pt x="2693" y="27847"/>
                  </a:lnTo>
                  <a:lnTo>
                    <a:pt x="0" y="23443"/>
                  </a:lnTo>
                  <a:lnTo>
                    <a:pt x="8400" y="19110"/>
                  </a:lnTo>
                  <a:lnTo>
                    <a:pt x="17726" y="14301"/>
                  </a:lnTo>
                  <a:lnTo>
                    <a:pt x="26550" y="9750"/>
                  </a:lnTo>
                  <a:lnTo>
                    <a:pt x="36195" y="4776"/>
                  </a:lnTo>
                  <a:lnTo>
                    <a:pt x="4545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g680"/>
            <p:cNvSpPr/>
            <p:nvPr/>
          </p:nvSpPr>
          <p:spPr>
            <a:xfrm>
              <a:off x="3991932" y="3246292"/>
              <a:ext cx="98473" cy="90446"/>
            </a:xfrm>
            <a:custGeom>
              <a:avLst/>
              <a:pathLst>
                <a:path w="98473" h="90446">
                  <a:moveTo>
                    <a:pt x="10050" y="58624"/>
                  </a:moveTo>
                  <a:lnTo>
                    <a:pt x="16484" y="50321"/>
                  </a:lnTo>
                  <a:lnTo>
                    <a:pt x="27028" y="36710"/>
                  </a:lnTo>
                  <a:lnTo>
                    <a:pt x="37493" y="23202"/>
                  </a:lnTo>
                  <a:lnTo>
                    <a:pt x="55469" y="0"/>
                  </a:lnTo>
                  <a:lnTo>
                    <a:pt x="66592" y="11104"/>
                  </a:lnTo>
                  <a:lnTo>
                    <a:pt x="98473" y="42932"/>
                  </a:lnTo>
                  <a:lnTo>
                    <a:pt x="92570" y="50725"/>
                  </a:lnTo>
                  <a:lnTo>
                    <a:pt x="88359" y="56285"/>
                  </a:lnTo>
                  <a:lnTo>
                    <a:pt x="83202" y="63094"/>
                  </a:lnTo>
                  <a:lnTo>
                    <a:pt x="78319" y="69541"/>
                  </a:lnTo>
                  <a:lnTo>
                    <a:pt x="73395" y="76042"/>
                  </a:lnTo>
                  <a:lnTo>
                    <a:pt x="62486" y="90446"/>
                  </a:lnTo>
                  <a:lnTo>
                    <a:pt x="57062" y="88810"/>
                  </a:lnTo>
                  <a:lnTo>
                    <a:pt x="47598" y="85955"/>
                  </a:lnTo>
                  <a:lnTo>
                    <a:pt x="35107" y="82188"/>
                  </a:lnTo>
                  <a:lnTo>
                    <a:pt x="23614" y="78721"/>
                  </a:lnTo>
                  <a:lnTo>
                    <a:pt x="0" y="71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g681"/>
            <p:cNvSpPr/>
            <p:nvPr/>
          </p:nvSpPr>
          <p:spPr>
            <a:xfrm>
              <a:off x="4017957" y="3189841"/>
              <a:ext cx="43586" cy="42205"/>
            </a:xfrm>
            <a:custGeom>
              <a:avLst/>
              <a:pathLst>
                <a:path w="43586" h="42205">
                  <a:moveTo>
                    <a:pt x="40600" y="27691"/>
                  </a:moveTo>
                  <a:lnTo>
                    <a:pt x="34443" y="36357"/>
                  </a:lnTo>
                  <a:lnTo>
                    <a:pt x="30289" y="42205"/>
                  </a:lnTo>
                  <a:lnTo>
                    <a:pt x="10918" y="20886"/>
                  </a:lnTo>
                  <a:lnTo>
                    <a:pt x="0" y="8869"/>
                  </a:lnTo>
                  <a:lnTo>
                    <a:pt x="1439" y="7036"/>
                  </a:lnTo>
                  <a:lnTo>
                    <a:pt x="5023" y="2472"/>
                  </a:lnTo>
                  <a:lnTo>
                    <a:pt x="6965" y="0"/>
                  </a:lnTo>
                  <a:lnTo>
                    <a:pt x="25809" y="9771"/>
                  </a:lnTo>
                  <a:lnTo>
                    <a:pt x="33955" y="13995"/>
                  </a:lnTo>
                  <a:lnTo>
                    <a:pt x="43586" y="234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g682"/>
            <p:cNvSpPr/>
            <p:nvPr/>
          </p:nvSpPr>
          <p:spPr>
            <a:xfrm>
              <a:off x="4224674" y="3309088"/>
              <a:ext cx="83089" cy="33677"/>
            </a:xfrm>
            <a:custGeom>
              <a:avLst/>
              <a:pathLst>
                <a:path w="83089" h="33677">
                  <a:moveTo>
                    <a:pt x="4149" y="18210"/>
                  </a:moveTo>
                  <a:lnTo>
                    <a:pt x="34052" y="5867"/>
                  </a:lnTo>
                  <a:lnTo>
                    <a:pt x="49651" y="3691"/>
                  </a:lnTo>
                  <a:lnTo>
                    <a:pt x="67291" y="1464"/>
                  </a:lnTo>
                  <a:lnTo>
                    <a:pt x="78888" y="0"/>
                  </a:lnTo>
                  <a:lnTo>
                    <a:pt x="83089" y="4602"/>
                  </a:lnTo>
                  <a:lnTo>
                    <a:pt x="83076" y="6487"/>
                  </a:lnTo>
                  <a:lnTo>
                    <a:pt x="83051" y="9966"/>
                  </a:lnTo>
                  <a:lnTo>
                    <a:pt x="73325" y="12997"/>
                  </a:lnTo>
                  <a:lnTo>
                    <a:pt x="64318" y="15804"/>
                  </a:lnTo>
                  <a:lnTo>
                    <a:pt x="60556" y="16977"/>
                  </a:lnTo>
                  <a:lnTo>
                    <a:pt x="56796" y="18148"/>
                  </a:lnTo>
                  <a:lnTo>
                    <a:pt x="49079" y="20553"/>
                  </a:lnTo>
                  <a:lnTo>
                    <a:pt x="39023" y="23687"/>
                  </a:lnTo>
                  <a:lnTo>
                    <a:pt x="27526" y="27270"/>
                  </a:lnTo>
                  <a:lnTo>
                    <a:pt x="16948" y="30566"/>
                  </a:lnTo>
                  <a:lnTo>
                    <a:pt x="6967" y="33677"/>
                  </a:lnTo>
                  <a:lnTo>
                    <a:pt x="1495" y="27558"/>
                  </a:lnTo>
                  <a:lnTo>
                    <a:pt x="0" y="2588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g683"/>
            <p:cNvSpPr/>
            <p:nvPr/>
          </p:nvSpPr>
          <p:spPr>
            <a:xfrm>
              <a:off x="4089085" y="3284887"/>
              <a:ext cx="91781" cy="97779"/>
            </a:xfrm>
            <a:custGeom>
              <a:avLst/>
              <a:pathLst>
                <a:path w="91781" h="97779">
                  <a:moveTo>
                    <a:pt x="5751" y="60248"/>
                  </a:moveTo>
                  <a:lnTo>
                    <a:pt x="15371" y="47579"/>
                  </a:lnTo>
                  <a:lnTo>
                    <a:pt x="29448" y="29040"/>
                  </a:lnTo>
                  <a:lnTo>
                    <a:pt x="40074" y="15045"/>
                  </a:lnTo>
                  <a:lnTo>
                    <a:pt x="41420" y="13332"/>
                  </a:lnTo>
                  <a:lnTo>
                    <a:pt x="49379" y="3206"/>
                  </a:lnTo>
                  <a:lnTo>
                    <a:pt x="51899" y="0"/>
                  </a:lnTo>
                  <a:lnTo>
                    <a:pt x="66022" y="11289"/>
                  </a:lnTo>
                  <a:lnTo>
                    <a:pt x="91781" y="31879"/>
                  </a:lnTo>
                  <a:lnTo>
                    <a:pt x="86700" y="38320"/>
                  </a:lnTo>
                  <a:lnTo>
                    <a:pt x="82089" y="44165"/>
                  </a:lnTo>
                  <a:lnTo>
                    <a:pt x="76647" y="51063"/>
                  </a:lnTo>
                  <a:lnTo>
                    <a:pt x="71805" y="57200"/>
                  </a:lnTo>
                  <a:lnTo>
                    <a:pt x="63394" y="67862"/>
                  </a:lnTo>
                  <a:lnTo>
                    <a:pt x="56086" y="77124"/>
                  </a:lnTo>
                  <a:lnTo>
                    <a:pt x="39792" y="97779"/>
                  </a:lnTo>
                  <a:lnTo>
                    <a:pt x="36405" y="95229"/>
                  </a:lnTo>
                  <a:lnTo>
                    <a:pt x="32653" y="92405"/>
                  </a:lnTo>
                  <a:lnTo>
                    <a:pt x="27031" y="88173"/>
                  </a:lnTo>
                  <a:lnTo>
                    <a:pt x="21679" y="84144"/>
                  </a:lnTo>
                  <a:lnTo>
                    <a:pt x="16547" y="80280"/>
                  </a:lnTo>
                  <a:lnTo>
                    <a:pt x="11478" y="76464"/>
                  </a:lnTo>
                  <a:lnTo>
                    <a:pt x="5773" y="72170"/>
                  </a:lnTo>
                  <a:lnTo>
                    <a:pt x="0" y="678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g684"/>
            <p:cNvSpPr/>
            <p:nvPr/>
          </p:nvSpPr>
          <p:spPr>
            <a:xfrm>
              <a:off x="4191515" y="3238758"/>
              <a:ext cx="91775" cy="95865"/>
            </a:xfrm>
            <a:custGeom>
              <a:avLst/>
              <a:pathLst>
                <a:path w="91775" h="95865">
                  <a:moveTo>
                    <a:pt x="3894" y="74318"/>
                  </a:moveTo>
                  <a:lnTo>
                    <a:pt x="4831" y="72876"/>
                  </a:lnTo>
                  <a:lnTo>
                    <a:pt x="8575" y="66635"/>
                  </a:lnTo>
                  <a:lnTo>
                    <a:pt x="14735" y="56369"/>
                  </a:lnTo>
                  <a:lnTo>
                    <a:pt x="18633" y="49872"/>
                  </a:lnTo>
                  <a:lnTo>
                    <a:pt x="20927" y="46049"/>
                  </a:lnTo>
                  <a:lnTo>
                    <a:pt x="22275" y="43972"/>
                  </a:lnTo>
                  <a:lnTo>
                    <a:pt x="27868" y="35361"/>
                  </a:lnTo>
                  <a:lnTo>
                    <a:pt x="31449" y="29846"/>
                  </a:lnTo>
                  <a:lnTo>
                    <a:pt x="37103" y="21140"/>
                  </a:lnTo>
                  <a:lnTo>
                    <a:pt x="38949" y="19234"/>
                  </a:lnTo>
                  <a:lnTo>
                    <a:pt x="47983" y="9908"/>
                  </a:lnTo>
                  <a:lnTo>
                    <a:pt x="52690" y="5048"/>
                  </a:lnTo>
                  <a:lnTo>
                    <a:pt x="57579" y="0"/>
                  </a:lnTo>
                  <a:lnTo>
                    <a:pt x="68129" y="7939"/>
                  </a:lnTo>
                  <a:lnTo>
                    <a:pt x="87671" y="22646"/>
                  </a:lnTo>
                  <a:lnTo>
                    <a:pt x="91775" y="26582"/>
                  </a:lnTo>
                  <a:lnTo>
                    <a:pt x="80211" y="43770"/>
                  </a:lnTo>
                  <a:lnTo>
                    <a:pt x="60651" y="72841"/>
                  </a:lnTo>
                  <a:lnTo>
                    <a:pt x="52641" y="77069"/>
                  </a:lnTo>
                  <a:lnTo>
                    <a:pt x="17036" y="95865"/>
                  </a:lnTo>
                  <a:lnTo>
                    <a:pt x="9070" y="88592"/>
                  </a:lnTo>
                  <a:lnTo>
                    <a:pt x="0" y="8031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g685"/>
            <p:cNvSpPr/>
            <p:nvPr/>
          </p:nvSpPr>
          <p:spPr>
            <a:xfrm>
              <a:off x="4269294" y="3271529"/>
              <a:ext cx="41230" cy="36303"/>
            </a:xfrm>
            <a:custGeom>
              <a:avLst/>
              <a:pathLst>
                <a:path w="41230" h="36303">
                  <a:moveTo>
                    <a:pt x="2463" y="16331"/>
                  </a:moveTo>
                  <a:lnTo>
                    <a:pt x="5806" y="12624"/>
                  </a:lnTo>
                  <a:lnTo>
                    <a:pt x="8984" y="9100"/>
                  </a:lnTo>
                  <a:lnTo>
                    <a:pt x="13818" y="3739"/>
                  </a:lnTo>
                  <a:lnTo>
                    <a:pt x="17191" y="0"/>
                  </a:lnTo>
                  <a:lnTo>
                    <a:pt x="29427" y="8357"/>
                  </a:lnTo>
                  <a:lnTo>
                    <a:pt x="30043" y="8777"/>
                  </a:lnTo>
                  <a:lnTo>
                    <a:pt x="41230" y="16418"/>
                  </a:lnTo>
                  <a:lnTo>
                    <a:pt x="33940" y="23225"/>
                  </a:lnTo>
                  <a:lnTo>
                    <a:pt x="19934" y="36303"/>
                  </a:lnTo>
                  <a:lnTo>
                    <a:pt x="12308" y="28575"/>
                  </a:lnTo>
                  <a:lnTo>
                    <a:pt x="0" y="1906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g686"/>
            <p:cNvSpPr/>
            <p:nvPr/>
          </p:nvSpPr>
          <p:spPr>
            <a:xfrm>
              <a:off x="4147013" y="3257759"/>
              <a:ext cx="72117" cy="51848"/>
            </a:xfrm>
            <a:custGeom>
              <a:avLst/>
              <a:pathLst>
                <a:path w="72117" h="51848">
                  <a:moveTo>
                    <a:pt x="4817" y="18897"/>
                  </a:moveTo>
                  <a:lnTo>
                    <a:pt x="6632" y="16879"/>
                  </a:lnTo>
                  <a:lnTo>
                    <a:pt x="22694" y="21614"/>
                  </a:lnTo>
                  <a:lnTo>
                    <a:pt x="24849" y="20765"/>
                  </a:lnTo>
                  <a:lnTo>
                    <a:pt x="32755" y="17647"/>
                  </a:lnTo>
                  <a:lnTo>
                    <a:pt x="38590" y="15224"/>
                  </a:lnTo>
                  <a:lnTo>
                    <a:pt x="45502" y="12354"/>
                  </a:lnTo>
                  <a:lnTo>
                    <a:pt x="51440" y="7037"/>
                  </a:lnTo>
                  <a:lnTo>
                    <a:pt x="59300" y="0"/>
                  </a:lnTo>
                  <a:lnTo>
                    <a:pt x="65008" y="3726"/>
                  </a:lnTo>
                  <a:lnTo>
                    <a:pt x="72117" y="8369"/>
                  </a:lnTo>
                  <a:lnTo>
                    <a:pt x="66974" y="14187"/>
                  </a:lnTo>
                  <a:lnTo>
                    <a:pt x="59504" y="22638"/>
                  </a:lnTo>
                  <a:lnTo>
                    <a:pt x="49984" y="33408"/>
                  </a:lnTo>
                  <a:lnTo>
                    <a:pt x="41699" y="42781"/>
                  </a:lnTo>
                  <a:lnTo>
                    <a:pt x="33684" y="51848"/>
                  </a:lnTo>
                  <a:lnTo>
                    <a:pt x="21822" y="40581"/>
                  </a:lnTo>
                  <a:lnTo>
                    <a:pt x="18108" y="37053"/>
                  </a:lnTo>
                  <a:lnTo>
                    <a:pt x="0" y="2425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g687"/>
            <p:cNvSpPr/>
            <p:nvPr/>
          </p:nvSpPr>
          <p:spPr>
            <a:xfrm>
              <a:off x="4264701" y="3235779"/>
              <a:ext cx="43738" cy="36089"/>
            </a:xfrm>
            <a:custGeom>
              <a:avLst/>
              <a:pathLst>
                <a:path w="43738" h="36089">
                  <a:moveTo>
                    <a:pt x="1838" y="3194"/>
                  </a:moveTo>
                  <a:lnTo>
                    <a:pt x="4356" y="0"/>
                  </a:lnTo>
                  <a:lnTo>
                    <a:pt x="20131" y="12487"/>
                  </a:lnTo>
                  <a:lnTo>
                    <a:pt x="23247" y="14953"/>
                  </a:lnTo>
                  <a:lnTo>
                    <a:pt x="43738" y="29470"/>
                  </a:lnTo>
                  <a:lnTo>
                    <a:pt x="40791" y="32486"/>
                  </a:lnTo>
                  <a:lnTo>
                    <a:pt x="37270" y="36089"/>
                  </a:lnTo>
                  <a:lnTo>
                    <a:pt x="29467" y="30168"/>
                  </a:lnTo>
                  <a:lnTo>
                    <a:pt x="17877" y="21376"/>
                  </a:lnTo>
                  <a:lnTo>
                    <a:pt x="12520" y="16626"/>
                  </a:lnTo>
                  <a:lnTo>
                    <a:pt x="0" y="552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g688"/>
            <p:cNvSpPr/>
            <p:nvPr/>
          </p:nvSpPr>
          <p:spPr>
            <a:xfrm>
              <a:off x="4274553" y="3183272"/>
              <a:ext cx="77647" cy="78791"/>
            </a:xfrm>
            <a:custGeom>
              <a:avLst/>
              <a:pathLst>
                <a:path w="77647" h="78791">
                  <a:moveTo>
                    <a:pt x="5640" y="41117"/>
                  </a:moveTo>
                  <a:lnTo>
                    <a:pt x="10751" y="34676"/>
                  </a:lnTo>
                  <a:lnTo>
                    <a:pt x="15895" y="28192"/>
                  </a:lnTo>
                  <a:lnTo>
                    <a:pt x="22728" y="19580"/>
                  </a:lnTo>
                  <a:lnTo>
                    <a:pt x="29571" y="10955"/>
                  </a:lnTo>
                  <a:lnTo>
                    <a:pt x="38263" y="0"/>
                  </a:lnTo>
                  <a:lnTo>
                    <a:pt x="52223" y="11049"/>
                  </a:lnTo>
                  <a:lnTo>
                    <a:pt x="57156" y="14953"/>
                  </a:lnTo>
                  <a:lnTo>
                    <a:pt x="77647" y="29473"/>
                  </a:lnTo>
                  <a:lnTo>
                    <a:pt x="71845" y="36560"/>
                  </a:lnTo>
                  <a:lnTo>
                    <a:pt x="61424" y="49289"/>
                  </a:lnTo>
                  <a:lnTo>
                    <a:pt x="49068" y="64381"/>
                  </a:lnTo>
                  <a:lnTo>
                    <a:pt x="37270" y="78791"/>
                  </a:lnTo>
                  <a:lnTo>
                    <a:pt x="17878" y="64076"/>
                  </a:lnTo>
                  <a:lnTo>
                    <a:pt x="17730" y="63945"/>
                  </a:lnTo>
                  <a:lnTo>
                    <a:pt x="0" y="482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g689"/>
            <p:cNvSpPr/>
            <p:nvPr/>
          </p:nvSpPr>
          <p:spPr>
            <a:xfrm>
              <a:off x="4354082" y="3546675"/>
              <a:ext cx="93952" cy="110059"/>
            </a:xfrm>
            <a:custGeom>
              <a:avLst/>
              <a:pathLst>
                <a:path w="93952" h="110059">
                  <a:moveTo>
                    <a:pt x="50515" y="3719"/>
                  </a:moveTo>
                  <a:lnTo>
                    <a:pt x="60503" y="5864"/>
                  </a:lnTo>
                  <a:lnTo>
                    <a:pt x="65267" y="5664"/>
                  </a:lnTo>
                  <a:lnTo>
                    <a:pt x="77648" y="5146"/>
                  </a:lnTo>
                  <a:lnTo>
                    <a:pt x="79622" y="5160"/>
                  </a:lnTo>
                  <a:lnTo>
                    <a:pt x="93952" y="5263"/>
                  </a:lnTo>
                  <a:lnTo>
                    <a:pt x="91103" y="12327"/>
                  </a:lnTo>
                  <a:lnTo>
                    <a:pt x="86872" y="25361"/>
                  </a:lnTo>
                  <a:lnTo>
                    <a:pt x="86196" y="27443"/>
                  </a:lnTo>
                  <a:lnTo>
                    <a:pt x="84986" y="31174"/>
                  </a:lnTo>
                  <a:lnTo>
                    <a:pt x="91074" y="33655"/>
                  </a:lnTo>
                  <a:lnTo>
                    <a:pt x="85631" y="49489"/>
                  </a:lnTo>
                  <a:lnTo>
                    <a:pt x="80535" y="64313"/>
                  </a:lnTo>
                  <a:lnTo>
                    <a:pt x="79115" y="69194"/>
                  </a:lnTo>
                  <a:lnTo>
                    <a:pt x="78143" y="72532"/>
                  </a:lnTo>
                  <a:lnTo>
                    <a:pt x="70180" y="90171"/>
                  </a:lnTo>
                  <a:lnTo>
                    <a:pt x="61201" y="110059"/>
                  </a:lnTo>
                  <a:lnTo>
                    <a:pt x="39508" y="101789"/>
                  </a:lnTo>
                  <a:lnTo>
                    <a:pt x="32654" y="99176"/>
                  </a:lnTo>
                  <a:lnTo>
                    <a:pt x="0" y="80553"/>
                  </a:lnTo>
                  <a:lnTo>
                    <a:pt x="6114" y="68333"/>
                  </a:lnTo>
                  <a:lnTo>
                    <a:pt x="11778" y="57014"/>
                  </a:lnTo>
                  <a:lnTo>
                    <a:pt x="16524" y="47530"/>
                  </a:lnTo>
                  <a:lnTo>
                    <a:pt x="21779" y="37029"/>
                  </a:lnTo>
                  <a:lnTo>
                    <a:pt x="22501" y="35585"/>
                  </a:lnTo>
                  <a:lnTo>
                    <a:pt x="27846" y="23825"/>
                  </a:lnTo>
                  <a:lnTo>
                    <a:pt x="33088" y="12289"/>
                  </a:lnTo>
                  <a:lnTo>
                    <a:pt x="38673" y="0"/>
                  </a:lnTo>
                  <a:lnTo>
                    <a:pt x="46312" y="281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g690"/>
            <p:cNvSpPr/>
            <p:nvPr/>
          </p:nvSpPr>
          <p:spPr>
            <a:xfrm>
              <a:off x="4292101" y="3530802"/>
              <a:ext cx="93648" cy="94681"/>
            </a:xfrm>
            <a:custGeom>
              <a:avLst/>
              <a:pathLst>
                <a:path w="93648" h="94681">
                  <a:moveTo>
                    <a:pt x="69932" y="62953"/>
                  </a:moveTo>
                  <a:lnTo>
                    <a:pt x="62111" y="79062"/>
                  </a:lnTo>
                  <a:lnTo>
                    <a:pt x="54526" y="94681"/>
                  </a:lnTo>
                  <a:lnTo>
                    <a:pt x="41240" y="88864"/>
                  </a:lnTo>
                  <a:lnTo>
                    <a:pt x="30741" y="84266"/>
                  </a:lnTo>
                  <a:lnTo>
                    <a:pt x="25550" y="81994"/>
                  </a:lnTo>
                  <a:lnTo>
                    <a:pt x="11483" y="75236"/>
                  </a:lnTo>
                  <a:lnTo>
                    <a:pt x="0" y="69720"/>
                  </a:lnTo>
                  <a:lnTo>
                    <a:pt x="4619" y="57601"/>
                  </a:lnTo>
                  <a:lnTo>
                    <a:pt x="8722" y="46839"/>
                  </a:lnTo>
                  <a:lnTo>
                    <a:pt x="12865" y="35969"/>
                  </a:lnTo>
                  <a:lnTo>
                    <a:pt x="18671" y="20739"/>
                  </a:lnTo>
                  <a:lnTo>
                    <a:pt x="20548" y="16882"/>
                  </a:lnTo>
                  <a:lnTo>
                    <a:pt x="26796" y="4040"/>
                  </a:lnTo>
                  <a:lnTo>
                    <a:pt x="55185" y="0"/>
                  </a:lnTo>
                  <a:lnTo>
                    <a:pt x="66652" y="5023"/>
                  </a:lnTo>
                  <a:lnTo>
                    <a:pt x="75983" y="9229"/>
                  </a:lnTo>
                  <a:lnTo>
                    <a:pt x="93648" y="17193"/>
                  </a:lnTo>
                  <a:lnTo>
                    <a:pt x="86919" y="29857"/>
                  </a:lnTo>
                  <a:lnTo>
                    <a:pt x="78166" y="46328"/>
                  </a:lnTo>
                  <a:lnTo>
                    <a:pt x="76298" y="498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g691"/>
            <p:cNvSpPr/>
            <p:nvPr/>
          </p:nvSpPr>
          <p:spPr>
            <a:xfrm>
              <a:off x="4417986" y="3553408"/>
              <a:ext cx="94846" cy="124425"/>
            </a:xfrm>
            <a:custGeom>
              <a:avLst/>
              <a:pathLst>
                <a:path w="94846" h="124425">
                  <a:moveTo>
                    <a:pt x="30295" y="39871"/>
                  </a:moveTo>
                  <a:lnTo>
                    <a:pt x="32657" y="26838"/>
                  </a:lnTo>
                  <a:lnTo>
                    <a:pt x="33874" y="20121"/>
                  </a:lnTo>
                  <a:lnTo>
                    <a:pt x="26153" y="18210"/>
                  </a:lnTo>
                  <a:lnTo>
                    <a:pt x="27937" y="13402"/>
                  </a:lnTo>
                  <a:lnTo>
                    <a:pt x="31048" y="5020"/>
                  </a:lnTo>
                  <a:lnTo>
                    <a:pt x="32911" y="0"/>
                  </a:lnTo>
                  <a:lnTo>
                    <a:pt x="37431" y="491"/>
                  </a:lnTo>
                  <a:lnTo>
                    <a:pt x="50171" y="1876"/>
                  </a:lnTo>
                  <a:lnTo>
                    <a:pt x="58972" y="3476"/>
                  </a:lnTo>
                  <a:lnTo>
                    <a:pt x="67829" y="5086"/>
                  </a:lnTo>
                  <a:lnTo>
                    <a:pt x="94846" y="37518"/>
                  </a:lnTo>
                  <a:lnTo>
                    <a:pt x="88041" y="53564"/>
                  </a:lnTo>
                  <a:lnTo>
                    <a:pt x="83410" y="64484"/>
                  </a:lnTo>
                  <a:lnTo>
                    <a:pt x="79801" y="72993"/>
                  </a:lnTo>
                  <a:lnTo>
                    <a:pt x="75988" y="81985"/>
                  </a:lnTo>
                  <a:lnTo>
                    <a:pt x="72716" y="89699"/>
                  </a:lnTo>
                  <a:lnTo>
                    <a:pt x="68290" y="100135"/>
                  </a:lnTo>
                  <a:lnTo>
                    <a:pt x="64934" y="108050"/>
                  </a:lnTo>
                  <a:lnTo>
                    <a:pt x="61263" y="116705"/>
                  </a:lnTo>
                  <a:lnTo>
                    <a:pt x="57989" y="124425"/>
                  </a:lnTo>
                  <a:lnTo>
                    <a:pt x="39243" y="119716"/>
                  </a:lnTo>
                  <a:lnTo>
                    <a:pt x="0" y="109857"/>
                  </a:lnTo>
                  <a:lnTo>
                    <a:pt x="4796" y="99058"/>
                  </a:lnTo>
                  <a:lnTo>
                    <a:pt x="10951" y="85203"/>
                  </a:lnTo>
                  <a:lnTo>
                    <a:pt x="15963" y="73922"/>
                  </a:lnTo>
                  <a:lnTo>
                    <a:pt x="21226" y="62072"/>
                  </a:lnTo>
                  <a:lnTo>
                    <a:pt x="25960" y="51416"/>
                  </a:lnTo>
                  <a:lnTo>
                    <a:pt x="29749" y="428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g692"/>
            <p:cNvSpPr/>
            <p:nvPr/>
          </p:nvSpPr>
          <p:spPr>
            <a:xfrm>
              <a:off x="4160173" y="3471936"/>
              <a:ext cx="46247" cy="58788"/>
            </a:xfrm>
            <a:custGeom>
              <a:avLst/>
              <a:pathLst>
                <a:path w="46247" h="58788">
                  <a:moveTo>
                    <a:pt x="13544" y="1005"/>
                  </a:moveTo>
                  <a:lnTo>
                    <a:pt x="25115" y="2520"/>
                  </a:lnTo>
                  <a:lnTo>
                    <a:pt x="36753" y="4044"/>
                  </a:lnTo>
                  <a:lnTo>
                    <a:pt x="35586" y="16145"/>
                  </a:lnTo>
                  <a:lnTo>
                    <a:pt x="34891" y="23344"/>
                  </a:lnTo>
                  <a:lnTo>
                    <a:pt x="41911" y="24279"/>
                  </a:lnTo>
                  <a:lnTo>
                    <a:pt x="46247" y="24858"/>
                  </a:lnTo>
                  <a:lnTo>
                    <a:pt x="45933" y="35328"/>
                  </a:lnTo>
                  <a:lnTo>
                    <a:pt x="45230" y="58788"/>
                  </a:lnTo>
                  <a:lnTo>
                    <a:pt x="44611" y="58669"/>
                  </a:lnTo>
                  <a:lnTo>
                    <a:pt x="36543" y="58611"/>
                  </a:lnTo>
                  <a:lnTo>
                    <a:pt x="30206" y="58566"/>
                  </a:lnTo>
                  <a:lnTo>
                    <a:pt x="29146" y="58559"/>
                  </a:lnTo>
                  <a:lnTo>
                    <a:pt x="26561" y="58469"/>
                  </a:lnTo>
                  <a:lnTo>
                    <a:pt x="23045" y="58429"/>
                  </a:lnTo>
                  <a:lnTo>
                    <a:pt x="16280" y="58354"/>
                  </a:lnTo>
                  <a:lnTo>
                    <a:pt x="7467" y="58257"/>
                  </a:lnTo>
                  <a:lnTo>
                    <a:pt x="0" y="58173"/>
                  </a:lnTo>
                  <a:lnTo>
                    <a:pt x="912" y="49126"/>
                  </a:lnTo>
                  <a:lnTo>
                    <a:pt x="2835" y="30065"/>
                  </a:lnTo>
                  <a:lnTo>
                    <a:pt x="4562" y="12939"/>
                  </a:lnTo>
                  <a:lnTo>
                    <a:pt x="5868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g693"/>
            <p:cNvSpPr/>
            <p:nvPr/>
          </p:nvSpPr>
          <p:spPr>
            <a:xfrm>
              <a:off x="4199046" y="3465561"/>
              <a:ext cx="48111" cy="27877"/>
            </a:xfrm>
            <a:custGeom>
              <a:avLst/>
              <a:pathLst>
                <a:path w="48111" h="27877">
                  <a:moveTo>
                    <a:pt x="27227" y="5915"/>
                  </a:moveTo>
                  <a:lnTo>
                    <a:pt x="48111" y="10629"/>
                  </a:lnTo>
                  <a:lnTo>
                    <a:pt x="47406" y="18048"/>
                  </a:lnTo>
                  <a:lnTo>
                    <a:pt x="46473" y="27877"/>
                  </a:lnTo>
                  <a:lnTo>
                    <a:pt x="36975" y="25789"/>
                  </a:lnTo>
                  <a:lnTo>
                    <a:pt x="29999" y="24256"/>
                  </a:lnTo>
                  <a:lnTo>
                    <a:pt x="22686" y="22649"/>
                  </a:lnTo>
                  <a:lnTo>
                    <a:pt x="16842" y="21365"/>
                  </a:lnTo>
                  <a:lnTo>
                    <a:pt x="10956" y="20071"/>
                  </a:lnTo>
                  <a:lnTo>
                    <a:pt x="0" y="17663"/>
                  </a:lnTo>
                  <a:lnTo>
                    <a:pt x="487" y="9181"/>
                  </a:lnTo>
                  <a:lnTo>
                    <a:pt x="1015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g694"/>
            <p:cNvSpPr/>
            <p:nvPr/>
          </p:nvSpPr>
          <p:spPr>
            <a:xfrm>
              <a:off x="4116952" y="3541686"/>
              <a:ext cx="84746" cy="38379"/>
            </a:xfrm>
            <a:custGeom>
              <a:avLst/>
              <a:pathLst>
                <a:path w="84746" h="38379">
                  <a:moveTo>
                    <a:pt x="80268" y="8496"/>
                  </a:moveTo>
                  <a:lnTo>
                    <a:pt x="64518" y="38379"/>
                  </a:lnTo>
                  <a:lnTo>
                    <a:pt x="56691" y="34608"/>
                  </a:lnTo>
                  <a:lnTo>
                    <a:pt x="47748" y="30299"/>
                  </a:lnTo>
                  <a:lnTo>
                    <a:pt x="41604" y="27338"/>
                  </a:lnTo>
                  <a:lnTo>
                    <a:pt x="31170" y="22311"/>
                  </a:lnTo>
                  <a:lnTo>
                    <a:pt x="15680" y="14848"/>
                  </a:lnTo>
                  <a:lnTo>
                    <a:pt x="0" y="7292"/>
                  </a:lnTo>
                  <a:lnTo>
                    <a:pt x="1221" y="4675"/>
                  </a:lnTo>
                  <a:lnTo>
                    <a:pt x="42021" y="2391"/>
                  </a:lnTo>
                  <a:lnTo>
                    <a:pt x="84746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g695"/>
            <p:cNvSpPr/>
            <p:nvPr/>
          </p:nvSpPr>
          <p:spPr>
            <a:xfrm>
              <a:off x="4188226" y="3548572"/>
              <a:ext cx="110005" cy="63443"/>
            </a:xfrm>
            <a:custGeom>
              <a:avLst/>
              <a:pathLst>
                <a:path w="110005" h="63443">
                  <a:moveTo>
                    <a:pt x="104617" y="19107"/>
                  </a:moveTo>
                  <a:lnTo>
                    <a:pt x="99879" y="28136"/>
                  </a:lnTo>
                  <a:lnTo>
                    <a:pt x="90211" y="46559"/>
                  </a:lnTo>
                  <a:lnTo>
                    <a:pt x="90139" y="46697"/>
                  </a:lnTo>
                  <a:lnTo>
                    <a:pt x="81863" y="63443"/>
                  </a:lnTo>
                  <a:lnTo>
                    <a:pt x="68722" y="61678"/>
                  </a:lnTo>
                  <a:lnTo>
                    <a:pt x="58263" y="60273"/>
                  </a:lnTo>
                  <a:lnTo>
                    <a:pt x="53013" y="59567"/>
                  </a:lnTo>
                  <a:lnTo>
                    <a:pt x="43450" y="55587"/>
                  </a:lnTo>
                  <a:lnTo>
                    <a:pt x="34067" y="51682"/>
                  </a:lnTo>
                  <a:lnTo>
                    <a:pt x="21984" y="46653"/>
                  </a:lnTo>
                  <a:lnTo>
                    <a:pt x="0" y="37502"/>
                  </a:lnTo>
                  <a:lnTo>
                    <a:pt x="2894" y="32125"/>
                  </a:lnTo>
                  <a:lnTo>
                    <a:pt x="5665" y="26977"/>
                  </a:lnTo>
                  <a:lnTo>
                    <a:pt x="8441" y="21819"/>
                  </a:lnTo>
                  <a:lnTo>
                    <a:pt x="12660" y="13980"/>
                  </a:lnTo>
                  <a:lnTo>
                    <a:pt x="17019" y="5882"/>
                  </a:lnTo>
                  <a:lnTo>
                    <a:pt x="20185" y="0"/>
                  </a:lnTo>
                  <a:lnTo>
                    <a:pt x="60427" y="3961"/>
                  </a:lnTo>
                  <a:lnTo>
                    <a:pt x="110005" y="88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g696"/>
            <p:cNvSpPr/>
            <p:nvPr/>
          </p:nvSpPr>
          <p:spPr>
            <a:xfrm>
              <a:off x="3410279" y="3276249"/>
              <a:ext cx="42836" cy="49439"/>
            </a:xfrm>
            <a:custGeom>
              <a:avLst/>
              <a:pathLst>
                <a:path w="42836" h="49439">
                  <a:moveTo>
                    <a:pt x="8388" y="5109"/>
                  </a:moveTo>
                  <a:lnTo>
                    <a:pt x="21868" y="0"/>
                  </a:lnTo>
                  <a:lnTo>
                    <a:pt x="24743" y="5899"/>
                  </a:lnTo>
                  <a:lnTo>
                    <a:pt x="27322" y="11194"/>
                  </a:lnTo>
                  <a:lnTo>
                    <a:pt x="31209" y="19170"/>
                  </a:lnTo>
                  <a:lnTo>
                    <a:pt x="35488" y="27952"/>
                  </a:lnTo>
                  <a:lnTo>
                    <a:pt x="38689" y="34523"/>
                  </a:lnTo>
                  <a:lnTo>
                    <a:pt x="42836" y="43034"/>
                  </a:lnTo>
                  <a:lnTo>
                    <a:pt x="34911" y="45700"/>
                  </a:lnTo>
                  <a:lnTo>
                    <a:pt x="23793" y="49439"/>
                  </a:lnTo>
                  <a:lnTo>
                    <a:pt x="11160" y="27590"/>
                  </a:lnTo>
                  <a:lnTo>
                    <a:pt x="0" y="82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g697"/>
            <p:cNvSpPr/>
            <p:nvPr/>
          </p:nvSpPr>
          <p:spPr>
            <a:xfrm>
              <a:off x="3440312" y="3264452"/>
              <a:ext cx="72778" cy="51559"/>
            </a:xfrm>
            <a:custGeom>
              <a:avLst/>
              <a:pathLst>
                <a:path w="72778" h="51559">
                  <a:moveTo>
                    <a:pt x="19811" y="8379"/>
                  </a:moveTo>
                  <a:lnTo>
                    <a:pt x="40530" y="2454"/>
                  </a:lnTo>
                  <a:lnTo>
                    <a:pt x="50253" y="0"/>
                  </a:lnTo>
                  <a:lnTo>
                    <a:pt x="53136" y="4419"/>
                  </a:lnTo>
                  <a:lnTo>
                    <a:pt x="55357" y="7825"/>
                  </a:lnTo>
                  <a:lnTo>
                    <a:pt x="59232" y="13766"/>
                  </a:lnTo>
                  <a:lnTo>
                    <a:pt x="62854" y="19321"/>
                  </a:lnTo>
                  <a:lnTo>
                    <a:pt x="66272" y="24562"/>
                  </a:lnTo>
                  <a:lnTo>
                    <a:pt x="69517" y="29537"/>
                  </a:lnTo>
                  <a:lnTo>
                    <a:pt x="72778" y="34536"/>
                  </a:lnTo>
                  <a:lnTo>
                    <a:pt x="57113" y="37536"/>
                  </a:lnTo>
                  <a:lnTo>
                    <a:pt x="41302" y="39874"/>
                  </a:lnTo>
                  <a:lnTo>
                    <a:pt x="37763" y="40397"/>
                  </a:lnTo>
                  <a:lnTo>
                    <a:pt x="16341" y="51559"/>
                  </a:lnTo>
                  <a:lnTo>
                    <a:pt x="14173" y="46582"/>
                  </a:lnTo>
                  <a:lnTo>
                    <a:pt x="11580" y="40629"/>
                  </a:lnTo>
                  <a:lnTo>
                    <a:pt x="9182" y="35125"/>
                  </a:lnTo>
                  <a:lnTo>
                    <a:pt x="5309" y="26233"/>
                  </a:lnTo>
                  <a:lnTo>
                    <a:pt x="0" y="1404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g698"/>
            <p:cNvSpPr/>
            <p:nvPr/>
          </p:nvSpPr>
          <p:spPr>
            <a:xfrm>
              <a:off x="3426307" y="3212333"/>
              <a:ext cx="62620" cy="59823"/>
            </a:xfrm>
            <a:custGeom>
              <a:avLst/>
              <a:pathLst>
                <a:path w="62620" h="59823">
                  <a:moveTo>
                    <a:pt x="3649" y="9701"/>
                  </a:moveTo>
                  <a:lnTo>
                    <a:pt x="6886" y="8319"/>
                  </a:lnTo>
                  <a:lnTo>
                    <a:pt x="10094" y="6949"/>
                  </a:lnTo>
                  <a:lnTo>
                    <a:pt x="12833" y="5781"/>
                  </a:lnTo>
                  <a:lnTo>
                    <a:pt x="15816" y="4507"/>
                  </a:lnTo>
                  <a:lnTo>
                    <a:pt x="18441" y="3387"/>
                  </a:lnTo>
                  <a:lnTo>
                    <a:pt x="22060" y="1842"/>
                  </a:lnTo>
                  <a:lnTo>
                    <a:pt x="26376" y="0"/>
                  </a:lnTo>
                  <a:lnTo>
                    <a:pt x="27239" y="10"/>
                  </a:lnTo>
                  <a:lnTo>
                    <a:pt x="32279" y="70"/>
                  </a:lnTo>
                  <a:lnTo>
                    <a:pt x="40380" y="168"/>
                  </a:lnTo>
                  <a:lnTo>
                    <a:pt x="42753" y="6426"/>
                  </a:lnTo>
                  <a:lnTo>
                    <a:pt x="46405" y="16058"/>
                  </a:lnTo>
                  <a:lnTo>
                    <a:pt x="48491" y="21559"/>
                  </a:lnTo>
                  <a:lnTo>
                    <a:pt x="50044" y="24504"/>
                  </a:lnTo>
                  <a:lnTo>
                    <a:pt x="56678" y="37083"/>
                  </a:lnTo>
                  <a:lnTo>
                    <a:pt x="62620" y="48351"/>
                  </a:lnTo>
                  <a:lnTo>
                    <a:pt x="45276" y="53076"/>
                  </a:lnTo>
                  <a:lnTo>
                    <a:pt x="20513" y="59823"/>
                  </a:lnTo>
                  <a:lnTo>
                    <a:pt x="15973" y="52687"/>
                  </a:lnTo>
                  <a:lnTo>
                    <a:pt x="10857" y="44647"/>
                  </a:lnTo>
                  <a:lnTo>
                    <a:pt x="9388" y="42339"/>
                  </a:lnTo>
                  <a:lnTo>
                    <a:pt x="6551" y="32948"/>
                  </a:lnTo>
                  <a:lnTo>
                    <a:pt x="0" y="1125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g699"/>
            <p:cNvSpPr/>
            <p:nvPr/>
          </p:nvSpPr>
          <p:spPr>
            <a:xfrm>
              <a:off x="4120686" y="3570862"/>
              <a:ext cx="58062" cy="63965"/>
            </a:xfrm>
            <a:custGeom>
              <a:avLst/>
              <a:pathLst>
                <a:path w="58062" h="63965">
                  <a:moveTo>
                    <a:pt x="54852" y="33211"/>
                  </a:moveTo>
                  <a:lnTo>
                    <a:pt x="51031" y="46765"/>
                  </a:lnTo>
                  <a:lnTo>
                    <a:pt x="46182" y="63965"/>
                  </a:lnTo>
                  <a:lnTo>
                    <a:pt x="39787" y="61911"/>
                  </a:lnTo>
                  <a:lnTo>
                    <a:pt x="0" y="49135"/>
                  </a:lnTo>
                  <a:lnTo>
                    <a:pt x="5407" y="22830"/>
                  </a:lnTo>
                  <a:lnTo>
                    <a:pt x="8062" y="9915"/>
                  </a:lnTo>
                  <a:lnTo>
                    <a:pt x="10100" y="0"/>
                  </a:lnTo>
                  <a:lnTo>
                    <a:pt x="17597" y="3620"/>
                  </a:lnTo>
                  <a:lnTo>
                    <a:pt x="23818" y="6623"/>
                  </a:lnTo>
                  <a:lnTo>
                    <a:pt x="24432" y="6919"/>
                  </a:lnTo>
                  <a:lnTo>
                    <a:pt x="37469" y="12697"/>
                  </a:lnTo>
                  <a:lnTo>
                    <a:pt x="48572" y="17618"/>
                  </a:lnTo>
                  <a:lnTo>
                    <a:pt x="58062" y="218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g700"/>
            <p:cNvSpPr/>
            <p:nvPr/>
          </p:nvSpPr>
          <p:spPr>
            <a:xfrm>
              <a:off x="4074096" y="3550324"/>
              <a:ext cx="50816" cy="58298"/>
            </a:xfrm>
            <a:custGeom>
              <a:avLst/>
              <a:pathLst>
                <a:path w="50816" h="58298">
                  <a:moveTo>
                    <a:pt x="48964" y="25507"/>
                  </a:moveTo>
                  <a:lnTo>
                    <a:pt x="41330" y="58298"/>
                  </a:lnTo>
                  <a:lnTo>
                    <a:pt x="26497" y="55474"/>
                  </a:lnTo>
                  <a:lnTo>
                    <a:pt x="0" y="50428"/>
                  </a:lnTo>
                  <a:lnTo>
                    <a:pt x="2169" y="37245"/>
                  </a:lnTo>
                  <a:lnTo>
                    <a:pt x="4085" y="25603"/>
                  </a:lnTo>
                  <a:lnTo>
                    <a:pt x="6079" y="13489"/>
                  </a:lnTo>
                  <a:lnTo>
                    <a:pt x="8299" y="0"/>
                  </a:lnTo>
                  <a:lnTo>
                    <a:pt x="15166" y="2835"/>
                  </a:lnTo>
                  <a:lnTo>
                    <a:pt x="19327" y="4553"/>
                  </a:lnTo>
                  <a:lnTo>
                    <a:pt x="26525" y="7525"/>
                  </a:lnTo>
                  <a:lnTo>
                    <a:pt x="32202" y="9869"/>
                  </a:lnTo>
                  <a:lnTo>
                    <a:pt x="38655" y="12534"/>
                  </a:lnTo>
                  <a:lnTo>
                    <a:pt x="44474" y="14936"/>
                  </a:lnTo>
                  <a:lnTo>
                    <a:pt x="50816" y="1755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g701"/>
            <p:cNvSpPr/>
            <p:nvPr/>
          </p:nvSpPr>
          <p:spPr>
            <a:xfrm>
              <a:off x="4013514" y="3523549"/>
              <a:ext cx="64663" cy="89446"/>
            </a:xfrm>
            <a:custGeom>
              <a:avLst/>
              <a:pathLst>
                <a:path w="64663" h="89446">
                  <a:moveTo>
                    <a:pt x="62556" y="25134"/>
                  </a:moveTo>
                  <a:lnTo>
                    <a:pt x="60724" y="34513"/>
                  </a:lnTo>
                  <a:lnTo>
                    <a:pt x="58695" y="44899"/>
                  </a:lnTo>
                  <a:lnTo>
                    <a:pt x="54991" y="63860"/>
                  </a:lnTo>
                  <a:lnTo>
                    <a:pt x="52821" y="74970"/>
                  </a:lnTo>
                  <a:lnTo>
                    <a:pt x="49993" y="89446"/>
                  </a:lnTo>
                  <a:lnTo>
                    <a:pt x="18314" y="86545"/>
                  </a:lnTo>
                  <a:lnTo>
                    <a:pt x="0" y="84868"/>
                  </a:lnTo>
                  <a:lnTo>
                    <a:pt x="2701" y="67295"/>
                  </a:lnTo>
                  <a:lnTo>
                    <a:pt x="4338" y="56640"/>
                  </a:lnTo>
                  <a:lnTo>
                    <a:pt x="5670" y="47977"/>
                  </a:lnTo>
                  <a:lnTo>
                    <a:pt x="6885" y="40074"/>
                  </a:lnTo>
                  <a:lnTo>
                    <a:pt x="8640" y="28658"/>
                  </a:lnTo>
                  <a:lnTo>
                    <a:pt x="10472" y="16738"/>
                  </a:lnTo>
                  <a:lnTo>
                    <a:pt x="13045" y="0"/>
                  </a:lnTo>
                  <a:lnTo>
                    <a:pt x="18895" y="1625"/>
                  </a:lnTo>
                  <a:lnTo>
                    <a:pt x="24868" y="3286"/>
                  </a:lnTo>
                  <a:lnTo>
                    <a:pt x="33817" y="5773"/>
                  </a:lnTo>
                  <a:lnTo>
                    <a:pt x="40541" y="7642"/>
                  </a:lnTo>
                  <a:lnTo>
                    <a:pt x="50280" y="10348"/>
                  </a:lnTo>
                  <a:lnTo>
                    <a:pt x="58512" y="12636"/>
                  </a:lnTo>
                  <a:lnTo>
                    <a:pt x="64663" y="14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g702"/>
            <p:cNvSpPr/>
            <p:nvPr/>
          </p:nvSpPr>
          <p:spPr>
            <a:xfrm>
              <a:off x="3967252" y="3504810"/>
              <a:ext cx="54303" cy="99214"/>
            </a:xfrm>
            <a:custGeom>
              <a:avLst/>
              <a:pathLst>
                <a:path w="54303" h="99214">
                  <a:moveTo>
                    <a:pt x="36465" y="6620"/>
                  </a:moveTo>
                  <a:lnTo>
                    <a:pt x="54303" y="12056"/>
                  </a:lnTo>
                  <a:lnTo>
                    <a:pt x="52378" y="25710"/>
                  </a:lnTo>
                  <a:lnTo>
                    <a:pt x="51156" y="34381"/>
                  </a:lnTo>
                  <a:lnTo>
                    <a:pt x="49917" y="43171"/>
                  </a:lnTo>
                  <a:lnTo>
                    <a:pt x="48401" y="53922"/>
                  </a:lnTo>
                  <a:lnTo>
                    <a:pt x="46852" y="64912"/>
                  </a:lnTo>
                  <a:lnTo>
                    <a:pt x="45114" y="77247"/>
                  </a:lnTo>
                  <a:lnTo>
                    <a:pt x="43598" y="88000"/>
                  </a:lnTo>
                  <a:lnTo>
                    <a:pt x="42623" y="94913"/>
                  </a:lnTo>
                  <a:lnTo>
                    <a:pt x="42017" y="99214"/>
                  </a:lnTo>
                  <a:lnTo>
                    <a:pt x="36237" y="99167"/>
                  </a:lnTo>
                  <a:lnTo>
                    <a:pt x="29683" y="97676"/>
                  </a:lnTo>
                  <a:lnTo>
                    <a:pt x="0" y="90926"/>
                  </a:lnTo>
                  <a:lnTo>
                    <a:pt x="1629" y="80877"/>
                  </a:lnTo>
                  <a:lnTo>
                    <a:pt x="3863" y="67095"/>
                  </a:lnTo>
                  <a:lnTo>
                    <a:pt x="5939" y="54296"/>
                  </a:lnTo>
                  <a:lnTo>
                    <a:pt x="7700" y="43434"/>
                  </a:lnTo>
                  <a:lnTo>
                    <a:pt x="8773" y="36813"/>
                  </a:lnTo>
                  <a:lnTo>
                    <a:pt x="9907" y="29820"/>
                  </a:lnTo>
                  <a:lnTo>
                    <a:pt x="11350" y="20925"/>
                  </a:lnTo>
                  <a:lnTo>
                    <a:pt x="12957" y="11012"/>
                  </a:lnTo>
                  <a:lnTo>
                    <a:pt x="1474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g703"/>
            <p:cNvSpPr/>
            <p:nvPr/>
          </p:nvSpPr>
          <p:spPr>
            <a:xfrm>
              <a:off x="3915998" y="3483962"/>
              <a:ext cx="65014" cy="104838"/>
            </a:xfrm>
            <a:custGeom>
              <a:avLst/>
              <a:pathLst>
                <a:path w="65014" h="104838">
                  <a:moveTo>
                    <a:pt x="54500" y="63601"/>
                  </a:moveTo>
                  <a:lnTo>
                    <a:pt x="51566" y="76810"/>
                  </a:lnTo>
                  <a:lnTo>
                    <a:pt x="49306" y="86979"/>
                  </a:lnTo>
                  <a:lnTo>
                    <a:pt x="46971" y="97492"/>
                  </a:lnTo>
                  <a:lnTo>
                    <a:pt x="45339" y="104838"/>
                  </a:lnTo>
                  <a:lnTo>
                    <a:pt x="15147" y="91353"/>
                  </a:lnTo>
                  <a:lnTo>
                    <a:pt x="0" y="84587"/>
                  </a:lnTo>
                  <a:lnTo>
                    <a:pt x="3247" y="73133"/>
                  </a:lnTo>
                  <a:lnTo>
                    <a:pt x="7514" y="58082"/>
                  </a:lnTo>
                  <a:lnTo>
                    <a:pt x="10311" y="48216"/>
                  </a:lnTo>
                  <a:lnTo>
                    <a:pt x="13587" y="36659"/>
                  </a:lnTo>
                  <a:lnTo>
                    <a:pt x="23980" y="0"/>
                  </a:lnTo>
                  <a:lnTo>
                    <a:pt x="46282" y="8054"/>
                  </a:lnTo>
                  <a:lnTo>
                    <a:pt x="65014" y="14819"/>
                  </a:lnTo>
                  <a:lnTo>
                    <a:pt x="61180" y="33535"/>
                  </a:lnTo>
                  <a:lnTo>
                    <a:pt x="56842" y="53061"/>
                  </a:lnTo>
                  <a:lnTo>
                    <a:pt x="55872" y="574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g704"/>
            <p:cNvSpPr/>
            <p:nvPr/>
          </p:nvSpPr>
          <p:spPr>
            <a:xfrm>
              <a:off x="3818596" y="3475475"/>
              <a:ext cx="64928" cy="65162"/>
            </a:xfrm>
            <a:custGeom>
              <a:avLst/>
              <a:pathLst>
                <a:path w="64928" h="65162">
                  <a:moveTo>
                    <a:pt x="62077" y="20184"/>
                  </a:moveTo>
                  <a:lnTo>
                    <a:pt x="59198" y="27547"/>
                  </a:lnTo>
                  <a:lnTo>
                    <a:pt x="55868" y="36065"/>
                  </a:lnTo>
                  <a:lnTo>
                    <a:pt x="50618" y="49491"/>
                  </a:lnTo>
                  <a:lnTo>
                    <a:pt x="47345" y="57865"/>
                  </a:lnTo>
                  <a:lnTo>
                    <a:pt x="44492" y="65162"/>
                  </a:lnTo>
                  <a:lnTo>
                    <a:pt x="29702" y="60574"/>
                  </a:lnTo>
                  <a:lnTo>
                    <a:pt x="0" y="51360"/>
                  </a:lnTo>
                  <a:lnTo>
                    <a:pt x="2278" y="44581"/>
                  </a:lnTo>
                  <a:lnTo>
                    <a:pt x="5101" y="36180"/>
                  </a:lnTo>
                  <a:lnTo>
                    <a:pt x="8427" y="26282"/>
                  </a:lnTo>
                  <a:lnTo>
                    <a:pt x="11497" y="17143"/>
                  </a:lnTo>
                  <a:lnTo>
                    <a:pt x="13684" y="10638"/>
                  </a:lnTo>
                  <a:lnTo>
                    <a:pt x="17258" y="0"/>
                  </a:lnTo>
                  <a:lnTo>
                    <a:pt x="38047" y="5622"/>
                  </a:lnTo>
                  <a:lnTo>
                    <a:pt x="64928" y="128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g705"/>
            <p:cNvSpPr/>
            <p:nvPr/>
          </p:nvSpPr>
          <p:spPr>
            <a:xfrm>
              <a:off x="3792393" y="3470040"/>
              <a:ext cx="36811" cy="50855"/>
            </a:xfrm>
            <a:custGeom>
              <a:avLst/>
              <a:pathLst>
                <a:path w="36811" h="50855">
                  <a:moveTo>
                    <a:pt x="33971" y="11537"/>
                  </a:moveTo>
                  <a:lnTo>
                    <a:pt x="30522" y="21811"/>
                  </a:lnTo>
                  <a:lnTo>
                    <a:pt x="27496" y="30826"/>
                  </a:lnTo>
                  <a:lnTo>
                    <a:pt x="20774" y="50855"/>
                  </a:lnTo>
                  <a:lnTo>
                    <a:pt x="12884" y="48143"/>
                  </a:lnTo>
                  <a:lnTo>
                    <a:pt x="0" y="43714"/>
                  </a:lnTo>
                  <a:lnTo>
                    <a:pt x="11027" y="20026"/>
                  </a:lnTo>
                  <a:lnTo>
                    <a:pt x="20349" y="0"/>
                  </a:lnTo>
                  <a:lnTo>
                    <a:pt x="26794" y="1203"/>
                  </a:lnTo>
                  <a:lnTo>
                    <a:pt x="36811" y="307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g706"/>
            <p:cNvSpPr/>
            <p:nvPr/>
          </p:nvSpPr>
          <p:spPr>
            <a:xfrm>
              <a:off x="3870393" y="3451404"/>
              <a:ext cx="64773" cy="117843"/>
            </a:xfrm>
            <a:custGeom>
              <a:avLst/>
              <a:pathLst>
                <a:path w="64773" h="117843">
                  <a:moveTo>
                    <a:pt x="2312" y="92969"/>
                  </a:moveTo>
                  <a:lnTo>
                    <a:pt x="5121" y="83175"/>
                  </a:lnTo>
                  <a:lnTo>
                    <a:pt x="7064" y="76399"/>
                  </a:lnTo>
                  <a:lnTo>
                    <a:pt x="10036" y="66037"/>
                  </a:lnTo>
                  <a:lnTo>
                    <a:pt x="12696" y="56765"/>
                  </a:lnTo>
                  <a:lnTo>
                    <a:pt x="15436" y="47211"/>
                  </a:lnTo>
                  <a:lnTo>
                    <a:pt x="17722" y="39241"/>
                  </a:lnTo>
                  <a:lnTo>
                    <a:pt x="18291" y="37257"/>
                  </a:lnTo>
                  <a:lnTo>
                    <a:pt x="20116" y="30481"/>
                  </a:lnTo>
                  <a:lnTo>
                    <a:pt x="22704" y="20869"/>
                  </a:lnTo>
                  <a:lnTo>
                    <a:pt x="25179" y="11679"/>
                  </a:lnTo>
                  <a:lnTo>
                    <a:pt x="28325" y="0"/>
                  </a:lnTo>
                  <a:lnTo>
                    <a:pt x="52962" y="19101"/>
                  </a:lnTo>
                  <a:lnTo>
                    <a:pt x="64773" y="28257"/>
                  </a:lnTo>
                  <a:lnTo>
                    <a:pt x="61995" y="37937"/>
                  </a:lnTo>
                  <a:lnTo>
                    <a:pt x="59672" y="46029"/>
                  </a:lnTo>
                  <a:lnTo>
                    <a:pt x="59446" y="46817"/>
                  </a:lnTo>
                  <a:lnTo>
                    <a:pt x="56695" y="55907"/>
                  </a:lnTo>
                  <a:lnTo>
                    <a:pt x="54381" y="63552"/>
                  </a:lnTo>
                  <a:lnTo>
                    <a:pt x="50550" y="76210"/>
                  </a:lnTo>
                  <a:lnTo>
                    <a:pt x="47044" y="87794"/>
                  </a:lnTo>
                  <a:lnTo>
                    <a:pt x="43133" y="100715"/>
                  </a:lnTo>
                  <a:lnTo>
                    <a:pt x="37948" y="117843"/>
                  </a:lnTo>
                  <a:lnTo>
                    <a:pt x="29019" y="113887"/>
                  </a:lnTo>
                  <a:lnTo>
                    <a:pt x="0" y="10103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g707"/>
            <p:cNvSpPr/>
            <p:nvPr/>
          </p:nvSpPr>
          <p:spPr>
            <a:xfrm>
              <a:off x="3748625" y="3446488"/>
              <a:ext cx="53894" cy="50127"/>
            </a:xfrm>
            <a:custGeom>
              <a:avLst/>
              <a:pathLst>
                <a:path w="53894" h="50127">
                  <a:moveTo>
                    <a:pt x="15268" y="0"/>
                  </a:moveTo>
                  <a:lnTo>
                    <a:pt x="30160" y="10348"/>
                  </a:lnTo>
                  <a:lnTo>
                    <a:pt x="32181" y="11753"/>
                  </a:lnTo>
                  <a:lnTo>
                    <a:pt x="53894" y="28023"/>
                  </a:lnTo>
                  <a:lnTo>
                    <a:pt x="50093" y="33151"/>
                  </a:lnTo>
                  <a:lnTo>
                    <a:pt x="43701" y="41776"/>
                  </a:lnTo>
                  <a:lnTo>
                    <a:pt x="37512" y="50127"/>
                  </a:lnTo>
                  <a:lnTo>
                    <a:pt x="28466" y="43452"/>
                  </a:lnTo>
                  <a:lnTo>
                    <a:pt x="22182" y="38815"/>
                  </a:lnTo>
                  <a:lnTo>
                    <a:pt x="14481" y="33133"/>
                  </a:lnTo>
                  <a:lnTo>
                    <a:pt x="7930" y="27488"/>
                  </a:lnTo>
                  <a:lnTo>
                    <a:pt x="0" y="20655"/>
                  </a:lnTo>
                  <a:lnTo>
                    <a:pt x="1603" y="18389"/>
                  </a:lnTo>
                  <a:lnTo>
                    <a:pt x="3208" y="16119"/>
                  </a:lnTo>
                  <a:lnTo>
                    <a:pt x="8509" y="8625"/>
                  </a:lnTo>
                  <a:lnTo>
                    <a:pt x="12085" y="357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g708"/>
            <p:cNvSpPr/>
            <p:nvPr/>
          </p:nvSpPr>
          <p:spPr>
            <a:xfrm>
              <a:off x="4034120" y="3440388"/>
              <a:ext cx="67984" cy="86389"/>
            </a:xfrm>
            <a:custGeom>
              <a:avLst/>
              <a:pathLst>
                <a:path w="67984" h="86389">
                  <a:moveTo>
                    <a:pt x="0" y="68639"/>
                  </a:moveTo>
                  <a:lnTo>
                    <a:pt x="2451" y="59481"/>
                  </a:lnTo>
                  <a:lnTo>
                    <a:pt x="4646" y="51277"/>
                  </a:lnTo>
                  <a:lnTo>
                    <a:pt x="7029" y="42375"/>
                  </a:lnTo>
                  <a:lnTo>
                    <a:pt x="9576" y="32856"/>
                  </a:lnTo>
                  <a:lnTo>
                    <a:pt x="12312" y="22636"/>
                  </a:lnTo>
                  <a:lnTo>
                    <a:pt x="14314" y="15155"/>
                  </a:lnTo>
                  <a:lnTo>
                    <a:pt x="16332" y="7613"/>
                  </a:lnTo>
                  <a:lnTo>
                    <a:pt x="18370" y="0"/>
                  </a:lnTo>
                  <a:lnTo>
                    <a:pt x="46877" y="3975"/>
                  </a:lnTo>
                  <a:lnTo>
                    <a:pt x="67984" y="6919"/>
                  </a:lnTo>
                  <a:lnTo>
                    <a:pt x="66972" y="14768"/>
                  </a:lnTo>
                  <a:lnTo>
                    <a:pt x="65769" y="24098"/>
                  </a:lnTo>
                  <a:lnTo>
                    <a:pt x="64969" y="30297"/>
                  </a:lnTo>
                  <a:lnTo>
                    <a:pt x="64463" y="31757"/>
                  </a:lnTo>
                  <a:lnTo>
                    <a:pt x="61237" y="41070"/>
                  </a:lnTo>
                  <a:lnTo>
                    <a:pt x="58435" y="49160"/>
                  </a:lnTo>
                  <a:lnTo>
                    <a:pt x="54355" y="60938"/>
                  </a:lnTo>
                  <a:lnTo>
                    <a:pt x="49950" y="73655"/>
                  </a:lnTo>
                  <a:lnTo>
                    <a:pt x="47908" y="79551"/>
                  </a:lnTo>
                  <a:lnTo>
                    <a:pt x="46742" y="82915"/>
                  </a:lnTo>
                  <a:lnTo>
                    <a:pt x="45539" y="86389"/>
                  </a:lnTo>
                  <a:lnTo>
                    <a:pt x="29056" y="80572"/>
                  </a:lnTo>
                  <a:lnTo>
                    <a:pt x="21870" y="78036"/>
                  </a:lnTo>
                  <a:lnTo>
                    <a:pt x="20207" y="77322"/>
                  </a:lnTo>
                  <a:lnTo>
                    <a:pt x="12989" y="74220"/>
                  </a:lnTo>
                  <a:lnTo>
                    <a:pt x="10113" y="7298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g709"/>
            <p:cNvSpPr/>
            <p:nvPr/>
          </p:nvSpPr>
          <p:spPr>
            <a:xfrm>
              <a:off x="3834760" y="3433361"/>
              <a:ext cx="57119" cy="49326"/>
            </a:xfrm>
            <a:custGeom>
              <a:avLst/>
              <a:pathLst>
                <a:path w="57119" h="49326">
                  <a:moveTo>
                    <a:pt x="4889" y="25705"/>
                  </a:moveTo>
                  <a:lnTo>
                    <a:pt x="8461" y="18979"/>
                  </a:lnTo>
                  <a:lnTo>
                    <a:pt x="14355" y="14334"/>
                  </a:lnTo>
                  <a:lnTo>
                    <a:pt x="23130" y="7419"/>
                  </a:lnTo>
                  <a:lnTo>
                    <a:pt x="29059" y="2748"/>
                  </a:lnTo>
                  <a:lnTo>
                    <a:pt x="32547" y="0"/>
                  </a:lnTo>
                  <a:lnTo>
                    <a:pt x="41747" y="7241"/>
                  </a:lnTo>
                  <a:lnTo>
                    <a:pt x="57119" y="19340"/>
                  </a:lnTo>
                  <a:lnTo>
                    <a:pt x="55131" y="23573"/>
                  </a:lnTo>
                  <a:lnTo>
                    <a:pt x="54026" y="25927"/>
                  </a:lnTo>
                  <a:lnTo>
                    <a:pt x="51065" y="32236"/>
                  </a:lnTo>
                  <a:lnTo>
                    <a:pt x="50327" y="33807"/>
                  </a:lnTo>
                  <a:lnTo>
                    <a:pt x="46680" y="40817"/>
                  </a:lnTo>
                  <a:lnTo>
                    <a:pt x="42253" y="49326"/>
                  </a:lnTo>
                  <a:lnTo>
                    <a:pt x="28199" y="47149"/>
                  </a:lnTo>
                  <a:lnTo>
                    <a:pt x="18704" y="44273"/>
                  </a:lnTo>
                  <a:lnTo>
                    <a:pt x="6269" y="40506"/>
                  </a:lnTo>
                  <a:lnTo>
                    <a:pt x="0" y="3491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g710"/>
            <p:cNvSpPr/>
            <p:nvPr/>
          </p:nvSpPr>
          <p:spPr>
            <a:xfrm>
              <a:off x="3979448" y="3426924"/>
              <a:ext cx="68431" cy="79089"/>
            </a:xfrm>
            <a:custGeom>
              <a:avLst/>
              <a:pathLst>
                <a:path w="68431" h="79089">
                  <a:moveTo>
                    <a:pt x="1460" y="52385"/>
                  </a:moveTo>
                  <a:lnTo>
                    <a:pt x="2817" y="44760"/>
                  </a:lnTo>
                  <a:lnTo>
                    <a:pt x="4167" y="37178"/>
                  </a:lnTo>
                  <a:lnTo>
                    <a:pt x="5623" y="29000"/>
                  </a:lnTo>
                  <a:lnTo>
                    <a:pt x="6957" y="21507"/>
                  </a:lnTo>
                  <a:lnTo>
                    <a:pt x="8299" y="13970"/>
                  </a:lnTo>
                  <a:lnTo>
                    <a:pt x="9747" y="5836"/>
                  </a:lnTo>
                  <a:lnTo>
                    <a:pt x="10786" y="0"/>
                  </a:lnTo>
                  <a:lnTo>
                    <a:pt x="39067" y="4221"/>
                  </a:lnTo>
                  <a:lnTo>
                    <a:pt x="49873" y="5835"/>
                  </a:lnTo>
                  <a:lnTo>
                    <a:pt x="68431" y="9094"/>
                  </a:lnTo>
                  <a:lnTo>
                    <a:pt x="65605" y="17363"/>
                  </a:lnTo>
                  <a:lnTo>
                    <a:pt x="62734" y="25767"/>
                  </a:lnTo>
                  <a:lnTo>
                    <a:pt x="60087" y="33514"/>
                  </a:lnTo>
                  <a:lnTo>
                    <a:pt x="56535" y="43908"/>
                  </a:lnTo>
                  <a:lnTo>
                    <a:pt x="53897" y="51629"/>
                  </a:lnTo>
                  <a:lnTo>
                    <a:pt x="49675" y="63985"/>
                  </a:lnTo>
                  <a:lnTo>
                    <a:pt x="44514" y="79089"/>
                  </a:lnTo>
                  <a:lnTo>
                    <a:pt x="39460" y="75650"/>
                  </a:lnTo>
                  <a:lnTo>
                    <a:pt x="26292" y="70623"/>
                  </a:lnTo>
                  <a:lnTo>
                    <a:pt x="0" y="6058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g711"/>
            <p:cNvSpPr/>
            <p:nvPr/>
          </p:nvSpPr>
          <p:spPr>
            <a:xfrm>
              <a:off x="3925517" y="3413580"/>
              <a:ext cx="58426" cy="75406"/>
            </a:xfrm>
            <a:custGeom>
              <a:avLst/>
              <a:pathLst>
                <a:path w="58426" h="75406">
                  <a:moveTo>
                    <a:pt x="2226" y="42234"/>
                  </a:moveTo>
                  <a:lnTo>
                    <a:pt x="4586" y="34164"/>
                  </a:lnTo>
                  <a:lnTo>
                    <a:pt x="8157" y="21948"/>
                  </a:lnTo>
                  <a:lnTo>
                    <a:pt x="11055" y="12036"/>
                  </a:lnTo>
                  <a:lnTo>
                    <a:pt x="14574" y="0"/>
                  </a:lnTo>
                  <a:lnTo>
                    <a:pt x="28720" y="5319"/>
                  </a:lnTo>
                  <a:lnTo>
                    <a:pt x="51883" y="14029"/>
                  </a:lnTo>
                  <a:lnTo>
                    <a:pt x="58426" y="16440"/>
                  </a:lnTo>
                  <a:lnTo>
                    <a:pt x="56206" y="25844"/>
                  </a:lnTo>
                  <a:lnTo>
                    <a:pt x="54331" y="33783"/>
                  </a:lnTo>
                  <a:lnTo>
                    <a:pt x="51927" y="43964"/>
                  </a:lnTo>
                  <a:lnTo>
                    <a:pt x="49393" y="54694"/>
                  </a:lnTo>
                  <a:lnTo>
                    <a:pt x="47340" y="63386"/>
                  </a:lnTo>
                  <a:lnTo>
                    <a:pt x="44502" y="75406"/>
                  </a:lnTo>
                  <a:lnTo>
                    <a:pt x="21442" y="62163"/>
                  </a:lnTo>
                  <a:lnTo>
                    <a:pt x="0" y="4984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g712"/>
            <p:cNvSpPr/>
            <p:nvPr/>
          </p:nvSpPr>
          <p:spPr>
            <a:xfrm>
              <a:off x="3764154" y="3407605"/>
              <a:ext cx="100634" cy="66813"/>
            </a:xfrm>
            <a:custGeom>
              <a:avLst/>
              <a:pathLst>
                <a:path w="100634" h="66813">
                  <a:moveTo>
                    <a:pt x="6331" y="29050"/>
                  </a:moveTo>
                  <a:lnTo>
                    <a:pt x="18500" y="12642"/>
                  </a:lnTo>
                  <a:lnTo>
                    <a:pt x="22613" y="16127"/>
                  </a:lnTo>
                  <a:lnTo>
                    <a:pt x="26294" y="19246"/>
                  </a:lnTo>
                  <a:lnTo>
                    <a:pt x="34277" y="9345"/>
                  </a:lnTo>
                  <a:lnTo>
                    <a:pt x="36513" y="6572"/>
                  </a:lnTo>
                  <a:lnTo>
                    <a:pt x="53948" y="19340"/>
                  </a:lnTo>
                  <a:lnTo>
                    <a:pt x="57523" y="15538"/>
                  </a:lnTo>
                  <a:lnTo>
                    <a:pt x="64487" y="8130"/>
                  </a:lnTo>
                  <a:lnTo>
                    <a:pt x="66337" y="6162"/>
                  </a:lnTo>
                  <a:lnTo>
                    <a:pt x="72131" y="0"/>
                  </a:lnTo>
                  <a:lnTo>
                    <a:pt x="79273" y="5286"/>
                  </a:lnTo>
                  <a:lnTo>
                    <a:pt x="90584" y="13659"/>
                  </a:lnTo>
                  <a:lnTo>
                    <a:pt x="100634" y="21098"/>
                  </a:lnTo>
                  <a:lnTo>
                    <a:pt x="87816" y="31002"/>
                  </a:lnTo>
                  <a:lnTo>
                    <a:pt x="79502" y="37425"/>
                  </a:lnTo>
                  <a:lnTo>
                    <a:pt x="72868" y="31899"/>
                  </a:lnTo>
                  <a:lnTo>
                    <a:pt x="68689" y="36467"/>
                  </a:lnTo>
                  <a:lnTo>
                    <a:pt x="59453" y="46562"/>
                  </a:lnTo>
                  <a:lnTo>
                    <a:pt x="50806" y="56013"/>
                  </a:lnTo>
                  <a:lnTo>
                    <a:pt x="40925" y="66813"/>
                  </a:lnTo>
                  <a:lnTo>
                    <a:pt x="31282" y="59016"/>
                  </a:lnTo>
                  <a:lnTo>
                    <a:pt x="21810" y="52527"/>
                  </a:lnTo>
                  <a:lnTo>
                    <a:pt x="0" y="3758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g713"/>
            <p:cNvSpPr/>
            <p:nvPr/>
          </p:nvSpPr>
          <p:spPr>
            <a:xfrm>
              <a:off x="3873256" y="3390001"/>
              <a:ext cx="62255" cy="63694"/>
            </a:xfrm>
            <a:custGeom>
              <a:avLst/>
              <a:pathLst>
                <a:path w="62255" h="63694">
                  <a:moveTo>
                    <a:pt x="35896" y="63694"/>
                  </a:moveTo>
                  <a:lnTo>
                    <a:pt x="23262" y="52586"/>
                  </a:lnTo>
                  <a:lnTo>
                    <a:pt x="0" y="32135"/>
                  </a:lnTo>
                  <a:lnTo>
                    <a:pt x="3895" y="27089"/>
                  </a:lnTo>
                  <a:lnTo>
                    <a:pt x="8972" y="20513"/>
                  </a:lnTo>
                  <a:lnTo>
                    <a:pt x="13105" y="15159"/>
                  </a:lnTo>
                  <a:lnTo>
                    <a:pt x="18827" y="7746"/>
                  </a:lnTo>
                  <a:lnTo>
                    <a:pt x="24808" y="0"/>
                  </a:lnTo>
                  <a:lnTo>
                    <a:pt x="49510" y="16496"/>
                  </a:lnTo>
                  <a:lnTo>
                    <a:pt x="62255" y="25008"/>
                  </a:lnTo>
                  <a:lnTo>
                    <a:pt x="57871" y="34067"/>
                  </a:lnTo>
                  <a:lnTo>
                    <a:pt x="54463" y="41110"/>
                  </a:lnTo>
                  <a:lnTo>
                    <a:pt x="50432" y="49440"/>
                  </a:lnTo>
                  <a:lnTo>
                    <a:pt x="45455" y="5972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g714"/>
            <p:cNvSpPr/>
            <p:nvPr/>
          </p:nvSpPr>
          <p:spPr>
            <a:xfrm>
              <a:off x="3864439" y="3303587"/>
              <a:ext cx="77652" cy="70534"/>
            </a:xfrm>
            <a:custGeom>
              <a:avLst/>
              <a:pathLst>
                <a:path w="77652" h="70534">
                  <a:moveTo>
                    <a:pt x="7664" y="38007"/>
                  </a:moveTo>
                  <a:lnTo>
                    <a:pt x="11475" y="33248"/>
                  </a:lnTo>
                  <a:lnTo>
                    <a:pt x="15057" y="28776"/>
                  </a:lnTo>
                  <a:lnTo>
                    <a:pt x="19251" y="23539"/>
                  </a:lnTo>
                  <a:lnTo>
                    <a:pt x="23829" y="17823"/>
                  </a:lnTo>
                  <a:lnTo>
                    <a:pt x="29525" y="10712"/>
                  </a:lnTo>
                  <a:lnTo>
                    <a:pt x="38105" y="0"/>
                  </a:lnTo>
                  <a:lnTo>
                    <a:pt x="57583" y="14751"/>
                  </a:lnTo>
                  <a:lnTo>
                    <a:pt x="58176" y="15235"/>
                  </a:lnTo>
                  <a:lnTo>
                    <a:pt x="64706" y="20554"/>
                  </a:lnTo>
                  <a:lnTo>
                    <a:pt x="77652" y="31099"/>
                  </a:lnTo>
                  <a:lnTo>
                    <a:pt x="72136" y="36330"/>
                  </a:lnTo>
                  <a:lnTo>
                    <a:pt x="64122" y="43931"/>
                  </a:lnTo>
                  <a:lnTo>
                    <a:pt x="57342" y="50360"/>
                  </a:lnTo>
                  <a:lnTo>
                    <a:pt x="46924" y="60240"/>
                  </a:lnTo>
                  <a:lnTo>
                    <a:pt x="39304" y="67465"/>
                  </a:lnTo>
                  <a:lnTo>
                    <a:pt x="36617" y="70534"/>
                  </a:lnTo>
                  <a:lnTo>
                    <a:pt x="24162" y="62725"/>
                  </a:lnTo>
                  <a:lnTo>
                    <a:pt x="0" y="4757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g715"/>
            <p:cNvSpPr/>
            <p:nvPr/>
          </p:nvSpPr>
          <p:spPr>
            <a:xfrm>
              <a:off x="3787945" y="3269716"/>
              <a:ext cx="108797" cy="109178"/>
            </a:xfrm>
            <a:custGeom>
              <a:avLst/>
              <a:pathLst>
                <a:path w="108797" h="109178">
                  <a:moveTo>
                    <a:pt x="5273" y="70337"/>
                  </a:moveTo>
                  <a:lnTo>
                    <a:pt x="11025" y="64501"/>
                  </a:lnTo>
                  <a:lnTo>
                    <a:pt x="14890" y="60580"/>
                  </a:lnTo>
                  <a:lnTo>
                    <a:pt x="19000" y="56410"/>
                  </a:lnTo>
                  <a:lnTo>
                    <a:pt x="24261" y="51072"/>
                  </a:lnTo>
                  <a:lnTo>
                    <a:pt x="28864" y="46402"/>
                  </a:lnTo>
                  <a:lnTo>
                    <a:pt x="34542" y="40641"/>
                  </a:lnTo>
                  <a:lnTo>
                    <a:pt x="41361" y="33723"/>
                  </a:lnTo>
                  <a:lnTo>
                    <a:pt x="45718" y="29303"/>
                  </a:lnTo>
                  <a:lnTo>
                    <a:pt x="49829" y="25131"/>
                  </a:lnTo>
                  <a:lnTo>
                    <a:pt x="50329" y="24624"/>
                  </a:lnTo>
                  <a:lnTo>
                    <a:pt x="56507" y="17522"/>
                  </a:lnTo>
                  <a:lnTo>
                    <a:pt x="71749" y="0"/>
                  </a:lnTo>
                  <a:lnTo>
                    <a:pt x="90115" y="18433"/>
                  </a:lnTo>
                  <a:lnTo>
                    <a:pt x="108797" y="37183"/>
                  </a:lnTo>
                  <a:lnTo>
                    <a:pt x="104061" y="41907"/>
                  </a:lnTo>
                  <a:lnTo>
                    <a:pt x="99339" y="46617"/>
                  </a:lnTo>
                  <a:lnTo>
                    <a:pt x="96105" y="49843"/>
                  </a:lnTo>
                  <a:lnTo>
                    <a:pt x="91458" y="54478"/>
                  </a:lnTo>
                  <a:lnTo>
                    <a:pt x="85412" y="60509"/>
                  </a:lnTo>
                  <a:lnTo>
                    <a:pt x="79855" y="66052"/>
                  </a:lnTo>
                  <a:lnTo>
                    <a:pt x="75794" y="70103"/>
                  </a:lnTo>
                  <a:lnTo>
                    <a:pt x="70824" y="75060"/>
                  </a:lnTo>
                  <a:lnTo>
                    <a:pt x="65928" y="79943"/>
                  </a:lnTo>
                  <a:lnTo>
                    <a:pt x="61286" y="84574"/>
                  </a:lnTo>
                  <a:lnTo>
                    <a:pt x="52667" y="93171"/>
                  </a:lnTo>
                  <a:lnTo>
                    <a:pt x="47523" y="98302"/>
                  </a:lnTo>
                  <a:lnTo>
                    <a:pt x="43112" y="102702"/>
                  </a:lnTo>
                  <a:lnTo>
                    <a:pt x="36366" y="109178"/>
                  </a:lnTo>
                  <a:lnTo>
                    <a:pt x="27022" y="100573"/>
                  </a:lnTo>
                  <a:lnTo>
                    <a:pt x="0" y="756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g716"/>
            <p:cNvSpPr/>
            <p:nvPr/>
          </p:nvSpPr>
          <p:spPr>
            <a:xfrm>
              <a:off x="3465404" y="3414329"/>
              <a:ext cx="70029" cy="69910"/>
            </a:xfrm>
            <a:custGeom>
              <a:avLst/>
              <a:pathLst>
                <a:path w="70029" h="69910">
                  <a:moveTo>
                    <a:pt x="60570" y="55488"/>
                  </a:moveTo>
                  <a:lnTo>
                    <a:pt x="52175" y="58106"/>
                  </a:lnTo>
                  <a:lnTo>
                    <a:pt x="44304" y="60562"/>
                  </a:lnTo>
                  <a:lnTo>
                    <a:pt x="37982" y="62534"/>
                  </a:lnTo>
                  <a:lnTo>
                    <a:pt x="30253" y="64945"/>
                  </a:lnTo>
                  <a:lnTo>
                    <a:pt x="23938" y="66914"/>
                  </a:lnTo>
                  <a:lnTo>
                    <a:pt x="14333" y="69910"/>
                  </a:lnTo>
                  <a:lnTo>
                    <a:pt x="7082" y="42908"/>
                  </a:lnTo>
                  <a:lnTo>
                    <a:pt x="0" y="16535"/>
                  </a:lnTo>
                  <a:lnTo>
                    <a:pt x="11094" y="10971"/>
                  </a:lnTo>
                  <a:lnTo>
                    <a:pt x="18510" y="7251"/>
                  </a:lnTo>
                  <a:lnTo>
                    <a:pt x="24701" y="4146"/>
                  </a:lnTo>
                  <a:lnTo>
                    <a:pt x="32967" y="0"/>
                  </a:lnTo>
                  <a:lnTo>
                    <a:pt x="53156" y="19598"/>
                  </a:lnTo>
                  <a:lnTo>
                    <a:pt x="61429" y="27629"/>
                  </a:lnTo>
                  <a:lnTo>
                    <a:pt x="66753" y="37048"/>
                  </a:lnTo>
                  <a:lnTo>
                    <a:pt x="70029" y="525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g717"/>
            <p:cNvSpPr/>
            <p:nvPr/>
          </p:nvSpPr>
          <p:spPr>
            <a:xfrm>
              <a:off x="3445951" y="3371629"/>
              <a:ext cx="51191" cy="55049"/>
            </a:xfrm>
            <a:custGeom>
              <a:avLst/>
              <a:pathLst>
                <a:path w="51191" h="55049">
                  <a:moveTo>
                    <a:pt x="42980" y="44296"/>
                  </a:moveTo>
                  <a:lnTo>
                    <a:pt x="32957" y="48544"/>
                  </a:lnTo>
                  <a:lnTo>
                    <a:pt x="23019" y="52756"/>
                  </a:lnTo>
                  <a:lnTo>
                    <a:pt x="17609" y="55049"/>
                  </a:lnTo>
                  <a:lnTo>
                    <a:pt x="9865" y="31946"/>
                  </a:lnTo>
                  <a:lnTo>
                    <a:pt x="0" y="2511"/>
                  </a:lnTo>
                  <a:lnTo>
                    <a:pt x="12540" y="1750"/>
                  </a:lnTo>
                  <a:lnTo>
                    <a:pt x="28386" y="788"/>
                  </a:lnTo>
                  <a:lnTo>
                    <a:pt x="41362" y="0"/>
                  </a:lnTo>
                  <a:lnTo>
                    <a:pt x="45529" y="17302"/>
                  </a:lnTo>
                  <a:lnTo>
                    <a:pt x="51191" y="4081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g718"/>
            <p:cNvSpPr/>
            <p:nvPr/>
          </p:nvSpPr>
          <p:spPr>
            <a:xfrm>
              <a:off x="3437981" y="3316115"/>
              <a:ext cx="50063" cy="49214"/>
            </a:xfrm>
            <a:custGeom>
              <a:avLst/>
              <a:pathLst>
                <a:path w="50063" h="49214">
                  <a:moveTo>
                    <a:pt x="36168" y="47939"/>
                  </a:moveTo>
                  <a:lnTo>
                    <a:pt x="25127" y="48510"/>
                  </a:lnTo>
                  <a:lnTo>
                    <a:pt x="11537" y="49214"/>
                  </a:lnTo>
                  <a:lnTo>
                    <a:pt x="5448" y="30635"/>
                  </a:lnTo>
                  <a:lnTo>
                    <a:pt x="0" y="14008"/>
                  </a:lnTo>
                  <a:lnTo>
                    <a:pt x="10305" y="10080"/>
                  </a:lnTo>
                  <a:lnTo>
                    <a:pt x="22619" y="5387"/>
                  </a:lnTo>
                  <a:lnTo>
                    <a:pt x="36753" y="0"/>
                  </a:lnTo>
                  <a:lnTo>
                    <a:pt x="41393" y="16462"/>
                  </a:lnTo>
                  <a:lnTo>
                    <a:pt x="50063" y="472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g719"/>
            <p:cNvSpPr/>
            <p:nvPr/>
          </p:nvSpPr>
          <p:spPr>
            <a:xfrm>
              <a:off x="3947757" y="3358757"/>
              <a:ext cx="66589" cy="65557"/>
            </a:xfrm>
            <a:custGeom>
              <a:avLst/>
              <a:pathLst>
                <a:path w="66589" h="65557">
                  <a:moveTo>
                    <a:pt x="40051" y="65557"/>
                  </a:moveTo>
                  <a:lnTo>
                    <a:pt x="33324" y="63109"/>
                  </a:lnTo>
                  <a:lnTo>
                    <a:pt x="0" y="50988"/>
                  </a:lnTo>
                  <a:lnTo>
                    <a:pt x="3475" y="43157"/>
                  </a:lnTo>
                  <a:lnTo>
                    <a:pt x="7171" y="34827"/>
                  </a:lnTo>
                  <a:lnTo>
                    <a:pt x="10811" y="26624"/>
                  </a:lnTo>
                  <a:lnTo>
                    <a:pt x="14489" y="22043"/>
                  </a:lnTo>
                  <a:lnTo>
                    <a:pt x="24654" y="9384"/>
                  </a:lnTo>
                  <a:lnTo>
                    <a:pt x="32189" y="0"/>
                  </a:lnTo>
                  <a:lnTo>
                    <a:pt x="49078" y="4069"/>
                  </a:lnTo>
                  <a:lnTo>
                    <a:pt x="66589" y="8288"/>
                  </a:lnTo>
                  <a:lnTo>
                    <a:pt x="64664" y="17975"/>
                  </a:lnTo>
                  <a:lnTo>
                    <a:pt x="62810" y="27307"/>
                  </a:lnTo>
                  <a:lnTo>
                    <a:pt x="61037" y="36227"/>
                  </a:lnTo>
                  <a:lnTo>
                    <a:pt x="59177" y="45588"/>
                  </a:lnTo>
                  <a:lnTo>
                    <a:pt x="57006" y="5651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g720"/>
            <p:cNvSpPr/>
            <p:nvPr/>
          </p:nvSpPr>
          <p:spPr>
            <a:xfrm>
              <a:off x="3830945" y="3353380"/>
              <a:ext cx="66594" cy="64923"/>
            </a:xfrm>
            <a:custGeom>
              <a:avLst/>
              <a:pathLst>
                <a:path w="66594" h="64923">
                  <a:moveTo>
                    <a:pt x="36353" y="59790"/>
                  </a:moveTo>
                  <a:lnTo>
                    <a:pt x="32030" y="64923"/>
                  </a:lnTo>
                  <a:lnTo>
                    <a:pt x="22819" y="54856"/>
                  </a:lnTo>
                  <a:lnTo>
                    <a:pt x="0" y="29918"/>
                  </a:lnTo>
                  <a:lnTo>
                    <a:pt x="4251" y="25656"/>
                  </a:lnTo>
                  <a:lnTo>
                    <a:pt x="9324" y="20571"/>
                  </a:lnTo>
                  <a:lnTo>
                    <a:pt x="15656" y="14224"/>
                  </a:lnTo>
                  <a:lnTo>
                    <a:pt x="21122" y="8745"/>
                  </a:lnTo>
                  <a:lnTo>
                    <a:pt x="29846" y="0"/>
                  </a:lnTo>
                  <a:lnTo>
                    <a:pt x="48177" y="11518"/>
                  </a:lnTo>
                  <a:lnTo>
                    <a:pt x="66594" y="23092"/>
                  </a:lnTo>
                  <a:lnTo>
                    <a:pt x="60618" y="30926"/>
                  </a:lnTo>
                  <a:lnTo>
                    <a:pt x="60145" y="31546"/>
                  </a:lnTo>
                  <a:lnTo>
                    <a:pt x="54719" y="37987"/>
                  </a:lnTo>
                  <a:lnTo>
                    <a:pt x="50146" y="43416"/>
                  </a:lnTo>
                  <a:lnTo>
                    <a:pt x="44251" y="50415"/>
                  </a:lnTo>
                  <a:lnTo>
                    <a:pt x="37923" y="5792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g721"/>
            <p:cNvSpPr/>
            <p:nvPr/>
          </p:nvSpPr>
          <p:spPr>
            <a:xfrm>
              <a:off x="3903773" y="3339416"/>
              <a:ext cx="73469" cy="67566"/>
            </a:xfrm>
            <a:custGeom>
              <a:avLst/>
              <a:pathLst>
                <a:path w="73469" h="67566">
                  <a:moveTo>
                    <a:pt x="45525" y="52605"/>
                  </a:moveTo>
                  <a:lnTo>
                    <a:pt x="36857" y="67566"/>
                  </a:lnTo>
                  <a:lnTo>
                    <a:pt x="20164" y="55508"/>
                  </a:lnTo>
                  <a:lnTo>
                    <a:pt x="0" y="40941"/>
                  </a:lnTo>
                  <a:lnTo>
                    <a:pt x="5029" y="34211"/>
                  </a:lnTo>
                  <a:lnTo>
                    <a:pt x="10554" y="26818"/>
                  </a:lnTo>
                  <a:lnTo>
                    <a:pt x="13514" y="22857"/>
                  </a:lnTo>
                  <a:lnTo>
                    <a:pt x="16579" y="20062"/>
                  </a:lnTo>
                  <a:lnTo>
                    <a:pt x="22437" y="14719"/>
                  </a:lnTo>
                  <a:lnTo>
                    <a:pt x="29767" y="8035"/>
                  </a:lnTo>
                  <a:lnTo>
                    <a:pt x="38577" y="0"/>
                  </a:lnTo>
                  <a:lnTo>
                    <a:pt x="57777" y="9537"/>
                  </a:lnTo>
                  <a:lnTo>
                    <a:pt x="73469" y="17331"/>
                  </a:lnTo>
                  <a:lnTo>
                    <a:pt x="68435" y="23003"/>
                  </a:lnTo>
                  <a:lnTo>
                    <a:pt x="63503" y="28560"/>
                  </a:lnTo>
                  <a:lnTo>
                    <a:pt x="58329" y="34390"/>
                  </a:lnTo>
                  <a:lnTo>
                    <a:pt x="52035" y="41482"/>
                  </a:lnTo>
                  <a:lnTo>
                    <a:pt x="51846" y="416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g722"/>
            <p:cNvSpPr/>
            <p:nvPr/>
          </p:nvSpPr>
          <p:spPr>
            <a:xfrm>
              <a:off x="4088031" y="3434933"/>
              <a:ext cx="76418" cy="97707"/>
            </a:xfrm>
            <a:custGeom>
              <a:avLst/>
              <a:pathLst>
                <a:path w="76418" h="97707">
                  <a:moveTo>
                    <a:pt x="38336" y="96624"/>
                  </a:moveTo>
                  <a:lnTo>
                    <a:pt x="0" y="97707"/>
                  </a:lnTo>
                  <a:lnTo>
                    <a:pt x="1720" y="90352"/>
                  </a:lnTo>
                  <a:lnTo>
                    <a:pt x="3713" y="81830"/>
                  </a:lnTo>
                  <a:lnTo>
                    <a:pt x="5309" y="75007"/>
                  </a:lnTo>
                  <a:lnTo>
                    <a:pt x="7111" y="67300"/>
                  </a:lnTo>
                  <a:lnTo>
                    <a:pt x="9356" y="57704"/>
                  </a:lnTo>
                  <a:lnTo>
                    <a:pt x="10933" y="50958"/>
                  </a:lnTo>
                  <a:lnTo>
                    <a:pt x="12422" y="44591"/>
                  </a:lnTo>
                  <a:lnTo>
                    <a:pt x="13504" y="39967"/>
                  </a:lnTo>
                  <a:lnTo>
                    <a:pt x="15295" y="32309"/>
                  </a:lnTo>
                  <a:lnTo>
                    <a:pt x="16775" y="25980"/>
                  </a:lnTo>
                  <a:lnTo>
                    <a:pt x="17899" y="21173"/>
                  </a:lnTo>
                  <a:lnTo>
                    <a:pt x="19182" y="15688"/>
                  </a:lnTo>
                  <a:lnTo>
                    <a:pt x="20560" y="9796"/>
                  </a:lnTo>
                  <a:lnTo>
                    <a:pt x="22122" y="3119"/>
                  </a:lnTo>
                  <a:lnTo>
                    <a:pt x="22851" y="0"/>
                  </a:lnTo>
                  <a:lnTo>
                    <a:pt x="50424" y="3232"/>
                  </a:lnTo>
                  <a:lnTo>
                    <a:pt x="76418" y="6279"/>
                  </a:lnTo>
                  <a:lnTo>
                    <a:pt x="74131" y="15182"/>
                  </a:lnTo>
                  <a:lnTo>
                    <a:pt x="72330" y="22193"/>
                  </a:lnTo>
                  <a:lnTo>
                    <a:pt x="70148" y="30688"/>
                  </a:lnTo>
                  <a:lnTo>
                    <a:pt x="67744" y="40049"/>
                  </a:lnTo>
                  <a:lnTo>
                    <a:pt x="65339" y="49410"/>
                  </a:lnTo>
                  <a:lnTo>
                    <a:pt x="63157" y="57904"/>
                  </a:lnTo>
                  <a:lnTo>
                    <a:pt x="60670" y="67586"/>
                  </a:lnTo>
                  <a:lnTo>
                    <a:pt x="57592" y="79569"/>
                  </a:lnTo>
                  <a:lnTo>
                    <a:pt x="53320" y="9620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g723"/>
            <p:cNvSpPr/>
            <p:nvPr/>
          </p:nvSpPr>
          <p:spPr>
            <a:xfrm>
              <a:off x="4008203" y="3368051"/>
              <a:ext cx="62166" cy="63798"/>
            </a:xfrm>
            <a:custGeom>
              <a:avLst/>
              <a:pathLst>
                <a:path w="62166" h="63798">
                  <a:moveTo>
                    <a:pt x="54830" y="37809"/>
                  </a:moveTo>
                  <a:lnTo>
                    <a:pt x="52828" y="48319"/>
                  </a:lnTo>
                  <a:lnTo>
                    <a:pt x="49880" y="63798"/>
                  </a:lnTo>
                  <a:lnTo>
                    <a:pt x="23219" y="57757"/>
                  </a:lnTo>
                  <a:lnTo>
                    <a:pt x="0" y="52495"/>
                  </a:lnTo>
                  <a:lnTo>
                    <a:pt x="4913" y="26082"/>
                  </a:lnTo>
                  <a:lnTo>
                    <a:pt x="6634" y="16828"/>
                  </a:lnTo>
                  <a:lnTo>
                    <a:pt x="9337" y="3014"/>
                  </a:lnTo>
                  <a:lnTo>
                    <a:pt x="9828" y="0"/>
                  </a:lnTo>
                  <a:lnTo>
                    <a:pt x="36692" y="7994"/>
                  </a:lnTo>
                  <a:lnTo>
                    <a:pt x="48652" y="11554"/>
                  </a:lnTo>
                  <a:lnTo>
                    <a:pt x="62166" y="21098"/>
                  </a:lnTo>
                  <a:lnTo>
                    <a:pt x="58160" y="29434"/>
                  </a:lnTo>
                  <a:lnTo>
                    <a:pt x="55286" y="354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g724"/>
            <p:cNvSpPr/>
            <p:nvPr/>
          </p:nvSpPr>
          <p:spPr>
            <a:xfrm>
              <a:off x="3417697" y="2709490"/>
              <a:ext cx="73469" cy="77381"/>
            </a:xfrm>
            <a:custGeom>
              <a:avLst/>
              <a:pathLst>
                <a:path w="73469" h="77381">
                  <a:moveTo>
                    <a:pt x="58366" y="66800"/>
                  </a:moveTo>
                  <a:lnTo>
                    <a:pt x="27037" y="77381"/>
                  </a:lnTo>
                  <a:lnTo>
                    <a:pt x="24124" y="70495"/>
                  </a:lnTo>
                  <a:lnTo>
                    <a:pt x="21750" y="64883"/>
                  </a:lnTo>
                  <a:lnTo>
                    <a:pt x="19361" y="59237"/>
                  </a:lnTo>
                  <a:lnTo>
                    <a:pt x="16739" y="53041"/>
                  </a:lnTo>
                  <a:lnTo>
                    <a:pt x="14784" y="48420"/>
                  </a:lnTo>
                  <a:lnTo>
                    <a:pt x="11641" y="40989"/>
                  </a:lnTo>
                  <a:lnTo>
                    <a:pt x="10018" y="37153"/>
                  </a:lnTo>
                  <a:lnTo>
                    <a:pt x="8261" y="33002"/>
                  </a:lnTo>
                  <a:lnTo>
                    <a:pt x="6740" y="29406"/>
                  </a:lnTo>
                  <a:lnTo>
                    <a:pt x="4776" y="24762"/>
                  </a:lnTo>
                  <a:lnTo>
                    <a:pt x="2787" y="20061"/>
                  </a:lnTo>
                  <a:lnTo>
                    <a:pt x="0" y="13473"/>
                  </a:lnTo>
                  <a:lnTo>
                    <a:pt x="11207" y="10165"/>
                  </a:lnTo>
                  <a:lnTo>
                    <a:pt x="45644" y="0"/>
                  </a:lnTo>
                  <a:lnTo>
                    <a:pt x="48912" y="7244"/>
                  </a:lnTo>
                  <a:lnTo>
                    <a:pt x="52423" y="15030"/>
                  </a:lnTo>
                  <a:lnTo>
                    <a:pt x="55565" y="21998"/>
                  </a:lnTo>
                  <a:lnTo>
                    <a:pt x="58329" y="28126"/>
                  </a:lnTo>
                  <a:lnTo>
                    <a:pt x="62673" y="37759"/>
                  </a:lnTo>
                  <a:lnTo>
                    <a:pt x="66744" y="46787"/>
                  </a:lnTo>
                  <a:lnTo>
                    <a:pt x="73469" y="6169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g725"/>
            <p:cNvSpPr/>
            <p:nvPr/>
          </p:nvSpPr>
          <p:spPr>
            <a:xfrm>
              <a:off x="3468474" y="2697429"/>
              <a:ext cx="43246" cy="47723"/>
            </a:xfrm>
            <a:custGeom>
              <a:avLst/>
              <a:pathLst>
                <a:path w="43246" h="47723">
                  <a:moveTo>
                    <a:pt x="38197" y="39020"/>
                  </a:moveTo>
                  <a:lnTo>
                    <a:pt x="16381" y="47723"/>
                  </a:lnTo>
                  <a:lnTo>
                    <a:pt x="12929" y="40172"/>
                  </a:lnTo>
                  <a:lnTo>
                    <a:pt x="9074" y="31740"/>
                  </a:lnTo>
                  <a:lnTo>
                    <a:pt x="5174" y="23207"/>
                  </a:lnTo>
                  <a:lnTo>
                    <a:pt x="3100" y="18670"/>
                  </a:lnTo>
                  <a:lnTo>
                    <a:pt x="0" y="11889"/>
                  </a:lnTo>
                  <a:lnTo>
                    <a:pt x="9594" y="7215"/>
                  </a:lnTo>
                  <a:lnTo>
                    <a:pt x="24407" y="0"/>
                  </a:lnTo>
                  <a:lnTo>
                    <a:pt x="27716" y="6499"/>
                  </a:lnTo>
                  <a:lnTo>
                    <a:pt x="43246" y="3700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g726"/>
            <p:cNvSpPr/>
            <p:nvPr/>
          </p:nvSpPr>
          <p:spPr>
            <a:xfrm>
              <a:off x="3673362" y="2617415"/>
              <a:ext cx="57097" cy="114231"/>
            </a:xfrm>
            <a:custGeom>
              <a:avLst/>
              <a:pathLst>
                <a:path w="57097" h="114231">
                  <a:moveTo>
                    <a:pt x="9828" y="510"/>
                  </a:moveTo>
                  <a:lnTo>
                    <a:pt x="14655" y="0"/>
                  </a:lnTo>
                  <a:lnTo>
                    <a:pt x="26380" y="8001"/>
                  </a:lnTo>
                  <a:lnTo>
                    <a:pt x="33607" y="37517"/>
                  </a:lnTo>
                  <a:lnTo>
                    <a:pt x="39703" y="62412"/>
                  </a:lnTo>
                  <a:lnTo>
                    <a:pt x="40481" y="62619"/>
                  </a:lnTo>
                  <a:lnTo>
                    <a:pt x="50806" y="65373"/>
                  </a:lnTo>
                  <a:lnTo>
                    <a:pt x="57097" y="111640"/>
                  </a:lnTo>
                  <a:lnTo>
                    <a:pt x="51915" y="114231"/>
                  </a:lnTo>
                  <a:lnTo>
                    <a:pt x="49071" y="107404"/>
                  </a:lnTo>
                  <a:lnTo>
                    <a:pt x="38962" y="83139"/>
                  </a:lnTo>
                  <a:lnTo>
                    <a:pt x="38446" y="83121"/>
                  </a:lnTo>
                  <a:lnTo>
                    <a:pt x="37676" y="85610"/>
                  </a:lnTo>
                  <a:lnTo>
                    <a:pt x="34197" y="92417"/>
                  </a:lnTo>
                  <a:lnTo>
                    <a:pt x="26209" y="108048"/>
                  </a:lnTo>
                  <a:lnTo>
                    <a:pt x="21975" y="105749"/>
                  </a:lnTo>
                  <a:lnTo>
                    <a:pt x="15725" y="102355"/>
                  </a:lnTo>
                  <a:lnTo>
                    <a:pt x="15052" y="91099"/>
                  </a:lnTo>
                  <a:lnTo>
                    <a:pt x="14573" y="83083"/>
                  </a:lnTo>
                  <a:lnTo>
                    <a:pt x="14230" y="77343"/>
                  </a:lnTo>
                  <a:lnTo>
                    <a:pt x="13957" y="72778"/>
                  </a:lnTo>
                  <a:lnTo>
                    <a:pt x="13623" y="67196"/>
                  </a:lnTo>
                  <a:lnTo>
                    <a:pt x="13282" y="61479"/>
                  </a:lnTo>
                  <a:lnTo>
                    <a:pt x="12996" y="56709"/>
                  </a:lnTo>
                  <a:lnTo>
                    <a:pt x="12666" y="51187"/>
                  </a:lnTo>
                  <a:lnTo>
                    <a:pt x="12349" y="45881"/>
                  </a:lnTo>
                  <a:lnTo>
                    <a:pt x="12122" y="42073"/>
                  </a:lnTo>
                  <a:lnTo>
                    <a:pt x="11922" y="41404"/>
                  </a:lnTo>
                  <a:lnTo>
                    <a:pt x="10604" y="36998"/>
                  </a:lnTo>
                  <a:lnTo>
                    <a:pt x="9628" y="33737"/>
                  </a:lnTo>
                  <a:lnTo>
                    <a:pt x="8113" y="28674"/>
                  </a:lnTo>
                  <a:lnTo>
                    <a:pt x="6425" y="23030"/>
                  </a:lnTo>
                  <a:lnTo>
                    <a:pt x="4745" y="17415"/>
                  </a:lnTo>
                  <a:lnTo>
                    <a:pt x="2764" y="10791"/>
                  </a:lnTo>
                  <a:lnTo>
                    <a:pt x="0" y="15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g727"/>
            <p:cNvSpPr/>
            <p:nvPr/>
          </p:nvSpPr>
          <p:spPr>
            <a:xfrm>
              <a:off x="3730696" y="2594517"/>
              <a:ext cx="56023" cy="28466"/>
            </a:xfrm>
            <a:custGeom>
              <a:avLst/>
              <a:pathLst>
                <a:path w="56023" h="28466">
                  <a:moveTo>
                    <a:pt x="20731" y="6880"/>
                  </a:moveTo>
                  <a:lnTo>
                    <a:pt x="32107" y="10716"/>
                  </a:lnTo>
                  <a:lnTo>
                    <a:pt x="54057" y="6363"/>
                  </a:lnTo>
                  <a:lnTo>
                    <a:pt x="54884" y="13543"/>
                  </a:lnTo>
                  <a:lnTo>
                    <a:pt x="56023" y="23443"/>
                  </a:lnTo>
                  <a:lnTo>
                    <a:pt x="52701" y="24171"/>
                  </a:lnTo>
                  <a:lnTo>
                    <a:pt x="50073" y="24746"/>
                  </a:lnTo>
                  <a:lnTo>
                    <a:pt x="45661" y="25712"/>
                  </a:lnTo>
                  <a:lnTo>
                    <a:pt x="41123" y="26706"/>
                  </a:lnTo>
                  <a:lnTo>
                    <a:pt x="35921" y="27846"/>
                  </a:lnTo>
                  <a:lnTo>
                    <a:pt x="33090" y="28466"/>
                  </a:lnTo>
                  <a:lnTo>
                    <a:pt x="32026" y="27982"/>
                  </a:lnTo>
                  <a:lnTo>
                    <a:pt x="27952" y="26127"/>
                  </a:lnTo>
                  <a:lnTo>
                    <a:pt x="22188" y="23501"/>
                  </a:lnTo>
                  <a:lnTo>
                    <a:pt x="12950" y="19294"/>
                  </a:lnTo>
                  <a:lnTo>
                    <a:pt x="6115" y="16181"/>
                  </a:lnTo>
                  <a:lnTo>
                    <a:pt x="0" y="13396"/>
                  </a:lnTo>
                  <a:lnTo>
                    <a:pt x="125" y="8265"/>
                  </a:lnTo>
                  <a:lnTo>
                    <a:pt x="327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g728"/>
            <p:cNvSpPr/>
            <p:nvPr/>
          </p:nvSpPr>
          <p:spPr>
            <a:xfrm>
              <a:off x="3562298" y="2556003"/>
              <a:ext cx="73387" cy="130277"/>
            </a:xfrm>
            <a:custGeom>
              <a:avLst/>
              <a:pathLst>
                <a:path w="73387" h="130277">
                  <a:moveTo>
                    <a:pt x="47058" y="123460"/>
                  </a:moveTo>
                  <a:lnTo>
                    <a:pt x="30086" y="126316"/>
                  </a:lnTo>
                  <a:lnTo>
                    <a:pt x="6552" y="130277"/>
                  </a:lnTo>
                  <a:lnTo>
                    <a:pt x="1942" y="65016"/>
                  </a:lnTo>
                  <a:lnTo>
                    <a:pt x="0" y="37508"/>
                  </a:lnTo>
                  <a:lnTo>
                    <a:pt x="24899" y="8707"/>
                  </a:lnTo>
                  <a:lnTo>
                    <a:pt x="37234" y="6492"/>
                  </a:lnTo>
                  <a:lnTo>
                    <a:pt x="73387" y="0"/>
                  </a:lnTo>
                  <a:lnTo>
                    <a:pt x="71684" y="13638"/>
                  </a:lnTo>
                  <a:lnTo>
                    <a:pt x="70365" y="24202"/>
                  </a:lnTo>
                  <a:lnTo>
                    <a:pt x="69456" y="31480"/>
                  </a:lnTo>
                  <a:lnTo>
                    <a:pt x="69205" y="33931"/>
                  </a:lnTo>
                  <a:lnTo>
                    <a:pt x="68119" y="44563"/>
                  </a:lnTo>
                  <a:lnTo>
                    <a:pt x="67044" y="55076"/>
                  </a:lnTo>
                  <a:lnTo>
                    <a:pt x="65908" y="66190"/>
                  </a:lnTo>
                  <a:lnTo>
                    <a:pt x="64899" y="76062"/>
                  </a:lnTo>
                  <a:lnTo>
                    <a:pt x="64066" y="84210"/>
                  </a:lnTo>
                  <a:lnTo>
                    <a:pt x="63116" y="93507"/>
                  </a:lnTo>
                  <a:lnTo>
                    <a:pt x="62313" y="101365"/>
                  </a:lnTo>
                  <a:lnTo>
                    <a:pt x="60282" y="12123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g729"/>
            <p:cNvSpPr/>
            <p:nvPr/>
          </p:nvSpPr>
          <p:spPr>
            <a:xfrm>
              <a:off x="4018435" y="2984935"/>
              <a:ext cx="34228" cy="43257"/>
            </a:xfrm>
            <a:custGeom>
              <a:avLst/>
              <a:pathLst>
                <a:path w="34228" h="43257">
                  <a:moveTo>
                    <a:pt x="20302" y="40547"/>
                  </a:moveTo>
                  <a:lnTo>
                    <a:pt x="14684" y="43257"/>
                  </a:lnTo>
                  <a:lnTo>
                    <a:pt x="13482" y="40580"/>
                  </a:lnTo>
                  <a:lnTo>
                    <a:pt x="11602" y="36397"/>
                  </a:lnTo>
                  <a:lnTo>
                    <a:pt x="9779" y="32337"/>
                  </a:lnTo>
                  <a:lnTo>
                    <a:pt x="7822" y="27981"/>
                  </a:lnTo>
                  <a:lnTo>
                    <a:pt x="5828" y="23544"/>
                  </a:lnTo>
                  <a:lnTo>
                    <a:pt x="2975" y="17193"/>
                  </a:lnTo>
                  <a:lnTo>
                    <a:pt x="0" y="10569"/>
                  </a:lnTo>
                  <a:lnTo>
                    <a:pt x="11450" y="6231"/>
                  </a:lnTo>
                  <a:lnTo>
                    <a:pt x="27899" y="0"/>
                  </a:lnTo>
                  <a:lnTo>
                    <a:pt x="29812" y="4593"/>
                  </a:lnTo>
                  <a:lnTo>
                    <a:pt x="32455" y="10941"/>
                  </a:lnTo>
                  <a:lnTo>
                    <a:pt x="34228" y="15200"/>
                  </a:lnTo>
                  <a:lnTo>
                    <a:pt x="25030" y="19748"/>
                  </a:lnTo>
                  <a:lnTo>
                    <a:pt x="19943" y="22262"/>
                  </a:lnTo>
                  <a:lnTo>
                    <a:pt x="21616" y="26638"/>
                  </a:lnTo>
                  <a:lnTo>
                    <a:pt x="23296" y="31035"/>
                  </a:lnTo>
                  <a:lnTo>
                    <a:pt x="25900" y="3784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g730"/>
            <p:cNvSpPr/>
            <p:nvPr/>
          </p:nvSpPr>
          <p:spPr>
            <a:xfrm>
              <a:off x="3824272" y="3024224"/>
              <a:ext cx="74534" cy="67608"/>
            </a:xfrm>
            <a:custGeom>
              <a:avLst/>
              <a:pathLst>
                <a:path w="74534" h="67608">
                  <a:moveTo>
                    <a:pt x="68565" y="31465"/>
                  </a:moveTo>
                  <a:lnTo>
                    <a:pt x="63895" y="37578"/>
                  </a:lnTo>
                  <a:lnTo>
                    <a:pt x="40953" y="67608"/>
                  </a:lnTo>
                  <a:lnTo>
                    <a:pt x="35399" y="64287"/>
                  </a:lnTo>
                  <a:lnTo>
                    <a:pt x="29476" y="60745"/>
                  </a:lnTo>
                  <a:lnTo>
                    <a:pt x="23869" y="57392"/>
                  </a:lnTo>
                  <a:lnTo>
                    <a:pt x="16276" y="52852"/>
                  </a:lnTo>
                  <a:lnTo>
                    <a:pt x="9050" y="48531"/>
                  </a:lnTo>
                  <a:lnTo>
                    <a:pt x="0" y="43118"/>
                  </a:lnTo>
                  <a:lnTo>
                    <a:pt x="20304" y="12578"/>
                  </a:lnTo>
                  <a:lnTo>
                    <a:pt x="28667" y="0"/>
                  </a:lnTo>
                  <a:lnTo>
                    <a:pt x="43915" y="508"/>
                  </a:lnTo>
                  <a:lnTo>
                    <a:pt x="47505" y="628"/>
                  </a:lnTo>
                  <a:lnTo>
                    <a:pt x="51308" y="3867"/>
                  </a:lnTo>
                  <a:lnTo>
                    <a:pt x="55279" y="7250"/>
                  </a:lnTo>
                  <a:lnTo>
                    <a:pt x="61176" y="12274"/>
                  </a:lnTo>
                  <a:lnTo>
                    <a:pt x="68878" y="18834"/>
                  </a:lnTo>
                  <a:lnTo>
                    <a:pt x="74534" y="2365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g731"/>
            <p:cNvSpPr/>
            <p:nvPr/>
          </p:nvSpPr>
          <p:spPr>
            <a:xfrm>
              <a:off x="3903127" y="3006304"/>
              <a:ext cx="29895" cy="27210"/>
            </a:xfrm>
            <a:custGeom>
              <a:avLst/>
              <a:pathLst>
                <a:path w="29895" h="27210">
                  <a:moveTo>
                    <a:pt x="25859" y="22358"/>
                  </a:moveTo>
                  <a:lnTo>
                    <a:pt x="20886" y="27210"/>
                  </a:lnTo>
                  <a:lnTo>
                    <a:pt x="16657" y="23905"/>
                  </a:lnTo>
                  <a:lnTo>
                    <a:pt x="11555" y="19917"/>
                  </a:lnTo>
                  <a:lnTo>
                    <a:pt x="5548" y="15221"/>
                  </a:lnTo>
                  <a:lnTo>
                    <a:pt x="0" y="10884"/>
                  </a:lnTo>
                  <a:lnTo>
                    <a:pt x="4226" y="6724"/>
                  </a:lnTo>
                  <a:lnTo>
                    <a:pt x="11057" y="0"/>
                  </a:lnTo>
                  <a:lnTo>
                    <a:pt x="20329" y="9066"/>
                  </a:lnTo>
                  <a:lnTo>
                    <a:pt x="29895" y="1841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g732"/>
            <p:cNvSpPr/>
            <p:nvPr/>
          </p:nvSpPr>
          <p:spPr>
            <a:xfrm>
              <a:off x="4025673" y="2592767"/>
              <a:ext cx="188504" cy="191564"/>
            </a:xfrm>
            <a:custGeom>
              <a:avLst/>
              <a:pathLst>
                <a:path w="188504" h="191564">
                  <a:moveTo>
                    <a:pt x="10768" y="191564"/>
                  </a:moveTo>
                  <a:lnTo>
                    <a:pt x="5527" y="180761"/>
                  </a:lnTo>
                  <a:lnTo>
                    <a:pt x="0" y="169369"/>
                  </a:lnTo>
                  <a:lnTo>
                    <a:pt x="1083" y="160499"/>
                  </a:lnTo>
                  <a:lnTo>
                    <a:pt x="2956" y="145174"/>
                  </a:lnTo>
                  <a:lnTo>
                    <a:pt x="116938" y="114027"/>
                  </a:lnTo>
                  <a:lnTo>
                    <a:pt x="144615" y="68328"/>
                  </a:lnTo>
                  <a:lnTo>
                    <a:pt x="148432" y="56373"/>
                  </a:lnTo>
                  <a:lnTo>
                    <a:pt x="150073" y="51236"/>
                  </a:lnTo>
                  <a:lnTo>
                    <a:pt x="161659" y="14952"/>
                  </a:lnTo>
                  <a:lnTo>
                    <a:pt x="165776" y="2059"/>
                  </a:lnTo>
                  <a:lnTo>
                    <a:pt x="178494" y="641"/>
                  </a:lnTo>
                  <a:lnTo>
                    <a:pt x="179426" y="537"/>
                  </a:lnTo>
                  <a:lnTo>
                    <a:pt x="184245" y="0"/>
                  </a:lnTo>
                  <a:lnTo>
                    <a:pt x="185762" y="12406"/>
                  </a:lnTo>
                  <a:lnTo>
                    <a:pt x="186780" y="20733"/>
                  </a:lnTo>
                  <a:lnTo>
                    <a:pt x="187743" y="28605"/>
                  </a:lnTo>
                  <a:lnTo>
                    <a:pt x="188504" y="34829"/>
                  </a:lnTo>
                  <a:lnTo>
                    <a:pt x="188230" y="37968"/>
                  </a:lnTo>
                  <a:lnTo>
                    <a:pt x="187549" y="45764"/>
                  </a:lnTo>
                  <a:lnTo>
                    <a:pt x="186755" y="54854"/>
                  </a:lnTo>
                  <a:lnTo>
                    <a:pt x="186127" y="62045"/>
                  </a:lnTo>
                  <a:lnTo>
                    <a:pt x="185373" y="70677"/>
                  </a:lnTo>
                  <a:lnTo>
                    <a:pt x="184719" y="78165"/>
                  </a:lnTo>
                  <a:lnTo>
                    <a:pt x="184075" y="85540"/>
                  </a:lnTo>
                  <a:lnTo>
                    <a:pt x="183590" y="91093"/>
                  </a:lnTo>
                  <a:lnTo>
                    <a:pt x="178036" y="98829"/>
                  </a:lnTo>
                  <a:lnTo>
                    <a:pt x="170877" y="108802"/>
                  </a:lnTo>
                  <a:lnTo>
                    <a:pt x="166386" y="115059"/>
                  </a:lnTo>
                  <a:lnTo>
                    <a:pt x="160113" y="123797"/>
                  </a:lnTo>
                  <a:lnTo>
                    <a:pt x="152027" y="135061"/>
                  </a:lnTo>
                  <a:lnTo>
                    <a:pt x="145666" y="143922"/>
                  </a:lnTo>
                  <a:lnTo>
                    <a:pt x="145240" y="144559"/>
                  </a:lnTo>
                  <a:lnTo>
                    <a:pt x="141015" y="150885"/>
                  </a:lnTo>
                  <a:lnTo>
                    <a:pt x="137637" y="154853"/>
                  </a:lnTo>
                  <a:lnTo>
                    <a:pt x="135602" y="157245"/>
                  </a:lnTo>
                  <a:lnTo>
                    <a:pt x="129500" y="162916"/>
                  </a:lnTo>
                  <a:lnTo>
                    <a:pt x="126711" y="164955"/>
                  </a:lnTo>
                  <a:lnTo>
                    <a:pt x="122792" y="167820"/>
                  </a:lnTo>
                  <a:lnTo>
                    <a:pt x="117207" y="170968"/>
                  </a:lnTo>
                  <a:lnTo>
                    <a:pt x="115570" y="171891"/>
                  </a:lnTo>
                  <a:lnTo>
                    <a:pt x="107933" y="175073"/>
                  </a:lnTo>
                  <a:lnTo>
                    <a:pt x="107670" y="175147"/>
                  </a:lnTo>
                  <a:lnTo>
                    <a:pt x="99984" y="177322"/>
                  </a:lnTo>
                  <a:lnTo>
                    <a:pt x="96179" y="177925"/>
                  </a:lnTo>
                  <a:lnTo>
                    <a:pt x="91951" y="178596"/>
                  </a:lnTo>
                  <a:lnTo>
                    <a:pt x="87663" y="179276"/>
                  </a:lnTo>
                  <a:lnTo>
                    <a:pt x="79565" y="180561"/>
                  </a:lnTo>
                  <a:lnTo>
                    <a:pt x="67772" y="182431"/>
                  </a:lnTo>
                  <a:lnTo>
                    <a:pt x="59675" y="183715"/>
                  </a:lnTo>
                  <a:lnTo>
                    <a:pt x="45201" y="186011"/>
                  </a:lnTo>
                  <a:lnTo>
                    <a:pt x="34495" y="187709"/>
                  </a:lnTo>
                  <a:lnTo>
                    <a:pt x="22460" y="189618"/>
                  </a:lnTo>
                  <a:lnTo>
                    <a:pt x="20125" y="18998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g733"/>
            <p:cNvSpPr/>
            <p:nvPr/>
          </p:nvSpPr>
          <p:spPr>
            <a:xfrm>
              <a:off x="4306082" y="2498590"/>
              <a:ext cx="24873" cy="22020"/>
            </a:xfrm>
            <a:custGeom>
              <a:avLst/>
              <a:pathLst>
                <a:path w="24873" h="22020">
                  <a:moveTo>
                    <a:pt x="19510" y="12561"/>
                  </a:moveTo>
                  <a:lnTo>
                    <a:pt x="7755" y="22020"/>
                  </a:lnTo>
                  <a:lnTo>
                    <a:pt x="3460" y="17073"/>
                  </a:lnTo>
                  <a:lnTo>
                    <a:pt x="0" y="13085"/>
                  </a:lnTo>
                  <a:lnTo>
                    <a:pt x="6698" y="8024"/>
                  </a:lnTo>
                  <a:lnTo>
                    <a:pt x="13022" y="3246"/>
                  </a:lnTo>
                  <a:lnTo>
                    <a:pt x="17319" y="0"/>
                  </a:lnTo>
                  <a:lnTo>
                    <a:pt x="20370" y="3330"/>
                  </a:lnTo>
                  <a:lnTo>
                    <a:pt x="24873" y="824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g734"/>
            <p:cNvSpPr/>
            <p:nvPr/>
          </p:nvSpPr>
          <p:spPr>
            <a:xfrm>
              <a:off x="4231341" y="2448796"/>
              <a:ext cx="21789" cy="15064"/>
            </a:xfrm>
            <a:custGeom>
              <a:avLst/>
              <a:pathLst>
                <a:path w="21789" h="15064">
                  <a:moveTo>
                    <a:pt x="13368" y="12045"/>
                  </a:moveTo>
                  <a:lnTo>
                    <a:pt x="2376" y="15064"/>
                  </a:lnTo>
                  <a:lnTo>
                    <a:pt x="1033" y="9228"/>
                  </a:lnTo>
                  <a:lnTo>
                    <a:pt x="0" y="4738"/>
                  </a:lnTo>
                  <a:lnTo>
                    <a:pt x="6411" y="3147"/>
                  </a:lnTo>
                  <a:lnTo>
                    <a:pt x="19094" y="0"/>
                  </a:lnTo>
                  <a:lnTo>
                    <a:pt x="20647" y="5610"/>
                  </a:lnTo>
                  <a:lnTo>
                    <a:pt x="21789" y="97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g735"/>
            <p:cNvSpPr/>
            <p:nvPr/>
          </p:nvSpPr>
          <p:spPr>
            <a:xfrm>
              <a:off x="4523256" y="2243448"/>
              <a:ext cx="107460" cy="114536"/>
            </a:xfrm>
            <a:custGeom>
              <a:avLst/>
              <a:pathLst>
                <a:path w="107460" h="114536">
                  <a:moveTo>
                    <a:pt x="9173" y="114536"/>
                  </a:moveTo>
                  <a:lnTo>
                    <a:pt x="4002" y="94713"/>
                  </a:lnTo>
                  <a:lnTo>
                    <a:pt x="0" y="79371"/>
                  </a:lnTo>
                  <a:lnTo>
                    <a:pt x="68145" y="45211"/>
                  </a:lnTo>
                  <a:lnTo>
                    <a:pt x="85877" y="15730"/>
                  </a:lnTo>
                  <a:lnTo>
                    <a:pt x="95338" y="0"/>
                  </a:lnTo>
                  <a:lnTo>
                    <a:pt x="102568" y="1997"/>
                  </a:lnTo>
                  <a:lnTo>
                    <a:pt x="107460" y="3348"/>
                  </a:lnTo>
                  <a:lnTo>
                    <a:pt x="106395" y="17503"/>
                  </a:lnTo>
                  <a:lnTo>
                    <a:pt x="105494" y="29471"/>
                  </a:lnTo>
                  <a:lnTo>
                    <a:pt x="105121" y="30933"/>
                  </a:lnTo>
                  <a:lnTo>
                    <a:pt x="103090" y="38891"/>
                  </a:lnTo>
                  <a:lnTo>
                    <a:pt x="100324" y="49730"/>
                  </a:lnTo>
                  <a:lnTo>
                    <a:pt x="97631" y="60282"/>
                  </a:lnTo>
                  <a:lnTo>
                    <a:pt x="92514" y="63369"/>
                  </a:lnTo>
                  <a:lnTo>
                    <a:pt x="83222" y="68975"/>
                  </a:lnTo>
                  <a:lnTo>
                    <a:pt x="73244" y="74994"/>
                  </a:lnTo>
                  <a:lnTo>
                    <a:pt x="61526" y="82063"/>
                  </a:lnTo>
                  <a:lnTo>
                    <a:pt x="57661" y="84395"/>
                  </a:lnTo>
                  <a:lnTo>
                    <a:pt x="46282" y="90403"/>
                  </a:lnTo>
                  <a:lnTo>
                    <a:pt x="35818" y="95927"/>
                  </a:lnTo>
                  <a:lnTo>
                    <a:pt x="27848" y="10013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g736"/>
            <p:cNvSpPr/>
            <p:nvPr/>
          </p:nvSpPr>
          <p:spPr>
            <a:xfrm>
              <a:off x="4481726" y="2160633"/>
              <a:ext cx="39724" cy="50653"/>
            </a:xfrm>
            <a:custGeom>
              <a:avLst/>
              <a:pathLst>
                <a:path w="39724" h="50653">
                  <a:moveTo>
                    <a:pt x="34356" y="42363"/>
                  </a:moveTo>
                  <a:lnTo>
                    <a:pt x="24993" y="46887"/>
                  </a:lnTo>
                  <a:lnTo>
                    <a:pt x="17200" y="50653"/>
                  </a:lnTo>
                  <a:lnTo>
                    <a:pt x="8877" y="30196"/>
                  </a:lnTo>
                  <a:lnTo>
                    <a:pt x="0" y="8372"/>
                  </a:lnTo>
                  <a:lnTo>
                    <a:pt x="9029" y="5189"/>
                  </a:lnTo>
                  <a:lnTo>
                    <a:pt x="23752" y="0"/>
                  </a:lnTo>
                  <a:lnTo>
                    <a:pt x="29953" y="15439"/>
                  </a:lnTo>
                  <a:lnTo>
                    <a:pt x="39724" y="397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g737"/>
            <p:cNvSpPr/>
            <p:nvPr/>
          </p:nvSpPr>
          <p:spPr>
            <a:xfrm>
              <a:off x="4503022" y="2122957"/>
              <a:ext cx="66753" cy="74934"/>
            </a:xfrm>
            <a:custGeom>
              <a:avLst/>
              <a:pathLst>
                <a:path w="66753" h="74934">
                  <a:moveTo>
                    <a:pt x="51795" y="61913"/>
                  </a:moveTo>
                  <a:lnTo>
                    <a:pt x="39132" y="68256"/>
                  </a:lnTo>
                  <a:lnTo>
                    <a:pt x="25800" y="74934"/>
                  </a:lnTo>
                  <a:lnTo>
                    <a:pt x="11692" y="42429"/>
                  </a:lnTo>
                  <a:lnTo>
                    <a:pt x="0" y="15489"/>
                  </a:lnTo>
                  <a:lnTo>
                    <a:pt x="14422" y="9146"/>
                  </a:lnTo>
                  <a:lnTo>
                    <a:pt x="35219" y="0"/>
                  </a:lnTo>
                  <a:lnTo>
                    <a:pt x="43344" y="14021"/>
                  </a:lnTo>
                  <a:lnTo>
                    <a:pt x="66753" y="5442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g738"/>
            <p:cNvSpPr/>
            <p:nvPr/>
          </p:nvSpPr>
          <p:spPr>
            <a:xfrm>
              <a:off x="4718472" y="2105706"/>
              <a:ext cx="45539" cy="22438"/>
            </a:xfrm>
            <a:custGeom>
              <a:avLst/>
              <a:pathLst>
                <a:path w="45539" h="22438">
                  <a:moveTo>
                    <a:pt x="29551" y="19457"/>
                  </a:moveTo>
                  <a:lnTo>
                    <a:pt x="6224" y="22438"/>
                  </a:lnTo>
                  <a:lnTo>
                    <a:pt x="2595" y="13652"/>
                  </a:lnTo>
                  <a:lnTo>
                    <a:pt x="0" y="7367"/>
                  </a:lnTo>
                  <a:lnTo>
                    <a:pt x="13593" y="4841"/>
                  </a:lnTo>
                  <a:lnTo>
                    <a:pt x="26841" y="2379"/>
                  </a:lnTo>
                  <a:lnTo>
                    <a:pt x="39642" y="0"/>
                  </a:lnTo>
                  <a:lnTo>
                    <a:pt x="42335" y="7953"/>
                  </a:lnTo>
                  <a:lnTo>
                    <a:pt x="45539" y="1741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g739"/>
            <p:cNvSpPr/>
            <p:nvPr/>
          </p:nvSpPr>
          <p:spPr>
            <a:xfrm>
              <a:off x="4724370" y="2040065"/>
              <a:ext cx="46194" cy="60617"/>
            </a:xfrm>
            <a:custGeom>
              <a:avLst/>
              <a:pathLst>
                <a:path w="46194" h="60617">
                  <a:moveTo>
                    <a:pt x="40116" y="57794"/>
                  </a:moveTo>
                  <a:lnTo>
                    <a:pt x="35242" y="58217"/>
                  </a:lnTo>
                  <a:lnTo>
                    <a:pt x="30093" y="58663"/>
                  </a:lnTo>
                  <a:lnTo>
                    <a:pt x="25401" y="59069"/>
                  </a:lnTo>
                  <a:lnTo>
                    <a:pt x="18473" y="59669"/>
                  </a:lnTo>
                  <a:lnTo>
                    <a:pt x="13812" y="60073"/>
                  </a:lnTo>
                  <a:lnTo>
                    <a:pt x="7535" y="60617"/>
                  </a:lnTo>
                  <a:lnTo>
                    <a:pt x="3983" y="35993"/>
                  </a:lnTo>
                  <a:lnTo>
                    <a:pt x="0" y="8372"/>
                  </a:lnTo>
                  <a:lnTo>
                    <a:pt x="12594" y="5392"/>
                  </a:lnTo>
                  <a:lnTo>
                    <a:pt x="35383" y="0"/>
                  </a:lnTo>
                  <a:lnTo>
                    <a:pt x="38286" y="15379"/>
                  </a:lnTo>
                  <a:lnTo>
                    <a:pt x="46194" y="5726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g740"/>
            <p:cNvSpPr/>
            <p:nvPr/>
          </p:nvSpPr>
          <p:spPr>
            <a:xfrm>
              <a:off x="4932636" y="1965381"/>
              <a:ext cx="42918" cy="34160"/>
            </a:xfrm>
            <a:custGeom>
              <a:avLst/>
              <a:pathLst>
                <a:path w="42918" h="34160">
                  <a:moveTo>
                    <a:pt x="39307" y="22720"/>
                  </a:moveTo>
                  <a:lnTo>
                    <a:pt x="32251" y="25235"/>
                  </a:lnTo>
                  <a:lnTo>
                    <a:pt x="26282" y="27362"/>
                  </a:lnTo>
                  <a:lnTo>
                    <a:pt x="18469" y="30146"/>
                  </a:lnTo>
                  <a:lnTo>
                    <a:pt x="7207" y="34160"/>
                  </a:lnTo>
                  <a:lnTo>
                    <a:pt x="4550" y="25393"/>
                  </a:lnTo>
                  <a:lnTo>
                    <a:pt x="0" y="10382"/>
                  </a:lnTo>
                  <a:lnTo>
                    <a:pt x="16785" y="5632"/>
                  </a:lnTo>
                  <a:lnTo>
                    <a:pt x="36693" y="0"/>
                  </a:lnTo>
                  <a:lnTo>
                    <a:pt x="39065" y="8165"/>
                  </a:lnTo>
                  <a:lnTo>
                    <a:pt x="42918" y="2143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g741"/>
            <p:cNvSpPr/>
            <p:nvPr/>
          </p:nvSpPr>
          <p:spPr>
            <a:xfrm>
              <a:off x="4995539" y="1923519"/>
              <a:ext cx="41935" cy="59947"/>
            </a:xfrm>
            <a:custGeom>
              <a:avLst/>
              <a:pathLst>
                <a:path w="41935" h="59947">
                  <a:moveTo>
                    <a:pt x="26865" y="59947"/>
                  </a:moveTo>
                  <a:lnTo>
                    <a:pt x="20637" y="59407"/>
                  </a:lnTo>
                  <a:lnTo>
                    <a:pt x="7535" y="58273"/>
                  </a:lnTo>
                  <a:lnTo>
                    <a:pt x="4637" y="38436"/>
                  </a:lnTo>
                  <a:lnTo>
                    <a:pt x="0" y="6697"/>
                  </a:lnTo>
                  <a:lnTo>
                    <a:pt x="10931" y="4242"/>
                  </a:lnTo>
                  <a:lnTo>
                    <a:pt x="29813" y="0"/>
                  </a:lnTo>
                  <a:lnTo>
                    <a:pt x="31233" y="6629"/>
                  </a:lnTo>
                  <a:lnTo>
                    <a:pt x="32121" y="10774"/>
                  </a:lnTo>
                  <a:lnTo>
                    <a:pt x="33014" y="14943"/>
                  </a:lnTo>
                  <a:lnTo>
                    <a:pt x="33764" y="18445"/>
                  </a:lnTo>
                  <a:lnTo>
                    <a:pt x="34476" y="21772"/>
                  </a:lnTo>
                  <a:lnTo>
                    <a:pt x="35265" y="25455"/>
                  </a:lnTo>
                  <a:lnTo>
                    <a:pt x="35898" y="28407"/>
                  </a:lnTo>
                  <a:lnTo>
                    <a:pt x="36495" y="31198"/>
                  </a:lnTo>
                  <a:lnTo>
                    <a:pt x="37153" y="34272"/>
                  </a:lnTo>
                  <a:lnTo>
                    <a:pt x="37882" y="37674"/>
                  </a:lnTo>
                  <a:lnTo>
                    <a:pt x="38771" y="41822"/>
                  </a:lnTo>
                  <a:lnTo>
                    <a:pt x="39538" y="45405"/>
                  </a:lnTo>
                  <a:lnTo>
                    <a:pt x="40619" y="50451"/>
                  </a:lnTo>
                  <a:lnTo>
                    <a:pt x="41935" y="565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g742"/>
            <p:cNvSpPr/>
            <p:nvPr/>
          </p:nvSpPr>
          <p:spPr>
            <a:xfrm>
              <a:off x="4106036" y="3265381"/>
              <a:ext cx="24571" cy="19256"/>
            </a:xfrm>
            <a:custGeom>
              <a:avLst/>
              <a:pathLst>
                <a:path w="24571" h="19256">
                  <a:moveTo>
                    <a:pt x="22204" y="12490"/>
                  </a:moveTo>
                  <a:lnTo>
                    <a:pt x="19862" y="19256"/>
                  </a:lnTo>
                  <a:lnTo>
                    <a:pt x="11833" y="16887"/>
                  </a:lnTo>
                  <a:lnTo>
                    <a:pt x="0" y="13395"/>
                  </a:lnTo>
                  <a:lnTo>
                    <a:pt x="2744" y="5589"/>
                  </a:lnTo>
                  <a:lnTo>
                    <a:pt x="4709" y="0"/>
                  </a:lnTo>
                  <a:lnTo>
                    <a:pt x="19081" y="4089"/>
                  </a:lnTo>
                  <a:lnTo>
                    <a:pt x="24571" y="565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g743"/>
            <p:cNvSpPr/>
            <p:nvPr/>
          </p:nvSpPr>
          <p:spPr>
            <a:xfrm>
              <a:off x="4048390" y="3214306"/>
              <a:ext cx="58972" cy="64301"/>
            </a:xfrm>
            <a:custGeom>
              <a:avLst/>
              <a:pathLst>
                <a:path w="58972" h="64301">
                  <a:moveTo>
                    <a:pt x="52284" y="41345"/>
                  </a:moveTo>
                  <a:lnTo>
                    <a:pt x="48860" y="46283"/>
                  </a:lnTo>
                  <a:lnTo>
                    <a:pt x="45391" y="51286"/>
                  </a:lnTo>
                  <a:lnTo>
                    <a:pt x="41877" y="56353"/>
                  </a:lnTo>
                  <a:lnTo>
                    <a:pt x="38505" y="61216"/>
                  </a:lnTo>
                  <a:lnTo>
                    <a:pt x="36366" y="64301"/>
                  </a:lnTo>
                  <a:lnTo>
                    <a:pt x="17591" y="45238"/>
                  </a:lnTo>
                  <a:lnTo>
                    <a:pt x="0" y="27378"/>
                  </a:lnTo>
                  <a:lnTo>
                    <a:pt x="3356" y="23313"/>
                  </a:lnTo>
                  <a:lnTo>
                    <a:pt x="9597" y="15754"/>
                  </a:lnTo>
                  <a:lnTo>
                    <a:pt x="15981" y="8022"/>
                  </a:lnTo>
                  <a:lnTo>
                    <a:pt x="22606" y="0"/>
                  </a:lnTo>
                  <a:lnTo>
                    <a:pt x="29731" y="3265"/>
                  </a:lnTo>
                  <a:lnTo>
                    <a:pt x="44009" y="18228"/>
                  </a:lnTo>
                  <a:lnTo>
                    <a:pt x="58972" y="33908"/>
                  </a:lnTo>
                  <a:lnTo>
                    <a:pt x="56291" y="36853"/>
                  </a:lnTo>
                  <a:lnTo>
                    <a:pt x="52549" y="4096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g744"/>
            <p:cNvSpPr/>
            <p:nvPr/>
          </p:nvSpPr>
          <p:spPr>
            <a:xfrm>
              <a:off x="4320418" y="3641134"/>
              <a:ext cx="87535" cy="83642"/>
            </a:xfrm>
            <a:custGeom>
              <a:avLst/>
              <a:pathLst>
                <a:path w="87535" h="83642">
                  <a:moveTo>
                    <a:pt x="81710" y="44781"/>
                  </a:moveTo>
                  <a:lnTo>
                    <a:pt x="77873" y="52056"/>
                  </a:lnTo>
                  <a:lnTo>
                    <a:pt x="74536" y="58382"/>
                  </a:lnTo>
                  <a:lnTo>
                    <a:pt x="71009" y="65071"/>
                  </a:lnTo>
                  <a:lnTo>
                    <a:pt x="66447" y="73718"/>
                  </a:lnTo>
                  <a:lnTo>
                    <a:pt x="61213" y="83642"/>
                  </a:lnTo>
                  <a:lnTo>
                    <a:pt x="38729" y="71250"/>
                  </a:lnTo>
                  <a:lnTo>
                    <a:pt x="0" y="49904"/>
                  </a:lnTo>
                  <a:lnTo>
                    <a:pt x="3916" y="42477"/>
                  </a:lnTo>
                  <a:lnTo>
                    <a:pt x="7539" y="35609"/>
                  </a:lnTo>
                  <a:lnTo>
                    <a:pt x="12804" y="25626"/>
                  </a:lnTo>
                  <a:lnTo>
                    <a:pt x="18498" y="14832"/>
                  </a:lnTo>
                  <a:lnTo>
                    <a:pt x="26321" y="0"/>
                  </a:lnTo>
                  <a:lnTo>
                    <a:pt x="54441" y="15498"/>
                  </a:lnTo>
                  <a:lnTo>
                    <a:pt x="87535" y="3373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g745"/>
            <p:cNvSpPr/>
            <p:nvPr/>
          </p:nvSpPr>
          <p:spPr>
            <a:xfrm>
              <a:off x="4444351" y="3410226"/>
              <a:ext cx="61429" cy="77655"/>
            </a:xfrm>
            <a:custGeom>
              <a:avLst/>
              <a:pathLst>
                <a:path w="61429" h="77655">
                  <a:moveTo>
                    <a:pt x="54258" y="75943"/>
                  </a:moveTo>
                  <a:lnTo>
                    <a:pt x="44324" y="77051"/>
                  </a:lnTo>
                  <a:lnTo>
                    <a:pt x="38905" y="77655"/>
                  </a:lnTo>
                  <a:lnTo>
                    <a:pt x="37463" y="76794"/>
                  </a:lnTo>
                  <a:lnTo>
                    <a:pt x="30222" y="72470"/>
                  </a:lnTo>
                  <a:lnTo>
                    <a:pt x="23157" y="68251"/>
                  </a:lnTo>
                  <a:lnTo>
                    <a:pt x="15966" y="63956"/>
                  </a:lnTo>
                  <a:lnTo>
                    <a:pt x="10165" y="60492"/>
                  </a:lnTo>
                  <a:lnTo>
                    <a:pt x="4558" y="57144"/>
                  </a:lnTo>
                  <a:lnTo>
                    <a:pt x="0" y="54421"/>
                  </a:lnTo>
                  <a:lnTo>
                    <a:pt x="20291" y="28740"/>
                  </a:lnTo>
                  <a:lnTo>
                    <a:pt x="43000" y="0"/>
                  </a:lnTo>
                  <a:lnTo>
                    <a:pt x="48202" y="8579"/>
                  </a:lnTo>
                  <a:lnTo>
                    <a:pt x="56250" y="21856"/>
                  </a:lnTo>
                  <a:lnTo>
                    <a:pt x="61019" y="29722"/>
                  </a:lnTo>
                  <a:lnTo>
                    <a:pt x="61121" y="41030"/>
                  </a:lnTo>
                  <a:lnTo>
                    <a:pt x="61429" y="7514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g746"/>
            <p:cNvSpPr/>
            <p:nvPr/>
          </p:nvSpPr>
          <p:spPr>
            <a:xfrm>
              <a:off x="4592026" y="3370965"/>
              <a:ext cx="58726" cy="63296"/>
            </a:xfrm>
            <a:custGeom>
              <a:avLst/>
              <a:pathLst>
                <a:path w="58726" h="63296">
                  <a:moveTo>
                    <a:pt x="21533" y="62883"/>
                  </a:moveTo>
                  <a:lnTo>
                    <a:pt x="0" y="63296"/>
                  </a:lnTo>
                  <a:lnTo>
                    <a:pt x="902" y="52405"/>
                  </a:lnTo>
                  <a:lnTo>
                    <a:pt x="5160" y="1004"/>
                  </a:lnTo>
                  <a:lnTo>
                    <a:pt x="36400" y="230"/>
                  </a:lnTo>
                  <a:lnTo>
                    <a:pt x="45703" y="0"/>
                  </a:lnTo>
                  <a:lnTo>
                    <a:pt x="58726" y="11051"/>
                  </a:lnTo>
                  <a:lnTo>
                    <a:pt x="58726" y="19759"/>
                  </a:lnTo>
                  <a:lnTo>
                    <a:pt x="58726" y="24112"/>
                  </a:lnTo>
                  <a:lnTo>
                    <a:pt x="52472" y="36494"/>
                  </a:lnTo>
                  <a:lnTo>
                    <a:pt x="39314" y="625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g747"/>
            <p:cNvSpPr/>
            <p:nvPr/>
          </p:nvSpPr>
          <p:spPr>
            <a:xfrm>
              <a:off x="4432661" y="3304828"/>
              <a:ext cx="41444" cy="29638"/>
            </a:xfrm>
            <a:custGeom>
              <a:avLst/>
              <a:pathLst>
                <a:path w="41444" h="29638">
                  <a:moveTo>
                    <a:pt x="28113" y="26152"/>
                  </a:moveTo>
                  <a:lnTo>
                    <a:pt x="16988" y="28736"/>
                  </a:lnTo>
                  <a:lnTo>
                    <a:pt x="13104" y="29638"/>
                  </a:lnTo>
                  <a:lnTo>
                    <a:pt x="6855" y="26923"/>
                  </a:lnTo>
                  <a:lnTo>
                    <a:pt x="0" y="23945"/>
                  </a:lnTo>
                  <a:lnTo>
                    <a:pt x="7470" y="9577"/>
                  </a:lnTo>
                  <a:lnTo>
                    <a:pt x="12449" y="0"/>
                  </a:lnTo>
                  <a:lnTo>
                    <a:pt x="30715" y="7700"/>
                  </a:lnTo>
                  <a:lnTo>
                    <a:pt x="41444" y="12224"/>
                  </a:lnTo>
                  <a:lnTo>
                    <a:pt x="37078" y="20279"/>
                  </a:lnTo>
                  <a:lnTo>
                    <a:pt x="34728" y="246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g748"/>
            <p:cNvSpPr/>
            <p:nvPr/>
          </p:nvSpPr>
          <p:spPr>
            <a:xfrm>
              <a:off x="4312322" y="3235645"/>
              <a:ext cx="105175" cy="100470"/>
            </a:xfrm>
            <a:custGeom>
              <a:avLst/>
              <a:pathLst>
                <a:path w="105175" h="100470">
                  <a:moveTo>
                    <a:pt x="22491" y="60429"/>
                  </a:moveTo>
                  <a:lnTo>
                    <a:pt x="29009" y="51694"/>
                  </a:lnTo>
                  <a:lnTo>
                    <a:pt x="35526" y="42960"/>
                  </a:lnTo>
                  <a:lnTo>
                    <a:pt x="41013" y="35606"/>
                  </a:lnTo>
                  <a:lnTo>
                    <a:pt x="48515" y="25551"/>
                  </a:lnTo>
                  <a:lnTo>
                    <a:pt x="55282" y="16482"/>
                  </a:lnTo>
                  <a:lnTo>
                    <a:pt x="67580" y="0"/>
                  </a:lnTo>
                  <a:lnTo>
                    <a:pt x="83060" y="10549"/>
                  </a:lnTo>
                  <a:lnTo>
                    <a:pt x="89396" y="20120"/>
                  </a:lnTo>
                  <a:lnTo>
                    <a:pt x="105175" y="43955"/>
                  </a:lnTo>
                  <a:lnTo>
                    <a:pt x="72741" y="74280"/>
                  </a:lnTo>
                  <a:lnTo>
                    <a:pt x="44728" y="100470"/>
                  </a:lnTo>
                  <a:lnTo>
                    <a:pt x="18191" y="97456"/>
                  </a:lnTo>
                  <a:lnTo>
                    <a:pt x="8362" y="90423"/>
                  </a:lnTo>
                  <a:lnTo>
                    <a:pt x="7002" y="86770"/>
                  </a:lnTo>
                  <a:lnTo>
                    <a:pt x="3276" y="76762"/>
                  </a:lnTo>
                  <a:lnTo>
                    <a:pt x="0" y="64036"/>
                  </a:lnTo>
                  <a:lnTo>
                    <a:pt x="1310" y="57003"/>
                  </a:lnTo>
                  <a:lnTo>
                    <a:pt x="10410" y="62357"/>
                  </a:lnTo>
                  <a:lnTo>
                    <a:pt x="17806" y="667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g749"/>
            <p:cNvSpPr/>
            <p:nvPr/>
          </p:nvSpPr>
          <p:spPr>
            <a:xfrm>
              <a:off x="4307416" y="3214798"/>
              <a:ext cx="69292" cy="80762"/>
            </a:xfrm>
            <a:custGeom>
              <a:avLst/>
              <a:pathLst>
                <a:path w="69292" h="80762">
                  <a:moveTo>
                    <a:pt x="57138" y="32739"/>
                  </a:moveTo>
                  <a:lnTo>
                    <a:pt x="38268" y="59391"/>
                  </a:lnTo>
                  <a:lnTo>
                    <a:pt x="23137" y="80762"/>
                  </a:lnTo>
                  <a:lnTo>
                    <a:pt x="12774" y="73164"/>
                  </a:lnTo>
                  <a:lnTo>
                    <a:pt x="0" y="63798"/>
                  </a:lnTo>
                  <a:lnTo>
                    <a:pt x="5770" y="55871"/>
                  </a:lnTo>
                  <a:lnTo>
                    <a:pt x="12652" y="46417"/>
                  </a:lnTo>
                  <a:lnTo>
                    <a:pt x="19280" y="37311"/>
                  </a:lnTo>
                  <a:lnTo>
                    <a:pt x="28123" y="25163"/>
                  </a:lnTo>
                  <a:lnTo>
                    <a:pt x="38019" y="11569"/>
                  </a:lnTo>
                  <a:lnTo>
                    <a:pt x="46440" y="0"/>
                  </a:lnTo>
                  <a:lnTo>
                    <a:pt x="56515" y="6865"/>
                  </a:lnTo>
                  <a:lnTo>
                    <a:pt x="69292" y="1557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g750"/>
            <p:cNvSpPr/>
            <p:nvPr/>
          </p:nvSpPr>
          <p:spPr>
            <a:xfrm>
              <a:off x="4541381" y="3200039"/>
              <a:ext cx="80723" cy="128726"/>
            </a:xfrm>
            <a:custGeom>
              <a:avLst/>
              <a:pathLst>
                <a:path w="80723" h="128726">
                  <a:moveTo>
                    <a:pt x="11165" y="0"/>
                  </a:moveTo>
                  <a:lnTo>
                    <a:pt x="11931" y="341"/>
                  </a:lnTo>
                  <a:lnTo>
                    <a:pt x="14815" y="2250"/>
                  </a:lnTo>
                  <a:lnTo>
                    <a:pt x="16660" y="3696"/>
                  </a:lnTo>
                  <a:lnTo>
                    <a:pt x="19775" y="5086"/>
                  </a:lnTo>
                  <a:lnTo>
                    <a:pt x="21852" y="6013"/>
                  </a:lnTo>
                  <a:lnTo>
                    <a:pt x="23178" y="7227"/>
                  </a:lnTo>
                  <a:lnTo>
                    <a:pt x="27332" y="9081"/>
                  </a:lnTo>
                  <a:lnTo>
                    <a:pt x="29929" y="10239"/>
                  </a:lnTo>
                  <a:lnTo>
                    <a:pt x="32525" y="11398"/>
                  </a:lnTo>
                  <a:lnTo>
                    <a:pt x="35121" y="12556"/>
                  </a:lnTo>
                  <a:lnTo>
                    <a:pt x="38181" y="12676"/>
                  </a:lnTo>
                  <a:lnTo>
                    <a:pt x="40489" y="13084"/>
                  </a:lnTo>
                  <a:lnTo>
                    <a:pt x="44068" y="13435"/>
                  </a:lnTo>
                  <a:lnTo>
                    <a:pt x="46896" y="14074"/>
                  </a:lnTo>
                  <a:lnTo>
                    <a:pt x="49205" y="14482"/>
                  </a:lnTo>
                  <a:lnTo>
                    <a:pt x="50994" y="14658"/>
                  </a:lnTo>
                  <a:lnTo>
                    <a:pt x="51904" y="14894"/>
                  </a:lnTo>
                  <a:lnTo>
                    <a:pt x="54341" y="15528"/>
                  </a:lnTo>
                  <a:lnTo>
                    <a:pt x="57457" y="16919"/>
                  </a:lnTo>
                  <a:lnTo>
                    <a:pt x="61035" y="17270"/>
                  </a:lnTo>
                  <a:lnTo>
                    <a:pt x="80723" y="15315"/>
                  </a:lnTo>
                  <a:lnTo>
                    <a:pt x="79699" y="33219"/>
                  </a:lnTo>
                  <a:lnTo>
                    <a:pt x="74240" y="128726"/>
                  </a:lnTo>
                  <a:lnTo>
                    <a:pt x="58232" y="124289"/>
                  </a:lnTo>
                  <a:lnTo>
                    <a:pt x="37765" y="118615"/>
                  </a:lnTo>
                  <a:lnTo>
                    <a:pt x="25035" y="115086"/>
                  </a:lnTo>
                  <a:lnTo>
                    <a:pt x="1811" y="108648"/>
                  </a:lnTo>
                  <a:lnTo>
                    <a:pt x="5974" y="81777"/>
                  </a:lnTo>
                  <a:lnTo>
                    <a:pt x="9699" y="57733"/>
                  </a:lnTo>
                  <a:lnTo>
                    <a:pt x="0" y="554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g751"/>
            <p:cNvSpPr/>
            <p:nvPr/>
          </p:nvSpPr>
          <p:spPr>
            <a:xfrm>
              <a:off x="4474023" y="3061326"/>
              <a:ext cx="84888" cy="119229"/>
            </a:xfrm>
            <a:custGeom>
              <a:avLst/>
              <a:pathLst>
                <a:path w="84888" h="119229">
                  <a:moveTo>
                    <a:pt x="65813" y="116231"/>
                  </a:moveTo>
                  <a:lnTo>
                    <a:pt x="64950" y="113978"/>
                  </a:lnTo>
                  <a:lnTo>
                    <a:pt x="64088" y="111725"/>
                  </a:lnTo>
                  <a:lnTo>
                    <a:pt x="63688" y="108434"/>
                  </a:lnTo>
                  <a:lnTo>
                    <a:pt x="63057" y="105662"/>
                  </a:lnTo>
                  <a:lnTo>
                    <a:pt x="62195" y="103409"/>
                  </a:lnTo>
                  <a:lnTo>
                    <a:pt x="60238" y="99423"/>
                  </a:lnTo>
                  <a:lnTo>
                    <a:pt x="58336" y="96707"/>
                  </a:lnTo>
                  <a:lnTo>
                    <a:pt x="57186" y="93703"/>
                  </a:lnTo>
                  <a:lnTo>
                    <a:pt x="56036" y="90699"/>
                  </a:lnTo>
                  <a:lnTo>
                    <a:pt x="55173" y="88447"/>
                  </a:lnTo>
                  <a:lnTo>
                    <a:pt x="53847" y="87232"/>
                  </a:lnTo>
                  <a:lnTo>
                    <a:pt x="52465" y="84748"/>
                  </a:lnTo>
                  <a:lnTo>
                    <a:pt x="50332" y="82551"/>
                  </a:lnTo>
                  <a:lnTo>
                    <a:pt x="48951" y="80066"/>
                  </a:lnTo>
                  <a:lnTo>
                    <a:pt x="46818" y="77869"/>
                  </a:lnTo>
                  <a:lnTo>
                    <a:pt x="44397" y="74922"/>
                  </a:lnTo>
                  <a:lnTo>
                    <a:pt x="43678" y="73854"/>
                  </a:lnTo>
                  <a:lnTo>
                    <a:pt x="35411" y="61573"/>
                  </a:lnTo>
                  <a:lnTo>
                    <a:pt x="326" y="50898"/>
                  </a:lnTo>
                  <a:lnTo>
                    <a:pt x="303" y="47371"/>
                  </a:lnTo>
                  <a:lnTo>
                    <a:pt x="271" y="42348"/>
                  </a:lnTo>
                  <a:lnTo>
                    <a:pt x="245" y="38334"/>
                  </a:lnTo>
                  <a:lnTo>
                    <a:pt x="216" y="33803"/>
                  </a:lnTo>
                  <a:lnTo>
                    <a:pt x="188" y="29410"/>
                  </a:lnTo>
                  <a:lnTo>
                    <a:pt x="158" y="24763"/>
                  </a:lnTo>
                  <a:lnTo>
                    <a:pt x="120" y="18741"/>
                  </a:lnTo>
                  <a:lnTo>
                    <a:pt x="91" y="14215"/>
                  </a:lnTo>
                  <a:lnTo>
                    <a:pt x="64" y="10067"/>
                  </a:lnTo>
                  <a:lnTo>
                    <a:pt x="40" y="6303"/>
                  </a:lnTo>
                  <a:lnTo>
                    <a:pt x="0" y="0"/>
                  </a:lnTo>
                  <a:lnTo>
                    <a:pt x="26794" y="10961"/>
                  </a:lnTo>
                  <a:lnTo>
                    <a:pt x="32942" y="13476"/>
                  </a:lnTo>
                  <a:lnTo>
                    <a:pt x="49718" y="16436"/>
                  </a:lnTo>
                  <a:lnTo>
                    <a:pt x="58415" y="17971"/>
                  </a:lnTo>
                  <a:lnTo>
                    <a:pt x="84888" y="15473"/>
                  </a:lnTo>
                  <a:lnTo>
                    <a:pt x="82531" y="31268"/>
                  </a:lnTo>
                  <a:lnTo>
                    <a:pt x="78035" y="61393"/>
                  </a:lnTo>
                  <a:lnTo>
                    <a:pt x="72222" y="100344"/>
                  </a:lnTo>
                  <a:lnTo>
                    <a:pt x="69905" y="115870"/>
                  </a:lnTo>
                  <a:lnTo>
                    <a:pt x="69518" y="11922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g752"/>
            <p:cNvSpPr/>
            <p:nvPr/>
          </p:nvSpPr>
          <p:spPr>
            <a:xfrm>
              <a:off x="4623584" y="2950091"/>
              <a:ext cx="104921" cy="84144"/>
            </a:xfrm>
            <a:custGeom>
              <a:avLst/>
              <a:pathLst>
                <a:path w="104921" h="84144">
                  <a:moveTo>
                    <a:pt x="84809" y="15182"/>
                  </a:moveTo>
                  <a:lnTo>
                    <a:pt x="84546" y="21323"/>
                  </a:lnTo>
                  <a:lnTo>
                    <a:pt x="84273" y="27693"/>
                  </a:lnTo>
                  <a:lnTo>
                    <a:pt x="83988" y="34350"/>
                  </a:lnTo>
                  <a:lnTo>
                    <a:pt x="83718" y="40654"/>
                  </a:lnTo>
                  <a:lnTo>
                    <a:pt x="83434" y="47303"/>
                  </a:lnTo>
                  <a:lnTo>
                    <a:pt x="83298" y="50486"/>
                  </a:lnTo>
                  <a:lnTo>
                    <a:pt x="91437" y="55970"/>
                  </a:lnTo>
                  <a:lnTo>
                    <a:pt x="99713" y="61546"/>
                  </a:lnTo>
                  <a:lnTo>
                    <a:pt x="104921" y="65054"/>
                  </a:lnTo>
                  <a:lnTo>
                    <a:pt x="104797" y="69878"/>
                  </a:lnTo>
                  <a:lnTo>
                    <a:pt x="104583" y="78166"/>
                  </a:lnTo>
                  <a:lnTo>
                    <a:pt x="104429" y="84144"/>
                  </a:lnTo>
                  <a:lnTo>
                    <a:pt x="63800" y="76521"/>
                  </a:lnTo>
                  <a:lnTo>
                    <a:pt x="32886" y="70722"/>
                  </a:lnTo>
                  <a:lnTo>
                    <a:pt x="0" y="64552"/>
                  </a:lnTo>
                  <a:lnTo>
                    <a:pt x="3194" y="26373"/>
                  </a:lnTo>
                  <a:lnTo>
                    <a:pt x="28257" y="28382"/>
                  </a:lnTo>
                  <a:lnTo>
                    <a:pt x="28863" y="24490"/>
                  </a:lnTo>
                  <a:lnTo>
                    <a:pt x="32680" y="0"/>
                  </a:lnTo>
                  <a:lnTo>
                    <a:pt x="57058" y="4796"/>
                  </a:lnTo>
                  <a:lnTo>
                    <a:pt x="85018" y="102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g753"/>
            <p:cNvSpPr/>
            <p:nvPr/>
          </p:nvSpPr>
          <p:spPr>
            <a:xfrm>
              <a:off x="4083340" y="2884172"/>
              <a:ext cx="102447" cy="57875"/>
            </a:xfrm>
            <a:custGeom>
              <a:avLst/>
              <a:pathLst>
                <a:path w="102447" h="57875">
                  <a:moveTo>
                    <a:pt x="25270" y="5174"/>
                  </a:moveTo>
                  <a:lnTo>
                    <a:pt x="32275" y="9378"/>
                  </a:lnTo>
                  <a:lnTo>
                    <a:pt x="38022" y="12828"/>
                  </a:lnTo>
                  <a:lnTo>
                    <a:pt x="45570" y="17358"/>
                  </a:lnTo>
                  <a:lnTo>
                    <a:pt x="50528" y="20334"/>
                  </a:lnTo>
                  <a:lnTo>
                    <a:pt x="53717" y="16950"/>
                  </a:lnTo>
                  <a:lnTo>
                    <a:pt x="57143" y="13314"/>
                  </a:lnTo>
                  <a:lnTo>
                    <a:pt x="60447" y="9807"/>
                  </a:lnTo>
                  <a:lnTo>
                    <a:pt x="64169" y="5857"/>
                  </a:lnTo>
                  <a:lnTo>
                    <a:pt x="67303" y="2530"/>
                  </a:lnTo>
                  <a:lnTo>
                    <a:pt x="86646" y="27510"/>
                  </a:lnTo>
                  <a:lnTo>
                    <a:pt x="102447" y="47916"/>
                  </a:lnTo>
                  <a:lnTo>
                    <a:pt x="96946" y="51701"/>
                  </a:lnTo>
                  <a:lnTo>
                    <a:pt x="89705" y="56682"/>
                  </a:lnTo>
                  <a:lnTo>
                    <a:pt x="74321" y="38979"/>
                  </a:lnTo>
                  <a:lnTo>
                    <a:pt x="40200" y="57875"/>
                  </a:lnTo>
                  <a:lnTo>
                    <a:pt x="38434" y="57174"/>
                  </a:lnTo>
                  <a:lnTo>
                    <a:pt x="7801" y="45023"/>
                  </a:lnTo>
                  <a:lnTo>
                    <a:pt x="3753" y="38802"/>
                  </a:lnTo>
                  <a:lnTo>
                    <a:pt x="0" y="9429"/>
                  </a:lnTo>
                  <a:lnTo>
                    <a:pt x="6046" y="6005"/>
                  </a:lnTo>
                  <a:lnTo>
                    <a:pt x="12028" y="2617"/>
                  </a:lnTo>
                  <a:lnTo>
                    <a:pt x="16651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g754"/>
            <p:cNvSpPr/>
            <p:nvPr/>
          </p:nvSpPr>
          <p:spPr>
            <a:xfrm>
              <a:off x="4051445" y="2992004"/>
              <a:ext cx="51826" cy="83152"/>
            </a:xfrm>
            <a:custGeom>
              <a:avLst/>
              <a:pathLst>
                <a:path w="51826" h="83152">
                  <a:moveTo>
                    <a:pt x="45732" y="17221"/>
                  </a:moveTo>
                  <a:lnTo>
                    <a:pt x="49976" y="34028"/>
                  </a:lnTo>
                  <a:lnTo>
                    <a:pt x="51826" y="41352"/>
                  </a:lnTo>
                  <a:lnTo>
                    <a:pt x="47690" y="48248"/>
                  </a:lnTo>
                  <a:lnTo>
                    <a:pt x="26753" y="83152"/>
                  </a:lnTo>
                  <a:lnTo>
                    <a:pt x="22607" y="80298"/>
                  </a:lnTo>
                  <a:lnTo>
                    <a:pt x="15158" y="75171"/>
                  </a:lnTo>
                  <a:lnTo>
                    <a:pt x="10169" y="71738"/>
                  </a:lnTo>
                  <a:lnTo>
                    <a:pt x="17745" y="60530"/>
                  </a:lnTo>
                  <a:lnTo>
                    <a:pt x="24369" y="50728"/>
                  </a:lnTo>
                  <a:lnTo>
                    <a:pt x="31431" y="40280"/>
                  </a:lnTo>
                  <a:lnTo>
                    <a:pt x="31952" y="38925"/>
                  </a:lnTo>
                  <a:lnTo>
                    <a:pt x="36438" y="27261"/>
                  </a:lnTo>
                  <a:lnTo>
                    <a:pt x="32928" y="23124"/>
                  </a:lnTo>
                  <a:lnTo>
                    <a:pt x="29861" y="19509"/>
                  </a:lnTo>
                  <a:lnTo>
                    <a:pt x="14475" y="28848"/>
                  </a:lnTo>
                  <a:lnTo>
                    <a:pt x="5088" y="34547"/>
                  </a:lnTo>
                  <a:lnTo>
                    <a:pt x="2169" y="30251"/>
                  </a:lnTo>
                  <a:lnTo>
                    <a:pt x="0" y="27058"/>
                  </a:lnTo>
                  <a:lnTo>
                    <a:pt x="16991" y="14168"/>
                  </a:lnTo>
                  <a:lnTo>
                    <a:pt x="17912" y="12672"/>
                  </a:lnTo>
                  <a:lnTo>
                    <a:pt x="25721" y="0"/>
                  </a:lnTo>
                  <a:lnTo>
                    <a:pt x="31747" y="1833"/>
                  </a:lnTo>
                  <a:lnTo>
                    <a:pt x="42686" y="516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g755"/>
            <p:cNvSpPr/>
            <p:nvPr/>
          </p:nvSpPr>
          <p:spPr>
            <a:xfrm>
              <a:off x="4351126" y="2996027"/>
              <a:ext cx="111723" cy="52101"/>
            </a:xfrm>
            <a:custGeom>
              <a:avLst/>
              <a:pathLst>
                <a:path w="111723" h="52101">
                  <a:moveTo>
                    <a:pt x="89763" y="48891"/>
                  </a:moveTo>
                  <a:lnTo>
                    <a:pt x="56909" y="43924"/>
                  </a:lnTo>
                  <a:lnTo>
                    <a:pt x="0" y="35320"/>
                  </a:lnTo>
                  <a:lnTo>
                    <a:pt x="1708" y="27971"/>
                  </a:lnTo>
                  <a:lnTo>
                    <a:pt x="4994" y="13842"/>
                  </a:lnTo>
                  <a:lnTo>
                    <a:pt x="20783" y="14567"/>
                  </a:lnTo>
                  <a:lnTo>
                    <a:pt x="37595" y="15339"/>
                  </a:lnTo>
                  <a:lnTo>
                    <a:pt x="49069" y="15866"/>
                  </a:lnTo>
                  <a:lnTo>
                    <a:pt x="52943" y="0"/>
                  </a:lnTo>
                  <a:lnTo>
                    <a:pt x="84516" y="2803"/>
                  </a:lnTo>
                  <a:lnTo>
                    <a:pt x="111723" y="5219"/>
                  </a:lnTo>
                  <a:lnTo>
                    <a:pt x="111409" y="25534"/>
                  </a:lnTo>
                  <a:lnTo>
                    <a:pt x="110998" y="5210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g756"/>
            <p:cNvSpPr/>
            <p:nvPr/>
          </p:nvSpPr>
          <p:spPr>
            <a:xfrm>
              <a:off x="4328151" y="3036343"/>
              <a:ext cx="132362" cy="138357"/>
            </a:xfrm>
            <a:custGeom>
              <a:avLst/>
              <a:pathLst>
                <a:path w="132362" h="138357">
                  <a:moveTo>
                    <a:pt x="129990" y="36480"/>
                  </a:moveTo>
                  <a:lnTo>
                    <a:pt x="113882" y="138357"/>
                  </a:lnTo>
                  <a:lnTo>
                    <a:pt x="97691" y="136258"/>
                  </a:lnTo>
                  <a:lnTo>
                    <a:pt x="86910" y="134860"/>
                  </a:lnTo>
                  <a:lnTo>
                    <a:pt x="89408" y="118377"/>
                  </a:lnTo>
                  <a:lnTo>
                    <a:pt x="76061" y="115848"/>
                  </a:lnTo>
                  <a:lnTo>
                    <a:pt x="61377" y="113065"/>
                  </a:lnTo>
                  <a:lnTo>
                    <a:pt x="70222" y="66346"/>
                  </a:lnTo>
                  <a:lnTo>
                    <a:pt x="55287" y="63390"/>
                  </a:lnTo>
                  <a:lnTo>
                    <a:pt x="30309" y="58446"/>
                  </a:lnTo>
                  <a:lnTo>
                    <a:pt x="0" y="52446"/>
                  </a:lnTo>
                  <a:lnTo>
                    <a:pt x="712" y="47773"/>
                  </a:lnTo>
                  <a:lnTo>
                    <a:pt x="1790" y="40698"/>
                  </a:lnTo>
                  <a:lnTo>
                    <a:pt x="2475" y="36197"/>
                  </a:lnTo>
                  <a:lnTo>
                    <a:pt x="3480" y="29607"/>
                  </a:lnTo>
                  <a:lnTo>
                    <a:pt x="4315" y="24121"/>
                  </a:lnTo>
                  <a:lnTo>
                    <a:pt x="5467" y="16560"/>
                  </a:lnTo>
                  <a:lnTo>
                    <a:pt x="6301" y="11088"/>
                  </a:lnTo>
                  <a:lnTo>
                    <a:pt x="7195" y="5225"/>
                  </a:lnTo>
                  <a:lnTo>
                    <a:pt x="7991" y="0"/>
                  </a:lnTo>
                  <a:lnTo>
                    <a:pt x="31088" y="3988"/>
                  </a:lnTo>
                  <a:lnTo>
                    <a:pt x="132362" y="214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g757"/>
            <p:cNvSpPr/>
            <p:nvPr/>
          </p:nvSpPr>
          <p:spPr>
            <a:xfrm>
              <a:off x="4451524" y="3116260"/>
              <a:ext cx="82936" cy="66369"/>
            </a:xfrm>
            <a:custGeom>
              <a:avLst/>
              <a:pathLst>
                <a:path w="82936" h="66369">
                  <a:moveTo>
                    <a:pt x="68222" y="62189"/>
                  </a:moveTo>
                  <a:lnTo>
                    <a:pt x="48962" y="57283"/>
                  </a:lnTo>
                  <a:lnTo>
                    <a:pt x="29969" y="52446"/>
                  </a:lnTo>
                  <a:lnTo>
                    <a:pt x="0" y="43455"/>
                  </a:lnTo>
                  <a:lnTo>
                    <a:pt x="3513" y="21619"/>
                  </a:lnTo>
                  <a:lnTo>
                    <a:pt x="6992" y="0"/>
                  </a:lnTo>
                  <a:lnTo>
                    <a:pt x="16809" y="3865"/>
                  </a:lnTo>
                  <a:lnTo>
                    <a:pt x="18599" y="4041"/>
                  </a:lnTo>
                  <a:lnTo>
                    <a:pt x="21195" y="5199"/>
                  </a:lnTo>
                  <a:lnTo>
                    <a:pt x="23636" y="5751"/>
                  </a:lnTo>
                  <a:lnTo>
                    <a:pt x="24023" y="5838"/>
                  </a:lnTo>
                  <a:lnTo>
                    <a:pt x="26619" y="6997"/>
                  </a:lnTo>
                  <a:lnTo>
                    <a:pt x="28696" y="7923"/>
                  </a:lnTo>
                  <a:lnTo>
                    <a:pt x="32562" y="9026"/>
                  </a:lnTo>
                  <a:lnTo>
                    <a:pt x="35159" y="10184"/>
                  </a:lnTo>
                  <a:lnTo>
                    <a:pt x="36197" y="10648"/>
                  </a:lnTo>
                  <a:lnTo>
                    <a:pt x="39832" y="12270"/>
                  </a:lnTo>
                  <a:lnTo>
                    <a:pt x="41677" y="13716"/>
                  </a:lnTo>
                  <a:lnTo>
                    <a:pt x="42716" y="14179"/>
                  </a:lnTo>
                  <a:lnTo>
                    <a:pt x="45655" y="17359"/>
                  </a:lnTo>
                  <a:lnTo>
                    <a:pt x="47732" y="18285"/>
                  </a:lnTo>
                  <a:lnTo>
                    <a:pt x="50097" y="19963"/>
                  </a:lnTo>
                  <a:lnTo>
                    <a:pt x="51423" y="21177"/>
                  </a:lnTo>
                  <a:lnTo>
                    <a:pt x="52749" y="22391"/>
                  </a:lnTo>
                  <a:lnTo>
                    <a:pt x="55633" y="24301"/>
                  </a:lnTo>
                  <a:lnTo>
                    <a:pt x="57997" y="25979"/>
                  </a:lnTo>
                  <a:lnTo>
                    <a:pt x="58972" y="30772"/>
                  </a:lnTo>
                  <a:lnTo>
                    <a:pt x="59603" y="33544"/>
                  </a:lnTo>
                  <a:lnTo>
                    <a:pt x="60837" y="35763"/>
                  </a:lnTo>
                  <a:lnTo>
                    <a:pt x="60984" y="36028"/>
                  </a:lnTo>
                  <a:lnTo>
                    <a:pt x="61847" y="38281"/>
                  </a:lnTo>
                  <a:lnTo>
                    <a:pt x="62422" y="39783"/>
                  </a:lnTo>
                  <a:lnTo>
                    <a:pt x="63748" y="40997"/>
                  </a:lnTo>
                  <a:lnTo>
                    <a:pt x="65362" y="42962"/>
                  </a:lnTo>
                  <a:lnTo>
                    <a:pt x="69628" y="47356"/>
                  </a:lnTo>
                  <a:lnTo>
                    <a:pt x="71529" y="50072"/>
                  </a:lnTo>
                  <a:lnTo>
                    <a:pt x="72336" y="51055"/>
                  </a:lnTo>
                  <a:lnTo>
                    <a:pt x="75044" y="54754"/>
                  </a:lnTo>
                  <a:lnTo>
                    <a:pt x="76657" y="56719"/>
                  </a:lnTo>
                  <a:lnTo>
                    <a:pt x="77520" y="58972"/>
                  </a:lnTo>
                  <a:lnTo>
                    <a:pt x="78902" y="61456"/>
                  </a:lnTo>
                  <a:lnTo>
                    <a:pt x="81035" y="63653"/>
                  </a:lnTo>
                  <a:lnTo>
                    <a:pt x="82936" y="66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g758"/>
            <p:cNvSpPr/>
            <p:nvPr/>
          </p:nvSpPr>
          <p:spPr>
            <a:xfrm>
              <a:off x="4444532" y="3167707"/>
              <a:ext cx="95900" cy="67429"/>
            </a:xfrm>
            <a:custGeom>
              <a:avLst/>
              <a:pathLst>
                <a:path w="95900" h="67429">
                  <a:moveTo>
                    <a:pt x="2906" y="18820"/>
                  </a:moveTo>
                  <a:lnTo>
                    <a:pt x="3132" y="17177"/>
                  </a:lnTo>
                  <a:lnTo>
                    <a:pt x="5493" y="0"/>
                  </a:lnTo>
                  <a:lnTo>
                    <a:pt x="20861" y="4825"/>
                  </a:lnTo>
                  <a:lnTo>
                    <a:pt x="36075" y="9602"/>
                  </a:lnTo>
                  <a:lnTo>
                    <a:pt x="57939" y="12986"/>
                  </a:lnTo>
                  <a:lnTo>
                    <a:pt x="84911" y="18979"/>
                  </a:lnTo>
                  <a:lnTo>
                    <a:pt x="93403" y="24473"/>
                  </a:lnTo>
                  <a:lnTo>
                    <a:pt x="95900" y="30467"/>
                  </a:lnTo>
                  <a:lnTo>
                    <a:pt x="94256" y="42637"/>
                  </a:lnTo>
                  <a:lnTo>
                    <a:pt x="90906" y="67429"/>
                  </a:lnTo>
                  <a:lnTo>
                    <a:pt x="83038" y="65051"/>
                  </a:lnTo>
                  <a:lnTo>
                    <a:pt x="64189" y="59356"/>
                  </a:lnTo>
                  <a:lnTo>
                    <a:pt x="45939" y="53841"/>
                  </a:lnTo>
                  <a:lnTo>
                    <a:pt x="25272" y="47595"/>
                  </a:lnTo>
                  <a:lnTo>
                    <a:pt x="0" y="399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g759"/>
            <p:cNvSpPr/>
            <p:nvPr/>
          </p:nvSpPr>
          <p:spPr>
            <a:xfrm>
              <a:off x="4658785" y="3034375"/>
              <a:ext cx="67928" cy="123696"/>
            </a:xfrm>
            <a:custGeom>
              <a:avLst/>
              <a:pathLst>
                <a:path w="67928" h="123696">
                  <a:moveTo>
                    <a:pt x="49948" y="122482"/>
                  </a:moveTo>
                  <a:lnTo>
                    <a:pt x="32249" y="119827"/>
                  </a:lnTo>
                  <a:lnTo>
                    <a:pt x="0" y="114990"/>
                  </a:lnTo>
                  <a:lnTo>
                    <a:pt x="2485" y="97819"/>
                  </a:lnTo>
                  <a:lnTo>
                    <a:pt x="4383" y="84698"/>
                  </a:lnTo>
                  <a:lnTo>
                    <a:pt x="6437" y="70509"/>
                  </a:lnTo>
                  <a:lnTo>
                    <a:pt x="8464" y="56502"/>
                  </a:lnTo>
                  <a:lnTo>
                    <a:pt x="10405" y="43090"/>
                  </a:lnTo>
                  <a:lnTo>
                    <a:pt x="12453" y="28938"/>
                  </a:lnTo>
                  <a:lnTo>
                    <a:pt x="14364" y="15732"/>
                  </a:lnTo>
                  <a:lnTo>
                    <a:pt x="16481" y="1106"/>
                  </a:lnTo>
                  <a:lnTo>
                    <a:pt x="16609" y="68"/>
                  </a:lnTo>
                  <a:lnTo>
                    <a:pt x="18161" y="0"/>
                  </a:lnTo>
                  <a:lnTo>
                    <a:pt x="20989" y="639"/>
                  </a:lnTo>
                  <a:lnTo>
                    <a:pt x="24048" y="759"/>
                  </a:lnTo>
                  <a:lnTo>
                    <a:pt x="28610" y="303"/>
                  </a:lnTo>
                  <a:lnTo>
                    <a:pt x="31669" y="423"/>
                  </a:lnTo>
                  <a:lnTo>
                    <a:pt x="33978" y="831"/>
                  </a:lnTo>
                  <a:lnTo>
                    <a:pt x="35016" y="1294"/>
                  </a:lnTo>
                  <a:lnTo>
                    <a:pt x="41456" y="3114"/>
                  </a:lnTo>
                  <a:lnTo>
                    <a:pt x="67928" y="10596"/>
                  </a:lnTo>
                  <a:lnTo>
                    <a:pt x="65411" y="27510"/>
                  </a:lnTo>
                  <a:lnTo>
                    <a:pt x="51095" y="12369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g760"/>
            <p:cNvSpPr/>
            <p:nvPr/>
          </p:nvSpPr>
          <p:spPr>
            <a:xfrm>
              <a:off x="4601283" y="3022791"/>
              <a:ext cx="68564" cy="180315"/>
            </a:xfrm>
            <a:custGeom>
              <a:avLst/>
              <a:pathLst>
                <a:path w="68564" h="180315">
                  <a:moveTo>
                    <a:pt x="5895" y="131163"/>
                  </a:moveTo>
                  <a:lnTo>
                    <a:pt x="16969" y="38845"/>
                  </a:lnTo>
                  <a:lnTo>
                    <a:pt x="21561" y="561"/>
                  </a:lnTo>
                  <a:lnTo>
                    <a:pt x="21481" y="0"/>
                  </a:lnTo>
                  <a:lnTo>
                    <a:pt x="22373" y="397"/>
                  </a:lnTo>
                  <a:lnTo>
                    <a:pt x="24913" y="286"/>
                  </a:lnTo>
                  <a:lnTo>
                    <a:pt x="27741" y="925"/>
                  </a:lnTo>
                  <a:lnTo>
                    <a:pt x="30050" y="1332"/>
                  </a:lnTo>
                  <a:lnTo>
                    <a:pt x="32877" y="1972"/>
                  </a:lnTo>
                  <a:lnTo>
                    <a:pt x="35705" y="2611"/>
                  </a:lnTo>
                  <a:lnTo>
                    <a:pt x="38014" y="3018"/>
                  </a:lnTo>
                  <a:lnTo>
                    <a:pt x="39572" y="3713"/>
                  </a:lnTo>
                  <a:lnTo>
                    <a:pt x="42631" y="3833"/>
                  </a:lnTo>
                  <a:lnTo>
                    <a:pt x="44189" y="4528"/>
                  </a:lnTo>
                  <a:lnTo>
                    <a:pt x="46359" y="4837"/>
                  </a:lnTo>
                  <a:lnTo>
                    <a:pt x="48287" y="5111"/>
                  </a:lnTo>
                  <a:lnTo>
                    <a:pt x="50364" y="6038"/>
                  </a:lnTo>
                  <a:lnTo>
                    <a:pt x="52153" y="6214"/>
                  </a:lnTo>
                  <a:lnTo>
                    <a:pt x="55213" y="6334"/>
                  </a:lnTo>
                  <a:lnTo>
                    <a:pt x="58560" y="7205"/>
                  </a:lnTo>
                  <a:lnTo>
                    <a:pt x="60350" y="7381"/>
                  </a:lnTo>
                  <a:lnTo>
                    <a:pt x="62890" y="7269"/>
                  </a:lnTo>
                  <a:lnTo>
                    <a:pt x="65486" y="8427"/>
                  </a:lnTo>
                  <a:lnTo>
                    <a:pt x="68564" y="8054"/>
                  </a:lnTo>
                  <a:lnTo>
                    <a:pt x="68513" y="8551"/>
                  </a:lnTo>
                  <a:lnTo>
                    <a:pt x="64112" y="41563"/>
                  </a:lnTo>
                  <a:lnTo>
                    <a:pt x="58772" y="81615"/>
                  </a:lnTo>
                  <a:lnTo>
                    <a:pt x="56261" y="100446"/>
                  </a:lnTo>
                  <a:lnTo>
                    <a:pt x="50179" y="146074"/>
                  </a:lnTo>
                  <a:lnTo>
                    <a:pt x="46538" y="173384"/>
                  </a:lnTo>
                  <a:lnTo>
                    <a:pt x="46504" y="173669"/>
                  </a:lnTo>
                  <a:lnTo>
                    <a:pt x="44464" y="172759"/>
                  </a:lnTo>
                  <a:lnTo>
                    <a:pt x="41691" y="173390"/>
                  </a:lnTo>
                  <a:lnTo>
                    <a:pt x="38919" y="174021"/>
                  </a:lnTo>
                  <a:lnTo>
                    <a:pt x="36898" y="174364"/>
                  </a:lnTo>
                  <a:lnTo>
                    <a:pt x="34126" y="174995"/>
                  </a:lnTo>
                  <a:lnTo>
                    <a:pt x="31874" y="175858"/>
                  </a:lnTo>
                  <a:lnTo>
                    <a:pt x="29556" y="176139"/>
                  </a:lnTo>
                  <a:lnTo>
                    <a:pt x="28582" y="176257"/>
                  </a:lnTo>
                  <a:lnTo>
                    <a:pt x="25810" y="176888"/>
                  </a:lnTo>
                  <a:lnTo>
                    <a:pt x="22519" y="177288"/>
                  </a:lnTo>
                  <a:lnTo>
                    <a:pt x="20498" y="177631"/>
                  </a:lnTo>
                  <a:lnTo>
                    <a:pt x="17958" y="177743"/>
                  </a:lnTo>
                  <a:lnTo>
                    <a:pt x="15186" y="178374"/>
                  </a:lnTo>
                  <a:lnTo>
                    <a:pt x="13165" y="178717"/>
                  </a:lnTo>
                  <a:lnTo>
                    <a:pt x="9873" y="179117"/>
                  </a:lnTo>
                  <a:lnTo>
                    <a:pt x="7621" y="179979"/>
                  </a:lnTo>
                  <a:lnTo>
                    <a:pt x="5312" y="179572"/>
                  </a:lnTo>
                  <a:lnTo>
                    <a:pt x="2772" y="179684"/>
                  </a:lnTo>
                  <a:lnTo>
                    <a:pt x="0" y="18031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g761"/>
            <p:cNvSpPr/>
            <p:nvPr/>
          </p:nvSpPr>
          <p:spPr>
            <a:xfrm>
              <a:off x="4547825" y="3022302"/>
              <a:ext cx="68886" cy="180963"/>
            </a:xfrm>
            <a:custGeom>
              <a:avLst/>
              <a:pathLst>
                <a:path w="68886" h="180963">
                  <a:moveTo>
                    <a:pt x="99" y="160888"/>
                  </a:moveTo>
                  <a:lnTo>
                    <a:pt x="4255" y="133610"/>
                  </a:lnTo>
                  <a:lnTo>
                    <a:pt x="6965" y="115822"/>
                  </a:lnTo>
                  <a:lnTo>
                    <a:pt x="9178" y="101304"/>
                  </a:lnTo>
                  <a:lnTo>
                    <a:pt x="11474" y="86234"/>
                  </a:lnTo>
                  <a:lnTo>
                    <a:pt x="14973" y="63266"/>
                  </a:lnTo>
                  <a:lnTo>
                    <a:pt x="16081" y="55995"/>
                  </a:lnTo>
                  <a:lnTo>
                    <a:pt x="16560" y="48912"/>
                  </a:lnTo>
                  <a:lnTo>
                    <a:pt x="18189" y="24798"/>
                  </a:lnTo>
                  <a:lnTo>
                    <a:pt x="18578" y="19033"/>
                  </a:lnTo>
                  <a:lnTo>
                    <a:pt x="21260" y="3438"/>
                  </a:lnTo>
                  <a:lnTo>
                    <a:pt x="21733" y="3521"/>
                  </a:lnTo>
                  <a:lnTo>
                    <a:pt x="24274" y="3409"/>
                  </a:lnTo>
                  <a:lnTo>
                    <a:pt x="26814" y="3298"/>
                  </a:lnTo>
                  <a:lnTo>
                    <a:pt x="29354" y="3186"/>
                  </a:lnTo>
                  <a:lnTo>
                    <a:pt x="32126" y="2555"/>
                  </a:lnTo>
                  <a:lnTo>
                    <a:pt x="34379" y="1692"/>
                  </a:lnTo>
                  <a:lnTo>
                    <a:pt x="37439" y="1812"/>
                  </a:lnTo>
                  <a:lnTo>
                    <a:pt x="39228" y="1988"/>
                  </a:lnTo>
                  <a:lnTo>
                    <a:pt x="42000" y="1357"/>
                  </a:lnTo>
                  <a:lnTo>
                    <a:pt x="45811" y="1189"/>
                  </a:lnTo>
                  <a:lnTo>
                    <a:pt x="48583" y="558"/>
                  </a:lnTo>
                  <a:lnTo>
                    <a:pt x="51874" y="159"/>
                  </a:lnTo>
                  <a:lnTo>
                    <a:pt x="53143" y="284"/>
                  </a:lnTo>
                  <a:lnTo>
                    <a:pt x="53663" y="335"/>
                  </a:lnTo>
                  <a:lnTo>
                    <a:pt x="56723" y="455"/>
                  </a:lnTo>
                  <a:lnTo>
                    <a:pt x="58744" y="111"/>
                  </a:lnTo>
                  <a:lnTo>
                    <a:pt x="61284" y="0"/>
                  </a:lnTo>
                  <a:lnTo>
                    <a:pt x="65614" y="64"/>
                  </a:lnTo>
                  <a:lnTo>
                    <a:pt x="68674" y="184"/>
                  </a:lnTo>
                  <a:lnTo>
                    <a:pt x="68886" y="102"/>
                  </a:lnTo>
                  <a:lnTo>
                    <a:pt x="61035" y="58991"/>
                  </a:lnTo>
                  <a:lnTo>
                    <a:pt x="59401" y="72277"/>
                  </a:lnTo>
                  <a:lnTo>
                    <a:pt x="46051" y="180875"/>
                  </a:lnTo>
                  <a:lnTo>
                    <a:pt x="44048" y="180963"/>
                  </a:lnTo>
                  <a:lnTo>
                    <a:pt x="40700" y="180093"/>
                  </a:lnTo>
                  <a:lnTo>
                    <a:pt x="39670" y="180268"/>
                  </a:lnTo>
                  <a:lnTo>
                    <a:pt x="38679" y="180436"/>
                  </a:lnTo>
                  <a:lnTo>
                    <a:pt x="35852" y="179797"/>
                  </a:lnTo>
                  <a:lnTo>
                    <a:pt x="33255" y="178638"/>
                  </a:lnTo>
                  <a:lnTo>
                    <a:pt x="30140" y="177248"/>
                  </a:lnTo>
                  <a:lnTo>
                    <a:pt x="26505" y="175626"/>
                  </a:lnTo>
                  <a:lnTo>
                    <a:pt x="23909" y="174468"/>
                  </a:lnTo>
                  <a:lnTo>
                    <a:pt x="21313" y="173310"/>
                  </a:lnTo>
                  <a:lnTo>
                    <a:pt x="19236" y="172383"/>
                  </a:lnTo>
                  <a:lnTo>
                    <a:pt x="16120" y="170993"/>
                  </a:lnTo>
                  <a:lnTo>
                    <a:pt x="13005" y="169603"/>
                  </a:lnTo>
                  <a:lnTo>
                    <a:pt x="10928" y="168676"/>
                  </a:lnTo>
                  <a:lnTo>
                    <a:pt x="8044" y="166767"/>
                  </a:lnTo>
                  <a:lnTo>
                    <a:pt x="5448" y="165608"/>
                  </a:lnTo>
                  <a:lnTo>
                    <a:pt x="3602" y="164162"/>
                  </a:lnTo>
                  <a:lnTo>
                    <a:pt x="1757" y="162716"/>
                  </a:lnTo>
                  <a:lnTo>
                    <a:pt x="0" y="16155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g762"/>
            <p:cNvSpPr/>
            <p:nvPr/>
          </p:nvSpPr>
          <p:spPr>
            <a:xfrm>
              <a:off x="4473499" y="3019359"/>
              <a:ext cx="87409" cy="52445"/>
            </a:xfrm>
            <a:custGeom>
              <a:avLst/>
              <a:pathLst>
                <a:path w="87409" h="52445">
                  <a:moveTo>
                    <a:pt x="81415" y="10488"/>
                  </a:moveTo>
                  <a:lnTo>
                    <a:pt x="85187" y="17716"/>
                  </a:lnTo>
                  <a:lnTo>
                    <a:pt x="87409" y="21976"/>
                  </a:lnTo>
                  <a:lnTo>
                    <a:pt x="86371" y="41011"/>
                  </a:lnTo>
                  <a:lnTo>
                    <a:pt x="85911" y="49448"/>
                  </a:lnTo>
                  <a:lnTo>
                    <a:pt x="76086" y="50447"/>
                  </a:lnTo>
                  <a:lnTo>
                    <a:pt x="70997" y="50965"/>
                  </a:lnTo>
                  <a:lnTo>
                    <a:pt x="64895" y="51586"/>
                  </a:lnTo>
                  <a:lnTo>
                    <a:pt x="57129" y="52375"/>
                  </a:lnTo>
                  <a:lnTo>
                    <a:pt x="56442" y="52445"/>
                  </a:lnTo>
                  <a:lnTo>
                    <a:pt x="51227" y="51402"/>
                  </a:lnTo>
                  <a:lnTo>
                    <a:pt x="40505" y="49258"/>
                  </a:lnTo>
                  <a:lnTo>
                    <a:pt x="33965" y="47950"/>
                  </a:lnTo>
                  <a:lnTo>
                    <a:pt x="20723" y="42043"/>
                  </a:lnTo>
                  <a:lnTo>
                    <a:pt x="1498" y="33465"/>
                  </a:lnTo>
                  <a:lnTo>
                    <a:pt x="1377" y="30749"/>
                  </a:lnTo>
                  <a:lnTo>
                    <a:pt x="1260" y="28137"/>
                  </a:lnTo>
                  <a:lnTo>
                    <a:pt x="1120" y="25009"/>
                  </a:lnTo>
                  <a:lnTo>
                    <a:pt x="992" y="22166"/>
                  </a:lnTo>
                  <a:lnTo>
                    <a:pt x="854" y="19085"/>
                  </a:lnTo>
                  <a:lnTo>
                    <a:pt x="708" y="15820"/>
                  </a:lnTo>
                  <a:lnTo>
                    <a:pt x="533" y="11918"/>
                  </a:lnTo>
                  <a:lnTo>
                    <a:pt x="440" y="9834"/>
                  </a:lnTo>
                  <a:lnTo>
                    <a:pt x="302" y="6759"/>
                  </a:lnTo>
                  <a:lnTo>
                    <a:pt x="197" y="4404"/>
                  </a:lnTo>
                  <a:lnTo>
                    <a:pt x="0" y="0"/>
                  </a:lnTo>
                  <a:lnTo>
                    <a:pt x="13767" y="10285"/>
                  </a:lnTo>
                  <a:lnTo>
                    <a:pt x="13938" y="10414"/>
                  </a:lnTo>
                  <a:lnTo>
                    <a:pt x="25594" y="19122"/>
                  </a:lnTo>
                  <a:lnTo>
                    <a:pt x="30867" y="23061"/>
                  </a:lnTo>
                  <a:lnTo>
                    <a:pt x="32814" y="24516"/>
                  </a:lnTo>
                  <a:lnTo>
                    <a:pt x="43455" y="32466"/>
                  </a:lnTo>
                  <a:lnTo>
                    <a:pt x="47440" y="33529"/>
                  </a:lnTo>
                  <a:lnTo>
                    <a:pt x="50947" y="34464"/>
                  </a:lnTo>
                  <a:lnTo>
                    <a:pt x="53498" y="34232"/>
                  </a:lnTo>
                  <a:lnTo>
                    <a:pt x="57248" y="33891"/>
                  </a:lnTo>
                  <a:lnTo>
                    <a:pt x="57973" y="33825"/>
                  </a:lnTo>
                  <a:lnTo>
                    <a:pt x="61936" y="33465"/>
                  </a:lnTo>
                  <a:lnTo>
                    <a:pt x="65367" y="31995"/>
                  </a:lnTo>
                  <a:lnTo>
                    <a:pt x="66812" y="30150"/>
                  </a:lnTo>
                  <a:lnTo>
                    <a:pt x="68778" y="28536"/>
                  </a:lnTo>
                  <a:lnTo>
                    <a:pt x="70224" y="26691"/>
                  </a:lnTo>
                  <a:lnTo>
                    <a:pt x="71957" y="25596"/>
                  </a:lnTo>
                  <a:lnTo>
                    <a:pt x="73347" y="22481"/>
                  </a:lnTo>
                  <a:lnTo>
                    <a:pt x="74793" y="20636"/>
                  </a:lnTo>
                  <a:lnTo>
                    <a:pt x="76239" y="18790"/>
                  </a:lnTo>
                  <a:lnTo>
                    <a:pt x="76551" y="18092"/>
                  </a:lnTo>
                  <a:lnTo>
                    <a:pt x="76736" y="17676"/>
                  </a:lnTo>
                  <a:lnTo>
                    <a:pt x="77398" y="16194"/>
                  </a:lnTo>
                  <a:lnTo>
                    <a:pt x="78324" y="14117"/>
                  </a:lnTo>
                  <a:lnTo>
                    <a:pt x="79483" y="11521"/>
                  </a:lnTo>
                  <a:lnTo>
                    <a:pt x="80409" y="9444"/>
                  </a:lnTo>
                  <a:lnTo>
                    <a:pt x="80459" y="91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g763"/>
            <p:cNvSpPr/>
            <p:nvPr/>
          </p:nvSpPr>
          <p:spPr>
            <a:xfrm>
              <a:off x="4171815" y="3594994"/>
              <a:ext cx="31404" cy="48418"/>
            </a:xfrm>
            <a:custGeom>
              <a:avLst/>
              <a:pathLst>
                <a:path w="31404" h="48418">
                  <a:moveTo>
                    <a:pt x="2675" y="32295"/>
                  </a:moveTo>
                  <a:lnTo>
                    <a:pt x="8727" y="11650"/>
                  </a:lnTo>
                  <a:lnTo>
                    <a:pt x="12142" y="0"/>
                  </a:lnTo>
                  <a:lnTo>
                    <a:pt x="21905" y="4326"/>
                  </a:lnTo>
                  <a:lnTo>
                    <a:pt x="31404" y="8536"/>
                  </a:lnTo>
                  <a:lnTo>
                    <a:pt x="28076" y="22337"/>
                  </a:lnTo>
                  <a:lnTo>
                    <a:pt x="21788" y="48418"/>
                  </a:lnTo>
                  <a:lnTo>
                    <a:pt x="9454" y="44457"/>
                  </a:lnTo>
                  <a:lnTo>
                    <a:pt x="0" y="414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g764"/>
            <p:cNvSpPr/>
            <p:nvPr/>
          </p:nvSpPr>
          <p:spPr>
            <a:xfrm>
              <a:off x="4279282" y="3612628"/>
              <a:ext cx="62789" cy="59620"/>
            </a:xfrm>
            <a:custGeom>
              <a:avLst/>
              <a:pathLst>
                <a:path w="62789" h="59620">
                  <a:moveTo>
                    <a:pt x="57587" y="35028"/>
                  </a:moveTo>
                  <a:lnTo>
                    <a:pt x="53665" y="42220"/>
                  </a:lnTo>
                  <a:lnTo>
                    <a:pt x="47390" y="53725"/>
                  </a:lnTo>
                  <a:lnTo>
                    <a:pt x="44175" y="59620"/>
                  </a:lnTo>
                  <a:lnTo>
                    <a:pt x="36386" y="54946"/>
                  </a:lnTo>
                  <a:lnTo>
                    <a:pt x="14985" y="42104"/>
                  </a:lnTo>
                  <a:lnTo>
                    <a:pt x="0" y="33112"/>
                  </a:lnTo>
                  <a:lnTo>
                    <a:pt x="3156" y="27325"/>
                  </a:lnTo>
                  <a:lnTo>
                    <a:pt x="7311" y="19707"/>
                  </a:lnTo>
                  <a:lnTo>
                    <a:pt x="12328" y="10507"/>
                  </a:lnTo>
                  <a:lnTo>
                    <a:pt x="18059" y="0"/>
                  </a:lnTo>
                  <a:lnTo>
                    <a:pt x="29732" y="6652"/>
                  </a:lnTo>
                  <a:lnTo>
                    <a:pt x="44967" y="15334"/>
                  </a:lnTo>
                  <a:lnTo>
                    <a:pt x="62789" y="254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g765"/>
            <p:cNvSpPr/>
            <p:nvPr/>
          </p:nvSpPr>
          <p:spPr>
            <a:xfrm>
              <a:off x="4370585" y="3675136"/>
              <a:ext cx="181531" cy="95337"/>
            </a:xfrm>
            <a:custGeom>
              <a:avLst/>
              <a:pathLst>
                <a:path w="181531" h="95337">
                  <a:moveTo>
                    <a:pt x="126874" y="71021"/>
                  </a:moveTo>
                  <a:lnTo>
                    <a:pt x="109576" y="75215"/>
                  </a:lnTo>
                  <a:lnTo>
                    <a:pt x="105459" y="75741"/>
                  </a:lnTo>
                  <a:lnTo>
                    <a:pt x="99747" y="76471"/>
                  </a:lnTo>
                  <a:lnTo>
                    <a:pt x="95683" y="75951"/>
                  </a:lnTo>
                  <a:lnTo>
                    <a:pt x="93195" y="75633"/>
                  </a:lnTo>
                  <a:lnTo>
                    <a:pt x="88485" y="72703"/>
                  </a:lnTo>
                  <a:lnTo>
                    <a:pt x="83879" y="70592"/>
                  </a:lnTo>
                  <a:lnTo>
                    <a:pt x="82547" y="69982"/>
                  </a:lnTo>
                  <a:lnTo>
                    <a:pt x="75380" y="69145"/>
                  </a:lnTo>
                  <a:lnTo>
                    <a:pt x="72574" y="69511"/>
                  </a:lnTo>
                  <a:lnTo>
                    <a:pt x="65756" y="70401"/>
                  </a:lnTo>
                  <a:lnTo>
                    <a:pt x="58180" y="72284"/>
                  </a:lnTo>
                  <a:lnTo>
                    <a:pt x="55401" y="73621"/>
                  </a:lnTo>
                  <a:lnTo>
                    <a:pt x="51218" y="75633"/>
                  </a:lnTo>
                  <a:lnTo>
                    <a:pt x="38163" y="82498"/>
                  </a:lnTo>
                  <a:lnTo>
                    <a:pt x="31758" y="85866"/>
                  </a:lnTo>
                  <a:lnTo>
                    <a:pt x="21673" y="89303"/>
                  </a:lnTo>
                  <a:lnTo>
                    <a:pt x="16863" y="90942"/>
                  </a:lnTo>
                  <a:lnTo>
                    <a:pt x="10963" y="92952"/>
                  </a:lnTo>
                  <a:lnTo>
                    <a:pt x="3963" y="95337"/>
                  </a:lnTo>
                  <a:lnTo>
                    <a:pt x="3101" y="90196"/>
                  </a:lnTo>
                  <a:lnTo>
                    <a:pt x="1087" y="78187"/>
                  </a:lnTo>
                  <a:lnTo>
                    <a:pt x="0" y="71700"/>
                  </a:lnTo>
                  <a:lnTo>
                    <a:pt x="12027" y="68422"/>
                  </a:lnTo>
                  <a:lnTo>
                    <a:pt x="16201" y="58894"/>
                  </a:lnTo>
                  <a:lnTo>
                    <a:pt x="20546" y="48975"/>
                  </a:lnTo>
                  <a:lnTo>
                    <a:pt x="24703" y="39486"/>
                  </a:lnTo>
                  <a:lnTo>
                    <a:pt x="30157" y="27035"/>
                  </a:lnTo>
                  <a:lnTo>
                    <a:pt x="33904" y="18480"/>
                  </a:lnTo>
                  <a:lnTo>
                    <a:pt x="39023" y="6795"/>
                  </a:lnTo>
                  <a:lnTo>
                    <a:pt x="42000" y="0"/>
                  </a:lnTo>
                  <a:lnTo>
                    <a:pt x="56570" y="3391"/>
                  </a:lnTo>
                  <a:lnTo>
                    <a:pt x="77835" y="8342"/>
                  </a:lnTo>
                  <a:lnTo>
                    <a:pt x="100941" y="13721"/>
                  </a:lnTo>
                  <a:lnTo>
                    <a:pt x="102064" y="13982"/>
                  </a:lnTo>
                  <a:lnTo>
                    <a:pt x="118933" y="20385"/>
                  </a:lnTo>
                  <a:lnTo>
                    <a:pt x="126397" y="23218"/>
                  </a:lnTo>
                  <a:lnTo>
                    <a:pt x="137179" y="27918"/>
                  </a:lnTo>
                  <a:lnTo>
                    <a:pt x="148257" y="32747"/>
                  </a:lnTo>
                  <a:lnTo>
                    <a:pt x="160228" y="35859"/>
                  </a:lnTo>
                  <a:lnTo>
                    <a:pt x="181531" y="41395"/>
                  </a:lnTo>
                  <a:lnTo>
                    <a:pt x="176739" y="46120"/>
                  </a:lnTo>
                  <a:lnTo>
                    <a:pt x="172848" y="51353"/>
                  </a:lnTo>
                  <a:lnTo>
                    <a:pt x="167115" y="56795"/>
                  </a:lnTo>
                  <a:lnTo>
                    <a:pt x="161203" y="60398"/>
                  </a:lnTo>
                  <a:lnTo>
                    <a:pt x="156467" y="63284"/>
                  </a:lnTo>
                  <a:lnTo>
                    <a:pt x="146321" y="66125"/>
                  </a:lnTo>
                  <a:lnTo>
                    <a:pt x="141519" y="6747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g766"/>
            <p:cNvSpPr/>
            <p:nvPr/>
          </p:nvSpPr>
          <p:spPr>
            <a:xfrm>
              <a:off x="1965848" y="1724506"/>
              <a:ext cx="34847" cy="77341"/>
            </a:xfrm>
            <a:custGeom>
              <a:avLst/>
              <a:pathLst>
                <a:path w="34847" h="77341">
                  <a:moveTo>
                    <a:pt x="4747" y="3347"/>
                  </a:moveTo>
                  <a:lnTo>
                    <a:pt x="9763" y="6884"/>
                  </a:lnTo>
                  <a:lnTo>
                    <a:pt x="14780" y="10422"/>
                  </a:lnTo>
                  <a:lnTo>
                    <a:pt x="19797" y="13959"/>
                  </a:lnTo>
                  <a:lnTo>
                    <a:pt x="24814" y="17496"/>
                  </a:lnTo>
                  <a:lnTo>
                    <a:pt x="29831" y="21034"/>
                  </a:lnTo>
                  <a:lnTo>
                    <a:pt x="34847" y="24571"/>
                  </a:lnTo>
                  <a:lnTo>
                    <a:pt x="21172" y="45280"/>
                  </a:lnTo>
                  <a:lnTo>
                    <a:pt x="18595" y="49182"/>
                  </a:lnTo>
                  <a:lnTo>
                    <a:pt x="16018" y="53084"/>
                  </a:lnTo>
                  <a:lnTo>
                    <a:pt x="13441" y="56986"/>
                  </a:lnTo>
                  <a:lnTo>
                    <a:pt x="10864" y="60889"/>
                  </a:lnTo>
                  <a:lnTo>
                    <a:pt x="8287" y="64791"/>
                  </a:lnTo>
                  <a:lnTo>
                    <a:pt x="5710" y="68693"/>
                  </a:lnTo>
                  <a:lnTo>
                    <a:pt x="3133" y="72595"/>
                  </a:lnTo>
                  <a:lnTo>
                    <a:pt x="556" y="76497"/>
                  </a:lnTo>
                  <a:lnTo>
                    <a:pt x="0" y="77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g767"/>
            <p:cNvSpPr/>
            <p:nvPr/>
          </p:nvSpPr>
          <p:spPr>
            <a:xfrm>
              <a:off x="1965848" y="1750083"/>
              <a:ext cx="89893" cy="155065"/>
            </a:xfrm>
            <a:custGeom>
              <a:avLst/>
              <a:pathLst>
                <a:path w="89893" h="155065">
                  <a:moveTo>
                    <a:pt x="54079" y="3630"/>
                  </a:moveTo>
                  <a:lnTo>
                    <a:pt x="64515" y="10767"/>
                  </a:lnTo>
                  <a:lnTo>
                    <a:pt x="77147" y="19407"/>
                  </a:lnTo>
                  <a:lnTo>
                    <a:pt x="82946" y="23373"/>
                  </a:lnTo>
                  <a:lnTo>
                    <a:pt x="89893" y="28124"/>
                  </a:lnTo>
                  <a:lnTo>
                    <a:pt x="81256" y="41058"/>
                  </a:lnTo>
                  <a:lnTo>
                    <a:pt x="78252" y="45558"/>
                  </a:lnTo>
                  <a:lnTo>
                    <a:pt x="75247" y="50058"/>
                  </a:lnTo>
                  <a:lnTo>
                    <a:pt x="72242" y="54558"/>
                  </a:lnTo>
                  <a:lnTo>
                    <a:pt x="69237" y="59058"/>
                  </a:lnTo>
                  <a:lnTo>
                    <a:pt x="66232" y="63558"/>
                  </a:lnTo>
                  <a:lnTo>
                    <a:pt x="63227" y="68059"/>
                  </a:lnTo>
                  <a:lnTo>
                    <a:pt x="60222" y="72559"/>
                  </a:lnTo>
                  <a:lnTo>
                    <a:pt x="57217" y="77059"/>
                  </a:lnTo>
                  <a:lnTo>
                    <a:pt x="54212" y="81559"/>
                  </a:lnTo>
                  <a:lnTo>
                    <a:pt x="51207" y="86059"/>
                  </a:lnTo>
                  <a:lnTo>
                    <a:pt x="48202" y="90560"/>
                  </a:lnTo>
                  <a:lnTo>
                    <a:pt x="45197" y="95060"/>
                  </a:lnTo>
                  <a:lnTo>
                    <a:pt x="42192" y="99560"/>
                  </a:lnTo>
                  <a:lnTo>
                    <a:pt x="39187" y="104060"/>
                  </a:lnTo>
                  <a:lnTo>
                    <a:pt x="36182" y="108560"/>
                  </a:lnTo>
                  <a:lnTo>
                    <a:pt x="33177" y="113060"/>
                  </a:lnTo>
                  <a:lnTo>
                    <a:pt x="30172" y="117561"/>
                  </a:lnTo>
                  <a:lnTo>
                    <a:pt x="27167" y="122061"/>
                  </a:lnTo>
                  <a:lnTo>
                    <a:pt x="24163" y="126561"/>
                  </a:lnTo>
                  <a:lnTo>
                    <a:pt x="21158" y="131061"/>
                  </a:lnTo>
                  <a:lnTo>
                    <a:pt x="5129" y="155065"/>
                  </a:lnTo>
                  <a:lnTo>
                    <a:pt x="0" y="151750"/>
                  </a:lnTo>
                  <a:lnTo>
                    <a:pt x="0" y="70968"/>
                  </a:lnTo>
                  <a:lnTo>
                    <a:pt x="3031" y="66557"/>
                  </a:lnTo>
                  <a:lnTo>
                    <a:pt x="6172" y="61986"/>
                  </a:lnTo>
                  <a:lnTo>
                    <a:pt x="9313" y="57416"/>
                  </a:lnTo>
                  <a:lnTo>
                    <a:pt x="12454" y="52846"/>
                  </a:lnTo>
                  <a:lnTo>
                    <a:pt x="15595" y="48275"/>
                  </a:lnTo>
                  <a:lnTo>
                    <a:pt x="18736" y="43705"/>
                  </a:lnTo>
                  <a:lnTo>
                    <a:pt x="21877" y="39134"/>
                  </a:lnTo>
                  <a:lnTo>
                    <a:pt x="25018" y="34564"/>
                  </a:lnTo>
                  <a:lnTo>
                    <a:pt x="28159" y="29993"/>
                  </a:lnTo>
                  <a:lnTo>
                    <a:pt x="31299" y="25423"/>
                  </a:lnTo>
                  <a:lnTo>
                    <a:pt x="34440" y="20852"/>
                  </a:lnTo>
                  <a:lnTo>
                    <a:pt x="37581" y="16282"/>
                  </a:lnTo>
                  <a:lnTo>
                    <a:pt x="40722" y="11711"/>
                  </a:lnTo>
                  <a:lnTo>
                    <a:pt x="4877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g768"/>
            <p:cNvSpPr/>
            <p:nvPr/>
          </p:nvSpPr>
          <p:spPr>
            <a:xfrm>
              <a:off x="1983247" y="1794339"/>
              <a:ext cx="103083" cy="137944"/>
            </a:xfrm>
            <a:custGeom>
              <a:avLst/>
              <a:pathLst>
                <a:path w="103083" h="137944">
                  <a:moveTo>
                    <a:pt x="92190" y="6800"/>
                  </a:moveTo>
                  <a:lnTo>
                    <a:pt x="103083" y="13689"/>
                  </a:lnTo>
                  <a:lnTo>
                    <a:pt x="81835" y="46430"/>
                  </a:lnTo>
                  <a:lnTo>
                    <a:pt x="73692" y="58978"/>
                  </a:lnTo>
                  <a:lnTo>
                    <a:pt x="65021" y="72338"/>
                  </a:lnTo>
                  <a:lnTo>
                    <a:pt x="58158" y="82914"/>
                  </a:lnTo>
                  <a:lnTo>
                    <a:pt x="45713" y="102090"/>
                  </a:lnTo>
                  <a:lnTo>
                    <a:pt x="29135" y="127635"/>
                  </a:lnTo>
                  <a:lnTo>
                    <a:pt x="22446" y="137944"/>
                  </a:lnTo>
                  <a:lnTo>
                    <a:pt x="17397" y="134357"/>
                  </a:lnTo>
                  <a:lnTo>
                    <a:pt x="12419" y="130821"/>
                  </a:lnTo>
                  <a:lnTo>
                    <a:pt x="6868" y="126878"/>
                  </a:lnTo>
                  <a:lnTo>
                    <a:pt x="1409" y="123001"/>
                  </a:lnTo>
                  <a:lnTo>
                    <a:pt x="0" y="122000"/>
                  </a:lnTo>
                  <a:lnTo>
                    <a:pt x="3016" y="117481"/>
                  </a:lnTo>
                  <a:lnTo>
                    <a:pt x="6032" y="112963"/>
                  </a:lnTo>
                  <a:lnTo>
                    <a:pt x="9048" y="108444"/>
                  </a:lnTo>
                  <a:lnTo>
                    <a:pt x="12064" y="103926"/>
                  </a:lnTo>
                  <a:lnTo>
                    <a:pt x="15081" y="99407"/>
                  </a:lnTo>
                  <a:lnTo>
                    <a:pt x="18097" y="94889"/>
                  </a:lnTo>
                  <a:lnTo>
                    <a:pt x="21113" y="90370"/>
                  </a:lnTo>
                  <a:lnTo>
                    <a:pt x="24129" y="85852"/>
                  </a:lnTo>
                  <a:lnTo>
                    <a:pt x="27146" y="81333"/>
                  </a:lnTo>
                  <a:lnTo>
                    <a:pt x="30162" y="76815"/>
                  </a:lnTo>
                  <a:lnTo>
                    <a:pt x="33178" y="72296"/>
                  </a:lnTo>
                  <a:lnTo>
                    <a:pt x="36194" y="67778"/>
                  </a:lnTo>
                  <a:lnTo>
                    <a:pt x="39210" y="63259"/>
                  </a:lnTo>
                  <a:lnTo>
                    <a:pt x="42227" y="58741"/>
                  </a:lnTo>
                  <a:lnTo>
                    <a:pt x="45243" y="54222"/>
                  </a:lnTo>
                  <a:lnTo>
                    <a:pt x="48259" y="49703"/>
                  </a:lnTo>
                  <a:lnTo>
                    <a:pt x="51275" y="45185"/>
                  </a:lnTo>
                  <a:lnTo>
                    <a:pt x="54291" y="40666"/>
                  </a:lnTo>
                  <a:lnTo>
                    <a:pt x="57308" y="36148"/>
                  </a:lnTo>
                  <a:lnTo>
                    <a:pt x="60324" y="31629"/>
                  </a:lnTo>
                  <a:lnTo>
                    <a:pt x="63340" y="27111"/>
                  </a:lnTo>
                  <a:lnTo>
                    <a:pt x="66356" y="22592"/>
                  </a:lnTo>
                  <a:lnTo>
                    <a:pt x="69372" y="18074"/>
                  </a:lnTo>
                  <a:lnTo>
                    <a:pt x="72388" y="13555"/>
                  </a:lnTo>
                  <a:lnTo>
                    <a:pt x="75405" y="9037"/>
                  </a:lnTo>
                  <a:lnTo>
                    <a:pt x="78421" y="4518"/>
                  </a:lnTo>
                  <a:lnTo>
                    <a:pt x="8143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g769"/>
            <p:cNvSpPr/>
            <p:nvPr/>
          </p:nvSpPr>
          <p:spPr>
            <a:xfrm>
              <a:off x="2221666" y="1942128"/>
              <a:ext cx="49851" cy="74717"/>
            </a:xfrm>
            <a:custGeom>
              <a:avLst/>
              <a:pathLst>
                <a:path w="49851" h="74717">
                  <a:moveTo>
                    <a:pt x="43626" y="34997"/>
                  </a:moveTo>
                  <a:lnTo>
                    <a:pt x="38203" y="48162"/>
                  </a:lnTo>
                  <a:lnTo>
                    <a:pt x="37074" y="50905"/>
                  </a:lnTo>
                  <a:lnTo>
                    <a:pt x="23344" y="74717"/>
                  </a:lnTo>
                  <a:lnTo>
                    <a:pt x="16339" y="70320"/>
                  </a:lnTo>
                  <a:lnTo>
                    <a:pt x="7444" y="64737"/>
                  </a:lnTo>
                  <a:lnTo>
                    <a:pt x="0" y="60064"/>
                  </a:lnTo>
                  <a:lnTo>
                    <a:pt x="3037" y="54502"/>
                  </a:lnTo>
                  <a:lnTo>
                    <a:pt x="7072" y="47116"/>
                  </a:lnTo>
                  <a:lnTo>
                    <a:pt x="9662" y="42374"/>
                  </a:lnTo>
                  <a:lnTo>
                    <a:pt x="12502" y="37174"/>
                  </a:lnTo>
                  <a:lnTo>
                    <a:pt x="16105" y="31108"/>
                  </a:lnTo>
                  <a:lnTo>
                    <a:pt x="20530" y="23656"/>
                  </a:lnTo>
                  <a:lnTo>
                    <a:pt x="23567" y="18544"/>
                  </a:lnTo>
                  <a:lnTo>
                    <a:pt x="26426" y="13730"/>
                  </a:lnTo>
                  <a:lnTo>
                    <a:pt x="26588" y="13163"/>
                  </a:lnTo>
                  <a:lnTo>
                    <a:pt x="28644" y="5983"/>
                  </a:lnTo>
                  <a:lnTo>
                    <a:pt x="30357" y="0"/>
                  </a:lnTo>
                  <a:lnTo>
                    <a:pt x="37848" y="4311"/>
                  </a:lnTo>
                  <a:lnTo>
                    <a:pt x="49851" y="112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g770"/>
            <p:cNvSpPr/>
            <p:nvPr/>
          </p:nvSpPr>
          <p:spPr>
            <a:xfrm>
              <a:off x="2252024" y="1958203"/>
              <a:ext cx="50617" cy="71669"/>
            </a:xfrm>
            <a:custGeom>
              <a:avLst/>
              <a:pathLst>
                <a:path w="50617" h="71669">
                  <a:moveTo>
                    <a:pt x="1439" y="59733"/>
                  </a:moveTo>
                  <a:lnTo>
                    <a:pt x="4239" y="53778"/>
                  </a:lnTo>
                  <a:lnTo>
                    <a:pt x="8554" y="44602"/>
                  </a:lnTo>
                  <a:lnTo>
                    <a:pt x="11161" y="39059"/>
                  </a:lnTo>
                  <a:lnTo>
                    <a:pt x="13753" y="33547"/>
                  </a:lnTo>
                  <a:lnTo>
                    <a:pt x="16412" y="27892"/>
                  </a:lnTo>
                  <a:lnTo>
                    <a:pt x="18139" y="24220"/>
                  </a:lnTo>
                  <a:lnTo>
                    <a:pt x="22442" y="15070"/>
                  </a:lnTo>
                  <a:lnTo>
                    <a:pt x="22500" y="10893"/>
                  </a:lnTo>
                  <a:lnTo>
                    <a:pt x="22605" y="3349"/>
                  </a:lnTo>
                  <a:lnTo>
                    <a:pt x="28830" y="0"/>
                  </a:lnTo>
                  <a:lnTo>
                    <a:pt x="43949" y="8482"/>
                  </a:lnTo>
                  <a:lnTo>
                    <a:pt x="50617" y="12224"/>
                  </a:lnTo>
                  <a:lnTo>
                    <a:pt x="41116" y="33825"/>
                  </a:lnTo>
                  <a:lnTo>
                    <a:pt x="37628" y="38741"/>
                  </a:lnTo>
                  <a:lnTo>
                    <a:pt x="30305" y="49063"/>
                  </a:lnTo>
                  <a:lnTo>
                    <a:pt x="21950" y="71669"/>
                  </a:lnTo>
                  <a:lnTo>
                    <a:pt x="13268" y="71501"/>
                  </a:lnTo>
                  <a:lnTo>
                    <a:pt x="10530" y="69705"/>
                  </a:lnTo>
                  <a:lnTo>
                    <a:pt x="0" y="6279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g771"/>
            <p:cNvSpPr/>
            <p:nvPr/>
          </p:nvSpPr>
          <p:spPr>
            <a:xfrm>
              <a:off x="2248596" y="2027997"/>
              <a:ext cx="114382" cy="46417"/>
            </a:xfrm>
            <a:custGeom>
              <a:avLst/>
              <a:pathLst>
                <a:path w="114382" h="46417">
                  <a:moveTo>
                    <a:pt x="80390" y="44806"/>
                  </a:moveTo>
                  <a:lnTo>
                    <a:pt x="45409" y="43059"/>
                  </a:lnTo>
                  <a:lnTo>
                    <a:pt x="0" y="40791"/>
                  </a:lnTo>
                  <a:lnTo>
                    <a:pt x="34" y="34080"/>
                  </a:lnTo>
                  <a:lnTo>
                    <a:pt x="62" y="28629"/>
                  </a:lnTo>
                  <a:lnTo>
                    <a:pt x="128" y="15919"/>
                  </a:lnTo>
                  <a:lnTo>
                    <a:pt x="152" y="11383"/>
                  </a:lnTo>
                  <a:lnTo>
                    <a:pt x="196" y="2813"/>
                  </a:lnTo>
                  <a:lnTo>
                    <a:pt x="4324" y="0"/>
                  </a:lnTo>
                  <a:lnTo>
                    <a:pt x="16315" y="7836"/>
                  </a:lnTo>
                  <a:lnTo>
                    <a:pt x="26139" y="8610"/>
                  </a:lnTo>
                  <a:lnTo>
                    <a:pt x="37724" y="9522"/>
                  </a:lnTo>
                  <a:lnTo>
                    <a:pt x="59316" y="11222"/>
                  </a:lnTo>
                  <a:lnTo>
                    <a:pt x="64008" y="11591"/>
                  </a:lnTo>
                  <a:lnTo>
                    <a:pt x="74846" y="12445"/>
                  </a:lnTo>
                  <a:lnTo>
                    <a:pt x="87337" y="13428"/>
                  </a:lnTo>
                  <a:lnTo>
                    <a:pt x="95842" y="14098"/>
                  </a:lnTo>
                  <a:lnTo>
                    <a:pt x="114382" y="15558"/>
                  </a:lnTo>
                  <a:lnTo>
                    <a:pt x="113583" y="29680"/>
                  </a:lnTo>
                  <a:lnTo>
                    <a:pt x="112636" y="464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g772"/>
            <p:cNvSpPr/>
            <p:nvPr/>
          </p:nvSpPr>
          <p:spPr>
            <a:xfrm>
              <a:off x="2065143" y="1830295"/>
              <a:ext cx="61462" cy="50349"/>
            </a:xfrm>
            <a:custGeom>
              <a:avLst/>
              <a:pathLst>
                <a:path w="61462" h="50349">
                  <a:moveTo>
                    <a:pt x="56836" y="34286"/>
                  </a:moveTo>
                  <a:lnTo>
                    <a:pt x="50956" y="42327"/>
                  </a:lnTo>
                  <a:lnTo>
                    <a:pt x="45090" y="50349"/>
                  </a:lnTo>
                  <a:lnTo>
                    <a:pt x="28578" y="40198"/>
                  </a:lnTo>
                  <a:lnTo>
                    <a:pt x="19720" y="34753"/>
                  </a:lnTo>
                  <a:lnTo>
                    <a:pt x="10510" y="29091"/>
                  </a:lnTo>
                  <a:lnTo>
                    <a:pt x="0" y="22629"/>
                  </a:lnTo>
                  <a:lnTo>
                    <a:pt x="10795" y="7386"/>
                  </a:lnTo>
                  <a:lnTo>
                    <a:pt x="16026" y="0"/>
                  </a:lnTo>
                  <a:lnTo>
                    <a:pt x="47467" y="19348"/>
                  </a:lnTo>
                  <a:lnTo>
                    <a:pt x="61462" y="27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g773"/>
            <p:cNvSpPr/>
            <p:nvPr/>
          </p:nvSpPr>
          <p:spPr>
            <a:xfrm>
              <a:off x="2015649" y="1860344"/>
              <a:ext cx="87643" cy="98802"/>
            </a:xfrm>
            <a:custGeom>
              <a:avLst/>
              <a:pathLst>
                <a:path w="87643" h="98802">
                  <a:moveTo>
                    <a:pt x="82561" y="33808"/>
                  </a:moveTo>
                  <a:lnTo>
                    <a:pt x="75887" y="43949"/>
                  </a:lnTo>
                  <a:lnTo>
                    <a:pt x="70490" y="52147"/>
                  </a:lnTo>
                  <a:lnTo>
                    <a:pt x="64625" y="61059"/>
                  </a:lnTo>
                  <a:lnTo>
                    <a:pt x="60085" y="67957"/>
                  </a:lnTo>
                  <a:lnTo>
                    <a:pt x="55957" y="74229"/>
                  </a:lnTo>
                  <a:lnTo>
                    <a:pt x="49356" y="84260"/>
                  </a:lnTo>
                  <a:lnTo>
                    <a:pt x="44434" y="91737"/>
                  </a:lnTo>
                  <a:lnTo>
                    <a:pt x="39784" y="98802"/>
                  </a:lnTo>
                  <a:lnTo>
                    <a:pt x="33352" y="94884"/>
                  </a:lnTo>
                  <a:lnTo>
                    <a:pt x="23149" y="88669"/>
                  </a:lnTo>
                  <a:lnTo>
                    <a:pt x="14639" y="83486"/>
                  </a:lnTo>
                  <a:lnTo>
                    <a:pt x="4665" y="77411"/>
                  </a:lnTo>
                  <a:lnTo>
                    <a:pt x="0" y="74570"/>
                  </a:lnTo>
                  <a:lnTo>
                    <a:pt x="464" y="68408"/>
                  </a:lnTo>
                  <a:lnTo>
                    <a:pt x="4130" y="62826"/>
                  </a:lnTo>
                  <a:lnTo>
                    <a:pt x="13147" y="49099"/>
                  </a:lnTo>
                  <a:lnTo>
                    <a:pt x="17461" y="42532"/>
                  </a:lnTo>
                  <a:lnTo>
                    <a:pt x="21691" y="36091"/>
                  </a:lnTo>
                  <a:lnTo>
                    <a:pt x="25697" y="29992"/>
                  </a:lnTo>
                  <a:lnTo>
                    <a:pt x="29489" y="24219"/>
                  </a:lnTo>
                  <a:lnTo>
                    <a:pt x="34002" y="17349"/>
                  </a:lnTo>
                  <a:lnTo>
                    <a:pt x="36903" y="12931"/>
                  </a:lnTo>
                  <a:lnTo>
                    <a:pt x="40258" y="7824"/>
                  </a:lnTo>
                  <a:lnTo>
                    <a:pt x="43161" y="3405"/>
                  </a:lnTo>
                  <a:lnTo>
                    <a:pt x="45397" y="0"/>
                  </a:lnTo>
                  <a:lnTo>
                    <a:pt x="70263" y="15354"/>
                  </a:lnTo>
                  <a:lnTo>
                    <a:pt x="87643" y="260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g774"/>
            <p:cNvSpPr/>
            <p:nvPr/>
          </p:nvSpPr>
          <p:spPr>
            <a:xfrm>
              <a:off x="2118372" y="1864592"/>
              <a:ext cx="117768" cy="98516"/>
            </a:xfrm>
            <a:custGeom>
              <a:avLst/>
              <a:pathLst>
                <a:path w="117768" h="98516">
                  <a:moveTo>
                    <a:pt x="8005" y="8603"/>
                  </a:moveTo>
                  <a:lnTo>
                    <a:pt x="13530" y="0"/>
                  </a:lnTo>
                  <a:lnTo>
                    <a:pt x="36450" y="14733"/>
                  </a:lnTo>
                  <a:lnTo>
                    <a:pt x="52802" y="25245"/>
                  </a:lnTo>
                  <a:lnTo>
                    <a:pt x="61379" y="30759"/>
                  </a:lnTo>
                  <a:lnTo>
                    <a:pt x="73221" y="38372"/>
                  </a:lnTo>
                  <a:lnTo>
                    <a:pt x="79441" y="42370"/>
                  </a:lnTo>
                  <a:lnTo>
                    <a:pt x="117193" y="66639"/>
                  </a:lnTo>
                  <a:lnTo>
                    <a:pt x="117757" y="88722"/>
                  </a:lnTo>
                  <a:lnTo>
                    <a:pt x="117768" y="89130"/>
                  </a:lnTo>
                  <a:lnTo>
                    <a:pt x="113420" y="98516"/>
                  </a:lnTo>
                  <a:lnTo>
                    <a:pt x="108501" y="95350"/>
                  </a:lnTo>
                  <a:lnTo>
                    <a:pt x="104695" y="92901"/>
                  </a:lnTo>
                  <a:lnTo>
                    <a:pt x="103689" y="92211"/>
                  </a:lnTo>
                  <a:lnTo>
                    <a:pt x="99004" y="88996"/>
                  </a:lnTo>
                  <a:lnTo>
                    <a:pt x="93370" y="85131"/>
                  </a:lnTo>
                  <a:lnTo>
                    <a:pt x="87013" y="80769"/>
                  </a:lnTo>
                  <a:lnTo>
                    <a:pt x="82619" y="77754"/>
                  </a:lnTo>
                  <a:lnTo>
                    <a:pt x="75475" y="72853"/>
                  </a:lnTo>
                  <a:lnTo>
                    <a:pt x="63033" y="64316"/>
                  </a:lnTo>
                  <a:lnTo>
                    <a:pt x="55158" y="58913"/>
                  </a:lnTo>
                  <a:lnTo>
                    <a:pt x="45412" y="52225"/>
                  </a:lnTo>
                  <a:lnTo>
                    <a:pt x="33395" y="43980"/>
                  </a:lnTo>
                  <a:lnTo>
                    <a:pt x="22678" y="36627"/>
                  </a:lnTo>
                  <a:lnTo>
                    <a:pt x="14527" y="31035"/>
                  </a:lnTo>
                  <a:lnTo>
                    <a:pt x="4915" y="24439"/>
                  </a:lnTo>
                  <a:lnTo>
                    <a:pt x="0" y="21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g775"/>
            <p:cNvSpPr/>
            <p:nvPr/>
          </p:nvSpPr>
          <p:spPr>
            <a:xfrm>
              <a:off x="2097082" y="1897548"/>
              <a:ext cx="129627" cy="96258"/>
            </a:xfrm>
            <a:custGeom>
              <a:avLst/>
              <a:pathLst>
                <a:path w="129627" h="96258">
                  <a:moveTo>
                    <a:pt x="124030" y="85013"/>
                  </a:moveTo>
                  <a:lnTo>
                    <a:pt x="117178" y="96258"/>
                  </a:lnTo>
                  <a:lnTo>
                    <a:pt x="111010" y="92384"/>
                  </a:lnTo>
                  <a:lnTo>
                    <a:pt x="104843" y="88510"/>
                  </a:lnTo>
                  <a:lnTo>
                    <a:pt x="98676" y="84636"/>
                  </a:lnTo>
                  <a:lnTo>
                    <a:pt x="92508" y="80763"/>
                  </a:lnTo>
                  <a:lnTo>
                    <a:pt x="86341" y="76889"/>
                  </a:lnTo>
                  <a:lnTo>
                    <a:pt x="80174" y="73015"/>
                  </a:lnTo>
                  <a:lnTo>
                    <a:pt x="74007" y="69141"/>
                  </a:lnTo>
                  <a:lnTo>
                    <a:pt x="67840" y="65267"/>
                  </a:lnTo>
                  <a:lnTo>
                    <a:pt x="61672" y="61393"/>
                  </a:lnTo>
                  <a:lnTo>
                    <a:pt x="55505" y="57520"/>
                  </a:lnTo>
                  <a:lnTo>
                    <a:pt x="49338" y="53646"/>
                  </a:lnTo>
                  <a:lnTo>
                    <a:pt x="43170" y="49772"/>
                  </a:lnTo>
                  <a:lnTo>
                    <a:pt x="37003" y="45898"/>
                  </a:lnTo>
                  <a:lnTo>
                    <a:pt x="30836" y="42025"/>
                  </a:lnTo>
                  <a:lnTo>
                    <a:pt x="24669" y="38151"/>
                  </a:lnTo>
                  <a:lnTo>
                    <a:pt x="18501" y="34277"/>
                  </a:lnTo>
                  <a:lnTo>
                    <a:pt x="12334" y="30403"/>
                  </a:lnTo>
                  <a:lnTo>
                    <a:pt x="6167" y="26529"/>
                  </a:lnTo>
                  <a:lnTo>
                    <a:pt x="0" y="22656"/>
                  </a:lnTo>
                  <a:lnTo>
                    <a:pt x="8330" y="9878"/>
                  </a:lnTo>
                  <a:lnTo>
                    <a:pt x="14769" y="0"/>
                  </a:lnTo>
                  <a:lnTo>
                    <a:pt x="103635" y="58669"/>
                  </a:lnTo>
                  <a:lnTo>
                    <a:pt x="110843" y="63428"/>
                  </a:lnTo>
                  <a:lnTo>
                    <a:pt x="118044" y="68182"/>
                  </a:lnTo>
                  <a:lnTo>
                    <a:pt x="121852" y="70696"/>
                  </a:lnTo>
                  <a:lnTo>
                    <a:pt x="124323" y="72327"/>
                  </a:lnTo>
                  <a:lnTo>
                    <a:pt x="127103" y="74162"/>
                  </a:lnTo>
                  <a:lnTo>
                    <a:pt x="129627" y="758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g776"/>
            <p:cNvSpPr/>
            <p:nvPr/>
          </p:nvSpPr>
          <p:spPr>
            <a:xfrm>
              <a:off x="2064224" y="1929777"/>
              <a:ext cx="86265" cy="77605"/>
            </a:xfrm>
            <a:custGeom>
              <a:avLst/>
              <a:pathLst>
                <a:path w="86265" h="77605">
                  <a:moveTo>
                    <a:pt x="74988" y="53814"/>
                  </a:moveTo>
                  <a:lnTo>
                    <a:pt x="59849" y="77605"/>
                  </a:lnTo>
                  <a:lnTo>
                    <a:pt x="54697" y="74329"/>
                  </a:lnTo>
                  <a:lnTo>
                    <a:pt x="49375" y="70944"/>
                  </a:lnTo>
                  <a:lnTo>
                    <a:pt x="42986" y="66882"/>
                  </a:lnTo>
                  <a:lnTo>
                    <a:pt x="34849" y="61709"/>
                  </a:lnTo>
                  <a:lnTo>
                    <a:pt x="14862" y="49000"/>
                  </a:lnTo>
                  <a:lnTo>
                    <a:pt x="4224" y="42236"/>
                  </a:lnTo>
                  <a:lnTo>
                    <a:pt x="0" y="39550"/>
                  </a:lnTo>
                  <a:lnTo>
                    <a:pt x="5977" y="31237"/>
                  </a:lnTo>
                  <a:lnTo>
                    <a:pt x="11025" y="24216"/>
                  </a:lnTo>
                  <a:lnTo>
                    <a:pt x="19735" y="12104"/>
                  </a:lnTo>
                  <a:lnTo>
                    <a:pt x="25309" y="4352"/>
                  </a:lnTo>
                  <a:lnTo>
                    <a:pt x="28439" y="0"/>
                  </a:lnTo>
                  <a:lnTo>
                    <a:pt x="40761" y="7690"/>
                  </a:lnTo>
                  <a:lnTo>
                    <a:pt x="49703" y="13271"/>
                  </a:lnTo>
                  <a:lnTo>
                    <a:pt x="55955" y="17173"/>
                  </a:lnTo>
                  <a:lnTo>
                    <a:pt x="60288" y="19878"/>
                  </a:lnTo>
                  <a:lnTo>
                    <a:pt x="66602" y="23818"/>
                  </a:lnTo>
                  <a:lnTo>
                    <a:pt x="71031" y="26582"/>
                  </a:lnTo>
                  <a:lnTo>
                    <a:pt x="74894" y="28994"/>
                  </a:lnTo>
                  <a:lnTo>
                    <a:pt x="80357" y="32404"/>
                  </a:lnTo>
                  <a:lnTo>
                    <a:pt x="83810" y="34558"/>
                  </a:lnTo>
                  <a:lnTo>
                    <a:pt x="86265" y="3609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g777"/>
            <p:cNvSpPr/>
            <p:nvPr/>
          </p:nvSpPr>
          <p:spPr>
            <a:xfrm>
              <a:off x="2128474" y="1968508"/>
              <a:ext cx="80478" cy="73305"/>
            </a:xfrm>
            <a:custGeom>
              <a:avLst/>
              <a:pathLst>
                <a:path w="80478" h="73305">
                  <a:moveTo>
                    <a:pt x="66374" y="50448"/>
                  </a:moveTo>
                  <a:lnTo>
                    <a:pt x="49369" y="73305"/>
                  </a:lnTo>
                  <a:lnTo>
                    <a:pt x="43855" y="69709"/>
                  </a:lnTo>
                  <a:lnTo>
                    <a:pt x="36582" y="64967"/>
                  </a:lnTo>
                  <a:lnTo>
                    <a:pt x="27636" y="59133"/>
                  </a:lnTo>
                  <a:lnTo>
                    <a:pt x="18047" y="52880"/>
                  </a:lnTo>
                  <a:lnTo>
                    <a:pt x="5789" y="44887"/>
                  </a:lnTo>
                  <a:lnTo>
                    <a:pt x="0" y="41112"/>
                  </a:lnTo>
                  <a:lnTo>
                    <a:pt x="11049" y="24083"/>
                  </a:lnTo>
                  <a:lnTo>
                    <a:pt x="18476" y="12638"/>
                  </a:lnTo>
                  <a:lnTo>
                    <a:pt x="26677" y="0"/>
                  </a:lnTo>
                  <a:lnTo>
                    <a:pt x="31373" y="2748"/>
                  </a:lnTo>
                  <a:lnTo>
                    <a:pt x="35055" y="4903"/>
                  </a:lnTo>
                  <a:lnTo>
                    <a:pt x="42686" y="9370"/>
                  </a:lnTo>
                  <a:lnTo>
                    <a:pt x="45964" y="11289"/>
                  </a:lnTo>
                  <a:lnTo>
                    <a:pt x="57018" y="17759"/>
                  </a:lnTo>
                  <a:lnTo>
                    <a:pt x="61250" y="20236"/>
                  </a:lnTo>
                  <a:lnTo>
                    <a:pt x="65567" y="22763"/>
                  </a:lnTo>
                  <a:lnTo>
                    <a:pt x="70682" y="25757"/>
                  </a:lnTo>
                  <a:lnTo>
                    <a:pt x="80478" y="314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g778"/>
            <p:cNvSpPr/>
            <p:nvPr/>
          </p:nvSpPr>
          <p:spPr>
            <a:xfrm>
              <a:off x="2186102" y="2005885"/>
              <a:ext cx="45022" cy="63098"/>
            </a:xfrm>
            <a:custGeom>
              <a:avLst/>
              <a:pathLst>
                <a:path w="45022" h="63098">
                  <a:moveTo>
                    <a:pt x="42018" y="49654"/>
                  </a:moveTo>
                  <a:lnTo>
                    <a:pt x="40030" y="55093"/>
                  </a:lnTo>
                  <a:lnTo>
                    <a:pt x="35279" y="63098"/>
                  </a:lnTo>
                  <a:lnTo>
                    <a:pt x="32161" y="61133"/>
                  </a:lnTo>
                  <a:lnTo>
                    <a:pt x="24948" y="56588"/>
                  </a:lnTo>
                  <a:lnTo>
                    <a:pt x="9889" y="47098"/>
                  </a:lnTo>
                  <a:lnTo>
                    <a:pt x="0" y="40866"/>
                  </a:lnTo>
                  <a:lnTo>
                    <a:pt x="4722" y="33798"/>
                  </a:lnTo>
                  <a:lnTo>
                    <a:pt x="10968" y="24450"/>
                  </a:lnTo>
                  <a:lnTo>
                    <a:pt x="17560" y="14584"/>
                  </a:lnTo>
                  <a:lnTo>
                    <a:pt x="23169" y="6190"/>
                  </a:lnTo>
                  <a:lnTo>
                    <a:pt x="27305" y="0"/>
                  </a:lnTo>
                  <a:lnTo>
                    <a:pt x="35948" y="5948"/>
                  </a:lnTo>
                  <a:lnTo>
                    <a:pt x="39173" y="8168"/>
                  </a:lnTo>
                  <a:lnTo>
                    <a:pt x="40670" y="9586"/>
                  </a:lnTo>
                  <a:lnTo>
                    <a:pt x="42651" y="18219"/>
                  </a:lnTo>
                  <a:lnTo>
                    <a:pt x="43644" y="27937"/>
                  </a:lnTo>
                  <a:lnTo>
                    <a:pt x="44472" y="36047"/>
                  </a:lnTo>
                  <a:lnTo>
                    <a:pt x="45022" y="4144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g779"/>
            <p:cNvSpPr/>
            <p:nvPr/>
          </p:nvSpPr>
          <p:spPr>
            <a:xfrm>
              <a:off x="1965848" y="1932690"/>
              <a:ext cx="49896" cy="103636"/>
            </a:xfrm>
            <a:custGeom>
              <a:avLst/>
              <a:pathLst>
                <a:path w="49896" h="103636">
                  <a:moveTo>
                    <a:pt x="46651" y="32393"/>
                  </a:moveTo>
                  <a:lnTo>
                    <a:pt x="43405" y="37350"/>
                  </a:lnTo>
                  <a:lnTo>
                    <a:pt x="40159" y="42306"/>
                  </a:lnTo>
                  <a:lnTo>
                    <a:pt x="36914" y="47263"/>
                  </a:lnTo>
                  <a:lnTo>
                    <a:pt x="33668" y="52219"/>
                  </a:lnTo>
                  <a:lnTo>
                    <a:pt x="30422" y="57176"/>
                  </a:lnTo>
                  <a:lnTo>
                    <a:pt x="27177" y="62132"/>
                  </a:lnTo>
                  <a:lnTo>
                    <a:pt x="23931" y="67089"/>
                  </a:lnTo>
                  <a:lnTo>
                    <a:pt x="20685" y="72046"/>
                  </a:lnTo>
                  <a:lnTo>
                    <a:pt x="17440" y="77002"/>
                  </a:lnTo>
                  <a:lnTo>
                    <a:pt x="14194" y="81959"/>
                  </a:lnTo>
                  <a:lnTo>
                    <a:pt x="10948" y="86915"/>
                  </a:lnTo>
                  <a:lnTo>
                    <a:pt x="7703" y="91872"/>
                  </a:lnTo>
                  <a:lnTo>
                    <a:pt x="4457" y="96828"/>
                  </a:lnTo>
                  <a:lnTo>
                    <a:pt x="1212" y="101785"/>
                  </a:lnTo>
                  <a:lnTo>
                    <a:pt x="0" y="103636"/>
                  </a:lnTo>
                  <a:lnTo>
                    <a:pt x="0" y="10389"/>
                  </a:lnTo>
                  <a:lnTo>
                    <a:pt x="1866" y="7621"/>
                  </a:lnTo>
                  <a:lnTo>
                    <a:pt x="4492" y="3727"/>
                  </a:lnTo>
                  <a:lnTo>
                    <a:pt x="7006" y="0"/>
                  </a:lnTo>
                  <a:lnTo>
                    <a:pt x="32797" y="16498"/>
                  </a:lnTo>
                  <a:lnTo>
                    <a:pt x="49896" y="274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g780"/>
            <p:cNvSpPr/>
            <p:nvPr/>
          </p:nvSpPr>
          <p:spPr>
            <a:xfrm>
              <a:off x="1998522" y="1972014"/>
              <a:ext cx="131712" cy="111780"/>
            </a:xfrm>
            <a:custGeom>
              <a:avLst/>
              <a:pathLst>
                <a:path w="131712" h="111780">
                  <a:moveTo>
                    <a:pt x="50824" y="2461"/>
                  </a:moveTo>
                  <a:lnTo>
                    <a:pt x="62421" y="9993"/>
                  </a:lnTo>
                  <a:lnTo>
                    <a:pt x="69492" y="14586"/>
                  </a:lnTo>
                  <a:lnTo>
                    <a:pt x="73587" y="17246"/>
                  </a:lnTo>
                  <a:lnTo>
                    <a:pt x="84293" y="24201"/>
                  </a:lnTo>
                  <a:lnTo>
                    <a:pt x="88539" y="26959"/>
                  </a:lnTo>
                  <a:lnTo>
                    <a:pt x="97936" y="33063"/>
                  </a:lnTo>
                  <a:lnTo>
                    <a:pt x="100684" y="34848"/>
                  </a:lnTo>
                  <a:lnTo>
                    <a:pt x="110503" y="41226"/>
                  </a:lnTo>
                  <a:lnTo>
                    <a:pt x="131712" y="55002"/>
                  </a:lnTo>
                  <a:lnTo>
                    <a:pt x="119503" y="74030"/>
                  </a:lnTo>
                  <a:lnTo>
                    <a:pt x="113347" y="83624"/>
                  </a:lnTo>
                  <a:lnTo>
                    <a:pt x="110176" y="88565"/>
                  </a:lnTo>
                  <a:lnTo>
                    <a:pt x="92780" y="111780"/>
                  </a:lnTo>
                  <a:lnTo>
                    <a:pt x="81676" y="103859"/>
                  </a:lnTo>
                  <a:lnTo>
                    <a:pt x="76728" y="100328"/>
                  </a:lnTo>
                  <a:lnTo>
                    <a:pt x="71780" y="96798"/>
                  </a:lnTo>
                  <a:lnTo>
                    <a:pt x="66831" y="93268"/>
                  </a:lnTo>
                  <a:lnTo>
                    <a:pt x="61883" y="89738"/>
                  </a:lnTo>
                  <a:lnTo>
                    <a:pt x="56934" y="86208"/>
                  </a:lnTo>
                  <a:lnTo>
                    <a:pt x="51986" y="82677"/>
                  </a:lnTo>
                  <a:lnTo>
                    <a:pt x="47038" y="79147"/>
                  </a:lnTo>
                  <a:lnTo>
                    <a:pt x="42089" y="75617"/>
                  </a:lnTo>
                  <a:lnTo>
                    <a:pt x="37141" y="72087"/>
                  </a:lnTo>
                  <a:lnTo>
                    <a:pt x="32193" y="68556"/>
                  </a:lnTo>
                  <a:lnTo>
                    <a:pt x="27244" y="65026"/>
                  </a:lnTo>
                  <a:lnTo>
                    <a:pt x="22295" y="61496"/>
                  </a:lnTo>
                  <a:lnTo>
                    <a:pt x="0" y="45590"/>
                  </a:lnTo>
                  <a:lnTo>
                    <a:pt x="3410" y="40467"/>
                  </a:lnTo>
                  <a:lnTo>
                    <a:pt x="7343" y="34561"/>
                  </a:lnTo>
                  <a:lnTo>
                    <a:pt x="11752" y="27939"/>
                  </a:lnTo>
                  <a:lnTo>
                    <a:pt x="16523" y="20773"/>
                  </a:lnTo>
                  <a:lnTo>
                    <a:pt x="20503" y="14797"/>
                  </a:lnTo>
                  <a:lnTo>
                    <a:pt x="23843" y="9779"/>
                  </a:lnTo>
                  <a:lnTo>
                    <a:pt x="27836" y="3783"/>
                  </a:lnTo>
                  <a:lnTo>
                    <a:pt x="30355" y="0"/>
                  </a:lnTo>
                  <a:lnTo>
                    <a:pt x="47350" y="2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g781"/>
            <p:cNvSpPr/>
            <p:nvPr/>
          </p:nvSpPr>
          <p:spPr>
            <a:xfrm>
              <a:off x="1965848" y="2024236"/>
              <a:ext cx="120101" cy="107704"/>
            </a:xfrm>
            <a:custGeom>
              <a:avLst/>
              <a:pathLst>
                <a:path w="120101" h="107704">
                  <a:moveTo>
                    <a:pt x="1519" y="32376"/>
                  </a:moveTo>
                  <a:lnTo>
                    <a:pt x="4627" y="27774"/>
                  </a:lnTo>
                  <a:lnTo>
                    <a:pt x="8009" y="22768"/>
                  </a:lnTo>
                  <a:lnTo>
                    <a:pt x="11170" y="18087"/>
                  </a:lnTo>
                  <a:lnTo>
                    <a:pt x="14019" y="13869"/>
                  </a:lnTo>
                  <a:lnTo>
                    <a:pt x="16751" y="9824"/>
                  </a:lnTo>
                  <a:lnTo>
                    <a:pt x="19408" y="5891"/>
                  </a:lnTo>
                  <a:lnTo>
                    <a:pt x="22246" y="1689"/>
                  </a:lnTo>
                  <a:lnTo>
                    <a:pt x="23387" y="0"/>
                  </a:lnTo>
                  <a:lnTo>
                    <a:pt x="49125" y="17420"/>
                  </a:lnTo>
                  <a:lnTo>
                    <a:pt x="59103" y="24172"/>
                  </a:lnTo>
                  <a:lnTo>
                    <a:pt x="62010" y="26140"/>
                  </a:lnTo>
                  <a:lnTo>
                    <a:pt x="64839" y="28055"/>
                  </a:lnTo>
                  <a:lnTo>
                    <a:pt x="66437" y="29136"/>
                  </a:lnTo>
                  <a:lnTo>
                    <a:pt x="67665" y="30010"/>
                  </a:lnTo>
                  <a:lnTo>
                    <a:pt x="75034" y="35253"/>
                  </a:lnTo>
                  <a:lnTo>
                    <a:pt x="78607" y="37794"/>
                  </a:lnTo>
                  <a:lnTo>
                    <a:pt x="83658" y="41388"/>
                  </a:lnTo>
                  <a:lnTo>
                    <a:pt x="86353" y="43305"/>
                  </a:lnTo>
                  <a:lnTo>
                    <a:pt x="90023" y="45916"/>
                  </a:lnTo>
                  <a:lnTo>
                    <a:pt x="94889" y="49378"/>
                  </a:lnTo>
                  <a:lnTo>
                    <a:pt x="101394" y="54006"/>
                  </a:lnTo>
                  <a:lnTo>
                    <a:pt x="109828" y="60006"/>
                  </a:lnTo>
                  <a:lnTo>
                    <a:pt x="113828" y="62852"/>
                  </a:lnTo>
                  <a:lnTo>
                    <a:pt x="116946" y="65070"/>
                  </a:lnTo>
                  <a:lnTo>
                    <a:pt x="120101" y="67315"/>
                  </a:lnTo>
                  <a:lnTo>
                    <a:pt x="107871" y="85524"/>
                  </a:lnTo>
                  <a:lnTo>
                    <a:pt x="92974" y="107704"/>
                  </a:lnTo>
                  <a:lnTo>
                    <a:pt x="89671" y="105493"/>
                  </a:lnTo>
                  <a:lnTo>
                    <a:pt x="86099" y="103100"/>
                  </a:lnTo>
                  <a:lnTo>
                    <a:pt x="81403" y="99956"/>
                  </a:lnTo>
                  <a:lnTo>
                    <a:pt x="74782" y="95521"/>
                  </a:lnTo>
                  <a:lnTo>
                    <a:pt x="71652" y="93425"/>
                  </a:lnTo>
                  <a:lnTo>
                    <a:pt x="68856" y="91553"/>
                  </a:lnTo>
                  <a:lnTo>
                    <a:pt x="64863" y="88879"/>
                  </a:lnTo>
                  <a:lnTo>
                    <a:pt x="60239" y="85782"/>
                  </a:lnTo>
                  <a:lnTo>
                    <a:pt x="56706" y="83416"/>
                  </a:lnTo>
                  <a:lnTo>
                    <a:pt x="52154" y="80368"/>
                  </a:lnTo>
                  <a:lnTo>
                    <a:pt x="48017" y="77597"/>
                  </a:lnTo>
                  <a:lnTo>
                    <a:pt x="44678" y="75361"/>
                  </a:lnTo>
                  <a:lnTo>
                    <a:pt x="39087" y="71617"/>
                  </a:lnTo>
                  <a:lnTo>
                    <a:pt x="33952" y="68178"/>
                  </a:lnTo>
                  <a:lnTo>
                    <a:pt x="29189" y="64989"/>
                  </a:lnTo>
                  <a:lnTo>
                    <a:pt x="23405" y="61115"/>
                  </a:lnTo>
                  <a:lnTo>
                    <a:pt x="13337" y="54373"/>
                  </a:lnTo>
                  <a:lnTo>
                    <a:pt x="0" y="45441"/>
                  </a:lnTo>
                  <a:lnTo>
                    <a:pt x="0" y="346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g782"/>
            <p:cNvSpPr/>
            <p:nvPr/>
          </p:nvSpPr>
          <p:spPr>
            <a:xfrm>
              <a:off x="1965848" y="2083411"/>
              <a:ext cx="88306" cy="100760"/>
            </a:xfrm>
            <a:custGeom>
              <a:avLst/>
              <a:pathLst>
                <a:path w="88306" h="100760">
                  <a:moveTo>
                    <a:pt x="17632" y="11944"/>
                  </a:moveTo>
                  <a:lnTo>
                    <a:pt x="22049" y="14936"/>
                  </a:lnTo>
                  <a:lnTo>
                    <a:pt x="26466" y="17928"/>
                  </a:lnTo>
                  <a:lnTo>
                    <a:pt x="30883" y="20920"/>
                  </a:lnTo>
                  <a:lnTo>
                    <a:pt x="35300" y="23912"/>
                  </a:lnTo>
                  <a:lnTo>
                    <a:pt x="39718" y="26905"/>
                  </a:lnTo>
                  <a:lnTo>
                    <a:pt x="44135" y="29897"/>
                  </a:lnTo>
                  <a:lnTo>
                    <a:pt x="48552" y="32889"/>
                  </a:lnTo>
                  <a:lnTo>
                    <a:pt x="52969" y="35881"/>
                  </a:lnTo>
                  <a:lnTo>
                    <a:pt x="57386" y="38874"/>
                  </a:lnTo>
                  <a:lnTo>
                    <a:pt x="61803" y="41866"/>
                  </a:lnTo>
                  <a:lnTo>
                    <a:pt x="66220" y="44858"/>
                  </a:lnTo>
                  <a:lnTo>
                    <a:pt x="70637" y="47850"/>
                  </a:lnTo>
                  <a:lnTo>
                    <a:pt x="75055" y="50843"/>
                  </a:lnTo>
                  <a:lnTo>
                    <a:pt x="79472" y="53835"/>
                  </a:lnTo>
                  <a:lnTo>
                    <a:pt x="83889" y="56827"/>
                  </a:lnTo>
                  <a:lnTo>
                    <a:pt x="88306" y="59819"/>
                  </a:lnTo>
                  <a:lnTo>
                    <a:pt x="75211" y="79690"/>
                  </a:lnTo>
                  <a:lnTo>
                    <a:pt x="61325" y="100760"/>
                  </a:lnTo>
                  <a:lnTo>
                    <a:pt x="55700" y="96912"/>
                  </a:lnTo>
                  <a:lnTo>
                    <a:pt x="50076" y="93064"/>
                  </a:lnTo>
                  <a:lnTo>
                    <a:pt x="44451" y="89217"/>
                  </a:lnTo>
                  <a:lnTo>
                    <a:pt x="38826" y="85369"/>
                  </a:lnTo>
                  <a:lnTo>
                    <a:pt x="33202" y="81521"/>
                  </a:lnTo>
                  <a:lnTo>
                    <a:pt x="27577" y="77673"/>
                  </a:lnTo>
                  <a:lnTo>
                    <a:pt x="21953" y="73825"/>
                  </a:lnTo>
                  <a:lnTo>
                    <a:pt x="16328" y="69977"/>
                  </a:lnTo>
                  <a:lnTo>
                    <a:pt x="10703" y="66129"/>
                  </a:lnTo>
                  <a:lnTo>
                    <a:pt x="5079" y="62281"/>
                  </a:lnTo>
                  <a:lnTo>
                    <a:pt x="0" y="5880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g783"/>
            <p:cNvSpPr/>
            <p:nvPr/>
          </p:nvSpPr>
          <p:spPr>
            <a:xfrm>
              <a:off x="1965848" y="2160258"/>
              <a:ext cx="52262" cy="77146"/>
            </a:xfrm>
            <a:custGeom>
              <a:avLst/>
              <a:pathLst>
                <a:path w="52262" h="77146">
                  <a:moveTo>
                    <a:pt x="740" y="517"/>
                  </a:moveTo>
                  <a:lnTo>
                    <a:pt x="4371" y="3051"/>
                  </a:lnTo>
                  <a:lnTo>
                    <a:pt x="8002" y="5585"/>
                  </a:lnTo>
                  <a:lnTo>
                    <a:pt x="11633" y="8120"/>
                  </a:lnTo>
                  <a:lnTo>
                    <a:pt x="15263" y="10654"/>
                  </a:lnTo>
                  <a:lnTo>
                    <a:pt x="18894" y="13188"/>
                  </a:lnTo>
                  <a:lnTo>
                    <a:pt x="22525" y="15722"/>
                  </a:lnTo>
                  <a:lnTo>
                    <a:pt x="26156" y="18257"/>
                  </a:lnTo>
                  <a:lnTo>
                    <a:pt x="29786" y="20791"/>
                  </a:lnTo>
                  <a:lnTo>
                    <a:pt x="33417" y="23325"/>
                  </a:lnTo>
                  <a:lnTo>
                    <a:pt x="37048" y="25860"/>
                  </a:lnTo>
                  <a:lnTo>
                    <a:pt x="40679" y="28394"/>
                  </a:lnTo>
                  <a:lnTo>
                    <a:pt x="52262" y="36479"/>
                  </a:lnTo>
                  <a:lnTo>
                    <a:pt x="47697" y="43594"/>
                  </a:lnTo>
                  <a:lnTo>
                    <a:pt x="37448" y="59568"/>
                  </a:lnTo>
                  <a:lnTo>
                    <a:pt x="26169" y="77146"/>
                  </a:lnTo>
                  <a:lnTo>
                    <a:pt x="17076" y="71242"/>
                  </a:lnTo>
                  <a:lnTo>
                    <a:pt x="13147" y="68692"/>
                  </a:lnTo>
                  <a:lnTo>
                    <a:pt x="9218" y="66141"/>
                  </a:lnTo>
                  <a:lnTo>
                    <a:pt x="5290" y="63590"/>
                  </a:lnTo>
                  <a:lnTo>
                    <a:pt x="1361" y="61040"/>
                  </a:lnTo>
                  <a:lnTo>
                    <a:pt x="0" y="6015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g784"/>
            <p:cNvSpPr/>
            <p:nvPr/>
          </p:nvSpPr>
          <p:spPr>
            <a:xfrm>
              <a:off x="1965848" y="2235042"/>
              <a:ext cx="18276" cy="39729"/>
            </a:xfrm>
            <a:custGeom>
              <a:avLst/>
              <a:pathLst>
                <a:path w="18276" h="39729">
                  <a:moveTo>
                    <a:pt x="18276" y="12238"/>
                  </a:moveTo>
                  <a:lnTo>
                    <a:pt x="15140" y="16956"/>
                  </a:lnTo>
                  <a:lnTo>
                    <a:pt x="12003" y="21674"/>
                  </a:lnTo>
                  <a:lnTo>
                    <a:pt x="8867" y="26391"/>
                  </a:lnTo>
                  <a:lnTo>
                    <a:pt x="5731" y="31109"/>
                  </a:lnTo>
                  <a:lnTo>
                    <a:pt x="2594" y="35826"/>
                  </a:lnTo>
                  <a:lnTo>
                    <a:pt x="0" y="3972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g785"/>
            <p:cNvSpPr/>
            <p:nvPr/>
          </p:nvSpPr>
          <p:spPr>
            <a:xfrm>
              <a:off x="1967402" y="2207724"/>
              <a:ext cx="126773" cy="144300"/>
            </a:xfrm>
            <a:custGeom>
              <a:avLst/>
              <a:pathLst>
                <a:path w="126773" h="144300">
                  <a:moveTo>
                    <a:pt x="63545" y="144300"/>
                  </a:moveTo>
                  <a:lnTo>
                    <a:pt x="53920" y="137987"/>
                  </a:lnTo>
                  <a:lnTo>
                    <a:pt x="19012" y="115090"/>
                  </a:lnTo>
                  <a:lnTo>
                    <a:pt x="0" y="102619"/>
                  </a:lnTo>
                  <a:lnTo>
                    <a:pt x="18961" y="72296"/>
                  </a:lnTo>
                  <a:lnTo>
                    <a:pt x="24101" y="64078"/>
                  </a:lnTo>
                  <a:lnTo>
                    <a:pt x="25611" y="61662"/>
                  </a:lnTo>
                  <a:lnTo>
                    <a:pt x="27095" y="59290"/>
                  </a:lnTo>
                  <a:lnTo>
                    <a:pt x="63503" y="1068"/>
                  </a:lnTo>
                  <a:lnTo>
                    <a:pt x="66151" y="0"/>
                  </a:lnTo>
                  <a:lnTo>
                    <a:pt x="94315" y="19690"/>
                  </a:lnTo>
                  <a:lnTo>
                    <a:pt x="96596" y="21285"/>
                  </a:lnTo>
                  <a:lnTo>
                    <a:pt x="99751" y="23491"/>
                  </a:lnTo>
                  <a:lnTo>
                    <a:pt x="125888" y="41762"/>
                  </a:lnTo>
                  <a:lnTo>
                    <a:pt x="126773" y="44334"/>
                  </a:lnTo>
                  <a:lnTo>
                    <a:pt x="97942" y="89918"/>
                  </a:lnTo>
                  <a:lnTo>
                    <a:pt x="86651" y="107769"/>
                  </a:lnTo>
                  <a:lnTo>
                    <a:pt x="84302" y="111482"/>
                  </a:lnTo>
                  <a:lnTo>
                    <a:pt x="83008" y="1135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g786"/>
            <p:cNvSpPr/>
            <p:nvPr/>
          </p:nvSpPr>
          <p:spPr>
            <a:xfrm>
              <a:off x="2033464" y="2146559"/>
              <a:ext cx="102677" cy="94275"/>
            </a:xfrm>
            <a:custGeom>
              <a:avLst/>
              <a:pathLst>
                <a:path w="102677" h="94275">
                  <a:moveTo>
                    <a:pt x="13869" y="20617"/>
                  </a:moveTo>
                  <a:lnTo>
                    <a:pt x="21197" y="9387"/>
                  </a:lnTo>
                  <a:lnTo>
                    <a:pt x="27324" y="0"/>
                  </a:lnTo>
                  <a:lnTo>
                    <a:pt x="33200" y="4126"/>
                  </a:lnTo>
                  <a:lnTo>
                    <a:pt x="38594" y="7914"/>
                  </a:lnTo>
                  <a:lnTo>
                    <a:pt x="47084" y="13876"/>
                  </a:lnTo>
                  <a:lnTo>
                    <a:pt x="54565" y="19129"/>
                  </a:lnTo>
                  <a:lnTo>
                    <a:pt x="63120" y="25137"/>
                  </a:lnTo>
                  <a:lnTo>
                    <a:pt x="69078" y="29320"/>
                  </a:lnTo>
                  <a:lnTo>
                    <a:pt x="74847" y="33371"/>
                  </a:lnTo>
                  <a:lnTo>
                    <a:pt x="79404" y="36571"/>
                  </a:lnTo>
                  <a:lnTo>
                    <a:pt x="85379" y="40767"/>
                  </a:lnTo>
                  <a:lnTo>
                    <a:pt x="94152" y="46928"/>
                  </a:lnTo>
                  <a:lnTo>
                    <a:pt x="102677" y="52914"/>
                  </a:lnTo>
                  <a:lnTo>
                    <a:pt x="98329" y="58913"/>
                  </a:lnTo>
                  <a:lnTo>
                    <a:pt x="92717" y="66656"/>
                  </a:lnTo>
                  <a:lnTo>
                    <a:pt x="87587" y="73734"/>
                  </a:lnTo>
                  <a:lnTo>
                    <a:pt x="80640" y="83319"/>
                  </a:lnTo>
                  <a:lnTo>
                    <a:pt x="76348" y="89241"/>
                  </a:lnTo>
                  <a:lnTo>
                    <a:pt x="72699" y="94275"/>
                  </a:lnTo>
                  <a:lnTo>
                    <a:pt x="68303" y="91106"/>
                  </a:lnTo>
                  <a:lnTo>
                    <a:pt x="60881" y="85756"/>
                  </a:lnTo>
                  <a:lnTo>
                    <a:pt x="56836" y="82839"/>
                  </a:lnTo>
                  <a:lnTo>
                    <a:pt x="49458" y="77521"/>
                  </a:lnTo>
                  <a:lnTo>
                    <a:pt x="42123" y="72234"/>
                  </a:lnTo>
                  <a:lnTo>
                    <a:pt x="39377" y="70254"/>
                  </a:lnTo>
                  <a:lnTo>
                    <a:pt x="31682" y="64707"/>
                  </a:lnTo>
                  <a:lnTo>
                    <a:pt x="21073" y="57060"/>
                  </a:lnTo>
                  <a:lnTo>
                    <a:pt x="10941" y="49756"/>
                  </a:lnTo>
                  <a:lnTo>
                    <a:pt x="7162" y="47032"/>
                  </a:lnTo>
                  <a:lnTo>
                    <a:pt x="0" y="418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g787"/>
            <p:cNvSpPr/>
            <p:nvPr/>
          </p:nvSpPr>
          <p:spPr>
            <a:xfrm>
              <a:off x="2115744" y="2087616"/>
              <a:ext cx="85512" cy="106164"/>
            </a:xfrm>
            <a:custGeom>
              <a:avLst/>
              <a:pathLst>
                <a:path w="85512" h="106164">
                  <a:moveTo>
                    <a:pt x="11438" y="66143"/>
                  </a:moveTo>
                  <a:lnTo>
                    <a:pt x="15658" y="59531"/>
                  </a:lnTo>
                  <a:lnTo>
                    <a:pt x="18794" y="54617"/>
                  </a:lnTo>
                  <a:lnTo>
                    <a:pt x="23036" y="47971"/>
                  </a:lnTo>
                  <a:lnTo>
                    <a:pt x="27795" y="40514"/>
                  </a:lnTo>
                  <a:lnTo>
                    <a:pt x="30919" y="35619"/>
                  </a:lnTo>
                  <a:lnTo>
                    <a:pt x="36784" y="26429"/>
                  </a:lnTo>
                  <a:lnTo>
                    <a:pt x="41497" y="19043"/>
                  </a:lnTo>
                  <a:lnTo>
                    <a:pt x="45337" y="13026"/>
                  </a:lnTo>
                  <a:lnTo>
                    <a:pt x="49530" y="6457"/>
                  </a:lnTo>
                  <a:lnTo>
                    <a:pt x="53651" y="0"/>
                  </a:lnTo>
                  <a:lnTo>
                    <a:pt x="67214" y="11939"/>
                  </a:lnTo>
                  <a:lnTo>
                    <a:pt x="74120" y="18019"/>
                  </a:lnTo>
                  <a:lnTo>
                    <a:pt x="85512" y="28048"/>
                  </a:lnTo>
                  <a:lnTo>
                    <a:pt x="80064" y="36154"/>
                  </a:lnTo>
                  <a:lnTo>
                    <a:pt x="74840" y="43926"/>
                  </a:lnTo>
                  <a:lnTo>
                    <a:pt x="68685" y="53085"/>
                  </a:lnTo>
                  <a:lnTo>
                    <a:pt x="62182" y="62760"/>
                  </a:lnTo>
                  <a:lnTo>
                    <a:pt x="55546" y="72634"/>
                  </a:lnTo>
                  <a:lnTo>
                    <a:pt x="51103" y="79244"/>
                  </a:lnTo>
                  <a:lnTo>
                    <a:pt x="46045" y="86770"/>
                  </a:lnTo>
                  <a:lnTo>
                    <a:pt x="33011" y="106164"/>
                  </a:lnTo>
                  <a:lnTo>
                    <a:pt x="28900" y="103412"/>
                  </a:lnTo>
                  <a:lnTo>
                    <a:pt x="22926" y="99413"/>
                  </a:lnTo>
                  <a:lnTo>
                    <a:pt x="18247" y="96281"/>
                  </a:lnTo>
                  <a:lnTo>
                    <a:pt x="14848" y="94006"/>
                  </a:lnTo>
                  <a:lnTo>
                    <a:pt x="10359" y="91001"/>
                  </a:lnTo>
                  <a:lnTo>
                    <a:pt x="6695" y="88549"/>
                  </a:lnTo>
                  <a:lnTo>
                    <a:pt x="3042" y="86104"/>
                  </a:lnTo>
                  <a:lnTo>
                    <a:pt x="0" y="8406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g788"/>
            <p:cNvSpPr/>
            <p:nvPr/>
          </p:nvSpPr>
          <p:spPr>
            <a:xfrm>
              <a:off x="2163405" y="2056442"/>
              <a:ext cx="160435" cy="124632"/>
            </a:xfrm>
            <a:custGeom>
              <a:avLst/>
              <a:pathLst>
                <a:path w="160435" h="124632">
                  <a:moveTo>
                    <a:pt x="117743" y="118174"/>
                  </a:moveTo>
                  <a:lnTo>
                    <a:pt x="113445" y="115005"/>
                  </a:lnTo>
                  <a:lnTo>
                    <a:pt x="107094" y="110324"/>
                  </a:lnTo>
                  <a:lnTo>
                    <a:pt x="92243" y="99376"/>
                  </a:lnTo>
                  <a:lnTo>
                    <a:pt x="88813" y="96848"/>
                  </a:lnTo>
                  <a:lnTo>
                    <a:pt x="77680" y="86237"/>
                  </a:lnTo>
                  <a:lnTo>
                    <a:pt x="74200" y="82920"/>
                  </a:lnTo>
                  <a:lnTo>
                    <a:pt x="64820" y="73464"/>
                  </a:lnTo>
                  <a:lnTo>
                    <a:pt x="56618" y="65197"/>
                  </a:lnTo>
                  <a:lnTo>
                    <a:pt x="51859" y="60399"/>
                  </a:lnTo>
                  <a:lnTo>
                    <a:pt x="45101" y="53586"/>
                  </a:lnTo>
                  <a:lnTo>
                    <a:pt x="38570" y="47003"/>
                  </a:lnTo>
                  <a:lnTo>
                    <a:pt x="0" y="8121"/>
                  </a:lnTo>
                  <a:lnTo>
                    <a:pt x="6258" y="0"/>
                  </a:lnTo>
                  <a:lnTo>
                    <a:pt x="21345" y="7230"/>
                  </a:lnTo>
                  <a:lnTo>
                    <a:pt x="28784" y="10795"/>
                  </a:lnTo>
                  <a:lnTo>
                    <a:pt x="33523" y="13066"/>
                  </a:lnTo>
                  <a:lnTo>
                    <a:pt x="151542" y="69627"/>
                  </a:lnTo>
                  <a:lnTo>
                    <a:pt x="160435" y="73889"/>
                  </a:lnTo>
                  <a:lnTo>
                    <a:pt x="154057" y="83427"/>
                  </a:lnTo>
                  <a:lnTo>
                    <a:pt x="146622" y="94546"/>
                  </a:lnTo>
                  <a:lnTo>
                    <a:pt x="141979" y="101489"/>
                  </a:lnTo>
                  <a:lnTo>
                    <a:pt x="133435" y="114266"/>
                  </a:lnTo>
                  <a:lnTo>
                    <a:pt x="126503" y="1246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g789"/>
            <p:cNvSpPr/>
            <p:nvPr/>
          </p:nvSpPr>
          <p:spPr>
            <a:xfrm>
              <a:off x="2198672" y="2123821"/>
              <a:ext cx="89834" cy="81707"/>
            </a:xfrm>
            <a:custGeom>
              <a:avLst/>
              <a:pathLst>
                <a:path w="89834" h="81707">
                  <a:moveTo>
                    <a:pt x="0" y="6530"/>
                  </a:moveTo>
                  <a:lnTo>
                    <a:pt x="3257" y="4770"/>
                  </a:lnTo>
                  <a:lnTo>
                    <a:pt x="12089" y="0"/>
                  </a:lnTo>
                  <a:lnTo>
                    <a:pt x="42211" y="27191"/>
                  </a:lnTo>
                  <a:lnTo>
                    <a:pt x="48992" y="32476"/>
                  </a:lnTo>
                  <a:lnTo>
                    <a:pt x="89834" y="64301"/>
                  </a:lnTo>
                  <a:lnTo>
                    <a:pt x="85832" y="69604"/>
                  </a:lnTo>
                  <a:lnTo>
                    <a:pt x="76700" y="81707"/>
                  </a:lnTo>
                  <a:lnTo>
                    <a:pt x="71983" y="77961"/>
                  </a:lnTo>
                  <a:lnTo>
                    <a:pt x="66542" y="73640"/>
                  </a:lnTo>
                  <a:lnTo>
                    <a:pt x="55919" y="65204"/>
                  </a:lnTo>
                  <a:lnTo>
                    <a:pt x="51938" y="62043"/>
                  </a:lnTo>
                  <a:lnTo>
                    <a:pt x="44387" y="56046"/>
                  </a:lnTo>
                  <a:lnTo>
                    <a:pt x="38501" y="51372"/>
                  </a:lnTo>
                  <a:lnTo>
                    <a:pt x="31949" y="45533"/>
                  </a:lnTo>
                  <a:lnTo>
                    <a:pt x="26036" y="40263"/>
                  </a:lnTo>
                  <a:lnTo>
                    <a:pt x="20763" y="35564"/>
                  </a:lnTo>
                  <a:lnTo>
                    <a:pt x="14283" y="29789"/>
                  </a:lnTo>
                  <a:lnTo>
                    <a:pt x="6541" y="22890"/>
                  </a:lnTo>
                  <a:lnTo>
                    <a:pt x="2827" y="19580"/>
                  </a:lnTo>
                  <a:lnTo>
                    <a:pt x="170" y="172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g790"/>
            <p:cNvSpPr/>
            <p:nvPr/>
          </p:nvSpPr>
          <p:spPr>
            <a:xfrm>
              <a:off x="2179840" y="2145188"/>
              <a:ext cx="93687" cy="88146"/>
            </a:xfrm>
            <a:custGeom>
              <a:avLst/>
              <a:pathLst>
                <a:path w="93687" h="88146">
                  <a:moveTo>
                    <a:pt x="4844" y="17089"/>
                  </a:moveTo>
                  <a:lnTo>
                    <a:pt x="7675" y="13220"/>
                  </a:lnTo>
                  <a:lnTo>
                    <a:pt x="10918" y="8790"/>
                  </a:lnTo>
                  <a:lnTo>
                    <a:pt x="17350" y="0"/>
                  </a:lnTo>
                  <a:lnTo>
                    <a:pt x="47949" y="28872"/>
                  </a:lnTo>
                  <a:lnTo>
                    <a:pt x="58238" y="38580"/>
                  </a:lnTo>
                  <a:lnTo>
                    <a:pt x="93687" y="67114"/>
                  </a:lnTo>
                  <a:lnTo>
                    <a:pt x="89317" y="73668"/>
                  </a:lnTo>
                  <a:lnTo>
                    <a:pt x="79664" y="88146"/>
                  </a:lnTo>
                  <a:lnTo>
                    <a:pt x="75268" y="85199"/>
                  </a:lnTo>
                  <a:lnTo>
                    <a:pt x="60011" y="74974"/>
                  </a:lnTo>
                  <a:lnTo>
                    <a:pt x="59876" y="74884"/>
                  </a:lnTo>
                  <a:lnTo>
                    <a:pt x="55478" y="71126"/>
                  </a:lnTo>
                  <a:lnTo>
                    <a:pt x="51093" y="67378"/>
                  </a:lnTo>
                  <a:lnTo>
                    <a:pt x="44884" y="62071"/>
                  </a:lnTo>
                  <a:lnTo>
                    <a:pt x="40952" y="58711"/>
                  </a:lnTo>
                  <a:lnTo>
                    <a:pt x="37609" y="55853"/>
                  </a:lnTo>
                  <a:lnTo>
                    <a:pt x="30976" y="50184"/>
                  </a:lnTo>
                  <a:lnTo>
                    <a:pt x="23344" y="43661"/>
                  </a:lnTo>
                  <a:lnTo>
                    <a:pt x="19489" y="40366"/>
                  </a:lnTo>
                  <a:lnTo>
                    <a:pt x="14588" y="36178"/>
                  </a:lnTo>
                  <a:lnTo>
                    <a:pt x="8360" y="30855"/>
                  </a:lnTo>
                  <a:lnTo>
                    <a:pt x="0" y="237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g791"/>
            <p:cNvSpPr/>
            <p:nvPr/>
          </p:nvSpPr>
          <p:spPr>
            <a:xfrm>
              <a:off x="2090519" y="2177594"/>
              <a:ext cx="257460" cy="140257"/>
            </a:xfrm>
            <a:custGeom>
              <a:avLst/>
              <a:pathLst>
                <a:path w="257460" h="140257">
                  <a:moveTo>
                    <a:pt x="84607" y="67860"/>
                  </a:moveTo>
                  <a:lnTo>
                    <a:pt x="81045" y="73357"/>
                  </a:lnTo>
                  <a:lnTo>
                    <a:pt x="75883" y="81323"/>
                  </a:lnTo>
                  <a:lnTo>
                    <a:pt x="70051" y="90322"/>
                  </a:lnTo>
                  <a:lnTo>
                    <a:pt x="67294" y="94576"/>
                  </a:lnTo>
                  <a:lnTo>
                    <a:pt x="62677" y="101700"/>
                  </a:lnTo>
                  <a:lnTo>
                    <a:pt x="56999" y="110462"/>
                  </a:lnTo>
                  <a:lnTo>
                    <a:pt x="54363" y="114529"/>
                  </a:lnTo>
                  <a:lnTo>
                    <a:pt x="49759" y="121635"/>
                  </a:lnTo>
                  <a:lnTo>
                    <a:pt x="37691" y="140257"/>
                  </a:lnTo>
                  <a:lnTo>
                    <a:pt x="33192" y="136840"/>
                  </a:lnTo>
                  <a:lnTo>
                    <a:pt x="27015" y="132149"/>
                  </a:lnTo>
                  <a:lnTo>
                    <a:pt x="19744" y="126627"/>
                  </a:lnTo>
                  <a:lnTo>
                    <a:pt x="13169" y="121634"/>
                  </a:lnTo>
                  <a:lnTo>
                    <a:pt x="7982" y="117695"/>
                  </a:lnTo>
                  <a:lnTo>
                    <a:pt x="2629" y="113629"/>
                  </a:lnTo>
                  <a:lnTo>
                    <a:pt x="0" y="111632"/>
                  </a:lnTo>
                  <a:lnTo>
                    <a:pt x="15200" y="87795"/>
                  </a:lnTo>
                  <a:lnTo>
                    <a:pt x="18196" y="83098"/>
                  </a:lnTo>
                  <a:lnTo>
                    <a:pt x="21192" y="78401"/>
                  </a:lnTo>
                  <a:lnTo>
                    <a:pt x="24187" y="73703"/>
                  </a:lnTo>
                  <a:lnTo>
                    <a:pt x="27183" y="69006"/>
                  </a:lnTo>
                  <a:lnTo>
                    <a:pt x="30178" y="64309"/>
                  </a:lnTo>
                  <a:lnTo>
                    <a:pt x="33174" y="59611"/>
                  </a:lnTo>
                  <a:lnTo>
                    <a:pt x="34930" y="56858"/>
                  </a:lnTo>
                  <a:lnTo>
                    <a:pt x="36416" y="55104"/>
                  </a:lnTo>
                  <a:lnTo>
                    <a:pt x="40007" y="50865"/>
                  </a:lnTo>
                  <a:lnTo>
                    <a:pt x="43598" y="46626"/>
                  </a:lnTo>
                  <a:lnTo>
                    <a:pt x="47189" y="42387"/>
                  </a:lnTo>
                  <a:lnTo>
                    <a:pt x="50780" y="38149"/>
                  </a:lnTo>
                  <a:lnTo>
                    <a:pt x="54371" y="33910"/>
                  </a:lnTo>
                  <a:lnTo>
                    <a:pt x="57962" y="29671"/>
                  </a:lnTo>
                  <a:lnTo>
                    <a:pt x="61553" y="25432"/>
                  </a:lnTo>
                  <a:lnTo>
                    <a:pt x="65144" y="21194"/>
                  </a:lnTo>
                  <a:lnTo>
                    <a:pt x="68735" y="16955"/>
                  </a:lnTo>
                  <a:lnTo>
                    <a:pt x="72326" y="12716"/>
                  </a:lnTo>
                  <a:lnTo>
                    <a:pt x="75917" y="8477"/>
                  </a:lnTo>
                  <a:lnTo>
                    <a:pt x="79508" y="4238"/>
                  </a:lnTo>
                  <a:lnTo>
                    <a:pt x="83099" y="0"/>
                  </a:lnTo>
                  <a:lnTo>
                    <a:pt x="106552" y="18053"/>
                  </a:lnTo>
                  <a:lnTo>
                    <a:pt x="112949" y="22978"/>
                  </a:lnTo>
                  <a:lnTo>
                    <a:pt x="119347" y="27903"/>
                  </a:lnTo>
                  <a:lnTo>
                    <a:pt x="125745" y="32828"/>
                  </a:lnTo>
                  <a:lnTo>
                    <a:pt x="132142" y="37753"/>
                  </a:lnTo>
                  <a:lnTo>
                    <a:pt x="138540" y="42678"/>
                  </a:lnTo>
                  <a:lnTo>
                    <a:pt x="144938" y="47602"/>
                  </a:lnTo>
                  <a:lnTo>
                    <a:pt x="151335" y="52527"/>
                  </a:lnTo>
                  <a:lnTo>
                    <a:pt x="157733" y="57452"/>
                  </a:lnTo>
                  <a:lnTo>
                    <a:pt x="164130" y="62377"/>
                  </a:lnTo>
                  <a:lnTo>
                    <a:pt x="170528" y="67302"/>
                  </a:lnTo>
                  <a:lnTo>
                    <a:pt x="176926" y="72227"/>
                  </a:lnTo>
                  <a:lnTo>
                    <a:pt x="183323" y="77152"/>
                  </a:lnTo>
                  <a:lnTo>
                    <a:pt x="189721" y="82077"/>
                  </a:lnTo>
                  <a:lnTo>
                    <a:pt x="196118" y="87001"/>
                  </a:lnTo>
                  <a:lnTo>
                    <a:pt x="201689" y="91290"/>
                  </a:lnTo>
                  <a:lnTo>
                    <a:pt x="209232" y="96390"/>
                  </a:lnTo>
                  <a:lnTo>
                    <a:pt x="215912" y="100907"/>
                  </a:lnTo>
                  <a:lnTo>
                    <a:pt x="222591" y="105424"/>
                  </a:lnTo>
                  <a:lnTo>
                    <a:pt x="229271" y="109941"/>
                  </a:lnTo>
                  <a:lnTo>
                    <a:pt x="235950" y="114458"/>
                  </a:lnTo>
                  <a:lnTo>
                    <a:pt x="242630" y="118975"/>
                  </a:lnTo>
                  <a:lnTo>
                    <a:pt x="257460" y="129004"/>
                  </a:lnTo>
                  <a:lnTo>
                    <a:pt x="255298" y="135836"/>
                  </a:lnTo>
                  <a:lnTo>
                    <a:pt x="218769" y="121632"/>
                  </a:lnTo>
                  <a:lnTo>
                    <a:pt x="205172" y="116345"/>
                  </a:lnTo>
                  <a:lnTo>
                    <a:pt x="194360" y="122574"/>
                  </a:lnTo>
                  <a:lnTo>
                    <a:pt x="189464" y="121399"/>
                  </a:lnTo>
                  <a:lnTo>
                    <a:pt x="181674" y="119530"/>
                  </a:lnTo>
                  <a:lnTo>
                    <a:pt x="173728" y="117624"/>
                  </a:lnTo>
                  <a:lnTo>
                    <a:pt x="164501" y="115410"/>
                  </a:lnTo>
                  <a:lnTo>
                    <a:pt x="158188" y="113895"/>
                  </a:lnTo>
                  <a:lnTo>
                    <a:pt x="153490" y="110693"/>
                  </a:lnTo>
                  <a:lnTo>
                    <a:pt x="148383" y="107214"/>
                  </a:lnTo>
                  <a:lnTo>
                    <a:pt x="142868" y="103455"/>
                  </a:lnTo>
                  <a:lnTo>
                    <a:pt x="141497" y="102521"/>
                  </a:lnTo>
                  <a:lnTo>
                    <a:pt x="136763" y="98438"/>
                  </a:lnTo>
                  <a:lnTo>
                    <a:pt x="131082" y="93539"/>
                  </a:lnTo>
                  <a:lnTo>
                    <a:pt x="126661" y="89726"/>
                  </a:lnTo>
                  <a:lnTo>
                    <a:pt x="120551" y="84632"/>
                  </a:lnTo>
                  <a:lnTo>
                    <a:pt x="114122" y="79273"/>
                  </a:lnTo>
                  <a:lnTo>
                    <a:pt x="105929" y="72443"/>
                  </a:lnTo>
                  <a:lnTo>
                    <a:pt x="101038" y="68366"/>
                  </a:lnTo>
                  <a:lnTo>
                    <a:pt x="95804" y="64003"/>
                  </a:lnTo>
                  <a:lnTo>
                    <a:pt x="86610" y="64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g792"/>
            <p:cNvSpPr/>
            <p:nvPr/>
          </p:nvSpPr>
          <p:spPr>
            <a:xfrm>
              <a:off x="2148320" y="2251370"/>
              <a:ext cx="179707" cy="143170"/>
            </a:xfrm>
            <a:custGeom>
              <a:avLst/>
              <a:pathLst>
                <a:path w="179707" h="143170">
                  <a:moveTo>
                    <a:pt x="5620" y="41353"/>
                  </a:moveTo>
                  <a:lnTo>
                    <a:pt x="11011" y="32708"/>
                  </a:lnTo>
                  <a:lnTo>
                    <a:pt x="15138" y="26088"/>
                  </a:lnTo>
                  <a:lnTo>
                    <a:pt x="19010" y="19878"/>
                  </a:lnTo>
                  <a:lnTo>
                    <a:pt x="23751" y="12274"/>
                  </a:lnTo>
                  <a:lnTo>
                    <a:pt x="27413" y="7052"/>
                  </a:lnTo>
                  <a:lnTo>
                    <a:pt x="32359" y="0"/>
                  </a:lnTo>
                  <a:lnTo>
                    <a:pt x="39320" y="0"/>
                  </a:lnTo>
                  <a:lnTo>
                    <a:pt x="48035" y="6697"/>
                  </a:lnTo>
                  <a:lnTo>
                    <a:pt x="50899" y="9426"/>
                  </a:lnTo>
                  <a:lnTo>
                    <a:pt x="59671" y="17784"/>
                  </a:lnTo>
                  <a:lnTo>
                    <a:pt x="66841" y="24615"/>
                  </a:lnTo>
                  <a:lnTo>
                    <a:pt x="73842" y="29332"/>
                  </a:lnTo>
                  <a:lnTo>
                    <a:pt x="78811" y="32681"/>
                  </a:lnTo>
                  <a:lnTo>
                    <a:pt x="84661" y="36623"/>
                  </a:lnTo>
                  <a:lnTo>
                    <a:pt x="91844" y="41464"/>
                  </a:lnTo>
                  <a:lnTo>
                    <a:pt x="100221" y="47108"/>
                  </a:lnTo>
                  <a:lnTo>
                    <a:pt x="104602" y="48322"/>
                  </a:lnTo>
                  <a:lnTo>
                    <a:pt x="110711" y="50013"/>
                  </a:lnTo>
                  <a:lnTo>
                    <a:pt x="116350" y="51574"/>
                  </a:lnTo>
                  <a:lnTo>
                    <a:pt x="123249" y="53484"/>
                  </a:lnTo>
                  <a:lnTo>
                    <a:pt x="130622" y="55526"/>
                  </a:lnTo>
                  <a:lnTo>
                    <a:pt x="134495" y="56598"/>
                  </a:lnTo>
                  <a:lnTo>
                    <a:pt x="135990" y="62116"/>
                  </a:lnTo>
                  <a:lnTo>
                    <a:pt x="137444" y="67482"/>
                  </a:lnTo>
                  <a:lnTo>
                    <a:pt x="141589" y="69404"/>
                  </a:lnTo>
                  <a:lnTo>
                    <a:pt x="150061" y="73331"/>
                  </a:lnTo>
                  <a:lnTo>
                    <a:pt x="156982" y="76540"/>
                  </a:lnTo>
                  <a:lnTo>
                    <a:pt x="167261" y="81305"/>
                  </a:lnTo>
                  <a:lnTo>
                    <a:pt x="179707" y="87074"/>
                  </a:lnTo>
                  <a:lnTo>
                    <a:pt x="174032" y="96462"/>
                  </a:lnTo>
                  <a:lnTo>
                    <a:pt x="166863" y="108322"/>
                  </a:lnTo>
                  <a:lnTo>
                    <a:pt x="160679" y="118553"/>
                  </a:lnTo>
                  <a:lnTo>
                    <a:pt x="154508" y="128761"/>
                  </a:lnTo>
                  <a:lnTo>
                    <a:pt x="149824" y="136510"/>
                  </a:lnTo>
                  <a:lnTo>
                    <a:pt x="145798" y="143170"/>
                  </a:lnTo>
                  <a:lnTo>
                    <a:pt x="124674" y="131629"/>
                  </a:lnTo>
                  <a:lnTo>
                    <a:pt x="115708" y="126730"/>
                  </a:lnTo>
                  <a:lnTo>
                    <a:pt x="107794" y="122406"/>
                  </a:lnTo>
                  <a:lnTo>
                    <a:pt x="98547" y="116701"/>
                  </a:lnTo>
                  <a:lnTo>
                    <a:pt x="90746" y="111889"/>
                  </a:lnTo>
                  <a:lnTo>
                    <a:pt x="83483" y="107407"/>
                  </a:lnTo>
                  <a:lnTo>
                    <a:pt x="75509" y="102488"/>
                  </a:lnTo>
                  <a:lnTo>
                    <a:pt x="67453" y="97517"/>
                  </a:lnTo>
                  <a:lnTo>
                    <a:pt x="60280" y="93092"/>
                  </a:lnTo>
                  <a:lnTo>
                    <a:pt x="52741" y="88440"/>
                  </a:lnTo>
                  <a:lnTo>
                    <a:pt x="47247" y="85051"/>
                  </a:lnTo>
                  <a:lnTo>
                    <a:pt x="41940" y="81155"/>
                  </a:lnTo>
                  <a:lnTo>
                    <a:pt x="35172" y="76187"/>
                  </a:lnTo>
                  <a:lnTo>
                    <a:pt x="30217" y="72550"/>
                  </a:lnTo>
                  <a:lnTo>
                    <a:pt x="25636" y="69187"/>
                  </a:lnTo>
                  <a:lnTo>
                    <a:pt x="18297" y="63799"/>
                  </a:lnTo>
                  <a:lnTo>
                    <a:pt x="12429" y="59492"/>
                  </a:lnTo>
                  <a:lnTo>
                    <a:pt x="4375" y="53580"/>
                  </a:lnTo>
                  <a:lnTo>
                    <a:pt x="0" y="503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g793"/>
            <p:cNvSpPr/>
            <p:nvPr/>
          </p:nvSpPr>
          <p:spPr>
            <a:xfrm>
              <a:off x="2039067" y="2295131"/>
              <a:ext cx="82015" cy="98538"/>
            </a:xfrm>
            <a:custGeom>
              <a:avLst/>
              <a:pathLst>
                <a:path w="82015" h="98538">
                  <a:moveTo>
                    <a:pt x="1879" y="64863"/>
                  </a:moveTo>
                  <a:lnTo>
                    <a:pt x="4407" y="60863"/>
                  </a:lnTo>
                  <a:lnTo>
                    <a:pt x="7678" y="55689"/>
                  </a:lnTo>
                  <a:lnTo>
                    <a:pt x="11554" y="49555"/>
                  </a:lnTo>
                  <a:lnTo>
                    <a:pt x="16485" y="41753"/>
                  </a:lnTo>
                  <a:lnTo>
                    <a:pt x="20119" y="36004"/>
                  </a:lnTo>
                  <a:lnTo>
                    <a:pt x="23130" y="31240"/>
                  </a:lnTo>
                  <a:lnTo>
                    <a:pt x="26379" y="26099"/>
                  </a:lnTo>
                  <a:lnTo>
                    <a:pt x="29634" y="20950"/>
                  </a:lnTo>
                  <a:lnTo>
                    <a:pt x="34148" y="13808"/>
                  </a:lnTo>
                  <a:lnTo>
                    <a:pt x="36946" y="9381"/>
                  </a:lnTo>
                  <a:lnTo>
                    <a:pt x="40225" y="4193"/>
                  </a:lnTo>
                  <a:lnTo>
                    <a:pt x="42875" y="0"/>
                  </a:lnTo>
                  <a:lnTo>
                    <a:pt x="53846" y="8635"/>
                  </a:lnTo>
                  <a:lnTo>
                    <a:pt x="69300" y="20799"/>
                  </a:lnTo>
                  <a:lnTo>
                    <a:pt x="74277" y="24716"/>
                  </a:lnTo>
                  <a:lnTo>
                    <a:pt x="82015" y="30807"/>
                  </a:lnTo>
                  <a:lnTo>
                    <a:pt x="70239" y="51866"/>
                  </a:lnTo>
                  <a:lnTo>
                    <a:pt x="66443" y="58654"/>
                  </a:lnTo>
                  <a:lnTo>
                    <a:pt x="64077" y="62885"/>
                  </a:lnTo>
                  <a:lnTo>
                    <a:pt x="57544" y="74568"/>
                  </a:lnTo>
                  <a:lnTo>
                    <a:pt x="53554" y="81704"/>
                  </a:lnTo>
                  <a:lnTo>
                    <a:pt x="49756" y="88494"/>
                  </a:lnTo>
                  <a:lnTo>
                    <a:pt x="47567" y="92410"/>
                  </a:lnTo>
                  <a:lnTo>
                    <a:pt x="47174" y="93113"/>
                  </a:lnTo>
                  <a:lnTo>
                    <a:pt x="41213" y="96159"/>
                  </a:lnTo>
                  <a:lnTo>
                    <a:pt x="36559" y="98538"/>
                  </a:lnTo>
                  <a:lnTo>
                    <a:pt x="24262" y="88212"/>
                  </a:lnTo>
                  <a:lnTo>
                    <a:pt x="15778" y="81087"/>
                  </a:lnTo>
                  <a:lnTo>
                    <a:pt x="0" y="678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g794"/>
            <p:cNvSpPr/>
            <p:nvPr/>
          </p:nvSpPr>
          <p:spPr>
            <a:xfrm>
              <a:off x="2082900" y="2317496"/>
              <a:ext cx="105038" cy="121787"/>
            </a:xfrm>
            <a:custGeom>
              <a:avLst/>
              <a:pathLst>
                <a:path w="105038" h="121787">
                  <a:moveTo>
                    <a:pt x="34671" y="117715"/>
                  </a:moveTo>
                  <a:lnTo>
                    <a:pt x="29509" y="114222"/>
                  </a:lnTo>
                  <a:lnTo>
                    <a:pt x="24677" y="110953"/>
                  </a:lnTo>
                  <a:lnTo>
                    <a:pt x="16845" y="105655"/>
                  </a:lnTo>
                  <a:lnTo>
                    <a:pt x="10989" y="101693"/>
                  </a:lnTo>
                  <a:lnTo>
                    <a:pt x="5041" y="97669"/>
                  </a:lnTo>
                  <a:lnTo>
                    <a:pt x="0" y="94258"/>
                  </a:lnTo>
                  <a:lnTo>
                    <a:pt x="11744" y="76026"/>
                  </a:lnTo>
                  <a:lnTo>
                    <a:pt x="14791" y="71294"/>
                  </a:lnTo>
                  <a:lnTo>
                    <a:pt x="17839" y="66563"/>
                  </a:lnTo>
                  <a:lnTo>
                    <a:pt x="20886" y="61832"/>
                  </a:lnTo>
                  <a:lnTo>
                    <a:pt x="23934" y="57101"/>
                  </a:lnTo>
                  <a:lnTo>
                    <a:pt x="26981" y="52369"/>
                  </a:lnTo>
                  <a:lnTo>
                    <a:pt x="30029" y="47638"/>
                  </a:lnTo>
                  <a:lnTo>
                    <a:pt x="33076" y="42907"/>
                  </a:lnTo>
                  <a:lnTo>
                    <a:pt x="36124" y="38176"/>
                  </a:lnTo>
                  <a:lnTo>
                    <a:pt x="39172" y="33444"/>
                  </a:lnTo>
                  <a:lnTo>
                    <a:pt x="42219" y="28713"/>
                  </a:lnTo>
                  <a:lnTo>
                    <a:pt x="45267" y="23982"/>
                  </a:lnTo>
                  <a:lnTo>
                    <a:pt x="48314" y="19251"/>
                  </a:lnTo>
                  <a:lnTo>
                    <a:pt x="51362" y="14520"/>
                  </a:lnTo>
                  <a:lnTo>
                    <a:pt x="54409" y="9788"/>
                  </a:lnTo>
                  <a:lnTo>
                    <a:pt x="57457" y="5057"/>
                  </a:lnTo>
                  <a:lnTo>
                    <a:pt x="60504" y="326"/>
                  </a:lnTo>
                  <a:lnTo>
                    <a:pt x="67829" y="0"/>
                  </a:lnTo>
                  <a:lnTo>
                    <a:pt x="91191" y="15920"/>
                  </a:lnTo>
                  <a:lnTo>
                    <a:pt x="105038" y="25356"/>
                  </a:lnTo>
                  <a:lnTo>
                    <a:pt x="101841" y="30147"/>
                  </a:lnTo>
                  <a:lnTo>
                    <a:pt x="98644" y="34938"/>
                  </a:lnTo>
                  <a:lnTo>
                    <a:pt x="95447" y="39729"/>
                  </a:lnTo>
                  <a:lnTo>
                    <a:pt x="92250" y="44521"/>
                  </a:lnTo>
                  <a:lnTo>
                    <a:pt x="89053" y="49312"/>
                  </a:lnTo>
                  <a:lnTo>
                    <a:pt x="85856" y="54103"/>
                  </a:lnTo>
                  <a:lnTo>
                    <a:pt x="82659" y="58894"/>
                  </a:lnTo>
                  <a:lnTo>
                    <a:pt x="79462" y="63685"/>
                  </a:lnTo>
                  <a:lnTo>
                    <a:pt x="76265" y="68476"/>
                  </a:lnTo>
                  <a:lnTo>
                    <a:pt x="73068" y="73267"/>
                  </a:lnTo>
                  <a:lnTo>
                    <a:pt x="69871" y="78058"/>
                  </a:lnTo>
                  <a:lnTo>
                    <a:pt x="66673" y="82849"/>
                  </a:lnTo>
                  <a:lnTo>
                    <a:pt x="63476" y="87640"/>
                  </a:lnTo>
                  <a:lnTo>
                    <a:pt x="60279" y="92431"/>
                  </a:lnTo>
                  <a:lnTo>
                    <a:pt x="57082" y="97222"/>
                  </a:lnTo>
                  <a:lnTo>
                    <a:pt x="40690" y="12178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g795"/>
            <p:cNvSpPr/>
            <p:nvPr/>
          </p:nvSpPr>
          <p:spPr>
            <a:xfrm>
              <a:off x="2132714" y="2347755"/>
              <a:ext cx="103392" cy="124930"/>
            </a:xfrm>
            <a:custGeom>
              <a:avLst/>
              <a:pathLst>
                <a:path w="103392" h="124930">
                  <a:moveTo>
                    <a:pt x="12991" y="76243"/>
                  </a:moveTo>
                  <a:lnTo>
                    <a:pt x="16150" y="71326"/>
                  </a:lnTo>
                  <a:lnTo>
                    <a:pt x="19309" y="66409"/>
                  </a:lnTo>
                  <a:lnTo>
                    <a:pt x="22468" y="61493"/>
                  </a:lnTo>
                  <a:lnTo>
                    <a:pt x="25627" y="56576"/>
                  </a:lnTo>
                  <a:lnTo>
                    <a:pt x="28786" y="51659"/>
                  </a:lnTo>
                  <a:lnTo>
                    <a:pt x="31946" y="46742"/>
                  </a:lnTo>
                  <a:lnTo>
                    <a:pt x="35105" y="41825"/>
                  </a:lnTo>
                  <a:lnTo>
                    <a:pt x="38264" y="36908"/>
                  </a:lnTo>
                  <a:lnTo>
                    <a:pt x="41423" y="31991"/>
                  </a:lnTo>
                  <a:lnTo>
                    <a:pt x="44582" y="27074"/>
                  </a:lnTo>
                  <a:lnTo>
                    <a:pt x="47741" y="22157"/>
                  </a:lnTo>
                  <a:lnTo>
                    <a:pt x="50900" y="17240"/>
                  </a:lnTo>
                  <a:lnTo>
                    <a:pt x="61978" y="0"/>
                  </a:lnTo>
                  <a:lnTo>
                    <a:pt x="67135" y="3415"/>
                  </a:lnTo>
                  <a:lnTo>
                    <a:pt x="74590" y="8352"/>
                  </a:lnTo>
                  <a:lnTo>
                    <a:pt x="81383" y="12851"/>
                  </a:lnTo>
                  <a:lnTo>
                    <a:pt x="89218" y="18041"/>
                  </a:lnTo>
                  <a:lnTo>
                    <a:pt x="96352" y="22765"/>
                  </a:lnTo>
                  <a:lnTo>
                    <a:pt x="103392" y="27427"/>
                  </a:lnTo>
                  <a:lnTo>
                    <a:pt x="95917" y="39746"/>
                  </a:lnTo>
                  <a:lnTo>
                    <a:pt x="93470" y="43779"/>
                  </a:lnTo>
                  <a:lnTo>
                    <a:pt x="91023" y="47812"/>
                  </a:lnTo>
                  <a:lnTo>
                    <a:pt x="88576" y="51845"/>
                  </a:lnTo>
                  <a:lnTo>
                    <a:pt x="86129" y="55878"/>
                  </a:lnTo>
                  <a:lnTo>
                    <a:pt x="83681" y="59911"/>
                  </a:lnTo>
                  <a:lnTo>
                    <a:pt x="81234" y="63944"/>
                  </a:lnTo>
                  <a:lnTo>
                    <a:pt x="78787" y="67977"/>
                  </a:lnTo>
                  <a:lnTo>
                    <a:pt x="76340" y="72009"/>
                  </a:lnTo>
                  <a:lnTo>
                    <a:pt x="73893" y="76042"/>
                  </a:lnTo>
                  <a:lnTo>
                    <a:pt x="71446" y="80075"/>
                  </a:lnTo>
                  <a:lnTo>
                    <a:pt x="68883" y="84300"/>
                  </a:lnTo>
                  <a:lnTo>
                    <a:pt x="66552" y="88141"/>
                  </a:lnTo>
                  <a:lnTo>
                    <a:pt x="64105" y="92174"/>
                  </a:lnTo>
                  <a:lnTo>
                    <a:pt x="61658" y="96207"/>
                  </a:lnTo>
                  <a:lnTo>
                    <a:pt x="59211" y="100240"/>
                  </a:lnTo>
                  <a:lnTo>
                    <a:pt x="56764" y="104273"/>
                  </a:lnTo>
                  <a:lnTo>
                    <a:pt x="54317" y="108306"/>
                  </a:lnTo>
                  <a:lnTo>
                    <a:pt x="44229" y="124930"/>
                  </a:lnTo>
                  <a:lnTo>
                    <a:pt x="38744" y="121400"/>
                  </a:lnTo>
                  <a:lnTo>
                    <a:pt x="33955" y="118318"/>
                  </a:lnTo>
                  <a:lnTo>
                    <a:pt x="22329" y="110835"/>
                  </a:lnTo>
                  <a:lnTo>
                    <a:pt x="8946" y="102222"/>
                  </a:lnTo>
                  <a:lnTo>
                    <a:pt x="0" y="9646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g796"/>
            <p:cNvSpPr/>
            <p:nvPr/>
          </p:nvSpPr>
          <p:spPr>
            <a:xfrm>
              <a:off x="2235500" y="2378599"/>
              <a:ext cx="108057" cy="93036"/>
            </a:xfrm>
            <a:custGeom>
              <a:avLst/>
              <a:pathLst>
                <a:path w="108057" h="93036">
                  <a:moveTo>
                    <a:pt x="93557" y="89267"/>
                  </a:moveTo>
                  <a:lnTo>
                    <a:pt x="87535" y="85108"/>
                  </a:lnTo>
                  <a:lnTo>
                    <a:pt x="78951" y="79180"/>
                  </a:lnTo>
                  <a:lnTo>
                    <a:pt x="73698" y="75552"/>
                  </a:lnTo>
                  <a:lnTo>
                    <a:pt x="66628" y="70670"/>
                  </a:lnTo>
                  <a:lnTo>
                    <a:pt x="60243" y="66260"/>
                  </a:lnTo>
                  <a:lnTo>
                    <a:pt x="53545" y="61635"/>
                  </a:lnTo>
                  <a:lnTo>
                    <a:pt x="47348" y="57355"/>
                  </a:lnTo>
                  <a:lnTo>
                    <a:pt x="40045" y="52312"/>
                  </a:lnTo>
                  <a:lnTo>
                    <a:pt x="35230" y="48987"/>
                  </a:lnTo>
                  <a:lnTo>
                    <a:pt x="29560" y="45071"/>
                  </a:lnTo>
                  <a:lnTo>
                    <a:pt x="25576" y="42320"/>
                  </a:lnTo>
                  <a:lnTo>
                    <a:pt x="19378" y="38040"/>
                  </a:lnTo>
                  <a:lnTo>
                    <a:pt x="13145" y="33735"/>
                  </a:lnTo>
                  <a:lnTo>
                    <a:pt x="6443" y="29107"/>
                  </a:lnTo>
                  <a:lnTo>
                    <a:pt x="0" y="24658"/>
                  </a:lnTo>
                  <a:lnTo>
                    <a:pt x="3396" y="19854"/>
                  </a:lnTo>
                  <a:lnTo>
                    <a:pt x="5961" y="16227"/>
                  </a:lnTo>
                  <a:lnTo>
                    <a:pt x="11239" y="8763"/>
                  </a:lnTo>
                  <a:lnTo>
                    <a:pt x="17436" y="0"/>
                  </a:lnTo>
                  <a:lnTo>
                    <a:pt x="30213" y="7032"/>
                  </a:lnTo>
                  <a:lnTo>
                    <a:pt x="68646" y="30644"/>
                  </a:lnTo>
                  <a:lnTo>
                    <a:pt x="108057" y="54857"/>
                  </a:lnTo>
                  <a:lnTo>
                    <a:pt x="107660" y="63239"/>
                  </a:lnTo>
                  <a:lnTo>
                    <a:pt x="107187" y="73223"/>
                  </a:lnTo>
                  <a:lnTo>
                    <a:pt x="106877" y="79773"/>
                  </a:lnTo>
                  <a:lnTo>
                    <a:pt x="99014" y="930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g797"/>
            <p:cNvSpPr/>
            <p:nvPr/>
          </p:nvSpPr>
          <p:spPr>
            <a:xfrm>
              <a:off x="2181774" y="2414206"/>
              <a:ext cx="83644" cy="91538"/>
            </a:xfrm>
            <a:custGeom>
              <a:avLst/>
              <a:pathLst>
                <a:path w="83644" h="91538">
                  <a:moveTo>
                    <a:pt x="8357" y="51795"/>
                  </a:moveTo>
                  <a:lnTo>
                    <a:pt x="12083" y="46251"/>
                  </a:lnTo>
                  <a:lnTo>
                    <a:pt x="15810" y="40707"/>
                  </a:lnTo>
                  <a:lnTo>
                    <a:pt x="19536" y="35162"/>
                  </a:lnTo>
                  <a:lnTo>
                    <a:pt x="23262" y="29618"/>
                  </a:lnTo>
                  <a:lnTo>
                    <a:pt x="26989" y="24074"/>
                  </a:lnTo>
                  <a:lnTo>
                    <a:pt x="30715" y="18529"/>
                  </a:lnTo>
                  <a:lnTo>
                    <a:pt x="34442" y="12985"/>
                  </a:lnTo>
                  <a:lnTo>
                    <a:pt x="43169" y="0"/>
                  </a:lnTo>
                  <a:lnTo>
                    <a:pt x="48977" y="4109"/>
                  </a:lnTo>
                  <a:lnTo>
                    <a:pt x="62163" y="13441"/>
                  </a:lnTo>
                  <a:lnTo>
                    <a:pt x="72798" y="20968"/>
                  </a:lnTo>
                  <a:lnTo>
                    <a:pt x="83644" y="28643"/>
                  </a:lnTo>
                  <a:lnTo>
                    <a:pt x="80063" y="34206"/>
                  </a:lnTo>
                  <a:lnTo>
                    <a:pt x="77036" y="38906"/>
                  </a:lnTo>
                  <a:lnTo>
                    <a:pt x="74602" y="42687"/>
                  </a:lnTo>
                  <a:lnTo>
                    <a:pt x="72559" y="45860"/>
                  </a:lnTo>
                  <a:lnTo>
                    <a:pt x="69516" y="50586"/>
                  </a:lnTo>
                  <a:lnTo>
                    <a:pt x="63314" y="60220"/>
                  </a:lnTo>
                  <a:lnTo>
                    <a:pt x="60416" y="64720"/>
                  </a:lnTo>
                  <a:lnTo>
                    <a:pt x="55191" y="72836"/>
                  </a:lnTo>
                  <a:lnTo>
                    <a:pt x="43150" y="91538"/>
                  </a:lnTo>
                  <a:lnTo>
                    <a:pt x="37161" y="87748"/>
                  </a:lnTo>
                  <a:lnTo>
                    <a:pt x="30069" y="83260"/>
                  </a:lnTo>
                  <a:lnTo>
                    <a:pt x="22491" y="78464"/>
                  </a:lnTo>
                  <a:lnTo>
                    <a:pt x="16760" y="74837"/>
                  </a:lnTo>
                  <a:lnTo>
                    <a:pt x="10934" y="71150"/>
                  </a:lnTo>
                  <a:lnTo>
                    <a:pt x="4127" y="66842"/>
                  </a:lnTo>
                  <a:lnTo>
                    <a:pt x="0" y="642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g798"/>
            <p:cNvSpPr/>
            <p:nvPr/>
          </p:nvSpPr>
          <p:spPr>
            <a:xfrm>
              <a:off x="2233059" y="2446061"/>
              <a:ext cx="86220" cy="94446"/>
            </a:xfrm>
            <a:custGeom>
              <a:avLst/>
              <a:pathLst>
                <a:path w="86220" h="94446">
                  <a:moveTo>
                    <a:pt x="3321" y="60672"/>
                  </a:moveTo>
                  <a:lnTo>
                    <a:pt x="6642" y="55616"/>
                  </a:lnTo>
                  <a:lnTo>
                    <a:pt x="9963" y="50560"/>
                  </a:lnTo>
                  <a:lnTo>
                    <a:pt x="13284" y="45504"/>
                  </a:lnTo>
                  <a:lnTo>
                    <a:pt x="16605" y="40448"/>
                  </a:lnTo>
                  <a:lnTo>
                    <a:pt x="19926" y="35392"/>
                  </a:lnTo>
                  <a:lnTo>
                    <a:pt x="23247" y="30336"/>
                  </a:lnTo>
                  <a:lnTo>
                    <a:pt x="26568" y="25280"/>
                  </a:lnTo>
                  <a:lnTo>
                    <a:pt x="29889" y="20224"/>
                  </a:lnTo>
                  <a:lnTo>
                    <a:pt x="33210" y="15168"/>
                  </a:lnTo>
                  <a:lnTo>
                    <a:pt x="36531" y="10112"/>
                  </a:lnTo>
                  <a:lnTo>
                    <a:pt x="39852" y="5055"/>
                  </a:lnTo>
                  <a:lnTo>
                    <a:pt x="43173" y="0"/>
                  </a:lnTo>
                  <a:lnTo>
                    <a:pt x="59741" y="11292"/>
                  </a:lnTo>
                  <a:lnTo>
                    <a:pt x="73541" y="20699"/>
                  </a:lnTo>
                  <a:lnTo>
                    <a:pt x="86220" y="29341"/>
                  </a:lnTo>
                  <a:lnTo>
                    <a:pt x="78298" y="41108"/>
                  </a:lnTo>
                  <a:lnTo>
                    <a:pt x="75244" y="45644"/>
                  </a:lnTo>
                  <a:lnTo>
                    <a:pt x="72190" y="50180"/>
                  </a:lnTo>
                  <a:lnTo>
                    <a:pt x="69136" y="54715"/>
                  </a:lnTo>
                  <a:lnTo>
                    <a:pt x="66082" y="59251"/>
                  </a:lnTo>
                  <a:lnTo>
                    <a:pt x="63028" y="63787"/>
                  </a:lnTo>
                  <a:lnTo>
                    <a:pt x="59973" y="68323"/>
                  </a:lnTo>
                  <a:lnTo>
                    <a:pt x="56919" y="72859"/>
                  </a:lnTo>
                  <a:lnTo>
                    <a:pt x="53865" y="77395"/>
                  </a:lnTo>
                  <a:lnTo>
                    <a:pt x="42384" y="94446"/>
                  </a:lnTo>
                  <a:lnTo>
                    <a:pt x="36621" y="90541"/>
                  </a:lnTo>
                  <a:lnTo>
                    <a:pt x="27142" y="84119"/>
                  </a:lnTo>
                  <a:lnTo>
                    <a:pt x="20881" y="79876"/>
                  </a:lnTo>
                  <a:lnTo>
                    <a:pt x="15534" y="76254"/>
                  </a:lnTo>
                  <a:lnTo>
                    <a:pt x="0" y="65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g799"/>
            <p:cNvSpPr/>
            <p:nvPr/>
          </p:nvSpPr>
          <p:spPr>
            <a:xfrm>
              <a:off x="2265076" y="2205605"/>
              <a:ext cx="83871" cy="89241"/>
            </a:xfrm>
            <a:custGeom>
              <a:avLst/>
              <a:pathLst>
                <a:path w="83871" h="89241">
                  <a:moveTo>
                    <a:pt x="83871" y="77854"/>
                  </a:moveTo>
                  <a:lnTo>
                    <a:pt x="81577" y="89241"/>
                  </a:lnTo>
                  <a:lnTo>
                    <a:pt x="67766" y="80335"/>
                  </a:lnTo>
                  <a:lnTo>
                    <a:pt x="53632" y="71220"/>
                  </a:lnTo>
                  <a:lnTo>
                    <a:pt x="38946" y="61749"/>
                  </a:lnTo>
                  <a:lnTo>
                    <a:pt x="32762" y="57761"/>
                  </a:lnTo>
                  <a:lnTo>
                    <a:pt x="26994" y="53516"/>
                  </a:lnTo>
                  <a:lnTo>
                    <a:pt x="20094" y="48438"/>
                  </a:lnTo>
                  <a:lnTo>
                    <a:pt x="12814" y="43080"/>
                  </a:lnTo>
                  <a:lnTo>
                    <a:pt x="4788" y="37173"/>
                  </a:lnTo>
                  <a:lnTo>
                    <a:pt x="0" y="33648"/>
                  </a:lnTo>
                  <a:lnTo>
                    <a:pt x="6842" y="22836"/>
                  </a:lnTo>
                  <a:lnTo>
                    <a:pt x="21293" y="0"/>
                  </a:lnTo>
                  <a:lnTo>
                    <a:pt x="27592" y="8210"/>
                  </a:lnTo>
                  <a:lnTo>
                    <a:pt x="41162" y="25901"/>
                  </a:lnTo>
                  <a:lnTo>
                    <a:pt x="43668" y="29167"/>
                  </a:lnTo>
                  <a:lnTo>
                    <a:pt x="56873" y="49498"/>
                  </a:lnTo>
                  <a:lnTo>
                    <a:pt x="76503" y="60774"/>
                  </a:lnTo>
                  <a:lnTo>
                    <a:pt x="83543" y="6948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g800"/>
            <p:cNvSpPr/>
            <p:nvPr/>
          </p:nvSpPr>
          <p:spPr>
            <a:xfrm>
              <a:off x="2283148" y="1973274"/>
              <a:ext cx="110736" cy="59445"/>
            </a:xfrm>
            <a:custGeom>
              <a:avLst/>
              <a:pathLst>
                <a:path w="110736" h="59445">
                  <a:moveTo>
                    <a:pt x="89110" y="59296"/>
                  </a:moveTo>
                  <a:lnTo>
                    <a:pt x="82571" y="59092"/>
                  </a:lnTo>
                  <a:lnTo>
                    <a:pt x="75923" y="58884"/>
                  </a:lnTo>
                  <a:lnTo>
                    <a:pt x="67632" y="58625"/>
                  </a:lnTo>
                  <a:lnTo>
                    <a:pt x="58134" y="58328"/>
                  </a:lnTo>
                  <a:lnTo>
                    <a:pt x="54018" y="58200"/>
                  </a:lnTo>
                  <a:lnTo>
                    <a:pt x="50500" y="58090"/>
                  </a:lnTo>
                  <a:lnTo>
                    <a:pt x="42718" y="57847"/>
                  </a:lnTo>
                  <a:lnTo>
                    <a:pt x="31552" y="57498"/>
                  </a:lnTo>
                  <a:lnTo>
                    <a:pt x="22665" y="57220"/>
                  </a:lnTo>
                  <a:lnTo>
                    <a:pt x="18838" y="57100"/>
                  </a:lnTo>
                  <a:lnTo>
                    <a:pt x="17470" y="56930"/>
                  </a:lnTo>
                  <a:lnTo>
                    <a:pt x="0" y="54756"/>
                  </a:lnTo>
                  <a:lnTo>
                    <a:pt x="3052" y="40714"/>
                  </a:lnTo>
                  <a:lnTo>
                    <a:pt x="4586" y="33657"/>
                  </a:lnTo>
                  <a:lnTo>
                    <a:pt x="8845" y="33490"/>
                  </a:lnTo>
                  <a:lnTo>
                    <a:pt x="11457" y="27557"/>
                  </a:lnTo>
                  <a:lnTo>
                    <a:pt x="14743" y="20094"/>
                  </a:lnTo>
                  <a:lnTo>
                    <a:pt x="17698" y="14840"/>
                  </a:lnTo>
                  <a:lnTo>
                    <a:pt x="22082" y="7045"/>
                  </a:lnTo>
                  <a:lnTo>
                    <a:pt x="26046" y="0"/>
                  </a:lnTo>
                  <a:lnTo>
                    <a:pt x="54127" y="10502"/>
                  </a:lnTo>
                  <a:lnTo>
                    <a:pt x="58676" y="12203"/>
                  </a:lnTo>
                  <a:lnTo>
                    <a:pt x="59627" y="12558"/>
                  </a:lnTo>
                  <a:lnTo>
                    <a:pt x="65002" y="14068"/>
                  </a:lnTo>
                  <a:lnTo>
                    <a:pt x="70705" y="15669"/>
                  </a:lnTo>
                  <a:lnTo>
                    <a:pt x="74534" y="16745"/>
                  </a:lnTo>
                  <a:lnTo>
                    <a:pt x="77183" y="17132"/>
                  </a:lnTo>
                  <a:lnTo>
                    <a:pt x="83707" y="18086"/>
                  </a:lnTo>
                  <a:lnTo>
                    <a:pt x="88547" y="18295"/>
                  </a:lnTo>
                  <a:lnTo>
                    <a:pt x="91551" y="18425"/>
                  </a:lnTo>
                  <a:lnTo>
                    <a:pt x="98340" y="18719"/>
                  </a:lnTo>
                  <a:lnTo>
                    <a:pt x="102945" y="18919"/>
                  </a:lnTo>
                  <a:lnTo>
                    <a:pt x="110736" y="19256"/>
                  </a:lnTo>
                  <a:lnTo>
                    <a:pt x="107593" y="44797"/>
                  </a:lnTo>
                  <a:lnTo>
                    <a:pt x="107460" y="45881"/>
                  </a:lnTo>
                  <a:lnTo>
                    <a:pt x="99433" y="52077"/>
                  </a:lnTo>
                  <a:lnTo>
                    <a:pt x="93864" y="594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g801"/>
            <p:cNvSpPr/>
            <p:nvPr/>
          </p:nvSpPr>
          <p:spPr>
            <a:xfrm>
              <a:off x="2271729" y="2031078"/>
              <a:ext cx="156152" cy="98260"/>
            </a:xfrm>
            <a:custGeom>
              <a:avLst/>
              <a:pathLst>
                <a:path w="156152" h="98260">
                  <a:moveTo>
                    <a:pt x="122201" y="18151"/>
                  </a:moveTo>
                  <a:lnTo>
                    <a:pt x="119098" y="11318"/>
                  </a:lnTo>
                  <a:lnTo>
                    <a:pt x="120047" y="10228"/>
                  </a:lnTo>
                  <a:lnTo>
                    <a:pt x="125304" y="4188"/>
                  </a:lnTo>
                  <a:lnTo>
                    <a:pt x="128950" y="0"/>
                  </a:lnTo>
                  <a:lnTo>
                    <a:pt x="137934" y="7008"/>
                  </a:lnTo>
                  <a:lnTo>
                    <a:pt x="156152" y="21219"/>
                  </a:lnTo>
                  <a:lnTo>
                    <a:pt x="151580" y="25826"/>
                  </a:lnTo>
                  <a:lnTo>
                    <a:pt x="145542" y="31910"/>
                  </a:lnTo>
                  <a:lnTo>
                    <a:pt x="139417" y="38082"/>
                  </a:lnTo>
                  <a:lnTo>
                    <a:pt x="132718" y="44833"/>
                  </a:lnTo>
                  <a:lnTo>
                    <a:pt x="128030" y="49556"/>
                  </a:lnTo>
                  <a:lnTo>
                    <a:pt x="124217" y="53399"/>
                  </a:lnTo>
                  <a:lnTo>
                    <a:pt x="119402" y="58250"/>
                  </a:lnTo>
                  <a:lnTo>
                    <a:pt x="114993" y="62693"/>
                  </a:lnTo>
                  <a:lnTo>
                    <a:pt x="112458" y="65814"/>
                  </a:lnTo>
                  <a:lnTo>
                    <a:pt x="106820" y="72753"/>
                  </a:lnTo>
                  <a:lnTo>
                    <a:pt x="101730" y="79018"/>
                  </a:lnTo>
                  <a:lnTo>
                    <a:pt x="91232" y="91940"/>
                  </a:lnTo>
                  <a:lnTo>
                    <a:pt x="86097" y="98260"/>
                  </a:lnTo>
                  <a:lnTo>
                    <a:pt x="69128" y="90656"/>
                  </a:lnTo>
                  <a:lnTo>
                    <a:pt x="57397" y="85400"/>
                  </a:lnTo>
                  <a:lnTo>
                    <a:pt x="51585" y="82782"/>
                  </a:lnTo>
                  <a:lnTo>
                    <a:pt x="37844" y="76591"/>
                  </a:lnTo>
                  <a:lnTo>
                    <a:pt x="34201" y="74951"/>
                  </a:lnTo>
                  <a:lnTo>
                    <a:pt x="30213" y="72549"/>
                  </a:lnTo>
                  <a:lnTo>
                    <a:pt x="0" y="54352"/>
                  </a:lnTo>
                  <a:lnTo>
                    <a:pt x="1570" y="44408"/>
                  </a:lnTo>
                  <a:lnTo>
                    <a:pt x="39328" y="48195"/>
                  </a:lnTo>
                  <a:lnTo>
                    <a:pt x="49873" y="49253"/>
                  </a:lnTo>
                  <a:lnTo>
                    <a:pt x="64662" y="50737"/>
                  </a:lnTo>
                  <a:lnTo>
                    <a:pt x="87981" y="530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g802"/>
            <p:cNvSpPr/>
            <p:nvPr/>
          </p:nvSpPr>
          <p:spPr>
            <a:xfrm>
              <a:off x="2362272" y="2053885"/>
              <a:ext cx="98886" cy="110284"/>
            </a:xfrm>
            <a:custGeom>
              <a:avLst/>
              <a:pathLst>
                <a:path w="98886" h="110284">
                  <a:moveTo>
                    <a:pt x="11398" y="65011"/>
                  </a:moveTo>
                  <a:lnTo>
                    <a:pt x="20213" y="54540"/>
                  </a:lnTo>
                  <a:lnTo>
                    <a:pt x="27257" y="46171"/>
                  </a:lnTo>
                  <a:lnTo>
                    <a:pt x="32505" y="39938"/>
                  </a:lnTo>
                  <a:lnTo>
                    <a:pt x="38781" y="32482"/>
                  </a:lnTo>
                  <a:lnTo>
                    <a:pt x="46729" y="23041"/>
                  </a:lnTo>
                  <a:lnTo>
                    <a:pt x="59871" y="10749"/>
                  </a:lnTo>
                  <a:lnTo>
                    <a:pt x="67485" y="3629"/>
                  </a:lnTo>
                  <a:lnTo>
                    <a:pt x="71366" y="0"/>
                  </a:lnTo>
                  <a:lnTo>
                    <a:pt x="86548" y="15519"/>
                  </a:lnTo>
                  <a:lnTo>
                    <a:pt x="96265" y="25452"/>
                  </a:lnTo>
                  <a:lnTo>
                    <a:pt x="98779" y="40612"/>
                  </a:lnTo>
                  <a:lnTo>
                    <a:pt x="98886" y="41260"/>
                  </a:lnTo>
                  <a:lnTo>
                    <a:pt x="94610" y="45376"/>
                  </a:lnTo>
                  <a:lnTo>
                    <a:pt x="88908" y="50865"/>
                  </a:lnTo>
                  <a:lnTo>
                    <a:pt x="83521" y="56050"/>
                  </a:lnTo>
                  <a:lnTo>
                    <a:pt x="74332" y="64895"/>
                  </a:lnTo>
                  <a:lnTo>
                    <a:pt x="69374" y="69667"/>
                  </a:lnTo>
                  <a:lnTo>
                    <a:pt x="67434" y="71535"/>
                  </a:lnTo>
                  <a:lnTo>
                    <a:pt x="61301" y="78405"/>
                  </a:lnTo>
                  <a:lnTo>
                    <a:pt x="56073" y="84261"/>
                  </a:lnTo>
                  <a:lnTo>
                    <a:pt x="47754" y="93580"/>
                  </a:lnTo>
                  <a:lnTo>
                    <a:pt x="41192" y="100931"/>
                  </a:lnTo>
                  <a:lnTo>
                    <a:pt x="32843" y="110284"/>
                  </a:lnTo>
                  <a:lnTo>
                    <a:pt x="14720" y="92774"/>
                  </a:lnTo>
                  <a:lnTo>
                    <a:pt x="7863" y="86149"/>
                  </a:lnTo>
                  <a:lnTo>
                    <a:pt x="0" y="78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g803"/>
            <p:cNvSpPr/>
            <p:nvPr/>
          </p:nvSpPr>
          <p:spPr>
            <a:xfrm>
              <a:off x="2401562" y="2097288"/>
              <a:ext cx="103629" cy="102512"/>
            </a:xfrm>
            <a:custGeom>
              <a:avLst/>
              <a:pathLst>
                <a:path w="103629" h="102512">
                  <a:moveTo>
                    <a:pt x="28929" y="96610"/>
                  </a:moveTo>
                  <a:lnTo>
                    <a:pt x="21425" y="88706"/>
                  </a:lnTo>
                  <a:lnTo>
                    <a:pt x="15481" y="82445"/>
                  </a:lnTo>
                  <a:lnTo>
                    <a:pt x="8992" y="75609"/>
                  </a:lnTo>
                  <a:lnTo>
                    <a:pt x="3718" y="70055"/>
                  </a:lnTo>
                  <a:lnTo>
                    <a:pt x="0" y="66137"/>
                  </a:lnTo>
                  <a:lnTo>
                    <a:pt x="16357" y="49586"/>
                  </a:lnTo>
                  <a:lnTo>
                    <a:pt x="23401" y="42459"/>
                  </a:lnTo>
                  <a:lnTo>
                    <a:pt x="29969" y="35812"/>
                  </a:lnTo>
                  <a:lnTo>
                    <a:pt x="36706" y="28996"/>
                  </a:lnTo>
                  <a:lnTo>
                    <a:pt x="42272" y="23364"/>
                  </a:lnTo>
                  <a:lnTo>
                    <a:pt x="47683" y="17889"/>
                  </a:lnTo>
                  <a:lnTo>
                    <a:pt x="53826" y="11673"/>
                  </a:lnTo>
                  <a:lnTo>
                    <a:pt x="58365" y="7080"/>
                  </a:lnTo>
                  <a:lnTo>
                    <a:pt x="62406" y="2991"/>
                  </a:lnTo>
                  <a:lnTo>
                    <a:pt x="65362" y="0"/>
                  </a:lnTo>
                  <a:lnTo>
                    <a:pt x="83532" y="14630"/>
                  </a:lnTo>
                  <a:lnTo>
                    <a:pt x="103629" y="30810"/>
                  </a:lnTo>
                  <a:lnTo>
                    <a:pt x="99763" y="34438"/>
                  </a:lnTo>
                  <a:lnTo>
                    <a:pt x="92231" y="41505"/>
                  </a:lnTo>
                  <a:lnTo>
                    <a:pt x="86100" y="47258"/>
                  </a:lnTo>
                  <a:lnTo>
                    <a:pt x="79402" y="53542"/>
                  </a:lnTo>
                  <a:lnTo>
                    <a:pt x="73644" y="58946"/>
                  </a:lnTo>
                  <a:lnTo>
                    <a:pt x="68507" y="63765"/>
                  </a:lnTo>
                  <a:lnTo>
                    <a:pt x="63775" y="69162"/>
                  </a:lnTo>
                  <a:lnTo>
                    <a:pt x="56025" y="78001"/>
                  </a:lnTo>
                  <a:lnTo>
                    <a:pt x="50641" y="84140"/>
                  </a:lnTo>
                  <a:lnTo>
                    <a:pt x="44537" y="91102"/>
                  </a:lnTo>
                  <a:lnTo>
                    <a:pt x="34532" y="102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g804"/>
            <p:cNvSpPr/>
            <p:nvPr/>
          </p:nvSpPr>
          <p:spPr>
            <a:xfrm>
              <a:off x="2438760" y="2143350"/>
              <a:ext cx="71111" cy="95853"/>
            </a:xfrm>
            <a:custGeom>
              <a:avLst/>
              <a:pathLst>
                <a:path w="71111" h="95853">
                  <a:moveTo>
                    <a:pt x="18340" y="81949"/>
                  </a:moveTo>
                  <a:lnTo>
                    <a:pt x="17067" y="80402"/>
                  </a:lnTo>
                  <a:lnTo>
                    <a:pt x="10014" y="71828"/>
                  </a:lnTo>
                  <a:lnTo>
                    <a:pt x="0" y="58305"/>
                  </a:lnTo>
                  <a:lnTo>
                    <a:pt x="5946" y="52393"/>
                  </a:lnTo>
                  <a:lnTo>
                    <a:pt x="17356" y="41049"/>
                  </a:lnTo>
                  <a:lnTo>
                    <a:pt x="22665" y="35772"/>
                  </a:lnTo>
                  <a:lnTo>
                    <a:pt x="31012" y="27473"/>
                  </a:lnTo>
                  <a:lnTo>
                    <a:pt x="34055" y="24447"/>
                  </a:lnTo>
                  <a:lnTo>
                    <a:pt x="41531" y="18755"/>
                  </a:lnTo>
                  <a:lnTo>
                    <a:pt x="47626" y="14114"/>
                  </a:lnTo>
                  <a:lnTo>
                    <a:pt x="56305" y="7505"/>
                  </a:lnTo>
                  <a:lnTo>
                    <a:pt x="66162" y="0"/>
                  </a:lnTo>
                  <a:lnTo>
                    <a:pt x="66162" y="24934"/>
                  </a:lnTo>
                  <a:lnTo>
                    <a:pt x="66162" y="29136"/>
                  </a:lnTo>
                  <a:lnTo>
                    <a:pt x="71111" y="49533"/>
                  </a:lnTo>
                  <a:lnTo>
                    <a:pt x="63930" y="57581"/>
                  </a:lnTo>
                  <a:lnTo>
                    <a:pt x="55954" y="66519"/>
                  </a:lnTo>
                  <a:lnTo>
                    <a:pt x="48378" y="75009"/>
                  </a:lnTo>
                  <a:lnTo>
                    <a:pt x="43054" y="80976"/>
                  </a:lnTo>
                  <a:lnTo>
                    <a:pt x="36825" y="87956"/>
                  </a:lnTo>
                  <a:lnTo>
                    <a:pt x="29778" y="95853"/>
                  </a:lnTo>
                  <a:lnTo>
                    <a:pt x="24121" y="88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g805"/>
            <p:cNvSpPr/>
            <p:nvPr/>
          </p:nvSpPr>
          <p:spPr>
            <a:xfrm>
              <a:off x="2467310" y="2203208"/>
              <a:ext cx="72817" cy="75127"/>
            </a:xfrm>
            <a:custGeom>
              <a:avLst/>
              <a:pathLst>
                <a:path w="72817" h="75127">
                  <a:moveTo>
                    <a:pt x="9173" y="58998"/>
                  </a:moveTo>
                  <a:lnTo>
                    <a:pt x="8724" y="58342"/>
                  </a:lnTo>
                  <a:lnTo>
                    <a:pt x="0" y="45601"/>
                  </a:lnTo>
                  <a:lnTo>
                    <a:pt x="4159" y="41052"/>
                  </a:lnTo>
                  <a:lnTo>
                    <a:pt x="8601" y="36193"/>
                  </a:lnTo>
                  <a:lnTo>
                    <a:pt x="14313" y="29946"/>
                  </a:lnTo>
                  <a:lnTo>
                    <a:pt x="18777" y="25063"/>
                  </a:lnTo>
                  <a:lnTo>
                    <a:pt x="24950" y="18311"/>
                  </a:lnTo>
                  <a:lnTo>
                    <a:pt x="33201" y="9287"/>
                  </a:lnTo>
                  <a:lnTo>
                    <a:pt x="39211" y="2714"/>
                  </a:lnTo>
                  <a:lnTo>
                    <a:pt x="41693" y="0"/>
                  </a:lnTo>
                  <a:lnTo>
                    <a:pt x="59662" y="20688"/>
                  </a:lnTo>
                  <a:lnTo>
                    <a:pt x="72817" y="35834"/>
                  </a:lnTo>
                  <a:lnTo>
                    <a:pt x="68706" y="39523"/>
                  </a:lnTo>
                  <a:lnTo>
                    <a:pt x="61979" y="45558"/>
                  </a:lnTo>
                  <a:lnTo>
                    <a:pt x="54696" y="52092"/>
                  </a:lnTo>
                  <a:lnTo>
                    <a:pt x="46434" y="59504"/>
                  </a:lnTo>
                  <a:lnTo>
                    <a:pt x="39732" y="65517"/>
                  </a:lnTo>
                  <a:lnTo>
                    <a:pt x="31577" y="72833"/>
                  </a:lnTo>
                  <a:lnTo>
                    <a:pt x="29020" y="75127"/>
                  </a:lnTo>
                  <a:lnTo>
                    <a:pt x="18674" y="6938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g806"/>
            <p:cNvSpPr/>
            <p:nvPr/>
          </p:nvSpPr>
          <p:spPr>
            <a:xfrm>
              <a:off x="2495602" y="2244675"/>
              <a:ext cx="80431" cy="84041"/>
            </a:xfrm>
            <a:custGeom>
              <a:avLst/>
              <a:pathLst>
                <a:path w="80431" h="84041">
                  <a:moveTo>
                    <a:pt x="61723" y="12733"/>
                  </a:moveTo>
                  <a:lnTo>
                    <a:pt x="80431" y="32987"/>
                  </a:lnTo>
                  <a:lnTo>
                    <a:pt x="71273" y="40521"/>
                  </a:lnTo>
                  <a:lnTo>
                    <a:pt x="64140" y="46387"/>
                  </a:lnTo>
                  <a:lnTo>
                    <a:pt x="55068" y="53849"/>
                  </a:lnTo>
                  <a:lnTo>
                    <a:pt x="48716" y="59074"/>
                  </a:lnTo>
                  <a:lnTo>
                    <a:pt x="41708" y="64838"/>
                  </a:lnTo>
                  <a:lnTo>
                    <a:pt x="33140" y="71886"/>
                  </a:lnTo>
                  <a:lnTo>
                    <a:pt x="23909" y="79478"/>
                  </a:lnTo>
                  <a:lnTo>
                    <a:pt x="18362" y="84041"/>
                  </a:lnTo>
                  <a:lnTo>
                    <a:pt x="14593" y="80853"/>
                  </a:lnTo>
                  <a:lnTo>
                    <a:pt x="12408" y="66669"/>
                  </a:lnTo>
                  <a:lnTo>
                    <a:pt x="11630" y="61622"/>
                  </a:lnTo>
                  <a:lnTo>
                    <a:pt x="0" y="46718"/>
                  </a:lnTo>
                  <a:lnTo>
                    <a:pt x="3851" y="43058"/>
                  </a:lnTo>
                  <a:lnTo>
                    <a:pt x="8365" y="38767"/>
                  </a:lnTo>
                  <a:lnTo>
                    <a:pt x="12335" y="34993"/>
                  </a:lnTo>
                  <a:lnTo>
                    <a:pt x="18279" y="29344"/>
                  </a:lnTo>
                  <a:lnTo>
                    <a:pt x="22775" y="25070"/>
                  </a:lnTo>
                  <a:lnTo>
                    <a:pt x="28011" y="20094"/>
                  </a:lnTo>
                  <a:lnTo>
                    <a:pt x="32789" y="15720"/>
                  </a:lnTo>
                  <a:lnTo>
                    <a:pt x="36800" y="12049"/>
                  </a:lnTo>
                  <a:lnTo>
                    <a:pt x="41819" y="7453"/>
                  </a:lnTo>
                  <a:lnTo>
                    <a:pt x="46992" y="2718"/>
                  </a:lnTo>
                  <a:lnTo>
                    <a:pt x="4996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g807"/>
            <p:cNvSpPr/>
            <p:nvPr/>
          </p:nvSpPr>
          <p:spPr>
            <a:xfrm>
              <a:off x="2523499" y="2281247"/>
              <a:ext cx="89588" cy="81932"/>
            </a:xfrm>
            <a:custGeom>
              <a:avLst/>
              <a:pathLst>
                <a:path w="89588" h="81932">
                  <a:moveTo>
                    <a:pt x="4675" y="47526"/>
                  </a:moveTo>
                  <a:lnTo>
                    <a:pt x="12567" y="39762"/>
                  </a:lnTo>
                  <a:lnTo>
                    <a:pt x="19535" y="32907"/>
                  </a:lnTo>
                  <a:lnTo>
                    <a:pt x="26179" y="26370"/>
                  </a:lnTo>
                  <a:lnTo>
                    <a:pt x="28814" y="23778"/>
                  </a:lnTo>
                  <a:lnTo>
                    <a:pt x="32383" y="20765"/>
                  </a:lnTo>
                  <a:lnTo>
                    <a:pt x="39620" y="14658"/>
                  </a:lnTo>
                  <a:lnTo>
                    <a:pt x="47068" y="8373"/>
                  </a:lnTo>
                  <a:lnTo>
                    <a:pt x="56990" y="0"/>
                  </a:lnTo>
                  <a:lnTo>
                    <a:pt x="71968" y="14925"/>
                  </a:lnTo>
                  <a:lnTo>
                    <a:pt x="89588" y="32485"/>
                  </a:lnTo>
                  <a:lnTo>
                    <a:pt x="85977" y="35610"/>
                  </a:lnTo>
                  <a:lnTo>
                    <a:pt x="79618" y="41111"/>
                  </a:lnTo>
                  <a:lnTo>
                    <a:pt x="71214" y="48381"/>
                  </a:lnTo>
                  <a:lnTo>
                    <a:pt x="64101" y="54535"/>
                  </a:lnTo>
                  <a:lnTo>
                    <a:pt x="57622" y="60140"/>
                  </a:lnTo>
                  <a:lnTo>
                    <a:pt x="51117" y="65768"/>
                  </a:lnTo>
                  <a:lnTo>
                    <a:pt x="47097" y="69247"/>
                  </a:lnTo>
                  <a:lnTo>
                    <a:pt x="41114" y="74422"/>
                  </a:lnTo>
                  <a:lnTo>
                    <a:pt x="37033" y="77953"/>
                  </a:lnTo>
                  <a:lnTo>
                    <a:pt x="32434" y="81932"/>
                  </a:lnTo>
                  <a:lnTo>
                    <a:pt x="32046" y="81239"/>
                  </a:lnTo>
                  <a:lnTo>
                    <a:pt x="26915" y="76577"/>
                  </a:lnTo>
                  <a:lnTo>
                    <a:pt x="20760" y="70986"/>
                  </a:lnTo>
                  <a:lnTo>
                    <a:pt x="14851" y="65618"/>
                  </a:lnTo>
                  <a:lnTo>
                    <a:pt x="10614" y="61769"/>
                  </a:lnTo>
                  <a:lnTo>
                    <a:pt x="5448" y="57075"/>
                  </a:lnTo>
                  <a:lnTo>
                    <a:pt x="0" y="521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g808"/>
            <p:cNvSpPr/>
            <p:nvPr/>
          </p:nvSpPr>
          <p:spPr>
            <a:xfrm>
              <a:off x="2578361" y="2317411"/>
              <a:ext cx="77153" cy="44429"/>
            </a:xfrm>
            <a:custGeom>
              <a:avLst/>
              <a:pathLst>
                <a:path w="77153" h="44429">
                  <a:moveTo>
                    <a:pt x="59295" y="23859"/>
                  </a:moveTo>
                  <a:lnTo>
                    <a:pt x="77153" y="43207"/>
                  </a:lnTo>
                  <a:lnTo>
                    <a:pt x="63132" y="41421"/>
                  </a:lnTo>
                  <a:lnTo>
                    <a:pt x="58483" y="40828"/>
                  </a:lnTo>
                  <a:lnTo>
                    <a:pt x="45032" y="40752"/>
                  </a:lnTo>
                  <a:lnTo>
                    <a:pt x="27104" y="42009"/>
                  </a:lnTo>
                  <a:lnTo>
                    <a:pt x="10005" y="44429"/>
                  </a:lnTo>
                  <a:lnTo>
                    <a:pt x="6110" y="41461"/>
                  </a:lnTo>
                  <a:lnTo>
                    <a:pt x="0" y="36804"/>
                  </a:lnTo>
                  <a:lnTo>
                    <a:pt x="9037" y="27880"/>
                  </a:lnTo>
                  <a:lnTo>
                    <a:pt x="13322" y="23649"/>
                  </a:lnTo>
                  <a:lnTo>
                    <a:pt x="20836" y="16230"/>
                  </a:lnTo>
                  <a:lnTo>
                    <a:pt x="33969" y="3261"/>
                  </a:lnTo>
                  <a:lnTo>
                    <a:pt x="37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g809"/>
            <p:cNvSpPr/>
            <p:nvPr/>
          </p:nvSpPr>
          <p:spPr>
            <a:xfrm>
              <a:off x="2513984" y="2159045"/>
              <a:ext cx="82968" cy="73482"/>
            </a:xfrm>
            <a:custGeom>
              <a:avLst/>
              <a:pathLst>
                <a:path w="82968" h="73482">
                  <a:moveTo>
                    <a:pt x="8365" y="34371"/>
                  </a:moveTo>
                  <a:lnTo>
                    <a:pt x="17176" y="27854"/>
                  </a:lnTo>
                  <a:lnTo>
                    <a:pt x="23843" y="22922"/>
                  </a:lnTo>
                  <a:lnTo>
                    <a:pt x="30260" y="18175"/>
                  </a:lnTo>
                  <a:lnTo>
                    <a:pt x="36632" y="13463"/>
                  </a:lnTo>
                  <a:lnTo>
                    <a:pt x="46366" y="6262"/>
                  </a:lnTo>
                  <a:lnTo>
                    <a:pt x="52431" y="1776"/>
                  </a:lnTo>
                  <a:lnTo>
                    <a:pt x="54833" y="0"/>
                  </a:lnTo>
                  <a:lnTo>
                    <a:pt x="64982" y="9710"/>
                  </a:lnTo>
                  <a:lnTo>
                    <a:pt x="74482" y="18800"/>
                  </a:lnTo>
                  <a:lnTo>
                    <a:pt x="82968" y="28646"/>
                  </a:lnTo>
                  <a:lnTo>
                    <a:pt x="77995" y="32899"/>
                  </a:lnTo>
                  <a:lnTo>
                    <a:pt x="69569" y="40105"/>
                  </a:lnTo>
                  <a:lnTo>
                    <a:pt x="60619" y="47760"/>
                  </a:lnTo>
                  <a:lnTo>
                    <a:pt x="55910" y="51787"/>
                  </a:lnTo>
                  <a:lnTo>
                    <a:pt x="49889" y="56937"/>
                  </a:lnTo>
                  <a:lnTo>
                    <a:pt x="40890" y="64634"/>
                  </a:lnTo>
                  <a:lnTo>
                    <a:pt x="30545" y="73482"/>
                  </a:lnTo>
                  <a:lnTo>
                    <a:pt x="25651" y="68265"/>
                  </a:lnTo>
                  <a:lnTo>
                    <a:pt x="20028" y="62270"/>
                  </a:lnTo>
                  <a:lnTo>
                    <a:pt x="14829" y="56728"/>
                  </a:lnTo>
                  <a:lnTo>
                    <a:pt x="9884" y="51337"/>
                  </a:lnTo>
                  <a:lnTo>
                    <a:pt x="5039" y="46053"/>
                  </a:lnTo>
                  <a:lnTo>
                    <a:pt x="0" y="4055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g810"/>
            <p:cNvSpPr/>
            <p:nvPr/>
          </p:nvSpPr>
          <p:spPr>
            <a:xfrm>
              <a:off x="2552658" y="2195313"/>
              <a:ext cx="77597" cy="76940"/>
            </a:xfrm>
            <a:custGeom>
              <a:avLst/>
              <a:pathLst>
                <a:path w="77597" h="76940">
                  <a:moveTo>
                    <a:pt x="4849" y="39936"/>
                  </a:moveTo>
                  <a:lnTo>
                    <a:pt x="12179" y="33106"/>
                  </a:lnTo>
                  <a:lnTo>
                    <a:pt x="18120" y="27569"/>
                  </a:lnTo>
                  <a:lnTo>
                    <a:pt x="23711" y="22358"/>
                  </a:lnTo>
                  <a:lnTo>
                    <a:pt x="32626" y="14050"/>
                  </a:lnTo>
                  <a:lnTo>
                    <a:pt x="38707" y="8382"/>
                  </a:lnTo>
                  <a:lnTo>
                    <a:pt x="44507" y="2978"/>
                  </a:lnTo>
                  <a:lnTo>
                    <a:pt x="47614" y="1743"/>
                  </a:lnTo>
                  <a:lnTo>
                    <a:pt x="52004" y="0"/>
                  </a:lnTo>
                  <a:lnTo>
                    <a:pt x="59287" y="7403"/>
                  </a:lnTo>
                  <a:lnTo>
                    <a:pt x="63181" y="12373"/>
                  </a:lnTo>
                  <a:lnTo>
                    <a:pt x="77597" y="30774"/>
                  </a:lnTo>
                  <a:lnTo>
                    <a:pt x="75321" y="33651"/>
                  </a:lnTo>
                  <a:lnTo>
                    <a:pt x="69569" y="40924"/>
                  </a:lnTo>
                  <a:lnTo>
                    <a:pt x="65147" y="46515"/>
                  </a:lnTo>
                  <a:lnTo>
                    <a:pt x="62699" y="48663"/>
                  </a:lnTo>
                  <a:lnTo>
                    <a:pt x="56424" y="54168"/>
                  </a:lnTo>
                  <a:lnTo>
                    <a:pt x="49635" y="60124"/>
                  </a:lnTo>
                  <a:lnTo>
                    <a:pt x="42918" y="66017"/>
                  </a:lnTo>
                  <a:lnTo>
                    <a:pt x="34576" y="73335"/>
                  </a:lnTo>
                  <a:lnTo>
                    <a:pt x="30468" y="76940"/>
                  </a:lnTo>
                  <a:lnTo>
                    <a:pt x="15743" y="61241"/>
                  </a:lnTo>
                  <a:lnTo>
                    <a:pt x="0" y="444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g811"/>
            <p:cNvSpPr/>
            <p:nvPr/>
          </p:nvSpPr>
          <p:spPr>
            <a:xfrm>
              <a:off x="2586976" y="2231983"/>
              <a:ext cx="81971" cy="77194"/>
            </a:xfrm>
            <a:custGeom>
              <a:avLst/>
              <a:pathLst>
                <a:path w="81971" h="77194">
                  <a:moveTo>
                    <a:pt x="12995" y="34511"/>
                  </a:moveTo>
                  <a:lnTo>
                    <a:pt x="19660" y="28433"/>
                  </a:lnTo>
                  <a:lnTo>
                    <a:pt x="27270" y="21493"/>
                  </a:lnTo>
                  <a:lnTo>
                    <a:pt x="35789" y="13726"/>
                  </a:lnTo>
                  <a:lnTo>
                    <a:pt x="41471" y="8544"/>
                  </a:lnTo>
                  <a:lnTo>
                    <a:pt x="47727" y="2839"/>
                  </a:lnTo>
                  <a:lnTo>
                    <a:pt x="50841" y="0"/>
                  </a:lnTo>
                  <a:lnTo>
                    <a:pt x="64934" y="13933"/>
                  </a:lnTo>
                  <a:lnTo>
                    <a:pt x="81971" y="30776"/>
                  </a:lnTo>
                  <a:lnTo>
                    <a:pt x="77078" y="35263"/>
                  </a:lnTo>
                  <a:lnTo>
                    <a:pt x="69401" y="42303"/>
                  </a:lnTo>
                  <a:lnTo>
                    <a:pt x="61772" y="49299"/>
                  </a:lnTo>
                  <a:lnTo>
                    <a:pt x="56735" y="53918"/>
                  </a:lnTo>
                  <a:lnTo>
                    <a:pt x="49824" y="60256"/>
                  </a:lnTo>
                  <a:lnTo>
                    <a:pt x="43644" y="65922"/>
                  </a:lnTo>
                  <a:lnTo>
                    <a:pt x="37281" y="71758"/>
                  </a:lnTo>
                  <a:lnTo>
                    <a:pt x="31353" y="77194"/>
                  </a:lnTo>
                  <a:lnTo>
                    <a:pt x="13341" y="59481"/>
                  </a:lnTo>
                  <a:lnTo>
                    <a:pt x="5772" y="52038"/>
                  </a:lnTo>
                  <a:lnTo>
                    <a:pt x="0" y="463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g812"/>
            <p:cNvSpPr/>
            <p:nvPr/>
          </p:nvSpPr>
          <p:spPr>
            <a:xfrm>
              <a:off x="2621705" y="2267459"/>
              <a:ext cx="80824" cy="78640"/>
            </a:xfrm>
            <a:custGeom>
              <a:avLst/>
              <a:pathLst>
                <a:path w="80824" h="78640">
                  <a:moveTo>
                    <a:pt x="2119" y="44134"/>
                  </a:moveTo>
                  <a:lnTo>
                    <a:pt x="6194" y="40343"/>
                  </a:lnTo>
                  <a:lnTo>
                    <a:pt x="10841" y="36019"/>
                  </a:lnTo>
                  <a:lnTo>
                    <a:pt x="15158" y="32003"/>
                  </a:lnTo>
                  <a:lnTo>
                    <a:pt x="19223" y="28222"/>
                  </a:lnTo>
                  <a:lnTo>
                    <a:pt x="23988" y="23789"/>
                  </a:lnTo>
                  <a:lnTo>
                    <a:pt x="28382" y="19701"/>
                  </a:lnTo>
                  <a:lnTo>
                    <a:pt x="34007" y="14468"/>
                  </a:lnTo>
                  <a:lnTo>
                    <a:pt x="40298" y="8615"/>
                  </a:lnTo>
                  <a:lnTo>
                    <a:pt x="45584" y="3697"/>
                  </a:lnTo>
                  <a:lnTo>
                    <a:pt x="49558" y="0"/>
                  </a:lnTo>
                  <a:lnTo>
                    <a:pt x="61317" y="11041"/>
                  </a:lnTo>
                  <a:lnTo>
                    <a:pt x="80824" y="29360"/>
                  </a:lnTo>
                  <a:lnTo>
                    <a:pt x="77628" y="32544"/>
                  </a:lnTo>
                  <a:lnTo>
                    <a:pt x="71035" y="39114"/>
                  </a:lnTo>
                  <a:lnTo>
                    <a:pt x="65292" y="44837"/>
                  </a:lnTo>
                  <a:lnTo>
                    <a:pt x="59380" y="50728"/>
                  </a:lnTo>
                  <a:lnTo>
                    <a:pt x="53719" y="56368"/>
                  </a:lnTo>
                  <a:lnTo>
                    <a:pt x="46398" y="63664"/>
                  </a:lnTo>
                  <a:lnTo>
                    <a:pt x="40827" y="69215"/>
                  </a:lnTo>
                  <a:lnTo>
                    <a:pt x="35741" y="74282"/>
                  </a:lnTo>
                  <a:lnTo>
                    <a:pt x="31368" y="78640"/>
                  </a:lnTo>
                  <a:lnTo>
                    <a:pt x="17641" y="64403"/>
                  </a:lnTo>
                  <a:lnTo>
                    <a:pt x="0" y="461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g813"/>
            <p:cNvSpPr/>
            <p:nvPr/>
          </p:nvSpPr>
          <p:spPr>
            <a:xfrm>
              <a:off x="2657791" y="2301313"/>
              <a:ext cx="80120" cy="72785"/>
            </a:xfrm>
            <a:custGeom>
              <a:avLst/>
              <a:pathLst>
                <a:path w="80120" h="72785">
                  <a:moveTo>
                    <a:pt x="25314" y="61140"/>
                  </a:moveTo>
                  <a:lnTo>
                    <a:pt x="19835" y="56175"/>
                  </a:lnTo>
                  <a:lnTo>
                    <a:pt x="14496" y="61891"/>
                  </a:lnTo>
                  <a:lnTo>
                    <a:pt x="9161" y="56717"/>
                  </a:lnTo>
                  <a:lnTo>
                    <a:pt x="0" y="47833"/>
                  </a:lnTo>
                  <a:lnTo>
                    <a:pt x="9462" y="38665"/>
                  </a:lnTo>
                  <a:lnTo>
                    <a:pt x="16565" y="31782"/>
                  </a:lnTo>
                  <a:lnTo>
                    <a:pt x="25469" y="23155"/>
                  </a:lnTo>
                  <a:lnTo>
                    <a:pt x="31188" y="17614"/>
                  </a:lnTo>
                  <a:lnTo>
                    <a:pt x="38620" y="10414"/>
                  </a:lnTo>
                  <a:lnTo>
                    <a:pt x="44957" y="4273"/>
                  </a:lnTo>
                  <a:lnTo>
                    <a:pt x="49368" y="0"/>
                  </a:lnTo>
                  <a:lnTo>
                    <a:pt x="63901" y="12639"/>
                  </a:lnTo>
                  <a:lnTo>
                    <a:pt x="66399" y="14811"/>
                  </a:lnTo>
                  <a:lnTo>
                    <a:pt x="80120" y="29499"/>
                  </a:lnTo>
                  <a:lnTo>
                    <a:pt x="76515" y="33219"/>
                  </a:lnTo>
                  <a:lnTo>
                    <a:pt x="68351" y="41642"/>
                  </a:lnTo>
                  <a:lnTo>
                    <a:pt x="62797" y="47372"/>
                  </a:lnTo>
                  <a:lnTo>
                    <a:pt x="56930" y="53426"/>
                  </a:lnTo>
                  <a:lnTo>
                    <a:pt x="50419" y="60144"/>
                  </a:lnTo>
                  <a:lnTo>
                    <a:pt x="42956" y="67844"/>
                  </a:lnTo>
                  <a:lnTo>
                    <a:pt x="38168" y="72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g814"/>
            <p:cNvSpPr/>
            <p:nvPr/>
          </p:nvSpPr>
          <p:spPr>
            <a:xfrm>
              <a:off x="2298527" y="2339513"/>
              <a:ext cx="87649" cy="93270"/>
            </a:xfrm>
            <a:custGeom>
              <a:avLst/>
              <a:pathLst>
                <a:path w="87649" h="93270">
                  <a:moveTo>
                    <a:pt x="43828" y="5722"/>
                  </a:moveTo>
                  <a:lnTo>
                    <a:pt x="57065" y="12419"/>
                  </a:lnTo>
                  <a:lnTo>
                    <a:pt x="72138" y="20045"/>
                  </a:lnTo>
                  <a:lnTo>
                    <a:pt x="81096" y="24577"/>
                  </a:lnTo>
                  <a:lnTo>
                    <a:pt x="87649" y="27892"/>
                  </a:lnTo>
                  <a:lnTo>
                    <a:pt x="86069" y="38322"/>
                  </a:lnTo>
                  <a:lnTo>
                    <a:pt x="84233" y="50440"/>
                  </a:lnTo>
                  <a:lnTo>
                    <a:pt x="82579" y="61364"/>
                  </a:lnTo>
                  <a:lnTo>
                    <a:pt x="80458" y="75369"/>
                  </a:lnTo>
                  <a:lnTo>
                    <a:pt x="79040" y="84730"/>
                  </a:lnTo>
                  <a:lnTo>
                    <a:pt x="68506" y="83349"/>
                  </a:lnTo>
                  <a:lnTo>
                    <a:pt x="59874" y="82218"/>
                  </a:lnTo>
                  <a:lnTo>
                    <a:pt x="57720" y="86491"/>
                  </a:lnTo>
                  <a:lnTo>
                    <a:pt x="54304" y="93270"/>
                  </a:lnTo>
                  <a:lnTo>
                    <a:pt x="47507" y="88795"/>
                  </a:lnTo>
                  <a:lnTo>
                    <a:pt x="44451" y="86782"/>
                  </a:lnTo>
                  <a:lnTo>
                    <a:pt x="41395" y="84770"/>
                  </a:lnTo>
                  <a:lnTo>
                    <a:pt x="38338" y="82758"/>
                  </a:lnTo>
                  <a:lnTo>
                    <a:pt x="35282" y="80745"/>
                  </a:lnTo>
                  <a:lnTo>
                    <a:pt x="32226" y="78733"/>
                  </a:lnTo>
                  <a:lnTo>
                    <a:pt x="29169" y="76721"/>
                  </a:lnTo>
                  <a:lnTo>
                    <a:pt x="26113" y="74709"/>
                  </a:lnTo>
                  <a:lnTo>
                    <a:pt x="23057" y="72696"/>
                  </a:lnTo>
                  <a:lnTo>
                    <a:pt x="20000" y="70684"/>
                  </a:lnTo>
                  <a:lnTo>
                    <a:pt x="16944" y="68672"/>
                  </a:lnTo>
                  <a:lnTo>
                    <a:pt x="13888" y="66660"/>
                  </a:lnTo>
                  <a:lnTo>
                    <a:pt x="10832" y="64647"/>
                  </a:lnTo>
                  <a:lnTo>
                    <a:pt x="7775" y="62635"/>
                  </a:lnTo>
                  <a:lnTo>
                    <a:pt x="0" y="57515"/>
                  </a:lnTo>
                  <a:lnTo>
                    <a:pt x="2822" y="52522"/>
                  </a:lnTo>
                  <a:lnTo>
                    <a:pt x="6135" y="46663"/>
                  </a:lnTo>
                  <a:lnTo>
                    <a:pt x="10609" y="38750"/>
                  </a:lnTo>
                  <a:lnTo>
                    <a:pt x="16029" y="29163"/>
                  </a:lnTo>
                  <a:lnTo>
                    <a:pt x="20056" y="22040"/>
                  </a:lnTo>
                  <a:lnTo>
                    <a:pt x="24092" y="14902"/>
                  </a:lnTo>
                  <a:lnTo>
                    <a:pt x="27846" y="8262"/>
                  </a:lnTo>
                  <a:lnTo>
                    <a:pt x="30461" y="3636"/>
                  </a:lnTo>
                  <a:lnTo>
                    <a:pt x="325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g815"/>
            <p:cNvSpPr/>
            <p:nvPr/>
          </p:nvSpPr>
          <p:spPr>
            <a:xfrm>
              <a:off x="2068269" y="2039554"/>
              <a:ext cx="96141" cy="126824"/>
            </a:xfrm>
            <a:custGeom>
              <a:avLst/>
              <a:pathLst>
                <a:path w="96141" h="126824">
                  <a:moveTo>
                    <a:pt x="69179" y="85461"/>
                  </a:moveTo>
                  <a:lnTo>
                    <a:pt x="64175" y="93079"/>
                  </a:lnTo>
                  <a:lnTo>
                    <a:pt x="60155" y="99201"/>
                  </a:lnTo>
                  <a:lnTo>
                    <a:pt x="53493" y="109344"/>
                  </a:lnTo>
                  <a:lnTo>
                    <a:pt x="48187" y="117423"/>
                  </a:lnTo>
                  <a:lnTo>
                    <a:pt x="42012" y="126824"/>
                  </a:lnTo>
                  <a:lnTo>
                    <a:pt x="36602" y="122937"/>
                  </a:lnTo>
                  <a:lnTo>
                    <a:pt x="28610" y="117196"/>
                  </a:lnTo>
                  <a:lnTo>
                    <a:pt x="20356" y="111266"/>
                  </a:lnTo>
                  <a:lnTo>
                    <a:pt x="14759" y="107245"/>
                  </a:lnTo>
                  <a:lnTo>
                    <a:pt x="4302" y="99732"/>
                  </a:lnTo>
                  <a:lnTo>
                    <a:pt x="0" y="96642"/>
                  </a:lnTo>
                  <a:lnTo>
                    <a:pt x="8476" y="82664"/>
                  </a:lnTo>
                  <a:lnTo>
                    <a:pt x="11501" y="77675"/>
                  </a:lnTo>
                  <a:lnTo>
                    <a:pt x="15382" y="71276"/>
                  </a:lnTo>
                  <a:lnTo>
                    <a:pt x="17790" y="67306"/>
                  </a:lnTo>
                  <a:lnTo>
                    <a:pt x="21512" y="61167"/>
                  </a:lnTo>
                  <a:lnTo>
                    <a:pt x="25250" y="56169"/>
                  </a:lnTo>
                  <a:lnTo>
                    <a:pt x="29773" y="50120"/>
                  </a:lnTo>
                  <a:lnTo>
                    <a:pt x="32289" y="46757"/>
                  </a:lnTo>
                  <a:lnTo>
                    <a:pt x="36190" y="41540"/>
                  </a:lnTo>
                  <a:lnTo>
                    <a:pt x="40573" y="34421"/>
                  </a:lnTo>
                  <a:lnTo>
                    <a:pt x="44322" y="28331"/>
                  </a:lnTo>
                  <a:lnTo>
                    <a:pt x="48206" y="22021"/>
                  </a:lnTo>
                  <a:lnTo>
                    <a:pt x="53210" y="13892"/>
                  </a:lnTo>
                  <a:lnTo>
                    <a:pt x="58121" y="8553"/>
                  </a:lnTo>
                  <a:lnTo>
                    <a:pt x="63210" y="3020"/>
                  </a:lnTo>
                  <a:lnTo>
                    <a:pt x="65988" y="0"/>
                  </a:lnTo>
                  <a:lnTo>
                    <a:pt x="81268" y="16629"/>
                  </a:lnTo>
                  <a:lnTo>
                    <a:pt x="84346" y="19978"/>
                  </a:lnTo>
                  <a:lnTo>
                    <a:pt x="86705" y="31231"/>
                  </a:lnTo>
                  <a:lnTo>
                    <a:pt x="90308" y="34761"/>
                  </a:lnTo>
                  <a:lnTo>
                    <a:pt x="96141" y="40474"/>
                  </a:lnTo>
                  <a:lnTo>
                    <a:pt x="90547" y="50218"/>
                  </a:lnTo>
                  <a:lnTo>
                    <a:pt x="78203" y="717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g816"/>
            <p:cNvSpPr/>
            <p:nvPr/>
          </p:nvSpPr>
          <p:spPr>
            <a:xfrm>
              <a:off x="2513095" y="2112359"/>
              <a:ext cx="50358" cy="76757"/>
            </a:xfrm>
            <a:custGeom>
              <a:avLst/>
              <a:pathLst>
                <a:path w="50358" h="76757">
                  <a:moveTo>
                    <a:pt x="29941" y="11970"/>
                  </a:moveTo>
                  <a:lnTo>
                    <a:pt x="50358" y="42197"/>
                  </a:lnTo>
                  <a:lnTo>
                    <a:pt x="44629" y="46444"/>
                  </a:lnTo>
                  <a:lnTo>
                    <a:pt x="35913" y="52906"/>
                  </a:lnTo>
                  <a:lnTo>
                    <a:pt x="26278" y="60048"/>
                  </a:lnTo>
                  <a:lnTo>
                    <a:pt x="17186" y="66788"/>
                  </a:lnTo>
                  <a:lnTo>
                    <a:pt x="10600" y="71670"/>
                  </a:lnTo>
                  <a:lnTo>
                    <a:pt x="3738" y="76757"/>
                  </a:lnTo>
                  <a:lnTo>
                    <a:pt x="0" y="61347"/>
                  </a:lnTo>
                  <a:lnTo>
                    <a:pt x="1799" y="41965"/>
                  </a:lnTo>
                  <a:lnTo>
                    <a:pt x="3136" y="27572"/>
                  </a:lnTo>
                  <a:lnTo>
                    <a:pt x="3707" y="21420"/>
                  </a:lnTo>
                  <a:lnTo>
                    <a:pt x="17493" y="5148"/>
                  </a:lnTo>
                  <a:lnTo>
                    <a:pt x="2185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g817"/>
            <p:cNvSpPr/>
            <p:nvPr/>
          </p:nvSpPr>
          <p:spPr>
            <a:xfrm>
              <a:off x="2295438" y="2182714"/>
              <a:ext cx="56864" cy="74092"/>
            </a:xfrm>
            <a:custGeom>
              <a:avLst/>
              <a:pathLst>
                <a:path w="56864" h="74092">
                  <a:moveTo>
                    <a:pt x="20144" y="45983"/>
                  </a:moveTo>
                  <a:lnTo>
                    <a:pt x="0" y="14393"/>
                  </a:lnTo>
                  <a:lnTo>
                    <a:pt x="11634" y="4543"/>
                  </a:lnTo>
                  <a:lnTo>
                    <a:pt x="17000" y="0"/>
                  </a:lnTo>
                  <a:lnTo>
                    <a:pt x="36595" y="31841"/>
                  </a:lnTo>
                  <a:lnTo>
                    <a:pt x="56864" y="64781"/>
                  </a:lnTo>
                  <a:lnTo>
                    <a:pt x="51195" y="67589"/>
                  </a:lnTo>
                  <a:lnTo>
                    <a:pt x="38068" y="74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g818"/>
            <p:cNvSpPr/>
            <p:nvPr/>
          </p:nvSpPr>
          <p:spPr>
            <a:xfrm>
              <a:off x="2325503" y="2315011"/>
              <a:ext cx="70998" cy="39154"/>
            </a:xfrm>
            <a:custGeom>
              <a:avLst/>
              <a:pathLst>
                <a:path w="70998" h="39154">
                  <a:moveTo>
                    <a:pt x="69331" y="22470"/>
                  </a:moveTo>
                  <a:lnTo>
                    <a:pt x="70998" y="39154"/>
                  </a:lnTo>
                  <a:lnTo>
                    <a:pt x="60741" y="36169"/>
                  </a:lnTo>
                  <a:lnTo>
                    <a:pt x="46391" y="30744"/>
                  </a:lnTo>
                  <a:lnTo>
                    <a:pt x="23589" y="19893"/>
                  </a:lnTo>
                  <a:lnTo>
                    <a:pt x="0" y="4219"/>
                  </a:lnTo>
                  <a:lnTo>
                    <a:pt x="2359" y="0"/>
                  </a:lnTo>
                  <a:lnTo>
                    <a:pt x="17532" y="5011"/>
                  </a:lnTo>
                  <a:lnTo>
                    <a:pt x="32036" y="9801"/>
                  </a:lnTo>
                  <a:lnTo>
                    <a:pt x="40690" y="12659"/>
                  </a:lnTo>
                  <a:lnTo>
                    <a:pt x="48750" y="14066"/>
                  </a:lnTo>
                  <a:lnTo>
                    <a:pt x="54254" y="13865"/>
                  </a:lnTo>
                  <a:lnTo>
                    <a:pt x="59955" y="13262"/>
                  </a:lnTo>
                  <a:lnTo>
                    <a:pt x="68211" y="11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g819"/>
            <p:cNvSpPr/>
            <p:nvPr/>
          </p:nvSpPr>
          <p:spPr>
            <a:xfrm>
              <a:off x="2425543" y="2259772"/>
              <a:ext cx="60459" cy="55803"/>
            </a:xfrm>
            <a:custGeom>
              <a:avLst/>
              <a:pathLst>
                <a:path w="60459" h="55803">
                  <a:moveTo>
                    <a:pt x="3610" y="16032"/>
                  </a:moveTo>
                  <a:lnTo>
                    <a:pt x="9656" y="12903"/>
                  </a:lnTo>
                  <a:lnTo>
                    <a:pt x="15704" y="9773"/>
                  </a:lnTo>
                  <a:lnTo>
                    <a:pt x="22059" y="6485"/>
                  </a:lnTo>
                  <a:lnTo>
                    <a:pt x="29475" y="2647"/>
                  </a:lnTo>
                  <a:lnTo>
                    <a:pt x="34591" y="0"/>
                  </a:lnTo>
                  <a:lnTo>
                    <a:pt x="34787" y="193"/>
                  </a:lnTo>
                  <a:lnTo>
                    <a:pt x="35924" y="1596"/>
                  </a:lnTo>
                  <a:lnTo>
                    <a:pt x="36760" y="3123"/>
                  </a:lnTo>
                  <a:lnTo>
                    <a:pt x="38201" y="4405"/>
                  </a:lnTo>
                  <a:lnTo>
                    <a:pt x="39173" y="5505"/>
                  </a:lnTo>
                  <a:lnTo>
                    <a:pt x="40614" y="6787"/>
                  </a:lnTo>
                  <a:lnTo>
                    <a:pt x="41755" y="8194"/>
                  </a:lnTo>
                  <a:lnTo>
                    <a:pt x="42427" y="9421"/>
                  </a:lnTo>
                  <a:lnTo>
                    <a:pt x="43570" y="10830"/>
                  </a:lnTo>
                  <a:lnTo>
                    <a:pt x="44544" y="11933"/>
                  </a:lnTo>
                  <a:lnTo>
                    <a:pt x="45688" y="13344"/>
                  </a:lnTo>
                  <a:lnTo>
                    <a:pt x="46363" y="14575"/>
                  </a:lnTo>
                  <a:lnTo>
                    <a:pt x="47001" y="15064"/>
                  </a:lnTo>
                  <a:lnTo>
                    <a:pt x="48486" y="17094"/>
                  </a:lnTo>
                  <a:lnTo>
                    <a:pt x="49932" y="18381"/>
                  </a:lnTo>
                  <a:lnTo>
                    <a:pt x="50610" y="19616"/>
                  </a:lnTo>
                  <a:lnTo>
                    <a:pt x="51589" y="20723"/>
                  </a:lnTo>
                  <a:lnTo>
                    <a:pt x="52866" y="21702"/>
                  </a:lnTo>
                  <a:lnTo>
                    <a:pt x="53887" y="23559"/>
                  </a:lnTo>
                  <a:lnTo>
                    <a:pt x="54659" y="24404"/>
                  </a:lnTo>
                  <a:lnTo>
                    <a:pt x="55117" y="25396"/>
                  </a:lnTo>
                  <a:lnTo>
                    <a:pt x="56033" y="26580"/>
                  </a:lnTo>
                  <a:lnTo>
                    <a:pt x="57710" y="28612"/>
                  </a:lnTo>
                  <a:lnTo>
                    <a:pt x="58471" y="30261"/>
                  </a:lnTo>
                  <a:lnTo>
                    <a:pt x="59535" y="30970"/>
                  </a:lnTo>
                  <a:lnTo>
                    <a:pt x="60143" y="32287"/>
                  </a:lnTo>
                  <a:lnTo>
                    <a:pt x="60459" y="32639"/>
                  </a:lnTo>
                  <a:lnTo>
                    <a:pt x="39368" y="44106"/>
                  </a:lnTo>
                  <a:lnTo>
                    <a:pt x="17857" y="55803"/>
                  </a:lnTo>
                  <a:lnTo>
                    <a:pt x="11156" y="41581"/>
                  </a:lnTo>
                  <a:lnTo>
                    <a:pt x="0" y="1790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g820"/>
            <p:cNvSpPr/>
            <p:nvPr/>
          </p:nvSpPr>
          <p:spPr>
            <a:xfrm>
              <a:off x="2416910" y="2243947"/>
              <a:ext cx="41343" cy="31135"/>
            </a:xfrm>
            <a:custGeom>
              <a:avLst/>
              <a:pathLst>
                <a:path w="41343" h="31135">
                  <a:moveTo>
                    <a:pt x="36202" y="16234"/>
                  </a:moveTo>
                  <a:lnTo>
                    <a:pt x="28358" y="20293"/>
                  </a:lnTo>
                  <a:lnTo>
                    <a:pt x="20692" y="24262"/>
                  </a:lnTo>
                  <a:lnTo>
                    <a:pt x="13350" y="28061"/>
                  </a:lnTo>
                  <a:lnTo>
                    <a:pt x="7411" y="31135"/>
                  </a:lnTo>
                  <a:lnTo>
                    <a:pt x="3898" y="23678"/>
                  </a:lnTo>
                  <a:lnTo>
                    <a:pt x="0" y="15403"/>
                  </a:lnTo>
                  <a:lnTo>
                    <a:pt x="13878" y="8864"/>
                  </a:lnTo>
                  <a:lnTo>
                    <a:pt x="32691" y="0"/>
                  </a:lnTo>
                  <a:lnTo>
                    <a:pt x="33614" y="1458"/>
                  </a:lnTo>
                  <a:lnTo>
                    <a:pt x="37478" y="7440"/>
                  </a:lnTo>
                  <a:lnTo>
                    <a:pt x="40815" y="12607"/>
                  </a:lnTo>
                  <a:lnTo>
                    <a:pt x="41343" y="135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g821"/>
            <p:cNvSpPr/>
            <p:nvPr/>
          </p:nvSpPr>
          <p:spPr>
            <a:xfrm>
              <a:off x="2476931" y="2333981"/>
              <a:ext cx="48969" cy="42451"/>
            </a:xfrm>
            <a:custGeom>
              <a:avLst/>
              <a:pathLst>
                <a:path w="48969" h="42451">
                  <a:moveTo>
                    <a:pt x="36545" y="30071"/>
                  </a:moveTo>
                  <a:lnTo>
                    <a:pt x="24356" y="37229"/>
                  </a:lnTo>
                  <a:lnTo>
                    <a:pt x="15463" y="42451"/>
                  </a:lnTo>
                  <a:lnTo>
                    <a:pt x="8387" y="31294"/>
                  </a:lnTo>
                  <a:lnTo>
                    <a:pt x="0" y="18070"/>
                  </a:lnTo>
                  <a:lnTo>
                    <a:pt x="8135" y="13450"/>
                  </a:lnTo>
                  <a:lnTo>
                    <a:pt x="14229" y="9989"/>
                  </a:lnTo>
                  <a:lnTo>
                    <a:pt x="20525" y="6414"/>
                  </a:lnTo>
                  <a:lnTo>
                    <a:pt x="31819" y="0"/>
                  </a:lnTo>
                  <a:lnTo>
                    <a:pt x="32085" y="530"/>
                  </a:lnTo>
                  <a:lnTo>
                    <a:pt x="32885" y="2124"/>
                  </a:lnTo>
                  <a:lnTo>
                    <a:pt x="33845" y="4036"/>
                  </a:lnTo>
                  <a:lnTo>
                    <a:pt x="34644" y="5630"/>
                  </a:lnTo>
                  <a:lnTo>
                    <a:pt x="35284" y="6905"/>
                  </a:lnTo>
                  <a:lnTo>
                    <a:pt x="36544" y="8667"/>
                  </a:lnTo>
                  <a:lnTo>
                    <a:pt x="37483" y="9791"/>
                  </a:lnTo>
                  <a:lnTo>
                    <a:pt x="38443" y="11704"/>
                  </a:lnTo>
                  <a:lnTo>
                    <a:pt x="39680" y="12676"/>
                  </a:lnTo>
                  <a:lnTo>
                    <a:pt x="40779" y="14118"/>
                  </a:lnTo>
                  <a:lnTo>
                    <a:pt x="42037" y="15878"/>
                  </a:lnTo>
                  <a:lnTo>
                    <a:pt x="43731" y="17014"/>
                  </a:lnTo>
                  <a:lnTo>
                    <a:pt x="44370" y="18289"/>
                  </a:lnTo>
                  <a:lnTo>
                    <a:pt x="45445" y="18939"/>
                  </a:lnTo>
                  <a:lnTo>
                    <a:pt x="46862" y="21017"/>
                  </a:lnTo>
                  <a:lnTo>
                    <a:pt x="48712" y="22468"/>
                  </a:lnTo>
                  <a:lnTo>
                    <a:pt x="48969" y="227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g822"/>
            <p:cNvSpPr/>
            <p:nvPr/>
          </p:nvSpPr>
          <p:spPr>
            <a:xfrm>
              <a:off x="2445135" y="2295771"/>
              <a:ext cx="62309" cy="54557"/>
            </a:xfrm>
            <a:custGeom>
              <a:avLst/>
              <a:pathLst>
                <a:path w="62309" h="54557">
                  <a:moveTo>
                    <a:pt x="45854" y="45131"/>
                  </a:moveTo>
                  <a:lnTo>
                    <a:pt x="28747" y="54557"/>
                  </a:lnTo>
                  <a:lnTo>
                    <a:pt x="14032" y="46240"/>
                  </a:lnTo>
                  <a:lnTo>
                    <a:pt x="9517" y="43688"/>
                  </a:lnTo>
                  <a:lnTo>
                    <a:pt x="5091" y="34293"/>
                  </a:lnTo>
                  <a:lnTo>
                    <a:pt x="0" y="23486"/>
                  </a:lnTo>
                  <a:lnTo>
                    <a:pt x="8674" y="18824"/>
                  </a:lnTo>
                  <a:lnTo>
                    <a:pt x="20832" y="12290"/>
                  </a:lnTo>
                  <a:lnTo>
                    <a:pt x="29659" y="7545"/>
                  </a:lnTo>
                  <a:lnTo>
                    <a:pt x="43733" y="0"/>
                  </a:lnTo>
                  <a:lnTo>
                    <a:pt x="44187" y="984"/>
                  </a:lnTo>
                  <a:lnTo>
                    <a:pt x="45547" y="3137"/>
                  </a:lnTo>
                  <a:lnTo>
                    <a:pt x="46754" y="4960"/>
                  </a:lnTo>
                  <a:lnTo>
                    <a:pt x="47658" y="6127"/>
                  </a:lnTo>
                  <a:lnTo>
                    <a:pt x="49161" y="7803"/>
                  </a:lnTo>
                  <a:lnTo>
                    <a:pt x="50063" y="9761"/>
                  </a:lnTo>
                  <a:lnTo>
                    <a:pt x="50814" y="11391"/>
                  </a:lnTo>
                  <a:lnTo>
                    <a:pt x="51565" y="13020"/>
                  </a:lnTo>
                  <a:lnTo>
                    <a:pt x="52314" y="14647"/>
                  </a:lnTo>
                  <a:lnTo>
                    <a:pt x="53064" y="16273"/>
                  </a:lnTo>
                  <a:lnTo>
                    <a:pt x="54280" y="18858"/>
                  </a:lnTo>
                  <a:lnTo>
                    <a:pt x="54617" y="20277"/>
                  </a:lnTo>
                  <a:lnTo>
                    <a:pt x="55593" y="22968"/>
                  </a:lnTo>
                  <a:lnTo>
                    <a:pt x="56249" y="25025"/>
                  </a:lnTo>
                  <a:lnTo>
                    <a:pt x="57048" y="26617"/>
                  </a:lnTo>
                  <a:lnTo>
                    <a:pt x="57687" y="27890"/>
                  </a:lnTo>
                  <a:lnTo>
                    <a:pt x="58646" y="29801"/>
                  </a:lnTo>
                  <a:lnTo>
                    <a:pt x="59285" y="31075"/>
                  </a:lnTo>
                  <a:lnTo>
                    <a:pt x="60385" y="32519"/>
                  </a:lnTo>
                  <a:lnTo>
                    <a:pt x="61343" y="34430"/>
                  </a:lnTo>
                  <a:lnTo>
                    <a:pt x="61823" y="35386"/>
                  </a:lnTo>
                  <a:lnTo>
                    <a:pt x="62309" y="360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g823"/>
            <p:cNvSpPr/>
            <p:nvPr/>
          </p:nvSpPr>
          <p:spPr>
            <a:xfrm>
              <a:off x="2499119" y="2029079"/>
              <a:ext cx="72638" cy="81360"/>
            </a:xfrm>
            <a:custGeom>
              <a:avLst/>
              <a:pathLst>
                <a:path w="72638" h="81360">
                  <a:moveTo>
                    <a:pt x="58750" y="78823"/>
                  </a:moveTo>
                  <a:lnTo>
                    <a:pt x="53891" y="73166"/>
                  </a:lnTo>
                  <a:lnTo>
                    <a:pt x="45782" y="63727"/>
                  </a:lnTo>
                  <a:lnTo>
                    <a:pt x="35174" y="51376"/>
                  </a:lnTo>
                  <a:lnTo>
                    <a:pt x="25675" y="40318"/>
                  </a:lnTo>
                  <a:lnTo>
                    <a:pt x="10469" y="22615"/>
                  </a:lnTo>
                  <a:lnTo>
                    <a:pt x="0" y="10426"/>
                  </a:lnTo>
                  <a:lnTo>
                    <a:pt x="11503" y="5300"/>
                  </a:lnTo>
                  <a:lnTo>
                    <a:pt x="23400" y="0"/>
                  </a:lnTo>
                  <a:lnTo>
                    <a:pt x="37210" y="20500"/>
                  </a:lnTo>
                  <a:lnTo>
                    <a:pt x="45885" y="33380"/>
                  </a:lnTo>
                  <a:lnTo>
                    <a:pt x="72638" y="73095"/>
                  </a:lnTo>
                  <a:lnTo>
                    <a:pt x="66519" y="76935"/>
                  </a:lnTo>
                  <a:lnTo>
                    <a:pt x="59470" y="813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g824"/>
            <p:cNvSpPr/>
            <p:nvPr/>
          </p:nvSpPr>
          <p:spPr>
            <a:xfrm>
              <a:off x="2569157" y="2014337"/>
              <a:ext cx="95738" cy="106491"/>
            </a:xfrm>
            <a:custGeom>
              <a:avLst/>
              <a:pathLst>
                <a:path w="95738" h="106491">
                  <a:moveTo>
                    <a:pt x="89711" y="41276"/>
                  </a:moveTo>
                  <a:lnTo>
                    <a:pt x="80847" y="49694"/>
                  </a:lnTo>
                  <a:lnTo>
                    <a:pt x="71674" y="58406"/>
                  </a:lnTo>
                  <a:lnTo>
                    <a:pt x="61965" y="67627"/>
                  </a:lnTo>
                  <a:lnTo>
                    <a:pt x="53492" y="75674"/>
                  </a:lnTo>
                  <a:lnTo>
                    <a:pt x="42638" y="85982"/>
                  </a:lnTo>
                  <a:lnTo>
                    <a:pt x="30362" y="97643"/>
                  </a:lnTo>
                  <a:lnTo>
                    <a:pt x="21045" y="106491"/>
                  </a:lnTo>
                  <a:lnTo>
                    <a:pt x="10300" y="87307"/>
                  </a:lnTo>
                  <a:lnTo>
                    <a:pt x="0" y="68915"/>
                  </a:lnTo>
                  <a:lnTo>
                    <a:pt x="6771" y="62414"/>
                  </a:lnTo>
                  <a:lnTo>
                    <a:pt x="15447" y="54084"/>
                  </a:lnTo>
                  <a:lnTo>
                    <a:pt x="22296" y="47507"/>
                  </a:lnTo>
                  <a:lnTo>
                    <a:pt x="29415" y="40672"/>
                  </a:lnTo>
                  <a:lnTo>
                    <a:pt x="38636" y="31819"/>
                  </a:lnTo>
                  <a:lnTo>
                    <a:pt x="47838" y="22984"/>
                  </a:lnTo>
                  <a:lnTo>
                    <a:pt x="55846" y="15294"/>
                  </a:lnTo>
                  <a:lnTo>
                    <a:pt x="64764" y="6732"/>
                  </a:lnTo>
                  <a:lnTo>
                    <a:pt x="71776" y="0"/>
                  </a:lnTo>
                  <a:lnTo>
                    <a:pt x="72150" y="51"/>
                  </a:lnTo>
                  <a:lnTo>
                    <a:pt x="84830" y="19134"/>
                  </a:lnTo>
                  <a:lnTo>
                    <a:pt x="95738" y="355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g825"/>
            <p:cNvSpPr/>
            <p:nvPr/>
          </p:nvSpPr>
          <p:spPr>
            <a:xfrm>
              <a:off x="2569541" y="2053607"/>
              <a:ext cx="141297" cy="127467"/>
            </a:xfrm>
            <a:custGeom>
              <a:avLst/>
              <a:pathLst>
                <a:path w="141297" h="127467">
                  <a:moveTo>
                    <a:pt x="110870" y="50386"/>
                  </a:moveTo>
                  <a:lnTo>
                    <a:pt x="98609" y="62381"/>
                  </a:lnTo>
                  <a:lnTo>
                    <a:pt x="89583" y="71210"/>
                  </a:lnTo>
                  <a:lnTo>
                    <a:pt x="81110" y="79499"/>
                  </a:lnTo>
                  <a:lnTo>
                    <a:pt x="71206" y="89187"/>
                  </a:lnTo>
                  <a:lnTo>
                    <a:pt x="61137" y="99037"/>
                  </a:lnTo>
                  <a:lnTo>
                    <a:pt x="32076" y="127467"/>
                  </a:lnTo>
                  <a:lnTo>
                    <a:pt x="16285" y="112527"/>
                  </a:lnTo>
                  <a:lnTo>
                    <a:pt x="672" y="97756"/>
                  </a:lnTo>
                  <a:lnTo>
                    <a:pt x="0" y="95390"/>
                  </a:lnTo>
                  <a:lnTo>
                    <a:pt x="10306" y="85786"/>
                  </a:lnTo>
                  <a:lnTo>
                    <a:pt x="22295" y="74615"/>
                  </a:lnTo>
                  <a:lnTo>
                    <a:pt x="33672" y="64014"/>
                  </a:lnTo>
                  <a:lnTo>
                    <a:pt x="43588" y="54774"/>
                  </a:lnTo>
                  <a:lnTo>
                    <a:pt x="53679" y="45372"/>
                  </a:lnTo>
                  <a:lnTo>
                    <a:pt x="61709" y="37890"/>
                  </a:lnTo>
                  <a:lnTo>
                    <a:pt x="71594" y="28679"/>
                  </a:lnTo>
                  <a:lnTo>
                    <a:pt x="81153" y="19772"/>
                  </a:lnTo>
                  <a:lnTo>
                    <a:pt x="102373" y="0"/>
                  </a:lnTo>
                  <a:lnTo>
                    <a:pt x="121945" y="10369"/>
                  </a:lnTo>
                  <a:lnTo>
                    <a:pt x="141297" y="20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g826"/>
            <p:cNvSpPr/>
            <p:nvPr/>
          </p:nvSpPr>
          <p:spPr>
            <a:xfrm>
              <a:off x="2606707" y="2077670"/>
              <a:ext cx="140591" cy="138976"/>
            </a:xfrm>
            <a:custGeom>
              <a:avLst/>
              <a:pathLst>
                <a:path w="140591" h="138976">
                  <a:moveTo>
                    <a:pt x="133305" y="34437"/>
                  </a:moveTo>
                  <a:lnTo>
                    <a:pt x="124658" y="43405"/>
                  </a:lnTo>
                  <a:lnTo>
                    <a:pt x="117343" y="50992"/>
                  </a:lnTo>
                  <a:lnTo>
                    <a:pt x="107790" y="60899"/>
                  </a:lnTo>
                  <a:lnTo>
                    <a:pt x="98541" y="70492"/>
                  </a:lnTo>
                  <a:lnTo>
                    <a:pt x="32509" y="138976"/>
                  </a:lnTo>
                  <a:lnTo>
                    <a:pt x="16989" y="124292"/>
                  </a:lnTo>
                  <a:lnTo>
                    <a:pt x="0" y="108219"/>
                  </a:lnTo>
                  <a:lnTo>
                    <a:pt x="15236" y="93314"/>
                  </a:lnTo>
                  <a:lnTo>
                    <a:pt x="29235" y="79620"/>
                  </a:lnTo>
                  <a:lnTo>
                    <a:pt x="38142" y="70907"/>
                  </a:lnTo>
                  <a:lnTo>
                    <a:pt x="47336" y="61912"/>
                  </a:lnTo>
                  <a:lnTo>
                    <a:pt x="56116" y="53323"/>
                  </a:lnTo>
                  <a:lnTo>
                    <a:pt x="64413" y="45207"/>
                  </a:lnTo>
                  <a:lnTo>
                    <a:pt x="110625" y="0"/>
                  </a:lnTo>
                  <a:lnTo>
                    <a:pt x="111919" y="685"/>
                  </a:lnTo>
                  <a:lnTo>
                    <a:pt x="124657" y="12323"/>
                  </a:lnTo>
                  <a:lnTo>
                    <a:pt x="140591" y="268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g827"/>
            <p:cNvSpPr/>
            <p:nvPr/>
          </p:nvSpPr>
          <p:spPr>
            <a:xfrm>
              <a:off x="2643684" y="2108699"/>
              <a:ext cx="179781" cy="168594"/>
            </a:xfrm>
            <a:custGeom>
              <a:avLst/>
              <a:pathLst>
                <a:path w="179781" h="168594">
                  <a:moveTo>
                    <a:pt x="112947" y="122933"/>
                  </a:moveTo>
                  <a:lnTo>
                    <a:pt x="104990" y="131661"/>
                  </a:lnTo>
                  <a:lnTo>
                    <a:pt x="97776" y="139573"/>
                  </a:lnTo>
                  <a:lnTo>
                    <a:pt x="88943" y="149263"/>
                  </a:lnTo>
                  <a:lnTo>
                    <a:pt x="71318" y="168594"/>
                  </a:lnTo>
                  <a:lnTo>
                    <a:pt x="61735" y="163819"/>
                  </a:lnTo>
                  <a:lnTo>
                    <a:pt x="46638" y="156295"/>
                  </a:lnTo>
                  <a:lnTo>
                    <a:pt x="40398" y="150392"/>
                  </a:lnTo>
                  <a:lnTo>
                    <a:pt x="29788" y="140354"/>
                  </a:lnTo>
                  <a:lnTo>
                    <a:pt x="11707" y="123248"/>
                  </a:lnTo>
                  <a:lnTo>
                    <a:pt x="0" y="112172"/>
                  </a:lnTo>
                  <a:lnTo>
                    <a:pt x="8058" y="103815"/>
                  </a:lnTo>
                  <a:lnTo>
                    <a:pt x="17101" y="94435"/>
                  </a:lnTo>
                  <a:lnTo>
                    <a:pt x="25340" y="85891"/>
                  </a:lnTo>
                  <a:lnTo>
                    <a:pt x="36090" y="74742"/>
                  </a:lnTo>
                  <a:lnTo>
                    <a:pt x="46238" y="64216"/>
                  </a:lnTo>
                  <a:lnTo>
                    <a:pt x="55108" y="55017"/>
                  </a:lnTo>
                  <a:lnTo>
                    <a:pt x="62875" y="46962"/>
                  </a:lnTo>
                  <a:lnTo>
                    <a:pt x="70930" y="38608"/>
                  </a:lnTo>
                  <a:lnTo>
                    <a:pt x="79728" y="29482"/>
                  </a:lnTo>
                  <a:lnTo>
                    <a:pt x="89652" y="19190"/>
                  </a:lnTo>
                  <a:lnTo>
                    <a:pt x="102262" y="6111"/>
                  </a:lnTo>
                  <a:lnTo>
                    <a:pt x="108155" y="0"/>
                  </a:lnTo>
                  <a:lnTo>
                    <a:pt x="116146" y="7300"/>
                  </a:lnTo>
                  <a:lnTo>
                    <a:pt x="124930" y="15325"/>
                  </a:lnTo>
                  <a:lnTo>
                    <a:pt x="131698" y="21508"/>
                  </a:lnTo>
                  <a:lnTo>
                    <a:pt x="139905" y="29006"/>
                  </a:lnTo>
                  <a:lnTo>
                    <a:pt x="147556" y="35997"/>
                  </a:lnTo>
                  <a:lnTo>
                    <a:pt x="157637" y="45206"/>
                  </a:lnTo>
                  <a:lnTo>
                    <a:pt x="169602" y="56137"/>
                  </a:lnTo>
                  <a:lnTo>
                    <a:pt x="179781" y="65438"/>
                  </a:lnTo>
                  <a:lnTo>
                    <a:pt x="168730" y="75803"/>
                  </a:lnTo>
                  <a:lnTo>
                    <a:pt x="159498" y="84462"/>
                  </a:lnTo>
                  <a:lnTo>
                    <a:pt x="154061" y="89561"/>
                  </a:lnTo>
                  <a:lnTo>
                    <a:pt x="148002" y="95244"/>
                  </a:lnTo>
                  <a:lnTo>
                    <a:pt x="134176" y="105003"/>
                  </a:lnTo>
                  <a:lnTo>
                    <a:pt x="126059" y="110731"/>
                  </a:lnTo>
                  <a:lnTo>
                    <a:pt x="120482" y="1146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g828"/>
            <p:cNvSpPr/>
            <p:nvPr/>
          </p:nvSpPr>
          <p:spPr>
            <a:xfrm>
              <a:off x="3447976" y="1508760"/>
              <a:ext cx="139436" cy="123420"/>
            </a:xfrm>
            <a:custGeom>
              <a:avLst/>
              <a:pathLst>
                <a:path w="139436" h="123420">
                  <a:moveTo>
                    <a:pt x="90520" y="110864"/>
                  </a:moveTo>
                  <a:lnTo>
                    <a:pt x="71552" y="111632"/>
                  </a:lnTo>
                  <a:lnTo>
                    <a:pt x="49274" y="123420"/>
                  </a:lnTo>
                  <a:lnTo>
                    <a:pt x="45754" y="116508"/>
                  </a:lnTo>
                  <a:lnTo>
                    <a:pt x="41201" y="107566"/>
                  </a:lnTo>
                  <a:lnTo>
                    <a:pt x="35471" y="96315"/>
                  </a:lnTo>
                  <a:lnTo>
                    <a:pt x="30245" y="86052"/>
                  </a:lnTo>
                  <a:lnTo>
                    <a:pt x="25872" y="77465"/>
                  </a:lnTo>
                  <a:lnTo>
                    <a:pt x="21008" y="67914"/>
                  </a:lnTo>
                  <a:lnTo>
                    <a:pt x="19395" y="64745"/>
                  </a:lnTo>
                  <a:lnTo>
                    <a:pt x="16875" y="56602"/>
                  </a:lnTo>
                  <a:lnTo>
                    <a:pt x="14299" y="48272"/>
                  </a:lnTo>
                  <a:lnTo>
                    <a:pt x="11596" y="39535"/>
                  </a:lnTo>
                  <a:lnTo>
                    <a:pt x="8847" y="30651"/>
                  </a:lnTo>
                  <a:lnTo>
                    <a:pt x="5955" y="21300"/>
                  </a:lnTo>
                  <a:lnTo>
                    <a:pt x="2678" y="10711"/>
                  </a:lnTo>
                  <a:lnTo>
                    <a:pt x="0" y="2052"/>
                  </a:lnTo>
                  <a:lnTo>
                    <a:pt x="6699" y="179"/>
                  </a:lnTo>
                  <a:lnTo>
                    <a:pt x="7342" y="0"/>
                  </a:lnTo>
                  <a:lnTo>
                    <a:pt x="113310" y="0"/>
                  </a:lnTo>
                  <a:lnTo>
                    <a:pt x="116066" y="11060"/>
                  </a:lnTo>
                  <a:lnTo>
                    <a:pt x="118876" y="22340"/>
                  </a:lnTo>
                  <a:lnTo>
                    <a:pt x="121211" y="31715"/>
                  </a:lnTo>
                  <a:lnTo>
                    <a:pt x="124234" y="43847"/>
                  </a:lnTo>
                  <a:lnTo>
                    <a:pt x="127012" y="54665"/>
                  </a:lnTo>
                  <a:lnTo>
                    <a:pt x="129824" y="65621"/>
                  </a:lnTo>
                  <a:lnTo>
                    <a:pt x="132044" y="74266"/>
                  </a:lnTo>
                  <a:lnTo>
                    <a:pt x="134624" y="84318"/>
                  </a:lnTo>
                  <a:lnTo>
                    <a:pt x="137015" y="93629"/>
                  </a:lnTo>
                  <a:lnTo>
                    <a:pt x="139436" y="103058"/>
                  </a:lnTo>
                  <a:lnTo>
                    <a:pt x="139287" y="105750"/>
                  </a:lnTo>
                  <a:lnTo>
                    <a:pt x="138388" y="122081"/>
                  </a:lnTo>
                  <a:lnTo>
                    <a:pt x="115585" y="121277"/>
                  </a:lnTo>
                  <a:lnTo>
                    <a:pt x="98024" y="1105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g829"/>
            <p:cNvSpPr/>
            <p:nvPr/>
          </p:nvSpPr>
          <p:spPr>
            <a:xfrm>
              <a:off x="3567643" y="1508760"/>
              <a:ext cx="78217" cy="121545"/>
            </a:xfrm>
            <a:custGeom>
              <a:avLst/>
              <a:pathLst>
                <a:path w="78217" h="121545">
                  <a:moveTo>
                    <a:pt x="54834" y="5919"/>
                  </a:moveTo>
                  <a:lnTo>
                    <a:pt x="57605" y="15637"/>
                  </a:lnTo>
                  <a:lnTo>
                    <a:pt x="60166" y="24623"/>
                  </a:lnTo>
                  <a:lnTo>
                    <a:pt x="63522" y="37141"/>
                  </a:lnTo>
                  <a:lnTo>
                    <a:pt x="65435" y="44275"/>
                  </a:lnTo>
                  <a:lnTo>
                    <a:pt x="67572" y="52244"/>
                  </a:lnTo>
                  <a:lnTo>
                    <a:pt x="70776" y="64195"/>
                  </a:lnTo>
                  <a:lnTo>
                    <a:pt x="73282" y="73539"/>
                  </a:lnTo>
                  <a:lnTo>
                    <a:pt x="73543" y="75654"/>
                  </a:lnTo>
                  <a:lnTo>
                    <a:pt x="74777" y="85648"/>
                  </a:lnTo>
                  <a:lnTo>
                    <a:pt x="75852" y="94355"/>
                  </a:lnTo>
                  <a:lnTo>
                    <a:pt x="78217" y="113507"/>
                  </a:lnTo>
                  <a:lnTo>
                    <a:pt x="63360" y="114550"/>
                  </a:lnTo>
                  <a:lnTo>
                    <a:pt x="59809" y="115260"/>
                  </a:lnTo>
                  <a:lnTo>
                    <a:pt x="48696" y="117485"/>
                  </a:lnTo>
                  <a:lnTo>
                    <a:pt x="28418" y="121545"/>
                  </a:lnTo>
                  <a:lnTo>
                    <a:pt x="26657" y="113332"/>
                  </a:lnTo>
                  <a:lnTo>
                    <a:pt x="24381" y="102719"/>
                  </a:lnTo>
                  <a:lnTo>
                    <a:pt x="22730" y="95018"/>
                  </a:lnTo>
                  <a:lnTo>
                    <a:pt x="21098" y="87409"/>
                  </a:lnTo>
                  <a:lnTo>
                    <a:pt x="18812" y="76747"/>
                  </a:lnTo>
                  <a:lnTo>
                    <a:pt x="16512" y="66023"/>
                  </a:lnTo>
                  <a:lnTo>
                    <a:pt x="15347" y="60591"/>
                  </a:lnTo>
                  <a:lnTo>
                    <a:pt x="14409" y="56888"/>
                  </a:lnTo>
                  <a:lnTo>
                    <a:pt x="10846" y="42822"/>
                  </a:lnTo>
                  <a:lnTo>
                    <a:pt x="8303" y="32783"/>
                  </a:lnTo>
                  <a:lnTo>
                    <a:pt x="6248" y="24668"/>
                  </a:lnTo>
                  <a:lnTo>
                    <a:pt x="4146" y="16372"/>
                  </a:lnTo>
                  <a:lnTo>
                    <a:pt x="1881" y="7429"/>
                  </a:lnTo>
                  <a:lnTo>
                    <a:pt x="0" y="0"/>
                  </a:lnTo>
                  <a:lnTo>
                    <a:pt x="5314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g830"/>
            <p:cNvSpPr/>
            <p:nvPr/>
          </p:nvSpPr>
          <p:spPr>
            <a:xfrm>
              <a:off x="3628253" y="1508760"/>
              <a:ext cx="11620" cy="18259"/>
            </a:xfrm>
            <a:custGeom>
              <a:avLst/>
              <a:pathLst>
                <a:path w="11620" h="18259">
                  <a:moveTo>
                    <a:pt x="10720" y="3187"/>
                  </a:moveTo>
                  <a:lnTo>
                    <a:pt x="8729" y="18259"/>
                  </a:lnTo>
                  <a:lnTo>
                    <a:pt x="3880" y="17616"/>
                  </a:lnTo>
                  <a:lnTo>
                    <a:pt x="0" y="0"/>
                  </a:lnTo>
                  <a:lnTo>
                    <a:pt x="1162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g831"/>
            <p:cNvSpPr/>
            <p:nvPr/>
          </p:nvSpPr>
          <p:spPr>
            <a:xfrm>
              <a:off x="3640582" y="1508760"/>
              <a:ext cx="59863" cy="55475"/>
            </a:xfrm>
            <a:custGeom>
              <a:avLst/>
              <a:pathLst>
                <a:path w="59863" h="55475">
                  <a:moveTo>
                    <a:pt x="978" y="3693"/>
                  </a:moveTo>
                  <a:lnTo>
                    <a:pt x="2092" y="0"/>
                  </a:lnTo>
                  <a:lnTo>
                    <a:pt x="59863" y="0"/>
                  </a:lnTo>
                  <a:lnTo>
                    <a:pt x="58323" y="5123"/>
                  </a:lnTo>
                  <a:lnTo>
                    <a:pt x="54713" y="17142"/>
                  </a:lnTo>
                  <a:lnTo>
                    <a:pt x="51429" y="28072"/>
                  </a:lnTo>
                  <a:lnTo>
                    <a:pt x="49475" y="34577"/>
                  </a:lnTo>
                  <a:lnTo>
                    <a:pt x="48139" y="37231"/>
                  </a:lnTo>
                  <a:lnTo>
                    <a:pt x="43777" y="45895"/>
                  </a:lnTo>
                  <a:lnTo>
                    <a:pt x="40302" y="52796"/>
                  </a:lnTo>
                  <a:lnTo>
                    <a:pt x="23668" y="51230"/>
                  </a:lnTo>
                  <a:lnTo>
                    <a:pt x="20382" y="50921"/>
                  </a:lnTo>
                  <a:lnTo>
                    <a:pt x="1773" y="55475"/>
                  </a:lnTo>
                  <a:lnTo>
                    <a:pt x="1382" y="44764"/>
                  </a:lnTo>
                  <a:lnTo>
                    <a:pt x="966" y="33399"/>
                  </a:lnTo>
                  <a:lnTo>
                    <a:pt x="647" y="24656"/>
                  </a:lnTo>
                  <a:lnTo>
                    <a:pt x="257" y="13999"/>
                  </a:lnTo>
                  <a:lnTo>
                    <a:pt x="0" y="694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g832"/>
            <p:cNvSpPr/>
            <p:nvPr/>
          </p:nvSpPr>
          <p:spPr>
            <a:xfrm>
              <a:off x="3684554" y="1508760"/>
              <a:ext cx="72740" cy="77177"/>
            </a:xfrm>
            <a:custGeom>
              <a:avLst/>
              <a:pathLst>
                <a:path w="72740" h="77177">
                  <a:moveTo>
                    <a:pt x="72033" y="2994"/>
                  </a:moveTo>
                  <a:lnTo>
                    <a:pt x="70228" y="10638"/>
                  </a:lnTo>
                  <a:lnTo>
                    <a:pt x="67975" y="20181"/>
                  </a:lnTo>
                  <a:lnTo>
                    <a:pt x="65947" y="28766"/>
                  </a:lnTo>
                  <a:lnTo>
                    <a:pt x="63752" y="38064"/>
                  </a:lnTo>
                  <a:lnTo>
                    <a:pt x="61040" y="49547"/>
                  </a:lnTo>
                  <a:lnTo>
                    <a:pt x="56313" y="69566"/>
                  </a:lnTo>
                  <a:lnTo>
                    <a:pt x="54516" y="77177"/>
                  </a:lnTo>
                  <a:lnTo>
                    <a:pt x="26982" y="71995"/>
                  </a:lnTo>
                  <a:lnTo>
                    <a:pt x="23937" y="71423"/>
                  </a:lnTo>
                  <a:lnTo>
                    <a:pt x="0" y="63781"/>
                  </a:lnTo>
                  <a:lnTo>
                    <a:pt x="4776" y="54015"/>
                  </a:lnTo>
                  <a:lnTo>
                    <a:pt x="8806" y="45777"/>
                  </a:lnTo>
                  <a:lnTo>
                    <a:pt x="10221" y="42883"/>
                  </a:lnTo>
                  <a:lnTo>
                    <a:pt x="11896" y="35467"/>
                  </a:lnTo>
                  <a:lnTo>
                    <a:pt x="14683" y="23122"/>
                  </a:lnTo>
                  <a:lnTo>
                    <a:pt x="17222" y="11877"/>
                  </a:lnTo>
                  <a:lnTo>
                    <a:pt x="19550" y="1567"/>
                  </a:lnTo>
                  <a:lnTo>
                    <a:pt x="19904" y="0"/>
                  </a:lnTo>
                  <a:lnTo>
                    <a:pt x="727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g833"/>
            <p:cNvSpPr/>
            <p:nvPr/>
          </p:nvSpPr>
          <p:spPr>
            <a:xfrm>
              <a:off x="3822634" y="1508760"/>
              <a:ext cx="76606" cy="45562"/>
            </a:xfrm>
            <a:custGeom>
              <a:avLst/>
              <a:pathLst>
                <a:path w="76606" h="45562">
                  <a:moveTo>
                    <a:pt x="57501" y="2822"/>
                  </a:moveTo>
                  <a:lnTo>
                    <a:pt x="64012" y="14595"/>
                  </a:lnTo>
                  <a:lnTo>
                    <a:pt x="70141" y="25678"/>
                  </a:lnTo>
                  <a:lnTo>
                    <a:pt x="76606" y="37368"/>
                  </a:lnTo>
                  <a:lnTo>
                    <a:pt x="61638" y="45562"/>
                  </a:lnTo>
                  <a:lnTo>
                    <a:pt x="50971" y="45491"/>
                  </a:lnTo>
                  <a:lnTo>
                    <a:pt x="21537" y="45295"/>
                  </a:lnTo>
                  <a:lnTo>
                    <a:pt x="16614" y="34940"/>
                  </a:lnTo>
                  <a:lnTo>
                    <a:pt x="10536" y="22159"/>
                  </a:lnTo>
                  <a:lnTo>
                    <a:pt x="0" y="0"/>
                  </a:lnTo>
                  <a:lnTo>
                    <a:pt x="5594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g834"/>
            <p:cNvSpPr/>
            <p:nvPr/>
          </p:nvSpPr>
          <p:spPr>
            <a:xfrm>
              <a:off x="3884231" y="1508760"/>
              <a:ext cx="110350" cy="119650"/>
            </a:xfrm>
            <a:custGeom>
              <a:avLst/>
              <a:pathLst>
                <a:path w="110350" h="119650">
                  <a:moveTo>
                    <a:pt x="58020" y="1196"/>
                  </a:moveTo>
                  <a:lnTo>
                    <a:pt x="61399" y="7391"/>
                  </a:lnTo>
                  <a:lnTo>
                    <a:pt x="66015" y="15856"/>
                  </a:lnTo>
                  <a:lnTo>
                    <a:pt x="70557" y="24183"/>
                  </a:lnTo>
                  <a:lnTo>
                    <a:pt x="74042" y="30573"/>
                  </a:lnTo>
                  <a:lnTo>
                    <a:pt x="77894" y="37635"/>
                  </a:lnTo>
                  <a:lnTo>
                    <a:pt x="81435" y="44127"/>
                  </a:lnTo>
                  <a:lnTo>
                    <a:pt x="85199" y="51030"/>
                  </a:lnTo>
                  <a:lnTo>
                    <a:pt x="90430" y="60620"/>
                  </a:lnTo>
                  <a:lnTo>
                    <a:pt x="94342" y="67793"/>
                  </a:lnTo>
                  <a:lnTo>
                    <a:pt x="98223" y="74909"/>
                  </a:lnTo>
                  <a:lnTo>
                    <a:pt x="103849" y="85224"/>
                  </a:lnTo>
                  <a:lnTo>
                    <a:pt x="110350" y="97144"/>
                  </a:lnTo>
                  <a:lnTo>
                    <a:pt x="100222" y="106714"/>
                  </a:lnTo>
                  <a:lnTo>
                    <a:pt x="87129" y="111190"/>
                  </a:lnTo>
                  <a:lnTo>
                    <a:pt x="62386" y="119650"/>
                  </a:lnTo>
                  <a:lnTo>
                    <a:pt x="43335" y="83031"/>
                  </a:lnTo>
                  <a:lnTo>
                    <a:pt x="37425" y="71672"/>
                  </a:lnTo>
                  <a:lnTo>
                    <a:pt x="31720" y="60707"/>
                  </a:lnTo>
                  <a:lnTo>
                    <a:pt x="26966" y="51608"/>
                  </a:lnTo>
                  <a:lnTo>
                    <a:pt x="22844" y="43720"/>
                  </a:lnTo>
                  <a:lnTo>
                    <a:pt x="17514" y="33519"/>
                  </a:lnTo>
                  <a:lnTo>
                    <a:pt x="9924" y="18992"/>
                  </a:lnTo>
                  <a:lnTo>
                    <a:pt x="3577" y="6846"/>
                  </a:lnTo>
                  <a:lnTo>
                    <a:pt x="0" y="0"/>
                  </a:lnTo>
                  <a:lnTo>
                    <a:pt x="5736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g835"/>
            <p:cNvSpPr/>
            <p:nvPr/>
          </p:nvSpPr>
          <p:spPr>
            <a:xfrm>
              <a:off x="3952207" y="1508760"/>
              <a:ext cx="65228" cy="97651"/>
            </a:xfrm>
            <a:custGeom>
              <a:avLst/>
              <a:pathLst>
                <a:path w="65228" h="97651">
                  <a:moveTo>
                    <a:pt x="49493" y="31435"/>
                  </a:moveTo>
                  <a:lnTo>
                    <a:pt x="61248" y="82912"/>
                  </a:lnTo>
                  <a:lnTo>
                    <a:pt x="65228" y="97316"/>
                  </a:lnTo>
                  <a:lnTo>
                    <a:pt x="56055" y="97651"/>
                  </a:lnTo>
                  <a:lnTo>
                    <a:pt x="49502" y="92963"/>
                  </a:lnTo>
                  <a:lnTo>
                    <a:pt x="44642" y="87368"/>
                  </a:lnTo>
                  <a:lnTo>
                    <a:pt x="31642" y="65405"/>
                  </a:lnTo>
                  <a:lnTo>
                    <a:pt x="20640" y="41530"/>
                  </a:lnTo>
                  <a:lnTo>
                    <a:pt x="11276" y="21210"/>
                  </a:lnTo>
                  <a:lnTo>
                    <a:pt x="0" y="0"/>
                  </a:lnTo>
                  <a:lnTo>
                    <a:pt x="42315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g836"/>
            <p:cNvSpPr/>
            <p:nvPr/>
          </p:nvSpPr>
          <p:spPr>
            <a:xfrm>
              <a:off x="4008044" y="1531601"/>
              <a:ext cx="63462" cy="73432"/>
            </a:xfrm>
            <a:custGeom>
              <a:avLst/>
              <a:pathLst>
                <a:path w="63462" h="73432">
                  <a:moveTo>
                    <a:pt x="25543" y="7018"/>
                  </a:moveTo>
                  <a:lnTo>
                    <a:pt x="48590" y="0"/>
                  </a:lnTo>
                  <a:lnTo>
                    <a:pt x="49621" y="4909"/>
                  </a:lnTo>
                  <a:lnTo>
                    <a:pt x="51770" y="15142"/>
                  </a:lnTo>
                  <a:lnTo>
                    <a:pt x="53969" y="25617"/>
                  </a:lnTo>
                  <a:lnTo>
                    <a:pt x="55693" y="33827"/>
                  </a:lnTo>
                  <a:lnTo>
                    <a:pt x="57562" y="42723"/>
                  </a:lnTo>
                  <a:lnTo>
                    <a:pt x="59272" y="50865"/>
                  </a:lnTo>
                  <a:lnTo>
                    <a:pt x="61707" y="62460"/>
                  </a:lnTo>
                  <a:lnTo>
                    <a:pt x="63462" y="70820"/>
                  </a:lnTo>
                  <a:lnTo>
                    <a:pt x="38396" y="72111"/>
                  </a:lnTo>
                  <a:lnTo>
                    <a:pt x="12746" y="73432"/>
                  </a:lnTo>
                  <a:lnTo>
                    <a:pt x="11248" y="66541"/>
                  </a:lnTo>
                  <a:lnTo>
                    <a:pt x="10080" y="61168"/>
                  </a:lnTo>
                  <a:lnTo>
                    <a:pt x="8477" y="53793"/>
                  </a:lnTo>
                  <a:lnTo>
                    <a:pt x="7054" y="47250"/>
                  </a:lnTo>
                  <a:lnTo>
                    <a:pt x="5208" y="38757"/>
                  </a:lnTo>
                  <a:lnTo>
                    <a:pt x="3882" y="32658"/>
                  </a:lnTo>
                  <a:lnTo>
                    <a:pt x="1531" y="21843"/>
                  </a:lnTo>
                  <a:lnTo>
                    <a:pt x="0" y="147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g837"/>
            <p:cNvSpPr/>
            <p:nvPr/>
          </p:nvSpPr>
          <p:spPr>
            <a:xfrm>
              <a:off x="4057997" y="1508760"/>
              <a:ext cx="59108" cy="95436"/>
            </a:xfrm>
            <a:custGeom>
              <a:avLst/>
              <a:pathLst>
                <a:path w="59108" h="95436">
                  <a:moveTo>
                    <a:pt x="27797" y="5491"/>
                  </a:moveTo>
                  <a:lnTo>
                    <a:pt x="30579" y="14528"/>
                  </a:lnTo>
                  <a:lnTo>
                    <a:pt x="33478" y="23945"/>
                  </a:lnTo>
                  <a:lnTo>
                    <a:pt x="36236" y="32905"/>
                  </a:lnTo>
                  <a:lnTo>
                    <a:pt x="39189" y="42499"/>
                  </a:lnTo>
                  <a:lnTo>
                    <a:pt x="41362" y="49558"/>
                  </a:lnTo>
                  <a:lnTo>
                    <a:pt x="43205" y="55547"/>
                  </a:lnTo>
                  <a:lnTo>
                    <a:pt x="46410" y="65958"/>
                  </a:lnTo>
                  <a:lnTo>
                    <a:pt x="50820" y="75255"/>
                  </a:lnTo>
                  <a:lnTo>
                    <a:pt x="59108" y="92724"/>
                  </a:lnTo>
                  <a:lnTo>
                    <a:pt x="55766" y="95436"/>
                  </a:lnTo>
                  <a:lnTo>
                    <a:pt x="46654" y="90448"/>
                  </a:lnTo>
                  <a:lnTo>
                    <a:pt x="41100" y="89996"/>
                  </a:lnTo>
                  <a:lnTo>
                    <a:pt x="27492" y="88890"/>
                  </a:lnTo>
                  <a:lnTo>
                    <a:pt x="6951" y="22475"/>
                  </a:lnTo>
                  <a:lnTo>
                    <a:pt x="0" y="0"/>
                  </a:lnTo>
                  <a:lnTo>
                    <a:pt x="2610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g838"/>
            <p:cNvSpPr/>
            <p:nvPr/>
          </p:nvSpPr>
          <p:spPr>
            <a:xfrm>
              <a:off x="3745361" y="1508760"/>
              <a:ext cx="69457" cy="88698"/>
            </a:xfrm>
            <a:custGeom>
              <a:avLst/>
              <a:pathLst>
                <a:path w="69457" h="88698">
                  <a:moveTo>
                    <a:pt x="69399" y="1728"/>
                  </a:moveTo>
                  <a:lnTo>
                    <a:pt x="69107" y="10452"/>
                  </a:lnTo>
                  <a:lnTo>
                    <a:pt x="68796" y="19744"/>
                  </a:lnTo>
                  <a:lnTo>
                    <a:pt x="68502" y="28489"/>
                  </a:lnTo>
                  <a:lnTo>
                    <a:pt x="68298" y="34592"/>
                  </a:lnTo>
                  <a:lnTo>
                    <a:pt x="65986" y="40040"/>
                  </a:lnTo>
                  <a:lnTo>
                    <a:pt x="61376" y="50906"/>
                  </a:lnTo>
                  <a:lnTo>
                    <a:pt x="57150" y="60867"/>
                  </a:lnTo>
                  <a:lnTo>
                    <a:pt x="51254" y="74763"/>
                  </a:lnTo>
                  <a:lnTo>
                    <a:pt x="47671" y="83209"/>
                  </a:lnTo>
                  <a:lnTo>
                    <a:pt x="45343" y="88698"/>
                  </a:lnTo>
                  <a:lnTo>
                    <a:pt x="22990" y="88560"/>
                  </a:lnTo>
                  <a:lnTo>
                    <a:pt x="1834" y="88430"/>
                  </a:lnTo>
                  <a:lnTo>
                    <a:pt x="0" y="74766"/>
                  </a:lnTo>
                  <a:lnTo>
                    <a:pt x="1263" y="69056"/>
                  </a:lnTo>
                  <a:lnTo>
                    <a:pt x="4761" y="53247"/>
                  </a:lnTo>
                  <a:lnTo>
                    <a:pt x="7068" y="42821"/>
                  </a:lnTo>
                  <a:lnTo>
                    <a:pt x="9540" y="31649"/>
                  </a:lnTo>
                  <a:lnTo>
                    <a:pt x="12051" y="20299"/>
                  </a:lnTo>
                  <a:lnTo>
                    <a:pt x="13969" y="11632"/>
                  </a:lnTo>
                  <a:lnTo>
                    <a:pt x="16462" y="365"/>
                  </a:lnTo>
                  <a:lnTo>
                    <a:pt x="16543" y="0"/>
                  </a:lnTo>
                  <a:lnTo>
                    <a:pt x="6945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g839"/>
            <p:cNvSpPr/>
            <p:nvPr/>
          </p:nvSpPr>
          <p:spPr>
            <a:xfrm>
              <a:off x="5030217" y="1508760"/>
              <a:ext cx="39101" cy="22210"/>
            </a:xfrm>
            <a:custGeom>
              <a:avLst/>
              <a:pathLst>
                <a:path w="39101" h="22210">
                  <a:moveTo>
                    <a:pt x="2881" y="16460"/>
                  </a:moveTo>
                  <a:lnTo>
                    <a:pt x="1313" y="7504"/>
                  </a:lnTo>
                  <a:lnTo>
                    <a:pt x="163" y="932"/>
                  </a:lnTo>
                  <a:lnTo>
                    <a:pt x="0" y="0"/>
                  </a:lnTo>
                  <a:lnTo>
                    <a:pt x="39101" y="0"/>
                  </a:lnTo>
                  <a:lnTo>
                    <a:pt x="20137" y="15244"/>
                  </a:lnTo>
                  <a:lnTo>
                    <a:pt x="3887" y="2221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g840"/>
            <p:cNvSpPr/>
            <p:nvPr/>
          </p:nvSpPr>
          <p:spPr>
            <a:xfrm>
              <a:off x="3641942" y="1584906"/>
              <a:ext cx="58070" cy="137185"/>
            </a:xfrm>
            <a:custGeom>
              <a:avLst/>
              <a:pathLst>
                <a:path w="58070" h="137185">
                  <a:moveTo>
                    <a:pt x="16224" y="1229"/>
                  </a:moveTo>
                  <a:lnTo>
                    <a:pt x="22963" y="0"/>
                  </a:lnTo>
                  <a:lnTo>
                    <a:pt x="33254" y="1541"/>
                  </a:lnTo>
                  <a:lnTo>
                    <a:pt x="39632" y="3976"/>
                  </a:lnTo>
                  <a:lnTo>
                    <a:pt x="40571" y="8949"/>
                  </a:lnTo>
                  <a:lnTo>
                    <a:pt x="42214" y="17650"/>
                  </a:lnTo>
                  <a:lnTo>
                    <a:pt x="44061" y="27429"/>
                  </a:lnTo>
                  <a:lnTo>
                    <a:pt x="45780" y="36529"/>
                  </a:lnTo>
                  <a:lnTo>
                    <a:pt x="47194" y="44019"/>
                  </a:lnTo>
                  <a:lnTo>
                    <a:pt x="48572" y="51313"/>
                  </a:lnTo>
                  <a:lnTo>
                    <a:pt x="49797" y="57796"/>
                  </a:lnTo>
                  <a:lnTo>
                    <a:pt x="51014" y="64241"/>
                  </a:lnTo>
                  <a:lnTo>
                    <a:pt x="52777" y="73574"/>
                  </a:lnTo>
                  <a:lnTo>
                    <a:pt x="54623" y="83352"/>
                  </a:lnTo>
                  <a:lnTo>
                    <a:pt x="55303" y="86248"/>
                  </a:lnTo>
                  <a:lnTo>
                    <a:pt x="56082" y="92537"/>
                  </a:lnTo>
                  <a:lnTo>
                    <a:pt x="57174" y="101347"/>
                  </a:lnTo>
                  <a:lnTo>
                    <a:pt x="57488" y="103884"/>
                  </a:lnTo>
                  <a:lnTo>
                    <a:pt x="58070" y="108577"/>
                  </a:lnTo>
                  <a:lnTo>
                    <a:pt x="41794" y="129058"/>
                  </a:lnTo>
                  <a:lnTo>
                    <a:pt x="36884" y="135236"/>
                  </a:lnTo>
                  <a:lnTo>
                    <a:pt x="31155" y="137185"/>
                  </a:lnTo>
                  <a:lnTo>
                    <a:pt x="21457" y="136059"/>
                  </a:lnTo>
                  <a:lnTo>
                    <a:pt x="12407" y="133066"/>
                  </a:lnTo>
                  <a:lnTo>
                    <a:pt x="11538" y="126437"/>
                  </a:lnTo>
                  <a:lnTo>
                    <a:pt x="10342" y="117325"/>
                  </a:lnTo>
                  <a:lnTo>
                    <a:pt x="9939" y="114246"/>
                  </a:lnTo>
                  <a:lnTo>
                    <a:pt x="9782" y="108406"/>
                  </a:lnTo>
                  <a:lnTo>
                    <a:pt x="9711" y="105765"/>
                  </a:lnTo>
                  <a:lnTo>
                    <a:pt x="9107" y="101888"/>
                  </a:lnTo>
                  <a:lnTo>
                    <a:pt x="7526" y="91756"/>
                  </a:lnTo>
                  <a:lnTo>
                    <a:pt x="6044" y="82253"/>
                  </a:lnTo>
                  <a:lnTo>
                    <a:pt x="4747" y="73935"/>
                  </a:lnTo>
                  <a:lnTo>
                    <a:pt x="3621" y="66714"/>
                  </a:lnTo>
                  <a:lnTo>
                    <a:pt x="2165" y="57378"/>
                  </a:lnTo>
                  <a:lnTo>
                    <a:pt x="842" y="48893"/>
                  </a:lnTo>
                  <a:lnTo>
                    <a:pt x="0" y="43493"/>
                  </a:lnTo>
                  <a:lnTo>
                    <a:pt x="9395" y="41664"/>
                  </a:lnTo>
                  <a:lnTo>
                    <a:pt x="11342" y="39084"/>
                  </a:lnTo>
                  <a:lnTo>
                    <a:pt x="12178" y="33923"/>
                  </a:lnTo>
                  <a:lnTo>
                    <a:pt x="10976" y="23571"/>
                  </a:lnTo>
                  <a:lnTo>
                    <a:pt x="9991" y="15082"/>
                  </a:lnTo>
                  <a:lnTo>
                    <a:pt x="10728" y="8441"/>
                  </a:lnTo>
                  <a:lnTo>
                    <a:pt x="11342" y="5050"/>
                  </a:lnTo>
                  <a:lnTo>
                    <a:pt x="13836" y="166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g841"/>
            <p:cNvSpPr/>
            <p:nvPr/>
          </p:nvSpPr>
          <p:spPr>
            <a:xfrm>
              <a:off x="3689383" y="1591864"/>
              <a:ext cx="59062" cy="75158"/>
            </a:xfrm>
            <a:custGeom>
              <a:avLst/>
              <a:pathLst>
                <a:path w="59062" h="75158">
                  <a:moveTo>
                    <a:pt x="27028" y="10318"/>
                  </a:moveTo>
                  <a:lnTo>
                    <a:pt x="51147" y="19525"/>
                  </a:lnTo>
                  <a:lnTo>
                    <a:pt x="52149" y="25298"/>
                  </a:lnTo>
                  <a:lnTo>
                    <a:pt x="53236" y="31559"/>
                  </a:lnTo>
                  <a:lnTo>
                    <a:pt x="54504" y="38864"/>
                  </a:lnTo>
                  <a:lnTo>
                    <a:pt x="55737" y="45969"/>
                  </a:lnTo>
                  <a:lnTo>
                    <a:pt x="56896" y="52646"/>
                  </a:lnTo>
                  <a:lnTo>
                    <a:pt x="58125" y="59723"/>
                  </a:lnTo>
                  <a:lnTo>
                    <a:pt x="59062" y="65121"/>
                  </a:lnTo>
                  <a:lnTo>
                    <a:pt x="34447" y="70469"/>
                  </a:lnTo>
                  <a:lnTo>
                    <a:pt x="12871" y="75158"/>
                  </a:lnTo>
                  <a:lnTo>
                    <a:pt x="10310" y="60204"/>
                  </a:lnTo>
                  <a:lnTo>
                    <a:pt x="8896" y="51948"/>
                  </a:lnTo>
                  <a:lnTo>
                    <a:pt x="7826" y="45697"/>
                  </a:lnTo>
                  <a:lnTo>
                    <a:pt x="5902" y="34462"/>
                  </a:lnTo>
                  <a:lnTo>
                    <a:pt x="4473" y="26121"/>
                  </a:lnTo>
                  <a:lnTo>
                    <a:pt x="2497" y="1458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g842"/>
            <p:cNvSpPr/>
            <p:nvPr/>
          </p:nvSpPr>
          <p:spPr>
            <a:xfrm>
              <a:off x="3744918" y="1610441"/>
              <a:ext cx="54047" cy="45547"/>
            </a:xfrm>
            <a:custGeom>
              <a:avLst/>
              <a:pathLst>
                <a:path w="54047" h="45547">
                  <a:moveTo>
                    <a:pt x="23580" y="1280"/>
                  </a:moveTo>
                  <a:lnTo>
                    <a:pt x="46069" y="0"/>
                  </a:lnTo>
                  <a:lnTo>
                    <a:pt x="47563" y="6658"/>
                  </a:lnTo>
                  <a:lnTo>
                    <a:pt x="49490" y="15249"/>
                  </a:lnTo>
                  <a:lnTo>
                    <a:pt x="51310" y="23362"/>
                  </a:lnTo>
                  <a:lnTo>
                    <a:pt x="52729" y="29691"/>
                  </a:lnTo>
                  <a:lnTo>
                    <a:pt x="54047" y="35566"/>
                  </a:lnTo>
                  <a:lnTo>
                    <a:pt x="30160" y="40756"/>
                  </a:lnTo>
                  <a:lnTo>
                    <a:pt x="8114" y="45547"/>
                  </a:lnTo>
                  <a:lnTo>
                    <a:pt x="6741" y="38283"/>
                  </a:lnTo>
                  <a:lnTo>
                    <a:pt x="5433" y="31362"/>
                  </a:lnTo>
                  <a:lnTo>
                    <a:pt x="3411" y="20670"/>
                  </a:lnTo>
                  <a:lnTo>
                    <a:pt x="1673" y="11477"/>
                  </a:lnTo>
                  <a:lnTo>
                    <a:pt x="0" y="26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g843"/>
            <p:cNvSpPr/>
            <p:nvPr/>
          </p:nvSpPr>
          <p:spPr>
            <a:xfrm>
              <a:off x="3496645" y="1632543"/>
              <a:ext cx="43851" cy="79101"/>
            </a:xfrm>
            <a:custGeom>
              <a:avLst/>
              <a:pathLst>
                <a:path w="43851" h="79101">
                  <a:moveTo>
                    <a:pt x="1790" y="6479"/>
                  </a:moveTo>
                  <a:lnTo>
                    <a:pt x="13213" y="3536"/>
                  </a:lnTo>
                  <a:lnTo>
                    <a:pt x="26941" y="0"/>
                  </a:lnTo>
                  <a:lnTo>
                    <a:pt x="27235" y="15846"/>
                  </a:lnTo>
                  <a:lnTo>
                    <a:pt x="29150" y="23884"/>
                  </a:lnTo>
                  <a:lnTo>
                    <a:pt x="31562" y="34010"/>
                  </a:lnTo>
                  <a:lnTo>
                    <a:pt x="34160" y="44917"/>
                  </a:lnTo>
                  <a:lnTo>
                    <a:pt x="37599" y="59356"/>
                  </a:lnTo>
                  <a:lnTo>
                    <a:pt x="38702" y="63988"/>
                  </a:lnTo>
                  <a:lnTo>
                    <a:pt x="43851" y="77148"/>
                  </a:lnTo>
                  <a:lnTo>
                    <a:pt x="31315" y="78514"/>
                  </a:lnTo>
                  <a:lnTo>
                    <a:pt x="28785" y="78789"/>
                  </a:lnTo>
                  <a:lnTo>
                    <a:pt x="25925" y="79101"/>
                  </a:lnTo>
                  <a:lnTo>
                    <a:pt x="14130" y="77803"/>
                  </a:lnTo>
                  <a:lnTo>
                    <a:pt x="12458" y="70277"/>
                  </a:lnTo>
                  <a:lnTo>
                    <a:pt x="11710" y="66909"/>
                  </a:lnTo>
                  <a:lnTo>
                    <a:pt x="7699" y="48854"/>
                  </a:lnTo>
                  <a:lnTo>
                    <a:pt x="2764" y="26641"/>
                  </a:lnTo>
                  <a:lnTo>
                    <a:pt x="641" y="17087"/>
                  </a:lnTo>
                  <a:lnTo>
                    <a:pt x="0" y="1419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g844"/>
            <p:cNvSpPr/>
            <p:nvPr/>
          </p:nvSpPr>
          <p:spPr>
            <a:xfrm>
              <a:off x="3530424" y="1632300"/>
              <a:ext cx="62905" cy="77090"/>
            </a:xfrm>
            <a:custGeom>
              <a:avLst/>
              <a:pathLst>
                <a:path w="62905" h="77090">
                  <a:moveTo>
                    <a:pt x="4522" y="35550"/>
                  </a:moveTo>
                  <a:lnTo>
                    <a:pt x="3440" y="27076"/>
                  </a:lnTo>
                  <a:lnTo>
                    <a:pt x="997" y="7927"/>
                  </a:lnTo>
                  <a:lnTo>
                    <a:pt x="0" y="113"/>
                  </a:lnTo>
                  <a:lnTo>
                    <a:pt x="5953" y="0"/>
                  </a:lnTo>
                  <a:lnTo>
                    <a:pt x="10656" y="1018"/>
                  </a:lnTo>
                  <a:lnTo>
                    <a:pt x="24610" y="2941"/>
                  </a:lnTo>
                  <a:lnTo>
                    <a:pt x="28439" y="3374"/>
                  </a:lnTo>
                  <a:lnTo>
                    <a:pt x="37407" y="4390"/>
                  </a:lnTo>
                  <a:lnTo>
                    <a:pt x="46671" y="5438"/>
                  </a:lnTo>
                  <a:lnTo>
                    <a:pt x="52581" y="4647"/>
                  </a:lnTo>
                  <a:lnTo>
                    <a:pt x="53881" y="15948"/>
                  </a:lnTo>
                  <a:lnTo>
                    <a:pt x="54476" y="21112"/>
                  </a:lnTo>
                  <a:lnTo>
                    <a:pt x="55679" y="32884"/>
                  </a:lnTo>
                  <a:lnTo>
                    <a:pt x="56706" y="42931"/>
                  </a:lnTo>
                  <a:lnTo>
                    <a:pt x="57342" y="49161"/>
                  </a:lnTo>
                  <a:lnTo>
                    <a:pt x="58298" y="53264"/>
                  </a:lnTo>
                  <a:lnTo>
                    <a:pt x="60027" y="60688"/>
                  </a:lnTo>
                  <a:lnTo>
                    <a:pt x="62315" y="70509"/>
                  </a:lnTo>
                  <a:lnTo>
                    <a:pt x="62905" y="75416"/>
                  </a:lnTo>
                  <a:lnTo>
                    <a:pt x="46986" y="75979"/>
                  </a:lnTo>
                  <a:lnTo>
                    <a:pt x="35832" y="76374"/>
                  </a:lnTo>
                  <a:lnTo>
                    <a:pt x="15605" y="77090"/>
                  </a:lnTo>
                  <a:lnTo>
                    <a:pt x="15147" y="74683"/>
                  </a:lnTo>
                  <a:lnTo>
                    <a:pt x="13210" y="69008"/>
                  </a:lnTo>
                  <a:lnTo>
                    <a:pt x="10100" y="59895"/>
                  </a:lnTo>
                  <a:lnTo>
                    <a:pt x="6151" y="483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g845"/>
            <p:cNvSpPr/>
            <p:nvPr/>
          </p:nvSpPr>
          <p:spPr>
            <a:xfrm>
              <a:off x="3592309" y="1629445"/>
              <a:ext cx="54919" cy="82944"/>
            </a:xfrm>
            <a:custGeom>
              <a:avLst/>
              <a:pathLst>
                <a:path w="54919" h="82944">
                  <a:moveTo>
                    <a:pt x="26021" y="2774"/>
                  </a:moveTo>
                  <a:lnTo>
                    <a:pt x="38770" y="1067"/>
                  </a:lnTo>
                  <a:lnTo>
                    <a:pt x="44257" y="0"/>
                  </a:lnTo>
                  <a:lnTo>
                    <a:pt x="45051" y="5049"/>
                  </a:lnTo>
                  <a:lnTo>
                    <a:pt x="47470" y="20429"/>
                  </a:lnTo>
                  <a:lnTo>
                    <a:pt x="48807" y="28925"/>
                  </a:lnTo>
                  <a:lnTo>
                    <a:pt x="50363" y="38818"/>
                  </a:lnTo>
                  <a:lnTo>
                    <a:pt x="51794" y="47912"/>
                  </a:lnTo>
                  <a:lnTo>
                    <a:pt x="53135" y="56435"/>
                  </a:lnTo>
                  <a:lnTo>
                    <a:pt x="54020" y="62063"/>
                  </a:lnTo>
                  <a:lnTo>
                    <a:pt x="54184" y="65741"/>
                  </a:lnTo>
                  <a:lnTo>
                    <a:pt x="54528" y="73479"/>
                  </a:lnTo>
                  <a:lnTo>
                    <a:pt x="54919" y="82285"/>
                  </a:lnTo>
                  <a:lnTo>
                    <a:pt x="44252" y="82944"/>
                  </a:lnTo>
                  <a:lnTo>
                    <a:pt x="37640" y="82349"/>
                  </a:lnTo>
                  <a:lnTo>
                    <a:pt x="34192" y="82039"/>
                  </a:lnTo>
                  <a:lnTo>
                    <a:pt x="18221" y="75131"/>
                  </a:lnTo>
                  <a:lnTo>
                    <a:pt x="8817" y="70371"/>
                  </a:lnTo>
                  <a:lnTo>
                    <a:pt x="8285" y="66505"/>
                  </a:lnTo>
                  <a:lnTo>
                    <a:pt x="7274" y="59151"/>
                  </a:lnTo>
                  <a:lnTo>
                    <a:pt x="6028" y="50094"/>
                  </a:lnTo>
                  <a:lnTo>
                    <a:pt x="4012" y="35434"/>
                  </a:lnTo>
                  <a:lnTo>
                    <a:pt x="2738" y="26172"/>
                  </a:lnTo>
                  <a:lnTo>
                    <a:pt x="880" y="12657"/>
                  </a:lnTo>
                  <a:lnTo>
                    <a:pt x="0" y="62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g846"/>
            <p:cNvSpPr/>
            <p:nvPr/>
          </p:nvSpPr>
          <p:spPr>
            <a:xfrm>
              <a:off x="3999862" y="1508760"/>
              <a:ext cx="55815" cy="33245"/>
            </a:xfrm>
            <a:custGeom>
              <a:avLst/>
              <a:pathLst>
                <a:path w="55815" h="33245">
                  <a:moveTo>
                    <a:pt x="52743" y="5699"/>
                  </a:moveTo>
                  <a:lnTo>
                    <a:pt x="54045" y="9854"/>
                  </a:lnTo>
                  <a:lnTo>
                    <a:pt x="55815" y="18283"/>
                  </a:lnTo>
                  <a:lnTo>
                    <a:pt x="33058" y="25291"/>
                  </a:lnTo>
                  <a:lnTo>
                    <a:pt x="7227" y="33245"/>
                  </a:lnTo>
                  <a:lnTo>
                    <a:pt x="4522" y="20801"/>
                  </a:lnTo>
                  <a:lnTo>
                    <a:pt x="2205" y="10146"/>
                  </a:lnTo>
                  <a:lnTo>
                    <a:pt x="0" y="0"/>
                  </a:lnTo>
                  <a:lnTo>
                    <a:pt x="5095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g847"/>
            <p:cNvSpPr/>
            <p:nvPr/>
          </p:nvSpPr>
          <p:spPr>
            <a:xfrm>
              <a:off x="4094161" y="1508760"/>
              <a:ext cx="85255" cy="126813"/>
            </a:xfrm>
            <a:custGeom>
              <a:avLst/>
              <a:pathLst>
                <a:path w="85255" h="126813">
                  <a:moveTo>
                    <a:pt x="31976" y="20141"/>
                  </a:moveTo>
                  <a:lnTo>
                    <a:pt x="37324" y="34946"/>
                  </a:lnTo>
                  <a:lnTo>
                    <a:pt x="48135" y="64284"/>
                  </a:lnTo>
                  <a:lnTo>
                    <a:pt x="58947" y="81766"/>
                  </a:lnTo>
                  <a:lnTo>
                    <a:pt x="85255" y="116511"/>
                  </a:lnTo>
                  <a:lnTo>
                    <a:pt x="72163" y="122078"/>
                  </a:lnTo>
                  <a:lnTo>
                    <a:pt x="65935" y="124726"/>
                  </a:lnTo>
                  <a:lnTo>
                    <a:pt x="58792" y="126813"/>
                  </a:lnTo>
                  <a:lnTo>
                    <a:pt x="55174" y="122261"/>
                  </a:lnTo>
                  <a:lnTo>
                    <a:pt x="49913" y="115642"/>
                  </a:lnTo>
                  <a:lnTo>
                    <a:pt x="37496" y="100020"/>
                  </a:lnTo>
                  <a:lnTo>
                    <a:pt x="34066" y="93846"/>
                  </a:lnTo>
                  <a:lnTo>
                    <a:pt x="28644" y="84085"/>
                  </a:lnTo>
                  <a:lnTo>
                    <a:pt x="22426" y="72893"/>
                  </a:lnTo>
                  <a:lnTo>
                    <a:pt x="18881" y="61343"/>
                  </a:lnTo>
                  <a:lnTo>
                    <a:pt x="15963" y="51831"/>
                  </a:lnTo>
                  <a:lnTo>
                    <a:pt x="13366" y="43366"/>
                  </a:lnTo>
                  <a:lnTo>
                    <a:pt x="8558" y="27696"/>
                  </a:lnTo>
                  <a:lnTo>
                    <a:pt x="4065" y="13055"/>
                  </a:lnTo>
                  <a:lnTo>
                    <a:pt x="2489" y="7918"/>
                  </a:lnTo>
                  <a:lnTo>
                    <a:pt x="0" y="0"/>
                  </a:lnTo>
                  <a:lnTo>
                    <a:pt x="2470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g848"/>
            <p:cNvSpPr/>
            <p:nvPr/>
          </p:nvSpPr>
          <p:spPr>
            <a:xfrm>
              <a:off x="2972376" y="1636249"/>
              <a:ext cx="91358" cy="123322"/>
            </a:xfrm>
            <a:custGeom>
              <a:avLst/>
              <a:pathLst>
                <a:path w="91358" h="123322">
                  <a:moveTo>
                    <a:pt x="69372" y="68833"/>
                  </a:moveTo>
                  <a:lnTo>
                    <a:pt x="77876" y="86955"/>
                  </a:lnTo>
                  <a:lnTo>
                    <a:pt x="85533" y="103272"/>
                  </a:lnTo>
                  <a:lnTo>
                    <a:pt x="91358" y="115688"/>
                  </a:lnTo>
                  <a:lnTo>
                    <a:pt x="74001" y="120095"/>
                  </a:lnTo>
                  <a:lnTo>
                    <a:pt x="61290" y="123322"/>
                  </a:lnTo>
                  <a:lnTo>
                    <a:pt x="49533" y="98800"/>
                  </a:lnTo>
                  <a:lnTo>
                    <a:pt x="43107" y="85395"/>
                  </a:lnTo>
                  <a:lnTo>
                    <a:pt x="45361" y="81243"/>
                  </a:lnTo>
                  <a:lnTo>
                    <a:pt x="46055" y="80026"/>
                  </a:lnTo>
                  <a:lnTo>
                    <a:pt x="46239" y="78644"/>
                  </a:lnTo>
                  <a:lnTo>
                    <a:pt x="45871" y="77514"/>
                  </a:lnTo>
                  <a:lnTo>
                    <a:pt x="45169" y="76548"/>
                  </a:lnTo>
                  <a:lnTo>
                    <a:pt x="40649" y="69665"/>
                  </a:lnTo>
                  <a:lnTo>
                    <a:pt x="20387" y="43265"/>
                  </a:lnTo>
                  <a:lnTo>
                    <a:pt x="0" y="16702"/>
                  </a:lnTo>
                  <a:lnTo>
                    <a:pt x="18776" y="8242"/>
                  </a:lnTo>
                  <a:lnTo>
                    <a:pt x="37071" y="0"/>
                  </a:lnTo>
                  <a:lnTo>
                    <a:pt x="42284" y="111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g849"/>
            <p:cNvSpPr/>
            <p:nvPr/>
          </p:nvSpPr>
          <p:spPr>
            <a:xfrm>
              <a:off x="3014543" y="1621046"/>
              <a:ext cx="110757" cy="155812"/>
            </a:xfrm>
            <a:custGeom>
              <a:avLst/>
              <a:pathLst>
                <a:path w="110757" h="155812">
                  <a:moveTo>
                    <a:pt x="19606" y="6797"/>
                  </a:moveTo>
                  <a:lnTo>
                    <a:pt x="42878" y="0"/>
                  </a:lnTo>
                  <a:lnTo>
                    <a:pt x="44277" y="1651"/>
                  </a:lnTo>
                  <a:lnTo>
                    <a:pt x="48725" y="10642"/>
                  </a:lnTo>
                  <a:lnTo>
                    <a:pt x="54006" y="21321"/>
                  </a:lnTo>
                  <a:lnTo>
                    <a:pt x="59444" y="32314"/>
                  </a:lnTo>
                  <a:lnTo>
                    <a:pt x="65045" y="43636"/>
                  </a:lnTo>
                  <a:lnTo>
                    <a:pt x="69765" y="53180"/>
                  </a:lnTo>
                  <a:lnTo>
                    <a:pt x="74804" y="63367"/>
                  </a:lnTo>
                  <a:lnTo>
                    <a:pt x="79515" y="72892"/>
                  </a:lnTo>
                  <a:lnTo>
                    <a:pt x="80565" y="75014"/>
                  </a:lnTo>
                  <a:lnTo>
                    <a:pt x="85423" y="84836"/>
                  </a:lnTo>
                  <a:lnTo>
                    <a:pt x="91374" y="96866"/>
                  </a:lnTo>
                  <a:lnTo>
                    <a:pt x="96704" y="107641"/>
                  </a:lnTo>
                  <a:lnTo>
                    <a:pt x="102119" y="118589"/>
                  </a:lnTo>
                  <a:lnTo>
                    <a:pt x="107862" y="130198"/>
                  </a:lnTo>
                  <a:lnTo>
                    <a:pt x="110757" y="136052"/>
                  </a:lnTo>
                  <a:lnTo>
                    <a:pt x="89011" y="145644"/>
                  </a:lnTo>
                  <a:lnTo>
                    <a:pt x="65963" y="155812"/>
                  </a:lnTo>
                  <a:lnTo>
                    <a:pt x="63864" y="151261"/>
                  </a:lnTo>
                  <a:lnTo>
                    <a:pt x="58832" y="140350"/>
                  </a:lnTo>
                  <a:lnTo>
                    <a:pt x="53811" y="129463"/>
                  </a:lnTo>
                  <a:lnTo>
                    <a:pt x="48866" y="118740"/>
                  </a:lnTo>
                  <a:lnTo>
                    <a:pt x="43303" y="106679"/>
                  </a:lnTo>
                  <a:lnTo>
                    <a:pt x="38038" y="95261"/>
                  </a:lnTo>
                  <a:lnTo>
                    <a:pt x="35837" y="90490"/>
                  </a:lnTo>
                  <a:lnTo>
                    <a:pt x="33074" y="84499"/>
                  </a:lnTo>
                  <a:lnTo>
                    <a:pt x="27800" y="73062"/>
                  </a:lnTo>
                  <a:lnTo>
                    <a:pt x="22924" y="62491"/>
                  </a:lnTo>
                  <a:lnTo>
                    <a:pt x="18435" y="52756"/>
                  </a:lnTo>
                  <a:lnTo>
                    <a:pt x="13787" y="42679"/>
                  </a:lnTo>
                  <a:lnTo>
                    <a:pt x="10078" y="34635"/>
                  </a:lnTo>
                  <a:lnTo>
                    <a:pt x="8868" y="31980"/>
                  </a:lnTo>
                  <a:lnTo>
                    <a:pt x="4119" y="21562"/>
                  </a:lnTo>
                  <a:lnTo>
                    <a:pt x="0" y="1252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g850"/>
            <p:cNvSpPr/>
            <p:nvPr/>
          </p:nvSpPr>
          <p:spPr>
            <a:xfrm>
              <a:off x="3065324" y="1605136"/>
              <a:ext cx="110407" cy="148857"/>
            </a:xfrm>
            <a:custGeom>
              <a:avLst/>
              <a:pathLst>
                <a:path w="110407" h="148857">
                  <a:moveTo>
                    <a:pt x="16504" y="47745"/>
                  </a:moveTo>
                  <a:lnTo>
                    <a:pt x="12068" y="38782"/>
                  </a:lnTo>
                  <a:lnTo>
                    <a:pt x="7398" y="29347"/>
                  </a:lnTo>
                  <a:lnTo>
                    <a:pt x="2437" y="19325"/>
                  </a:lnTo>
                  <a:lnTo>
                    <a:pt x="0" y="14400"/>
                  </a:lnTo>
                  <a:lnTo>
                    <a:pt x="24378" y="7061"/>
                  </a:lnTo>
                  <a:lnTo>
                    <a:pt x="47833" y="0"/>
                  </a:lnTo>
                  <a:lnTo>
                    <a:pt x="49697" y="4224"/>
                  </a:lnTo>
                  <a:lnTo>
                    <a:pt x="53956" y="13872"/>
                  </a:lnTo>
                  <a:lnTo>
                    <a:pt x="58026" y="23093"/>
                  </a:lnTo>
                  <a:lnTo>
                    <a:pt x="62096" y="32314"/>
                  </a:lnTo>
                  <a:lnTo>
                    <a:pt x="66662" y="42658"/>
                  </a:lnTo>
                  <a:lnTo>
                    <a:pt x="70948" y="52367"/>
                  </a:lnTo>
                  <a:lnTo>
                    <a:pt x="75451" y="62570"/>
                  </a:lnTo>
                  <a:lnTo>
                    <a:pt x="79848" y="72531"/>
                  </a:lnTo>
                  <a:lnTo>
                    <a:pt x="97596" y="112738"/>
                  </a:lnTo>
                  <a:lnTo>
                    <a:pt x="106821" y="133636"/>
                  </a:lnTo>
                  <a:lnTo>
                    <a:pt x="110407" y="141761"/>
                  </a:lnTo>
                  <a:lnTo>
                    <a:pt x="89726" y="145115"/>
                  </a:lnTo>
                  <a:lnTo>
                    <a:pt x="66660" y="148857"/>
                  </a:lnTo>
                  <a:lnTo>
                    <a:pt x="63755" y="142929"/>
                  </a:lnTo>
                  <a:lnTo>
                    <a:pt x="59530" y="134308"/>
                  </a:lnTo>
                  <a:lnTo>
                    <a:pt x="54486" y="124014"/>
                  </a:lnTo>
                  <a:lnTo>
                    <a:pt x="49153" y="113133"/>
                  </a:lnTo>
                  <a:lnTo>
                    <a:pt x="36313" y="86932"/>
                  </a:lnTo>
                  <a:lnTo>
                    <a:pt x="30656" y="75806"/>
                  </a:lnTo>
                  <a:lnTo>
                    <a:pt x="25754" y="66166"/>
                  </a:lnTo>
                  <a:lnTo>
                    <a:pt x="20804" y="5643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g851"/>
            <p:cNvSpPr/>
            <p:nvPr/>
          </p:nvSpPr>
          <p:spPr>
            <a:xfrm>
              <a:off x="3119790" y="1593582"/>
              <a:ext cx="93869" cy="130084"/>
            </a:xfrm>
            <a:custGeom>
              <a:avLst/>
              <a:pathLst>
                <a:path w="93869" h="130084">
                  <a:moveTo>
                    <a:pt x="23904" y="6148"/>
                  </a:moveTo>
                  <a:lnTo>
                    <a:pt x="45786" y="0"/>
                  </a:lnTo>
                  <a:lnTo>
                    <a:pt x="48343" y="5982"/>
                  </a:lnTo>
                  <a:lnTo>
                    <a:pt x="51713" y="13867"/>
                  </a:lnTo>
                  <a:lnTo>
                    <a:pt x="55285" y="22226"/>
                  </a:lnTo>
                  <a:lnTo>
                    <a:pt x="58989" y="30891"/>
                  </a:lnTo>
                  <a:lnTo>
                    <a:pt x="62627" y="39403"/>
                  </a:lnTo>
                  <a:lnTo>
                    <a:pt x="64353" y="43443"/>
                  </a:lnTo>
                  <a:lnTo>
                    <a:pt x="66111" y="47692"/>
                  </a:lnTo>
                  <a:lnTo>
                    <a:pt x="69922" y="56904"/>
                  </a:lnTo>
                  <a:lnTo>
                    <a:pt x="73863" y="66431"/>
                  </a:lnTo>
                  <a:lnTo>
                    <a:pt x="77860" y="76093"/>
                  </a:lnTo>
                  <a:lnTo>
                    <a:pt x="81388" y="84622"/>
                  </a:lnTo>
                  <a:lnTo>
                    <a:pt x="85191" y="93814"/>
                  </a:lnTo>
                  <a:lnTo>
                    <a:pt x="89230" y="103579"/>
                  </a:lnTo>
                  <a:lnTo>
                    <a:pt x="93869" y="114792"/>
                  </a:lnTo>
                  <a:lnTo>
                    <a:pt x="75002" y="121983"/>
                  </a:lnTo>
                  <a:lnTo>
                    <a:pt x="53749" y="130084"/>
                  </a:lnTo>
                  <a:lnTo>
                    <a:pt x="51385" y="124940"/>
                  </a:lnTo>
                  <a:lnTo>
                    <a:pt x="45801" y="112788"/>
                  </a:lnTo>
                  <a:lnTo>
                    <a:pt x="39564" y="99215"/>
                  </a:lnTo>
                  <a:lnTo>
                    <a:pt x="32984" y="84897"/>
                  </a:lnTo>
                  <a:lnTo>
                    <a:pt x="26029" y="69762"/>
                  </a:lnTo>
                  <a:lnTo>
                    <a:pt x="23043" y="63264"/>
                  </a:lnTo>
                  <a:lnTo>
                    <a:pt x="20466" y="57627"/>
                  </a:lnTo>
                  <a:lnTo>
                    <a:pt x="14479" y="44534"/>
                  </a:lnTo>
                  <a:lnTo>
                    <a:pt x="9113" y="32799"/>
                  </a:lnTo>
                  <a:lnTo>
                    <a:pt x="2782" y="18951"/>
                  </a:lnTo>
                  <a:lnTo>
                    <a:pt x="0" y="1286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g852"/>
            <p:cNvSpPr/>
            <p:nvPr/>
          </p:nvSpPr>
          <p:spPr>
            <a:xfrm>
              <a:off x="3168486" y="1573488"/>
              <a:ext cx="84962" cy="116721"/>
            </a:xfrm>
            <a:custGeom>
              <a:avLst/>
              <a:pathLst>
                <a:path w="84962" h="116721">
                  <a:moveTo>
                    <a:pt x="9460" y="10546"/>
                  </a:moveTo>
                  <a:lnTo>
                    <a:pt x="22809" y="6028"/>
                  </a:lnTo>
                  <a:lnTo>
                    <a:pt x="34543" y="3205"/>
                  </a:lnTo>
                  <a:lnTo>
                    <a:pt x="47872" y="0"/>
                  </a:lnTo>
                  <a:lnTo>
                    <a:pt x="50485" y="7545"/>
                  </a:lnTo>
                  <a:lnTo>
                    <a:pt x="54195" y="18260"/>
                  </a:lnTo>
                  <a:lnTo>
                    <a:pt x="57443" y="27641"/>
                  </a:lnTo>
                  <a:lnTo>
                    <a:pt x="61051" y="38061"/>
                  </a:lnTo>
                  <a:lnTo>
                    <a:pt x="64007" y="46597"/>
                  </a:lnTo>
                  <a:lnTo>
                    <a:pt x="67145" y="55661"/>
                  </a:lnTo>
                  <a:lnTo>
                    <a:pt x="70219" y="64538"/>
                  </a:lnTo>
                  <a:lnTo>
                    <a:pt x="73536" y="74119"/>
                  </a:lnTo>
                  <a:lnTo>
                    <a:pt x="75439" y="79614"/>
                  </a:lnTo>
                  <a:lnTo>
                    <a:pt x="76612" y="83002"/>
                  </a:lnTo>
                  <a:lnTo>
                    <a:pt x="79963" y="92678"/>
                  </a:lnTo>
                  <a:lnTo>
                    <a:pt x="83303" y="102325"/>
                  </a:lnTo>
                  <a:lnTo>
                    <a:pt x="84962" y="107118"/>
                  </a:lnTo>
                  <a:lnTo>
                    <a:pt x="67099" y="111599"/>
                  </a:lnTo>
                  <a:lnTo>
                    <a:pt x="46676" y="116721"/>
                  </a:lnTo>
                  <a:lnTo>
                    <a:pt x="44442" y="111812"/>
                  </a:lnTo>
                  <a:lnTo>
                    <a:pt x="39085" y="100038"/>
                  </a:lnTo>
                  <a:lnTo>
                    <a:pt x="34808" y="90638"/>
                  </a:lnTo>
                  <a:lnTo>
                    <a:pt x="33948" y="88749"/>
                  </a:lnTo>
                  <a:lnTo>
                    <a:pt x="30919" y="82057"/>
                  </a:lnTo>
                  <a:lnTo>
                    <a:pt x="27064" y="73539"/>
                  </a:lnTo>
                  <a:lnTo>
                    <a:pt x="22707" y="63914"/>
                  </a:lnTo>
                  <a:lnTo>
                    <a:pt x="18566" y="54765"/>
                  </a:lnTo>
                  <a:lnTo>
                    <a:pt x="14248" y="45226"/>
                  </a:lnTo>
                  <a:lnTo>
                    <a:pt x="9942" y="35713"/>
                  </a:lnTo>
                  <a:lnTo>
                    <a:pt x="5942" y="26877"/>
                  </a:lnTo>
                  <a:lnTo>
                    <a:pt x="1787" y="17698"/>
                  </a:lnTo>
                  <a:lnTo>
                    <a:pt x="0" y="137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g853"/>
            <p:cNvSpPr/>
            <p:nvPr/>
          </p:nvSpPr>
          <p:spPr>
            <a:xfrm>
              <a:off x="3227049" y="1573005"/>
              <a:ext cx="67284" cy="98609"/>
            </a:xfrm>
            <a:custGeom>
              <a:avLst/>
              <a:pathLst>
                <a:path w="67284" h="98609">
                  <a:moveTo>
                    <a:pt x="66410" y="11065"/>
                  </a:moveTo>
                  <a:lnTo>
                    <a:pt x="64569" y="22416"/>
                  </a:lnTo>
                  <a:lnTo>
                    <a:pt x="62931" y="32520"/>
                  </a:lnTo>
                  <a:lnTo>
                    <a:pt x="60971" y="44605"/>
                  </a:lnTo>
                  <a:lnTo>
                    <a:pt x="58839" y="57749"/>
                  </a:lnTo>
                  <a:lnTo>
                    <a:pt x="56813" y="70242"/>
                  </a:lnTo>
                  <a:lnTo>
                    <a:pt x="54497" y="84528"/>
                  </a:lnTo>
                  <a:lnTo>
                    <a:pt x="52213" y="98609"/>
                  </a:lnTo>
                  <a:lnTo>
                    <a:pt x="42339" y="98113"/>
                  </a:lnTo>
                  <a:lnTo>
                    <a:pt x="32228" y="97604"/>
                  </a:lnTo>
                  <a:lnTo>
                    <a:pt x="30060" y="91122"/>
                  </a:lnTo>
                  <a:lnTo>
                    <a:pt x="27376" y="83098"/>
                  </a:lnTo>
                  <a:lnTo>
                    <a:pt x="24495" y="74486"/>
                  </a:lnTo>
                  <a:lnTo>
                    <a:pt x="21647" y="65972"/>
                  </a:lnTo>
                  <a:lnTo>
                    <a:pt x="18492" y="56540"/>
                  </a:lnTo>
                  <a:lnTo>
                    <a:pt x="15159" y="46574"/>
                  </a:lnTo>
                  <a:lnTo>
                    <a:pt x="11689" y="36202"/>
                  </a:lnTo>
                  <a:lnTo>
                    <a:pt x="8662" y="27153"/>
                  </a:lnTo>
                  <a:lnTo>
                    <a:pt x="6182" y="19739"/>
                  </a:lnTo>
                  <a:lnTo>
                    <a:pt x="5125" y="16793"/>
                  </a:lnTo>
                  <a:lnTo>
                    <a:pt x="1230" y="5939"/>
                  </a:lnTo>
                  <a:lnTo>
                    <a:pt x="0" y="2511"/>
                  </a:lnTo>
                  <a:lnTo>
                    <a:pt x="22525" y="1255"/>
                  </a:lnTo>
                  <a:lnTo>
                    <a:pt x="33053" y="583"/>
                  </a:lnTo>
                  <a:lnTo>
                    <a:pt x="42182" y="0"/>
                  </a:lnTo>
                  <a:lnTo>
                    <a:pt x="67284" y="567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g854"/>
            <p:cNvSpPr/>
            <p:nvPr/>
          </p:nvSpPr>
          <p:spPr>
            <a:xfrm>
              <a:off x="2927526" y="1653932"/>
              <a:ext cx="79049" cy="85217"/>
            </a:xfrm>
            <a:custGeom>
              <a:avLst/>
              <a:pathLst>
                <a:path w="79049" h="85217">
                  <a:moveTo>
                    <a:pt x="58800" y="71860"/>
                  </a:moveTo>
                  <a:lnTo>
                    <a:pt x="30708" y="85217"/>
                  </a:lnTo>
                  <a:lnTo>
                    <a:pt x="21538" y="66170"/>
                  </a:lnTo>
                  <a:lnTo>
                    <a:pt x="18212" y="59261"/>
                  </a:lnTo>
                  <a:lnTo>
                    <a:pt x="15205" y="53017"/>
                  </a:lnTo>
                  <a:lnTo>
                    <a:pt x="12340" y="47066"/>
                  </a:lnTo>
                  <a:lnTo>
                    <a:pt x="8848" y="39812"/>
                  </a:lnTo>
                  <a:lnTo>
                    <a:pt x="5596" y="33057"/>
                  </a:lnTo>
                  <a:lnTo>
                    <a:pt x="2323" y="26259"/>
                  </a:lnTo>
                  <a:lnTo>
                    <a:pt x="0" y="21433"/>
                  </a:lnTo>
                  <a:lnTo>
                    <a:pt x="17427" y="11254"/>
                  </a:lnTo>
                  <a:lnTo>
                    <a:pt x="36693" y="0"/>
                  </a:lnTo>
                  <a:lnTo>
                    <a:pt x="38486" y="2284"/>
                  </a:lnTo>
                  <a:lnTo>
                    <a:pt x="42090" y="6877"/>
                  </a:lnTo>
                  <a:lnTo>
                    <a:pt x="45786" y="11588"/>
                  </a:lnTo>
                  <a:lnTo>
                    <a:pt x="49839" y="16753"/>
                  </a:lnTo>
                  <a:lnTo>
                    <a:pt x="54363" y="22519"/>
                  </a:lnTo>
                  <a:lnTo>
                    <a:pt x="58724" y="28077"/>
                  </a:lnTo>
                  <a:lnTo>
                    <a:pt x="63265" y="33865"/>
                  </a:lnTo>
                  <a:lnTo>
                    <a:pt x="67524" y="39292"/>
                  </a:lnTo>
                  <a:lnTo>
                    <a:pt x="71831" y="44781"/>
                  </a:lnTo>
                  <a:lnTo>
                    <a:pt x="76488" y="50717"/>
                  </a:lnTo>
                  <a:lnTo>
                    <a:pt x="79049" y="53981"/>
                  </a:lnTo>
                  <a:lnTo>
                    <a:pt x="65927" y="684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g855"/>
            <p:cNvSpPr/>
            <p:nvPr/>
          </p:nvSpPr>
          <p:spPr>
            <a:xfrm>
              <a:off x="2878211" y="1681409"/>
              <a:ext cx="79138" cy="111261"/>
            </a:xfrm>
            <a:custGeom>
              <a:avLst/>
              <a:pathLst>
                <a:path w="79138" h="111261">
                  <a:moveTo>
                    <a:pt x="20515" y="6929"/>
                  </a:moveTo>
                  <a:lnTo>
                    <a:pt x="44278" y="0"/>
                  </a:lnTo>
                  <a:lnTo>
                    <a:pt x="46488" y="4111"/>
                  </a:lnTo>
                  <a:lnTo>
                    <a:pt x="49340" y="9415"/>
                  </a:lnTo>
                  <a:lnTo>
                    <a:pt x="52382" y="15072"/>
                  </a:lnTo>
                  <a:lnTo>
                    <a:pt x="55701" y="21244"/>
                  </a:lnTo>
                  <a:lnTo>
                    <a:pt x="58913" y="27216"/>
                  </a:lnTo>
                  <a:lnTo>
                    <a:pt x="61925" y="32819"/>
                  </a:lnTo>
                  <a:lnTo>
                    <a:pt x="64605" y="37803"/>
                  </a:lnTo>
                  <a:lnTo>
                    <a:pt x="66760" y="41810"/>
                  </a:lnTo>
                  <a:lnTo>
                    <a:pt x="67336" y="43560"/>
                  </a:lnTo>
                  <a:lnTo>
                    <a:pt x="69327" y="49607"/>
                  </a:lnTo>
                  <a:lnTo>
                    <a:pt x="71214" y="55340"/>
                  </a:lnTo>
                  <a:lnTo>
                    <a:pt x="73098" y="61064"/>
                  </a:lnTo>
                  <a:lnTo>
                    <a:pt x="75056" y="67009"/>
                  </a:lnTo>
                  <a:lnTo>
                    <a:pt x="76952" y="72769"/>
                  </a:lnTo>
                  <a:lnTo>
                    <a:pt x="79138" y="79408"/>
                  </a:lnTo>
                  <a:lnTo>
                    <a:pt x="69029" y="89079"/>
                  </a:lnTo>
                  <a:lnTo>
                    <a:pt x="57121" y="100470"/>
                  </a:lnTo>
                  <a:lnTo>
                    <a:pt x="42378" y="105589"/>
                  </a:lnTo>
                  <a:lnTo>
                    <a:pt x="26043" y="111261"/>
                  </a:lnTo>
                  <a:lnTo>
                    <a:pt x="24830" y="106679"/>
                  </a:lnTo>
                  <a:lnTo>
                    <a:pt x="22818" y="99080"/>
                  </a:lnTo>
                  <a:lnTo>
                    <a:pt x="20881" y="91767"/>
                  </a:lnTo>
                  <a:lnTo>
                    <a:pt x="19000" y="84665"/>
                  </a:lnTo>
                  <a:lnTo>
                    <a:pt x="16988" y="77066"/>
                  </a:lnTo>
                  <a:lnTo>
                    <a:pt x="15009" y="69593"/>
                  </a:lnTo>
                  <a:lnTo>
                    <a:pt x="12787" y="61201"/>
                  </a:lnTo>
                  <a:lnTo>
                    <a:pt x="10617" y="53007"/>
                  </a:lnTo>
                  <a:lnTo>
                    <a:pt x="8609" y="45425"/>
                  </a:lnTo>
                  <a:lnTo>
                    <a:pt x="6668" y="38095"/>
                  </a:lnTo>
                  <a:lnTo>
                    <a:pt x="4562" y="30141"/>
                  </a:lnTo>
                  <a:lnTo>
                    <a:pt x="2504" y="22369"/>
                  </a:lnTo>
                  <a:lnTo>
                    <a:pt x="773" y="15831"/>
                  </a:lnTo>
                  <a:lnTo>
                    <a:pt x="0" y="129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g856"/>
            <p:cNvSpPr/>
            <p:nvPr/>
          </p:nvSpPr>
          <p:spPr>
            <a:xfrm>
              <a:off x="1965848" y="1508760"/>
              <a:ext cx="94658" cy="17093"/>
            </a:xfrm>
            <a:custGeom>
              <a:avLst/>
              <a:pathLst>
                <a:path w="94658" h="17093">
                  <a:moveTo>
                    <a:pt x="94658" y="612"/>
                  </a:moveTo>
                  <a:lnTo>
                    <a:pt x="86999" y="2148"/>
                  </a:lnTo>
                  <a:lnTo>
                    <a:pt x="80062" y="3539"/>
                  </a:lnTo>
                  <a:lnTo>
                    <a:pt x="73065" y="4942"/>
                  </a:lnTo>
                  <a:lnTo>
                    <a:pt x="65970" y="6365"/>
                  </a:lnTo>
                  <a:lnTo>
                    <a:pt x="58844" y="7794"/>
                  </a:lnTo>
                  <a:lnTo>
                    <a:pt x="52447" y="9077"/>
                  </a:lnTo>
                  <a:lnTo>
                    <a:pt x="44270" y="10717"/>
                  </a:lnTo>
                  <a:lnTo>
                    <a:pt x="36686" y="11809"/>
                  </a:lnTo>
                  <a:lnTo>
                    <a:pt x="27671" y="13108"/>
                  </a:lnTo>
                  <a:lnTo>
                    <a:pt x="19343" y="14307"/>
                  </a:lnTo>
                  <a:lnTo>
                    <a:pt x="11590" y="15424"/>
                  </a:lnTo>
                  <a:lnTo>
                    <a:pt x="4525" y="16441"/>
                  </a:lnTo>
                  <a:lnTo>
                    <a:pt x="0" y="170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g857"/>
            <p:cNvSpPr/>
            <p:nvPr/>
          </p:nvSpPr>
          <p:spPr>
            <a:xfrm>
              <a:off x="2298890" y="1508760"/>
              <a:ext cx="18160" cy="2496"/>
            </a:xfrm>
            <a:custGeom>
              <a:avLst/>
              <a:pathLst>
                <a:path w="18160" h="2496">
                  <a:moveTo>
                    <a:pt x="17892" y="1442"/>
                  </a:moveTo>
                  <a:lnTo>
                    <a:pt x="12068" y="2496"/>
                  </a:lnTo>
                  <a:lnTo>
                    <a:pt x="0" y="0"/>
                  </a:lnTo>
                  <a:lnTo>
                    <a:pt x="181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g858"/>
            <p:cNvSpPr/>
            <p:nvPr/>
          </p:nvSpPr>
          <p:spPr>
            <a:xfrm>
              <a:off x="2322718" y="1508760"/>
              <a:ext cx="52679" cy="13588"/>
            </a:xfrm>
            <a:custGeom>
              <a:avLst/>
              <a:pathLst>
                <a:path w="52679" h="13588">
                  <a:moveTo>
                    <a:pt x="42901" y="12098"/>
                  </a:moveTo>
                  <a:lnTo>
                    <a:pt x="31766" y="10064"/>
                  </a:lnTo>
                  <a:lnTo>
                    <a:pt x="19491" y="7822"/>
                  </a:lnTo>
                  <a:lnTo>
                    <a:pt x="7449" y="5622"/>
                  </a:lnTo>
                  <a:lnTo>
                    <a:pt x="0" y="4261"/>
                  </a:lnTo>
                  <a:lnTo>
                    <a:pt x="874" y="0"/>
                  </a:lnTo>
                  <a:lnTo>
                    <a:pt x="52679" y="0"/>
                  </a:lnTo>
                  <a:lnTo>
                    <a:pt x="52133" y="4565"/>
                  </a:lnTo>
                  <a:lnTo>
                    <a:pt x="51053" y="1358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g859"/>
            <p:cNvSpPr/>
            <p:nvPr/>
          </p:nvSpPr>
          <p:spPr>
            <a:xfrm>
              <a:off x="2387807" y="1508760"/>
              <a:ext cx="166737" cy="37954"/>
            </a:xfrm>
            <a:custGeom>
              <a:avLst/>
              <a:pathLst>
                <a:path w="166737" h="37954">
                  <a:moveTo>
                    <a:pt x="101745" y="1791"/>
                  </a:moveTo>
                  <a:lnTo>
                    <a:pt x="166737" y="13339"/>
                  </a:lnTo>
                  <a:lnTo>
                    <a:pt x="165943" y="19622"/>
                  </a:lnTo>
                  <a:lnTo>
                    <a:pt x="164266" y="32888"/>
                  </a:lnTo>
                  <a:lnTo>
                    <a:pt x="163625" y="37954"/>
                  </a:lnTo>
                  <a:lnTo>
                    <a:pt x="158664" y="36806"/>
                  </a:lnTo>
                  <a:lnTo>
                    <a:pt x="149215" y="34618"/>
                  </a:lnTo>
                  <a:lnTo>
                    <a:pt x="139308" y="33313"/>
                  </a:lnTo>
                  <a:lnTo>
                    <a:pt x="129697" y="32048"/>
                  </a:lnTo>
                  <a:lnTo>
                    <a:pt x="119639" y="30723"/>
                  </a:lnTo>
                  <a:lnTo>
                    <a:pt x="109342" y="29366"/>
                  </a:lnTo>
                  <a:lnTo>
                    <a:pt x="97813" y="27848"/>
                  </a:lnTo>
                  <a:lnTo>
                    <a:pt x="85525" y="26230"/>
                  </a:lnTo>
                  <a:lnTo>
                    <a:pt x="74236" y="24743"/>
                  </a:lnTo>
                  <a:lnTo>
                    <a:pt x="64162" y="23416"/>
                  </a:lnTo>
                  <a:lnTo>
                    <a:pt x="53831" y="22055"/>
                  </a:lnTo>
                  <a:lnTo>
                    <a:pt x="43037" y="21159"/>
                  </a:lnTo>
                  <a:lnTo>
                    <a:pt x="32041" y="20246"/>
                  </a:lnTo>
                  <a:lnTo>
                    <a:pt x="20258" y="19267"/>
                  </a:lnTo>
                  <a:lnTo>
                    <a:pt x="9099" y="18341"/>
                  </a:lnTo>
                  <a:lnTo>
                    <a:pt x="0" y="17585"/>
                  </a:lnTo>
                  <a:lnTo>
                    <a:pt x="506" y="12155"/>
                  </a:lnTo>
                  <a:lnTo>
                    <a:pt x="1639" y="0"/>
                  </a:lnTo>
                  <a:lnTo>
                    <a:pt x="9166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g860"/>
            <p:cNvSpPr/>
            <p:nvPr/>
          </p:nvSpPr>
          <p:spPr>
            <a:xfrm>
              <a:off x="2376671" y="1539983"/>
              <a:ext cx="47936" cy="37883"/>
            </a:xfrm>
            <a:custGeom>
              <a:avLst/>
              <a:pathLst>
                <a:path w="47936" h="37883">
                  <a:moveTo>
                    <a:pt x="47242" y="11094"/>
                  </a:moveTo>
                  <a:lnTo>
                    <a:pt x="46120" y="20765"/>
                  </a:lnTo>
                  <a:lnTo>
                    <a:pt x="45523" y="25908"/>
                  </a:lnTo>
                  <a:lnTo>
                    <a:pt x="42327" y="31261"/>
                  </a:lnTo>
                  <a:lnTo>
                    <a:pt x="38372" y="37883"/>
                  </a:lnTo>
                  <a:lnTo>
                    <a:pt x="19404" y="27269"/>
                  </a:lnTo>
                  <a:lnTo>
                    <a:pt x="0" y="16411"/>
                  </a:lnTo>
                  <a:lnTo>
                    <a:pt x="4893" y="8021"/>
                  </a:lnTo>
                  <a:lnTo>
                    <a:pt x="9571" y="0"/>
                  </a:lnTo>
                  <a:lnTo>
                    <a:pt x="27328" y="2362"/>
                  </a:lnTo>
                  <a:lnTo>
                    <a:pt x="47936" y="51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g861"/>
            <p:cNvSpPr/>
            <p:nvPr/>
          </p:nvSpPr>
          <p:spPr>
            <a:xfrm>
              <a:off x="2067207" y="1511729"/>
              <a:ext cx="112851" cy="105518"/>
            </a:xfrm>
            <a:custGeom>
              <a:avLst/>
              <a:pathLst>
                <a:path w="112851" h="105518">
                  <a:moveTo>
                    <a:pt x="73483" y="16695"/>
                  </a:moveTo>
                  <a:lnTo>
                    <a:pt x="55275" y="41566"/>
                  </a:lnTo>
                  <a:lnTo>
                    <a:pt x="62426" y="46264"/>
                  </a:lnTo>
                  <a:lnTo>
                    <a:pt x="74344" y="54095"/>
                  </a:lnTo>
                  <a:lnTo>
                    <a:pt x="84802" y="60966"/>
                  </a:lnTo>
                  <a:lnTo>
                    <a:pt x="94621" y="67417"/>
                  </a:lnTo>
                  <a:lnTo>
                    <a:pt x="104752" y="74073"/>
                  </a:lnTo>
                  <a:lnTo>
                    <a:pt x="112851" y="79395"/>
                  </a:lnTo>
                  <a:lnTo>
                    <a:pt x="110463" y="83108"/>
                  </a:lnTo>
                  <a:lnTo>
                    <a:pt x="104597" y="92227"/>
                  </a:lnTo>
                  <a:lnTo>
                    <a:pt x="98756" y="101309"/>
                  </a:lnTo>
                  <a:lnTo>
                    <a:pt x="96049" y="105518"/>
                  </a:lnTo>
                  <a:lnTo>
                    <a:pt x="90771" y="101779"/>
                  </a:lnTo>
                  <a:lnTo>
                    <a:pt x="83440" y="96584"/>
                  </a:lnTo>
                  <a:lnTo>
                    <a:pt x="76458" y="91637"/>
                  </a:lnTo>
                  <a:lnTo>
                    <a:pt x="69143" y="86455"/>
                  </a:lnTo>
                  <a:lnTo>
                    <a:pt x="62604" y="81821"/>
                  </a:lnTo>
                  <a:lnTo>
                    <a:pt x="55145" y="76536"/>
                  </a:lnTo>
                  <a:lnTo>
                    <a:pt x="47822" y="71348"/>
                  </a:lnTo>
                  <a:lnTo>
                    <a:pt x="40822" y="66388"/>
                  </a:lnTo>
                  <a:lnTo>
                    <a:pt x="32903" y="60777"/>
                  </a:lnTo>
                  <a:lnTo>
                    <a:pt x="25428" y="55481"/>
                  </a:lnTo>
                  <a:lnTo>
                    <a:pt x="17372" y="49773"/>
                  </a:lnTo>
                  <a:lnTo>
                    <a:pt x="8424" y="43433"/>
                  </a:lnTo>
                  <a:lnTo>
                    <a:pt x="4128" y="40389"/>
                  </a:lnTo>
                  <a:lnTo>
                    <a:pt x="1848" y="26629"/>
                  </a:lnTo>
                  <a:lnTo>
                    <a:pt x="0" y="15472"/>
                  </a:lnTo>
                  <a:lnTo>
                    <a:pt x="5504" y="9846"/>
                  </a:lnTo>
                  <a:lnTo>
                    <a:pt x="6744" y="9679"/>
                  </a:lnTo>
                  <a:lnTo>
                    <a:pt x="45998" y="4420"/>
                  </a:lnTo>
                  <a:lnTo>
                    <a:pt x="8570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g862"/>
            <p:cNvSpPr/>
            <p:nvPr/>
          </p:nvSpPr>
          <p:spPr>
            <a:xfrm>
              <a:off x="2179544" y="1516255"/>
              <a:ext cx="127773" cy="139323"/>
            </a:xfrm>
            <a:custGeom>
              <a:avLst/>
              <a:pathLst>
                <a:path w="127773" h="139323">
                  <a:moveTo>
                    <a:pt x="126559" y="14808"/>
                  </a:moveTo>
                  <a:lnTo>
                    <a:pt x="122963" y="19982"/>
                  </a:lnTo>
                  <a:lnTo>
                    <a:pt x="119258" y="25314"/>
                  </a:lnTo>
                  <a:lnTo>
                    <a:pt x="115452" y="30791"/>
                  </a:lnTo>
                  <a:lnTo>
                    <a:pt x="111369" y="36667"/>
                  </a:lnTo>
                  <a:lnTo>
                    <a:pt x="107462" y="42290"/>
                  </a:lnTo>
                  <a:lnTo>
                    <a:pt x="103208" y="48411"/>
                  </a:lnTo>
                  <a:lnTo>
                    <a:pt x="98753" y="54822"/>
                  </a:lnTo>
                  <a:lnTo>
                    <a:pt x="94385" y="61108"/>
                  </a:lnTo>
                  <a:lnTo>
                    <a:pt x="89996" y="67425"/>
                  </a:lnTo>
                  <a:lnTo>
                    <a:pt x="85624" y="73717"/>
                  </a:lnTo>
                  <a:lnTo>
                    <a:pt x="81226" y="80045"/>
                  </a:lnTo>
                  <a:lnTo>
                    <a:pt x="76802" y="86412"/>
                  </a:lnTo>
                  <a:lnTo>
                    <a:pt x="72753" y="92239"/>
                  </a:lnTo>
                  <a:lnTo>
                    <a:pt x="68379" y="98533"/>
                  </a:lnTo>
                  <a:lnTo>
                    <a:pt x="64099" y="104693"/>
                  </a:lnTo>
                  <a:lnTo>
                    <a:pt x="60235" y="110253"/>
                  </a:lnTo>
                  <a:lnTo>
                    <a:pt x="55595" y="116931"/>
                  </a:lnTo>
                  <a:lnTo>
                    <a:pt x="51237" y="123202"/>
                  </a:lnTo>
                  <a:lnTo>
                    <a:pt x="46915" y="129422"/>
                  </a:lnTo>
                  <a:lnTo>
                    <a:pt x="42631" y="135587"/>
                  </a:lnTo>
                  <a:lnTo>
                    <a:pt x="40035" y="139323"/>
                  </a:lnTo>
                  <a:lnTo>
                    <a:pt x="35387" y="136236"/>
                  </a:lnTo>
                  <a:lnTo>
                    <a:pt x="29269" y="132172"/>
                  </a:lnTo>
                  <a:lnTo>
                    <a:pt x="22978" y="127993"/>
                  </a:lnTo>
                  <a:lnTo>
                    <a:pt x="17055" y="124057"/>
                  </a:lnTo>
                  <a:lnTo>
                    <a:pt x="10670" y="119816"/>
                  </a:lnTo>
                  <a:lnTo>
                    <a:pt x="4671" y="115831"/>
                  </a:lnTo>
                  <a:lnTo>
                    <a:pt x="0" y="112728"/>
                  </a:lnTo>
                  <a:lnTo>
                    <a:pt x="1197" y="110871"/>
                  </a:lnTo>
                  <a:lnTo>
                    <a:pt x="3264" y="107668"/>
                  </a:lnTo>
                  <a:lnTo>
                    <a:pt x="6101" y="103271"/>
                  </a:lnTo>
                  <a:lnTo>
                    <a:pt x="9080" y="98654"/>
                  </a:lnTo>
                  <a:lnTo>
                    <a:pt x="11969" y="94176"/>
                  </a:lnTo>
                  <a:lnTo>
                    <a:pt x="15089" y="89341"/>
                  </a:lnTo>
                  <a:lnTo>
                    <a:pt x="18206" y="84510"/>
                  </a:lnTo>
                  <a:lnTo>
                    <a:pt x="21339" y="79654"/>
                  </a:lnTo>
                  <a:lnTo>
                    <a:pt x="24259" y="75128"/>
                  </a:lnTo>
                  <a:lnTo>
                    <a:pt x="27590" y="69965"/>
                  </a:lnTo>
                  <a:lnTo>
                    <a:pt x="30685" y="65168"/>
                  </a:lnTo>
                  <a:lnTo>
                    <a:pt x="33883" y="60212"/>
                  </a:lnTo>
                  <a:lnTo>
                    <a:pt x="37138" y="55166"/>
                  </a:lnTo>
                  <a:lnTo>
                    <a:pt x="40538" y="49897"/>
                  </a:lnTo>
                  <a:lnTo>
                    <a:pt x="43410" y="45446"/>
                  </a:lnTo>
                  <a:lnTo>
                    <a:pt x="46292" y="40978"/>
                  </a:lnTo>
                  <a:lnTo>
                    <a:pt x="49266" y="36369"/>
                  </a:lnTo>
                  <a:lnTo>
                    <a:pt x="52575" y="31241"/>
                  </a:lnTo>
                  <a:lnTo>
                    <a:pt x="55843" y="26175"/>
                  </a:lnTo>
                  <a:lnTo>
                    <a:pt x="58757" y="21659"/>
                  </a:lnTo>
                  <a:lnTo>
                    <a:pt x="61785" y="16965"/>
                  </a:lnTo>
                  <a:lnTo>
                    <a:pt x="64376" y="12951"/>
                  </a:lnTo>
                  <a:lnTo>
                    <a:pt x="66833" y="9142"/>
                  </a:lnTo>
                  <a:lnTo>
                    <a:pt x="68973" y="5825"/>
                  </a:lnTo>
                  <a:lnTo>
                    <a:pt x="71124" y="2492"/>
                  </a:lnTo>
                  <a:lnTo>
                    <a:pt x="72732" y="0"/>
                  </a:lnTo>
                  <a:lnTo>
                    <a:pt x="99466" y="3415"/>
                  </a:lnTo>
                  <a:lnTo>
                    <a:pt x="122730" y="8061"/>
                  </a:lnTo>
                  <a:lnTo>
                    <a:pt x="127773" y="1306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g863"/>
            <p:cNvSpPr/>
            <p:nvPr/>
          </p:nvSpPr>
          <p:spPr>
            <a:xfrm>
              <a:off x="2229081" y="1532732"/>
              <a:ext cx="142122" cy="157008"/>
            </a:xfrm>
            <a:custGeom>
              <a:avLst/>
              <a:pathLst>
                <a:path w="142122" h="157008">
                  <a:moveTo>
                    <a:pt x="1924" y="125852"/>
                  </a:moveTo>
                  <a:lnTo>
                    <a:pt x="5526" y="120707"/>
                  </a:lnTo>
                  <a:lnTo>
                    <a:pt x="9349" y="115247"/>
                  </a:lnTo>
                  <a:lnTo>
                    <a:pt x="13428" y="109421"/>
                  </a:lnTo>
                  <a:lnTo>
                    <a:pt x="18204" y="102598"/>
                  </a:lnTo>
                  <a:lnTo>
                    <a:pt x="22559" y="96377"/>
                  </a:lnTo>
                  <a:lnTo>
                    <a:pt x="27202" y="89745"/>
                  </a:lnTo>
                  <a:lnTo>
                    <a:pt x="31347" y="83824"/>
                  </a:lnTo>
                  <a:lnTo>
                    <a:pt x="35326" y="78141"/>
                  </a:lnTo>
                  <a:lnTo>
                    <a:pt x="39393" y="72331"/>
                  </a:lnTo>
                  <a:lnTo>
                    <a:pt x="43726" y="66142"/>
                  </a:lnTo>
                  <a:lnTo>
                    <a:pt x="47926" y="60142"/>
                  </a:lnTo>
                  <a:lnTo>
                    <a:pt x="52314" y="53874"/>
                  </a:lnTo>
                  <a:lnTo>
                    <a:pt x="56437" y="47985"/>
                  </a:lnTo>
                  <a:lnTo>
                    <a:pt x="60382" y="42350"/>
                  </a:lnTo>
                  <a:lnTo>
                    <a:pt x="64095" y="37046"/>
                  </a:lnTo>
                  <a:lnTo>
                    <a:pt x="68084" y="31348"/>
                  </a:lnTo>
                  <a:lnTo>
                    <a:pt x="72018" y="25728"/>
                  </a:lnTo>
                  <a:lnTo>
                    <a:pt x="75731" y="20425"/>
                  </a:lnTo>
                  <a:lnTo>
                    <a:pt x="79432" y="15138"/>
                  </a:lnTo>
                  <a:lnTo>
                    <a:pt x="83688" y="9059"/>
                  </a:lnTo>
                  <a:lnTo>
                    <a:pt x="87611" y="3455"/>
                  </a:lnTo>
                  <a:lnTo>
                    <a:pt x="90030" y="0"/>
                  </a:lnTo>
                  <a:lnTo>
                    <a:pt x="102634" y="2041"/>
                  </a:lnTo>
                  <a:lnTo>
                    <a:pt x="126157" y="5852"/>
                  </a:lnTo>
                  <a:lnTo>
                    <a:pt x="142122" y="8439"/>
                  </a:lnTo>
                  <a:lnTo>
                    <a:pt x="139004" y="13221"/>
                  </a:lnTo>
                  <a:lnTo>
                    <a:pt x="135022" y="19327"/>
                  </a:lnTo>
                  <a:lnTo>
                    <a:pt x="131901" y="24112"/>
                  </a:lnTo>
                  <a:lnTo>
                    <a:pt x="130955" y="25503"/>
                  </a:lnTo>
                  <a:lnTo>
                    <a:pt x="126584" y="31928"/>
                  </a:lnTo>
                  <a:lnTo>
                    <a:pt x="122091" y="38533"/>
                  </a:lnTo>
                  <a:lnTo>
                    <a:pt x="116920" y="46134"/>
                  </a:lnTo>
                  <a:lnTo>
                    <a:pt x="111922" y="53482"/>
                  </a:lnTo>
                  <a:lnTo>
                    <a:pt x="107188" y="60440"/>
                  </a:lnTo>
                  <a:lnTo>
                    <a:pt x="102722" y="67006"/>
                  </a:lnTo>
                  <a:lnTo>
                    <a:pt x="98006" y="73939"/>
                  </a:lnTo>
                  <a:lnTo>
                    <a:pt x="93116" y="81128"/>
                  </a:lnTo>
                  <a:lnTo>
                    <a:pt x="88277" y="88240"/>
                  </a:lnTo>
                  <a:lnTo>
                    <a:pt x="82988" y="96015"/>
                  </a:lnTo>
                  <a:lnTo>
                    <a:pt x="77477" y="104116"/>
                  </a:lnTo>
                  <a:lnTo>
                    <a:pt x="71851" y="112388"/>
                  </a:lnTo>
                  <a:lnTo>
                    <a:pt x="66896" y="119671"/>
                  </a:lnTo>
                  <a:lnTo>
                    <a:pt x="61659" y="127370"/>
                  </a:lnTo>
                  <a:lnTo>
                    <a:pt x="56347" y="135179"/>
                  </a:lnTo>
                  <a:lnTo>
                    <a:pt x="51661" y="142067"/>
                  </a:lnTo>
                  <a:lnTo>
                    <a:pt x="47574" y="148076"/>
                  </a:lnTo>
                  <a:lnTo>
                    <a:pt x="43642" y="153856"/>
                  </a:lnTo>
                  <a:lnTo>
                    <a:pt x="41497" y="157008"/>
                  </a:lnTo>
                  <a:lnTo>
                    <a:pt x="27019" y="147098"/>
                  </a:lnTo>
                  <a:lnTo>
                    <a:pt x="16640" y="139993"/>
                  </a:lnTo>
                  <a:lnTo>
                    <a:pt x="7766" y="133919"/>
                  </a:lnTo>
                  <a:lnTo>
                    <a:pt x="0" y="1286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g864"/>
            <p:cNvSpPr/>
            <p:nvPr/>
          </p:nvSpPr>
          <p:spPr>
            <a:xfrm>
              <a:off x="2281516" y="1559345"/>
              <a:ext cx="131927" cy="163982"/>
            </a:xfrm>
            <a:custGeom>
              <a:avLst/>
              <a:pathLst>
                <a:path w="131927" h="163982">
                  <a:moveTo>
                    <a:pt x="130281" y="27572"/>
                  </a:moveTo>
                  <a:lnTo>
                    <a:pt x="127033" y="32635"/>
                  </a:lnTo>
                  <a:lnTo>
                    <a:pt x="123310" y="38436"/>
                  </a:lnTo>
                  <a:lnTo>
                    <a:pt x="119495" y="44381"/>
                  </a:lnTo>
                  <a:lnTo>
                    <a:pt x="115411" y="50746"/>
                  </a:lnTo>
                  <a:lnTo>
                    <a:pt x="111270" y="57199"/>
                  </a:lnTo>
                  <a:lnTo>
                    <a:pt x="107427" y="63188"/>
                  </a:lnTo>
                  <a:lnTo>
                    <a:pt x="103446" y="69392"/>
                  </a:lnTo>
                  <a:lnTo>
                    <a:pt x="99558" y="75449"/>
                  </a:lnTo>
                  <a:lnTo>
                    <a:pt x="95948" y="81076"/>
                  </a:lnTo>
                  <a:lnTo>
                    <a:pt x="92035" y="87174"/>
                  </a:lnTo>
                  <a:lnTo>
                    <a:pt x="88272" y="93038"/>
                  </a:lnTo>
                  <a:lnTo>
                    <a:pt x="84559" y="98825"/>
                  </a:lnTo>
                  <a:lnTo>
                    <a:pt x="80869" y="104575"/>
                  </a:lnTo>
                  <a:lnTo>
                    <a:pt x="76784" y="110940"/>
                  </a:lnTo>
                  <a:lnTo>
                    <a:pt x="73148" y="116607"/>
                  </a:lnTo>
                  <a:lnTo>
                    <a:pt x="69012" y="123052"/>
                  </a:lnTo>
                  <a:lnTo>
                    <a:pt x="65221" y="128961"/>
                  </a:lnTo>
                  <a:lnTo>
                    <a:pt x="61535" y="134704"/>
                  </a:lnTo>
                  <a:lnTo>
                    <a:pt x="57521" y="140959"/>
                  </a:lnTo>
                  <a:lnTo>
                    <a:pt x="53507" y="147215"/>
                  </a:lnTo>
                  <a:lnTo>
                    <a:pt x="49296" y="153778"/>
                  </a:lnTo>
                  <a:lnTo>
                    <a:pt x="45357" y="159916"/>
                  </a:lnTo>
                  <a:lnTo>
                    <a:pt x="43357" y="163032"/>
                  </a:lnTo>
                  <a:lnTo>
                    <a:pt x="35304" y="163982"/>
                  </a:lnTo>
                  <a:lnTo>
                    <a:pt x="32156" y="161650"/>
                  </a:lnTo>
                  <a:lnTo>
                    <a:pt x="25371" y="156625"/>
                  </a:lnTo>
                  <a:lnTo>
                    <a:pt x="18561" y="151582"/>
                  </a:lnTo>
                  <a:lnTo>
                    <a:pt x="11955" y="146689"/>
                  </a:lnTo>
                  <a:lnTo>
                    <a:pt x="5383" y="141822"/>
                  </a:lnTo>
                  <a:lnTo>
                    <a:pt x="1893" y="139237"/>
                  </a:lnTo>
                  <a:lnTo>
                    <a:pt x="0" y="134858"/>
                  </a:lnTo>
                  <a:lnTo>
                    <a:pt x="800" y="133656"/>
                  </a:lnTo>
                  <a:lnTo>
                    <a:pt x="4761" y="127707"/>
                  </a:lnTo>
                  <a:lnTo>
                    <a:pt x="8158" y="122607"/>
                  </a:lnTo>
                  <a:lnTo>
                    <a:pt x="11357" y="117804"/>
                  </a:lnTo>
                  <a:lnTo>
                    <a:pt x="14836" y="112580"/>
                  </a:lnTo>
                  <a:lnTo>
                    <a:pt x="18748" y="106705"/>
                  </a:lnTo>
                  <a:lnTo>
                    <a:pt x="22511" y="101055"/>
                  </a:lnTo>
                  <a:lnTo>
                    <a:pt x="26981" y="94343"/>
                  </a:lnTo>
                  <a:lnTo>
                    <a:pt x="30844" y="88542"/>
                  </a:lnTo>
                  <a:lnTo>
                    <a:pt x="34829" y="82558"/>
                  </a:lnTo>
                  <a:lnTo>
                    <a:pt x="38869" y="76492"/>
                  </a:lnTo>
                  <a:lnTo>
                    <a:pt x="42864" y="70493"/>
                  </a:lnTo>
                  <a:lnTo>
                    <a:pt x="47309" y="63818"/>
                  </a:lnTo>
                  <a:lnTo>
                    <a:pt x="51450" y="57600"/>
                  </a:lnTo>
                  <a:lnTo>
                    <a:pt x="55640" y="51310"/>
                  </a:lnTo>
                  <a:lnTo>
                    <a:pt x="59344" y="45747"/>
                  </a:lnTo>
                  <a:lnTo>
                    <a:pt x="63318" y="39780"/>
                  </a:lnTo>
                  <a:lnTo>
                    <a:pt x="67227" y="33911"/>
                  </a:lnTo>
                  <a:lnTo>
                    <a:pt x="71500" y="27494"/>
                  </a:lnTo>
                  <a:lnTo>
                    <a:pt x="75573" y="21378"/>
                  </a:lnTo>
                  <a:lnTo>
                    <a:pt x="79299" y="15783"/>
                  </a:lnTo>
                  <a:lnTo>
                    <a:pt x="82926" y="10337"/>
                  </a:lnTo>
                  <a:lnTo>
                    <a:pt x="87099" y="4070"/>
                  </a:lnTo>
                  <a:lnTo>
                    <a:pt x="89810" y="0"/>
                  </a:lnTo>
                  <a:lnTo>
                    <a:pt x="121873" y="19039"/>
                  </a:lnTo>
                  <a:lnTo>
                    <a:pt x="131927" y="2500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g865"/>
            <p:cNvSpPr/>
            <p:nvPr/>
          </p:nvSpPr>
          <p:spPr>
            <a:xfrm>
              <a:off x="1965848" y="1552825"/>
              <a:ext cx="12474" cy="27462"/>
            </a:xfrm>
            <a:custGeom>
              <a:avLst/>
              <a:pathLst>
                <a:path w="12474" h="27462">
                  <a:moveTo>
                    <a:pt x="7768" y="5018"/>
                  </a:moveTo>
                  <a:lnTo>
                    <a:pt x="12474" y="8057"/>
                  </a:lnTo>
                  <a:lnTo>
                    <a:pt x="10102" y="11746"/>
                  </a:lnTo>
                  <a:lnTo>
                    <a:pt x="6984" y="16598"/>
                  </a:lnTo>
                  <a:lnTo>
                    <a:pt x="4041" y="21176"/>
                  </a:lnTo>
                  <a:lnTo>
                    <a:pt x="795" y="26225"/>
                  </a:lnTo>
                  <a:lnTo>
                    <a:pt x="0" y="2746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g866"/>
            <p:cNvSpPr/>
            <p:nvPr/>
          </p:nvSpPr>
          <p:spPr>
            <a:xfrm>
              <a:off x="1965848" y="1527105"/>
              <a:ext cx="89224" cy="166713"/>
            </a:xfrm>
            <a:custGeom>
              <a:avLst/>
              <a:pathLst>
                <a:path w="89224" h="166713">
                  <a:moveTo>
                    <a:pt x="86280" y="28867"/>
                  </a:moveTo>
                  <a:lnTo>
                    <a:pt x="82884" y="34291"/>
                  </a:lnTo>
                  <a:lnTo>
                    <a:pt x="79626" y="39497"/>
                  </a:lnTo>
                  <a:lnTo>
                    <a:pt x="76028" y="45245"/>
                  </a:lnTo>
                  <a:lnTo>
                    <a:pt x="72702" y="50560"/>
                  </a:lnTo>
                  <a:lnTo>
                    <a:pt x="69420" y="55802"/>
                  </a:lnTo>
                  <a:lnTo>
                    <a:pt x="65716" y="61720"/>
                  </a:lnTo>
                  <a:lnTo>
                    <a:pt x="62362" y="67079"/>
                  </a:lnTo>
                  <a:lnTo>
                    <a:pt x="58754" y="72844"/>
                  </a:lnTo>
                  <a:lnTo>
                    <a:pt x="55094" y="78691"/>
                  </a:lnTo>
                  <a:lnTo>
                    <a:pt x="51619" y="84243"/>
                  </a:lnTo>
                  <a:lnTo>
                    <a:pt x="47724" y="90464"/>
                  </a:lnTo>
                  <a:lnTo>
                    <a:pt x="43658" y="96962"/>
                  </a:lnTo>
                  <a:lnTo>
                    <a:pt x="39613" y="103424"/>
                  </a:lnTo>
                  <a:lnTo>
                    <a:pt x="35445" y="110084"/>
                  </a:lnTo>
                  <a:lnTo>
                    <a:pt x="31008" y="117171"/>
                  </a:lnTo>
                  <a:lnTo>
                    <a:pt x="26518" y="124345"/>
                  </a:lnTo>
                  <a:lnTo>
                    <a:pt x="22515" y="130741"/>
                  </a:lnTo>
                  <a:lnTo>
                    <a:pt x="18741" y="136770"/>
                  </a:lnTo>
                  <a:lnTo>
                    <a:pt x="15293" y="142279"/>
                  </a:lnTo>
                  <a:lnTo>
                    <a:pt x="11594" y="148189"/>
                  </a:lnTo>
                  <a:lnTo>
                    <a:pt x="7926" y="154049"/>
                  </a:lnTo>
                  <a:lnTo>
                    <a:pt x="4245" y="159930"/>
                  </a:lnTo>
                  <a:lnTo>
                    <a:pt x="0" y="166713"/>
                  </a:lnTo>
                  <a:lnTo>
                    <a:pt x="0" y="73955"/>
                  </a:lnTo>
                  <a:lnTo>
                    <a:pt x="2121" y="70718"/>
                  </a:lnTo>
                  <a:lnTo>
                    <a:pt x="4999" y="66327"/>
                  </a:lnTo>
                  <a:lnTo>
                    <a:pt x="7846" y="61983"/>
                  </a:lnTo>
                  <a:lnTo>
                    <a:pt x="10781" y="57506"/>
                  </a:lnTo>
                  <a:lnTo>
                    <a:pt x="13925" y="52709"/>
                  </a:lnTo>
                  <a:lnTo>
                    <a:pt x="16856" y="48237"/>
                  </a:lnTo>
                  <a:lnTo>
                    <a:pt x="20396" y="42836"/>
                  </a:lnTo>
                  <a:lnTo>
                    <a:pt x="23943" y="37425"/>
                  </a:lnTo>
                  <a:lnTo>
                    <a:pt x="27149" y="32534"/>
                  </a:lnTo>
                  <a:lnTo>
                    <a:pt x="30619" y="27239"/>
                  </a:lnTo>
                  <a:lnTo>
                    <a:pt x="34380" y="21500"/>
                  </a:lnTo>
                  <a:lnTo>
                    <a:pt x="37902" y="16295"/>
                  </a:lnTo>
                  <a:lnTo>
                    <a:pt x="40853" y="11933"/>
                  </a:lnTo>
                  <a:lnTo>
                    <a:pt x="43917" y="7404"/>
                  </a:lnTo>
                  <a:lnTo>
                    <a:pt x="47086" y="2720"/>
                  </a:lnTo>
                  <a:lnTo>
                    <a:pt x="48927" y="0"/>
                  </a:lnTo>
                  <a:lnTo>
                    <a:pt x="60132" y="200"/>
                  </a:lnTo>
                  <a:lnTo>
                    <a:pt x="64172" y="2824"/>
                  </a:lnTo>
                  <a:lnTo>
                    <a:pt x="74142" y="9297"/>
                  </a:lnTo>
                  <a:lnTo>
                    <a:pt x="82394" y="14655"/>
                  </a:lnTo>
                  <a:lnTo>
                    <a:pt x="89224" y="19089"/>
                  </a:lnTo>
                  <a:lnTo>
                    <a:pt x="88331" y="22437"/>
                  </a:lnTo>
                  <a:lnTo>
                    <a:pt x="86866" y="279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g867"/>
            <p:cNvSpPr/>
            <p:nvPr/>
          </p:nvSpPr>
          <p:spPr>
            <a:xfrm>
              <a:off x="1971274" y="1564882"/>
              <a:ext cx="130780" cy="165808"/>
            </a:xfrm>
            <a:custGeom>
              <a:avLst/>
              <a:pathLst>
                <a:path w="130780" h="165808">
                  <a:moveTo>
                    <a:pt x="127967" y="32058"/>
                  </a:moveTo>
                  <a:lnTo>
                    <a:pt x="123348" y="39168"/>
                  </a:lnTo>
                  <a:lnTo>
                    <a:pt x="119326" y="45357"/>
                  </a:lnTo>
                  <a:lnTo>
                    <a:pt x="115586" y="51114"/>
                  </a:lnTo>
                  <a:lnTo>
                    <a:pt x="111910" y="56771"/>
                  </a:lnTo>
                  <a:lnTo>
                    <a:pt x="108235" y="62428"/>
                  </a:lnTo>
                  <a:lnTo>
                    <a:pt x="104620" y="67990"/>
                  </a:lnTo>
                  <a:lnTo>
                    <a:pt x="101101" y="73406"/>
                  </a:lnTo>
                  <a:lnTo>
                    <a:pt x="97237" y="79354"/>
                  </a:lnTo>
                  <a:lnTo>
                    <a:pt x="93938" y="84432"/>
                  </a:lnTo>
                  <a:lnTo>
                    <a:pt x="90230" y="90138"/>
                  </a:lnTo>
                  <a:lnTo>
                    <a:pt x="86774" y="95457"/>
                  </a:lnTo>
                  <a:lnTo>
                    <a:pt x="83128" y="101067"/>
                  </a:lnTo>
                  <a:lnTo>
                    <a:pt x="79830" y="106144"/>
                  </a:lnTo>
                  <a:lnTo>
                    <a:pt x="76090" y="111900"/>
                  </a:lnTo>
                  <a:lnTo>
                    <a:pt x="72734" y="117065"/>
                  </a:lnTo>
                  <a:lnTo>
                    <a:pt x="69391" y="122210"/>
                  </a:lnTo>
                  <a:lnTo>
                    <a:pt x="65783" y="127762"/>
                  </a:lnTo>
                  <a:lnTo>
                    <a:pt x="62233" y="133226"/>
                  </a:lnTo>
                  <a:lnTo>
                    <a:pt x="58425" y="139087"/>
                  </a:lnTo>
                  <a:lnTo>
                    <a:pt x="54408" y="145269"/>
                  </a:lnTo>
                  <a:lnTo>
                    <a:pt x="50500" y="151284"/>
                  </a:lnTo>
                  <a:lnTo>
                    <a:pt x="46618" y="157260"/>
                  </a:lnTo>
                  <a:lnTo>
                    <a:pt x="42766" y="163188"/>
                  </a:lnTo>
                  <a:lnTo>
                    <a:pt x="41063" y="165808"/>
                  </a:lnTo>
                  <a:lnTo>
                    <a:pt x="38382" y="163978"/>
                  </a:lnTo>
                  <a:lnTo>
                    <a:pt x="33517" y="160658"/>
                  </a:lnTo>
                  <a:lnTo>
                    <a:pt x="28464" y="157208"/>
                  </a:lnTo>
                  <a:lnTo>
                    <a:pt x="23410" y="153759"/>
                  </a:lnTo>
                  <a:lnTo>
                    <a:pt x="18356" y="150310"/>
                  </a:lnTo>
                  <a:lnTo>
                    <a:pt x="12640" y="146409"/>
                  </a:lnTo>
                  <a:lnTo>
                    <a:pt x="7233" y="142719"/>
                  </a:lnTo>
                  <a:lnTo>
                    <a:pt x="2486" y="139479"/>
                  </a:lnTo>
                  <a:lnTo>
                    <a:pt x="0" y="137782"/>
                  </a:lnTo>
                  <a:lnTo>
                    <a:pt x="1629" y="135328"/>
                  </a:lnTo>
                  <a:lnTo>
                    <a:pt x="4958" y="130313"/>
                  </a:lnTo>
                  <a:lnTo>
                    <a:pt x="8461" y="125035"/>
                  </a:lnTo>
                  <a:lnTo>
                    <a:pt x="12076" y="119590"/>
                  </a:lnTo>
                  <a:lnTo>
                    <a:pt x="15706" y="114123"/>
                  </a:lnTo>
                  <a:lnTo>
                    <a:pt x="19230" y="108814"/>
                  </a:lnTo>
                  <a:lnTo>
                    <a:pt x="22440" y="103978"/>
                  </a:lnTo>
                  <a:lnTo>
                    <a:pt x="25970" y="98660"/>
                  </a:lnTo>
                  <a:lnTo>
                    <a:pt x="29640" y="93131"/>
                  </a:lnTo>
                  <a:lnTo>
                    <a:pt x="33178" y="87803"/>
                  </a:lnTo>
                  <a:lnTo>
                    <a:pt x="36642" y="82584"/>
                  </a:lnTo>
                  <a:lnTo>
                    <a:pt x="39763" y="77883"/>
                  </a:lnTo>
                  <a:lnTo>
                    <a:pt x="42746" y="73389"/>
                  </a:lnTo>
                  <a:lnTo>
                    <a:pt x="45766" y="68840"/>
                  </a:lnTo>
                  <a:lnTo>
                    <a:pt x="49306" y="63508"/>
                  </a:lnTo>
                  <a:lnTo>
                    <a:pt x="52755" y="58311"/>
                  </a:lnTo>
                  <a:lnTo>
                    <a:pt x="56130" y="53227"/>
                  </a:lnTo>
                  <a:lnTo>
                    <a:pt x="59787" y="47719"/>
                  </a:lnTo>
                  <a:lnTo>
                    <a:pt x="63485" y="42149"/>
                  </a:lnTo>
                  <a:lnTo>
                    <a:pt x="67147" y="36632"/>
                  </a:lnTo>
                  <a:lnTo>
                    <a:pt x="70786" y="31151"/>
                  </a:lnTo>
                  <a:lnTo>
                    <a:pt x="74108" y="26146"/>
                  </a:lnTo>
                  <a:lnTo>
                    <a:pt x="77673" y="20776"/>
                  </a:lnTo>
                  <a:lnTo>
                    <a:pt x="81153" y="15534"/>
                  </a:lnTo>
                  <a:lnTo>
                    <a:pt x="85001" y="9737"/>
                  </a:lnTo>
                  <a:lnTo>
                    <a:pt x="91465" y="0"/>
                  </a:lnTo>
                  <a:lnTo>
                    <a:pt x="95970" y="3177"/>
                  </a:lnTo>
                  <a:lnTo>
                    <a:pt x="102654" y="7891"/>
                  </a:lnTo>
                  <a:lnTo>
                    <a:pt x="108804" y="12229"/>
                  </a:lnTo>
                  <a:lnTo>
                    <a:pt x="114459" y="16218"/>
                  </a:lnTo>
                  <a:lnTo>
                    <a:pt x="120205" y="20270"/>
                  </a:lnTo>
                  <a:lnTo>
                    <a:pt x="126173" y="24480"/>
                  </a:lnTo>
                  <a:lnTo>
                    <a:pt x="130780" y="2772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g868"/>
            <p:cNvSpPr/>
            <p:nvPr/>
          </p:nvSpPr>
          <p:spPr>
            <a:xfrm>
              <a:off x="2022211" y="1598915"/>
              <a:ext cx="130165" cy="166986"/>
            </a:xfrm>
            <a:custGeom>
              <a:avLst/>
              <a:pathLst>
                <a:path w="130165" h="166986">
                  <a:moveTo>
                    <a:pt x="126812" y="32657"/>
                  </a:moveTo>
                  <a:lnTo>
                    <a:pt x="123122" y="38382"/>
                  </a:lnTo>
                  <a:lnTo>
                    <a:pt x="119716" y="43666"/>
                  </a:lnTo>
                  <a:lnTo>
                    <a:pt x="116283" y="48992"/>
                  </a:lnTo>
                  <a:lnTo>
                    <a:pt x="112563" y="54764"/>
                  </a:lnTo>
                  <a:lnTo>
                    <a:pt x="109217" y="59954"/>
                  </a:lnTo>
                  <a:lnTo>
                    <a:pt x="105531" y="65672"/>
                  </a:lnTo>
                  <a:lnTo>
                    <a:pt x="102034" y="71099"/>
                  </a:lnTo>
                  <a:lnTo>
                    <a:pt x="98314" y="76870"/>
                  </a:lnTo>
                  <a:lnTo>
                    <a:pt x="94440" y="82880"/>
                  </a:lnTo>
                  <a:lnTo>
                    <a:pt x="90566" y="88890"/>
                  </a:lnTo>
                  <a:lnTo>
                    <a:pt x="86596" y="95049"/>
                  </a:lnTo>
                  <a:lnTo>
                    <a:pt x="82878" y="100817"/>
                  </a:lnTo>
                  <a:lnTo>
                    <a:pt x="79129" y="106635"/>
                  </a:lnTo>
                  <a:lnTo>
                    <a:pt x="75253" y="112648"/>
                  </a:lnTo>
                  <a:lnTo>
                    <a:pt x="71255" y="118851"/>
                  </a:lnTo>
                  <a:lnTo>
                    <a:pt x="67815" y="124187"/>
                  </a:lnTo>
                  <a:lnTo>
                    <a:pt x="64223" y="129760"/>
                  </a:lnTo>
                  <a:lnTo>
                    <a:pt x="60538" y="135478"/>
                  </a:lnTo>
                  <a:lnTo>
                    <a:pt x="57162" y="140715"/>
                  </a:lnTo>
                  <a:lnTo>
                    <a:pt x="54288" y="145175"/>
                  </a:lnTo>
                  <a:lnTo>
                    <a:pt x="51400" y="149654"/>
                  </a:lnTo>
                  <a:lnTo>
                    <a:pt x="48288" y="154482"/>
                  </a:lnTo>
                  <a:lnTo>
                    <a:pt x="45194" y="159282"/>
                  </a:lnTo>
                  <a:lnTo>
                    <a:pt x="42365" y="163672"/>
                  </a:lnTo>
                  <a:lnTo>
                    <a:pt x="40229" y="166986"/>
                  </a:lnTo>
                  <a:lnTo>
                    <a:pt x="36252" y="164281"/>
                  </a:lnTo>
                  <a:lnTo>
                    <a:pt x="29983" y="160018"/>
                  </a:lnTo>
                  <a:lnTo>
                    <a:pt x="23117" y="155349"/>
                  </a:lnTo>
                  <a:lnTo>
                    <a:pt x="16563" y="150892"/>
                  </a:lnTo>
                  <a:lnTo>
                    <a:pt x="9697" y="146223"/>
                  </a:lnTo>
                  <a:lnTo>
                    <a:pt x="3257" y="141843"/>
                  </a:lnTo>
                  <a:lnTo>
                    <a:pt x="0" y="139628"/>
                  </a:lnTo>
                  <a:lnTo>
                    <a:pt x="1492" y="137313"/>
                  </a:lnTo>
                  <a:lnTo>
                    <a:pt x="4616" y="132466"/>
                  </a:lnTo>
                  <a:lnTo>
                    <a:pt x="8516" y="126416"/>
                  </a:lnTo>
                  <a:lnTo>
                    <a:pt x="12537" y="120178"/>
                  </a:lnTo>
                  <a:lnTo>
                    <a:pt x="17040" y="113191"/>
                  </a:lnTo>
                  <a:lnTo>
                    <a:pt x="21065" y="106948"/>
                  </a:lnTo>
                  <a:lnTo>
                    <a:pt x="24836" y="101097"/>
                  </a:lnTo>
                  <a:lnTo>
                    <a:pt x="28465" y="95467"/>
                  </a:lnTo>
                  <a:lnTo>
                    <a:pt x="32365" y="89417"/>
                  </a:lnTo>
                  <a:lnTo>
                    <a:pt x="36239" y="83407"/>
                  </a:lnTo>
                  <a:lnTo>
                    <a:pt x="39814" y="77861"/>
                  </a:lnTo>
                  <a:lnTo>
                    <a:pt x="43539" y="72082"/>
                  </a:lnTo>
                  <a:lnTo>
                    <a:pt x="47365" y="66147"/>
                  </a:lnTo>
                  <a:lnTo>
                    <a:pt x="51136" y="60296"/>
                  </a:lnTo>
                  <a:lnTo>
                    <a:pt x="54786" y="54634"/>
                  </a:lnTo>
                  <a:lnTo>
                    <a:pt x="58661" y="48621"/>
                  </a:lnTo>
                  <a:lnTo>
                    <a:pt x="62460" y="42728"/>
                  </a:lnTo>
                  <a:lnTo>
                    <a:pt x="66284" y="36795"/>
                  </a:lnTo>
                  <a:lnTo>
                    <a:pt x="70211" y="30703"/>
                  </a:lnTo>
                  <a:lnTo>
                    <a:pt x="74035" y="24770"/>
                  </a:lnTo>
                  <a:lnTo>
                    <a:pt x="78111" y="18447"/>
                  </a:lnTo>
                  <a:lnTo>
                    <a:pt x="82233" y="12052"/>
                  </a:lnTo>
                  <a:lnTo>
                    <a:pt x="90002" y="0"/>
                  </a:lnTo>
                  <a:lnTo>
                    <a:pt x="93242" y="2214"/>
                  </a:lnTo>
                  <a:lnTo>
                    <a:pt x="98718" y="5958"/>
                  </a:lnTo>
                  <a:lnTo>
                    <a:pt x="103864" y="9475"/>
                  </a:lnTo>
                  <a:lnTo>
                    <a:pt x="108585" y="12702"/>
                  </a:lnTo>
                  <a:lnTo>
                    <a:pt x="113047" y="15752"/>
                  </a:lnTo>
                  <a:lnTo>
                    <a:pt x="117626" y="18882"/>
                  </a:lnTo>
                  <a:lnTo>
                    <a:pt x="122228" y="22028"/>
                  </a:lnTo>
                  <a:lnTo>
                    <a:pt x="126690" y="25078"/>
                  </a:lnTo>
                  <a:lnTo>
                    <a:pt x="130165" y="274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g869"/>
            <p:cNvSpPr/>
            <p:nvPr/>
          </p:nvSpPr>
          <p:spPr>
            <a:xfrm>
              <a:off x="2075739" y="1639064"/>
              <a:ext cx="134195" cy="165308"/>
            </a:xfrm>
            <a:custGeom>
              <a:avLst/>
              <a:pathLst>
                <a:path w="134195" h="165308">
                  <a:moveTo>
                    <a:pt x="132049" y="33224"/>
                  </a:moveTo>
                  <a:lnTo>
                    <a:pt x="129935" y="36421"/>
                  </a:lnTo>
                  <a:lnTo>
                    <a:pt x="127520" y="40075"/>
                  </a:lnTo>
                  <a:lnTo>
                    <a:pt x="124569" y="44540"/>
                  </a:lnTo>
                  <a:lnTo>
                    <a:pt x="121722" y="48847"/>
                  </a:lnTo>
                  <a:lnTo>
                    <a:pt x="118541" y="53660"/>
                  </a:lnTo>
                  <a:lnTo>
                    <a:pt x="115772" y="57848"/>
                  </a:lnTo>
                  <a:lnTo>
                    <a:pt x="112766" y="62397"/>
                  </a:lnTo>
                  <a:lnTo>
                    <a:pt x="109944" y="66666"/>
                  </a:lnTo>
                  <a:lnTo>
                    <a:pt x="107604" y="70205"/>
                  </a:lnTo>
                  <a:lnTo>
                    <a:pt x="105187" y="73863"/>
                  </a:lnTo>
                  <a:lnTo>
                    <a:pt x="102620" y="77746"/>
                  </a:lnTo>
                  <a:lnTo>
                    <a:pt x="100077" y="81593"/>
                  </a:lnTo>
                  <a:lnTo>
                    <a:pt x="97456" y="85558"/>
                  </a:lnTo>
                  <a:lnTo>
                    <a:pt x="94910" y="89411"/>
                  </a:lnTo>
                  <a:lnTo>
                    <a:pt x="92546" y="92987"/>
                  </a:lnTo>
                  <a:lnTo>
                    <a:pt x="90003" y="96834"/>
                  </a:lnTo>
                  <a:lnTo>
                    <a:pt x="87358" y="100836"/>
                  </a:lnTo>
                  <a:lnTo>
                    <a:pt x="84737" y="104801"/>
                  </a:lnTo>
                  <a:lnTo>
                    <a:pt x="81860" y="109154"/>
                  </a:lnTo>
                  <a:lnTo>
                    <a:pt x="79145" y="113262"/>
                  </a:lnTo>
                  <a:lnTo>
                    <a:pt x="75655" y="118541"/>
                  </a:lnTo>
                  <a:lnTo>
                    <a:pt x="72503" y="123310"/>
                  </a:lnTo>
                  <a:lnTo>
                    <a:pt x="69656" y="127617"/>
                  </a:lnTo>
                  <a:lnTo>
                    <a:pt x="66524" y="132355"/>
                  </a:lnTo>
                  <a:lnTo>
                    <a:pt x="63548" y="136857"/>
                  </a:lnTo>
                  <a:lnTo>
                    <a:pt x="60572" y="141360"/>
                  </a:lnTo>
                  <a:lnTo>
                    <a:pt x="57902" y="145399"/>
                  </a:lnTo>
                  <a:lnTo>
                    <a:pt x="55407" y="149174"/>
                  </a:lnTo>
                  <a:lnTo>
                    <a:pt x="52941" y="152906"/>
                  </a:lnTo>
                  <a:lnTo>
                    <a:pt x="50414" y="156728"/>
                  </a:lnTo>
                  <a:lnTo>
                    <a:pt x="48124" y="160193"/>
                  </a:lnTo>
                  <a:lnTo>
                    <a:pt x="45931" y="163512"/>
                  </a:lnTo>
                  <a:lnTo>
                    <a:pt x="44743" y="165308"/>
                  </a:lnTo>
                  <a:lnTo>
                    <a:pt x="39974" y="162916"/>
                  </a:lnTo>
                  <a:lnTo>
                    <a:pt x="34462" y="160152"/>
                  </a:lnTo>
                  <a:lnTo>
                    <a:pt x="28503" y="157164"/>
                  </a:lnTo>
                  <a:lnTo>
                    <a:pt x="22704" y="154255"/>
                  </a:lnTo>
                  <a:lnTo>
                    <a:pt x="17117" y="151454"/>
                  </a:lnTo>
                  <a:lnTo>
                    <a:pt x="11565" y="148669"/>
                  </a:lnTo>
                  <a:lnTo>
                    <a:pt x="5608" y="145681"/>
                  </a:lnTo>
                  <a:lnTo>
                    <a:pt x="0" y="142869"/>
                  </a:lnTo>
                  <a:lnTo>
                    <a:pt x="1598" y="140342"/>
                  </a:lnTo>
                  <a:lnTo>
                    <a:pt x="4135" y="136330"/>
                  </a:lnTo>
                  <a:lnTo>
                    <a:pt x="7044" y="131732"/>
                  </a:lnTo>
                  <a:lnTo>
                    <a:pt x="9534" y="127796"/>
                  </a:lnTo>
                  <a:lnTo>
                    <a:pt x="12473" y="123149"/>
                  </a:lnTo>
                  <a:lnTo>
                    <a:pt x="15274" y="118721"/>
                  </a:lnTo>
                  <a:lnTo>
                    <a:pt x="18626" y="113422"/>
                  </a:lnTo>
                  <a:lnTo>
                    <a:pt x="21923" y="108209"/>
                  </a:lnTo>
                  <a:lnTo>
                    <a:pt x="25596" y="102402"/>
                  </a:lnTo>
                  <a:lnTo>
                    <a:pt x="28700" y="97495"/>
                  </a:lnTo>
                  <a:lnTo>
                    <a:pt x="31922" y="92402"/>
                  </a:lnTo>
                  <a:lnTo>
                    <a:pt x="35506" y="86735"/>
                  </a:lnTo>
                  <a:lnTo>
                    <a:pt x="38421" y="82127"/>
                  </a:lnTo>
                  <a:lnTo>
                    <a:pt x="41626" y="77059"/>
                  </a:lnTo>
                  <a:lnTo>
                    <a:pt x="44588" y="72377"/>
                  </a:lnTo>
                  <a:lnTo>
                    <a:pt x="47562" y="67675"/>
                  </a:lnTo>
                  <a:lnTo>
                    <a:pt x="50448" y="63113"/>
                  </a:lnTo>
                  <a:lnTo>
                    <a:pt x="53693" y="57982"/>
                  </a:lnTo>
                  <a:lnTo>
                    <a:pt x="56821" y="53038"/>
                  </a:lnTo>
                  <a:lnTo>
                    <a:pt x="60087" y="47874"/>
                  </a:lnTo>
                  <a:lnTo>
                    <a:pt x="63124" y="43072"/>
                  </a:lnTo>
                  <a:lnTo>
                    <a:pt x="66033" y="38473"/>
                  </a:lnTo>
                  <a:lnTo>
                    <a:pt x="69545" y="32921"/>
                  </a:lnTo>
                  <a:lnTo>
                    <a:pt x="72731" y="27884"/>
                  </a:lnTo>
                  <a:lnTo>
                    <a:pt x="76035" y="22660"/>
                  </a:lnTo>
                  <a:lnTo>
                    <a:pt x="79287" y="17520"/>
                  </a:lnTo>
                  <a:lnTo>
                    <a:pt x="82440" y="12535"/>
                  </a:lnTo>
                  <a:lnTo>
                    <a:pt x="85652" y="7457"/>
                  </a:lnTo>
                  <a:lnTo>
                    <a:pt x="88548" y="2878"/>
                  </a:lnTo>
                  <a:lnTo>
                    <a:pt x="90369" y="0"/>
                  </a:lnTo>
                  <a:lnTo>
                    <a:pt x="94979" y="3152"/>
                  </a:lnTo>
                  <a:lnTo>
                    <a:pt x="100104" y="6658"/>
                  </a:lnTo>
                  <a:lnTo>
                    <a:pt x="105627" y="10435"/>
                  </a:lnTo>
                  <a:lnTo>
                    <a:pt x="111545" y="14483"/>
                  </a:lnTo>
                  <a:lnTo>
                    <a:pt x="117775" y="18745"/>
                  </a:lnTo>
                  <a:lnTo>
                    <a:pt x="123440" y="22619"/>
                  </a:lnTo>
                  <a:lnTo>
                    <a:pt x="129500" y="26764"/>
                  </a:lnTo>
                  <a:lnTo>
                    <a:pt x="134195" y="29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g870"/>
            <p:cNvSpPr/>
            <p:nvPr/>
          </p:nvSpPr>
          <p:spPr>
            <a:xfrm>
              <a:off x="2174705" y="1678696"/>
              <a:ext cx="154752" cy="143818"/>
            </a:xfrm>
            <a:custGeom>
              <a:avLst/>
              <a:pathLst>
                <a:path w="154752" h="143818">
                  <a:moveTo>
                    <a:pt x="112775" y="143818"/>
                  </a:moveTo>
                  <a:lnTo>
                    <a:pt x="92499" y="130865"/>
                  </a:lnTo>
                  <a:lnTo>
                    <a:pt x="89485" y="128940"/>
                  </a:lnTo>
                  <a:lnTo>
                    <a:pt x="87468" y="127652"/>
                  </a:lnTo>
                  <a:lnTo>
                    <a:pt x="60054" y="110139"/>
                  </a:lnTo>
                  <a:lnTo>
                    <a:pt x="52575" y="105362"/>
                  </a:lnTo>
                  <a:lnTo>
                    <a:pt x="52339" y="105210"/>
                  </a:lnTo>
                  <a:lnTo>
                    <a:pt x="1222" y="72556"/>
                  </a:lnTo>
                  <a:lnTo>
                    <a:pt x="0" y="71775"/>
                  </a:lnTo>
                  <a:lnTo>
                    <a:pt x="1141" y="70125"/>
                  </a:lnTo>
                  <a:lnTo>
                    <a:pt x="2750" y="67800"/>
                  </a:lnTo>
                  <a:lnTo>
                    <a:pt x="25336" y="35154"/>
                  </a:lnTo>
                  <a:lnTo>
                    <a:pt x="49658" y="0"/>
                  </a:lnTo>
                  <a:lnTo>
                    <a:pt x="99740" y="35220"/>
                  </a:lnTo>
                  <a:lnTo>
                    <a:pt x="154752" y="73907"/>
                  </a:lnTo>
                  <a:lnTo>
                    <a:pt x="133914" y="1086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g871"/>
            <p:cNvSpPr/>
            <p:nvPr/>
          </p:nvSpPr>
          <p:spPr>
            <a:xfrm>
              <a:off x="2247492" y="1885148"/>
              <a:ext cx="109043" cy="90406"/>
            </a:xfrm>
            <a:custGeom>
              <a:avLst/>
              <a:pathLst>
                <a:path w="109043" h="90406">
                  <a:moveTo>
                    <a:pt x="79544" y="87572"/>
                  </a:moveTo>
                  <a:lnTo>
                    <a:pt x="70424" y="82730"/>
                  </a:lnTo>
                  <a:lnTo>
                    <a:pt x="61899" y="78205"/>
                  </a:lnTo>
                  <a:lnTo>
                    <a:pt x="53073" y="73519"/>
                  </a:lnTo>
                  <a:lnTo>
                    <a:pt x="42591" y="67954"/>
                  </a:lnTo>
                  <a:lnTo>
                    <a:pt x="32879" y="62798"/>
                  </a:lnTo>
                  <a:lnTo>
                    <a:pt x="23806" y="57980"/>
                  </a:lnTo>
                  <a:lnTo>
                    <a:pt x="14144" y="52851"/>
                  </a:lnTo>
                  <a:lnTo>
                    <a:pt x="6158" y="48611"/>
                  </a:lnTo>
                  <a:lnTo>
                    <a:pt x="0" y="45341"/>
                  </a:lnTo>
                  <a:lnTo>
                    <a:pt x="4636" y="36493"/>
                  </a:lnTo>
                  <a:lnTo>
                    <a:pt x="11386" y="23611"/>
                  </a:lnTo>
                  <a:lnTo>
                    <a:pt x="17681" y="11598"/>
                  </a:lnTo>
                  <a:lnTo>
                    <a:pt x="23758" y="0"/>
                  </a:lnTo>
                  <a:lnTo>
                    <a:pt x="27455" y="1977"/>
                  </a:lnTo>
                  <a:lnTo>
                    <a:pt x="33107" y="5000"/>
                  </a:lnTo>
                  <a:lnTo>
                    <a:pt x="39380" y="8355"/>
                  </a:lnTo>
                  <a:lnTo>
                    <a:pt x="44987" y="11353"/>
                  </a:lnTo>
                  <a:lnTo>
                    <a:pt x="50144" y="14111"/>
                  </a:lnTo>
                  <a:lnTo>
                    <a:pt x="55741" y="17105"/>
                  </a:lnTo>
                  <a:lnTo>
                    <a:pt x="61366" y="20113"/>
                  </a:lnTo>
                  <a:lnTo>
                    <a:pt x="67639" y="23468"/>
                  </a:lnTo>
                  <a:lnTo>
                    <a:pt x="73563" y="26636"/>
                  </a:lnTo>
                  <a:lnTo>
                    <a:pt x="79803" y="29974"/>
                  </a:lnTo>
                  <a:lnTo>
                    <a:pt x="86760" y="33695"/>
                  </a:lnTo>
                  <a:lnTo>
                    <a:pt x="93877" y="37501"/>
                  </a:lnTo>
                  <a:lnTo>
                    <a:pt x="103162" y="42467"/>
                  </a:lnTo>
                  <a:lnTo>
                    <a:pt x="109043" y="45612"/>
                  </a:lnTo>
                  <a:lnTo>
                    <a:pt x="97300" y="67384"/>
                  </a:lnTo>
                  <a:lnTo>
                    <a:pt x="84882" y="904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g872"/>
            <p:cNvSpPr/>
            <p:nvPr/>
          </p:nvSpPr>
          <p:spPr>
            <a:xfrm>
              <a:off x="2278346" y="1841271"/>
              <a:ext cx="108224" cy="85475"/>
            </a:xfrm>
            <a:custGeom>
              <a:avLst/>
              <a:pathLst>
                <a:path w="108224" h="85475">
                  <a:moveTo>
                    <a:pt x="95059" y="61418"/>
                  </a:moveTo>
                  <a:lnTo>
                    <a:pt x="80378" y="85475"/>
                  </a:lnTo>
                  <a:lnTo>
                    <a:pt x="74154" y="82020"/>
                  </a:lnTo>
                  <a:lnTo>
                    <a:pt x="62280" y="75427"/>
                  </a:lnTo>
                  <a:lnTo>
                    <a:pt x="51509" y="69447"/>
                  </a:lnTo>
                  <a:lnTo>
                    <a:pt x="40498" y="63333"/>
                  </a:lnTo>
                  <a:lnTo>
                    <a:pt x="28374" y="56602"/>
                  </a:lnTo>
                  <a:lnTo>
                    <a:pt x="16750" y="50148"/>
                  </a:lnTo>
                  <a:lnTo>
                    <a:pt x="0" y="40848"/>
                  </a:lnTo>
                  <a:lnTo>
                    <a:pt x="4260" y="33372"/>
                  </a:lnTo>
                  <a:lnTo>
                    <a:pt x="13510" y="17140"/>
                  </a:lnTo>
                  <a:lnTo>
                    <a:pt x="23278" y="0"/>
                  </a:lnTo>
                  <a:lnTo>
                    <a:pt x="26506" y="1514"/>
                  </a:lnTo>
                  <a:lnTo>
                    <a:pt x="35342" y="5658"/>
                  </a:lnTo>
                  <a:lnTo>
                    <a:pt x="43750" y="9602"/>
                  </a:lnTo>
                  <a:lnTo>
                    <a:pt x="52953" y="13919"/>
                  </a:lnTo>
                  <a:lnTo>
                    <a:pt x="61751" y="18046"/>
                  </a:lnTo>
                  <a:lnTo>
                    <a:pt x="69931" y="21883"/>
                  </a:lnTo>
                  <a:lnTo>
                    <a:pt x="78462" y="25884"/>
                  </a:lnTo>
                  <a:lnTo>
                    <a:pt x="87800" y="30265"/>
                  </a:lnTo>
                  <a:lnTo>
                    <a:pt x="102008" y="36929"/>
                  </a:lnTo>
                  <a:lnTo>
                    <a:pt x="108224" y="398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g873"/>
            <p:cNvSpPr/>
            <p:nvPr/>
          </p:nvSpPr>
          <p:spPr>
            <a:xfrm>
              <a:off x="2299879" y="1757313"/>
              <a:ext cx="104500" cy="118646"/>
            </a:xfrm>
            <a:custGeom>
              <a:avLst/>
              <a:pathLst>
                <a:path w="104500" h="118646">
                  <a:moveTo>
                    <a:pt x="86235" y="116918"/>
                  </a:moveTo>
                  <a:lnTo>
                    <a:pt x="77645" y="112704"/>
                  </a:lnTo>
                  <a:lnTo>
                    <a:pt x="69768" y="108840"/>
                  </a:lnTo>
                  <a:lnTo>
                    <a:pt x="61319" y="104695"/>
                  </a:lnTo>
                  <a:lnTo>
                    <a:pt x="52393" y="100316"/>
                  </a:lnTo>
                  <a:lnTo>
                    <a:pt x="42506" y="95466"/>
                  </a:lnTo>
                  <a:lnTo>
                    <a:pt x="32929" y="90768"/>
                  </a:lnTo>
                  <a:lnTo>
                    <a:pt x="22899" y="85846"/>
                  </a:lnTo>
                  <a:lnTo>
                    <a:pt x="13246" y="81111"/>
                  </a:lnTo>
                  <a:lnTo>
                    <a:pt x="3725" y="76440"/>
                  </a:lnTo>
                  <a:lnTo>
                    <a:pt x="0" y="74613"/>
                  </a:lnTo>
                  <a:lnTo>
                    <a:pt x="2939" y="69526"/>
                  </a:lnTo>
                  <a:lnTo>
                    <a:pt x="6412" y="63518"/>
                  </a:lnTo>
                  <a:lnTo>
                    <a:pt x="9822" y="57616"/>
                  </a:lnTo>
                  <a:lnTo>
                    <a:pt x="13412" y="51405"/>
                  </a:lnTo>
                  <a:lnTo>
                    <a:pt x="17185" y="44877"/>
                  </a:lnTo>
                  <a:lnTo>
                    <a:pt x="21215" y="37904"/>
                  </a:lnTo>
                  <a:lnTo>
                    <a:pt x="25259" y="30908"/>
                  </a:lnTo>
                  <a:lnTo>
                    <a:pt x="28702" y="24950"/>
                  </a:lnTo>
                  <a:lnTo>
                    <a:pt x="32647" y="18124"/>
                  </a:lnTo>
                  <a:lnTo>
                    <a:pt x="36863" y="10829"/>
                  </a:lnTo>
                  <a:lnTo>
                    <a:pt x="41340" y="3082"/>
                  </a:lnTo>
                  <a:lnTo>
                    <a:pt x="43122" y="0"/>
                  </a:lnTo>
                  <a:lnTo>
                    <a:pt x="51855" y="5963"/>
                  </a:lnTo>
                  <a:lnTo>
                    <a:pt x="61308" y="12420"/>
                  </a:lnTo>
                  <a:lnTo>
                    <a:pt x="52246" y="32905"/>
                  </a:lnTo>
                  <a:lnTo>
                    <a:pt x="40864" y="58636"/>
                  </a:lnTo>
                  <a:lnTo>
                    <a:pt x="65625" y="70493"/>
                  </a:lnTo>
                  <a:lnTo>
                    <a:pt x="87815" y="81119"/>
                  </a:lnTo>
                  <a:lnTo>
                    <a:pt x="104500" y="93948"/>
                  </a:lnTo>
                  <a:lnTo>
                    <a:pt x="97832" y="105117"/>
                  </a:lnTo>
                  <a:lnTo>
                    <a:pt x="89756" y="11864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g874"/>
            <p:cNvSpPr/>
            <p:nvPr/>
          </p:nvSpPr>
          <p:spPr>
            <a:xfrm>
              <a:off x="2335823" y="1549288"/>
              <a:ext cx="169837" cy="207766"/>
            </a:xfrm>
            <a:custGeom>
              <a:avLst/>
              <a:pathLst>
                <a:path w="169837" h="207766">
                  <a:moveTo>
                    <a:pt x="106594" y="405"/>
                  </a:moveTo>
                  <a:lnTo>
                    <a:pt x="116380" y="1542"/>
                  </a:lnTo>
                  <a:lnTo>
                    <a:pt x="126680" y="2739"/>
                  </a:lnTo>
                  <a:lnTo>
                    <a:pt x="136825" y="3918"/>
                  </a:lnTo>
                  <a:lnTo>
                    <a:pt x="146958" y="5096"/>
                  </a:lnTo>
                  <a:lnTo>
                    <a:pt x="155643" y="6105"/>
                  </a:lnTo>
                  <a:lnTo>
                    <a:pt x="164596" y="7146"/>
                  </a:lnTo>
                  <a:lnTo>
                    <a:pt x="169249" y="7686"/>
                  </a:lnTo>
                  <a:lnTo>
                    <a:pt x="169837" y="11073"/>
                  </a:lnTo>
                  <a:lnTo>
                    <a:pt x="169032" y="12321"/>
                  </a:lnTo>
                  <a:lnTo>
                    <a:pt x="166099" y="16868"/>
                  </a:lnTo>
                  <a:lnTo>
                    <a:pt x="162771" y="22027"/>
                  </a:lnTo>
                  <a:lnTo>
                    <a:pt x="159201" y="27561"/>
                  </a:lnTo>
                  <a:lnTo>
                    <a:pt x="155325" y="33569"/>
                  </a:lnTo>
                  <a:lnTo>
                    <a:pt x="151477" y="39535"/>
                  </a:lnTo>
                  <a:lnTo>
                    <a:pt x="147832" y="45186"/>
                  </a:lnTo>
                  <a:lnTo>
                    <a:pt x="144200" y="50816"/>
                  </a:lnTo>
                  <a:lnTo>
                    <a:pt x="140836" y="56030"/>
                  </a:lnTo>
                  <a:lnTo>
                    <a:pt x="137694" y="60901"/>
                  </a:lnTo>
                  <a:lnTo>
                    <a:pt x="133162" y="67927"/>
                  </a:lnTo>
                  <a:lnTo>
                    <a:pt x="128505" y="75145"/>
                  </a:lnTo>
                  <a:lnTo>
                    <a:pt x="123703" y="82589"/>
                  </a:lnTo>
                  <a:lnTo>
                    <a:pt x="119051" y="89802"/>
                  </a:lnTo>
                  <a:lnTo>
                    <a:pt x="114298" y="97169"/>
                  </a:lnTo>
                  <a:lnTo>
                    <a:pt x="109846" y="104071"/>
                  </a:lnTo>
                  <a:lnTo>
                    <a:pt x="105049" y="111508"/>
                  </a:lnTo>
                  <a:lnTo>
                    <a:pt x="100195" y="119032"/>
                  </a:lnTo>
                  <a:lnTo>
                    <a:pt x="94819" y="127367"/>
                  </a:lnTo>
                  <a:lnTo>
                    <a:pt x="90608" y="133894"/>
                  </a:lnTo>
                  <a:lnTo>
                    <a:pt x="86351" y="140494"/>
                  </a:lnTo>
                  <a:lnTo>
                    <a:pt x="81980" y="147269"/>
                  </a:lnTo>
                  <a:lnTo>
                    <a:pt x="77455" y="154283"/>
                  </a:lnTo>
                  <a:lnTo>
                    <a:pt x="72842" y="161435"/>
                  </a:lnTo>
                  <a:lnTo>
                    <a:pt x="68627" y="167969"/>
                  </a:lnTo>
                  <a:lnTo>
                    <a:pt x="64091" y="175000"/>
                  </a:lnTo>
                  <a:lnTo>
                    <a:pt x="59011" y="182875"/>
                  </a:lnTo>
                  <a:lnTo>
                    <a:pt x="54264" y="190234"/>
                  </a:lnTo>
                  <a:lnTo>
                    <a:pt x="49535" y="197565"/>
                  </a:lnTo>
                  <a:lnTo>
                    <a:pt x="44342" y="205616"/>
                  </a:lnTo>
                  <a:lnTo>
                    <a:pt x="42955" y="207766"/>
                  </a:lnTo>
                  <a:lnTo>
                    <a:pt x="34478" y="206940"/>
                  </a:lnTo>
                  <a:lnTo>
                    <a:pt x="29946" y="206499"/>
                  </a:lnTo>
                  <a:lnTo>
                    <a:pt x="23605" y="202817"/>
                  </a:lnTo>
                  <a:lnTo>
                    <a:pt x="14628" y="197604"/>
                  </a:lnTo>
                  <a:lnTo>
                    <a:pt x="5011" y="192020"/>
                  </a:lnTo>
                  <a:lnTo>
                    <a:pt x="0" y="189110"/>
                  </a:lnTo>
                  <a:lnTo>
                    <a:pt x="2991" y="184349"/>
                  </a:lnTo>
                  <a:lnTo>
                    <a:pt x="7427" y="177290"/>
                  </a:lnTo>
                  <a:lnTo>
                    <a:pt x="11412" y="170949"/>
                  </a:lnTo>
                  <a:lnTo>
                    <a:pt x="15636" y="164228"/>
                  </a:lnTo>
                  <a:lnTo>
                    <a:pt x="20131" y="157075"/>
                  </a:lnTo>
                  <a:lnTo>
                    <a:pt x="24429" y="150235"/>
                  </a:lnTo>
                  <a:lnTo>
                    <a:pt x="28488" y="143776"/>
                  </a:lnTo>
                  <a:lnTo>
                    <a:pt x="31988" y="138206"/>
                  </a:lnTo>
                  <a:lnTo>
                    <a:pt x="35930" y="131933"/>
                  </a:lnTo>
                  <a:lnTo>
                    <a:pt x="40143" y="125229"/>
                  </a:lnTo>
                  <a:lnTo>
                    <a:pt x="44548" y="118220"/>
                  </a:lnTo>
                  <a:lnTo>
                    <a:pt x="48771" y="111499"/>
                  </a:lnTo>
                  <a:lnTo>
                    <a:pt x="53043" y="104701"/>
                  </a:lnTo>
                  <a:lnTo>
                    <a:pt x="56772" y="98767"/>
                  </a:lnTo>
                  <a:lnTo>
                    <a:pt x="60485" y="92859"/>
                  </a:lnTo>
                  <a:lnTo>
                    <a:pt x="64036" y="87208"/>
                  </a:lnTo>
                  <a:lnTo>
                    <a:pt x="67407" y="81843"/>
                  </a:lnTo>
                  <a:lnTo>
                    <a:pt x="70845" y="76373"/>
                  </a:lnTo>
                  <a:lnTo>
                    <a:pt x="74495" y="70564"/>
                  </a:lnTo>
                  <a:lnTo>
                    <a:pt x="76628" y="67169"/>
                  </a:lnTo>
                  <a:lnTo>
                    <a:pt x="77924" y="64924"/>
                  </a:lnTo>
                  <a:lnTo>
                    <a:pt x="81188" y="59265"/>
                  </a:lnTo>
                  <a:lnTo>
                    <a:pt x="82453" y="57072"/>
                  </a:lnTo>
                  <a:lnTo>
                    <a:pt x="84457" y="52863"/>
                  </a:lnTo>
                  <a:lnTo>
                    <a:pt x="87500" y="46467"/>
                  </a:lnTo>
                  <a:lnTo>
                    <a:pt x="88433" y="44508"/>
                  </a:lnTo>
                  <a:lnTo>
                    <a:pt x="90277" y="39902"/>
                  </a:lnTo>
                  <a:lnTo>
                    <a:pt x="90905" y="38333"/>
                  </a:lnTo>
                  <a:lnTo>
                    <a:pt x="92572" y="33512"/>
                  </a:lnTo>
                  <a:lnTo>
                    <a:pt x="93773" y="30038"/>
                  </a:lnTo>
                  <a:lnTo>
                    <a:pt x="94561" y="27249"/>
                  </a:lnTo>
                  <a:lnTo>
                    <a:pt x="96490" y="20425"/>
                  </a:lnTo>
                  <a:lnTo>
                    <a:pt x="97947" y="14036"/>
                  </a:lnTo>
                  <a:lnTo>
                    <a:pt x="98462" y="12636"/>
                  </a:lnTo>
                  <a:lnTo>
                    <a:pt x="103109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g875"/>
            <p:cNvSpPr/>
            <p:nvPr/>
          </p:nvSpPr>
          <p:spPr>
            <a:xfrm>
              <a:off x="2388437" y="1560831"/>
              <a:ext cx="186352" cy="199108"/>
            </a:xfrm>
            <a:custGeom>
              <a:avLst/>
              <a:pathLst>
                <a:path w="186352" h="199108">
                  <a:moveTo>
                    <a:pt x="184678" y="10235"/>
                  </a:moveTo>
                  <a:lnTo>
                    <a:pt x="181503" y="14788"/>
                  </a:lnTo>
                  <a:lnTo>
                    <a:pt x="178366" y="19286"/>
                  </a:lnTo>
                  <a:lnTo>
                    <a:pt x="175434" y="23490"/>
                  </a:lnTo>
                  <a:lnTo>
                    <a:pt x="172537" y="27643"/>
                  </a:lnTo>
                  <a:lnTo>
                    <a:pt x="169356" y="32204"/>
                  </a:lnTo>
                  <a:lnTo>
                    <a:pt x="165741" y="37387"/>
                  </a:lnTo>
                  <a:lnTo>
                    <a:pt x="162209" y="42451"/>
                  </a:lnTo>
                  <a:lnTo>
                    <a:pt x="158420" y="47884"/>
                  </a:lnTo>
                  <a:lnTo>
                    <a:pt x="154205" y="53927"/>
                  </a:lnTo>
                  <a:lnTo>
                    <a:pt x="150120" y="59783"/>
                  </a:lnTo>
                  <a:lnTo>
                    <a:pt x="145983" y="65715"/>
                  </a:lnTo>
                  <a:lnTo>
                    <a:pt x="141542" y="72083"/>
                  </a:lnTo>
                  <a:lnTo>
                    <a:pt x="136837" y="78828"/>
                  </a:lnTo>
                  <a:lnTo>
                    <a:pt x="131799" y="86051"/>
                  </a:lnTo>
                  <a:lnTo>
                    <a:pt x="128902" y="90205"/>
                  </a:lnTo>
                  <a:lnTo>
                    <a:pt x="127295" y="92550"/>
                  </a:lnTo>
                  <a:lnTo>
                    <a:pt x="122328" y="99796"/>
                  </a:lnTo>
                  <a:lnTo>
                    <a:pt x="117036" y="107515"/>
                  </a:lnTo>
                  <a:lnTo>
                    <a:pt x="112031" y="114817"/>
                  </a:lnTo>
                  <a:lnTo>
                    <a:pt x="102047" y="129381"/>
                  </a:lnTo>
                  <a:lnTo>
                    <a:pt x="99275" y="133426"/>
                  </a:lnTo>
                  <a:lnTo>
                    <a:pt x="96991" y="136936"/>
                  </a:lnTo>
                  <a:lnTo>
                    <a:pt x="95013" y="139975"/>
                  </a:lnTo>
                  <a:lnTo>
                    <a:pt x="92288" y="144163"/>
                  </a:lnTo>
                  <a:lnTo>
                    <a:pt x="87335" y="151775"/>
                  </a:lnTo>
                  <a:lnTo>
                    <a:pt x="82215" y="159643"/>
                  </a:lnTo>
                  <a:lnTo>
                    <a:pt x="77485" y="166912"/>
                  </a:lnTo>
                  <a:lnTo>
                    <a:pt x="72134" y="175136"/>
                  </a:lnTo>
                  <a:lnTo>
                    <a:pt x="67778" y="181830"/>
                  </a:lnTo>
                  <a:lnTo>
                    <a:pt x="63700" y="188096"/>
                  </a:lnTo>
                  <a:lnTo>
                    <a:pt x="59304" y="194853"/>
                  </a:lnTo>
                  <a:lnTo>
                    <a:pt x="56535" y="199108"/>
                  </a:lnTo>
                  <a:lnTo>
                    <a:pt x="45484" y="198562"/>
                  </a:lnTo>
                  <a:lnTo>
                    <a:pt x="13790" y="196999"/>
                  </a:lnTo>
                  <a:lnTo>
                    <a:pt x="0" y="196319"/>
                  </a:lnTo>
                  <a:lnTo>
                    <a:pt x="2425" y="192610"/>
                  </a:lnTo>
                  <a:lnTo>
                    <a:pt x="6262" y="186741"/>
                  </a:lnTo>
                  <a:lnTo>
                    <a:pt x="10150" y="180795"/>
                  </a:lnTo>
                  <a:lnTo>
                    <a:pt x="13937" y="175003"/>
                  </a:lnTo>
                  <a:lnTo>
                    <a:pt x="18027" y="168748"/>
                  </a:lnTo>
                  <a:lnTo>
                    <a:pt x="22395" y="162068"/>
                  </a:lnTo>
                  <a:lnTo>
                    <a:pt x="26484" y="155813"/>
                  </a:lnTo>
                  <a:lnTo>
                    <a:pt x="30473" y="149712"/>
                  </a:lnTo>
                  <a:lnTo>
                    <a:pt x="34128" y="144123"/>
                  </a:lnTo>
                  <a:lnTo>
                    <a:pt x="37915" y="138331"/>
                  </a:lnTo>
                  <a:lnTo>
                    <a:pt x="41588" y="132713"/>
                  </a:lnTo>
                  <a:lnTo>
                    <a:pt x="45129" y="127298"/>
                  </a:lnTo>
                  <a:lnTo>
                    <a:pt x="48386" y="122317"/>
                  </a:lnTo>
                  <a:lnTo>
                    <a:pt x="51983" y="116815"/>
                  </a:lnTo>
                  <a:lnTo>
                    <a:pt x="55334" y="111689"/>
                  </a:lnTo>
                  <a:lnTo>
                    <a:pt x="58535" y="106795"/>
                  </a:lnTo>
                  <a:lnTo>
                    <a:pt x="61678" y="101988"/>
                  </a:lnTo>
                  <a:lnTo>
                    <a:pt x="65446" y="96224"/>
                  </a:lnTo>
                  <a:lnTo>
                    <a:pt x="69233" y="90433"/>
                  </a:lnTo>
                  <a:lnTo>
                    <a:pt x="72957" y="84736"/>
                  </a:lnTo>
                  <a:lnTo>
                    <a:pt x="77622" y="77603"/>
                  </a:lnTo>
                  <a:lnTo>
                    <a:pt x="82317" y="70421"/>
                  </a:lnTo>
                  <a:lnTo>
                    <a:pt x="86388" y="64196"/>
                  </a:lnTo>
                  <a:lnTo>
                    <a:pt x="90857" y="57361"/>
                  </a:lnTo>
                  <a:lnTo>
                    <a:pt x="95168" y="50768"/>
                  </a:lnTo>
                  <a:lnTo>
                    <a:pt x="99547" y="44069"/>
                  </a:lnTo>
                  <a:lnTo>
                    <a:pt x="103657" y="37784"/>
                  </a:lnTo>
                  <a:lnTo>
                    <a:pt x="108062" y="31047"/>
                  </a:lnTo>
                  <a:lnTo>
                    <a:pt x="112120" y="24840"/>
                  </a:lnTo>
                  <a:lnTo>
                    <a:pt x="115813" y="19192"/>
                  </a:lnTo>
                  <a:lnTo>
                    <a:pt x="119789" y="13111"/>
                  </a:lnTo>
                  <a:lnTo>
                    <a:pt x="124031" y="6624"/>
                  </a:lnTo>
                  <a:lnTo>
                    <a:pt x="128362" y="0"/>
                  </a:lnTo>
                  <a:lnTo>
                    <a:pt x="139295" y="1323"/>
                  </a:lnTo>
                  <a:lnTo>
                    <a:pt x="170822" y="5139"/>
                  </a:lnTo>
                  <a:lnTo>
                    <a:pt x="186352" y="7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g876"/>
            <p:cNvSpPr/>
            <p:nvPr/>
          </p:nvSpPr>
          <p:spPr>
            <a:xfrm>
              <a:off x="2452151" y="1569368"/>
              <a:ext cx="181772" cy="197037"/>
            </a:xfrm>
            <a:custGeom>
              <a:avLst/>
              <a:pathLst>
                <a:path w="181772" h="197037">
                  <a:moveTo>
                    <a:pt x="179099" y="7744"/>
                  </a:moveTo>
                  <a:lnTo>
                    <a:pt x="175855" y="12923"/>
                  </a:lnTo>
                  <a:lnTo>
                    <a:pt x="172677" y="17997"/>
                  </a:lnTo>
                  <a:lnTo>
                    <a:pt x="169290" y="23403"/>
                  </a:lnTo>
                  <a:lnTo>
                    <a:pt x="165568" y="29344"/>
                  </a:lnTo>
                  <a:lnTo>
                    <a:pt x="162313" y="34540"/>
                  </a:lnTo>
                  <a:lnTo>
                    <a:pt x="158951" y="39907"/>
                  </a:lnTo>
                  <a:lnTo>
                    <a:pt x="155293" y="45746"/>
                  </a:lnTo>
                  <a:lnTo>
                    <a:pt x="151567" y="51694"/>
                  </a:lnTo>
                  <a:lnTo>
                    <a:pt x="147425" y="58304"/>
                  </a:lnTo>
                  <a:lnTo>
                    <a:pt x="143430" y="64682"/>
                  </a:lnTo>
                  <a:lnTo>
                    <a:pt x="139810" y="70460"/>
                  </a:lnTo>
                  <a:lnTo>
                    <a:pt x="135880" y="76733"/>
                  </a:lnTo>
                  <a:lnTo>
                    <a:pt x="131926" y="83046"/>
                  </a:lnTo>
                  <a:lnTo>
                    <a:pt x="129401" y="87075"/>
                  </a:lnTo>
                  <a:lnTo>
                    <a:pt x="128158" y="88909"/>
                  </a:lnTo>
                  <a:lnTo>
                    <a:pt x="124357" y="94513"/>
                  </a:lnTo>
                  <a:lnTo>
                    <a:pt x="120049" y="100864"/>
                  </a:lnTo>
                  <a:lnTo>
                    <a:pt x="115808" y="107116"/>
                  </a:lnTo>
                  <a:lnTo>
                    <a:pt x="111617" y="113295"/>
                  </a:lnTo>
                  <a:lnTo>
                    <a:pt x="107697" y="119074"/>
                  </a:lnTo>
                  <a:lnTo>
                    <a:pt x="103413" y="125391"/>
                  </a:lnTo>
                  <a:lnTo>
                    <a:pt x="99066" y="131799"/>
                  </a:lnTo>
                  <a:lnTo>
                    <a:pt x="94841" y="138029"/>
                  </a:lnTo>
                  <a:lnTo>
                    <a:pt x="90519" y="144400"/>
                  </a:lnTo>
                  <a:lnTo>
                    <a:pt x="85598" y="151655"/>
                  </a:lnTo>
                  <a:lnTo>
                    <a:pt x="81034" y="158384"/>
                  </a:lnTo>
                  <a:lnTo>
                    <a:pt x="76338" y="165308"/>
                  </a:lnTo>
                  <a:lnTo>
                    <a:pt x="72027" y="171664"/>
                  </a:lnTo>
                  <a:lnTo>
                    <a:pt x="67834" y="177845"/>
                  </a:lnTo>
                  <a:lnTo>
                    <a:pt x="64062" y="183406"/>
                  </a:lnTo>
                  <a:lnTo>
                    <a:pt x="60293" y="188963"/>
                  </a:lnTo>
                  <a:lnTo>
                    <a:pt x="56156" y="195062"/>
                  </a:lnTo>
                  <a:lnTo>
                    <a:pt x="54816" y="197037"/>
                  </a:lnTo>
                  <a:lnTo>
                    <a:pt x="44476" y="196082"/>
                  </a:lnTo>
                  <a:lnTo>
                    <a:pt x="28017" y="194561"/>
                  </a:lnTo>
                  <a:lnTo>
                    <a:pt x="12997" y="193173"/>
                  </a:lnTo>
                  <a:lnTo>
                    <a:pt x="0" y="191972"/>
                  </a:lnTo>
                  <a:lnTo>
                    <a:pt x="1413" y="189890"/>
                  </a:lnTo>
                  <a:lnTo>
                    <a:pt x="4544" y="185278"/>
                  </a:lnTo>
                  <a:lnTo>
                    <a:pt x="7553" y="180847"/>
                  </a:lnTo>
                  <a:lnTo>
                    <a:pt x="11068" y="175670"/>
                  </a:lnTo>
                  <a:lnTo>
                    <a:pt x="14587" y="170488"/>
                  </a:lnTo>
                  <a:lnTo>
                    <a:pt x="18076" y="165350"/>
                  </a:lnTo>
                  <a:lnTo>
                    <a:pt x="21274" y="160640"/>
                  </a:lnTo>
                  <a:lnTo>
                    <a:pt x="24655" y="155660"/>
                  </a:lnTo>
                  <a:lnTo>
                    <a:pt x="27616" y="151299"/>
                  </a:lnTo>
                  <a:lnTo>
                    <a:pt x="30907" y="146454"/>
                  </a:lnTo>
                  <a:lnTo>
                    <a:pt x="34728" y="140826"/>
                  </a:lnTo>
                  <a:lnTo>
                    <a:pt x="38361" y="135475"/>
                  </a:lnTo>
                  <a:lnTo>
                    <a:pt x="41917" y="130239"/>
                  </a:lnTo>
                  <a:lnTo>
                    <a:pt x="45531" y="124915"/>
                  </a:lnTo>
                  <a:lnTo>
                    <a:pt x="49186" y="119533"/>
                  </a:lnTo>
                  <a:lnTo>
                    <a:pt x="52705" y="114350"/>
                  </a:lnTo>
                  <a:lnTo>
                    <a:pt x="56235" y="109152"/>
                  </a:lnTo>
                  <a:lnTo>
                    <a:pt x="60090" y="103475"/>
                  </a:lnTo>
                  <a:lnTo>
                    <a:pt x="63992" y="97727"/>
                  </a:lnTo>
                  <a:lnTo>
                    <a:pt x="67862" y="92029"/>
                  </a:lnTo>
                  <a:lnTo>
                    <a:pt x="71975" y="85971"/>
                  </a:lnTo>
                  <a:lnTo>
                    <a:pt x="75631" y="80587"/>
                  </a:lnTo>
                  <a:lnTo>
                    <a:pt x="79322" y="75005"/>
                  </a:lnTo>
                  <a:lnTo>
                    <a:pt x="83058" y="69354"/>
                  </a:lnTo>
                  <a:lnTo>
                    <a:pt x="86668" y="63894"/>
                  </a:lnTo>
                  <a:lnTo>
                    <a:pt x="90197" y="58558"/>
                  </a:lnTo>
                  <a:lnTo>
                    <a:pt x="93825" y="53070"/>
                  </a:lnTo>
                  <a:lnTo>
                    <a:pt x="97735" y="47155"/>
                  </a:lnTo>
                  <a:lnTo>
                    <a:pt x="101616" y="41287"/>
                  </a:lnTo>
                  <a:lnTo>
                    <a:pt x="105433" y="35514"/>
                  </a:lnTo>
                  <a:lnTo>
                    <a:pt x="108867" y="30320"/>
                  </a:lnTo>
                  <a:lnTo>
                    <a:pt x="112095" y="25438"/>
                  </a:lnTo>
                  <a:lnTo>
                    <a:pt x="115498" y="20291"/>
                  </a:lnTo>
                  <a:lnTo>
                    <a:pt x="118757" y="15362"/>
                  </a:lnTo>
                  <a:lnTo>
                    <a:pt x="121961" y="10516"/>
                  </a:lnTo>
                  <a:lnTo>
                    <a:pt x="124864" y="6126"/>
                  </a:lnTo>
                  <a:lnTo>
                    <a:pt x="127670" y="1883"/>
                  </a:lnTo>
                  <a:lnTo>
                    <a:pt x="128915" y="0"/>
                  </a:lnTo>
                  <a:lnTo>
                    <a:pt x="132661" y="246"/>
                  </a:lnTo>
                  <a:lnTo>
                    <a:pt x="141525" y="830"/>
                  </a:lnTo>
                  <a:lnTo>
                    <a:pt x="151151" y="1463"/>
                  </a:lnTo>
                  <a:lnTo>
                    <a:pt x="159696" y="2026"/>
                  </a:lnTo>
                  <a:lnTo>
                    <a:pt x="168292" y="2591"/>
                  </a:lnTo>
                  <a:lnTo>
                    <a:pt x="176498" y="3131"/>
                  </a:lnTo>
                  <a:lnTo>
                    <a:pt x="181772" y="34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g877"/>
            <p:cNvSpPr/>
            <p:nvPr/>
          </p:nvSpPr>
          <p:spPr>
            <a:xfrm>
              <a:off x="2532315" y="1558354"/>
              <a:ext cx="181011" cy="189889"/>
            </a:xfrm>
            <a:custGeom>
              <a:avLst/>
              <a:pathLst>
                <a:path w="181011" h="189889">
                  <a:moveTo>
                    <a:pt x="42256" y="184756"/>
                  </a:moveTo>
                  <a:lnTo>
                    <a:pt x="24091" y="189889"/>
                  </a:lnTo>
                  <a:lnTo>
                    <a:pt x="8397" y="189016"/>
                  </a:lnTo>
                  <a:lnTo>
                    <a:pt x="0" y="188550"/>
                  </a:lnTo>
                  <a:lnTo>
                    <a:pt x="2401" y="184817"/>
                  </a:lnTo>
                  <a:lnTo>
                    <a:pt x="5814" y="179513"/>
                  </a:lnTo>
                  <a:lnTo>
                    <a:pt x="9680" y="173505"/>
                  </a:lnTo>
                  <a:lnTo>
                    <a:pt x="13635" y="167359"/>
                  </a:lnTo>
                  <a:lnTo>
                    <a:pt x="17729" y="160997"/>
                  </a:lnTo>
                  <a:lnTo>
                    <a:pt x="21531" y="155088"/>
                  </a:lnTo>
                  <a:lnTo>
                    <a:pt x="25763" y="148512"/>
                  </a:lnTo>
                  <a:lnTo>
                    <a:pt x="29700" y="142394"/>
                  </a:lnTo>
                  <a:lnTo>
                    <a:pt x="33456" y="136557"/>
                  </a:lnTo>
                  <a:lnTo>
                    <a:pt x="37358" y="130492"/>
                  </a:lnTo>
                  <a:lnTo>
                    <a:pt x="41048" y="124759"/>
                  </a:lnTo>
                  <a:lnTo>
                    <a:pt x="45205" y="118297"/>
                  </a:lnTo>
                  <a:lnTo>
                    <a:pt x="49008" y="112388"/>
                  </a:lnTo>
                  <a:lnTo>
                    <a:pt x="52697" y="106655"/>
                  </a:lnTo>
                  <a:lnTo>
                    <a:pt x="56364" y="100956"/>
                  </a:lnTo>
                  <a:lnTo>
                    <a:pt x="59941" y="95396"/>
                  </a:lnTo>
                  <a:lnTo>
                    <a:pt x="64079" y="88966"/>
                  </a:lnTo>
                  <a:lnTo>
                    <a:pt x="68432" y="82489"/>
                  </a:lnTo>
                  <a:lnTo>
                    <a:pt x="72466" y="76486"/>
                  </a:lnTo>
                  <a:lnTo>
                    <a:pt x="76611" y="70317"/>
                  </a:lnTo>
                  <a:lnTo>
                    <a:pt x="80720" y="64202"/>
                  </a:lnTo>
                  <a:lnTo>
                    <a:pt x="84714" y="58257"/>
                  </a:lnTo>
                  <a:lnTo>
                    <a:pt x="88727" y="52286"/>
                  </a:lnTo>
                  <a:lnTo>
                    <a:pt x="92585" y="46544"/>
                  </a:lnTo>
                  <a:lnTo>
                    <a:pt x="96006" y="41453"/>
                  </a:lnTo>
                  <a:lnTo>
                    <a:pt x="99663" y="36011"/>
                  </a:lnTo>
                  <a:lnTo>
                    <a:pt x="103278" y="30631"/>
                  </a:lnTo>
                  <a:lnTo>
                    <a:pt x="107032" y="25044"/>
                  </a:lnTo>
                  <a:lnTo>
                    <a:pt x="110619" y="19707"/>
                  </a:lnTo>
                  <a:lnTo>
                    <a:pt x="114203" y="14373"/>
                  </a:lnTo>
                  <a:lnTo>
                    <a:pt x="116668" y="10704"/>
                  </a:lnTo>
                  <a:lnTo>
                    <a:pt x="122449" y="9743"/>
                  </a:lnTo>
                  <a:lnTo>
                    <a:pt x="133214" y="7952"/>
                  </a:lnTo>
                  <a:lnTo>
                    <a:pt x="144793" y="6025"/>
                  </a:lnTo>
                  <a:lnTo>
                    <a:pt x="155111" y="4309"/>
                  </a:lnTo>
                  <a:lnTo>
                    <a:pt x="166191" y="2465"/>
                  </a:lnTo>
                  <a:lnTo>
                    <a:pt x="181011" y="0"/>
                  </a:lnTo>
                  <a:lnTo>
                    <a:pt x="173005" y="12314"/>
                  </a:lnTo>
                  <a:lnTo>
                    <a:pt x="168347" y="19479"/>
                  </a:lnTo>
                  <a:lnTo>
                    <a:pt x="163443" y="27022"/>
                  </a:lnTo>
                  <a:lnTo>
                    <a:pt x="158408" y="34768"/>
                  </a:lnTo>
                  <a:lnTo>
                    <a:pt x="153203" y="42775"/>
                  </a:lnTo>
                  <a:lnTo>
                    <a:pt x="147753" y="51157"/>
                  </a:lnTo>
                  <a:lnTo>
                    <a:pt x="142717" y="58904"/>
                  </a:lnTo>
                  <a:lnTo>
                    <a:pt x="137341" y="67173"/>
                  </a:lnTo>
                  <a:lnTo>
                    <a:pt x="132343" y="74860"/>
                  </a:lnTo>
                  <a:lnTo>
                    <a:pt x="127459" y="82373"/>
                  </a:lnTo>
                  <a:lnTo>
                    <a:pt x="122725" y="89655"/>
                  </a:lnTo>
                  <a:lnTo>
                    <a:pt x="118105" y="96762"/>
                  </a:lnTo>
                  <a:lnTo>
                    <a:pt x="112465" y="105437"/>
                  </a:lnTo>
                  <a:lnTo>
                    <a:pt x="106902" y="113994"/>
                  </a:lnTo>
                  <a:lnTo>
                    <a:pt x="101206" y="122756"/>
                  </a:lnTo>
                  <a:lnTo>
                    <a:pt x="95831" y="131023"/>
                  </a:lnTo>
                  <a:lnTo>
                    <a:pt x="90380" y="139407"/>
                  </a:lnTo>
                  <a:lnTo>
                    <a:pt x="84760" y="148052"/>
                  </a:lnTo>
                  <a:lnTo>
                    <a:pt x="79252" y="156524"/>
                  </a:lnTo>
                  <a:lnTo>
                    <a:pt x="73256" y="165748"/>
                  </a:lnTo>
                  <a:lnTo>
                    <a:pt x="67540" y="174539"/>
                  </a:lnTo>
                  <a:lnTo>
                    <a:pt x="65094" y="17830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g878"/>
            <p:cNvSpPr/>
            <p:nvPr/>
          </p:nvSpPr>
          <p:spPr>
            <a:xfrm>
              <a:off x="2623103" y="1550105"/>
              <a:ext cx="167836" cy="170786"/>
            </a:xfrm>
            <a:custGeom>
              <a:avLst/>
              <a:pathLst>
                <a:path w="167836" h="170786">
                  <a:moveTo>
                    <a:pt x="165945" y="3141"/>
                  </a:moveTo>
                  <a:lnTo>
                    <a:pt x="162631" y="8090"/>
                  </a:lnTo>
                  <a:lnTo>
                    <a:pt x="159435" y="12863"/>
                  </a:lnTo>
                  <a:lnTo>
                    <a:pt x="156150" y="17768"/>
                  </a:lnTo>
                  <a:lnTo>
                    <a:pt x="153100" y="22323"/>
                  </a:lnTo>
                  <a:lnTo>
                    <a:pt x="149921" y="27070"/>
                  </a:lnTo>
                  <a:lnTo>
                    <a:pt x="146894" y="31591"/>
                  </a:lnTo>
                  <a:lnTo>
                    <a:pt x="143510" y="36644"/>
                  </a:lnTo>
                  <a:lnTo>
                    <a:pt x="140326" y="41399"/>
                  </a:lnTo>
                  <a:lnTo>
                    <a:pt x="136940" y="46455"/>
                  </a:lnTo>
                  <a:lnTo>
                    <a:pt x="133690" y="51309"/>
                  </a:lnTo>
                  <a:lnTo>
                    <a:pt x="129306" y="57856"/>
                  </a:lnTo>
                  <a:lnTo>
                    <a:pt x="125313" y="63819"/>
                  </a:lnTo>
                  <a:lnTo>
                    <a:pt x="120552" y="70929"/>
                  </a:lnTo>
                  <a:lnTo>
                    <a:pt x="115509" y="78460"/>
                  </a:lnTo>
                  <a:lnTo>
                    <a:pt x="111035" y="85140"/>
                  </a:lnTo>
                  <a:lnTo>
                    <a:pt x="106601" y="91762"/>
                  </a:lnTo>
                  <a:lnTo>
                    <a:pt x="101691" y="99095"/>
                  </a:lnTo>
                  <a:lnTo>
                    <a:pt x="97095" y="105958"/>
                  </a:lnTo>
                  <a:lnTo>
                    <a:pt x="92333" y="113069"/>
                  </a:lnTo>
                  <a:lnTo>
                    <a:pt x="87536" y="120233"/>
                  </a:lnTo>
                  <a:lnTo>
                    <a:pt x="83088" y="126876"/>
                  </a:lnTo>
                  <a:lnTo>
                    <a:pt x="78873" y="133170"/>
                  </a:lnTo>
                  <a:lnTo>
                    <a:pt x="74916" y="139079"/>
                  </a:lnTo>
                  <a:lnTo>
                    <a:pt x="70631" y="145478"/>
                  </a:lnTo>
                  <a:lnTo>
                    <a:pt x="68844" y="148146"/>
                  </a:lnTo>
                  <a:lnTo>
                    <a:pt x="65954" y="152532"/>
                  </a:lnTo>
                  <a:lnTo>
                    <a:pt x="56507" y="155321"/>
                  </a:lnTo>
                  <a:lnTo>
                    <a:pt x="38285" y="160702"/>
                  </a:lnTo>
                  <a:lnTo>
                    <a:pt x="18307" y="166600"/>
                  </a:lnTo>
                  <a:lnTo>
                    <a:pt x="4279" y="170742"/>
                  </a:lnTo>
                  <a:lnTo>
                    <a:pt x="3173" y="170786"/>
                  </a:lnTo>
                  <a:lnTo>
                    <a:pt x="2068" y="170432"/>
                  </a:lnTo>
                  <a:lnTo>
                    <a:pt x="1177" y="170001"/>
                  </a:lnTo>
                  <a:lnTo>
                    <a:pt x="512" y="169344"/>
                  </a:lnTo>
                  <a:lnTo>
                    <a:pt x="102" y="168379"/>
                  </a:lnTo>
                  <a:lnTo>
                    <a:pt x="0" y="167228"/>
                  </a:lnTo>
                  <a:lnTo>
                    <a:pt x="153" y="166024"/>
                  </a:lnTo>
                  <a:lnTo>
                    <a:pt x="639" y="164844"/>
                  </a:lnTo>
                  <a:lnTo>
                    <a:pt x="7629" y="153762"/>
                  </a:lnTo>
                  <a:lnTo>
                    <a:pt x="11657" y="147377"/>
                  </a:lnTo>
                  <a:lnTo>
                    <a:pt x="15167" y="141813"/>
                  </a:lnTo>
                  <a:lnTo>
                    <a:pt x="18771" y="136100"/>
                  </a:lnTo>
                  <a:lnTo>
                    <a:pt x="22095" y="130831"/>
                  </a:lnTo>
                  <a:lnTo>
                    <a:pt x="25405" y="125584"/>
                  </a:lnTo>
                  <a:lnTo>
                    <a:pt x="28819" y="120172"/>
                  </a:lnTo>
                  <a:lnTo>
                    <a:pt x="31883" y="115315"/>
                  </a:lnTo>
                  <a:lnTo>
                    <a:pt x="35083" y="110242"/>
                  </a:lnTo>
                  <a:lnTo>
                    <a:pt x="38117" y="105433"/>
                  </a:lnTo>
                  <a:lnTo>
                    <a:pt x="41071" y="100751"/>
                  </a:lnTo>
                  <a:lnTo>
                    <a:pt x="43748" y="96507"/>
                  </a:lnTo>
                  <a:lnTo>
                    <a:pt x="46655" y="91898"/>
                  </a:lnTo>
                  <a:lnTo>
                    <a:pt x="49708" y="87058"/>
                  </a:lnTo>
                  <a:lnTo>
                    <a:pt x="52936" y="81942"/>
                  </a:lnTo>
                  <a:lnTo>
                    <a:pt x="55966" y="77138"/>
                  </a:lnTo>
                  <a:lnTo>
                    <a:pt x="59200" y="72012"/>
                  </a:lnTo>
                  <a:lnTo>
                    <a:pt x="62237" y="67198"/>
                  </a:lnTo>
                  <a:lnTo>
                    <a:pt x="65187" y="62521"/>
                  </a:lnTo>
                  <a:lnTo>
                    <a:pt x="68481" y="57299"/>
                  </a:lnTo>
                  <a:lnTo>
                    <a:pt x="71591" y="52369"/>
                  </a:lnTo>
                  <a:lnTo>
                    <a:pt x="74972" y="47009"/>
                  </a:lnTo>
                  <a:lnTo>
                    <a:pt x="78279" y="41767"/>
                  </a:lnTo>
                  <a:lnTo>
                    <a:pt x="81429" y="36774"/>
                  </a:lnTo>
                  <a:lnTo>
                    <a:pt x="84950" y="31193"/>
                  </a:lnTo>
                  <a:lnTo>
                    <a:pt x="88734" y="25194"/>
                  </a:lnTo>
                  <a:lnTo>
                    <a:pt x="92617" y="19038"/>
                  </a:lnTo>
                  <a:lnTo>
                    <a:pt x="96245" y="13288"/>
                  </a:lnTo>
                  <a:lnTo>
                    <a:pt x="100634" y="6330"/>
                  </a:lnTo>
                  <a:lnTo>
                    <a:pt x="106729" y="5597"/>
                  </a:lnTo>
                  <a:lnTo>
                    <a:pt x="130490" y="2740"/>
                  </a:lnTo>
                  <a:lnTo>
                    <a:pt x="153282" y="0"/>
                  </a:lnTo>
                  <a:lnTo>
                    <a:pt x="167836" y="3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g879"/>
            <p:cNvSpPr/>
            <p:nvPr/>
          </p:nvSpPr>
          <p:spPr>
            <a:xfrm>
              <a:off x="2714846" y="1550452"/>
              <a:ext cx="133320" cy="140332"/>
            </a:xfrm>
            <a:custGeom>
              <a:avLst/>
              <a:pathLst>
                <a:path w="133320" h="140332">
                  <a:moveTo>
                    <a:pt x="124448" y="26465"/>
                  </a:moveTo>
                  <a:lnTo>
                    <a:pt x="119033" y="34847"/>
                  </a:lnTo>
                  <a:lnTo>
                    <a:pt x="114187" y="42349"/>
                  </a:lnTo>
                  <a:lnTo>
                    <a:pt x="108741" y="50778"/>
                  </a:lnTo>
                  <a:lnTo>
                    <a:pt x="102763" y="60032"/>
                  </a:lnTo>
                  <a:lnTo>
                    <a:pt x="96753" y="69335"/>
                  </a:lnTo>
                  <a:lnTo>
                    <a:pt x="91027" y="78198"/>
                  </a:lnTo>
                  <a:lnTo>
                    <a:pt x="85363" y="86965"/>
                  </a:lnTo>
                  <a:lnTo>
                    <a:pt x="79762" y="95636"/>
                  </a:lnTo>
                  <a:lnTo>
                    <a:pt x="74126" y="104359"/>
                  </a:lnTo>
                  <a:lnTo>
                    <a:pt x="68308" y="113366"/>
                  </a:lnTo>
                  <a:lnTo>
                    <a:pt x="62959" y="121645"/>
                  </a:lnTo>
                  <a:lnTo>
                    <a:pt x="53643" y="125859"/>
                  </a:lnTo>
                  <a:lnTo>
                    <a:pt x="32986" y="135203"/>
                  </a:lnTo>
                  <a:lnTo>
                    <a:pt x="22399" y="139992"/>
                  </a:lnTo>
                  <a:lnTo>
                    <a:pt x="21298" y="140269"/>
                  </a:lnTo>
                  <a:lnTo>
                    <a:pt x="20110" y="140332"/>
                  </a:lnTo>
                  <a:lnTo>
                    <a:pt x="19045" y="140081"/>
                  </a:lnTo>
                  <a:lnTo>
                    <a:pt x="18130" y="139664"/>
                  </a:lnTo>
                  <a:lnTo>
                    <a:pt x="8302" y="133210"/>
                  </a:lnTo>
                  <a:lnTo>
                    <a:pt x="0" y="127758"/>
                  </a:lnTo>
                  <a:lnTo>
                    <a:pt x="1871" y="124900"/>
                  </a:lnTo>
                  <a:lnTo>
                    <a:pt x="5869" y="118791"/>
                  </a:lnTo>
                  <a:lnTo>
                    <a:pt x="10494" y="111727"/>
                  </a:lnTo>
                  <a:lnTo>
                    <a:pt x="15270" y="104433"/>
                  </a:lnTo>
                  <a:lnTo>
                    <a:pt x="19647" y="97746"/>
                  </a:lnTo>
                  <a:lnTo>
                    <a:pt x="24195" y="90800"/>
                  </a:lnTo>
                  <a:lnTo>
                    <a:pt x="28827" y="83724"/>
                  </a:lnTo>
                  <a:lnTo>
                    <a:pt x="33697" y="76285"/>
                  </a:lnTo>
                  <a:lnTo>
                    <a:pt x="38271" y="69300"/>
                  </a:lnTo>
                  <a:lnTo>
                    <a:pt x="43199" y="61772"/>
                  </a:lnTo>
                  <a:lnTo>
                    <a:pt x="48139" y="54226"/>
                  </a:lnTo>
                  <a:lnTo>
                    <a:pt x="53230" y="46450"/>
                  </a:lnTo>
                  <a:lnTo>
                    <a:pt x="58316" y="38681"/>
                  </a:lnTo>
                  <a:lnTo>
                    <a:pt x="63225" y="31182"/>
                  </a:lnTo>
                  <a:lnTo>
                    <a:pt x="67988" y="23907"/>
                  </a:lnTo>
                  <a:lnTo>
                    <a:pt x="72075" y="17665"/>
                  </a:lnTo>
                  <a:lnTo>
                    <a:pt x="75953" y="11741"/>
                  </a:lnTo>
                  <a:lnTo>
                    <a:pt x="79717" y="5992"/>
                  </a:lnTo>
                  <a:lnTo>
                    <a:pt x="83640" y="0"/>
                  </a:lnTo>
                  <a:lnTo>
                    <a:pt x="88630" y="625"/>
                  </a:lnTo>
                  <a:lnTo>
                    <a:pt x="97978" y="1797"/>
                  </a:lnTo>
                  <a:lnTo>
                    <a:pt x="108385" y="3101"/>
                  </a:lnTo>
                  <a:lnTo>
                    <a:pt x="110209" y="3330"/>
                  </a:lnTo>
                  <a:lnTo>
                    <a:pt x="118326" y="6632"/>
                  </a:lnTo>
                  <a:lnTo>
                    <a:pt x="127462" y="10349"/>
                  </a:lnTo>
                  <a:lnTo>
                    <a:pt x="133320" y="127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g880"/>
            <p:cNvSpPr/>
            <p:nvPr/>
          </p:nvSpPr>
          <p:spPr>
            <a:xfrm>
              <a:off x="2782265" y="1561280"/>
              <a:ext cx="113359" cy="111834"/>
            </a:xfrm>
            <a:custGeom>
              <a:avLst/>
              <a:pathLst>
                <a:path w="113359" h="111834">
                  <a:moveTo>
                    <a:pt x="111887" y="33407"/>
                  </a:moveTo>
                  <a:lnTo>
                    <a:pt x="110572" y="41472"/>
                  </a:lnTo>
                  <a:lnTo>
                    <a:pt x="106109" y="47589"/>
                  </a:lnTo>
                  <a:lnTo>
                    <a:pt x="101331" y="54138"/>
                  </a:lnTo>
                  <a:lnTo>
                    <a:pt x="96923" y="60181"/>
                  </a:lnTo>
                  <a:lnTo>
                    <a:pt x="91578" y="67507"/>
                  </a:lnTo>
                  <a:lnTo>
                    <a:pt x="86739" y="74140"/>
                  </a:lnTo>
                  <a:lnTo>
                    <a:pt x="83320" y="78825"/>
                  </a:lnTo>
                  <a:lnTo>
                    <a:pt x="81620" y="80830"/>
                  </a:lnTo>
                  <a:lnTo>
                    <a:pt x="76801" y="86507"/>
                  </a:lnTo>
                  <a:lnTo>
                    <a:pt x="72037" y="92121"/>
                  </a:lnTo>
                  <a:lnTo>
                    <a:pt x="67278" y="97729"/>
                  </a:lnTo>
                  <a:lnTo>
                    <a:pt x="62838" y="102961"/>
                  </a:lnTo>
                  <a:lnTo>
                    <a:pt x="61022" y="105101"/>
                  </a:lnTo>
                  <a:lnTo>
                    <a:pt x="50735" y="106236"/>
                  </a:lnTo>
                  <a:lnTo>
                    <a:pt x="30626" y="108455"/>
                  </a:lnTo>
                  <a:lnTo>
                    <a:pt x="11314" y="110586"/>
                  </a:lnTo>
                  <a:lnTo>
                    <a:pt x="0" y="111834"/>
                  </a:lnTo>
                  <a:lnTo>
                    <a:pt x="3688" y="106354"/>
                  </a:lnTo>
                  <a:lnTo>
                    <a:pt x="8504" y="99198"/>
                  </a:lnTo>
                  <a:lnTo>
                    <a:pt x="13773" y="91369"/>
                  </a:lnTo>
                  <a:lnTo>
                    <a:pt x="19048" y="83532"/>
                  </a:lnTo>
                  <a:lnTo>
                    <a:pt x="24853" y="74906"/>
                  </a:lnTo>
                  <a:lnTo>
                    <a:pt x="29972" y="67300"/>
                  </a:lnTo>
                  <a:lnTo>
                    <a:pt x="35002" y="59827"/>
                  </a:lnTo>
                  <a:lnTo>
                    <a:pt x="40153" y="52173"/>
                  </a:lnTo>
                  <a:lnTo>
                    <a:pt x="45097" y="44827"/>
                  </a:lnTo>
                  <a:lnTo>
                    <a:pt x="49744" y="37922"/>
                  </a:lnTo>
                  <a:lnTo>
                    <a:pt x="54441" y="30943"/>
                  </a:lnTo>
                  <a:lnTo>
                    <a:pt x="58807" y="24456"/>
                  </a:lnTo>
                  <a:lnTo>
                    <a:pt x="63807" y="17028"/>
                  </a:lnTo>
                  <a:lnTo>
                    <a:pt x="70846" y="6569"/>
                  </a:lnTo>
                  <a:lnTo>
                    <a:pt x="75267" y="0"/>
                  </a:lnTo>
                  <a:lnTo>
                    <a:pt x="94721" y="11663"/>
                  </a:lnTo>
                  <a:lnTo>
                    <a:pt x="107475" y="19310"/>
                  </a:lnTo>
                  <a:lnTo>
                    <a:pt x="113359" y="243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g881"/>
            <p:cNvSpPr/>
            <p:nvPr/>
          </p:nvSpPr>
          <p:spPr>
            <a:xfrm>
              <a:off x="2663012" y="1508760"/>
              <a:ext cx="317663" cy="51280"/>
            </a:xfrm>
            <a:custGeom>
              <a:avLst/>
              <a:pathLst>
                <a:path w="317663" h="51280">
                  <a:moveTo>
                    <a:pt x="242197" y="603"/>
                  </a:moveTo>
                  <a:lnTo>
                    <a:pt x="245179" y="11415"/>
                  </a:lnTo>
                  <a:lnTo>
                    <a:pt x="311515" y="5717"/>
                  </a:lnTo>
                  <a:lnTo>
                    <a:pt x="314654" y="25560"/>
                  </a:lnTo>
                  <a:lnTo>
                    <a:pt x="317663" y="44582"/>
                  </a:lnTo>
                  <a:lnTo>
                    <a:pt x="309198" y="45217"/>
                  </a:lnTo>
                  <a:lnTo>
                    <a:pt x="295042" y="46278"/>
                  </a:lnTo>
                  <a:lnTo>
                    <a:pt x="280838" y="47342"/>
                  </a:lnTo>
                  <a:lnTo>
                    <a:pt x="264171" y="48591"/>
                  </a:lnTo>
                  <a:lnTo>
                    <a:pt x="248775" y="49745"/>
                  </a:lnTo>
                  <a:lnTo>
                    <a:pt x="234117" y="50844"/>
                  </a:lnTo>
                  <a:lnTo>
                    <a:pt x="228287" y="51280"/>
                  </a:lnTo>
                  <a:lnTo>
                    <a:pt x="218162" y="47926"/>
                  </a:lnTo>
                  <a:lnTo>
                    <a:pt x="205274" y="43657"/>
                  </a:lnTo>
                  <a:lnTo>
                    <a:pt x="189829" y="38541"/>
                  </a:lnTo>
                  <a:lnTo>
                    <a:pt x="177889" y="33866"/>
                  </a:lnTo>
                  <a:lnTo>
                    <a:pt x="173376" y="32098"/>
                  </a:lnTo>
                  <a:lnTo>
                    <a:pt x="165039" y="28999"/>
                  </a:lnTo>
                  <a:lnTo>
                    <a:pt x="162564" y="28079"/>
                  </a:lnTo>
                  <a:lnTo>
                    <a:pt x="151485" y="26056"/>
                  </a:lnTo>
                  <a:lnTo>
                    <a:pt x="148340" y="25482"/>
                  </a:lnTo>
                  <a:lnTo>
                    <a:pt x="137363" y="26063"/>
                  </a:lnTo>
                  <a:lnTo>
                    <a:pt x="124953" y="26720"/>
                  </a:lnTo>
                  <a:lnTo>
                    <a:pt x="112426" y="27382"/>
                  </a:lnTo>
                  <a:lnTo>
                    <a:pt x="101216" y="27976"/>
                  </a:lnTo>
                  <a:lnTo>
                    <a:pt x="90341" y="30081"/>
                  </a:lnTo>
                  <a:lnTo>
                    <a:pt x="78725" y="32331"/>
                  </a:lnTo>
                  <a:lnTo>
                    <a:pt x="67581" y="34489"/>
                  </a:lnTo>
                  <a:lnTo>
                    <a:pt x="57218" y="36496"/>
                  </a:lnTo>
                  <a:lnTo>
                    <a:pt x="55405" y="36771"/>
                  </a:lnTo>
                  <a:lnTo>
                    <a:pt x="41938" y="38819"/>
                  </a:lnTo>
                  <a:lnTo>
                    <a:pt x="31082" y="40471"/>
                  </a:lnTo>
                  <a:lnTo>
                    <a:pt x="20157" y="42132"/>
                  </a:lnTo>
                  <a:lnTo>
                    <a:pt x="8813" y="43858"/>
                  </a:lnTo>
                  <a:lnTo>
                    <a:pt x="524" y="45118"/>
                  </a:lnTo>
                  <a:lnTo>
                    <a:pt x="221" y="29199"/>
                  </a:lnTo>
                  <a:lnTo>
                    <a:pt x="0" y="17522"/>
                  </a:lnTo>
                  <a:lnTo>
                    <a:pt x="23326" y="6270"/>
                  </a:lnTo>
                  <a:lnTo>
                    <a:pt x="38749" y="0"/>
                  </a:lnTo>
                  <a:lnTo>
                    <a:pt x="190372" y="0"/>
                  </a:lnTo>
                  <a:lnTo>
                    <a:pt x="205603" y="3464"/>
                  </a:lnTo>
                  <a:lnTo>
                    <a:pt x="215098" y="273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g882"/>
            <p:cNvSpPr/>
            <p:nvPr/>
          </p:nvSpPr>
          <p:spPr>
            <a:xfrm>
              <a:off x="2985828" y="1508760"/>
              <a:ext cx="134684" cy="29286"/>
            </a:xfrm>
            <a:custGeom>
              <a:avLst/>
              <a:pathLst>
                <a:path w="134684" h="29286">
                  <a:moveTo>
                    <a:pt x="130408" y="1431"/>
                  </a:moveTo>
                  <a:lnTo>
                    <a:pt x="123457" y="3759"/>
                  </a:lnTo>
                  <a:lnTo>
                    <a:pt x="115882" y="6296"/>
                  </a:lnTo>
                  <a:lnTo>
                    <a:pt x="112409" y="7458"/>
                  </a:lnTo>
                  <a:lnTo>
                    <a:pt x="108147" y="8322"/>
                  </a:lnTo>
                  <a:lnTo>
                    <a:pt x="101626" y="9644"/>
                  </a:lnTo>
                  <a:lnTo>
                    <a:pt x="95562" y="10873"/>
                  </a:lnTo>
                  <a:lnTo>
                    <a:pt x="89513" y="12099"/>
                  </a:lnTo>
                  <a:lnTo>
                    <a:pt x="83940" y="13229"/>
                  </a:lnTo>
                  <a:lnTo>
                    <a:pt x="78526" y="14326"/>
                  </a:lnTo>
                  <a:lnTo>
                    <a:pt x="72773" y="15492"/>
                  </a:lnTo>
                  <a:lnTo>
                    <a:pt x="66529" y="16757"/>
                  </a:lnTo>
                  <a:lnTo>
                    <a:pt x="61016" y="17875"/>
                  </a:lnTo>
                  <a:lnTo>
                    <a:pt x="55559" y="18981"/>
                  </a:lnTo>
                  <a:lnTo>
                    <a:pt x="50063" y="20095"/>
                  </a:lnTo>
                  <a:lnTo>
                    <a:pt x="44924" y="21136"/>
                  </a:lnTo>
                  <a:lnTo>
                    <a:pt x="39330" y="22270"/>
                  </a:lnTo>
                  <a:lnTo>
                    <a:pt x="34071" y="23336"/>
                  </a:lnTo>
                  <a:lnTo>
                    <a:pt x="28477" y="24470"/>
                  </a:lnTo>
                  <a:lnTo>
                    <a:pt x="22943" y="25591"/>
                  </a:lnTo>
                  <a:lnTo>
                    <a:pt x="16700" y="26857"/>
                  </a:lnTo>
                  <a:lnTo>
                    <a:pt x="10220" y="28170"/>
                  </a:lnTo>
                  <a:lnTo>
                    <a:pt x="4712" y="29286"/>
                  </a:lnTo>
                  <a:lnTo>
                    <a:pt x="3280" y="20387"/>
                  </a:lnTo>
                  <a:lnTo>
                    <a:pt x="0" y="0"/>
                  </a:lnTo>
                  <a:lnTo>
                    <a:pt x="13468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g883"/>
            <p:cNvSpPr/>
            <p:nvPr/>
          </p:nvSpPr>
          <p:spPr>
            <a:xfrm>
              <a:off x="2904929" y="1550395"/>
              <a:ext cx="141533" cy="53582"/>
            </a:xfrm>
            <a:custGeom>
              <a:avLst/>
              <a:pathLst>
                <a:path w="141533" h="53582">
                  <a:moveTo>
                    <a:pt x="134248" y="15903"/>
                  </a:moveTo>
                  <a:lnTo>
                    <a:pt x="141533" y="32150"/>
                  </a:lnTo>
                  <a:lnTo>
                    <a:pt x="90118" y="51657"/>
                  </a:lnTo>
                  <a:lnTo>
                    <a:pt x="69866" y="52094"/>
                  </a:lnTo>
                  <a:lnTo>
                    <a:pt x="901" y="53582"/>
                  </a:lnTo>
                  <a:lnTo>
                    <a:pt x="423" y="36664"/>
                  </a:lnTo>
                  <a:lnTo>
                    <a:pt x="0" y="21701"/>
                  </a:lnTo>
                  <a:lnTo>
                    <a:pt x="3072" y="21669"/>
                  </a:lnTo>
                  <a:lnTo>
                    <a:pt x="9985" y="21597"/>
                  </a:lnTo>
                  <a:lnTo>
                    <a:pt x="17159" y="21523"/>
                  </a:lnTo>
                  <a:lnTo>
                    <a:pt x="23629" y="21456"/>
                  </a:lnTo>
                  <a:lnTo>
                    <a:pt x="29896" y="21390"/>
                  </a:lnTo>
                  <a:lnTo>
                    <a:pt x="35795" y="21329"/>
                  </a:lnTo>
                  <a:lnTo>
                    <a:pt x="42184" y="21263"/>
                  </a:lnTo>
                  <a:lnTo>
                    <a:pt x="48202" y="21200"/>
                  </a:lnTo>
                  <a:lnTo>
                    <a:pt x="54338" y="21136"/>
                  </a:lnTo>
                  <a:lnTo>
                    <a:pt x="60728" y="21070"/>
                  </a:lnTo>
                  <a:lnTo>
                    <a:pt x="67121" y="21003"/>
                  </a:lnTo>
                  <a:lnTo>
                    <a:pt x="73202" y="20940"/>
                  </a:lnTo>
                  <a:lnTo>
                    <a:pt x="79323" y="18562"/>
                  </a:lnTo>
                  <a:lnTo>
                    <a:pt x="85452" y="16182"/>
                  </a:lnTo>
                  <a:lnTo>
                    <a:pt x="91176" y="13959"/>
                  </a:lnTo>
                  <a:lnTo>
                    <a:pt x="97027" y="11686"/>
                  </a:lnTo>
                  <a:lnTo>
                    <a:pt x="102981" y="9374"/>
                  </a:lnTo>
                  <a:lnTo>
                    <a:pt x="109513" y="6837"/>
                  </a:lnTo>
                  <a:lnTo>
                    <a:pt x="115804" y="4394"/>
                  </a:lnTo>
                  <a:lnTo>
                    <a:pt x="122510" y="1789"/>
                  </a:lnTo>
                  <a:lnTo>
                    <a:pt x="127117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g884"/>
            <p:cNvSpPr/>
            <p:nvPr/>
          </p:nvSpPr>
          <p:spPr>
            <a:xfrm>
              <a:off x="3038083" y="1508760"/>
              <a:ext cx="320219" cy="102533"/>
            </a:xfrm>
            <a:custGeom>
              <a:avLst/>
              <a:pathLst>
                <a:path w="320219" h="102533">
                  <a:moveTo>
                    <a:pt x="25358" y="102533"/>
                  </a:moveTo>
                  <a:lnTo>
                    <a:pt x="10811" y="66765"/>
                  </a:lnTo>
                  <a:lnTo>
                    <a:pt x="0" y="37428"/>
                  </a:lnTo>
                  <a:lnTo>
                    <a:pt x="6358" y="35337"/>
                  </a:lnTo>
                  <a:lnTo>
                    <a:pt x="15405" y="32363"/>
                  </a:lnTo>
                  <a:lnTo>
                    <a:pt x="23418" y="29728"/>
                  </a:lnTo>
                  <a:lnTo>
                    <a:pt x="30874" y="27276"/>
                  </a:lnTo>
                  <a:lnTo>
                    <a:pt x="37661" y="25045"/>
                  </a:lnTo>
                  <a:lnTo>
                    <a:pt x="44991" y="22635"/>
                  </a:lnTo>
                  <a:lnTo>
                    <a:pt x="52010" y="20327"/>
                  </a:lnTo>
                  <a:lnTo>
                    <a:pt x="55134" y="19300"/>
                  </a:lnTo>
                  <a:lnTo>
                    <a:pt x="59496" y="18167"/>
                  </a:lnTo>
                  <a:lnTo>
                    <a:pt x="67490" y="16092"/>
                  </a:lnTo>
                  <a:lnTo>
                    <a:pt x="75624" y="13980"/>
                  </a:lnTo>
                  <a:lnTo>
                    <a:pt x="83807" y="11856"/>
                  </a:lnTo>
                  <a:lnTo>
                    <a:pt x="91757" y="9792"/>
                  </a:lnTo>
                  <a:lnTo>
                    <a:pt x="100171" y="7607"/>
                  </a:lnTo>
                  <a:lnTo>
                    <a:pt x="107565" y="5688"/>
                  </a:lnTo>
                  <a:lnTo>
                    <a:pt x="114470" y="3895"/>
                  </a:lnTo>
                  <a:lnTo>
                    <a:pt x="121975" y="1946"/>
                  </a:lnTo>
                  <a:lnTo>
                    <a:pt x="129475" y="0"/>
                  </a:lnTo>
                  <a:lnTo>
                    <a:pt x="253656" y="0"/>
                  </a:lnTo>
                  <a:lnTo>
                    <a:pt x="261727" y="1955"/>
                  </a:lnTo>
                  <a:lnTo>
                    <a:pt x="269891" y="3933"/>
                  </a:lnTo>
                  <a:lnTo>
                    <a:pt x="279216" y="6193"/>
                  </a:lnTo>
                  <a:lnTo>
                    <a:pt x="287833" y="8281"/>
                  </a:lnTo>
                  <a:lnTo>
                    <a:pt x="297022" y="10507"/>
                  </a:lnTo>
                  <a:lnTo>
                    <a:pt x="305897" y="12658"/>
                  </a:lnTo>
                  <a:lnTo>
                    <a:pt x="316680" y="15271"/>
                  </a:lnTo>
                  <a:lnTo>
                    <a:pt x="320219" y="16128"/>
                  </a:lnTo>
                  <a:lnTo>
                    <a:pt x="317203" y="38694"/>
                  </a:lnTo>
                  <a:lnTo>
                    <a:pt x="314651" y="57790"/>
                  </a:lnTo>
                  <a:lnTo>
                    <a:pt x="307441" y="65828"/>
                  </a:lnTo>
                  <a:lnTo>
                    <a:pt x="298595" y="69177"/>
                  </a:lnTo>
                  <a:lnTo>
                    <a:pt x="289553" y="67770"/>
                  </a:lnTo>
                  <a:lnTo>
                    <a:pt x="241630" y="54098"/>
                  </a:lnTo>
                  <a:lnTo>
                    <a:pt x="175147" y="54307"/>
                  </a:lnTo>
                  <a:lnTo>
                    <a:pt x="105665" y="711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g885"/>
            <p:cNvSpPr/>
            <p:nvPr/>
          </p:nvSpPr>
          <p:spPr>
            <a:xfrm>
              <a:off x="3359790" y="1508760"/>
              <a:ext cx="29551" cy="4273"/>
            </a:xfrm>
            <a:custGeom>
              <a:avLst/>
              <a:pathLst>
                <a:path w="29551" h="4273">
                  <a:moveTo>
                    <a:pt x="29373" y="4273"/>
                  </a:moveTo>
                  <a:lnTo>
                    <a:pt x="25255" y="3673"/>
                  </a:lnTo>
                  <a:lnTo>
                    <a:pt x="17400" y="2531"/>
                  </a:lnTo>
                  <a:lnTo>
                    <a:pt x="10119" y="1472"/>
                  </a:lnTo>
                  <a:lnTo>
                    <a:pt x="2062" y="300"/>
                  </a:lnTo>
                  <a:lnTo>
                    <a:pt x="0" y="0"/>
                  </a:lnTo>
                  <a:lnTo>
                    <a:pt x="29551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g886"/>
            <p:cNvSpPr/>
            <p:nvPr/>
          </p:nvSpPr>
          <p:spPr>
            <a:xfrm>
              <a:off x="2143982" y="1753418"/>
              <a:ext cx="143918" cy="120064"/>
            </a:xfrm>
            <a:custGeom>
              <a:avLst/>
              <a:pathLst>
                <a:path w="143918" h="120064">
                  <a:moveTo>
                    <a:pt x="75146" y="29588"/>
                  </a:moveTo>
                  <a:lnTo>
                    <a:pt x="143918" y="74154"/>
                  </a:lnTo>
                  <a:lnTo>
                    <a:pt x="130388" y="96373"/>
                  </a:lnTo>
                  <a:lnTo>
                    <a:pt x="115961" y="120064"/>
                  </a:lnTo>
                  <a:lnTo>
                    <a:pt x="82162" y="97711"/>
                  </a:lnTo>
                  <a:lnTo>
                    <a:pt x="56678" y="80908"/>
                  </a:lnTo>
                  <a:lnTo>
                    <a:pt x="0" y="43538"/>
                  </a:lnTo>
                  <a:lnTo>
                    <a:pt x="15962" y="19968"/>
                  </a:lnTo>
                  <a:lnTo>
                    <a:pt x="2948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g887"/>
            <p:cNvSpPr/>
            <p:nvPr/>
          </p:nvSpPr>
          <p:spPr>
            <a:xfrm>
              <a:off x="2085476" y="1801398"/>
              <a:ext cx="172985" cy="120958"/>
            </a:xfrm>
            <a:custGeom>
              <a:avLst/>
              <a:pathLst>
                <a:path w="172985" h="120958">
                  <a:moveTo>
                    <a:pt x="3419" y="20528"/>
                  </a:moveTo>
                  <a:lnTo>
                    <a:pt x="9427" y="11052"/>
                  </a:lnTo>
                  <a:lnTo>
                    <a:pt x="13760" y="4219"/>
                  </a:lnTo>
                  <a:lnTo>
                    <a:pt x="21042" y="8180"/>
                  </a:lnTo>
                  <a:lnTo>
                    <a:pt x="32169" y="14232"/>
                  </a:lnTo>
                  <a:lnTo>
                    <a:pt x="38738" y="17804"/>
                  </a:lnTo>
                  <a:lnTo>
                    <a:pt x="46377" y="8570"/>
                  </a:lnTo>
                  <a:lnTo>
                    <a:pt x="53468" y="0"/>
                  </a:lnTo>
                  <a:lnTo>
                    <a:pt x="61315" y="5026"/>
                  </a:lnTo>
                  <a:lnTo>
                    <a:pt x="69908" y="10531"/>
                  </a:lnTo>
                  <a:lnTo>
                    <a:pt x="77942" y="15677"/>
                  </a:lnTo>
                  <a:lnTo>
                    <a:pt x="86344" y="21059"/>
                  </a:lnTo>
                  <a:lnTo>
                    <a:pt x="94157" y="26064"/>
                  </a:lnTo>
                  <a:lnTo>
                    <a:pt x="102014" y="31097"/>
                  </a:lnTo>
                  <a:lnTo>
                    <a:pt x="108753" y="35414"/>
                  </a:lnTo>
                  <a:lnTo>
                    <a:pt x="116140" y="40145"/>
                  </a:lnTo>
                  <a:lnTo>
                    <a:pt x="122849" y="44443"/>
                  </a:lnTo>
                  <a:lnTo>
                    <a:pt x="130339" y="49241"/>
                  </a:lnTo>
                  <a:lnTo>
                    <a:pt x="138519" y="54481"/>
                  </a:lnTo>
                  <a:lnTo>
                    <a:pt x="146980" y="59901"/>
                  </a:lnTo>
                  <a:lnTo>
                    <a:pt x="156323" y="65885"/>
                  </a:lnTo>
                  <a:lnTo>
                    <a:pt x="172985" y="76558"/>
                  </a:lnTo>
                  <a:lnTo>
                    <a:pt x="170743" y="80963"/>
                  </a:lnTo>
                  <a:lnTo>
                    <a:pt x="165394" y="91475"/>
                  </a:lnTo>
                  <a:lnTo>
                    <a:pt x="159242" y="103564"/>
                  </a:lnTo>
                  <a:lnTo>
                    <a:pt x="153228" y="115384"/>
                  </a:lnTo>
                  <a:lnTo>
                    <a:pt x="150391" y="120958"/>
                  </a:lnTo>
                  <a:lnTo>
                    <a:pt x="145804" y="118059"/>
                  </a:lnTo>
                  <a:lnTo>
                    <a:pt x="137885" y="113055"/>
                  </a:lnTo>
                  <a:lnTo>
                    <a:pt x="130297" y="108260"/>
                  </a:lnTo>
                  <a:lnTo>
                    <a:pt x="122596" y="103393"/>
                  </a:lnTo>
                  <a:lnTo>
                    <a:pt x="114564" y="98318"/>
                  </a:lnTo>
                  <a:lnTo>
                    <a:pt x="107011" y="93545"/>
                  </a:lnTo>
                  <a:lnTo>
                    <a:pt x="99445" y="88763"/>
                  </a:lnTo>
                  <a:lnTo>
                    <a:pt x="92950" y="84659"/>
                  </a:lnTo>
                  <a:lnTo>
                    <a:pt x="85799" y="80140"/>
                  </a:lnTo>
                  <a:lnTo>
                    <a:pt x="77605" y="74962"/>
                  </a:lnTo>
                  <a:lnTo>
                    <a:pt x="69524" y="69855"/>
                  </a:lnTo>
                  <a:lnTo>
                    <a:pt x="62302" y="65292"/>
                  </a:lnTo>
                  <a:lnTo>
                    <a:pt x="54072" y="60091"/>
                  </a:lnTo>
                  <a:lnTo>
                    <a:pt x="46371" y="55224"/>
                  </a:lnTo>
                  <a:lnTo>
                    <a:pt x="38703" y="50379"/>
                  </a:lnTo>
                  <a:lnTo>
                    <a:pt x="30971" y="45493"/>
                  </a:lnTo>
                  <a:lnTo>
                    <a:pt x="23566" y="40813"/>
                  </a:lnTo>
                  <a:lnTo>
                    <a:pt x="16094" y="36091"/>
                  </a:lnTo>
                  <a:lnTo>
                    <a:pt x="10117" y="32315"/>
                  </a:lnTo>
                  <a:lnTo>
                    <a:pt x="2889" y="27747"/>
                  </a:lnTo>
                  <a:lnTo>
                    <a:pt x="0" y="259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g888"/>
            <p:cNvSpPr/>
            <p:nvPr/>
          </p:nvSpPr>
          <p:spPr>
            <a:xfrm>
              <a:off x="2354280" y="1775095"/>
              <a:ext cx="65347" cy="55761"/>
            </a:xfrm>
            <a:custGeom>
              <a:avLst/>
              <a:pathLst>
                <a:path w="65347" h="55761">
                  <a:moveTo>
                    <a:pt x="63171" y="17248"/>
                  </a:moveTo>
                  <a:lnTo>
                    <a:pt x="59751" y="32524"/>
                  </a:lnTo>
                  <a:lnTo>
                    <a:pt x="56464" y="47207"/>
                  </a:lnTo>
                  <a:lnTo>
                    <a:pt x="54549" y="55761"/>
                  </a:lnTo>
                  <a:lnTo>
                    <a:pt x="26291" y="52244"/>
                  </a:lnTo>
                  <a:lnTo>
                    <a:pt x="25114" y="51626"/>
                  </a:lnTo>
                  <a:lnTo>
                    <a:pt x="0" y="38430"/>
                  </a:lnTo>
                  <a:lnTo>
                    <a:pt x="1810" y="32877"/>
                  </a:lnTo>
                  <a:lnTo>
                    <a:pt x="5729" y="20858"/>
                  </a:lnTo>
                  <a:lnTo>
                    <a:pt x="10054" y="7596"/>
                  </a:lnTo>
                  <a:lnTo>
                    <a:pt x="12531" y="0"/>
                  </a:lnTo>
                  <a:lnTo>
                    <a:pt x="21161" y="1229"/>
                  </a:lnTo>
                  <a:lnTo>
                    <a:pt x="38058" y="3637"/>
                  </a:lnTo>
                  <a:lnTo>
                    <a:pt x="53890" y="5894"/>
                  </a:lnTo>
                  <a:lnTo>
                    <a:pt x="65347" y="7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g889"/>
            <p:cNvSpPr/>
            <p:nvPr/>
          </p:nvSpPr>
          <p:spPr>
            <a:xfrm>
              <a:off x="2485484" y="1792396"/>
              <a:ext cx="51528" cy="72728"/>
            </a:xfrm>
            <a:custGeom>
              <a:avLst/>
              <a:pathLst>
                <a:path w="51528" h="72728">
                  <a:moveTo>
                    <a:pt x="51491" y="6585"/>
                  </a:moveTo>
                  <a:lnTo>
                    <a:pt x="51426" y="18306"/>
                  </a:lnTo>
                  <a:lnTo>
                    <a:pt x="51359" y="30195"/>
                  </a:lnTo>
                  <a:lnTo>
                    <a:pt x="51297" y="41247"/>
                  </a:lnTo>
                  <a:lnTo>
                    <a:pt x="51234" y="52468"/>
                  </a:lnTo>
                  <a:lnTo>
                    <a:pt x="51170" y="63851"/>
                  </a:lnTo>
                  <a:lnTo>
                    <a:pt x="51120" y="72728"/>
                  </a:lnTo>
                  <a:lnTo>
                    <a:pt x="46031" y="72293"/>
                  </a:lnTo>
                  <a:lnTo>
                    <a:pt x="36325" y="70158"/>
                  </a:lnTo>
                  <a:lnTo>
                    <a:pt x="26742" y="67143"/>
                  </a:lnTo>
                  <a:lnTo>
                    <a:pt x="22849" y="65019"/>
                  </a:lnTo>
                  <a:lnTo>
                    <a:pt x="14087" y="60236"/>
                  </a:lnTo>
                  <a:lnTo>
                    <a:pt x="4504" y="53705"/>
                  </a:lnTo>
                  <a:lnTo>
                    <a:pt x="0" y="47259"/>
                  </a:lnTo>
                  <a:lnTo>
                    <a:pt x="238" y="41820"/>
                  </a:lnTo>
                  <a:lnTo>
                    <a:pt x="844" y="28004"/>
                  </a:lnTo>
                  <a:lnTo>
                    <a:pt x="1519" y="12630"/>
                  </a:lnTo>
                  <a:lnTo>
                    <a:pt x="1898" y="3987"/>
                  </a:lnTo>
                  <a:lnTo>
                    <a:pt x="26458" y="2014"/>
                  </a:lnTo>
                  <a:lnTo>
                    <a:pt x="5152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g890"/>
            <p:cNvSpPr/>
            <p:nvPr/>
          </p:nvSpPr>
          <p:spPr>
            <a:xfrm>
              <a:off x="2541988" y="1789050"/>
              <a:ext cx="53488" cy="79382"/>
            </a:xfrm>
            <a:custGeom>
              <a:avLst/>
              <a:pathLst>
                <a:path w="53488" h="79382">
                  <a:moveTo>
                    <a:pt x="49902" y="7027"/>
                  </a:moveTo>
                  <a:lnTo>
                    <a:pt x="50631" y="19444"/>
                  </a:lnTo>
                  <a:lnTo>
                    <a:pt x="51298" y="30800"/>
                  </a:lnTo>
                  <a:lnTo>
                    <a:pt x="51968" y="42216"/>
                  </a:lnTo>
                  <a:lnTo>
                    <a:pt x="52625" y="53415"/>
                  </a:lnTo>
                  <a:lnTo>
                    <a:pt x="52930" y="58608"/>
                  </a:lnTo>
                  <a:lnTo>
                    <a:pt x="53488" y="71009"/>
                  </a:lnTo>
                  <a:lnTo>
                    <a:pt x="42214" y="73324"/>
                  </a:lnTo>
                  <a:lnTo>
                    <a:pt x="15156" y="78880"/>
                  </a:lnTo>
                  <a:lnTo>
                    <a:pt x="904" y="79382"/>
                  </a:lnTo>
                  <a:lnTo>
                    <a:pt x="786" y="69499"/>
                  </a:lnTo>
                  <a:lnTo>
                    <a:pt x="653" y="58438"/>
                  </a:lnTo>
                  <a:lnTo>
                    <a:pt x="501" y="45712"/>
                  </a:lnTo>
                  <a:lnTo>
                    <a:pt x="342" y="32473"/>
                  </a:lnTo>
                  <a:lnTo>
                    <a:pt x="182" y="19093"/>
                  </a:lnTo>
                  <a:lnTo>
                    <a:pt x="38" y="7047"/>
                  </a:lnTo>
                  <a:lnTo>
                    <a:pt x="0" y="3871"/>
                  </a:lnTo>
                  <a:lnTo>
                    <a:pt x="23559" y="2028"/>
                  </a:lnTo>
                  <a:lnTo>
                    <a:pt x="4949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g891"/>
            <p:cNvSpPr/>
            <p:nvPr/>
          </p:nvSpPr>
          <p:spPr>
            <a:xfrm>
              <a:off x="2597000" y="1778667"/>
              <a:ext cx="57019" cy="78666"/>
            </a:xfrm>
            <a:custGeom>
              <a:avLst/>
              <a:pathLst>
                <a:path w="57019" h="78666">
                  <a:moveTo>
                    <a:pt x="24284" y="5620"/>
                  </a:moveTo>
                  <a:lnTo>
                    <a:pt x="50127" y="0"/>
                  </a:lnTo>
                  <a:lnTo>
                    <a:pt x="50893" y="5943"/>
                  </a:lnTo>
                  <a:lnTo>
                    <a:pt x="52182" y="15934"/>
                  </a:lnTo>
                  <a:lnTo>
                    <a:pt x="53563" y="26636"/>
                  </a:lnTo>
                  <a:lnTo>
                    <a:pt x="54909" y="37075"/>
                  </a:lnTo>
                  <a:lnTo>
                    <a:pt x="56026" y="45731"/>
                  </a:lnTo>
                  <a:lnTo>
                    <a:pt x="57019" y="53430"/>
                  </a:lnTo>
                  <a:lnTo>
                    <a:pt x="30487" y="70380"/>
                  </a:lnTo>
                  <a:lnTo>
                    <a:pt x="5430" y="78666"/>
                  </a:lnTo>
                  <a:lnTo>
                    <a:pt x="4015" y="69459"/>
                  </a:lnTo>
                  <a:lnTo>
                    <a:pt x="2284" y="58202"/>
                  </a:lnTo>
                  <a:lnTo>
                    <a:pt x="1377" y="52301"/>
                  </a:lnTo>
                  <a:lnTo>
                    <a:pt x="1092" y="43724"/>
                  </a:lnTo>
                  <a:lnTo>
                    <a:pt x="682" y="31413"/>
                  </a:lnTo>
                  <a:lnTo>
                    <a:pt x="294" y="19758"/>
                  </a:lnTo>
                  <a:lnTo>
                    <a:pt x="0" y="109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g892"/>
            <p:cNvSpPr/>
            <p:nvPr/>
          </p:nvSpPr>
          <p:spPr>
            <a:xfrm>
              <a:off x="2654485" y="1761796"/>
              <a:ext cx="62136" cy="64569"/>
            </a:xfrm>
            <a:custGeom>
              <a:avLst/>
              <a:pathLst>
                <a:path w="62136" h="64569">
                  <a:moveTo>
                    <a:pt x="24842" y="7694"/>
                  </a:moveTo>
                  <a:lnTo>
                    <a:pt x="62136" y="0"/>
                  </a:lnTo>
                  <a:lnTo>
                    <a:pt x="61086" y="5815"/>
                  </a:lnTo>
                  <a:lnTo>
                    <a:pt x="34934" y="32184"/>
                  </a:lnTo>
                  <a:lnTo>
                    <a:pt x="28325" y="38848"/>
                  </a:lnTo>
                  <a:lnTo>
                    <a:pt x="4736" y="64569"/>
                  </a:lnTo>
                  <a:lnTo>
                    <a:pt x="1260" y="26589"/>
                  </a:lnTo>
                  <a:lnTo>
                    <a:pt x="0" y="12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g893"/>
            <p:cNvSpPr/>
            <p:nvPr/>
          </p:nvSpPr>
          <p:spPr>
            <a:xfrm>
              <a:off x="2397133" y="1855923"/>
              <a:ext cx="51601" cy="49316"/>
            </a:xfrm>
            <a:custGeom>
              <a:avLst/>
              <a:pathLst>
                <a:path w="51601" h="49316">
                  <a:moveTo>
                    <a:pt x="46334" y="39342"/>
                  </a:moveTo>
                  <a:lnTo>
                    <a:pt x="40677" y="49316"/>
                  </a:lnTo>
                  <a:lnTo>
                    <a:pt x="36019" y="46600"/>
                  </a:lnTo>
                  <a:lnTo>
                    <a:pt x="28591" y="42269"/>
                  </a:lnTo>
                  <a:lnTo>
                    <a:pt x="21013" y="37850"/>
                  </a:lnTo>
                  <a:lnTo>
                    <a:pt x="14097" y="33818"/>
                  </a:lnTo>
                  <a:lnTo>
                    <a:pt x="7471" y="29954"/>
                  </a:lnTo>
                  <a:lnTo>
                    <a:pt x="0" y="25597"/>
                  </a:lnTo>
                  <a:lnTo>
                    <a:pt x="5810" y="15860"/>
                  </a:lnTo>
                  <a:lnTo>
                    <a:pt x="15275" y="0"/>
                  </a:lnTo>
                  <a:lnTo>
                    <a:pt x="32338" y="13643"/>
                  </a:lnTo>
                  <a:lnTo>
                    <a:pt x="35390" y="16083"/>
                  </a:lnTo>
                  <a:lnTo>
                    <a:pt x="51601" y="30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g894"/>
            <p:cNvSpPr/>
            <p:nvPr/>
          </p:nvSpPr>
          <p:spPr>
            <a:xfrm>
              <a:off x="2362983" y="1882071"/>
              <a:ext cx="89339" cy="76751"/>
            </a:xfrm>
            <a:custGeom>
              <a:avLst/>
              <a:pathLst>
                <a:path w="89339" h="76751">
                  <a:moveTo>
                    <a:pt x="85048" y="46520"/>
                  </a:moveTo>
                  <a:lnTo>
                    <a:pt x="69879" y="76751"/>
                  </a:lnTo>
                  <a:lnTo>
                    <a:pt x="64802" y="74461"/>
                  </a:lnTo>
                  <a:lnTo>
                    <a:pt x="55456" y="70245"/>
                  </a:lnTo>
                  <a:lnTo>
                    <a:pt x="47217" y="66528"/>
                  </a:lnTo>
                  <a:lnTo>
                    <a:pt x="40155" y="63342"/>
                  </a:lnTo>
                  <a:lnTo>
                    <a:pt x="32838" y="60041"/>
                  </a:lnTo>
                  <a:lnTo>
                    <a:pt x="25818" y="56875"/>
                  </a:lnTo>
                  <a:lnTo>
                    <a:pt x="18114" y="53399"/>
                  </a:lnTo>
                  <a:lnTo>
                    <a:pt x="11632" y="50475"/>
                  </a:lnTo>
                  <a:lnTo>
                    <a:pt x="4398" y="47211"/>
                  </a:lnTo>
                  <a:lnTo>
                    <a:pt x="0" y="45227"/>
                  </a:lnTo>
                  <a:lnTo>
                    <a:pt x="11363" y="25156"/>
                  </a:lnTo>
                  <a:lnTo>
                    <a:pt x="25605" y="0"/>
                  </a:lnTo>
                  <a:lnTo>
                    <a:pt x="33203" y="4526"/>
                  </a:lnTo>
                  <a:lnTo>
                    <a:pt x="42089" y="9820"/>
                  </a:lnTo>
                  <a:lnTo>
                    <a:pt x="50632" y="14909"/>
                  </a:lnTo>
                  <a:lnTo>
                    <a:pt x="60717" y="20918"/>
                  </a:lnTo>
                  <a:lnTo>
                    <a:pt x="70711" y="26872"/>
                  </a:lnTo>
                  <a:lnTo>
                    <a:pt x="80293" y="32580"/>
                  </a:lnTo>
                  <a:lnTo>
                    <a:pt x="89339" y="379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g895"/>
            <p:cNvSpPr/>
            <p:nvPr/>
          </p:nvSpPr>
          <p:spPr>
            <a:xfrm>
              <a:off x="2336281" y="1932002"/>
              <a:ext cx="90683" cy="53746"/>
            </a:xfrm>
            <a:custGeom>
              <a:avLst/>
              <a:pathLst>
                <a:path w="90683" h="53746">
                  <a:moveTo>
                    <a:pt x="85795" y="43384"/>
                  </a:moveTo>
                  <a:lnTo>
                    <a:pt x="81248" y="53746"/>
                  </a:lnTo>
                  <a:lnTo>
                    <a:pt x="63164" y="53230"/>
                  </a:lnTo>
                  <a:lnTo>
                    <a:pt x="51385" y="52894"/>
                  </a:lnTo>
                  <a:lnTo>
                    <a:pt x="39955" y="52569"/>
                  </a:lnTo>
                  <a:lnTo>
                    <a:pt x="31908" y="52339"/>
                  </a:lnTo>
                  <a:lnTo>
                    <a:pt x="27541" y="52191"/>
                  </a:lnTo>
                  <a:lnTo>
                    <a:pt x="16381" y="51812"/>
                  </a:lnTo>
                  <a:lnTo>
                    <a:pt x="14498" y="51090"/>
                  </a:lnTo>
                  <a:lnTo>
                    <a:pt x="3747" y="46970"/>
                  </a:lnTo>
                  <a:lnTo>
                    <a:pt x="0" y="45534"/>
                  </a:lnTo>
                  <a:lnTo>
                    <a:pt x="5835" y="34854"/>
                  </a:lnTo>
                  <a:lnTo>
                    <a:pt x="18257" y="12119"/>
                  </a:lnTo>
                  <a:lnTo>
                    <a:pt x="24878" y="0"/>
                  </a:lnTo>
                  <a:lnTo>
                    <a:pt x="29065" y="2051"/>
                  </a:lnTo>
                  <a:lnTo>
                    <a:pt x="36050" y="5474"/>
                  </a:lnTo>
                  <a:lnTo>
                    <a:pt x="43065" y="8911"/>
                  </a:lnTo>
                  <a:lnTo>
                    <a:pt x="49677" y="12151"/>
                  </a:lnTo>
                  <a:lnTo>
                    <a:pt x="56851" y="15667"/>
                  </a:lnTo>
                  <a:lnTo>
                    <a:pt x="63760" y="19052"/>
                  </a:lnTo>
                  <a:lnTo>
                    <a:pt x="70771" y="22488"/>
                  </a:lnTo>
                  <a:lnTo>
                    <a:pt x="79247" y="26641"/>
                  </a:lnTo>
                  <a:lnTo>
                    <a:pt x="90683" y="3224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g896"/>
            <p:cNvSpPr/>
            <p:nvPr/>
          </p:nvSpPr>
          <p:spPr>
            <a:xfrm>
              <a:off x="2514861" y="1508760"/>
              <a:ext cx="28093" cy="5645"/>
            </a:xfrm>
            <a:custGeom>
              <a:avLst/>
              <a:pathLst>
                <a:path w="28093" h="5645">
                  <a:moveTo>
                    <a:pt x="27357" y="5645"/>
                  </a:moveTo>
                  <a:lnTo>
                    <a:pt x="24329" y="5020"/>
                  </a:lnTo>
                  <a:lnTo>
                    <a:pt x="16627" y="3431"/>
                  </a:lnTo>
                  <a:lnTo>
                    <a:pt x="9373" y="1934"/>
                  </a:lnTo>
                  <a:lnTo>
                    <a:pt x="1749" y="360"/>
                  </a:lnTo>
                  <a:lnTo>
                    <a:pt x="0" y="0"/>
                  </a:lnTo>
                  <a:lnTo>
                    <a:pt x="2809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g897"/>
            <p:cNvSpPr/>
            <p:nvPr/>
          </p:nvSpPr>
          <p:spPr>
            <a:xfrm>
              <a:off x="2570071" y="1508760"/>
              <a:ext cx="33250" cy="6817"/>
            </a:xfrm>
            <a:custGeom>
              <a:avLst/>
              <a:pathLst>
                <a:path w="33250" h="6817">
                  <a:moveTo>
                    <a:pt x="3751" y="1108"/>
                  </a:moveTo>
                  <a:lnTo>
                    <a:pt x="0" y="0"/>
                  </a:lnTo>
                  <a:lnTo>
                    <a:pt x="32627" y="0"/>
                  </a:lnTo>
                  <a:lnTo>
                    <a:pt x="33250" y="6817"/>
                  </a:lnTo>
                  <a:lnTo>
                    <a:pt x="20931" y="5160"/>
                  </a:lnTo>
                  <a:lnTo>
                    <a:pt x="14575" y="430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g898"/>
            <p:cNvSpPr/>
            <p:nvPr/>
          </p:nvSpPr>
          <p:spPr>
            <a:xfrm>
              <a:off x="2764041" y="1684050"/>
              <a:ext cx="78780" cy="128516"/>
            </a:xfrm>
            <a:custGeom>
              <a:avLst/>
              <a:pathLst>
                <a:path w="78780" h="128516">
                  <a:moveTo>
                    <a:pt x="5442" y="37046"/>
                  </a:moveTo>
                  <a:lnTo>
                    <a:pt x="3901" y="29116"/>
                  </a:lnTo>
                  <a:lnTo>
                    <a:pt x="2140" y="20055"/>
                  </a:lnTo>
                  <a:lnTo>
                    <a:pt x="0" y="9039"/>
                  </a:lnTo>
                  <a:lnTo>
                    <a:pt x="4747" y="7680"/>
                  </a:lnTo>
                  <a:lnTo>
                    <a:pt x="16448" y="4332"/>
                  </a:lnTo>
                  <a:lnTo>
                    <a:pt x="18424" y="3767"/>
                  </a:lnTo>
                  <a:lnTo>
                    <a:pt x="29598" y="2339"/>
                  </a:lnTo>
                  <a:lnTo>
                    <a:pt x="40989" y="883"/>
                  </a:lnTo>
                  <a:lnTo>
                    <a:pt x="47903" y="0"/>
                  </a:lnTo>
                  <a:lnTo>
                    <a:pt x="48987" y="7394"/>
                  </a:lnTo>
                  <a:lnTo>
                    <a:pt x="50576" y="18233"/>
                  </a:lnTo>
                  <a:lnTo>
                    <a:pt x="51917" y="27383"/>
                  </a:lnTo>
                  <a:lnTo>
                    <a:pt x="52278" y="29842"/>
                  </a:lnTo>
                  <a:lnTo>
                    <a:pt x="54138" y="36769"/>
                  </a:lnTo>
                  <a:lnTo>
                    <a:pt x="56468" y="45444"/>
                  </a:lnTo>
                  <a:lnTo>
                    <a:pt x="58903" y="54508"/>
                  </a:lnTo>
                  <a:lnTo>
                    <a:pt x="61779" y="65218"/>
                  </a:lnTo>
                  <a:lnTo>
                    <a:pt x="64689" y="76053"/>
                  </a:lnTo>
                  <a:lnTo>
                    <a:pt x="67998" y="88373"/>
                  </a:lnTo>
                  <a:lnTo>
                    <a:pt x="71193" y="100269"/>
                  </a:lnTo>
                  <a:lnTo>
                    <a:pt x="74683" y="113264"/>
                  </a:lnTo>
                  <a:lnTo>
                    <a:pt x="78780" y="128516"/>
                  </a:lnTo>
                  <a:lnTo>
                    <a:pt x="50927" y="128105"/>
                  </a:lnTo>
                  <a:lnTo>
                    <a:pt x="24263" y="127712"/>
                  </a:lnTo>
                  <a:lnTo>
                    <a:pt x="22498" y="119244"/>
                  </a:lnTo>
                  <a:lnTo>
                    <a:pt x="20142" y="107950"/>
                  </a:lnTo>
                  <a:lnTo>
                    <a:pt x="17915" y="97269"/>
                  </a:lnTo>
                  <a:lnTo>
                    <a:pt x="15387" y="85145"/>
                  </a:lnTo>
                  <a:lnTo>
                    <a:pt x="13070" y="74034"/>
                  </a:lnTo>
                  <a:lnTo>
                    <a:pt x="11057" y="64384"/>
                  </a:lnTo>
                  <a:lnTo>
                    <a:pt x="9015" y="54590"/>
                  </a:lnTo>
                  <a:lnTo>
                    <a:pt x="7096" y="45390"/>
                  </a:lnTo>
                  <a:lnTo>
                    <a:pt x="6606" y="4303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g899"/>
            <p:cNvSpPr/>
            <p:nvPr/>
          </p:nvSpPr>
          <p:spPr>
            <a:xfrm>
              <a:off x="2821691" y="1679422"/>
              <a:ext cx="74965" cy="123355"/>
            </a:xfrm>
            <a:custGeom>
              <a:avLst/>
              <a:pathLst>
                <a:path w="74965" h="123355">
                  <a:moveTo>
                    <a:pt x="41242" y="15572"/>
                  </a:moveTo>
                  <a:lnTo>
                    <a:pt x="45092" y="17414"/>
                  </a:lnTo>
                  <a:lnTo>
                    <a:pt x="47631" y="19172"/>
                  </a:lnTo>
                  <a:lnTo>
                    <a:pt x="48551" y="20255"/>
                  </a:lnTo>
                  <a:lnTo>
                    <a:pt x="50885" y="28773"/>
                  </a:lnTo>
                  <a:lnTo>
                    <a:pt x="54183" y="40810"/>
                  </a:lnTo>
                  <a:lnTo>
                    <a:pt x="57019" y="51159"/>
                  </a:lnTo>
                  <a:lnTo>
                    <a:pt x="59927" y="61773"/>
                  </a:lnTo>
                  <a:lnTo>
                    <a:pt x="62968" y="72871"/>
                  </a:lnTo>
                  <a:lnTo>
                    <a:pt x="66141" y="84451"/>
                  </a:lnTo>
                  <a:lnTo>
                    <a:pt x="69679" y="97364"/>
                  </a:lnTo>
                  <a:lnTo>
                    <a:pt x="73020" y="109557"/>
                  </a:lnTo>
                  <a:lnTo>
                    <a:pt x="74965" y="116656"/>
                  </a:lnTo>
                  <a:lnTo>
                    <a:pt x="48669" y="120043"/>
                  </a:lnTo>
                  <a:lnTo>
                    <a:pt x="22955" y="123355"/>
                  </a:lnTo>
                  <a:lnTo>
                    <a:pt x="20206" y="111108"/>
                  </a:lnTo>
                  <a:lnTo>
                    <a:pt x="17572" y="99376"/>
                  </a:lnTo>
                  <a:lnTo>
                    <a:pt x="15094" y="88343"/>
                  </a:lnTo>
                  <a:lnTo>
                    <a:pt x="12765" y="77969"/>
                  </a:lnTo>
                  <a:lnTo>
                    <a:pt x="10508" y="67914"/>
                  </a:lnTo>
                  <a:lnTo>
                    <a:pt x="8110" y="57235"/>
                  </a:lnTo>
                  <a:lnTo>
                    <a:pt x="5674" y="46384"/>
                  </a:lnTo>
                  <a:lnTo>
                    <a:pt x="3405" y="36279"/>
                  </a:lnTo>
                  <a:lnTo>
                    <a:pt x="1437" y="27513"/>
                  </a:lnTo>
                  <a:lnTo>
                    <a:pt x="1305" y="25681"/>
                  </a:lnTo>
                  <a:lnTo>
                    <a:pt x="568" y="15438"/>
                  </a:lnTo>
                  <a:lnTo>
                    <a:pt x="0" y="7532"/>
                  </a:lnTo>
                  <a:lnTo>
                    <a:pt x="6023" y="6248"/>
                  </a:lnTo>
                  <a:lnTo>
                    <a:pt x="10691" y="5253"/>
                  </a:lnTo>
                  <a:lnTo>
                    <a:pt x="17812" y="2714"/>
                  </a:lnTo>
                  <a:lnTo>
                    <a:pt x="25424" y="0"/>
                  </a:lnTo>
                  <a:lnTo>
                    <a:pt x="31196" y="6528"/>
                  </a:lnTo>
                  <a:lnTo>
                    <a:pt x="36082" y="1205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g900"/>
            <p:cNvSpPr/>
            <p:nvPr/>
          </p:nvSpPr>
          <p:spPr>
            <a:xfrm>
              <a:off x="2855360" y="1607167"/>
              <a:ext cx="94649" cy="73564"/>
            </a:xfrm>
            <a:custGeom>
              <a:avLst/>
              <a:pathLst>
                <a:path w="94649" h="73564">
                  <a:moveTo>
                    <a:pt x="77540" y="47198"/>
                  </a:moveTo>
                  <a:lnTo>
                    <a:pt x="64770" y="67008"/>
                  </a:lnTo>
                  <a:lnTo>
                    <a:pt x="31827" y="61192"/>
                  </a:lnTo>
                  <a:lnTo>
                    <a:pt x="6010" y="73564"/>
                  </a:lnTo>
                  <a:lnTo>
                    <a:pt x="2794" y="68513"/>
                  </a:lnTo>
                  <a:lnTo>
                    <a:pt x="0" y="64124"/>
                  </a:lnTo>
                  <a:lnTo>
                    <a:pt x="11932" y="53989"/>
                  </a:lnTo>
                  <a:lnTo>
                    <a:pt x="25149" y="42763"/>
                  </a:lnTo>
                  <a:lnTo>
                    <a:pt x="34027" y="30320"/>
                  </a:lnTo>
                  <a:lnTo>
                    <a:pt x="42245" y="18801"/>
                  </a:lnTo>
                  <a:lnTo>
                    <a:pt x="53455" y="0"/>
                  </a:lnTo>
                  <a:lnTo>
                    <a:pt x="71746" y="9172"/>
                  </a:lnTo>
                  <a:lnTo>
                    <a:pt x="94649" y="20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g901"/>
            <p:cNvSpPr/>
            <p:nvPr/>
          </p:nvSpPr>
          <p:spPr>
            <a:xfrm>
              <a:off x="2126633" y="1512332"/>
              <a:ext cx="107858" cy="75977"/>
            </a:xfrm>
            <a:custGeom>
              <a:avLst/>
              <a:pathLst>
                <a:path w="107858" h="75977">
                  <a:moveTo>
                    <a:pt x="13902" y="21568"/>
                  </a:moveTo>
                  <a:lnTo>
                    <a:pt x="28392" y="2256"/>
                  </a:lnTo>
                  <a:lnTo>
                    <a:pt x="54719" y="78"/>
                  </a:lnTo>
                  <a:lnTo>
                    <a:pt x="62040" y="66"/>
                  </a:lnTo>
                  <a:lnTo>
                    <a:pt x="102943" y="0"/>
                  </a:lnTo>
                  <a:lnTo>
                    <a:pt x="107858" y="5023"/>
                  </a:lnTo>
                  <a:lnTo>
                    <a:pt x="96063" y="19089"/>
                  </a:lnTo>
                  <a:lnTo>
                    <a:pt x="81091" y="40811"/>
                  </a:lnTo>
                  <a:lnTo>
                    <a:pt x="63307" y="66611"/>
                  </a:lnTo>
                  <a:lnTo>
                    <a:pt x="57618" y="75977"/>
                  </a:lnTo>
                  <a:lnTo>
                    <a:pt x="25786" y="56154"/>
                  </a:lnTo>
                  <a:lnTo>
                    <a:pt x="0" y="400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g902"/>
            <p:cNvSpPr/>
            <p:nvPr/>
          </p:nvSpPr>
          <p:spPr>
            <a:xfrm>
              <a:off x="2413083" y="1785386"/>
              <a:ext cx="42263" cy="67737"/>
            </a:xfrm>
            <a:custGeom>
              <a:avLst/>
              <a:pathLst>
                <a:path w="42263" h="67737">
                  <a:moveTo>
                    <a:pt x="32631" y="67737"/>
                  </a:moveTo>
                  <a:lnTo>
                    <a:pt x="19323" y="65771"/>
                  </a:lnTo>
                  <a:lnTo>
                    <a:pt x="0" y="62915"/>
                  </a:lnTo>
                  <a:lnTo>
                    <a:pt x="227" y="56322"/>
                  </a:lnTo>
                  <a:lnTo>
                    <a:pt x="589" y="45835"/>
                  </a:lnTo>
                  <a:lnTo>
                    <a:pt x="1034" y="44123"/>
                  </a:lnTo>
                  <a:lnTo>
                    <a:pt x="4354" y="31342"/>
                  </a:lnTo>
                  <a:lnTo>
                    <a:pt x="5971" y="25116"/>
                  </a:lnTo>
                  <a:lnTo>
                    <a:pt x="7092" y="18867"/>
                  </a:lnTo>
                  <a:lnTo>
                    <a:pt x="9105" y="7648"/>
                  </a:lnTo>
                  <a:lnTo>
                    <a:pt x="10478" y="0"/>
                  </a:lnTo>
                  <a:lnTo>
                    <a:pt x="20516" y="2131"/>
                  </a:lnTo>
                  <a:lnTo>
                    <a:pt x="27800" y="3875"/>
                  </a:lnTo>
                  <a:lnTo>
                    <a:pt x="31997" y="32564"/>
                  </a:lnTo>
                  <a:lnTo>
                    <a:pt x="34203" y="47643"/>
                  </a:lnTo>
                  <a:lnTo>
                    <a:pt x="42263" y="667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g903"/>
            <p:cNvSpPr/>
            <p:nvPr/>
          </p:nvSpPr>
          <p:spPr>
            <a:xfrm>
              <a:off x="2453290" y="1792841"/>
              <a:ext cx="25841" cy="53623"/>
            </a:xfrm>
            <a:custGeom>
              <a:avLst/>
              <a:pathLst>
                <a:path w="25841" h="53623">
                  <a:moveTo>
                    <a:pt x="16055" y="51498"/>
                  </a:moveTo>
                  <a:lnTo>
                    <a:pt x="8189" y="53623"/>
                  </a:lnTo>
                  <a:lnTo>
                    <a:pt x="3281" y="40077"/>
                  </a:lnTo>
                  <a:lnTo>
                    <a:pt x="0" y="31018"/>
                  </a:lnTo>
                  <a:lnTo>
                    <a:pt x="260" y="14320"/>
                  </a:lnTo>
                  <a:lnTo>
                    <a:pt x="483" y="0"/>
                  </a:lnTo>
                  <a:lnTo>
                    <a:pt x="12439" y="1231"/>
                  </a:lnTo>
                  <a:lnTo>
                    <a:pt x="25841" y="2612"/>
                  </a:lnTo>
                  <a:lnTo>
                    <a:pt x="24732" y="24485"/>
                  </a:lnTo>
                  <a:lnTo>
                    <a:pt x="24570" y="27670"/>
                  </a:lnTo>
                  <a:lnTo>
                    <a:pt x="23850" y="4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g904"/>
            <p:cNvSpPr/>
            <p:nvPr/>
          </p:nvSpPr>
          <p:spPr>
            <a:xfrm>
              <a:off x="3412933" y="1555113"/>
              <a:ext cx="76773" cy="105695"/>
            </a:xfrm>
            <a:custGeom>
              <a:avLst/>
              <a:pathLst>
                <a:path w="76773" h="105695">
                  <a:moveTo>
                    <a:pt x="15867" y="11311"/>
                  </a:moveTo>
                  <a:lnTo>
                    <a:pt x="28472" y="4208"/>
                  </a:lnTo>
                  <a:lnTo>
                    <a:pt x="29879" y="3416"/>
                  </a:lnTo>
                  <a:lnTo>
                    <a:pt x="41083" y="0"/>
                  </a:lnTo>
                  <a:lnTo>
                    <a:pt x="43081" y="4738"/>
                  </a:lnTo>
                  <a:lnTo>
                    <a:pt x="46624" y="13142"/>
                  </a:lnTo>
                  <a:lnTo>
                    <a:pt x="50334" y="21942"/>
                  </a:lnTo>
                  <a:lnTo>
                    <a:pt x="54467" y="31744"/>
                  </a:lnTo>
                  <a:lnTo>
                    <a:pt x="58282" y="40793"/>
                  </a:lnTo>
                  <a:lnTo>
                    <a:pt x="61993" y="49594"/>
                  </a:lnTo>
                  <a:lnTo>
                    <a:pt x="65397" y="57667"/>
                  </a:lnTo>
                  <a:lnTo>
                    <a:pt x="69978" y="68533"/>
                  </a:lnTo>
                  <a:lnTo>
                    <a:pt x="73871" y="77768"/>
                  </a:lnTo>
                  <a:lnTo>
                    <a:pt x="76773" y="84651"/>
                  </a:lnTo>
                  <a:lnTo>
                    <a:pt x="56024" y="94081"/>
                  </a:lnTo>
                  <a:lnTo>
                    <a:pt x="30468" y="105695"/>
                  </a:lnTo>
                  <a:lnTo>
                    <a:pt x="28172" y="99254"/>
                  </a:lnTo>
                  <a:lnTo>
                    <a:pt x="24631" y="89324"/>
                  </a:lnTo>
                  <a:lnTo>
                    <a:pt x="20534" y="77835"/>
                  </a:lnTo>
                  <a:lnTo>
                    <a:pt x="16712" y="67117"/>
                  </a:lnTo>
                  <a:lnTo>
                    <a:pt x="13139" y="57097"/>
                  </a:lnTo>
                  <a:lnTo>
                    <a:pt x="9738" y="47561"/>
                  </a:lnTo>
                  <a:lnTo>
                    <a:pt x="6343" y="38040"/>
                  </a:lnTo>
                  <a:lnTo>
                    <a:pt x="2796" y="28094"/>
                  </a:lnTo>
                  <a:lnTo>
                    <a:pt x="0" y="202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g905"/>
            <p:cNvSpPr/>
            <p:nvPr/>
          </p:nvSpPr>
          <p:spPr>
            <a:xfrm>
              <a:off x="3360251" y="1576413"/>
              <a:ext cx="78490" cy="102279"/>
            </a:xfrm>
            <a:custGeom>
              <a:avLst/>
              <a:pathLst>
                <a:path w="78490" h="102279">
                  <a:moveTo>
                    <a:pt x="63653" y="41554"/>
                  </a:moveTo>
                  <a:lnTo>
                    <a:pt x="67441" y="53103"/>
                  </a:lnTo>
                  <a:lnTo>
                    <a:pt x="71014" y="63999"/>
                  </a:lnTo>
                  <a:lnTo>
                    <a:pt x="74850" y="75696"/>
                  </a:lnTo>
                  <a:lnTo>
                    <a:pt x="78490" y="86798"/>
                  </a:lnTo>
                  <a:lnTo>
                    <a:pt x="56314" y="94448"/>
                  </a:lnTo>
                  <a:lnTo>
                    <a:pt x="33614" y="102279"/>
                  </a:lnTo>
                  <a:lnTo>
                    <a:pt x="30294" y="92346"/>
                  </a:lnTo>
                  <a:lnTo>
                    <a:pt x="22977" y="70452"/>
                  </a:lnTo>
                  <a:lnTo>
                    <a:pt x="18453" y="56916"/>
                  </a:lnTo>
                  <a:lnTo>
                    <a:pt x="14743" y="45814"/>
                  </a:lnTo>
                  <a:lnTo>
                    <a:pt x="12833" y="41337"/>
                  </a:lnTo>
                  <a:lnTo>
                    <a:pt x="7775" y="29481"/>
                  </a:lnTo>
                  <a:lnTo>
                    <a:pt x="3546" y="19567"/>
                  </a:lnTo>
                  <a:lnTo>
                    <a:pt x="0" y="11252"/>
                  </a:lnTo>
                  <a:lnTo>
                    <a:pt x="5405" y="9989"/>
                  </a:lnTo>
                  <a:lnTo>
                    <a:pt x="14209" y="7932"/>
                  </a:lnTo>
                  <a:lnTo>
                    <a:pt x="23513" y="5758"/>
                  </a:lnTo>
                  <a:lnTo>
                    <a:pt x="32817" y="3584"/>
                  </a:lnTo>
                  <a:lnTo>
                    <a:pt x="42358" y="1355"/>
                  </a:lnTo>
                  <a:lnTo>
                    <a:pt x="48160" y="0"/>
                  </a:lnTo>
                  <a:lnTo>
                    <a:pt x="51197" y="7737"/>
                  </a:lnTo>
                  <a:lnTo>
                    <a:pt x="55400" y="18444"/>
                  </a:lnTo>
                  <a:lnTo>
                    <a:pt x="58237" y="25673"/>
                  </a:lnTo>
                  <a:lnTo>
                    <a:pt x="59794" y="2978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g906"/>
            <p:cNvSpPr/>
            <p:nvPr/>
          </p:nvSpPr>
          <p:spPr>
            <a:xfrm>
              <a:off x="3345830" y="1590477"/>
              <a:ext cx="36437" cy="81716"/>
            </a:xfrm>
            <a:custGeom>
              <a:avLst/>
              <a:pathLst>
                <a:path w="36437" h="81716">
                  <a:moveTo>
                    <a:pt x="27726" y="42319"/>
                  </a:moveTo>
                  <a:lnTo>
                    <a:pt x="30137" y="52297"/>
                  </a:lnTo>
                  <a:lnTo>
                    <a:pt x="32443" y="61838"/>
                  </a:lnTo>
                  <a:lnTo>
                    <a:pt x="34605" y="70786"/>
                  </a:lnTo>
                  <a:lnTo>
                    <a:pt x="36437" y="78368"/>
                  </a:lnTo>
                  <a:lnTo>
                    <a:pt x="19503" y="79924"/>
                  </a:lnTo>
                  <a:lnTo>
                    <a:pt x="0" y="81716"/>
                  </a:lnTo>
                  <a:lnTo>
                    <a:pt x="5687" y="35957"/>
                  </a:lnTo>
                  <a:lnTo>
                    <a:pt x="10156" y="0"/>
                  </a:lnTo>
                  <a:lnTo>
                    <a:pt x="25314" y="323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g907"/>
            <p:cNvSpPr/>
            <p:nvPr/>
          </p:nvSpPr>
          <p:spPr>
            <a:xfrm>
              <a:off x="3288291" y="1584049"/>
              <a:ext cx="58592" cy="95512"/>
            </a:xfrm>
            <a:custGeom>
              <a:avLst/>
              <a:pathLst>
                <a:path w="58592" h="95512">
                  <a:moveTo>
                    <a:pt x="36092" y="4644"/>
                  </a:moveTo>
                  <a:lnTo>
                    <a:pt x="54661" y="8841"/>
                  </a:lnTo>
                  <a:lnTo>
                    <a:pt x="56417" y="18713"/>
                  </a:lnTo>
                  <a:lnTo>
                    <a:pt x="58592" y="30945"/>
                  </a:lnTo>
                  <a:lnTo>
                    <a:pt x="56915" y="39375"/>
                  </a:lnTo>
                  <a:lnTo>
                    <a:pt x="54962" y="49190"/>
                  </a:lnTo>
                  <a:lnTo>
                    <a:pt x="53196" y="58066"/>
                  </a:lnTo>
                  <a:lnTo>
                    <a:pt x="51516" y="66511"/>
                  </a:lnTo>
                  <a:lnTo>
                    <a:pt x="49757" y="75351"/>
                  </a:lnTo>
                  <a:lnTo>
                    <a:pt x="47996" y="84195"/>
                  </a:lnTo>
                  <a:lnTo>
                    <a:pt x="46375" y="92340"/>
                  </a:lnTo>
                  <a:lnTo>
                    <a:pt x="45744" y="95512"/>
                  </a:lnTo>
                  <a:lnTo>
                    <a:pt x="23960" y="92358"/>
                  </a:lnTo>
                  <a:lnTo>
                    <a:pt x="20949" y="90429"/>
                  </a:lnTo>
                  <a:lnTo>
                    <a:pt x="0" y="77009"/>
                  </a:lnTo>
                  <a:lnTo>
                    <a:pt x="1046" y="71825"/>
                  </a:lnTo>
                  <a:lnTo>
                    <a:pt x="2855" y="62861"/>
                  </a:lnTo>
                  <a:lnTo>
                    <a:pt x="4875" y="52851"/>
                  </a:lnTo>
                  <a:lnTo>
                    <a:pt x="6637" y="44122"/>
                  </a:lnTo>
                  <a:lnTo>
                    <a:pt x="8455" y="35117"/>
                  </a:lnTo>
                  <a:lnTo>
                    <a:pt x="10491" y="25030"/>
                  </a:lnTo>
                  <a:lnTo>
                    <a:pt x="12535" y="14903"/>
                  </a:lnTo>
                  <a:lnTo>
                    <a:pt x="14266" y="6327"/>
                  </a:lnTo>
                  <a:lnTo>
                    <a:pt x="1554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g908"/>
            <p:cNvSpPr/>
            <p:nvPr/>
          </p:nvSpPr>
          <p:spPr>
            <a:xfrm>
              <a:off x="2607194" y="1508760"/>
              <a:ext cx="47618" cy="8491"/>
            </a:xfrm>
            <a:custGeom>
              <a:avLst/>
              <a:pathLst>
                <a:path w="47618" h="8491">
                  <a:moveTo>
                    <a:pt x="0" y="0"/>
                  </a:moveTo>
                  <a:lnTo>
                    <a:pt x="47237" y="0"/>
                  </a:lnTo>
                  <a:lnTo>
                    <a:pt x="47618" y="8491"/>
                  </a:lnTo>
                  <a:lnTo>
                    <a:pt x="38580" y="8169"/>
                  </a:lnTo>
                  <a:lnTo>
                    <a:pt x="13220" y="7266"/>
                  </a:lnTo>
                  <a:lnTo>
                    <a:pt x="604" y="681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g909"/>
            <p:cNvSpPr/>
            <p:nvPr/>
          </p:nvSpPr>
          <p:spPr>
            <a:xfrm>
              <a:off x="2695993" y="1810908"/>
              <a:ext cx="61294" cy="69824"/>
            </a:xfrm>
            <a:custGeom>
              <a:avLst/>
              <a:pathLst>
                <a:path w="61294" h="69824">
                  <a:moveTo>
                    <a:pt x="21719" y="3679"/>
                  </a:moveTo>
                  <a:lnTo>
                    <a:pt x="45310" y="0"/>
                  </a:lnTo>
                  <a:lnTo>
                    <a:pt x="46932" y="4545"/>
                  </a:lnTo>
                  <a:lnTo>
                    <a:pt x="50415" y="14306"/>
                  </a:lnTo>
                  <a:lnTo>
                    <a:pt x="54437" y="25578"/>
                  </a:lnTo>
                  <a:lnTo>
                    <a:pt x="58522" y="37027"/>
                  </a:lnTo>
                  <a:lnTo>
                    <a:pt x="61294" y="44795"/>
                  </a:lnTo>
                  <a:lnTo>
                    <a:pt x="50855" y="52075"/>
                  </a:lnTo>
                  <a:lnTo>
                    <a:pt x="25404" y="69824"/>
                  </a:lnTo>
                  <a:lnTo>
                    <a:pt x="23445" y="65659"/>
                  </a:lnTo>
                  <a:lnTo>
                    <a:pt x="19752" y="57809"/>
                  </a:lnTo>
                  <a:lnTo>
                    <a:pt x="16342" y="50561"/>
                  </a:lnTo>
                  <a:lnTo>
                    <a:pt x="12513" y="42422"/>
                  </a:lnTo>
                  <a:lnTo>
                    <a:pt x="8783" y="34494"/>
                  </a:lnTo>
                  <a:lnTo>
                    <a:pt x="4988" y="26427"/>
                  </a:lnTo>
                  <a:lnTo>
                    <a:pt x="1360" y="18716"/>
                  </a:lnTo>
                  <a:lnTo>
                    <a:pt x="0" y="15824"/>
                  </a:lnTo>
                  <a:lnTo>
                    <a:pt x="642" y="144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g910"/>
            <p:cNvSpPr/>
            <p:nvPr/>
          </p:nvSpPr>
          <p:spPr>
            <a:xfrm>
              <a:off x="2646410" y="1833291"/>
              <a:ext cx="66783" cy="80933"/>
            </a:xfrm>
            <a:custGeom>
              <a:avLst/>
              <a:pathLst>
                <a:path w="66783" h="80933">
                  <a:moveTo>
                    <a:pt x="43850" y="0"/>
                  </a:moveTo>
                  <a:lnTo>
                    <a:pt x="46430" y="6027"/>
                  </a:lnTo>
                  <a:lnTo>
                    <a:pt x="50154" y="14730"/>
                  </a:lnTo>
                  <a:lnTo>
                    <a:pt x="54773" y="25522"/>
                  </a:lnTo>
                  <a:lnTo>
                    <a:pt x="58768" y="34857"/>
                  </a:lnTo>
                  <a:lnTo>
                    <a:pt x="63237" y="45300"/>
                  </a:lnTo>
                  <a:lnTo>
                    <a:pt x="66783" y="53585"/>
                  </a:lnTo>
                  <a:lnTo>
                    <a:pt x="54946" y="61855"/>
                  </a:lnTo>
                  <a:lnTo>
                    <a:pt x="20359" y="80933"/>
                  </a:lnTo>
                  <a:lnTo>
                    <a:pt x="16483" y="70259"/>
                  </a:lnTo>
                  <a:lnTo>
                    <a:pt x="12504" y="59300"/>
                  </a:lnTo>
                  <a:lnTo>
                    <a:pt x="8727" y="48896"/>
                  </a:lnTo>
                  <a:lnTo>
                    <a:pt x="5376" y="39666"/>
                  </a:lnTo>
                  <a:lnTo>
                    <a:pt x="2043" y="30486"/>
                  </a:lnTo>
                  <a:lnTo>
                    <a:pt x="0" y="24857"/>
                  </a:lnTo>
                  <a:lnTo>
                    <a:pt x="20793" y="13069"/>
                  </a:lnTo>
                  <a:lnTo>
                    <a:pt x="39463" y="248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g911"/>
            <p:cNvSpPr/>
            <p:nvPr/>
          </p:nvSpPr>
          <p:spPr>
            <a:xfrm>
              <a:off x="2593382" y="1860302"/>
              <a:ext cx="66472" cy="56355"/>
            </a:xfrm>
            <a:custGeom>
              <a:avLst/>
              <a:pathLst>
                <a:path w="66472" h="56355">
                  <a:moveTo>
                    <a:pt x="49785" y="5676"/>
                  </a:moveTo>
                  <a:lnTo>
                    <a:pt x="56565" y="26266"/>
                  </a:lnTo>
                  <a:lnTo>
                    <a:pt x="62230" y="43469"/>
                  </a:lnTo>
                  <a:lnTo>
                    <a:pt x="66472" y="56355"/>
                  </a:lnTo>
                  <a:lnTo>
                    <a:pt x="51654" y="55786"/>
                  </a:lnTo>
                  <a:lnTo>
                    <a:pt x="9794" y="54178"/>
                  </a:lnTo>
                  <a:lnTo>
                    <a:pt x="9210" y="50964"/>
                  </a:lnTo>
                  <a:lnTo>
                    <a:pt x="7862" y="43540"/>
                  </a:lnTo>
                  <a:lnTo>
                    <a:pt x="7286" y="41541"/>
                  </a:lnTo>
                  <a:lnTo>
                    <a:pt x="4926" y="33348"/>
                  </a:lnTo>
                  <a:lnTo>
                    <a:pt x="2470" y="24822"/>
                  </a:lnTo>
                  <a:lnTo>
                    <a:pt x="0" y="16246"/>
                  </a:lnTo>
                  <a:lnTo>
                    <a:pt x="22231" y="8708"/>
                  </a:lnTo>
                  <a:lnTo>
                    <a:pt x="4791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g912"/>
            <p:cNvSpPr/>
            <p:nvPr/>
          </p:nvSpPr>
          <p:spPr>
            <a:xfrm>
              <a:off x="2540437" y="1874446"/>
              <a:ext cx="57871" cy="49403"/>
            </a:xfrm>
            <a:custGeom>
              <a:avLst/>
              <a:pathLst>
                <a:path w="57871" h="49403">
                  <a:moveTo>
                    <a:pt x="48044" y="5576"/>
                  </a:moveTo>
                  <a:lnTo>
                    <a:pt x="51558" y="15126"/>
                  </a:lnTo>
                  <a:lnTo>
                    <a:pt x="53573" y="20601"/>
                  </a:lnTo>
                  <a:lnTo>
                    <a:pt x="54506" y="24957"/>
                  </a:lnTo>
                  <a:lnTo>
                    <a:pt x="56412" y="33848"/>
                  </a:lnTo>
                  <a:lnTo>
                    <a:pt x="57871" y="40656"/>
                  </a:lnTo>
                  <a:lnTo>
                    <a:pt x="43430" y="43031"/>
                  </a:lnTo>
                  <a:lnTo>
                    <a:pt x="4687" y="49403"/>
                  </a:lnTo>
                  <a:lnTo>
                    <a:pt x="4063" y="43597"/>
                  </a:lnTo>
                  <a:lnTo>
                    <a:pt x="3136" y="34981"/>
                  </a:lnTo>
                  <a:lnTo>
                    <a:pt x="2019" y="24585"/>
                  </a:lnTo>
                  <a:lnTo>
                    <a:pt x="1074" y="15796"/>
                  </a:lnTo>
                  <a:lnTo>
                    <a:pt x="0" y="5802"/>
                  </a:lnTo>
                  <a:lnTo>
                    <a:pt x="23163" y="2880"/>
                  </a:lnTo>
                  <a:lnTo>
                    <a:pt x="4599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g913"/>
            <p:cNvSpPr/>
            <p:nvPr/>
          </p:nvSpPr>
          <p:spPr>
            <a:xfrm>
              <a:off x="2501814" y="1902433"/>
              <a:ext cx="36299" cy="28834"/>
            </a:xfrm>
            <a:custGeom>
              <a:avLst/>
              <a:pathLst>
                <a:path w="36299" h="28834">
                  <a:moveTo>
                    <a:pt x="33771" y="8710"/>
                  </a:moveTo>
                  <a:lnTo>
                    <a:pt x="36299" y="16834"/>
                  </a:lnTo>
                  <a:lnTo>
                    <a:pt x="22507" y="22325"/>
                  </a:lnTo>
                  <a:lnTo>
                    <a:pt x="6161" y="28834"/>
                  </a:lnTo>
                  <a:lnTo>
                    <a:pt x="4873" y="25122"/>
                  </a:lnTo>
                  <a:lnTo>
                    <a:pt x="1655" y="15843"/>
                  </a:lnTo>
                  <a:lnTo>
                    <a:pt x="0" y="11071"/>
                  </a:lnTo>
                  <a:lnTo>
                    <a:pt x="15250" y="5635"/>
                  </a:lnTo>
                  <a:lnTo>
                    <a:pt x="31060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g914"/>
            <p:cNvSpPr/>
            <p:nvPr/>
          </p:nvSpPr>
          <p:spPr>
            <a:xfrm>
              <a:off x="2496127" y="1695207"/>
              <a:ext cx="285888" cy="120306"/>
            </a:xfrm>
            <a:custGeom>
              <a:avLst/>
              <a:pathLst>
                <a:path w="285888" h="120306">
                  <a:moveTo>
                    <a:pt x="249949" y="85152"/>
                  </a:moveTo>
                  <a:lnTo>
                    <a:pt x="239766" y="47339"/>
                  </a:lnTo>
                  <a:lnTo>
                    <a:pt x="154814" y="71822"/>
                  </a:lnTo>
                  <a:lnTo>
                    <a:pt x="114385" y="79235"/>
                  </a:lnTo>
                  <a:lnTo>
                    <a:pt x="60498" y="84938"/>
                  </a:lnTo>
                  <a:lnTo>
                    <a:pt x="0" y="85924"/>
                  </a:lnTo>
                  <a:lnTo>
                    <a:pt x="23662" y="75701"/>
                  </a:lnTo>
                  <a:lnTo>
                    <a:pt x="43392" y="67177"/>
                  </a:lnTo>
                  <a:lnTo>
                    <a:pt x="65868" y="60713"/>
                  </a:lnTo>
                  <a:lnTo>
                    <a:pt x="78236" y="57155"/>
                  </a:lnTo>
                  <a:lnTo>
                    <a:pt x="84299" y="55568"/>
                  </a:lnTo>
                  <a:lnTo>
                    <a:pt x="102954" y="50684"/>
                  </a:lnTo>
                  <a:lnTo>
                    <a:pt x="117532" y="46867"/>
                  </a:lnTo>
                  <a:lnTo>
                    <a:pt x="130619" y="43440"/>
                  </a:lnTo>
                  <a:lnTo>
                    <a:pt x="139074" y="41226"/>
                  </a:lnTo>
                  <a:lnTo>
                    <a:pt x="143474" y="39957"/>
                  </a:lnTo>
                  <a:lnTo>
                    <a:pt x="154591" y="36749"/>
                  </a:lnTo>
                  <a:lnTo>
                    <a:pt x="164247" y="33963"/>
                  </a:lnTo>
                  <a:lnTo>
                    <a:pt x="172886" y="31470"/>
                  </a:lnTo>
                  <a:lnTo>
                    <a:pt x="181753" y="28912"/>
                  </a:lnTo>
                  <a:lnTo>
                    <a:pt x="191443" y="26116"/>
                  </a:lnTo>
                  <a:lnTo>
                    <a:pt x="200012" y="23644"/>
                  </a:lnTo>
                  <a:lnTo>
                    <a:pt x="207953" y="21023"/>
                  </a:lnTo>
                  <a:lnTo>
                    <a:pt x="217019" y="18032"/>
                  </a:lnTo>
                  <a:lnTo>
                    <a:pt x="226276" y="14976"/>
                  </a:lnTo>
                  <a:lnTo>
                    <a:pt x="231218" y="13346"/>
                  </a:lnTo>
                  <a:lnTo>
                    <a:pt x="235345" y="11613"/>
                  </a:lnTo>
                  <a:lnTo>
                    <a:pt x="244300" y="7853"/>
                  </a:lnTo>
                  <a:lnTo>
                    <a:pt x="253081" y="4166"/>
                  </a:lnTo>
                  <a:lnTo>
                    <a:pt x="263005" y="0"/>
                  </a:lnTo>
                  <a:lnTo>
                    <a:pt x="264290" y="6112"/>
                  </a:lnTo>
                  <a:lnTo>
                    <a:pt x="266165" y="15030"/>
                  </a:lnTo>
                  <a:lnTo>
                    <a:pt x="267933" y="23439"/>
                  </a:lnTo>
                  <a:lnTo>
                    <a:pt x="269611" y="31419"/>
                  </a:lnTo>
                  <a:lnTo>
                    <a:pt x="271567" y="41811"/>
                  </a:lnTo>
                  <a:lnTo>
                    <a:pt x="273582" y="52513"/>
                  </a:lnTo>
                  <a:lnTo>
                    <a:pt x="275575" y="63106"/>
                  </a:lnTo>
                  <a:lnTo>
                    <a:pt x="277397" y="72787"/>
                  </a:lnTo>
                  <a:lnTo>
                    <a:pt x="279434" y="83606"/>
                  </a:lnTo>
                  <a:lnTo>
                    <a:pt x="281212" y="93056"/>
                  </a:lnTo>
                  <a:lnTo>
                    <a:pt x="283220" y="103724"/>
                  </a:lnTo>
                  <a:lnTo>
                    <a:pt x="285888" y="117895"/>
                  </a:lnTo>
                  <a:lnTo>
                    <a:pt x="274361" y="118945"/>
                  </a:lnTo>
                  <a:lnTo>
                    <a:pt x="259416" y="12030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g915"/>
            <p:cNvSpPr/>
            <p:nvPr/>
          </p:nvSpPr>
          <p:spPr>
            <a:xfrm>
              <a:off x="2777461" y="1877630"/>
              <a:ext cx="56358" cy="46342"/>
            </a:xfrm>
            <a:custGeom>
              <a:avLst/>
              <a:pathLst>
                <a:path w="56358" h="46342">
                  <a:moveTo>
                    <a:pt x="21342" y="4739"/>
                  </a:moveTo>
                  <a:lnTo>
                    <a:pt x="46141" y="0"/>
                  </a:lnTo>
                  <a:lnTo>
                    <a:pt x="47403" y="5441"/>
                  </a:lnTo>
                  <a:lnTo>
                    <a:pt x="51132" y="21525"/>
                  </a:lnTo>
                  <a:lnTo>
                    <a:pt x="54364" y="35466"/>
                  </a:lnTo>
                  <a:lnTo>
                    <a:pt x="56358" y="44066"/>
                  </a:lnTo>
                  <a:lnTo>
                    <a:pt x="32158" y="45226"/>
                  </a:lnTo>
                  <a:lnTo>
                    <a:pt x="8858" y="46342"/>
                  </a:lnTo>
                  <a:lnTo>
                    <a:pt x="4685" y="28667"/>
                  </a:lnTo>
                  <a:lnTo>
                    <a:pt x="0" y="881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g916"/>
            <p:cNvSpPr/>
            <p:nvPr/>
          </p:nvSpPr>
          <p:spPr>
            <a:xfrm>
              <a:off x="3385746" y="1513150"/>
              <a:ext cx="60610" cy="54421"/>
            </a:xfrm>
            <a:custGeom>
              <a:avLst/>
              <a:pathLst>
                <a:path w="60610" h="54421">
                  <a:moveTo>
                    <a:pt x="59531" y="14374"/>
                  </a:moveTo>
                  <a:lnTo>
                    <a:pt x="60610" y="18252"/>
                  </a:lnTo>
                  <a:lnTo>
                    <a:pt x="60282" y="28969"/>
                  </a:lnTo>
                  <a:lnTo>
                    <a:pt x="57334" y="36002"/>
                  </a:lnTo>
                  <a:lnTo>
                    <a:pt x="31819" y="44199"/>
                  </a:lnTo>
                  <a:lnTo>
                    <a:pt x="0" y="54421"/>
                  </a:lnTo>
                  <a:lnTo>
                    <a:pt x="1751" y="35268"/>
                  </a:lnTo>
                  <a:lnTo>
                    <a:pt x="3276" y="18587"/>
                  </a:lnTo>
                  <a:lnTo>
                    <a:pt x="27115" y="10107"/>
                  </a:lnTo>
                  <a:lnTo>
                    <a:pt x="5553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g917"/>
            <p:cNvSpPr/>
            <p:nvPr/>
          </p:nvSpPr>
          <p:spPr>
            <a:xfrm>
              <a:off x="2903100" y="1758540"/>
              <a:ext cx="86564" cy="81258"/>
            </a:xfrm>
            <a:custGeom>
              <a:avLst/>
              <a:pathLst>
                <a:path w="86564" h="81258">
                  <a:moveTo>
                    <a:pt x="3950" y="76809"/>
                  </a:moveTo>
                  <a:lnTo>
                    <a:pt x="3096" y="68713"/>
                  </a:lnTo>
                  <a:lnTo>
                    <a:pt x="2298" y="61144"/>
                  </a:lnTo>
                  <a:lnTo>
                    <a:pt x="1531" y="53877"/>
                  </a:lnTo>
                  <a:lnTo>
                    <a:pt x="708" y="46072"/>
                  </a:lnTo>
                  <a:lnTo>
                    <a:pt x="0" y="39350"/>
                  </a:lnTo>
                  <a:lnTo>
                    <a:pt x="33067" y="28467"/>
                  </a:lnTo>
                  <a:lnTo>
                    <a:pt x="60860" y="0"/>
                  </a:lnTo>
                  <a:lnTo>
                    <a:pt x="63505" y="2764"/>
                  </a:lnTo>
                  <a:lnTo>
                    <a:pt x="67333" y="6763"/>
                  </a:lnTo>
                  <a:lnTo>
                    <a:pt x="71101" y="10700"/>
                  </a:lnTo>
                  <a:lnTo>
                    <a:pt x="75536" y="15335"/>
                  </a:lnTo>
                  <a:lnTo>
                    <a:pt x="79238" y="19203"/>
                  </a:lnTo>
                  <a:lnTo>
                    <a:pt x="83130" y="23270"/>
                  </a:lnTo>
                  <a:lnTo>
                    <a:pt x="86564" y="26858"/>
                  </a:lnTo>
                  <a:lnTo>
                    <a:pt x="51908" y="67116"/>
                  </a:lnTo>
                  <a:lnTo>
                    <a:pt x="40724" y="75435"/>
                  </a:lnTo>
                  <a:lnTo>
                    <a:pt x="4419" y="81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g918"/>
            <p:cNvSpPr/>
            <p:nvPr/>
          </p:nvSpPr>
          <p:spPr>
            <a:xfrm>
              <a:off x="2947189" y="1789827"/>
              <a:ext cx="90663" cy="123231"/>
            </a:xfrm>
            <a:custGeom>
              <a:avLst/>
              <a:pathLst>
                <a:path w="90663" h="123231">
                  <a:moveTo>
                    <a:pt x="7395" y="89791"/>
                  </a:moveTo>
                  <a:lnTo>
                    <a:pt x="4990" y="77323"/>
                  </a:lnTo>
                  <a:lnTo>
                    <a:pt x="2547" y="64662"/>
                  </a:lnTo>
                  <a:lnTo>
                    <a:pt x="0" y="51460"/>
                  </a:lnTo>
                  <a:lnTo>
                    <a:pt x="18995" y="31007"/>
                  </a:lnTo>
                  <a:lnTo>
                    <a:pt x="22653" y="26703"/>
                  </a:lnTo>
                  <a:lnTo>
                    <a:pt x="45348" y="0"/>
                  </a:lnTo>
                  <a:lnTo>
                    <a:pt x="49353" y="5682"/>
                  </a:lnTo>
                  <a:lnTo>
                    <a:pt x="54572" y="13086"/>
                  </a:lnTo>
                  <a:lnTo>
                    <a:pt x="59739" y="20416"/>
                  </a:lnTo>
                  <a:lnTo>
                    <a:pt x="64936" y="27790"/>
                  </a:lnTo>
                  <a:lnTo>
                    <a:pt x="70202" y="35261"/>
                  </a:lnTo>
                  <a:lnTo>
                    <a:pt x="75801" y="43203"/>
                  </a:lnTo>
                  <a:lnTo>
                    <a:pt x="81769" y="51671"/>
                  </a:lnTo>
                  <a:lnTo>
                    <a:pt x="90663" y="64288"/>
                  </a:lnTo>
                  <a:lnTo>
                    <a:pt x="52819" y="111429"/>
                  </a:lnTo>
                  <a:lnTo>
                    <a:pt x="45612" y="116039"/>
                  </a:lnTo>
                  <a:lnTo>
                    <a:pt x="34370" y="123231"/>
                  </a:lnTo>
                  <a:lnTo>
                    <a:pt x="23486" y="112593"/>
                  </a:lnTo>
                  <a:lnTo>
                    <a:pt x="13364" y="102700"/>
                  </a:lnTo>
                  <a:lnTo>
                    <a:pt x="9078" y="9851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g919"/>
            <p:cNvSpPr/>
            <p:nvPr/>
          </p:nvSpPr>
          <p:spPr>
            <a:xfrm>
              <a:off x="2915575" y="1843571"/>
              <a:ext cx="37840" cy="78064"/>
            </a:xfrm>
            <a:custGeom>
              <a:avLst/>
              <a:pathLst>
                <a:path w="37840" h="78064">
                  <a:moveTo>
                    <a:pt x="15044" y="1632"/>
                  </a:moveTo>
                  <a:lnTo>
                    <a:pt x="26087" y="0"/>
                  </a:lnTo>
                  <a:lnTo>
                    <a:pt x="26943" y="5526"/>
                  </a:lnTo>
                  <a:lnTo>
                    <a:pt x="29114" y="19532"/>
                  </a:lnTo>
                  <a:lnTo>
                    <a:pt x="31432" y="34493"/>
                  </a:lnTo>
                  <a:lnTo>
                    <a:pt x="33674" y="48955"/>
                  </a:lnTo>
                  <a:lnTo>
                    <a:pt x="36083" y="64501"/>
                  </a:lnTo>
                  <a:lnTo>
                    <a:pt x="37840" y="75840"/>
                  </a:lnTo>
                  <a:lnTo>
                    <a:pt x="17560" y="77526"/>
                  </a:lnTo>
                  <a:lnTo>
                    <a:pt x="11088" y="78064"/>
                  </a:lnTo>
                  <a:lnTo>
                    <a:pt x="4905" y="36690"/>
                  </a:lnTo>
                  <a:lnTo>
                    <a:pt x="0" y="38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g920"/>
            <p:cNvSpPr/>
            <p:nvPr/>
          </p:nvSpPr>
          <p:spPr>
            <a:xfrm>
              <a:off x="2831665" y="1850177"/>
              <a:ext cx="85194" cy="75209"/>
            </a:xfrm>
            <a:custGeom>
              <a:avLst/>
              <a:pathLst>
                <a:path w="85194" h="75209">
                  <a:moveTo>
                    <a:pt x="36985" y="6800"/>
                  </a:moveTo>
                  <a:lnTo>
                    <a:pt x="73011" y="0"/>
                  </a:lnTo>
                  <a:lnTo>
                    <a:pt x="74885" y="11176"/>
                  </a:lnTo>
                  <a:lnTo>
                    <a:pt x="77989" y="29683"/>
                  </a:lnTo>
                  <a:lnTo>
                    <a:pt x="80625" y="45397"/>
                  </a:lnTo>
                  <a:lnTo>
                    <a:pt x="83086" y="60074"/>
                  </a:lnTo>
                  <a:lnTo>
                    <a:pt x="85194" y="72642"/>
                  </a:lnTo>
                  <a:lnTo>
                    <a:pt x="49549" y="73932"/>
                  </a:lnTo>
                  <a:lnTo>
                    <a:pt x="14254" y="75209"/>
                  </a:lnTo>
                  <a:lnTo>
                    <a:pt x="12310" y="66832"/>
                  </a:lnTo>
                  <a:lnTo>
                    <a:pt x="9192" y="53397"/>
                  </a:lnTo>
                  <a:lnTo>
                    <a:pt x="6122" y="40167"/>
                  </a:lnTo>
                  <a:lnTo>
                    <a:pt x="2968" y="26574"/>
                  </a:lnTo>
                  <a:lnTo>
                    <a:pt x="0" y="1378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g921"/>
            <p:cNvSpPr/>
            <p:nvPr/>
          </p:nvSpPr>
          <p:spPr>
            <a:xfrm>
              <a:off x="3903801" y="4890116"/>
              <a:ext cx="274922" cy="244003"/>
            </a:xfrm>
            <a:custGeom>
              <a:avLst/>
              <a:pathLst>
                <a:path w="274922" h="244003">
                  <a:moveTo>
                    <a:pt x="269666" y="235003"/>
                  </a:moveTo>
                  <a:lnTo>
                    <a:pt x="263765" y="244003"/>
                  </a:lnTo>
                  <a:lnTo>
                    <a:pt x="147209" y="144820"/>
                  </a:lnTo>
                  <a:lnTo>
                    <a:pt x="130725" y="123693"/>
                  </a:lnTo>
                  <a:lnTo>
                    <a:pt x="114162" y="113514"/>
                  </a:lnTo>
                  <a:lnTo>
                    <a:pt x="71144" y="87078"/>
                  </a:lnTo>
                  <a:lnTo>
                    <a:pt x="56180" y="75022"/>
                  </a:lnTo>
                  <a:lnTo>
                    <a:pt x="37529" y="53410"/>
                  </a:lnTo>
                  <a:lnTo>
                    <a:pt x="0" y="15433"/>
                  </a:lnTo>
                  <a:lnTo>
                    <a:pt x="6923" y="7605"/>
                  </a:lnTo>
                  <a:lnTo>
                    <a:pt x="13649" y="0"/>
                  </a:lnTo>
                  <a:lnTo>
                    <a:pt x="19416" y="2962"/>
                  </a:lnTo>
                  <a:lnTo>
                    <a:pt x="27510" y="7119"/>
                  </a:lnTo>
                  <a:lnTo>
                    <a:pt x="35019" y="13056"/>
                  </a:lnTo>
                  <a:lnTo>
                    <a:pt x="39796" y="16832"/>
                  </a:lnTo>
                  <a:lnTo>
                    <a:pt x="41743" y="19220"/>
                  </a:lnTo>
                  <a:lnTo>
                    <a:pt x="47355" y="26104"/>
                  </a:lnTo>
                  <a:lnTo>
                    <a:pt x="52901" y="32907"/>
                  </a:lnTo>
                  <a:lnTo>
                    <a:pt x="59079" y="40619"/>
                  </a:lnTo>
                  <a:lnTo>
                    <a:pt x="65587" y="46979"/>
                  </a:lnTo>
                  <a:lnTo>
                    <a:pt x="67808" y="49150"/>
                  </a:lnTo>
                  <a:lnTo>
                    <a:pt x="72231" y="54006"/>
                  </a:lnTo>
                  <a:lnTo>
                    <a:pt x="75967" y="61261"/>
                  </a:lnTo>
                  <a:lnTo>
                    <a:pt x="77145" y="63551"/>
                  </a:lnTo>
                  <a:lnTo>
                    <a:pt x="82181" y="68023"/>
                  </a:lnTo>
                  <a:lnTo>
                    <a:pt x="89175" y="74234"/>
                  </a:lnTo>
                  <a:lnTo>
                    <a:pt x="95762" y="80085"/>
                  </a:lnTo>
                  <a:lnTo>
                    <a:pt x="97597" y="81715"/>
                  </a:lnTo>
                  <a:lnTo>
                    <a:pt x="104774" y="86372"/>
                  </a:lnTo>
                  <a:lnTo>
                    <a:pt x="115507" y="93337"/>
                  </a:lnTo>
                  <a:lnTo>
                    <a:pt x="125644" y="99915"/>
                  </a:lnTo>
                  <a:lnTo>
                    <a:pt x="129016" y="102103"/>
                  </a:lnTo>
                  <a:lnTo>
                    <a:pt x="136681" y="105646"/>
                  </a:lnTo>
                  <a:lnTo>
                    <a:pt x="147961" y="110861"/>
                  </a:lnTo>
                  <a:lnTo>
                    <a:pt x="156824" y="114958"/>
                  </a:lnTo>
                  <a:lnTo>
                    <a:pt x="158281" y="115632"/>
                  </a:lnTo>
                  <a:lnTo>
                    <a:pt x="163683" y="123408"/>
                  </a:lnTo>
                  <a:lnTo>
                    <a:pt x="169312" y="131511"/>
                  </a:lnTo>
                  <a:lnTo>
                    <a:pt x="177150" y="137815"/>
                  </a:lnTo>
                  <a:lnTo>
                    <a:pt x="183663" y="143052"/>
                  </a:lnTo>
                  <a:lnTo>
                    <a:pt x="190603" y="148634"/>
                  </a:lnTo>
                  <a:lnTo>
                    <a:pt x="197226" y="153960"/>
                  </a:lnTo>
                  <a:lnTo>
                    <a:pt x="204478" y="159792"/>
                  </a:lnTo>
                  <a:lnTo>
                    <a:pt x="210643" y="164749"/>
                  </a:lnTo>
                  <a:lnTo>
                    <a:pt x="214481" y="167836"/>
                  </a:lnTo>
                  <a:lnTo>
                    <a:pt x="218778" y="171423"/>
                  </a:lnTo>
                  <a:lnTo>
                    <a:pt x="226678" y="178019"/>
                  </a:lnTo>
                  <a:lnTo>
                    <a:pt x="233131" y="183406"/>
                  </a:lnTo>
                  <a:lnTo>
                    <a:pt x="240901" y="189893"/>
                  </a:lnTo>
                  <a:lnTo>
                    <a:pt x="248636" y="196351"/>
                  </a:lnTo>
                  <a:lnTo>
                    <a:pt x="257687" y="203907"/>
                  </a:lnTo>
                  <a:lnTo>
                    <a:pt x="268859" y="220649"/>
                  </a:lnTo>
                  <a:lnTo>
                    <a:pt x="274922" y="22698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g922"/>
            <p:cNvSpPr/>
            <p:nvPr/>
          </p:nvSpPr>
          <p:spPr>
            <a:xfrm>
              <a:off x="3905808" y="4856012"/>
              <a:ext cx="247861" cy="224834"/>
            </a:xfrm>
            <a:custGeom>
              <a:avLst/>
              <a:pathLst>
                <a:path w="247861" h="224834">
                  <a:moveTo>
                    <a:pt x="247861" y="224834"/>
                  </a:moveTo>
                  <a:lnTo>
                    <a:pt x="225359" y="205905"/>
                  </a:lnTo>
                  <a:lnTo>
                    <a:pt x="212111" y="194761"/>
                  </a:lnTo>
                  <a:lnTo>
                    <a:pt x="199130" y="183842"/>
                  </a:lnTo>
                  <a:lnTo>
                    <a:pt x="184957" y="171919"/>
                  </a:lnTo>
                  <a:lnTo>
                    <a:pt x="176359" y="160665"/>
                  </a:lnTo>
                  <a:lnTo>
                    <a:pt x="167182" y="148654"/>
                  </a:lnTo>
                  <a:lnTo>
                    <a:pt x="151830" y="141104"/>
                  </a:lnTo>
                  <a:lnTo>
                    <a:pt x="135027" y="132841"/>
                  </a:lnTo>
                  <a:lnTo>
                    <a:pt x="130522" y="130626"/>
                  </a:lnTo>
                  <a:lnTo>
                    <a:pt x="120435" y="123874"/>
                  </a:lnTo>
                  <a:lnTo>
                    <a:pt x="106313" y="114421"/>
                  </a:lnTo>
                  <a:lnTo>
                    <a:pt x="90183" y="103624"/>
                  </a:lnTo>
                  <a:lnTo>
                    <a:pt x="77392" y="89051"/>
                  </a:lnTo>
                  <a:lnTo>
                    <a:pt x="65194" y="75155"/>
                  </a:lnTo>
                  <a:lnTo>
                    <a:pt x="60931" y="70297"/>
                  </a:lnTo>
                  <a:lnTo>
                    <a:pt x="52929" y="61166"/>
                  </a:lnTo>
                  <a:lnTo>
                    <a:pt x="42665" y="49451"/>
                  </a:lnTo>
                  <a:lnTo>
                    <a:pt x="27720" y="37730"/>
                  </a:lnTo>
                  <a:lnTo>
                    <a:pt x="15237" y="27939"/>
                  </a:lnTo>
                  <a:lnTo>
                    <a:pt x="0" y="15988"/>
                  </a:lnTo>
                  <a:lnTo>
                    <a:pt x="11843" y="7939"/>
                  </a:lnTo>
                  <a:lnTo>
                    <a:pt x="23524" y="0"/>
                  </a:lnTo>
                  <a:lnTo>
                    <a:pt x="79360" y="53657"/>
                  </a:lnTo>
                  <a:lnTo>
                    <a:pt x="99324" y="81914"/>
                  </a:lnTo>
                  <a:lnTo>
                    <a:pt x="114579" y="95169"/>
                  </a:lnTo>
                  <a:lnTo>
                    <a:pt x="119801" y="99706"/>
                  </a:lnTo>
                  <a:lnTo>
                    <a:pt x="144884" y="116974"/>
                  </a:lnTo>
                  <a:lnTo>
                    <a:pt x="165361" y="129533"/>
                  </a:lnTo>
                  <a:lnTo>
                    <a:pt x="182766" y="137906"/>
                  </a:lnTo>
                  <a:lnTo>
                    <a:pt x="208361" y="157267"/>
                  </a:lnTo>
                  <a:lnTo>
                    <a:pt x="226852" y="177362"/>
                  </a:lnTo>
                  <a:lnTo>
                    <a:pt x="239137" y="20090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g923"/>
            <p:cNvSpPr/>
            <p:nvPr/>
          </p:nvSpPr>
          <p:spPr>
            <a:xfrm>
              <a:off x="3854323" y="4798616"/>
              <a:ext cx="65033" cy="69492"/>
            </a:xfrm>
            <a:custGeom>
              <a:avLst/>
              <a:pathLst>
                <a:path w="65033" h="69492">
                  <a:moveTo>
                    <a:pt x="8031" y="3280"/>
                  </a:moveTo>
                  <a:lnTo>
                    <a:pt x="18914" y="2612"/>
                  </a:lnTo>
                  <a:lnTo>
                    <a:pt x="30270" y="1914"/>
                  </a:lnTo>
                  <a:lnTo>
                    <a:pt x="42374" y="1170"/>
                  </a:lnTo>
                  <a:lnTo>
                    <a:pt x="52440" y="552"/>
                  </a:lnTo>
                  <a:lnTo>
                    <a:pt x="61429" y="0"/>
                  </a:lnTo>
                  <a:lnTo>
                    <a:pt x="62518" y="10175"/>
                  </a:lnTo>
                  <a:lnTo>
                    <a:pt x="63635" y="20604"/>
                  </a:lnTo>
                  <a:lnTo>
                    <a:pt x="65033" y="33657"/>
                  </a:lnTo>
                  <a:lnTo>
                    <a:pt x="63906" y="35960"/>
                  </a:lnTo>
                  <a:lnTo>
                    <a:pt x="57722" y="48603"/>
                  </a:lnTo>
                  <a:lnTo>
                    <a:pt x="52071" y="60157"/>
                  </a:lnTo>
                  <a:lnTo>
                    <a:pt x="47505" y="69492"/>
                  </a:lnTo>
                  <a:lnTo>
                    <a:pt x="20803" y="66310"/>
                  </a:lnTo>
                  <a:lnTo>
                    <a:pt x="10975" y="62291"/>
                  </a:lnTo>
                  <a:lnTo>
                    <a:pt x="5897" y="58775"/>
                  </a:lnTo>
                  <a:lnTo>
                    <a:pt x="3603" y="53249"/>
                  </a:lnTo>
                  <a:lnTo>
                    <a:pt x="1474" y="46216"/>
                  </a:lnTo>
                  <a:lnTo>
                    <a:pt x="327" y="38848"/>
                  </a:lnTo>
                  <a:lnTo>
                    <a:pt x="0" y="31648"/>
                  </a:lnTo>
                  <a:lnTo>
                    <a:pt x="491" y="21098"/>
                  </a:lnTo>
                  <a:lnTo>
                    <a:pt x="655" y="12726"/>
                  </a:lnTo>
                  <a:lnTo>
                    <a:pt x="1474" y="368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g924"/>
            <p:cNvSpPr/>
            <p:nvPr/>
          </p:nvSpPr>
          <p:spPr>
            <a:xfrm>
              <a:off x="3753188" y="4750266"/>
              <a:ext cx="63954" cy="72906"/>
            </a:xfrm>
            <a:custGeom>
              <a:avLst/>
              <a:pathLst>
                <a:path w="63954" h="72906">
                  <a:moveTo>
                    <a:pt x="59668" y="50147"/>
                  </a:moveTo>
                  <a:lnTo>
                    <a:pt x="54311" y="53780"/>
                  </a:lnTo>
                  <a:lnTo>
                    <a:pt x="48206" y="57919"/>
                  </a:lnTo>
                  <a:lnTo>
                    <a:pt x="42148" y="62027"/>
                  </a:lnTo>
                  <a:lnTo>
                    <a:pt x="35662" y="66425"/>
                  </a:lnTo>
                  <a:lnTo>
                    <a:pt x="29654" y="70499"/>
                  </a:lnTo>
                  <a:lnTo>
                    <a:pt x="26104" y="72906"/>
                  </a:lnTo>
                  <a:lnTo>
                    <a:pt x="13105" y="53182"/>
                  </a:lnTo>
                  <a:lnTo>
                    <a:pt x="0" y="33296"/>
                  </a:lnTo>
                  <a:lnTo>
                    <a:pt x="4912" y="30051"/>
                  </a:lnTo>
                  <a:lnTo>
                    <a:pt x="13309" y="24503"/>
                  </a:lnTo>
                  <a:lnTo>
                    <a:pt x="24756" y="16941"/>
                  </a:lnTo>
                  <a:lnTo>
                    <a:pt x="33328" y="11278"/>
                  </a:lnTo>
                  <a:lnTo>
                    <a:pt x="50400" y="0"/>
                  </a:lnTo>
                  <a:lnTo>
                    <a:pt x="58572" y="17953"/>
                  </a:lnTo>
                  <a:lnTo>
                    <a:pt x="59622" y="20260"/>
                  </a:lnTo>
                  <a:lnTo>
                    <a:pt x="63954" y="4724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g925"/>
            <p:cNvSpPr/>
            <p:nvPr/>
          </p:nvSpPr>
          <p:spPr>
            <a:xfrm>
              <a:off x="3818324" y="4736628"/>
              <a:ext cx="96302" cy="167346"/>
            </a:xfrm>
            <a:custGeom>
              <a:avLst/>
              <a:pathLst>
                <a:path w="96302" h="167346">
                  <a:moveTo>
                    <a:pt x="86828" y="159287"/>
                  </a:moveTo>
                  <a:lnTo>
                    <a:pt x="78365" y="167346"/>
                  </a:lnTo>
                  <a:lnTo>
                    <a:pt x="45193" y="154536"/>
                  </a:lnTo>
                  <a:lnTo>
                    <a:pt x="23816" y="142228"/>
                  </a:lnTo>
                  <a:lnTo>
                    <a:pt x="11038" y="122888"/>
                  </a:lnTo>
                  <a:lnTo>
                    <a:pt x="5592" y="104740"/>
                  </a:lnTo>
                  <a:lnTo>
                    <a:pt x="0" y="10249"/>
                  </a:lnTo>
                  <a:lnTo>
                    <a:pt x="9637" y="5271"/>
                  </a:lnTo>
                  <a:lnTo>
                    <a:pt x="19843" y="0"/>
                  </a:lnTo>
                  <a:lnTo>
                    <a:pt x="23754" y="5853"/>
                  </a:lnTo>
                  <a:lnTo>
                    <a:pt x="26723" y="10298"/>
                  </a:lnTo>
                  <a:lnTo>
                    <a:pt x="27244" y="15092"/>
                  </a:lnTo>
                  <a:lnTo>
                    <a:pt x="28283" y="24645"/>
                  </a:lnTo>
                  <a:lnTo>
                    <a:pt x="28935" y="30643"/>
                  </a:lnTo>
                  <a:lnTo>
                    <a:pt x="29069" y="34514"/>
                  </a:lnTo>
                  <a:lnTo>
                    <a:pt x="29406" y="44251"/>
                  </a:lnTo>
                  <a:lnTo>
                    <a:pt x="29732" y="53674"/>
                  </a:lnTo>
                  <a:lnTo>
                    <a:pt x="29918" y="59026"/>
                  </a:lnTo>
                  <a:lnTo>
                    <a:pt x="29829" y="63271"/>
                  </a:lnTo>
                  <a:lnTo>
                    <a:pt x="29629" y="72899"/>
                  </a:lnTo>
                  <a:lnTo>
                    <a:pt x="29426" y="82637"/>
                  </a:lnTo>
                  <a:lnTo>
                    <a:pt x="28643" y="92127"/>
                  </a:lnTo>
                  <a:lnTo>
                    <a:pt x="27706" y="103484"/>
                  </a:lnTo>
                  <a:lnTo>
                    <a:pt x="28136" y="110884"/>
                  </a:lnTo>
                  <a:lnTo>
                    <a:pt x="29159" y="112850"/>
                  </a:lnTo>
                  <a:lnTo>
                    <a:pt x="32129" y="118555"/>
                  </a:lnTo>
                  <a:lnTo>
                    <a:pt x="34462" y="121231"/>
                  </a:lnTo>
                  <a:lnTo>
                    <a:pt x="42203" y="130109"/>
                  </a:lnTo>
                  <a:lnTo>
                    <a:pt x="52622" y="134251"/>
                  </a:lnTo>
                  <a:lnTo>
                    <a:pt x="59895" y="137142"/>
                  </a:lnTo>
                  <a:lnTo>
                    <a:pt x="64882" y="137897"/>
                  </a:lnTo>
                  <a:lnTo>
                    <a:pt x="79798" y="140156"/>
                  </a:lnTo>
                  <a:lnTo>
                    <a:pt x="87907" y="143673"/>
                  </a:lnTo>
                  <a:lnTo>
                    <a:pt x="96302" y="15026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g926"/>
            <p:cNvSpPr/>
            <p:nvPr/>
          </p:nvSpPr>
          <p:spPr>
            <a:xfrm>
              <a:off x="3729413" y="4724879"/>
              <a:ext cx="68564" cy="53000"/>
            </a:xfrm>
            <a:custGeom>
              <a:avLst/>
              <a:pathLst>
                <a:path w="68564" h="53000">
                  <a:moveTo>
                    <a:pt x="42723" y="35035"/>
                  </a:moveTo>
                  <a:lnTo>
                    <a:pt x="13070" y="53000"/>
                  </a:lnTo>
                  <a:lnTo>
                    <a:pt x="6891" y="43177"/>
                  </a:lnTo>
                  <a:lnTo>
                    <a:pt x="0" y="32222"/>
                  </a:lnTo>
                  <a:lnTo>
                    <a:pt x="7801" y="27679"/>
                  </a:lnTo>
                  <a:lnTo>
                    <a:pt x="16756" y="22464"/>
                  </a:lnTo>
                  <a:lnTo>
                    <a:pt x="25871" y="17156"/>
                  </a:lnTo>
                  <a:lnTo>
                    <a:pt x="35494" y="11553"/>
                  </a:lnTo>
                  <a:lnTo>
                    <a:pt x="46879" y="4922"/>
                  </a:lnTo>
                  <a:lnTo>
                    <a:pt x="55333" y="0"/>
                  </a:lnTo>
                  <a:lnTo>
                    <a:pt x="60980" y="8271"/>
                  </a:lnTo>
                  <a:lnTo>
                    <a:pt x="68564" y="1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g927"/>
            <p:cNvSpPr/>
            <p:nvPr/>
          </p:nvSpPr>
          <p:spPr>
            <a:xfrm>
              <a:off x="3700845" y="4703513"/>
              <a:ext cx="54283" cy="49034"/>
            </a:xfrm>
            <a:custGeom>
              <a:avLst/>
              <a:pathLst>
                <a:path w="54283" h="49034">
                  <a:moveTo>
                    <a:pt x="38147" y="38723"/>
                  </a:moveTo>
                  <a:lnTo>
                    <a:pt x="20342" y="49034"/>
                  </a:lnTo>
                  <a:lnTo>
                    <a:pt x="9040" y="31744"/>
                  </a:lnTo>
                  <a:lnTo>
                    <a:pt x="0" y="17915"/>
                  </a:lnTo>
                  <a:lnTo>
                    <a:pt x="5319" y="15286"/>
                  </a:lnTo>
                  <a:lnTo>
                    <a:pt x="12165" y="11902"/>
                  </a:lnTo>
                  <a:lnTo>
                    <a:pt x="21003" y="7533"/>
                  </a:lnTo>
                  <a:lnTo>
                    <a:pt x="30054" y="3059"/>
                  </a:lnTo>
                  <a:lnTo>
                    <a:pt x="36244" y="0"/>
                  </a:lnTo>
                  <a:lnTo>
                    <a:pt x="45122" y="14459"/>
                  </a:lnTo>
                  <a:lnTo>
                    <a:pt x="54283" y="2937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g928"/>
            <p:cNvSpPr/>
            <p:nvPr/>
          </p:nvSpPr>
          <p:spPr>
            <a:xfrm>
              <a:off x="3610640" y="4748462"/>
              <a:ext cx="49129" cy="44828"/>
            </a:xfrm>
            <a:custGeom>
              <a:avLst/>
              <a:pathLst>
                <a:path w="49129" h="44828">
                  <a:moveTo>
                    <a:pt x="9470" y="8983"/>
                  </a:moveTo>
                  <a:lnTo>
                    <a:pt x="17058" y="3790"/>
                  </a:lnTo>
                  <a:lnTo>
                    <a:pt x="22596" y="0"/>
                  </a:lnTo>
                  <a:lnTo>
                    <a:pt x="23403" y="861"/>
                  </a:lnTo>
                  <a:lnTo>
                    <a:pt x="29143" y="5751"/>
                  </a:lnTo>
                  <a:lnTo>
                    <a:pt x="31721" y="7947"/>
                  </a:lnTo>
                  <a:lnTo>
                    <a:pt x="36160" y="13881"/>
                  </a:lnTo>
                  <a:lnTo>
                    <a:pt x="40734" y="19995"/>
                  </a:lnTo>
                  <a:lnTo>
                    <a:pt x="42090" y="22364"/>
                  </a:lnTo>
                  <a:lnTo>
                    <a:pt x="46280" y="29680"/>
                  </a:lnTo>
                  <a:lnTo>
                    <a:pt x="46967" y="32427"/>
                  </a:lnTo>
                  <a:lnTo>
                    <a:pt x="48822" y="39837"/>
                  </a:lnTo>
                  <a:lnTo>
                    <a:pt x="49129" y="44828"/>
                  </a:lnTo>
                  <a:lnTo>
                    <a:pt x="28118" y="42563"/>
                  </a:lnTo>
                  <a:lnTo>
                    <a:pt x="12418" y="40871"/>
                  </a:lnTo>
                  <a:lnTo>
                    <a:pt x="5886" y="27507"/>
                  </a:lnTo>
                  <a:lnTo>
                    <a:pt x="0" y="15464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g929"/>
            <p:cNvSpPr/>
            <p:nvPr/>
          </p:nvSpPr>
          <p:spPr>
            <a:xfrm>
              <a:off x="3819336" y="4692062"/>
              <a:ext cx="98774" cy="106168"/>
            </a:xfrm>
            <a:custGeom>
              <a:avLst/>
              <a:pathLst>
                <a:path w="98774" h="106168">
                  <a:moveTo>
                    <a:pt x="88745" y="101042"/>
                  </a:moveTo>
                  <a:lnTo>
                    <a:pt x="80037" y="101900"/>
                  </a:lnTo>
                  <a:lnTo>
                    <a:pt x="70243" y="102864"/>
                  </a:lnTo>
                  <a:lnTo>
                    <a:pt x="59399" y="103931"/>
                  </a:lnTo>
                  <a:lnTo>
                    <a:pt x="48293" y="105024"/>
                  </a:lnTo>
                  <a:lnTo>
                    <a:pt x="36678" y="106168"/>
                  </a:lnTo>
                  <a:lnTo>
                    <a:pt x="36248" y="98951"/>
                  </a:lnTo>
                  <a:lnTo>
                    <a:pt x="35686" y="89517"/>
                  </a:lnTo>
                  <a:lnTo>
                    <a:pt x="35098" y="79666"/>
                  </a:lnTo>
                  <a:lnTo>
                    <a:pt x="34468" y="69095"/>
                  </a:lnTo>
                  <a:lnTo>
                    <a:pt x="33843" y="58600"/>
                  </a:lnTo>
                  <a:lnTo>
                    <a:pt x="33676" y="55803"/>
                  </a:lnTo>
                  <a:lnTo>
                    <a:pt x="29131" y="48447"/>
                  </a:lnTo>
                  <a:lnTo>
                    <a:pt x="23456" y="39261"/>
                  </a:lnTo>
                  <a:lnTo>
                    <a:pt x="18697" y="31559"/>
                  </a:lnTo>
                  <a:lnTo>
                    <a:pt x="13500" y="23149"/>
                  </a:lnTo>
                  <a:lnTo>
                    <a:pt x="6820" y="12338"/>
                  </a:lnTo>
                  <a:lnTo>
                    <a:pt x="0" y="1298"/>
                  </a:lnTo>
                  <a:lnTo>
                    <a:pt x="6696" y="0"/>
                  </a:lnTo>
                  <a:lnTo>
                    <a:pt x="34573" y="15842"/>
                  </a:lnTo>
                  <a:lnTo>
                    <a:pt x="48358" y="23677"/>
                  </a:lnTo>
                  <a:lnTo>
                    <a:pt x="55934" y="43143"/>
                  </a:lnTo>
                  <a:lnTo>
                    <a:pt x="58665" y="79966"/>
                  </a:lnTo>
                  <a:lnTo>
                    <a:pt x="77022" y="78672"/>
                  </a:lnTo>
                  <a:lnTo>
                    <a:pt x="97341" y="77240"/>
                  </a:lnTo>
                  <a:lnTo>
                    <a:pt x="98101" y="89347"/>
                  </a:lnTo>
                  <a:lnTo>
                    <a:pt x="98774" y="10005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g930"/>
            <p:cNvSpPr/>
            <p:nvPr/>
          </p:nvSpPr>
          <p:spPr>
            <a:xfrm>
              <a:off x="3793576" y="4632546"/>
              <a:ext cx="32502" cy="54021"/>
            </a:xfrm>
            <a:custGeom>
              <a:avLst/>
              <a:pathLst>
                <a:path w="32502" h="54021">
                  <a:moveTo>
                    <a:pt x="25522" y="51163"/>
                  </a:moveTo>
                  <a:lnTo>
                    <a:pt x="17367" y="54021"/>
                  </a:lnTo>
                  <a:lnTo>
                    <a:pt x="14206" y="44876"/>
                  </a:lnTo>
                  <a:lnTo>
                    <a:pt x="10501" y="34158"/>
                  </a:lnTo>
                  <a:lnTo>
                    <a:pt x="7175" y="24536"/>
                  </a:lnTo>
                  <a:lnTo>
                    <a:pt x="4074" y="15565"/>
                  </a:lnTo>
                  <a:lnTo>
                    <a:pt x="0" y="3778"/>
                  </a:lnTo>
                  <a:lnTo>
                    <a:pt x="4470" y="2760"/>
                  </a:lnTo>
                  <a:lnTo>
                    <a:pt x="9109" y="1704"/>
                  </a:lnTo>
                  <a:lnTo>
                    <a:pt x="14009" y="588"/>
                  </a:lnTo>
                  <a:lnTo>
                    <a:pt x="16594" y="0"/>
                  </a:lnTo>
                  <a:lnTo>
                    <a:pt x="23492" y="21122"/>
                  </a:lnTo>
                  <a:lnTo>
                    <a:pt x="32502" y="4871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g931"/>
            <p:cNvSpPr/>
            <p:nvPr/>
          </p:nvSpPr>
          <p:spPr>
            <a:xfrm>
              <a:off x="3816659" y="4618047"/>
              <a:ext cx="47208" cy="57375"/>
            </a:xfrm>
            <a:custGeom>
              <a:avLst/>
              <a:pathLst>
                <a:path w="47208" h="57375">
                  <a:moveTo>
                    <a:pt x="11600" y="41023"/>
                  </a:moveTo>
                  <a:lnTo>
                    <a:pt x="0" y="10468"/>
                  </a:lnTo>
                  <a:lnTo>
                    <a:pt x="14703" y="5262"/>
                  </a:lnTo>
                  <a:lnTo>
                    <a:pt x="29567" y="0"/>
                  </a:lnTo>
                  <a:lnTo>
                    <a:pt x="37019" y="19442"/>
                  </a:lnTo>
                  <a:lnTo>
                    <a:pt x="46644" y="44552"/>
                  </a:lnTo>
                  <a:lnTo>
                    <a:pt x="47208" y="45985"/>
                  </a:lnTo>
                  <a:lnTo>
                    <a:pt x="43003" y="47973"/>
                  </a:lnTo>
                  <a:lnTo>
                    <a:pt x="34920" y="51796"/>
                  </a:lnTo>
                  <a:lnTo>
                    <a:pt x="28419" y="54871"/>
                  </a:lnTo>
                  <a:lnTo>
                    <a:pt x="23124" y="57375"/>
                  </a:lnTo>
                  <a:lnTo>
                    <a:pt x="15975" y="525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g932"/>
            <p:cNvSpPr/>
            <p:nvPr/>
          </p:nvSpPr>
          <p:spPr>
            <a:xfrm>
              <a:off x="3796694" y="4560415"/>
              <a:ext cx="54632" cy="56990"/>
            </a:xfrm>
            <a:custGeom>
              <a:avLst/>
              <a:pathLst>
                <a:path w="54632" h="56990">
                  <a:moveTo>
                    <a:pt x="41220" y="50105"/>
                  </a:moveTo>
                  <a:lnTo>
                    <a:pt x="28141" y="54046"/>
                  </a:lnTo>
                  <a:lnTo>
                    <a:pt x="18373" y="56990"/>
                  </a:lnTo>
                  <a:lnTo>
                    <a:pt x="8640" y="36132"/>
                  </a:lnTo>
                  <a:lnTo>
                    <a:pt x="0" y="17615"/>
                  </a:lnTo>
                  <a:lnTo>
                    <a:pt x="11246" y="11892"/>
                  </a:lnTo>
                  <a:lnTo>
                    <a:pt x="20100" y="7385"/>
                  </a:lnTo>
                  <a:lnTo>
                    <a:pt x="34613" y="0"/>
                  </a:lnTo>
                  <a:lnTo>
                    <a:pt x="42177" y="17406"/>
                  </a:lnTo>
                  <a:lnTo>
                    <a:pt x="54632" y="4606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g933"/>
            <p:cNvSpPr/>
            <p:nvPr/>
          </p:nvSpPr>
          <p:spPr>
            <a:xfrm>
              <a:off x="3759428" y="4552026"/>
              <a:ext cx="52615" cy="76334"/>
            </a:xfrm>
            <a:custGeom>
              <a:avLst/>
              <a:pathLst>
                <a:path w="52615" h="76334">
                  <a:moveTo>
                    <a:pt x="30314" y="71296"/>
                  </a:moveTo>
                  <a:lnTo>
                    <a:pt x="28532" y="62757"/>
                  </a:lnTo>
                  <a:lnTo>
                    <a:pt x="28130" y="60829"/>
                  </a:lnTo>
                  <a:lnTo>
                    <a:pt x="25322" y="54496"/>
                  </a:lnTo>
                  <a:lnTo>
                    <a:pt x="21832" y="46626"/>
                  </a:lnTo>
                  <a:lnTo>
                    <a:pt x="20602" y="43853"/>
                  </a:lnTo>
                  <a:lnTo>
                    <a:pt x="17681" y="39124"/>
                  </a:lnTo>
                  <a:lnTo>
                    <a:pt x="13671" y="32633"/>
                  </a:lnTo>
                  <a:lnTo>
                    <a:pt x="12666" y="31005"/>
                  </a:lnTo>
                  <a:lnTo>
                    <a:pt x="8855" y="25766"/>
                  </a:lnTo>
                  <a:lnTo>
                    <a:pt x="3995" y="19086"/>
                  </a:lnTo>
                  <a:lnTo>
                    <a:pt x="0" y="13594"/>
                  </a:lnTo>
                  <a:lnTo>
                    <a:pt x="7654" y="6719"/>
                  </a:lnTo>
                  <a:lnTo>
                    <a:pt x="15137" y="0"/>
                  </a:lnTo>
                  <a:lnTo>
                    <a:pt x="29338" y="20225"/>
                  </a:lnTo>
                  <a:lnTo>
                    <a:pt x="36075" y="31919"/>
                  </a:lnTo>
                  <a:lnTo>
                    <a:pt x="46198" y="49491"/>
                  </a:lnTo>
                  <a:lnTo>
                    <a:pt x="52615" y="69726"/>
                  </a:lnTo>
                  <a:lnTo>
                    <a:pt x="42434" y="72892"/>
                  </a:lnTo>
                  <a:lnTo>
                    <a:pt x="31364" y="76334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g934"/>
            <p:cNvSpPr/>
            <p:nvPr/>
          </p:nvSpPr>
          <p:spPr>
            <a:xfrm>
              <a:off x="3636215" y="4547235"/>
              <a:ext cx="199039" cy="193807"/>
            </a:xfrm>
            <a:custGeom>
              <a:avLst/>
              <a:pathLst>
                <a:path w="199039" h="193807">
                  <a:moveTo>
                    <a:pt x="53330" y="2215"/>
                  </a:moveTo>
                  <a:lnTo>
                    <a:pt x="55669" y="1622"/>
                  </a:lnTo>
                  <a:lnTo>
                    <a:pt x="62067" y="0"/>
                  </a:lnTo>
                  <a:lnTo>
                    <a:pt x="65340" y="0"/>
                  </a:lnTo>
                  <a:lnTo>
                    <a:pt x="73534" y="0"/>
                  </a:lnTo>
                  <a:lnTo>
                    <a:pt x="83976" y="2930"/>
                  </a:lnTo>
                  <a:lnTo>
                    <a:pt x="94419" y="6070"/>
                  </a:lnTo>
                  <a:lnTo>
                    <a:pt x="103634" y="11512"/>
                  </a:lnTo>
                  <a:lnTo>
                    <a:pt x="108958" y="16954"/>
                  </a:lnTo>
                  <a:lnTo>
                    <a:pt x="110986" y="19088"/>
                  </a:lnTo>
                  <a:lnTo>
                    <a:pt x="115920" y="24280"/>
                  </a:lnTo>
                  <a:lnTo>
                    <a:pt x="117884" y="26678"/>
                  </a:lnTo>
                  <a:lnTo>
                    <a:pt x="123291" y="33280"/>
                  </a:lnTo>
                  <a:lnTo>
                    <a:pt x="124968" y="36038"/>
                  </a:lnTo>
                  <a:lnTo>
                    <a:pt x="128001" y="41025"/>
                  </a:lnTo>
                  <a:lnTo>
                    <a:pt x="131667" y="46316"/>
                  </a:lnTo>
                  <a:lnTo>
                    <a:pt x="134963" y="51072"/>
                  </a:lnTo>
                  <a:lnTo>
                    <a:pt x="137210" y="55456"/>
                  </a:lnTo>
                  <a:lnTo>
                    <a:pt x="142476" y="65734"/>
                  </a:lnTo>
                  <a:lnTo>
                    <a:pt x="146468" y="77495"/>
                  </a:lnTo>
                  <a:lnTo>
                    <a:pt x="149896" y="87593"/>
                  </a:lnTo>
                  <a:lnTo>
                    <a:pt x="152885" y="96400"/>
                  </a:lnTo>
                  <a:lnTo>
                    <a:pt x="156588" y="107309"/>
                  </a:lnTo>
                  <a:lnTo>
                    <a:pt x="158330" y="112916"/>
                  </a:lnTo>
                  <a:lnTo>
                    <a:pt x="162629" y="126754"/>
                  </a:lnTo>
                  <a:lnTo>
                    <a:pt x="166912" y="140538"/>
                  </a:lnTo>
                  <a:lnTo>
                    <a:pt x="199039" y="185296"/>
                  </a:lnTo>
                  <a:lnTo>
                    <a:pt x="191464" y="189011"/>
                  </a:lnTo>
                  <a:lnTo>
                    <a:pt x="181685" y="193807"/>
                  </a:lnTo>
                  <a:lnTo>
                    <a:pt x="153970" y="150690"/>
                  </a:lnTo>
                  <a:lnTo>
                    <a:pt x="120673" y="65827"/>
                  </a:lnTo>
                  <a:lnTo>
                    <a:pt x="101220" y="33802"/>
                  </a:lnTo>
                  <a:lnTo>
                    <a:pt x="93030" y="26057"/>
                  </a:lnTo>
                  <a:lnTo>
                    <a:pt x="82792" y="21452"/>
                  </a:lnTo>
                  <a:lnTo>
                    <a:pt x="72349" y="22080"/>
                  </a:lnTo>
                  <a:lnTo>
                    <a:pt x="63339" y="23755"/>
                  </a:lnTo>
                  <a:lnTo>
                    <a:pt x="54561" y="26566"/>
                  </a:lnTo>
                  <a:lnTo>
                    <a:pt x="48801" y="32964"/>
                  </a:lnTo>
                  <a:lnTo>
                    <a:pt x="44705" y="38825"/>
                  </a:lnTo>
                  <a:lnTo>
                    <a:pt x="43272" y="49709"/>
                  </a:lnTo>
                  <a:lnTo>
                    <a:pt x="43054" y="77869"/>
                  </a:lnTo>
                  <a:lnTo>
                    <a:pt x="41511" y="92158"/>
                  </a:lnTo>
                  <a:lnTo>
                    <a:pt x="34958" y="108066"/>
                  </a:lnTo>
                  <a:lnTo>
                    <a:pt x="27205" y="120032"/>
                  </a:lnTo>
                  <a:lnTo>
                    <a:pt x="20612" y="129663"/>
                  </a:lnTo>
                  <a:lnTo>
                    <a:pt x="15042" y="137147"/>
                  </a:lnTo>
                  <a:lnTo>
                    <a:pt x="8434" y="143753"/>
                  </a:lnTo>
                  <a:lnTo>
                    <a:pt x="4305" y="140674"/>
                  </a:lnTo>
                  <a:lnTo>
                    <a:pt x="0" y="137464"/>
                  </a:lnTo>
                  <a:lnTo>
                    <a:pt x="5260" y="128837"/>
                  </a:lnTo>
                  <a:lnTo>
                    <a:pt x="7334" y="125843"/>
                  </a:lnTo>
                  <a:lnTo>
                    <a:pt x="13614" y="116781"/>
                  </a:lnTo>
                  <a:lnTo>
                    <a:pt x="16440" y="111967"/>
                  </a:lnTo>
                  <a:lnTo>
                    <a:pt x="20494" y="105059"/>
                  </a:lnTo>
                  <a:lnTo>
                    <a:pt x="22536" y="98235"/>
                  </a:lnTo>
                  <a:lnTo>
                    <a:pt x="24753" y="90826"/>
                  </a:lnTo>
                  <a:lnTo>
                    <a:pt x="25965" y="86946"/>
                  </a:lnTo>
                  <a:lnTo>
                    <a:pt x="28521" y="78769"/>
                  </a:lnTo>
                  <a:lnTo>
                    <a:pt x="28318" y="73698"/>
                  </a:lnTo>
                  <a:lnTo>
                    <a:pt x="28020" y="66262"/>
                  </a:lnTo>
                  <a:lnTo>
                    <a:pt x="28003" y="63268"/>
                  </a:lnTo>
                  <a:lnTo>
                    <a:pt x="27939" y="52031"/>
                  </a:lnTo>
                  <a:lnTo>
                    <a:pt x="29959" y="41072"/>
                  </a:lnTo>
                  <a:lnTo>
                    <a:pt x="30601" y="37589"/>
                  </a:lnTo>
                  <a:lnTo>
                    <a:pt x="32769" y="30646"/>
                  </a:lnTo>
                  <a:lnTo>
                    <a:pt x="33673" y="27751"/>
                  </a:lnTo>
                  <a:lnTo>
                    <a:pt x="38382" y="19169"/>
                  </a:lnTo>
                  <a:lnTo>
                    <a:pt x="46163" y="828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g935"/>
            <p:cNvSpPr/>
            <p:nvPr/>
          </p:nvSpPr>
          <p:spPr>
            <a:xfrm>
              <a:off x="3776217" y="4522367"/>
              <a:ext cx="55519" cy="50016"/>
            </a:xfrm>
            <a:custGeom>
              <a:avLst/>
              <a:pathLst>
                <a:path w="55519" h="50016">
                  <a:moveTo>
                    <a:pt x="38129" y="38425"/>
                  </a:moveTo>
                  <a:lnTo>
                    <a:pt x="16950" y="50016"/>
                  </a:lnTo>
                  <a:lnTo>
                    <a:pt x="8433" y="38340"/>
                  </a:lnTo>
                  <a:lnTo>
                    <a:pt x="0" y="26778"/>
                  </a:lnTo>
                  <a:lnTo>
                    <a:pt x="10992" y="18230"/>
                  </a:lnTo>
                  <a:lnTo>
                    <a:pt x="19670" y="11483"/>
                  </a:lnTo>
                  <a:lnTo>
                    <a:pt x="28040" y="4974"/>
                  </a:lnTo>
                  <a:lnTo>
                    <a:pt x="34438" y="0"/>
                  </a:lnTo>
                  <a:lnTo>
                    <a:pt x="44103" y="13253"/>
                  </a:lnTo>
                  <a:lnTo>
                    <a:pt x="55519" y="2890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g936"/>
            <p:cNvSpPr/>
            <p:nvPr/>
          </p:nvSpPr>
          <p:spPr>
            <a:xfrm>
              <a:off x="3614923" y="4529633"/>
              <a:ext cx="85716" cy="161650"/>
            </a:xfrm>
            <a:custGeom>
              <a:avLst/>
              <a:pathLst>
                <a:path w="85716" h="161650">
                  <a:moveTo>
                    <a:pt x="12365" y="161650"/>
                  </a:moveTo>
                  <a:lnTo>
                    <a:pt x="6370" y="159053"/>
                  </a:lnTo>
                  <a:lnTo>
                    <a:pt x="0" y="156292"/>
                  </a:lnTo>
                  <a:lnTo>
                    <a:pt x="9340" y="136165"/>
                  </a:lnTo>
                  <a:lnTo>
                    <a:pt x="27109" y="113184"/>
                  </a:lnTo>
                  <a:lnTo>
                    <a:pt x="30548" y="99744"/>
                  </a:lnTo>
                  <a:lnTo>
                    <a:pt x="19716" y="82832"/>
                  </a:lnTo>
                  <a:lnTo>
                    <a:pt x="16497" y="65140"/>
                  </a:lnTo>
                  <a:lnTo>
                    <a:pt x="30275" y="29850"/>
                  </a:lnTo>
                  <a:lnTo>
                    <a:pt x="45052" y="9419"/>
                  </a:lnTo>
                  <a:lnTo>
                    <a:pt x="60931" y="5086"/>
                  </a:lnTo>
                  <a:lnTo>
                    <a:pt x="79575" y="0"/>
                  </a:lnTo>
                  <a:lnTo>
                    <a:pt x="82940" y="5624"/>
                  </a:lnTo>
                  <a:lnTo>
                    <a:pt x="85716" y="10264"/>
                  </a:lnTo>
                  <a:lnTo>
                    <a:pt x="73629" y="15319"/>
                  </a:lnTo>
                  <a:lnTo>
                    <a:pt x="63539" y="19539"/>
                  </a:lnTo>
                  <a:lnTo>
                    <a:pt x="59211" y="26741"/>
                  </a:lnTo>
                  <a:lnTo>
                    <a:pt x="53502" y="36239"/>
                  </a:lnTo>
                  <a:lnTo>
                    <a:pt x="51156" y="41112"/>
                  </a:lnTo>
                  <a:lnTo>
                    <a:pt x="46889" y="49972"/>
                  </a:lnTo>
                  <a:lnTo>
                    <a:pt x="45632" y="59624"/>
                  </a:lnTo>
                  <a:lnTo>
                    <a:pt x="45189" y="63024"/>
                  </a:lnTo>
                  <a:lnTo>
                    <a:pt x="44440" y="78606"/>
                  </a:lnTo>
                  <a:lnTo>
                    <a:pt x="45054" y="94514"/>
                  </a:lnTo>
                  <a:lnTo>
                    <a:pt x="43479" y="100063"/>
                  </a:lnTo>
                  <a:lnTo>
                    <a:pt x="40468" y="110673"/>
                  </a:lnTo>
                  <a:lnTo>
                    <a:pt x="36536" y="119715"/>
                  </a:lnTo>
                  <a:lnTo>
                    <a:pt x="24190" y="140081"/>
                  </a:lnTo>
                  <a:lnTo>
                    <a:pt x="18309" y="14978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g937"/>
            <p:cNvSpPr/>
            <p:nvPr/>
          </p:nvSpPr>
          <p:spPr>
            <a:xfrm>
              <a:off x="3607288" y="4274478"/>
              <a:ext cx="189328" cy="288715"/>
            </a:xfrm>
            <a:custGeom>
              <a:avLst/>
              <a:pathLst>
                <a:path w="189328" h="288715">
                  <a:moveTo>
                    <a:pt x="67175" y="118428"/>
                  </a:moveTo>
                  <a:lnTo>
                    <a:pt x="76937" y="135708"/>
                  </a:lnTo>
                  <a:lnTo>
                    <a:pt x="107847" y="227845"/>
                  </a:lnTo>
                  <a:lnTo>
                    <a:pt x="115090" y="244054"/>
                  </a:lnTo>
                  <a:lnTo>
                    <a:pt x="131210" y="256938"/>
                  </a:lnTo>
                  <a:lnTo>
                    <a:pt x="144872" y="240423"/>
                  </a:lnTo>
                  <a:lnTo>
                    <a:pt x="160243" y="221843"/>
                  </a:lnTo>
                  <a:lnTo>
                    <a:pt x="176631" y="236765"/>
                  </a:lnTo>
                  <a:lnTo>
                    <a:pt x="189328" y="248327"/>
                  </a:lnTo>
                  <a:lnTo>
                    <a:pt x="180508" y="256853"/>
                  </a:lnTo>
                  <a:lnTo>
                    <a:pt x="167663" y="269271"/>
                  </a:lnTo>
                  <a:lnTo>
                    <a:pt x="156312" y="280243"/>
                  </a:lnTo>
                  <a:lnTo>
                    <a:pt x="147549" y="288715"/>
                  </a:lnTo>
                  <a:lnTo>
                    <a:pt x="128257" y="273768"/>
                  </a:lnTo>
                  <a:lnTo>
                    <a:pt x="111579" y="267588"/>
                  </a:lnTo>
                  <a:lnTo>
                    <a:pt x="107115" y="264778"/>
                  </a:lnTo>
                  <a:lnTo>
                    <a:pt x="102975" y="262171"/>
                  </a:lnTo>
                  <a:lnTo>
                    <a:pt x="96627" y="253589"/>
                  </a:lnTo>
                  <a:lnTo>
                    <a:pt x="95209" y="249240"/>
                  </a:lnTo>
                  <a:lnTo>
                    <a:pt x="90664" y="235303"/>
                  </a:lnTo>
                  <a:lnTo>
                    <a:pt x="89866" y="232858"/>
                  </a:lnTo>
                  <a:lnTo>
                    <a:pt x="85467" y="221112"/>
                  </a:lnTo>
                  <a:lnTo>
                    <a:pt x="80444" y="207699"/>
                  </a:lnTo>
                  <a:lnTo>
                    <a:pt x="75849" y="195429"/>
                  </a:lnTo>
                  <a:lnTo>
                    <a:pt x="71629" y="184161"/>
                  </a:lnTo>
                  <a:lnTo>
                    <a:pt x="67979" y="174414"/>
                  </a:lnTo>
                  <a:lnTo>
                    <a:pt x="63516" y="164090"/>
                  </a:lnTo>
                  <a:lnTo>
                    <a:pt x="60763" y="157723"/>
                  </a:lnTo>
                  <a:lnTo>
                    <a:pt x="60158" y="154075"/>
                  </a:lnTo>
                  <a:lnTo>
                    <a:pt x="58450" y="143772"/>
                  </a:lnTo>
                  <a:lnTo>
                    <a:pt x="54683" y="132222"/>
                  </a:lnTo>
                  <a:lnTo>
                    <a:pt x="53699" y="129204"/>
                  </a:lnTo>
                  <a:lnTo>
                    <a:pt x="48793" y="121873"/>
                  </a:lnTo>
                  <a:lnTo>
                    <a:pt x="45488" y="116935"/>
                  </a:lnTo>
                  <a:lnTo>
                    <a:pt x="43271" y="113809"/>
                  </a:lnTo>
                  <a:lnTo>
                    <a:pt x="36985" y="104946"/>
                  </a:lnTo>
                  <a:lnTo>
                    <a:pt x="33611" y="100190"/>
                  </a:lnTo>
                  <a:lnTo>
                    <a:pt x="30409" y="95299"/>
                  </a:lnTo>
                  <a:lnTo>
                    <a:pt x="23024" y="84016"/>
                  </a:lnTo>
                  <a:lnTo>
                    <a:pt x="16493" y="74039"/>
                  </a:lnTo>
                  <a:lnTo>
                    <a:pt x="9809" y="58923"/>
                  </a:lnTo>
                  <a:lnTo>
                    <a:pt x="7167" y="52948"/>
                  </a:lnTo>
                  <a:lnTo>
                    <a:pt x="4196" y="44373"/>
                  </a:lnTo>
                  <a:lnTo>
                    <a:pt x="1720" y="37224"/>
                  </a:lnTo>
                  <a:lnTo>
                    <a:pt x="1025" y="32307"/>
                  </a:lnTo>
                  <a:lnTo>
                    <a:pt x="0" y="25042"/>
                  </a:lnTo>
                  <a:lnTo>
                    <a:pt x="245" y="14493"/>
                  </a:lnTo>
                  <a:lnTo>
                    <a:pt x="216" y="3549"/>
                  </a:lnTo>
                  <a:lnTo>
                    <a:pt x="6095" y="1959"/>
                  </a:lnTo>
                  <a:lnTo>
                    <a:pt x="13344" y="0"/>
                  </a:lnTo>
                  <a:lnTo>
                    <a:pt x="14005" y="21551"/>
                  </a:lnTo>
                  <a:lnTo>
                    <a:pt x="22196" y="49327"/>
                  </a:lnTo>
                  <a:lnTo>
                    <a:pt x="56958" y="10034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g938"/>
            <p:cNvSpPr/>
            <p:nvPr/>
          </p:nvSpPr>
          <p:spPr>
            <a:xfrm>
              <a:off x="3570653" y="4290680"/>
              <a:ext cx="120919" cy="235777"/>
            </a:xfrm>
            <a:custGeom>
              <a:avLst/>
              <a:pathLst>
                <a:path w="120919" h="235777">
                  <a:moveTo>
                    <a:pt x="109504" y="231382"/>
                  </a:moveTo>
                  <a:lnTo>
                    <a:pt x="92691" y="235777"/>
                  </a:lnTo>
                  <a:lnTo>
                    <a:pt x="91522" y="223989"/>
                  </a:lnTo>
                  <a:lnTo>
                    <a:pt x="98856" y="215197"/>
                  </a:lnTo>
                  <a:lnTo>
                    <a:pt x="97926" y="206052"/>
                  </a:lnTo>
                  <a:lnTo>
                    <a:pt x="65734" y="123695"/>
                  </a:lnTo>
                  <a:lnTo>
                    <a:pt x="50233" y="114831"/>
                  </a:lnTo>
                  <a:lnTo>
                    <a:pt x="47332" y="109874"/>
                  </a:lnTo>
                  <a:lnTo>
                    <a:pt x="31388" y="82635"/>
                  </a:lnTo>
                  <a:lnTo>
                    <a:pt x="10127" y="43071"/>
                  </a:lnTo>
                  <a:lnTo>
                    <a:pt x="0" y="9357"/>
                  </a:lnTo>
                  <a:lnTo>
                    <a:pt x="9401" y="5196"/>
                  </a:lnTo>
                  <a:lnTo>
                    <a:pt x="21141" y="0"/>
                  </a:lnTo>
                  <a:lnTo>
                    <a:pt x="23461" y="5586"/>
                  </a:lnTo>
                  <a:lnTo>
                    <a:pt x="27673" y="15727"/>
                  </a:lnTo>
                  <a:lnTo>
                    <a:pt x="31618" y="25227"/>
                  </a:lnTo>
                  <a:lnTo>
                    <a:pt x="35483" y="34536"/>
                  </a:lnTo>
                  <a:lnTo>
                    <a:pt x="38833" y="42602"/>
                  </a:lnTo>
                  <a:lnTo>
                    <a:pt x="42506" y="49681"/>
                  </a:lnTo>
                  <a:lnTo>
                    <a:pt x="46433" y="57250"/>
                  </a:lnTo>
                  <a:lnTo>
                    <a:pt x="50598" y="65278"/>
                  </a:lnTo>
                  <a:lnTo>
                    <a:pt x="52857" y="69631"/>
                  </a:lnTo>
                  <a:lnTo>
                    <a:pt x="55820" y="74113"/>
                  </a:lnTo>
                  <a:lnTo>
                    <a:pt x="61274" y="82364"/>
                  </a:lnTo>
                  <a:lnTo>
                    <a:pt x="66437" y="90173"/>
                  </a:lnTo>
                  <a:lnTo>
                    <a:pt x="71399" y="97680"/>
                  </a:lnTo>
                  <a:lnTo>
                    <a:pt x="75966" y="104589"/>
                  </a:lnTo>
                  <a:lnTo>
                    <a:pt x="80685" y="111727"/>
                  </a:lnTo>
                  <a:lnTo>
                    <a:pt x="82534" y="114524"/>
                  </a:lnTo>
                  <a:lnTo>
                    <a:pt x="84805" y="119237"/>
                  </a:lnTo>
                  <a:lnTo>
                    <a:pt x="86239" y="122212"/>
                  </a:lnTo>
                  <a:lnTo>
                    <a:pt x="87270" y="126207"/>
                  </a:lnTo>
                  <a:lnTo>
                    <a:pt x="89504" y="134864"/>
                  </a:lnTo>
                  <a:lnTo>
                    <a:pt x="91244" y="141609"/>
                  </a:lnTo>
                  <a:lnTo>
                    <a:pt x="93527" y="148100"/>
                  </a:lnTo>
                  <a:lnTo>
                    <a:pt x="95659" y="154163"/>
                  </a:lnTo>
                  <a:lnTo>
                    <a:pt x="98326" y="161748"/>
                  </a:lnTo>
                  <a:lnTo>
                    <a:pt x="101293" y="170185"/>
                  </a:lnTo>
                  <a:lnTo>
                    <a:pt x="102187" y="172726"/>
                  </a:lnTo>
                  <a:lnTo>
                    <a:pt x="104352" y="178465"/>
                  </a:lnTo>
                  <a:lnTo>
                    <a:pt x="107295" y="186270"/>
                  </a:lnTo>
                  <a:lnTo>
                    <a:pt x="110306" y="194252"/>
                  </a:lnTo>
                  <a:lnTo>
                    <a:pt x="113262" y="202090"/>
                  </a:lnTo>
                  <a:lnTo>
                    <a:pt x="116439" y="210515"/>
                  </a:lnTo>
                  <a:lnTo>
                    <a:pt x="117780" y="214069"/>
                  </a:lnTo>
                  <a:lnTo>
                    <a:pt x="119027" y="219761"/>
                  </a:lnTo>
                  <a:lnTo>
                    <a:pt x="120919" y="22839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g939"/>
            <p:cNvSpPr/>
            <p:nvPr/>
          </p:nvSpPr>
          <p:spPr>
            <a:xfrm>
              <a:off x="3927607" y="4733641"/>
              <a:ext cx="409529" cy="493731"/>
            </a:xfrm>
            <a:custGeom>
              <a:avLst/>
              <a:pathLst>
                <a:path w="409529" h="493731">
                  <a:moveTo>
                    <a:pt x="358006" y="384522"/>
                  </a:moveTo>
                  <a:lnTo>
                    <a:pt x="359275" y="387693"/>
                  </a:lnTo>
                  <a:lnTo>
                    <a:pt x="361175" y="390230"/>
                  </a:lnTo>
                  <a:lnTo>
                    <a:pt x="363075" y="392769"/>
                  </a:lnTo>
                  <a:lnTo>
                    <a:pt x="364351" y="397218"/>
                  </a:lnTo>
                  <a:lnTo>
                    <a:pt x="366251" y="399124"/>
                  </a:lnTo>
                  <a:lnTo>
                    <a:pt x="367523" y="401668"/>
                  </a:lnTo>
                  <a:lnTo>
                    <a:pt x="368800" y="405488"/>
                  </a:lnTo>
                  <a:lnTo>
                    <a:pt x="370073" y="408036"/>
                  </a:lnTo>
                  <a:lnTo>
                    <a:pt x="370715" y="410587"/>
                  </a:lnTo>
                  <a:lnTo>
                    <a:pt x="371990" y="413137"/>
                  </a:lnTo>
                  <a:lnTo>
                    <a:pt x="372635" y="416330"/>
                  </a:lnTo>
                  <a:lnTo>
                    <a:pt x="373913" y="419524"/>
                  </a:lnTo>
                  <a:lnTo>
                    <a:pt x="409529" y="492166"/>
                  </a:lnTo>
                  <a:lnTo>
                    <a:pt x="408701" y="493731"/>
                  </a:lnTo>
                  <a:lnTo>
                    <a:pt x="392038" y="475759"/>
                  </a:lnTo>
                  <a:lnTo>
                    <a:pt x="362550" y="452687"/>
                  </a:lnTo>
                  <a:lnTo>
                    <a:pt x="360038" y="450300"/>
                  </a:lnTo>
                  <a:lnTo>
                    <a:pt x="358777" y="448458"/>
                  </a:lnTo>
                  <a:lnTo>
                    <a:pt x="356866" y="446531"/>
                  </a:lnTo>
                  <a:lnTo>
                    <a:pt x="353681" y="443321"/>
                  </a:lnTo>
                  <a:lnTo>
                    <a:pt x="351770" y="440109"/>
                  </a:lnTo>
                  <a:lnTo>
                    <a:pt x="351131" y="437539"/>
                  </a:lnTo>
                  <a:lnTo>
                    <a:pt x="349222" y="434974"/>
                  </a:lnTo>
                  <a:lnTo>
                    <a:pt x="348585" y="433048"/>
                  </a:lnTo>
                  <a:lnTo>
                    <a:pt x="346678" y="429844"/>
                  </a:lnTo>
                  <a:lnTo>
                    <a:pt x="344771" y="427283"/>
                  </a:lnTo>
                  <a:lnTo>
                    <a:pt x="342867" y="425364"/>
                  </a:lnTo>
                  <a:lnTo>
                    <a:pt x="340328" y="423447"/>
                  </a:lnTo>
                  <a:lnTo>
                    <a:pt x="338882" y="421318"/>
                  </a:lnTo>
                  <a:lnTo>
                    <a:pt x="338665" y="421100"/>
                  </a:lnTo>
                  <a:lnTo>
                    <a:pt x="337798" y="420445"/>
                  </a:lnTo>
                  <a:lnTo>
                    <a:pt x="336931" y="419790"/>
                  </a:lnTo>
                  <a:lnTo>
                    <a:pt x="335848" y="419136"/>
                  </a:lnTo>
                  <a:lnTo>
                    <a:pt x="334766" y="418483"/>
                  </a:lnTo>
                  <a:lnTo>
                    <a:pt x="334118" y="418266"/>
                  </a:lnTo>
                  <a:lnTo>
                    <a:pt x="332604" y="417395"/>
                  </a:lnTo>
                  <a:lnTo>
                    <a:pt x="331091" y="416744"/>
                  </a:lnTo>
                  <a:lnTo>
                    <a:pt x="330226" y="416090"/>
                  </a:lnTo>
                  <a:lnTo>
                    <a:pt x="329362" y="415655"/>
                  </a:lnTo>
                  <a:lnTo>
                    <a:pt x="328498" y="415221"/>
                  </a:lnTo>
                  <a:lnTo>
                    <a:pt x="327417" y="414568"/>
                  </a:lnTo>
                  <a:lnTo>
                    <a:pt x="326769" y="413914"/>
                  </a:lnTo>
                  <a:lnTo>
                    <a:pt x="325905" y="413262"/>
                  </a:lnTo>
                  <a:lnTo>
                    <a:pt x="324609" y="412610"/>
                  </a:lnTo>
                  <a:lnTo>
                    <a:pt x="324177" y="412175"/>
                  </a:lnTo>
                  <a:lnTo>
                    <a:pt x="323314" y="411523"/>
                  </a:lnTo>
                  <a:lnTo>
                    <a:pt x="322667" y="410870"/>
                  </a:lnTo>
                  <a:lnTo>
                    <a:pt x="321373" y="410220"/>
                  </a:lnTo>
                  <a:lnTo>
                    <a:pt x="320079" y="409351"/>
                  </a:lnTo>
                  <a:lnTo>
                    <a:pt x="319432" y="408917"/>
                  </a:lnTo>
                  <a:lnTo>
                    <a:pt x="317924" y="408050"/>
                  </a:lnTo>
                  <a:lnTo>
                    <a:pt x="317278" y="407398"/>
                  </a:lnTo>
                  <a:lnTo>
                    <a:pt x="316632" y="406747"/>
                  </a:lnTo>
                  <a:lnTo>
                    <a:pt x="315340" y="405880"/>
                  </a:lnTo>
                  <a:lnTo>
                    <a:pt x="315125" y="405662"/>
                  </a:lnTo>
                  <a:lnTo>
                    <a:pt x="314265" y="404795"/>
                  </a:lnTo>
                  <a:lnTo>
                    <a:pt x="313835" y="404361"/>
                  </a:lnTo>
                  <a:lnTo>
                    <a:pt x="312761" y="403277"/>
                  </a:lnTo>
                  <a:lnTo>
                    <a:pt x="312332" y="402410"/>
                  </a:lnTo>
                  <a:lnTo>
                    <a:pt x="311903" y="401977"/>
                  </a:lnTo>
                  <a:lnTo>
                    <a:pt x="311476" y="400893"/>
                  </a:lnTo>
                  <a:lnTo>
                    <a:pt x="310832" y="400244"/>
                  </a:lnTo>
                  <a:lnTo>
                    <a:pt x="310190" y="399162"/>
                  </a:lnTo>
                  <a:lnTo>
                    <a:pt x="309764" y="398080"/>
                  </a:lnTo>
                  <a:lnTo>
                    <a:pt x="309337" y="397216"/>
                  </a:lnTo>
                  <a:lnTo>
                    <a:pt x="308911" y="396135"/>
                  </a:lnTo>
                  <a:lnTo>
                    <a:pt x="308267" y="395490"/>
                  </a:lnTo>
                  <a:lnTo>
                    <a:pt x="307827" y="394647"/>
                  </a:lnTo>
                  <a:lnTo>
                    <a:pt x="307385" y="393803"/>
                  </a:lnTo>
                  <a:lnTo>
                    <a:pt x="306942" y="392957"/>
                  </a:lnTo>
                  <a:lnTo>
                    <a:pt x="306499" y="392109"/>
                  </a:lnTo>
                  <a:lnTo>
                    <a:pt x="305394" y="390841"/>
                  </a:lnTo>
                  <a:lnTo>
                    <a:pt x="304513" y="390423"/>
                  </a:lnTo>
                  <a:lnTo>
                    <a:pt x="302962" y="389368"/>
                  </a:lnTo>
                  <a:lnTo>
                    <a:pt x="302295" y="388945"/>
                  </a:lnTo>
                  <a:lnTo>
                    <a:pt x="301179" y="388094"/>
                  </a:lnTo>
                  <a:lnTo>
                    <a:pt x="299835" y="387026"/>
                  </a:lnTo>
                  <a:lnTo>
                    <a:pt x="298714" y="386385"/>
                  </a:lnTo>
                  <a:lnTo>
                    <a:pt x="298036" y="385739"/>
                  </a:lnTo>
                  <a:lnTo>
                    <a:pt x="297357" y="385092"/>
                  </a:lnTo>
                  <a:lnTo>
                    <a:pt x="296452" y="384445"/>
                  </a:lnTo>
                  <a:lnTo>
                    <a:pt x="295319" y="383797"/>
                  </a:lnTo>
                  <a:lnTo>
                    <a:pt x="294638" y="383364"/>
                  </a:lnTo>
                  <a:lnTo>
                    <a:pt x="293729" y="382930"/>
                  </a:lnTo>
                  <a:lnTo>
                    <a:pt x="292598" y="382936"/>
                  </a:lnTo>
                  <a:lnTo>
                    <a:pt x="291465" y="382942"/>
                  </a:lnTo>
                  <a:lnTo>
                    <a:pt x="290557" y="382946"/>
                  </a:lnTo>
                  <a:lnTo>
                    <a:pt x="289650" y="383171"/>
                  </a:lnTo>
                  <a:lnTo>
                    <a:pt x="286222" y="383189"/>
                  </a:lnTo>
                  <a:lnTo>
                    <a:pt x="285313" y="383635"/>
                  </a:lnTo>
                  <a:lnTo>
                    <a:pt x="283932" y="383643"/>
                  </a:lnTo>
                  <a:lnTo>
                    <a:pt x="282784" y="383871"/>
                  </a:lnTo>
                  <a:lnTo>
                    <a:pt x="282095" y="384097"/>
                  </a:lnTo>
                  <a:lnTo>
                    <a:pt x="281169" y="384102"/>
                  </a:lnTo>
                  <a:lnTo>
                    <a:pt x="280242" y="384108"/>
                  </a:lnTo>
                  <a:lnTo>
                    <a:pt x="279312" y="384114"/>
                  </a:lnTo>
                  <a:lnTo>
                    <a:pt x="277909" y="383900"/>
                  </a:lnTo>
                  <a:lnTo>
                    <a:pt x="276975" y="383906"/>
                  </a:lnTo>
                  <a:lnTo>
                    <a:pt x="275570" y="383914"/>
                  </a:lnTo>
                  <a:lnTo>
                    <a:pt x="273920" y="383700"/>
                  </a:lnTo>
                  <a:lnTo>
                    <a:pt x="272736" y="383483"/>
                  </a:lnTo>
                  <a:lnTo>
                    <a:pt x="271549" y="383266"/>
                  </a:lnTo>
                  <a:lnTo>
                    <a:pt x="270345" y="382598"/>
                  </a:lnTo>
                  <a:lnTo>
                    <a:pt x="269626" y="382377"/>
                  </a:lnTo>
                  <a:lnTo>
                    <a:pt x="268423" y="381931"/>
                  </a:lnTo>
                  <a:lnTo>
                    <a:pt x="266731" y="381261"/>
                  </a:lnTo>
                  <a:lnTo>
                    <a:pt x="265759" y="380812"/>
                  </a:lnTo>
                  <a:lnTo>
                    <a:pt x="264537" y="380135"/>
                  </a:lnTo>
                  <a:lnTo>
                    <a:pt x="263552" y="379457"/>
                  </a:lnTo>
                  <a:lnTo>
                    <a:pt x="258004" y="376792"/>
                  </a:lnTo>
                  <a:lnTo>
                    <a:pt x="234768" y="351752"/>
                  </a:lnTo>
                  <a:lnTo>
                    <a:pt x="234306" y="349421"/>
                  </a:lnTo>
                  <a:lnTo>
                    <a:pt x="233844" y="348066"/>
                  </a:lnTo>
                  <a:lnTo>
                    <a:pt x="233883" y="345794"/>
                  </a:lnTo>
                  <a:lnTo>
                    <a:pt x="233914" y="343972"/>
                  </a:lnTo>
                  <a:lnTo>
                    <a:pt x="233458" y="342149"/>
                  </a:lnTo>
                  <a:lnTo>
                    <a:pt x="233000" y="340323"/>
                  </a:lnTo>
                  <a:lnTo>
                    <a:pt x="232060" y="338036"/>
                  </a:lnTo>
                  <a:lnTo>
                    <a:pt x="231118" y="335743"/>
                  </a:lnTo>
                  <a:lnTo>
                    <a:pt x="230656" y="333901"/>
                  </a:lnTo>
                  <a:lnTo>
                    <a:pt x="229709" y="331595"/>
                  </a:lnTo>
                  <a:lnTo>
                    <a:pt x="228752" y="329747"/>
                  </a:lnTo>
                  <a:lnTo>
                    <a:pt x="228277" y="327855"/>
                  </a:lnTo>
                  <a:lnTo>
                    <a:pt x="227283" y="325843"/>
                  </a:lnTo>
                  <a:lnTo>
                    <a:pt x="226781" y="323829"/>
                  </a:lnTo>
                  <a:lnTo>
                    <a:pt x="225294" y="321321"/>
                  </a:lnTo>
                  <a:lnTo>
                    <a:pt x="224793" y="319312"/>
                  </a:lnTo>
                  <a:lnTo>
                    <a:pt x="223805" y="317810"/>
                  </a:lnTo>
                  <a:lnTo>
                    <a:pt x="222816" y="316310"/>
                  </a:lnTo>
                  <a:lnTo>
                    <a:pt x="221825" y="313807"/>
                  </a:lnTo>
                  <a:lnTo>
                    <a:pt x="220838" y="312309"/>
                  </a:lnTo>
                  <a:lnTo>
                    <a:pt x="219852" y="310812"/>
                  </a:lnTo>
                  <a:lnTo>
                    <a:pt x="218865" y="308815"/>
                  </a:lnTo>
                  <a:lnTo>
                    <a:pt x="200745" y="282546"/>
                  </a:lnTo>
                  <a:lnTo>
                    <a:pt x="194952" y="277167"/>
                  </a:lnTo>
                  <a:lnTo>
                    <a:pt x="186079" y="268928"/>
                  </a:lnTo>
                  <a:lnTo>
                    <a:pt x="184594" y="267003"/>
                  </a:lnTo>
                  <a:lnTo>
                    <a:pt x="183106" y="265075"/>
                  </a:lnTo>
                  <a:lnTo>
                    <a:pt x="181121" y="263638"/>
                  </a:lnTo>
                  <a:lnTo>
                    <a:pt x="180125" y="262185"/>
                  </a:lnTo>
                  <a:lnTo>
                    <a:pt x="178631" y="260737"/>
                  </a:lnTo>
                  <a:lnTo>
                    <a:pt x="176635" y="258802"/>
                  </a:lnTo>
                  <a:lnTo>
                    <a:pt x="175136" y="257348"/>
                  </a:lnTo>
                  <a:lnTo>
                    <a:pt x="172634" y="255902"/>
                  </a:lnTo>
                  <a:lnTo>
                    <a:pt x="169621" y="253473"/>
                  </a:lnTo>
                  <a:lnTo>
                    <a:pt x="167609" y="252506"/>
                  </a:lnTo>
                  <a:lnTo>
                    <a:pt x="164580" y="250065"/>
                  </a:lnTo>
                  <a:lnTo>
                    <a:pt x="162051" y="248602"/>
                  </a:lnTo>
                  <a:lnTo>
                    <a:pt x="160527" y="247128"/>
                  </a:lnTo>
                  <a:lnTo>
                    <a:pt x="158492" y="245160"/>
                  </a:lnTo>
                  <a:lnTo>
                    <a:pt x="156452" y="243187"/>
                  </a:lnTo>
                  <a:lnTo>
                    <a:pt x="154920" y="241704"/>
                  </a:lnTo>
                  <a:lnTo>
                    <a:pt x="152875" y="240221"/>
                  </a:lnTo>
                  <a:lnTo>
                    <a:pt x="150317" y="239233"/>
                  </a:lnTo>
                  <a:lnTo>
                    <a:pt x="148260" y="237245"/>
                  </a:lnTo>
                  <a:lnTo>
                    <a:pt x="146717" y="236251"/>
                  </a:lnTo>
                  <a:lnTo>
                    <a:pt x="144140" y="234755"/>
                  </a:lnTo>
                  <a:lnTo>
                    <a:pt x="142073" y="233256"/>
                  </a:lnTo>
                  <a:lnTo>
                    <a:pt x="139488" y="232254"/>
                  </a:lnTo>
                  <a:lnTo>
                    <a:pt x="137931" y="231251"/>
                  </a:lnTo>
                  <a:lnTo>
                    <a:pt x="136445" y="230249"/>
                  </a:lnTo>
                  <a:lnTo>
                    <a:pt x="134479" y="228749"/>
                  </a:lnTo>
                  <a:lnTo>
                    <a:pt x="132519" y="227751"/>
                  </a:lnTo>
                  <a:lnTo>
                    <a:pt x="129575" y="225254"/>
                  </a:lnTo>
                  <a:lnTo>
                    <a:pt x="128110" y="224758"/>
                  </a:lnTo>
                  <a:lnTo>
                    <a:pt x="126643" y="223763"/>
                  </a:lnTo>
                  <a:lnTo>
                    <a:pt x="125177" y="222768"/>
                  </a:lnTo>
                  <a:lnTo>
                    <a:pt x="122161" y="221266"/>
                  </a:lnTo>
                  <a:lnTo>
                    <a:pt x="120049" y="219749"/>
                  </a:lnTo>
                  <a:lnTo>
                    <a:pt x="117931" y="218229"/>
                  </a:lnTo>
                  <a:lnTo>
                    <a:pt x="115297" y="216702"/>
                  </a:lnTo>
                  <a:lnTo>
                    <a:pt x="113707" y="215683"/>
                  </a:lnTo>
                  <a:lnTo>
                    <a:pt x="112084" y="214153"/>
                  </a:lnTo>
                  <a:lnTo>
                    <a:pt x="110488" y="213129"/>
                  </a:lnTo>
                  <a:lnTo>
                    <a:pt x="108858" y="211592"/>
                  </a:lnTo>
                  <a:lnTo>
                    <a:pt x="107160" y="209028"/>
                  </a:lnTo>
                  <a:lnTo>
                    <a:pt x="105536" y="206980"/>
                  </a:lnTo>
                  <a:lnTo>
                    <a:pt x="104556" y="204968"/>
                  </a:lnTo>
                  <a:lnTo>
                    <a:pt x="103061" y="202953"/>
                  </a:lnTo>
                  <a:lnTo>
                    <a:pt x="102070" y="201444"/>
                  </a:lnTo>
                  <a:lnTo>
                    <a:pt x="101079" y="199935"/>
                  </a:lnTo>
                  <a:lnTo>
                    <a:pt x="99586" y="197923"/>
                  </a:lnTo>
                  <a:lnTo>
                    <a:pt x="98608" y="195915"/>
                  </a:lnTo>
                  <a:lnTo>
                    <a:pt x="97645" y="193409"/>
                  </a:lnTo>
                  <a:lnTo>
                    <a:pt x="96655" y="191903"/>
                  </a:lnTo>
                  <a:lnTo>
                    <a:pt x="96194" y="189903"/>
                  </a:lnTo>
                  <a:lnTo>
                    <a:pt x="95733" y="187904"/>
                  </a:lnTo>
                  <a:lnTo>
                    <a:pt x="94758" y="185903"/>
                  </a:lnTo>
                  <a:lnTo>
                    <a:pt x="94298" y="183907"/>
                  </a:lnTo>
                  <a:lnTo>
                    <a:pt x="93838" y="181913"/>
                  </a:lnTo>
                  <a:lnTo>
                    <a:pt x="92865" y="179915"/>
                  </a:lnTo>
                  <a:lnTo>
                    <a:pt x="92406" y="177924"/>
                  </a:lnTo>
                  <a:lnTo>
                    <a:pt x="91948" y="175935"/>
                  </a:lnTo>
                  <a:lnTo>
                    <a:pt x="90977" y="173941"/>
                  </a:lnTo>
                  <a:lnTo>
                    <a:pt x="90519" y="171954"/>
                  </a:lnTo>
                  <a:lnTo>
                    <a:pt x="89548" y="169963"/>
                  </a:lnTo>
                  <a:lnTo>
                    <a:pt x="89120" y="166991"/>
                  </a:lnTo>
                  <a:lnTo>
                    <a:pt x="88649" y="165503"/>
                  </a:lnTo>
                  <a:lnTo>
                    <a:pt x="87695" y="163023"/>
                  </a:lnTo>
                  <a:lnTo>
                    <a:pt x="87766" y="160558"/>
                  </a:lnTo>
                  <a:lnTo>
                    <a:pt x="87311" y="158581"/>
                  </a:lnTo>
                  <a:lnTo>
                    <a:pt x="86344" y="156599"/>
                  </a:lnTo>
                  <a:lnTo>
                    <a:pt x="85875" y="155117"/>
                  </a:lnTo>
                  <a:lnTo>
                    <a:pt x="85435" y="152653"/>
                  </a:lnTo>
                  <a:lnTo>
                    <a:pt x="84967" y="151173"/>
                  </a:lnTo>
                  <a:lnTo>
                    <a:pt x="83505" y="148698"/>
                  </a:lnTo>
                  <a:lnTo>
                    <a:pt x="83038" y="147220"/>
                  </a:lnTo>
                  <a:lnTo>
                    <a:pt x="82089" y="144756"/>
                  </a:lnTo>
                  <a:lnTo>
                    <a:pt x="80517" y="142204"/>
                  </a:lnTo>
                  <a:lnTo>
                    <a:pt x="78896" y="139614"/>
                  </a:lnTo>
                  <a:lnTo>
                    <a:pt x="77280" y="138028"/>
                  </a:lnTo>
                  <a:lnTo>
                    <a:pt x="76192" y="135960"/>
                  </a:lnTo>
                  <a:lnTo>
                    <a:pt x="74567" y="133863"/>
                  </a:lnTo>
                  <a:lnTo>
                    <a:pt x="73472" y="131283"/>
                  </a:lnTo>
                  <a:lnTo>
                    <a:pt x="72384" y="129712"/>
                  </a:lnTo>
                  <a:lnTo>
                    <a:pt x="70752" y="127605"/>
                  </a:lnTo>
                  <a:lnTo>
                    <a:pt x="69121" y="126001"/>
                  </a:lnTo>
                  <a:lnTo>
                    <a:pt x="66406" y="124337"/>
                  </a:lnTo>
                  <a:lnTo>
                    <a:pt x="64768" y="122726"/>
                  </a:lnTo>
                  <a:lnTo>
                    <a:pt x="63669" y="121142"/>
                  </a:lnTo>
                  <a:lnTo>
                    <a:pt x="62021" y="119017"/>
                  </a:lnTo>
                  <a:lnTo>
                    <a:pt x="58150" y="113789"/>
                  </a:lnTo>
                  <a:lnTo>
                    <a:pt x="50951" y="104066"/>
                  </a:lnTo>
                  <a:lnTo>
                    <a:pt x="49280" y="101910"/>
                  </a:lnTo>
                  <a:lnTo>
                    <a:pt x="47048" y="99201"/>
                  </a:lnTo>
                  <a:lnTo>
                    <a:pt x="44816" y="96999"/>
                  </a:lnTo>
                  <a:lnTo>
                    <a:pt x="43698" y="95897"/>
                  </a:lnTo>
                  <a:lnTo>
                    <a:pt x="41464" y="94203"/>
                  </a:lnTo>
                  <a:lnTo>
                    <a:pt x="38662" y="91952"/>
                  </a:lnTo>
                  <a:lnTo>
                    <a:pt x="36974" y="90287"/>
                  </a:lnTo>
                  <a:lnTo>
                    <a:pt x="34718" y="88064"/>
                  </a:lnTo>
                  <a:lnTo>
                    <a:pt x="32473" y="86361"/>
                  </a:lnTo>
                  <a:lnTo>
                    <a:pt x="30262" y="84689"/>
                  </a:lnTo>
                  <a:lnTo>
                    <a:pt x="28038" y="83520"/>
                  </a:lnTo>
                  <a:lnTo>
                    <a:pt x="25267" y="81296"/>
                  </a:lnTo>
                  <a:lnTo>
                    <a:pt x="23022" y="80112"/>
                  </a:lnTo>
                  <a:lnTo>
                    <a:pt x="19644" y="78329"/>
                  </a:lnTo>
                  <a:lnTo>
                    <a:pt x="18058" y="77266"/>
                  </a:lnTo>
                  <a:lnTo>
                    <a:pt x="16476" y="76207"/>
                  </a:lnTo>
                  <a:lnTo>
                    <a:pt x="14354" y="75644"/>
                  </a:lnTo>
                  <a:lnTo>
                    <a:pt x="13320" y="73577"/>
                  </a:lnTo>
                  <a:lnTo>
                    <a:pt x="12278" y="72019"/>
                  </a:lnTo>
                  <a:lnTo>
                    <a:pt x="11244" y="69952"/>
                  </a:lnTo>
                  <a:lnTo>
                    <a:pt x="10209" y="67884"/>
                  </a:lnTo>
                  <a:lnTo>
                    <a:pt x="9716" y="65320"/>
                  </a:lnTo>
                  <a:lnTo>
                    <a:pt x="8682" y="63253"/>
                  </a:lnTo>
                  <a:lnTo>
                    <a:pt x="8722" y="60704"/>
                  </a:lnTo>
                  <a:lnTo>
                    <a:pt x="8762" y="58157"/>
                  </a:lnTo>
                  <a:lnTo>
                    <a:pt x="8794" y="56119"/>
                  </a:lnTo>
                  <a:lnTo>
                    <a:pt x="8841" y="53064"/>
                  </a:lnTo>
                  <a:lnTo>
                    <a:pt x="8873" y="51029"/>
                  </a:lnTo>
                  <a:lnTo>
                    <a:pt x="9970" y="49024"/>
                  </a:lnTo>
                  <a:lnTo>
                    <a:pt x="10534" y="47005"/>
                  </a:lnTo>
                  <a:lnTo>
                    <a:pt x="11629" y="45003"/>
                  </a:lnTo>
                  <a:lnTo>
                    <a:pt x="12200" y="42478"/>
                  </a:lnTo>
                  <a:lnTo>
                    <a:pt x="12771" y="39955"/>
                  </a:lnTo>
                  <a:lnTo>
                    <a:pt x="12286" y="36894"/>
                  </a:lnTo>
                  <a:lnTo>
                    <a:pt x="11786" y="34848"/>
                  </a:lnTo>
                  <a:lnTo>
                    <a:pt x="11302" y="31788"/>
                  </a:lnTo>
                  <a:lnTo>
                    <a:pt x="10271" y="29727"/>
                  </a:lnTo>
                  <a:lnTo>
                    <a:pt x="9771" y="27682"/>
                  </a:lnTo>
                  <a:lnTo>
                    <a:pt x="8756" y="24607"/>
                  </a:lnTo>
                  <a:lnTo>
                    <a:pt x="7709" y="23558"/>
                  </a:lnTo>
                  <a:lnTo>
                    <a:pt x="7217" y="21008"/>
                  </a:lnTo>
                  <a:lnTo>
                    <a:pt x="5646" y="19435"/>
                  </a:lnTo>
                  <a:lnTo>
                    <a:pt x="5139" y="17898"/>
                  </a:lnTo>
                  <a:lnTo>
                    <a:pt x="3576" y="15818"/>
                  </a:lnTo>
                  <a:lnTo>
                    <a:pt x="0" y="6578"/>
                  </a:lnTo>
                  <a:lnTo>
                    <a:pt x="40667" y="2974"/>
                  </a:lnTo>
                  <a:lnTo>
                    <a:pt x="74227" y="0"/>
                  </a:lnTo>
                  <a:lnTo>
                    <a:pt x="74221" y="489"/>
                  </a:lnTo>
                  <a:lnTo>
                    <a:pt x="75263" y="3061"/>
                  </a:lnTo>
                  <a:lnTo>
                    <a:pt x="75776" y="5082"/>
                  </a:lnTo>
                  <a:lnTo>
                    <a:pt x="75748" y="7531"/>
                  </a:lnTo>
                  <a:lnTo>
                    <a:pt x="75721" y="9981"/>
                  </a:lnTo>
                  <a:lnTo>
                    <a:pt x="76773" y="11570"/>
                  </a:lnTo>
                  <a:lnTo>
                    <a:pt x="76746" y="14021"/>
                  </a:lnTo>
                  <a:lnTo>
                    <a:pt x="77264" y="15550"/>
                  </a:lnTo>
                  <a:lnTo>
                    <a:pt x="77776" y="17569"/>
                  </a:lnTo>
                  <a:lnTo>
                    <a:pt x="77755" y="19530"/>
                  </a:lnTo>
                  <a:lnTo>
                    <a:pt x="77728" y="21983"/>
                  </a:lnTo>
                  <a:lnTo>
                    <a:pt x="78245" y="23511"/>
                  </a:lnTo>
                  <a:lnTo>
                    <a:pt x="78219" y="25965"/>
                  </a:lnTo>
                  <a:lnTo>
                    <a:pt x="78187" y="28413"/>
                  </a:lnTo>
                  <a:lnTo>
                    <a:pt x="78161" y="30369"/>
                  </a:lnTo>
                  <a:lnTo>
                    <a:pt x="78127" y="32816"/>
                  </a:lnTo>
                  <a:lnTo>
                    <a:pt x="78627" y="35314"/>
                  </a:lnTo>
                  <a:lnTo>
                    <a:pt x="79139" y="36833"/>
                  </a:lnTo>
                  <a:lnTo>
                    <a:pt x="79645" y="38842"/>
                  </a:lnTo>
                  <a:lnTo>
                    <a:pt x="79619" y="40801"/>
                  </a:lnTo>
                  <a:lnTo>
                    <a:pt x="81432" y="49531"/>
                  </a:lnTo>
                  <a:lnTo>
                    <a:pt x="81419" y="50406"/>
                  </a:lnTo>
                  <a:lnTo>
                    <a:pt x="81872" y="52203"/>
                  </a:lnTo>
                  <a:lnTo>
                    <a:pt x="82319" y="54438"/>
                  </a:lnTo>
                  <a:lnTo>
                    <a:pt x="83244" y="56718"/>
                  </a:lnTo>
                  <a:lnTo>
                    <a:pt x="84653" y="58603"/>
                  </a:lnTo>
                  <a:lnTo>
                    <a:pt x="85112" y="59961"/>
                  </a:lnTo>
                  <a:lnTo>
                    <a:pt x="86519" y="61843"/>
                  </a:lnTo>
                  <a:lnTo>
                    <a:pt x="87919" y="64161"/>
                  </a:lnTo>
                  <a:lnTo>
                    <a:pt x="89323" y="66039"/>
                  </a:lnTo>
                  <a:lnTo>
                    <a:pt x="90250" y="67873"/>
                  </a:lnTo>
                  <a:lnTo>
                    <a:pt x="91658" y="69310"/>
                  </a:lnTo>
                  <a:lnTo>
                    <a:pt x="93520" y="72098"/>
                  </a:lnTo>
                  <a:lnTo>
                    <a:pt x="93982" y="73013"/>
                  </a:lnTo>
                  <a:lnTo>
                    <a:pt x="95853" y="74922"/>
                  </a:lnTo>
                  <a:lnTo>
                    <a:pt x="96309" y="76272"/>
                  </a:lnTo>
                  <a:lnTo>
                    <a:pt x="99119" y="78255"/>
                  </a:lnTo>
                  <a:lnTo>
                    <a:pt x="100993" y="79284"/>
                  </a:lnTo>
                  <a:lnTo>
                    <a:pt x="101917" y="80669"/>
                  </a:lnTo>
                  <a:lnTo>
                    <a:pt x="104255" y="81733"/>
                  </a:lnTo>
                  <a:lnTo>
                    <a:pt x="105645" y="83153"/>
                  </a:lnTo>
                  <a:lnTo>
                    <a:pt x="107507" y="84175"/>
                  </a:lnTo>
                  <a:lnTo>
                    <a:pt x="109370" y="84760"/>
                  </a:lnTo>
                  <a:lnTo>
                    <a:pt x="113081" y="87242"/>
                  </a:lnTo>
                  <a:lnTo>
                    <a:pt x="115415" y="88767"/>
                  </a:lnTo>
                  <a:lnTo>
                    <a:pt x="116812" y="89769"/>
                  </a:lnTo>
                  <a:lnTo>
                    <a:pt x="119135" y="91287"/>
                  </a:lnTo>
                  <a:lnTo>
                    <a:pt x="120985" y="91877"/>
                  </a:lnTo>
                  <a:lnTo>
                    <a:pt x="122833" y="92909"/>
                  </a:lnTo>
                  <a:lnTo>
                    <a:pt x="124675" y="93496"/>
                  </a:lnTo>
                  <a:lnTo>
                    <a:pt x="126518" y="94966"/>
                  </a:lnTo>
                  <a:lnTo>
                    <a:pt x="127900" y="96398"/>
                  </a:lnTo>
                  <a:lnTo>
                    <a:pt x="136675" y="102135"/>
                  </a:lnTo>
                  <a:lnTo>
                    <a:pt x="137094" y="103413"/>
                  </a:lnTo>
                  <a:lnTo>
                    <a:pt x="138414" y="104740"/>
                  </a:lnTo>
                  <a:lnTo>
                    <a:pt x="139738" y="106513"/>
                  </a:lnTo>
                  <a:lnTo>
                    <a:pt x="141063" y="108286"/>
                  </a:lnTo>
                  <a:lnTo>
                    <a:pt x="141943" y="109608"/>
                  </a:lnTo>
                  <a:lnTo>
                    <a:pt x="143258" y="111803"/>
                  </a:lnTo>
                  <a:lnTo>
                    <a:pt x="144589" y="113151"/>
                  </a:lnTo>
                  <a:lnTo>
                    <a:pt x="146347" y="115793"/>
                  </a:lnTo>
                  <a:lnTo>
                    <a:pt x="147226" y="117114"/>
                  </a:lnTo>
                  <a:lnTo>
                    <a:pt x="148098" y="118857"/>
                  </a:lnTo>
                  <a:lnTo>
                    <a:pt x="155111" y="130262"/>
                  </a:lnTo>
                  <a:lnTo>
                    <a:pt x="174456" y="151126"/>
                  </a:lnTo>
                  <a:lnTo>
                    <a:pt x="175766" y="152881"/>
                  </a:lnTo>
                  <a:lnTo>
                    <a:pt x="176196" y="154174"/>
                  </a:lnTo>
                  <a:lnTo>
                    <a:pt x="177503" y="156353"/>
                  </a:lnTo>
                  <a:lnTo>
                    <a:pt x="178371" y="158089"/>
                  </a:lnTo>
                  <a:lnTo>
                    <a:pt x="180121" y="159859"/>
                  </a:lnTo>
                  <a:lnTo>
                    <a:pt x="180552" y="161152"/>
                  </a:lnTo>
                  <a:lnTo>
                    <a:pt x="181858" y="163330"/>
                  </a:lnTo>
                  <a:lnTo>
                    <a:pt x="183166" y="165082"/>
                  </a:lnTo>
                  <a:lnTo>
                    <a:pt x="184474" y="166832"/>
                  </a:lnTo>
                  <a:lnTo>
                    <a:pt x="185342" y="168568"/>
                  </a:lnTo>
                  <a:lnTo>
                    <a:pt x="186649" y="170317"/>
                  </a:lnTo>
                  <a:lnTo>
                    <a:pt x="187519" y="171625"/>
                  </a:lnTo>
                  <a:lnTo>
                    <a:pt x="188825" y="173374"/>
                  </a:lnTo>
                  <a:lnTo>
                    <a:pt x="191008" y="174721"/>
                  </a:lnTo>
                  <a:lnTo>
                    <a:pt x="192314" y="176040"/>
                  </a:lnTo>
                  <a:lnTo>
                    <a:pt x="194057" y="176944"/>
                  </a:lnTo>
                  <a:lnTo>
                    <a:pt x="195798" y="177847"/>
                  </a:lnTo>
                  <a:lnTo>
                    <a:pt x="197537" y="178749"/>
                  </a:lnTo>
                  <a:lnTo>
                    <a:pt x="199274" y="179223"/>
                  </a:lnTo>
                  <a:lnTo>
                    <a:pt x="201875" y="180146"/>
                  </a:lnTo>
                  <a:lnTo>
                    <a:pt x="203172" y="181458"/>
                  </a:lnTo>
                  <a:lnTo>
                    <a:pt x="204469" y="182344"/>
                  </a:lnTo>
                  <a:lnTo>
                    <a:pt x="205765" y="183654"/>
                  </a:lnTo>
                  <a:lnTo>
                    <a:pt x="207059" y="184964"/>
                  </a:lnTo>
                  <a:lnTo>
                    <a:pt x="225117" y="205775"/>
                  </a:lnTo>
                  <a:lnTo>
                    <a:pt x="262753" y="259624"/>
                  </a:lnTo>
                  <a:lnTo>
                    <a:pt x="287235" y="294653"/>
                  </a:lnTo>
                  <a:lnTo>
                    <a:pt x="289405" y="296395"/>
                  </a:lnTo>
                  <a:lnTo>
                    <a:pt x="290277" y="296838"/>
                  </a:lnTo>
                  <a:lnTo>
                    <a:pt x="291573" y="298134"/>
                  </a:lnTo>
                  <a:lnTo>
                    <a:pt x="293306" y="299439"/>
                  </a:lnTo>
                  <a:lnTo>
                    <a:pt x="295043" y="300323"/>
                  </a:lnTo>
                  <a:lnTo>
                    <a:pt x="296330" y="302035"/>
                  </a:lnTo>
                  <a:lnTo>
                    <a:pt x="298052" y="303757"/>
                  </a:lnTo>
                  <a:lnTo>
                    <a:pt x="299768" y="305898"/>
                  </a:lnTo>
                  <a:lnTo>
                    <a:pt x="301047" y="308029"/>
                  </a:lnTo>
                  <a:lnTo>
                    <a:pt x="301897" y="309730"/>
                  </a:lnTo>
                  <a:lnTo>
                    <a:pt x="302746" y="311431"/>
                  </a:lnTo>
                  <a:lnTo>
                    <a:pt x="303596" y="313132"/>
                  </a:lnTo>
                  <a:lnTo>
                    <a:pt x="304880" y="314841"/>
                  </a:lnTo>
                  <a:lnTo>
                    <a:pt x="310453" y="320832"/>
                  </a:lnTo>
                  <a:lnTo>
                    <a:pt x="321188" y="335819"/>
                  </a:lnTo>
                  <a:lnTo>
                    <a:pt x="323124" y="338379"/>
                  </a:lnTo>
                  <a:lnTo>
                    <a:pt x="324412" y="340294"/>
                  </a:lnTo>
                  <a:lnTo>
                    <a:pt x="326340" y="342844"/>
                  </a:lnTo>
                  <a:lnTo>
                    <a:pt x="328902" y="346021"/>
                  </a:lnTo>
                  <a:lnTo>
                    <a:pt x="331454" y="347922"/>
                  </a:lnTo>
                  <a:lnTo>
                    <a:pt x="332731" y="351085"/>
                  </a:lnTo>
                  <a:lnTo>
                    <a:pt x="334640" y="354240"/>
                  </a:lnTo>
                  <a:lnTo>
                    <a:pt x="336543" y="357385"/>
                  </a:lnTo>
                  <a:lnTo>
                    <a:pt x="338441" y="359265"/>
                  </a:lnTo>
                  <a:lnTo>
                    <a:pt x="340964" y="362393"/>
                  </a:lnTo>
                  <a:lnTo>
                    <a:pt x="342854" y="364917"/>
                  </a:lnTo>
                  <a:lnTo>
                    <a:pt x="344745" y="367443"/>
                  </a:lnTo>
                  <a:lnTo>
                    <a:pt x="346636" y="369337"/>
                  </a:lnTo>
                  <a:lnTo>
                    <a:pt x="349160" y="372497"/>
                  </a:lnTo>
                  <a:lnTo>
                    <a:pt x="351053" y="375026"/>
                  </a:lnTo>
                  <a:lnTo>
                    <a:pt x="352948" y="377556"/>
                  </a:lnTo>
                  <a:lnTo>
                    <a:pt x="354843" y="379455"/>
                  </a:lnTo>
                  <a:lnTo>
                    <a:pt x="356110" y="38262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g940"/>
            <p:cNvSpPr/>
            <p:nvPr/>
          </p:nvSpPr>
          <p:spPr>
            <a:xfrm>
              <a:off x="4265869" y="5185693"/>
              <a:ext cx="54811" cy="49310"/>
            </a:xfrm>
            <a:custGeom>
              <a:avLst/>
              <a:pathLst>
                <a:path w="54811" h="49310">
                  <a:moveTo>
                    <a:pt x="44049" y="40626"/>
                  </a:moveTo>
                  <a:lnTo>
                    <a:pt x="34645" y="49310"/>
                  </a:lnTo>
                  <a:lnTo>
                    <a:pt x="26248" y="41036"/>
                  </a:lnTo>
                  <a:lnTo>
                    <a:pt x="11671" y="26674"/>
                  </a:lnTo>
                  <a:lnTo>
                    <a:pt x="0" y="15175"/>
                  </a:lnTo>
                  <a:lnTo>
                    <a:pt x="10195" y="7006"/>
                  </a:lnTo>
                  <a:lnTo>
                    <a:pt x="18940" y="0"/>
                  </a:lnTo>
                  <a:lnTo>
                    <a:pt x="34781" y="13552"/>
                  </a:lnTo>
                  <a:lnTo>
                    <a:pt x="54811" y="3068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g941"/>
            <p:cNvSpPr/>
            <p:nvPr/>
          </p:nvSpPr>
          <p:spPr>
            <a:xfrm>
              <a:off x="4391018" y="5274494"/>
              <a:ext cx="39560" cy="37676"/>
            </a:xfrm>
            <a:custGeom>
              <a:avLst/>
              <a:pathLst>
                <a:path w="39560" h="37676">
                  <a:moveTo>
                    <a:pt x="19139" y="35430"/>
                  </a:moveTo>
                  <a:lnTo>
                    <a:pt x="10775" y="30370"/>
                  </a:lnTo>
                  <a:lnTo>
                    <a:pt x="6798" y="27964"/>
                  </a:lnTo>
                  <a:lnTo>
                    <a:pt x="3215" y="24345"/>
                  </a:lnTo>
                  <a:lnTo>
                    <a:pt x="0" y="21098"/>
                  </a:lnTo>
                  <a:lnTo>
                    <a:pt x="9992" y="10373"/>
                  </a:lnTo>
                  <a:lnTo>
                    <a:pt x="19657" y="0"/>
                  </a:lnTo>
                  <a:lnTo>
                    <a:pt x="28929" y="9439"/>
                  </a:lnTo>
                  <a:lnTo>
                    <a:pt x="39560" y="20261"/>
                  </a:lnTo>
                  <a:lnTo>
                    <a:pt x="30024" y="30200"/>
                  </a:lnTo>
                  <a:lnTo>
                    <a:pt x="22851" y="3767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g942"/>
            <p:cNvSpPr/>
            <p:nvPr/>
          </p:nvSpPr>
          <p:spPr>
            <a:xfrm>
              <a:off x="3631732" y="4698035"/>
              <a:ext cx="69210" cy="96807"/>
            </a:xfrm>
            <a:custGeom>
              <a:avLst/>
              <a:pathLst>
                <a:path w="69210" h="96807">
                  <a:moveTo>
                    <a:pt x="9217" y="433"/>
                  </a:moveTo>
                  <a:lnTo>
                    <a:pt x="22114" y="1046"/>
                  </a:lnTo>
                  <a:lnTo>
                    <a:pt x="27233" y="17791"/>
                  </a:lnTo>
                  <a:lnTo>
                    <a:pt x="54876" y="31397"/>
                  </a:lnTo>
                  <a:lnTo>
                    <a:pt x="56576" y="36199"/>
                  </a:lnTo>
                  <a:lnTo>
                    <a:pt x="63579" y="55991"/>
                  </a:lnTo>
                  <a:lnTo>
                    <a:pt x="67162" y="80062"/>
                  </a:lnTo>
                  <a:lnTo>
                    <a:pt x="69210" y="96807"/>
                  </a:lnTo>
                  <a:lnTo>
                    <a:pt x="56502" y="94603"/>
                  </a:lnTo>
                  <a:lnTo>
                    <a:pt x="46276" y="92830"/>
                  </a:lnTo>
                  <a:lnTo>
                    <a:pt x="44406" y="85541"/>
                  </a:lnTo>
                  <a:lnTo>
                    <a:pt x="43000" y="80062"/>
                  </a:lnTo>
                  <a:lnTo>
                    <a:pt x="42106" y="76177"/>
                  </a:lnTo>
                  <a:lnTo>
                    <a:pt x="40543" y="69387"/>
                  </a:lnTo>
                  <a:lnTo>
                    <a:pt x="39386" y="65624"/>
                  </a:lnTo>
                  <a:lnTo>
                    <a:pt x="36867" y="57432"/>
                  </a:lnTo>
                  <a:lnTo>
                    <a:pt x="36038" y="54735"/>
                  </a:lnTo>
                  <a:lnTo>
                    <a:pt x="31686" y="50386"/>
                  </a:lnTo>
                  <a:lnTo>
                    <a:pt x="26824" y="45525"/>
                  </a:lnTo>
                  <a:lnTo>
                    <a:pt x="23008" y="42689"/>
                  </a:lnTo>
                  <a:lnTo>
                    <a:pt x="13309" y="35478"/>
                  </a:lnTo>
                  <a:lnTo>
                    <a:pt x="8382" y="27115"/>
                  </a:lnTo>
                  <a:lnTo>
                    <a:pt x="2466" y="17076"/>
                  </a:lnTo>
                  <a:lnTo>
                    <a:pt x="0" y="12890"/>
                  </a:lnTo>
                  <a:lnTo>
                    <a:pt x="102" y="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g943"/>
            <p:cNvSpPr/>
            <p:nvPr/>
          </p:nvSpPr>
          <p:spPr>
            <a:xfrm>
              <a:off x="3857811" y="4667675"/>
              <a:ext cx="53648" cy="39183"/>
            </a:xfrm>
            <a:custGeom>
              <a:avLst/>
              <a:pathLst>
                <a:path w="53648" h="39183">
                  <a:moveTo>
                    <a:pt x="11057" y="9042"/>
                  </a:moveTo>
                  <a:lnTo>
                    <a:pt x="13726" y="8360"/>
                  </a:lnTo>
                  <a:lnTo>
                    <a:pt x="31129" y="3912"/>
                  </a:lnTo>
                  <a:lnTo>
                    <a:pt x="46440" y="0"/>
                  </a:lnTo>
                  <a:lnTo>
                    <a:pt x="49586" y="10706"/>
                  </a:lnTo>
                  <a:lnTo>
                    <a:pt x="53648" y="24531"/>
                  </a:lnTo>
                  <a:lnTo>
                    <a:pt x="32144" y="32382"/>
                  </a:lnTo>
                  <a:lnTo>
                    <a:pt x="13514" y="39183"/>
                  </a:lnTo>
                  <a:lnTo>
                    <a:pt x="8525" y="32075"/>
                  </a:lnTo>
                  <a:lnTo>
                    <a:pt x="0" y="1992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g944"/>
            <p:cNvSpPr/>
            <p:nvPr/>
          </p:nvSpPr>
          <p:spPr>
            <a:xfrm>
              <a:off x="4171514" y="5119790"/>
              <a:ext cx="40908" cy="30101"/>
            </a:xfrm>
            <a:custGeom>
              <a:avLst/>
              <a:pathLst>
                <a:path w="40908" h="30101">
                  <a:moveTo>
                    <a:pt x="2305" y="14067"/>
                  </a:moveTo>
                  <a:lnTo>
                    <a:pt x="6611" y="7880"/>
                  </a:lnTo>
                  <a:lnTo>
                    <a:pt x="10094" y="2873"/>
                  </a:lnTo>
                  <a:lnTo>
                    <a:pt x="11119" y="1401"/>
                  </a:lnTo>
                  <a:lnTo>
                    <a:pt x="12094" y="0"/>
                  </a:lnTo>
                  <a:lnTo>
                    <a:pt x="20993" y="4874"/>
                  </a:lnTo>
                  <a:lnTo>
                    <a:pt x="22229" y="4911"/>
                  </a:lnTo>
                  <a:lnTo>
                    <a:pt x="27985" y="5084"/>
                  </a:lnTo>
                  <a:lnTo>
                    <a:pt x="40908" y="3809"/>
                  </a:lnTo>
                  <a:lnTo>
                    <a:pt x="38541" y="6197"/>
                  </a:lnTo>
                  <a:lnTo>
                    <a:pt x="37253" y="7495"/>
                  </a:lnTo>
                  <a:lnTo>
                    <a:pt x="25866" y="18980"/>
                  </a:lnTo>
                  <a:lnTo>
                    <a:pt x="24878" y="19977"/>
                  </a:lnTo>
                  <a:lnTo>
                    <a:pt x="17822" y="27093"/>
                  </a:lnTo>
                  <a:lnTo>
                    <a:pt x="14840" y="30101"/>
                  </a:lnTo>
                  <a:lnTo>
                    <a:pt x="14453" y="29769"/>
                  </a:lnTo>
                  <a:lnTo>
                    <a:pt x="6461" y="22920"/>
                  </a:lnTo>
                  <a:lnTo>
                    <a:pt x="0" y="17381"/>
                  </a:lnTo>
                  <a:lnTo>
                    <a:pt x="1192" y="156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g945"/>
            <p:cNvSpPr/>
            <p:nvPr/>
          </p:nvSpPr>
          <p:spPr>
            <a:xfrm>
              <a:off x="3611218" y="4699262"/>
              <a:ext cx="60583" cy="95280"/>
            </a:xfrm>
            <a:custGeom>
              <a:avLst/>
              <a:pathLst>
                <a:path w="60583" h="95280">
                  <a:moveTo>
                    <a:pt x="50324" y="87146"/>
                  </a:moveTo>
                  <a:lnTo>
                    <a:pt x="47319" y="74154"/>
                  </a:lnTo>
                  <a:lnTo>
                    <a:pt x="39694" y="60217"/>
                  </a:lnTo>
                  <a:lnTo>
                    <a:pt x="30913" y="51950"/>
                  </a:lnTo>
                  <a:lnTo>
                    <a:pt x="26402" y="47419"/>
                  </a:lnTo>
                  <a:lnTo>
                    <a:pt x="17510" y="38485"/>
                  </a:lnTo>
                  <a:lnTo>
                    <a:pt x="5493" y="19588"/>
                  </a:lnTo>
                  <a:lnTo>
                    <a:pt x="0" y="1058"/>
                  </a:lnTo>
                  <a:lnTo>
                    <a:pt x="5609" y="541"/>
                  </a:lnTo>
                  <a:lnTo>
                    <a:pt x="11475" y="0"/>
                  </a:lnTo>
                  <a:lnTo>
                    <a:pt x="13101" y="6612"/>
                  </a:lnTo>
                  <a:lnTo>
                    <a:pt x="16355" y="19846"/>
                  </a:lnTo>
                  <a:lnTo>
                    <a:pt x="18168" y="22451"/>
                  </a:lnTo>
                  <a:lnTo>
                    <a:pt x="27158" y="35365"/>
                  </a:lnTo>
                  <a:lnTo>
                    <a:pt x="28477" y="37260"/>
                  </a:lnTo>
                  <a:lnTo>
                    <a:pt x="34577" y="43580"/>
                  </a:lnTo>
                  <a:lnTo>
                    <a:pt x="38297" y="45362"/>
                  </a:lnTo>
                  <a:lnTo>
                    <a:pt x="41130" y="46719"/>
                  </a:lnTo>
                  <a:lnTo>
                    <a:pt x="47682" y="50906"/>
                  </a:lnTo>
                  <a:lnTo>
                    <a:pt x="51163" y="55301"/>
                  </a:lnTo>
                  <a:lnTo>
                    <a:pt x="55259" y="62627"/>
                  </a:lnTo>
                  <a:lnTo>
                    <a:pt x="58944" y="70372"/>
                  </a:lnTo>
                  <a:lnTo>
                    <a:pt x="60173" y="79372"/>
                  </a:lnTo>
                  <a:lnTo>
                    <a:pt x="60363" y="83939"/>
                  </a:lnTo>
                  <a:lnTo>
                    <a:pt x="60583" y="89210"/>
                  </a:lnTo>
                  <a:lnTo>
                    <a:pt x="60173" y="95280"/>
                  </a:lnTo>
                  <a:lnTo>
                    <a:pt x="55585" y="94786"/>
                  </a:lnTo>
                  <a:lnTo>
                    <a:pt x="51657" y="9436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g946"/>
            <p:cNvSpPr/>
            <p:nvPr/>
          </p:nvSpPr>
          <p:spPr>
            <a:xfrm>
              <a:off x="3587275" y="4700647"/>
              <a:ext cx="42454" cy="57781"/>
            </a:xfrm>
            <a:custGeom>
              <a:avLst/>
              <a:pathLst>
                <a:path w="42454" h="57781">
                  <a:moveTo>
                    <a:pt x="31341" y="51065"/>
                  </a:moveTo>
                  <a:lnTo>
                    <a:pt x="20677" y="57781"/>
                  </a:lnTo>
                  <a:lnTo>
                    <a:pt x="17790" y="51874"/>
                  </a:lnTo>
                  <a:lnTo>
                    <a:pt x="12788" y="41642"/>
                  </a:lnTo>
                  <a:lnTo>
                    <a:pt x="8105" y="32062"/>
                  </a:lnTo>
                  <a:lnTo>
                    <a:pt x="5273" y="26268"/>
                  </a:lnTo>
                  <a:lnTo>
                    <a:pt x="4693" y="23585"/>
                  </a:lnTo>
                  <a:lnTo>
                    <a:pt x="2301" y="12526"/>
                  </a:lnTo>
                  <a:lnTo>
                    <a:pt x="0" y="1883"/>
                  </a:lnTo>
                  <a:lnTo>
                    <a:pt x="9875" y="972"/>
                  </a:lnTo>
                  <a:lnTo>
                    <a:pt x="20414" y="0"/>
                  </a:lnTo>
                  <a:lnTo>
                    <a:pt x="22965" y="8755"/>
                  </a:lnTo>
                  <a:lnTo>
                    <a:pt x="27587" y="21511"/>
                  </a:lnTo>
                  <a:lnTo>
                    <a:pt x="36599" y="37810"/>
                  </a:lnTo>
                  <a:lnTo>
                    <a:pt x="42454" y="44067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g947"/>
            <p:cNvSpPr/>
            <p:nvPr/>
          </p:nvSpPr>
          <p:spPr>
            <a:xfrm>
              <a:off x="5244521" y="4533514"/>
              <a:ext cx="132261" cy="130703"/>
            </a:xfrm>
            <a:custGeom>
              <a:avLst/>
              <a:pathLst>
                <a:path w="132261" h="130703">
                  <a:moveTo>
                    <a:pt x="0" y="41536"/>
                  </a:moveTo>
                  <a:lnTo>
                    <a:pt x="8390" y="21912"/>
                  </a:lnTo>
                  <a:lnTo>
                    <a:pt x="17759" y="0"/>
                  </a:lnTo>
                  <a:lnTo>
                    <a:pt x="96398" y="47768"/>
                  </a:lnTo>
                  <a:lnTo>
                    <a:pt x="132261" y="69552"/>
                  </a:lnTo>
                  <a:lnTo>
                    <a:pt x="132261" y="1307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g948"/>
            <p:cNvSpPr/>
            <p:nvPr/>
          </p:nvSpPr>
          <p:spPr>
            <a:xfrm>
              <a:off x="4917265" y="4497806"/>
              <a:ext cx="108090" cy="57545"/>
            </a:xfrm>
            <a:custGeom>
              <a:avLst/>
              <a:pathLst>
                <a:path w="108090" h="57545">
                  <a:moveTo>
                    <a:pt x="102892" y="34827"/>
                  </a:moveTo>
                  <a:lnTo>
                    <a:pt x="97011" y="57545"/>
                  </a:lnTo>
                  <a:lnTo>
                    <a:pt x="73921" y="55099"/>
                  </a:lnTo>
                  <a:lnTo>
                    <a:pt x="0" y="47268"/>
                  </a:lnTo>
                  <a:lnTo>
                    <a:pt x="1723" y="22139"/>
                  </a:lnTo>
                  <a:lnTo>
                    <a:pt x="3242" y="0"/>
                  </a:lnTo>
                  <a:lnTo>
                    <a:pt x="26897" y="3325"/>
                  </a:lnTo>
                  <a:lnTo>
                    <a:pt x="33609" y="4269"/>
                  </a:lnTo>
                  <a:lnTo>
                    <a:pt x="38090" y="4899"/>
                  </a:lnTo>
                  <a:lnTo>
                    <a:pt x="42150" y="5470"/>
                  </a:lnTo>
                  <a:lnTo>
                    <a:pt x="47178" y="6177"/>
                  </a:lnTo>
                  <a:lnTo>
                    <a:pt x="51380" y="6768"/>
                  </a:lnTo>
                  <a:lnTo>
                    <a:pt x="56881" y="7541"/>
                  </a:lnTo>
                  <a:lnTo>
                    <a:pt x="61073" y="8131"/>
                  </a:lnTo>
                  <a:lnTo>
                    <a:pt x="67179" y="8989"/>
                  </a:lnTo>
                  <a:lnTo>
                    <a:pt x="70552" y="9464"/>
                  </a:lnTo>
                  <a:lnTo>
                    <a:pt x="73816" y="9922"/>
                  </a:lnTo>
                  <a:lnTo>
                    <a:pt x="83876" y="11337"/>
                  </a:lnTo>
                  <a:lnTo>
                    <a:pt x="101103" y="13759"/>
                  </a:lnTo>
                  <a:lnTo>
                    <a:pt x="108090" y="1474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g949"/>
            <p:cNvSpPr/>
            <p:nvPr/>
          </p:nvSpPr>
          <p:spPr>
            <a:xfrm>
              <a:off x="5020385" y="4514497"/>
              <a:ext cx="86453" cy="51265"/>
            </a:xfrm>
            <a:custGeom>
              <a:avLst/>
              <a:pathLst>
                <a:path w="86453" h="51265">
                  <a:moveTo>
                    <a:pt x="85710" y="36944"/>
                  </a:moveTo>
                  <a:lnTo>
                    <a:pt x="84401" y="51265"/>
                  </a:lnTo>
                  <a:lnTo>
                    <a:pt x="39911" y="43538"/>
                  </a:lnTo>
                  <a:lnTo>
                    <a:pt x="0" y="36606"/>
                  </a:lnTo>
                  <a:lnTo>
                    <a:pt x="4399" y="19476"/>
                  </a:lnTo>
                  <a:lnTo>
                    <a:pt x="9402" y="0"/>
                  </a:lnTo>
                  <a:lnTo>
                    <a:pt x="24549" y="5666"/>
                  </a:lnTo>
                  <a:lnTo>
                    <a:pt x="40912" y="11787"/>
                  </a:lnTo>
                  <a:lnTo>
                    <a:pt x="86453" y="28825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g950"/>
            <p:cNvSpPr/>
            <p:nvPr/>
          </p:nvSpPr>
          <p:spPr>
            <a:xfrm>
              <a:off x="5293194" y="4469348"/>
              <a:ext cx="83588" cy="120727"/>
            </a:xfrm>
            <a:custGeom>
              <a:avLst/>
              <a:pathLst>
                <a:path w="83588" h="120727">
                  <a:moveTo>
                    <a:pt x="928" y="950"/>
                  </a:moveTo>
                  <a:lnTo>
                    <a:pt x="30589" y="401"/>
                  </a:lnTo>
                  <a:lnTo>
                    <a:pt x="52323" y="0"/>
                  </a:lnTo>
                  <a:lnTo>
                    <a:pt x="57820" y="24581"/>
                  </a:lnTo>
                  <a:lnTo>
                    <a:pt x="78060" y="33414"/>
                  </a:lnTo>
                  <a:lnTo>
                    <a:pt x="83588" y="35828"/>
                  </a:lnTo>
                  <a:lnTo>
                    <a:pt x="83588" y="120727"/>
                  </a:lnTo>
                  <a:lnTo>
                    <a:pt x="0" y="70134"/>
                  </a:lnTo>
                  <a:lnTo>
                    <a:pt x="785" y="52350"/>
                  </a:lnTo>
                  <a:lnTo>
                    <a:pt x="1771" y="332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g951"/>
            <p:cNvSpPr/>
            <p:nvPr/>
          </p:nvSpPr>
          <p:spPr>
            <a:xfrm>
              <a:off x="4676637" y="4488116"/>
              <a:ext cx="69398" cy="31936"/>
            </a:xfrm>
            <a:custGeom>
              <a:avLst/>
              <a:pathLst>
                <a:path w="69398" h="31936">
                  <a:moveTo>
                    <a:pt x="68937" y="15344"/>
                  </a:moveTo>
                  <a:lnTo>
                    <a:pt x="68109" y="31936"/>
                  </a:lnTo>
                  <a:lnTo>
                    <a:pt x="43588" y="29516"/>
                  </a:lnTo>
                  <a:lnTo>
                    <a:pt x="323" y="25246"/>
                  </a:lnTo>
                  <a:lnTo>
                    <a:pt x="176" y="13728"/>
                  </a:lnTo>
                  <a:lnTo>
                    <a:pt x="0" y="0"/>
                  </a:lnTo>
                  <a:lnTo>
                    <a:pt x="4691" y="411"/>
                  </a:lnTo>
                  <a:lnTo>
                    <a:pt x="12795" y="1123"/>
                  </a:lnTo>
                  <a:lnTo>
                    <a:pt x="19773" y="1735"/>
                  </a:lnTo>
                  <a:lnTo>
                    <a:pt x="28887" y="2535"/>
                  </a:lnTo>
                  <a:lnTo>
                    <a:pt x="37533" y="3294"/>
                  </a:lnTo>
                  <a:lnTo>
                    <a:pt x="46611" y="4091"/>
                  </a:lnTo>
                  <a:lnTo>
                    <a:pt x="55917" y="4908"/>
                  </a:lnTo>
                  <a:lnTo>
                    <a:pt x="64029" y="5620"/>
                  </a:lnTo>
                  <a:lnTo>
                    <a:pt x="69398" y="609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g952"/>
            <p:cNvSpPr/>
            <p:nvPr/>
          </p:nvSpPr>
          <p:spPr>
            <a:xfrm>
              <a:off x="5005193" y="4452407"/>
              <a:ext cx="241068" cy="120643"/>
            </a:xfrm>
            <a:custGeom>
              <a:avLst/>
              <a:pathLst>
                <a:path w="241068" h="120643">
                  <a:moveTo>
                    <a:pt x="238162" y="90451"/>
                  </a:moveTo>
                  <a:lnTo>
                    <a:pt x="232214" y="120643"/>
                  </a:lnTo>
                  <a:lnTo>
                    <a:pt x="162008" y="96755"/>
                  </a:lnTo>
                  <a:lnTo>
                    <a:pt x="159288" y="95830"/>
                  </a:lnTo>
                  <a:lnTo>
                    <a:pt x="118772" y="80853"/>
                  </a:lnTo>
                  <a:lnTo>
                    <a:pt x="95962" y="70427"/>
                  </a:lnTo>
                  <a:lnTo>
                    <a:pt x="63788" y="57078"/>
                  </a:lnTo>
                  <a:lnTo>
                    <a:pt x="0" y="38796"/>
                  </a:lnTo>
                  <a:lnTo>
                    <a:pt x="3918" y="15659"/>
                  </a:lnTo>
                  <a:lnTo>
                    <a:pt x="6569" y="0"/>
                  </a:lnTo>
                  <a:lnTo>
                    <a:pt x="38374" y="7832"/>
                  </a:lnTo>
                  <a:lnTo>
                    <a:pt x="50861" y="10907"/>
                  </a:lnTo>
                  <a:lnTo>
                    <a:pt x="76984" y="19650"/>
                  </a:lnTo>
                  <a:lnTo>
                    <a:pt x="107721" y="35672"/>
                  </a:lnTo>
                  <a:lnTo>
                    <a:pt x="117448" y="38882"/>
                  </a:lnTo>
                  <a:lnTo>
                    <a:pt x="130802" y="43288"/>
                  </a:lnTo>
                  <a:lnTo>
                    <a:pt x="141086" y="46681"/>
                  </a:lnTo>
                  <a:lnTo>
                    <a:pt x="147549" y="48557"/>
                  </a:lnTo>
                  <a:lnTo>
                    <a:pt x="160151" y="52215"/>
                  </a:lnTo>
                  <a:lnTo>
                    <a:pt x="172876" y="55909"/>
                  </a:lnTo>
                  <a:lnTo>
                    <a:pt x="186965" y="59999"/>
                  </a:lnTo>
                  <a:lnTo>
                    <a:pt x="200148" y="63825"/>
                  </a:lnTo>
                  <a:lnTo>
                    <a:pt x="215739" y="68351"/>
                  </a:lnTo>
                  <a:lnTo>
                    <a:pt x="241068" y="7570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g953"/>
            <p:cNvSpPr/>
            <p:nvPr/>
          </p:nvSpPr>
          <p:spPr>
            <a:xfrm>
              <a:off x="4930340" y="4435733"/>
              <a:ext cx="67440" cy="48402"/>
            </a:xfrm>
            <a:custGeom>
              <a:avLst/>
              <a:pathLst>
                <a:path w="67440" h="48402">
                  <a:moveTo>
                    <a:pt x="61136" y="48402"/>
                  </a:moveTo>
                  <a:lnTo>
                    <a:pt x="37331" y="44655"/>
                  </a:lnTo>
                  <a:lnTo>
                    <a:pt x="0" y="38779"/>
                  </a:lnTo>
                  <a:lnTo>
                    <a:pt x="2063" y="15667"/>
                  </a:lnTo>
                  <a:lnTo>
                    <a:pt x="3461" y="0"/>
                  </a:lnTo>
                  <a:lnTo>
                    <a:pt x="14721" y="2367"/>
                  </a:lnTo>
                  <a:lnTo>
                    <a:pt x="23807" y="4277"/>
                  </a:lnTo>
                  <a:lnTo>
                    <a:pt x="29027" y="5374"/>
                  </a:lnTo>
                  <a:lnTo>
                    <a:pt x="33248" y="6262"/>
                  </a:lnTo>
                  <a:lnTo>
                    <a:pt x="36424" y="6929"/>
                  </a:lnTo>
                  <a:lnTo>
                    <a:pt x="39317" y="7537"/>
                  </a:lnTo>
                  <a:lnTo>
                    <a:pt x="41275" y="7949"/>
                  </a:lnTo>
                  <a:lnTo>
                    <a:pt x="43130" y="8339"/>
                  </a:lnTo>
                  <a:lnTo>
                    <a:pt x="46245" y="8994"/>
                  </a:lnTo>
                  <a:lnTo>
                    <a:pt x="49382" y="9653"/>
                  </a:lnTo>
                  <a:lnTo>
                    <a:pt x="54271" y="10681"/>
                  </a:lnTo>
                  <a:lnTo>
                    <a:pt x="56773" y="11207"/>
                  </a:lnTo>
                  <a:lnTo>
                    <a:pt x="63682" y="12660"/>
                  </a:lnTo>
                  <a:lnTo>
                    <a:pt x="66123" y="13173"/>
                  </a:lnTo>
                  <a:lnTo>
                    <a:pt x="67440" y="13449"/>
                  </a:lnTo>
                  <a:lnTo>
                    <a:pt x="67024" y="20192"/>
                  </a:lnTo>
                  <a:lnTo>
                    <a:pt x="66223" y="25379"/>
                  </a:lnTo>
                  <a:lnTo>
                    <a:pt x="65318" y="3124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g954"/>
            <p:cNvSpPr/>
            <p:nvPr/>
          </p:nvSpPr>
          <p:spPr>
            <a:xfrm>
              <a:off x="4773118" y="4416552"/>
              <a:ext cx="64619" cy="58893"/>
            </a:xfrm>
            <a:custGeom>
              <a:avLst/>
              <a:pathLst>
                <a:path w="64619" h="58893">
                  <a:moveTo>
                    <a:pt x="48639" y="49308"/>
                  </a:moveTo>
                  <a:lnTo>
                    <a:pt x="13282" y="58893"/>
                  </a:lnTo>
                  <a:lnTo>
                    <a:pt x="5053" y="29190"/>
                  </a:lnTo>
                  <a:lnTo>
                    <a:pt x="0" y="10951"/>
                  </a:lnTo>
                  <a:lnTo>
                    <a:pt x="3437" y="10268"/>
                  </a:lnTo>
                  <a:lnTo>
                    <a:pt x="8651" y="9232"/>
                  </a:lnTo>
                  <a:lnTo>
                    <a:pt x="12524" y="8463"/>
                  </a:lnTo>
                  <a:lnTo>
                    <a:pt x="18017" y="7372"/>
                  </a:lnTo>
                  <a:lnTo>
                    <a:pt x="21361" y="6707"/>
                  </a:lnTo>
                  <a:lnTo>
                    <a:pt x="24949" y="5995"/>
                  </a:lnTo>
                  <a:lnTo>
                    <a:pt x="27343" y="5519"/>
                  </a:lnTo>
                  <a:lnTo>
                    <a:pt x="30280" y="4936"/>
                  </a:lnTo>
                  <a:lnTo>
                    <a:pt x="32987" y="4398"/>
                  </a:lnTo>
                  <a:lnTo>
                    <a:pt x="36394" y="3721"/>
                  </a:lnTo>
                  <a:lnTo>
                    <a:pt x="39784" y="3048"/>
                  </a:lnTo>
                  <a:lnTo>
                    <a:pt x="44024" y="2206"/>
                  </a:lnTo>
                  <a:lnTo>
                    <a:pt x="46831" y="1648"/>
                  </a:lnTo>
                  <a:lnTo>
                    <a:pt x="51179" y="785"/>
                  </a:lnTo>
                  <a:lnTo>
                    <a:pt x="53491" y="325"/>
                  </a:lnTo>
                  <a:lnTo>
                    <a:pt x="55132" y="0"/>
                  </a:lnTo>
                  <a:lnTo>
                    <a:pt x="57929" y="13258"/>
                  </a:lnTo>
                  <a:lnTo>
                    <a:pt x="64619" y="4497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g955"/>
            <p:cNvSpPr/>
            <p:nvPr/>
          </p:nvSpPr>
          <p:spPr>
            <a:xfrm>
              <a:off x="4847930" y="4423161"/>
              <a:ext cx="77802" cy="52712"/>
            </a:xfrm>
            <a:custGeom>
              <a:avLst/>
              <a:pathLst>
                <a:path w="77802" h="52712">
                  <a:moveTo>
                    <a:pt x="0" y="47727"/>
                  </a:moveTo>
                  <a:lnTo>
                    <a:pt x="1697" y="35123"/>
                  </a:lnTo>
                  <a:lnTo>
                    <a:pt x="2817" y="22906"/>
                  </a:lnTo>
                  <a:lnTo>
                    <a:pt x="4917" y="0"/>
                  </a:lnTo>
                  <a:lnTo>
                    <a:pt x="20603" y="2245"/>
                  </a:lnTo>
                  <a:lnTo>
                    <a:pt x="27877" y="3287"/>
                  </a:lnTo>
                  <a:lnTo>
                    <a:pt x="40884" y="5149"/>
                  </a:lnTo>
                  <a:lnTo>
                    <a:pt x="49922" y="6443"/>
                  </a:lnTo>
                  <a:lnTo>
                    <a:pt x="54858" y="7150"/>
                  </a:lnTo>
                  <a:lnTo>
                    <a:pt x="58879" y="7725"/>
                  </a:lnTo>
                  <a:lnTo>
                    <a:pt x="63979" y="8455"/>
                  </a:lnTo>
                  <a:lnTo>
                    <a:pt x="67489" y="8958"/>
                  </a:lnTo>
                  <a:lnTo>
                    <a:pt x="71114" y="9477"/>
                  </a:lnTo>
                  <a:lnTo>
                    <a:pt x="77802" y="10435"/>
                  </a:lnTo>
                  <a:lnTo>
                    <a:pt x="76386" y="27582"/>
                  </a:lnTo>
                  <a:lnTo>
                    <a:pt x="74312" y="52712"/>
                  </a:lnTo>
                  <a:lnTo>
                    <a:pt x="58960" y="52392"/>
                  </a:lnTo>
                  <a:lnTo>
                    <a:pt x="52629" y="522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g956"/>
            <p:cNvSpPr/>
            <p:nvPr/>
          </p:nvSpPr>
          <p:spPr>
            <a:xfrm>
              <a:off x="5085753" y="4417925"/>
              <a:ext cx="175870" cy="97397"/>
            </a:xfrm>
            <a:custGeom>
              <a:avLst/>
              <a:pathLst>
                <a:path w="175870" h="97397">
                  <a:moveTo>
                    <a:pt x="111375" y="43860"/>
                  </a:moveTo>
                  <a:lnTo>
                    <a:pt x="175870" y="51522"/>
                  </a:lnTo>
                  <a:lnTo>
                    <a:pt x="173832" y="76328"/>
                  </a:lnTo>
                  <a:lnTo>
                    <a:pt x="172102" y="97397"/>
                  </a:lnTo>
                  <a:lnTo>
                    <a:pt x="47520" y="69146"/>
                  </a:lnTo>
                  <a:lnTo>
                    <a:pt x="40701" y="65501"/>
                  </a:lnTo>
                  <a:lnTo>
                    <a:pt x="34657" y="62270"/>
                  </a:lnTo>
                  <a:lnTo>
                    <a:pt x="28926" y="59207"/>
                  </a:lnTo>
                  <a:lnTo>
                    <a:pt x="21254" y="55106"/>
                  </a:lnTo>
                  <a:lnTo>
                    <a:pt x="15497" y="52029"/>
                  </a:lnTo>
                  <a:lnTo>
                    <a:pt x="7983" y="48013"/>
                  </a:lnTo>
                  <a:lnTo>
                    <a:pt x="0" y="43746"/>
                  </a:lnTo>
                  <a:lnTo>
                    <a:pt x="9499" y="22244"/>
                  </a:lnTo>
                  <a:lnTo>
                    <a:pt x="19326" y="0"/>
                  </a:lnTo>
                  <a:lnTo>
                    <a:pt x="33044" y="6456"/>
                  </a:lnTo>
                  <a:lnTo>
                    <a:pt x="67510" y="2268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g957"/>
            <p:cNvSpPr/>
            <p:nvPr/>
          </p:nvSpPr>
          <p:spPr>
            <a:xfrm>
              <a:off x="5033172" y="4398823"/>
              <a:ext cx="47850" cy="50387"/>
            </a:xfrm>
            <a:custGeom>
              <a:avLst/>
              <a:pathLst>
                <a:path w="47850" h="50387">
                  <a:moveTo>
                    <a:pt x="45299" y="27699"/>
                  </a:moveTo>
                  <a:lnTo>
                    <a:pt x="40906" y="50387"/>
                  </a:lnTo>
                  <a:lnTo>
                    <a:pt x="32961" y="48289"/>
                  </a:lnTo>
                  <a:lnTo>
                    <a:pt x="26379" y="46550"/>
                  </a:lnTo>
                  <a:lnTo>
                    <a:pt x="18880" y="44570"/>
                  </a:lnTo>
                  <a:lnTo>
                    <a:pt x="0" y="39584"/>
                  </a:lnTo>
                  <a:lnTo>
                    <a:pt x="2080" y="29319"/>
                  </a:lnTo>
                  <a:lnTo>
                    <a:pt x="4723" y="16274"/>
                  </a:lnTo>
                  <a:lnTo>
                    <a:pt x="8021" y="0"/>
                  </a:lnTo>
                  <a:lnTo>
                    <a:pt x="22246" y="5187"/>
                  </a:lnTo>
                  <a:lnTo>
                    <a:pt x="47850" y="1452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g958"/>
            <p:cNvSpPr/>
            <p:nvPr/>
          </p:nvSpPr>
          <p:spPr>
            <a:xfrm>
              <a:off x="4602474" y="4402147"/>
              <a:ext cx="170643" cy="72413"/>
            </a:xfrm>
            <a:custGeom>
              <a:avLst/>
              <a:pathLst>
                <a:path w="170643" h="72413">
                  <a:moveTo>
                    <a:pt x="12616" y="0"/>
                  </a:moveTo>
                  <a:lnTo>
                    <a:pt x="47522" y="10410"/>
                  </a:lnTo>
                  <a:lnTo>
                    <a:pt x="57678" y="13544"/>
                  </a:lnTo>
                  <a:lnTo>
                    <a:pt x="64225" y="15565"/>
                  </a:lnTo>
                  <a:lnTo>
                    <a:pt x="75408" y="18714"/>
                  </a:lnTo>
                  <a:lnTo>
                    <a:pt x="84524" y="22894"/>
                  </a:lnTo>
                  <a:lnTo>
                    <a:pt x="91266" y="25985"/>
                  </a:lnTo>
                  <a:lnTo>
                    <a:pt x="109040" y="29673"/>
                  </a:lnTo>
                  <a:lnTo>
                    <a:pt x="118664" y="31670"/>
                  </a:lnTo>
                  <a:lnTo>
                    <a:pt x="127746" y="33281"/>
                  </a:lnTo>
                  <a:lnTo>
                    <a:pt x="132803" y="33671"/>
                  </a:lnTo>
                  <a:lnTo>
                    <a:pt x="136210" y="33675"/>
                  </a:lnTo>
                  <a:lnTo>
                    <a:pt x="141699" y="32735"/>
                  </a:lnTo>
                  <a:lnTo>
                    <a:pt x="147607" y="30630"/>
                  </a:lnTo>
                  <a:lnTo>
                    <a:pt x="160543" y="25480"/>
                  </a:lnTo>
                  <a:lnTo>
                    <a:pt x="165032" y="46339"/>
                  </a:lnTo>
                  <a:lnTo>
                    <a:pt x="170643" y="72413"/>
                  </a:lnTo>
                  <a:lnTo>
                    <a:pt x="101423" y="70414"/>
                  </a:lnTo>
                  <a:lnTo>
                    <a:pt x="79794" y="69789"/>
                  </a:lnTo>
                  <a:lnTo>
                    <a:pt x="69476" y="66266"/>
                  </a:lnTo>
                  <a:lnTo>
                    <a:pt x="52876" y="57468"/>
                  </a:lnTo>
                  <a:lnTo>
                    <a:pt x="42292" y="52373"/>
                  </a:lnTo>
                  <a:lnTo>
                    <a:pt x="30063" y="45832"/>
                  </a:lnTo>
                  <a:lnTo>
                    <a:pt x="18200" y="38334"/>
                  </a:lnTo>
                  <a:lnTo>
                    <a:pt x="9670" y="27772"/>
                  </a:lnTo>
                  <a:lnTo>
                    <a:pt x="0" y="21153"/>
                  </a:lnTo>
                  <a:lnTo>
                    <a:pt x="5425" y="10253"/>
                  </a:lnTo>
                  <a:lnTo>
                    <a:pt x="10501" y="5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g959"/>
            <p:cNvSpPr/>
            <p:nvPr/>
          </p:nvSpPr>
          <p:spPr>
            <a:xfrm>
              <a:off x="5054375" y="4355200"/>
              <a:ext cx="162060" cy="92209"/>
            </a:xfrm>
            <a:custGeom>
              <a:avLst/>
              <a:pathLst>
                <a:path w="162060" h="92209">
                  <a:moveTo>
                    <a:pt x="27319" y="5931"/>
                  </a:moveTo>
                  <a:lnTo>
                    <a:pt x="68687" y="17571"/>
                  </a:lnTo>
                  <a:lnTo>
                    <a:pt x="87884" y="22972"/>
                  </a:lnTo>
                  <a:lnTo>
                    <a:pt x="101959" y="28850"/>
                  </a:lnTo>
                  <a:lnTo>
                    <a:pt x="105438" y="30303"/>
                  </a:lnTo>
                  <a:lnTo>
                    <a:pt x="145712" y="40897"/>
                  </a:lnTo>
                  <a:lnTo>
                    <a:pt x="162060" y="45198"/>
                  </a:lnTo>
                  <a:lnTo>
                    <a:pt x="158335" y="53885"/>
                  </a:lnTo>
                  <a:lnTo>
                    <a:pt x="148688" y="76384"/>
                  </a:lnTo>
                  <a:lnTo>
                    <a:pt x="141903" y="92209"/>
                  </a:lnTo>
                  <a:lnTo>
                    <a:pt x="117300" y="82576"/>
                  </a:lnTo>
                  <a:lnTo>
                    <a:pt x="82572" y="68979"/>
                  </a:lnTo>
                  <a:lnTo>
                    <a:pt x="66806" y="62806"/>
                  </a:lnTo>
                  <a:lnTo>
                    <a:pt x="57861" y="59304"/>
                  </a:lnTo>
                  <a:lnTo>
                    <a:pt x="45326" y="54396"/>
                  </a:lnTo>
                  <a:lnTo>
                    <a:pt x="38825" y="48460"/>
                  </a:lnTo>
                  <a:lnTo>
                    <a:pt x="33172" y="44729"/>
                  </a:lnTo>
                  <a:lnTo>
                    <a:pt x="30854" y="43090"/>
                  </a:lnTo>
                  <a:lnTo>
                    <a:pt x="21959" y="40730"/>
                  </a:lnTo>
                  <a:lnTo>
                    <a:pt x="0" y="34906"/>
                  </a:lnTo>
                  <a:lnTo>
                    <a:pt x="2015" y="23624"/>
                  </a:lnTo>
                  <a:lnTo>
                    <a:pt x="4234" y="11204"/>
                  </a:lnTo>
                  <a:lnTo>
                    <a:pt x="623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g960"/>
            <p:cNvSpPr/>
            <p:nvPr/>
          </p:nvSpPr>
          <p:spPr>
            <a:xfrm>
              <a:off x="4637256" y="4337122"/>
              <a:ext cx="91388" cy="84338"/>
            </a:xfrm>
            <a:custGeom>
              <a:avLst/>
              <a:pathLst>
                <a:path w="91388" h="84338">
                  <a:moveTo>
                    <a:pt x="56612" y="7212"/>
                  </a:moveTo>
                  <a:lnTo>
                    <a:pt x="91388" y="27572"/>
                  </a:lnTo>
                  <a:lnTo>
                    <a:pt x="89732" y="41475"/>
                  </a:lnTo>
                  <a:lnTo>
                    <a:pt x="84877" y="82244"/>
                  </a:lnTo>
                  <a:lnTo>
                    <a:pt x="84628" y="84338"/>
                  </a:lnTo>
                  <a:lnTo>
                    <a:pt x="73001" y="81130"/>
                  </a:lnTo>
                  <a:lnTo>
                    <a:pt x="60847" y="77778"/>
                  </a:lnTo>
                  <a:lnTo>
                    <a:pt x="49527" y="74656"/>
                  </a:lnTo>
                  <a:lnTo>
                    <a:pt x="48000" y="73633"/>
                  </a:lnTo>
                  <a:lnTo>
                    <a:pt x="37133" y="66356"/>
                  </a:lnTo>
                  <a:lnTo>
                    <a:pt x="26228" y="59055"/>
                  </a:lnTo>
                  <a:lnTo>
                    <a:pt x="1358" y="42850"/>
                  </a:lnTo>
                  <a:lnTo>
                    <a:pt x="0" y="41950"/>
                  </a:lnTo>
                  <a:lnTo>
                    <a:pt x="514" y="41013"/>
                  </a:lnTo>
                  <a:lnTo>
                    <a:pt x="18746" y="20789"/>
                  </a:lnTo>
                  <a:lnTo>
                    <a:pt x="3748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g961"/>
            <p:cNvSpPr/>
            <p:nvPr/>
          </p:nvSpPr>
          <p:spPr>
            <a:xfrm>
              <a:off x="4528429" y="4751720"/>
              <a:ext cx="52221" cy="107524"/>
            </a:xfrm>
            <a:custGeom>
              <a:avLst/>
              <a:pathLst>
                <a:path w="52221" h="107524">
                  <a:moveTo>
                    <a:pt x="22743" y="22143"/>
                  </a:moveTo>
                  <a:lnTo>
                    <a:pt x="28878" y="0"/>
                  </a:lnTo>
                  <a:lnTo>
                    <a:pt x="33593" y="930"/>
                  </a:lnTo>
                  <a:lnTo>
                    <a:pt x="52221" y="4604"/>
                  </a:lnTo>
                  <a:lnTo>
                    <a:pt x="48945" y="16326"/>
                  </a:lnTo>
                  <a:lnTo>
                    <a:pt x="48157" y="19011"/>
                  </a:lnTo>
                  <a:lnTo>
                    <a:pt x="45995" y="26376"/>
                  </a:lnTo>
                  <a:lnTo>
                    <a:pt x="44312" y="32111"/>
                  </a:lnTo>
                  <a:lnTo>
                    <a:pt x="43156" y="36050"/>
                  </a:lnTo>
                  <a:lnTo>
                    <a:pt x="41938" y="40201"/>
                  </a:lnTo>
                  <a:lnTo>
                    <a:pt x="40345" y="45630"/>
                  </a:lnTo>
                  <a:lnTo>
                    <a:pt x="32973" y="75353"/>
                  </a:lnTo>
                  <a:lnTo>
                    <a:pt x="32490" y="75775"/>
                  </a:lnTo>
                  <a:lnTo>
                    <a:pt x="27116" y="102946"/>
                  </a:lnTo>
                  <a:lnTo>
                    <a:pt x="23163" y="107524"/>
                  </a:lnTo>
                  <a:lnTo>
                    <a:pt x="0" y="10423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g962"/>
            <p:cNvSpPr/>
            <p:nvPr/>
          </p:nvSpPr>
          <p:spPr>
            <a:xfrm>
              <a:off x="4578747" y="4601272"/>
              <a:ext cx="55081" cy="119309"/>
            </a:xfrm>
            <a:custGeom>
              <a:avLst/>
              <a:pathLst>
                <a:path w="55081" h="119309">
                  <a:moveTo>
                    <a:pt x="54467" y="119309"/>
                  </a:moveTo>
                  <a:lnTo>
                    <a:pt x="49333" y="118117"/>
                  </a:lnTo>
                  <a:lnTo>
                    <a:pt x="42439" y="116518"/>
                  </a:lnTo>
                  <a:lnTo>
                    <a:pt x="39221" y="115771"/>
                  </a:lnTo>
                  <a:lnTo>
                    <a:pt x="33875" y="114530"/>
                  </a:lnTo>
                  <a:lnTo>
                    <a:pt x="30255" y="113691"/>
                  </a:lnTo>
                  <a:lnTo>
                    <a:pt x="27039" y="112944"/>
                  </a:lnTo>
                  <a:lnTo>
                    <a:pt x="21090" y="111564"/>
                  </a:lnTo>
                  <a:lnTo>
                    <a:pt x="20681" y="90005"/>
                  </a:lnTo>
                  <a:lnTo>
                    <a:pt x="15562" y="54840"/>
                  </a:lnTo>
                  <a:lnTo>
                    <a:pt x="13153" y="48534"/>
                  </a:lnTo>
                  <a:lnTo>
                    <a:pt x="7166" y="32862"/>
                  </a:lnTo>
                  <a:lnTo>
                    <a:pt x="0" y="0"/>
                  </a:lnTo>
                  <a:lnTo>
                    <a:pt x="7497" y="1985"/>
                  </a:lnTo>
                  <a:lnTo>
                    <a:pt x="28462" y="7535"/>
                  </a:lnTo>
                  <a:lnTo>
                    <a:pt x="35629" y="18210"/>
                  </a:lnTo>
                  <a:lnTo>
                    <a:pt x="36724" y="20481"/>
                  </a:lnTo>
                  <a:lnTo>
                    <a:pt x="43000" y="33490"/>
                  </a:lnTo>
                  <a:lnTo>
                    <a:pt x="53238" y="53165"/>
                  </a:lnTo>
                  <a:lnTo>
                    <a:pt x="54057" y="84562"/>
                  </a:lnTo>
                  <a:lnTo>
                    <a:pt x="55081" y="10612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g963"/>
            <p:cNvSpPr/>
            <p:nvPr/>
          </p:nvSpPr>
          <p:spPr>
            <a:xfrm>
              <a:off x="4634414" y="4578798"/>
              <a:ext cx="64972" cy="128596"/>
            </a:xfrm>
            <a:custGeom>
              <a:avLst/>
              <a:pathLst>
                <a:path w="64972" h="128596">
                  <a:moveTo>
                    <a:pt x="9104" y="61"/>
                  </a:moveTo>
                  <a:lnTo>
                    <a:pt x="16282" y="130"/>
                  </a:lnTo>
                  <a:lnTo>
                    <a:pt x="39015" y="20193"/>
                  </a:lnTo>
                  <a:lnTo>
                    <a:pt x="64972" y="43101"/>
                  </a:lnTo>
                  <a:lnTo>
                    <a:pt x="63252" y="51759"/>
                  </a:lnTo>
                  <a:lnTo>
                    <a:pt x="61113" y="62529"/>
                  </a:lnTo>
                  <a:lnTo>
                    <a:pt x="59007" y="73134"/>
                  </a:lnTo>
                  <a:lnTo>
                    <a:pt x="58479" y="75789"/>
                  </a:lnTo>
                  <a:lnTo>
                    <a:pt x="49440" y="90664"/>
                  </a:lnTo>
                  <a:lnTo>
                    <a:pt x="42059" y="102809"/>
                  </a:lnTo>
                  <a:lnTo>
                    <a:pt x="35000" y="115460"/>
                  </a:lnTo>
                  <a:lnTo>
                    <a:pt x="27671" y="128596"/>
                  </a:lnTo>
                  <a:lnTo>
                    <a:pt x="21118" y="123782"/>
                  </a:lnTo>
                  <a:lnTo>
                    <a:pt x="22893" y="108921"/>
                  </a:lnTo>
                  <a:lnTo>
                    <a:pt x="22893" y="86147"/>
                  </a:lnTo>
                  <a:lnTo>
                    <a:pt x="14702" y="68733"/>
                  </a:lnTo>
                  <a:lnTo>
                    <a:pt x="7359" y="60851"/>
                  </a:lnTo>
                  <a:lnTo>
                    <a:pt x="0" y="43545"/>
                  </a:lnTo>
                  <a:lnTo>
                    <a:pt x="275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4"/>
            <p:cNvSpPr/>
            <p:nvPr/>
          </p:nvSpPr>
          <p:spPr>
            <a:xfrm>
              <a:off x="5356544" y="4402600"/>
              <a:ext cx="20238" cy="70498"/>
            </a:xfrm>
            <a:custGeom>
              <a:avLst/>
              <a:pathLst>
                <a:path w="20238" h="70498">
                  <a:moveTo>
                    <a:pt x="0" y="59449"/>
                  </a:moveTo>
                  <a:lnTo>
                    <a:pt x="6174" y="28251"/>
                  </a:lnTo>
                  <a:lnTo>
                    <a:pt x="11765" y="0"/>
                  </a:lnTo>
                  <a:lnTo>
                    <a:pt x="20238" y="1972"/>
                  </a:lnTo>
                  <a:lnTo>
                    <a:pt x="20238" y="7049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g965"/>
            <p:cNvSpPr/>
            <p:nvPr/>
          </p:nvSpPr>
          <p:spPr>
            <a:xfrm>
              <a:off x="4989527" y="4367098"/>
              <a:ext cx="54585" cy="39617"/>
            </a:xfrm>
            <a:custGeom>
              <a:avLst/>
              <a:pathLst>
                <a:path w="54585" h="39617">
                  <a:moveTo>
                    <a:pt x="2734" y="13449"/>
                  </a:moveTo>
                  <a:lnTo>
                    <a:pt x="4747" y="0"/>
                  </a:lnTo>
                  <a:lnTo>
                    <a:pt x="30090" y="3430"/>
                  </a:lnTo>
                  <a:lnTo>
                    <a:pt x="54585" y="6745"/>
                  </a:lnTo>
                  <a:lnTo>
                    <a:pt x="52303" y="18151"/>
                  </a:lnTo>
                  <a:lnTo>
                    <a:pt x="48010" y="39617"/>
                  </a:lnTo>
                  <a:lnTo>
                    <a:pt x="32427" y="37057"/>
                  </a:lnTo>
                  <a:lnTo>
                    <a:pt x="0" y="3172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g966"/>
            <p:cNvSpPr/>
            <p:nvPr/>
          </p:nvSpPr>
          <p:spPr>
            <a:xfrm>
              <a:off x="4948820" y="4361429"/>
              <a:ext cx="35460" cy="68377"/>
            </a:xfrm>
            <a:custGeom>
              <a:avLst/>
              <a:pathLst>
                <a:path w="35460" h="68377">
                  <a:moveTo>
                    <a:pt x="669" y="52124"/>
                  </a:moveTo>
                  <a:lnTo>
                    <a:pt x="2948" y="17860"/>
                  </a:lnTo>
                  <a:lnTo>
                    <a:pt x="4136" y="0"/>
                  </a:lnTo>
                  <a:lnTo>
                    <a:pt x="17649" y="1870"/>
                  </a:lnTo>
                  <a:lnTo>
                    <a:pt x="35460" y="4336"/>
                  </a:lnTo>
                  <a:lnTo>
                    <a:pt x="32786" y="23466"/>
                  </a:lnTo>
                  <a:lnTo>
                    <a:pt x="31769" y="30745"/>
                  </a:lnTo>
                  <a:lnTo>
                    <a:pt x="26509" y="68377"/>
                  </a:lnTo>
                  <a:lnTo>
                    <a:pt x="23015" y="67561"/>
                  </a:lnTo>
                  <a:lnTo>
                    <a:pt x="14245" y="65514"/>
                  </a:lnTo>
                  <a:lnTo>
                    <a:pt x="10431" y="64624"/>
                  </a:lnTo>
                  <a:lnTo>
                    <a:pt x="5083" y="63375"/>
                  </a:lnTo>
                  <a:lnTo>
                    <a:pt x="0" y="6218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g967"/>
            <p:cNvSpPr/>
            <p:nvPr/>
          </p:nvSpPr>
          <p:spPr>
            <a:xfrm>
              <a:off x="4900152" y="4358455"/>
              <a:ext cx="47580" cy="64160"/>
            </a:xfrm>
            <a:custGeom>
              <a:avLst/>
              <a:pathLst>
                <a:path w="47580" h="64160">
                  <a:moveTo>
                    <a:pt x="2447" y="22624"/>
                  </a:moveTo>
                  <a:lnTo>
                    <a:pt x="4087" y="0"/>
                  </a:lnTo>
                  <a:lnTo>
                    <a:pt x="26068" y="1561"/>
                  </a:lnTo>
                  <a:lnTo>
                    <a:pt x="47580" y="3088"/>
                  </a:lnTo>
                  <a:lnTo>
                    <a:pt x="45834" y="33368"/>
                  </a:lnTo>
                  <a:lnTo>
                    <a:pt x="45212" y="44156"/>
                  </a:lnTo>
                  <a:lnTo>
                    <a:pt x="44059" y="64160"/>
                  </a:lnTo>
                  <a:lnTo>
                    <a:pt x="27284" y="60177"/>
                  </a:lnTo>
                  <a:lnTo>
                    <a:pt x="21645" y="58838"/>
                  </a:lnTo>
                  <a:lnTo>
                    <a:pt x="18718" y="58506"/>
                  </a:lnTo>
                  <a:lnTo>
                    <a:pt x="14727" y="58052"/>
                  </a:lnTo>
                  <a:lnTo>
                    <a:pt x="5971" y="57057"/>
                  </a:lnTo>
                  <a:lnTo>
                    <a:pt x="2609" y="56675"/>
                  </a:lnTo>
                  <a:lnTo>
                    <a:pt x="0" y="5637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8"/>
            <p:cNvSpPr/>
            <p:nvPr/>
          </p:nvSpPr>
          <p:spPr>
            <a:xfrm>
              <a:off x="4828747" y="4362611"/>
              <a:ext cx="67074" cy="50688"/>
            </a:xfrm>
            <a:custGeom>
              <a:avLst/>
              <a:pathLst>
                <a:path w="67074" h="50688">
                  <a:moveTo>
                    <a:pt x="3406" y="10053"/>
                  </a:moveTo>
                  <a:lnTo>
                    <a:pt x="4503" y="0"/>
                  </a:lnTo>
                  <a:lnTo>
                    <a:pt x="29488" y="3759"/>
                  </a:lnTo>
                  <a:lnTo>
                    <a:pt x="67074" y="9414"/>
                  </a:lnTo>
                  <a:lnTo>
                    <a:pt x="65141" y="25013"/>
                  </a:lnTo>
                  <a:lnTo>
                    <a:pt x="61959" y="50688"/>
                  </a:lnTo>
                  <a:lnTo>
                    <a:pt x="31047" y="45999"/>
                  </a:lnTo>
                  <a:lnTo>
                    <a:pt x="0" y="4129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g969"/>
            <p:cNvSpPr/>
            <p:nvPr/>
          </p:nvSpPr>
          <p:spPr>
            <a:xfrm>
              <a:off x="4768380" y="4359489"/>
              <a:ext cx="60344" cy="53396"/>
            </a:xfrm>
            <a:custGeom>
              <a:avLst/>
              <a:pathLst>
                <a:path w="60344" h="53396">
                  <a:moveTo>
                    <a:pt x="1502" y="32826"/>
                  </a:moveTo>
                  <a:lnTo>
                    <a:pt x="1381" y="30482"/>
                  </a:lnTo>
                  <a:lnTo>
                    <a:pt x="0" y="3677"/>
                  </a:lnTo>
                  <a:lnTo>
                    <a:pt x="29604" y="244"/>
                  </a:lnTo>
                  <a:lnTo>
                    <a:pt x="31709" y="0"/>
                  </a:lnTo>
                  <a:lnTo>
                    <a:pt x="59547" y="2806"/>
                  </a:lnTo>
                  <a:lnTo>
                    <a:pt x="60344" y="2853"/>
                  </a:lnTo>
                  <a:lnTo>
                    <a:pt x="58383" y="21454"/>
                  </a:lnTo>
                  <a:lnTo>
                    <a:pt x="55962" y="44408"/>
                  </a:lnTo>
                  <a:lnTo>
                    <a:pt x="39885" y="44932"/>
                  </a:lnTo>
                  <a:lnTo>
                    <a:pt x="24160" y="46439"/>
                  </a:lnTo>
                  <a:lnTo>
                    <a:pt x="13063" y="50013"/>
                  </a:lnTo>
                  <a:lnTo>
                    <a:pt x="8476" y="51491"/>
                  </a:lnTo>
                  <a:lnTo>
                    <a:pt x="2560" y="53396"/>
                  </a:lnTo>
                  <a:lnTo>
                    <a:pt x="2474" y="5167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g970"/>
            <p:cNvSpPr/>
            <p:nvPr/>
          </p:nvSpPr>
          <p:spPr>
            <a:xfrm>
              <a:off x="4727043" y="4362624"/>
              <a:ext cx="40126" cy="60046"/>
            </a:xfrm>
            <a:custGeom>
              <a:avLst/>
              <a:pathLst>
                <a:path w="40126" h="60046">
                  <a:moveTo>
                    <a:pt x="12849" y="111"/>
                  </a:moveTo>
                  <a:lnTo>
                    <a:pt x="34141" y="433"/>
                  </a:lnTo>
                  <a:lnTo>
                    <a:pt x="34347" y="436"/>
                  </a:lnTo>
                  <a:lnTo>
                    <a:pt x="36477" y="19168"/>
                  </a:lnTo>
                  <a:lnTo>
                    <a:pt x="40126" y="51271"/>
                  </a:lnTo>
                  <a:lnTo>
                    <a:pt x="32867" y="54460"/>
                  </a:lnTo>
                  <a:lnTo>
                    <a:pt x="9715" y="60046"/>
                  </a:lnTo>
                  <a:lnTo>
                    <a:pt x="0" y="58835"/>
                  </a:lnTo>
                  <a:lnTo>
                    <a:pt x="2712" y="29514"/>
                  </a:lnTo>
                  <a:lnTo>
                    <a:pt x="5442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g971"/>
            <p:cNvSpPr/>
            <p:nvPr/>
          </p:nvSpPr>
          <p:spPr>
            <a:xfrm>
              <a:off x="4589982" y="4295826"/>
              <a:ext cx="82044" cy="80591"/>
            </a:xfrm>
            <a:custGeom>
              <a:avLst/>
              <a:pathLst>
                <a:path w="82044" h="80591">
                  <a:moveTo>
                    <a:pt x="81935" y="38842"/>
                  </a:moveTo>
                  <a:lnTo>
                    <a:pt x="82044" y="39156"/>
                  </a:lnTo>
                  <a:lnTo>
                    <a:pt x="73583" y="48321"/>
                  </a:lnTo>
                  <a:lnTo>
                    <a:pt x="43794" y="80591"/>
                  </a:lnTo>
                  <a:lnTo>
                    <a:pt x="36759" y="75151"/>
                  </a:lnTo>
                  <a:lnTo>
                    <a:pt x="27781" y="68208"/>
                  </a:lnTo>
                  <a:lnTo>
                    <a:pt x="22184" y="63880"/>
                  </a:lnTo>
                  <a:lnTo>
                    <a:pt x="15612" y="58798"/>
                  </a:lnTo>
                  <a:lnTo>
                    <a:pt x="12814" y="56634"/>
                  </a:lnTo>
                  <a:lnTo>
                    <a:pt x="12351" y="56277"/>
                  </a:lnTo>
                  <a:lnTo>
                    <a:pt x="10821" y="54927"/>
                  </a:lnTo>
                  <a:lnTo>
                    <a:pt x="8471" y="52856"/>
                  </a:lnTo>
                  <a:lnTo>
                    <a:pt x="6852" y="51427"/>
                  </a:lnTo>
                  <a:lnTo>
                    <a:pt x="4618" y="49458"/>
                  </a:lnTo>
                  <a:lnTo>
                    <a:pt x="3917" y="48840"/>
                  </a:lnTo>
                  <a:lnTo>
                    <a:pt x="3159" y="48171"/>
                  </a:lnTo>
                  <a:lnTo>
                    <a:pt x="2154" y="47285"/>
                  </a:lnTo>
                  <a:lnTo>
                    <a:pt x="908" y="46186"/>
                  </a:lnTo>
                  <a:lnTo>
                    <a:pt x="0" y="45386"/>
                  </a:lnTo>
                  <a:lnTo>
                    <a:pt x="14439" y="23820"/>
                  </a:lnTo>
                  <a:lnTo>
                    <a:pt x="30387" y="0"/>
                  </a:lnTo>
                  <a:lnTo>
                    <a:pt x="47776" y="10905"/>
                  </a:lnTo>
                  <a:lnTo>
                    <a:pt x="54837" y="1533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g972"/>
            <p:cNvSpPr/>
            <p:nvPr/>
          </p:nvSpPr>
          <p:spPr>
            <a:xfrm>
              <a:off x="4629090" y="4266563"/>
              <a:ext cx="111605" cy="85058"/>
            </a:xfrm>
            <a:custGeom>
              <a:avLst/>
              <a:pathLst>
                <a:path w="111605" h="85058">
                  <a:moveTo>
                    <a:pt x="47626" y="18963"/>
                  </a:moveTo>
                  <a:lnTo>
                    <a:pt x="69029" y="30994"/>
                  </a:lnTo>
                  <a:lnTo>
                    <a:pt x="111605" y="54926"/>
                  </a:lnTo>
                  <a:lnTo>
                    <a:pt x="109755" y="60600"/>
                  </a:lnTo>
                  <a:lnTo>
                    <a:pt x="108685" y="63882"/>
                  </a:lnTo>
                  <a:lnTo>
                    <a:pt x="105370" y="74047"/>
                  </a:lnTo>
                  <a:lnTo>
                    <a:pt x="99949" y="85058"/>
                  </a:lnTo>
                  <a:lnTo>
                    <a:pt x="83122" y="75466"/>
                  </a:lnTo>
                  <a:lnTo>
                    <a:pt x="49147" y="56099"/>
                  </a:lnTo>
                  <a:lnTo>
                    <a:pt x="42729" y="51468"/>
                  </a:lnTo>
                  <a:lnTo>
                    <a:pt x="39946" y="49461"/>
                  </a:lnTo>
                  <a:lnTo>
                    <a:pt x="26123" y="39566"/>
                  </a:lnTo>
                  <a:lnTo>
                    <a:pt x="15934" y="32272"/>
                  </a:lnTo>
                  <a:lnTo>
                    <a:pt x="0" y="22783"/>
                  </a:lnTo>
                  <a:lnTo>
                    <a:pt x="6359" y="12353"/>
                  </a:lnTo>
                  <a:lnTo>
                    <a:pt x="13890" y="0"/>
                  </a:lnTo>
                  <a:lnTo>
                    <a:pt x="23265" y="52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g973"/>
            <p:cNvSpPr/>
            <p:nvPr/>
          </p:nvSpPr>
          <p:spPr>
            <a:xfrm>
              <a:off x="4755935" y="4283784"/>
              <a:ext cx="24002" cy="26424"/>
            </a:xfrm>
            <a:custGeom>
              <a:avLst/>
              <a:pathLst>
                <a:path w="24002" h="26424">
                  <a:moveTo>
                    <a:pt x="13342" y="25942"/>
                  </a:moveTo>
                  <a:lnTo>
                    <a:pt x="6591" y="25597"/>
                  </a:lnTo>
                  <a:lnTo>
                    <a:pt x="0" y="25261"/>
                  </a:lnTo>
                  <a:lnTo>
                    <a:pt x="959" y="11012"/>
                  </a:lnTo>
                  <a:lnTo>
                    <a:pt x="1700" y="0"/>
                  </a:lnTo>
                  <a:lnTo>
                    <a:pt x="13632" y="926"/>
                  </a:lnTo>
                  <a:lnTo>
                    <a:pt x="24002" y="1731"/>
                  </a:lnTo>
                  <a:lnTo>
                    <a:pt x="23524" y="11559"/>
                  </a:lnTo>
                  <a:lnTo>
                    <a:pt x="22801" y="2642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g974"/>
            <p:cNvSpPr/>
            <p:nvPr/>
          </p:nvSpPr>
          <p:spPr>
            <a:xfrm>
              <a:off x="4540141" y="4363653"/>
              <a:ext cx="69186" cy="55247"/>
            </a:xfrm>
            <a:custGeom>
              <a:avLst/>
              <a:pathLst>
                <a:path w="69186" h="55247">
                  <a:moveTo>
                    <a:pt x="63746" y="44045"/>
                  </a:moveTo>
                  <a:lnTo>
                    <a:pt x="55825" y="55247"/>
                  </a:lnTo>
                  <a:lnTo>
                    <a:pt x="37401" y="42041"/>
                  </a:lnTo>
                  <a:lnTo>
                    <a:pt x="0" y="15230"/>
                  </a:lnTo>
                  <a:lnTo>
                    <a:pt x="4246" y="9202"/>
                  </a:lnTo>
                  <a:lnTo>
                    <a:pt x="10728" y="0"/>
                  </a:lnTo>
                  <a:lnTo>
                    <a:pt x="28633" y="11133"/>
                  </a:lnTo>
                  <a:lnTo>
                    <a:pt x="43413" y="20324"/>
                  </a:lnTo>
                  <a:lnTo>
                    <a:pt x="49383" y="24037"/>
                  </a:lnTo>
                  <a:lnTo>
                    <a:pt x="69186" y="3635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g975"/>
            <p:cNvSpPr/>
            <p:nvPr/>
          </p:nvSpPr>
          <p:spPr>
            <a:xfrm>
              <a:off x="4527150" y="4465309"/>
              <a:ext cx="44930" cy="64792"/>
            </a:xfrm>
            <a:custGeom>
              <a:avLst/>
              <a:pathLst>
                <a:path w="44930" h="64792">
                  <a:moveTo>
                    <a:pt x="42348" y="29403"/>
                  </a:moveTo>
                  <a:lnTo>
                    <a:pt x="36683" y="64792"/>
                  </a:lnTo>
                  <a:lnTo>
                    <a:pt x="26427" y="63159"/>
                  </a:lnTo>
                  <a:lnTo>
                    <a:pt x="0" y="58951"/>
                  </a:lnTo>
                  <a:lnTo>
                    <a:pt x="1745" y="32070"/>
                  </a:lnTo>
                  <a:lnTo>
                    <a:pt x="3828" y="0"/>
                  </a:lnTo>
                  <a:lnTo>
                    <a:pt x="18246" y="4655"/>
                  </a:lnTo>
                  <a:lnTo>
                    <a:pt x="44930" y="1327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g976"/>
            <p:cNvSpPr/>
            <p:nvPr/>
          </p:nvSpPr>
          <p:spPr>
            <a:xfrm>
              <a:off x="4614730" y="5015251"/>
              <a:ext cx="145623" cy="195065"/>
            </a:xfrm>
            <a:custGeom>
              <a:avLst/>
              <a:pathLst>
                <a:path w="145623" h="195065">
                  <a:moveTo>
                    <a:pt x="3209" y="4845"/>
                  </a:moveTo>
                  <a:lnTo>
                    <a:pt x="6125" y="4215"/>
                  </a:lnTo>
                  <a:lnTo>
                    <a:pt x="11094" y="3141"/>
                  </a:lnTo>
                  <a:lnTo>
                    <a:pt x="13638" y="2591"/>
                  </a:lnTo>
                  <a:lnTo>
                    <a:pt x="15972" y="2086"/>
                  </a:lnTo>
                  <a:lnTo>
                    <a:pt x="18323" y="1578"/>
                  </a:lnTo>
                  <a:lnTo>
                    <a:pt x="20703" y="1064"/>
                  </a:lnTo>
                  <a:lnTo>
                    <a:pt x="23524" y="454"/>
                  </a:lnTo>
                  <a:lnTo>
                    <a:pt x="25627" y="0"/>
                  </a:lnTo>
                  <a:lnTo>
                    <a:pt x="31182" y="11080"/>
                  </a:lnTo>
                  <a:lnTo>
                    <a:pt x="46510" y="38080"/>
                  </a:lnTo>
                  <a:lnTo>
                    <a:pt x="48921" y="46820"/>
                  </a:lnTo>
                  <a:lnTo>
                    <a:pt x="54146" y="65764"/>
                  </a:lnTo>
                  <a:lnTo>
                    <a:pt x="65310" y="125942"/>
                  </a:lnTo>
                  <a:lnTo>
                    <a:pt x="71570" y="135613"/>
                  </a:lnTo>
                  <a:lnTo>
                    <a:pt x="79875" y="141145"/>
                  </a:lnTo>
                  <a:lnTo>
                    <a:pt x="95099" y="148752"/>
                  </a:lnTo>
                  <a:lnTo>
                    <a:pt x="145623" y="168791"/>
                  </a:lnTo>
                  <a:lnTo>
                    <a:pt x="126722" y="182603"/>
                  </a:lnTo>
                  <a:lnTo>
                    <a:pt x="109666" y="195065"/>
                  </a:lnTo>
                  <a:lnTo>
                    <a:pt x="45859" y="141890"/>
                  </a:lnTo>
                  <a:lnTo>
                    <a:pt x="38866" y="121098"/>
                  </a:lnTo>
                  <a:lnTo>
                    <a:pt x="13905" y="46882"/>
                  </a:lnTo>
                  <a:lnTo>
                    <a:pt x="9062" y="32483"/>
                  </a:lnTo>
                  <a:lnTo>
                    <a:pt x="0" y="553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g977"/>
            <p:cNvSpPr/>
            <p:nvPr/>
          </p:nvSpPr>
          <p:spPr>
            <a:xfrm>
              <a:off x="5259651" y="4291068"/>
              <a:ext cx="39076" cy="65118"/>
            </a:xfrm>
            <a:custGeom>
              <a:avLst/>
              <a:pathLst>
                <a:path w="39076" h="65118">
                  <a:moveTo>
                    <a:pt x="34576" y="28699"/>
                  </a:moveTo>
                  <a:lnTo>
                    <a:pt x="28096" y="65118"/>
                  </a:lnTo>
                  <a:lnTo>
                    <a:pt x="17670" y="63952"/>
                  </a:lnTo>
                  <a:lnTo>
                    <a:pt x="10951" y="63200"/>
                  </a:lnTo>
                  <a:lnTo>
                    <a:pt x="0" y="61976"/>
                  </a:lnTo>
                  <a:lnTo>
                    <a:pt x="4196" y="27656"/>
                  </a:lnTo>
                  <a:lnTo>
                    <a:pt x="7577" y="0"/>
                  </a:lnTo>
                  <a:lnTo>
                    <a:pt x="23230" y="1691"/>
                  </a:lnTo>
                  <a:lnTo>
                    <a:pt x="39076" y="34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g978"/>
            <p:cNvSpPr/>
            <p:nvPr/>
          </p:nvSpPr>
          <p:spPr>
            <a:xfrm>
              <a:off x="5368226" y="4358450"/>
              <a:ext cx="8556" cy="22690"/>
            </a:xfrm>
            <a:custGeom>
              <a:avLst/>
              <a:pathLst>
                <a:path w="8556" h="22690">
                  <a:moveTo>
                    <a:pt x="8556" y="0"/>
                  </a:moveTo>
                  <a:lnTo>
                    <a:pt x="8556" y="22690"/>
                  </a:lnTo>
                  <a:lnTo>
                    <a:pt x="0" y="1737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g979"/>
            <p:cNvSpPr/>
            <p:nvPr/>
          </p:nvSpPr>
          <p:spPr>
            <a:xfrm>
              <a:off x="4202595" y="1625177"/>
              <a:ext cx="70227" cy="91709"/>
            </a:xfrm>
            <a:custGeom>
              <a:avLst/>
              <a:pathLst>
                <a:path w="70227" h="91709">
                  <a:moveTo>
                    <a:pt x="61495" y="0"/>
                  </a:moveTo>
                  <a:lnTo>
                    <a:pt x="63405" y="5381"/>
                  </a:lnTo>
                  <a:lnTo>
                    <a:pt x="64921" y="9651"/>
                  </a:lnTo>
                  <a:lnTo>
                    <a:pt x="66933" y="15319"/>
                  </a:lnTo>
                  <a:lnTo>
                    <a:pt x="68817" y="20626"/>
                  </a:lnTo>
                  <a:lnTo>
                    <a:pt x="69527" y="22628"/>
                  </a:lnTo>
                  <a:lnTo>
                    <a:pt x="70227" y="24600"/>
                  </a:lnTo>
                  <a:lnTo>
                    <a:pt x="65600" y="38756"/>
                  </a:lnTo>
                  <a:lnTo>
                    <a:pt x="62419" y="48487"/>
                  </a:lnTo>
                  <a:lnTo>
                    <a:pt x="59238" y="58217"/>
                  </a:lnTo>
                  <a:lnTo>
                    <a:pt x="56057" y="67948"/>
                  </a:lnTo>
                  <a:lnTo>
                    <a:pt x="52876" y="77679"/>
                  </a:lnTo>
                  <a:lnTo>
                    <a:pt x="48290" y="91709"/>
                  </a:lnTo>
                  <a:lnTo>
                    <a:pt x="36866" y="87356"/>
                  </a:lnTo>
                  <a:lnTo>
                    <a:pt x="28885" y="84315"/>
                  </a:lnTo>
                  <a:lnTo>
                    <a:pt x="20903" y="81273"/>
                  </a:lnTo>
                  <a:lnTo>
                    <a:pt x="12922" y="78232"/>
                  </a:lnTo>
                  <a:lnTo>
                    <a:pt x="0" y="73308"/>
                  </a:lnTo>
                  <a:lnTo>
                    <a:pt x="16981" y="33765"/>
                  </a:lnTo>
                  <a:lnTo>
                    <a:pt x="19759" y="272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g980"/>
            <p:cNvSpPr/>
            <p:nvPr/>
          </p:nvSpPr>
          <p:spPr>
            <a:xfrm>
              <a:off x="4254603" y="1597278"/>
              <a:ext cx="79687" cy="149812"/>
            </a:xfrm>
            <a:custGeom>
              <a:avLst/>
              <a:pathLst>
                <a:path w="79687" h="149812">
                  <a:moveTo>
                    <a:pt x="13488" y="76381"/>
                  </a:moveTo>
                  <a:lnTo>
                    <a:pt x="32926" y="22465"/>
                  </a:lnTo>
                  <a:lnTo>
                    <a:pt x="36927" y="12867"/>
                  </a:lnTo>
                  <a:lnTo>
                    <a:pt x="42292" y="0"/>
                  </a:lnTo>
                  <a:lnTo>
                    <a:pt x="49057" y="4993"/>
                  </a:lnTo>
                  <a:lnTo>
                    <a:pt x="51797" y="7014"/>
                  </a:lnTo>
                  <a:lnTo>
                    <a:pt x="54537" y="9036"/>
                  </a:lnTo>
                  <a:lnTo>
                    <a:pt x="57276" y="11058"/>
                  </a:lnTo>
                  <a:lnTo>
                    <a:pt x="60016" y="13080"/>
                  </a:lnTo>
                  <a:lnTo>
                    <a:pt x="62755" y="15102"/>
                  </a:lnTo>
                  <a:lnTo>
                    <a:pt x="65495" y="17124"/>
                  </a:lnTo>
                  <a:lnTo>
                    <a:pt x="68235" y="19145"/>
                  </a:lnTo>
                  <a:lnTo>
                    <a:pt x="70974" y="21167"/>
                  </a:lnTo>
                  <a:lnTo>
                    <a:pt x="73714" y="23189"/>
                  </a:lnTo>
                  <a:lnTo>
                    <a:pt x="79687" y="27597"/>
                  </a:lnTo>
                  <a:lnTo>
                    <a:pt x="71964" y="55180"/>
                  </a:lnTo>
                  <a:lnTo>
                    <a:pt x="65585" y="77964"/>
                  </a:lnTo>
                  <a:lnTo>
                    <a:pt x="59206" y="100748"/>
                  </a:lnTo>
                  <a:lnTo>
                    <a:pt x="54790" y="116519"/>
                  </a:lnTo>
                  <a:lnTo>
                    <a:pt x="51728" y="123107"/>
                  </a:lnTo>
                  <a:lnTo>
                    <a:pt x="39314" y="149812"/>
                  </a:lnTo>
                  <a:lnTo>
                    <a:pt x="31670" y="144586"/>
                  </a:lnTo>
                  <a:lnTo>
                    <a:pt x="28027" y="142096"/>
                  </a:lnTo>
                  <a:lnTo>
                    <a:pt x="24385" y="139606"/>
                  </a:lnTo>
                  <a:lnTo>
                    <a:pt x="20742" y="137116"/>
                  </a:lnTo>
                  <a:lnTo>
                    <a:pt x="17100" y="134626"/>
                  </a:lnTo>
                  <a:lnTo>
                    <a:pt x="13457" y="132136"/>
                  </a:lnTo>
                  <a:lnTo>
                    <a:pt x="9815" y="129646"/>
                  </a:lnTo>
                  <a:lnTo>
                    <a:pt x="6172" y="127155"/>
                  </a:lnTo>
                  <a:lnTo>
                    <a:pt x="0" y="1229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g981"/>
            <p:cNvSpPr/>
            <p:nvPr/>
          </p:nvSpPr>
          <p:spPr>
            <a:xfrm>
              <a:off x="4295021" y="1601970"/>
              <a:ext cx="88253" cy="180027"/>
            </a:xfrm>
            <a:custGeom>
              <a:avLst/>
              <a:pathLst>
                <a:path w="88253" h="180027">
                  <a:moveTo>
                    <a:pt x="20435" y="102731"/>
                  </a:moveTo>
                  <a:lnTo>
                    <a:pt x="24959" y="84693"/>
                  </a:lnTo>
                  <a:lnTo>
                    <a:pt x="27490" y="76433"/>
                  </a:lnTo>
                  <a:lnTo>
                    <a:pt x="50904" y="0"/>
                  </a:lnTo>
                  <a:lnTo>
                    <a:pt x="56998" y="5942"/>
                  </a:lnTo>
                  <a:lnTo>
                    <a:pt x="60099" y="8966"/>
                  </a:lnTo>
                  <a:lnTo>
                    <a:pt x="63200" y="11990"/>
                  </a:lnTo>
                  <a:lnTo>
                    <a:pt x="66302" y="15015"/>
                  </a:lnTo>
                  <a:lnTo>
                    <a:pt x="69403" y="18039"/>
                  </a:lnTo>
                  <a:lnTo>
                    <a:pt x="72504" y="21063"/>
                  </a:lnTo>
                  <a:lnTo>
                    <a:pt x="75606" y="24088"/>
                  </a:lnTo>
                  <a:lnTo>
                    <a:pt x="78707" y="27112"/>
                  </a:lnTo>
                  <a:lnTo>
                    <a:pt x="81809" y="30136"/>
                  </a:lnTo>
                  <a:lnTo>
                    <a:pt x="88253" y="36420"/>
                  </a:lnTo>
                  <a:lnTo>
                    <a:pt x="82656" y="59399"/>
                  </a:lnTo>
                  <a:lnTo>
                    <a:pt x="81303" y="63753"/>
                  </a:lnTo>
                  <a:lnTo>
                    <a:pt x="74408" y="85942"/>
                  </a:lnTo>
                  <a:lnTo>
                    <a:pt x="67513" y="108130"/>
                  </a:lnTo>
                  <a:lnTo>
                    <a:pt x="62410" y="124555"/>
                  </a:lnTo>
                  <a:lnTo>
                    <a:pt x="59515" y="129829"/>
                  </a:lnTo>
                  <a:lnTo>
                    <a:pt x="48373" y="150133"/>
                  </a:lnTo>
                  <a:lnTo>
                    <a:pt x="47259" y="152162"/>
                  </a:lnTo>
                  <a:lnTo>
                    <a:pt x="46686" y="164328"/>
                  </a:lnTo>
                  <a:lnTo>
                    <a:pt x="39314" y="180027"/>
                  </a:lnTo>
                  <a:lnTo>
                    <a:pt x="33405" y="175780"/>
                  </a:lnTo>
                  <a:lnTo>
                    <a:pt x="31118" y="174136"/>
                  </a:lnTo>
                  <a:lnTo>
                    <a:pt x="28832" y="172493"/>
                  </a:lnTo>
                  <a:lnTo>
                    <a:pt x="26546" y="170850"/>
                  </a:lnTo>
                  <a:lnTo>
                    <a:pt x="24259" y="169206"/>
                  </a:lnTo>
                  <a:lnTo>
                    <a:pt x="21973" y="167563"/>
                  </a:lnTo>
                  <a:lnTo>
                    <a:pt x="19687" y="165920"/>
                  </a:lnTo>
                  <a:lnTo>
                    <a:pt x="17400" y="164276"/>
                  </a:lnTo>
                  <a:lnTo>
                    <a:pt x="15114" y="162633"/>
                  </a:lnTo>
                  <a:lnTo>
                    <a:pt x="12828" y="160990"/>
                  </a:lnTo>
                  <a:lnTo>
                    <a:pt x="10541" y="159346"/>
                  </a:lnTo>
                  <a:lnTo>
                    <a:pt x="8255" y="157703"/>
                  </a:lnTo>
                  <a:lnTo>
                    <a:pt x="5969" y="156060"/>
                  </a:lnTo>
                  <a:lnTo>
                    <a:pt x="0" y="15177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g982"/>
            <p:cNvSpPr/>
            <p:nvPr/>
          </p:nvSpPr>
          <p:spPr>
            <a:xfrm>
              <a:off x="4136562" y="1508760"/>
              <a:ext cx="102014" cy="63193"/>
            </a:xfrm>
            <a:custGeom>
              <a:avLst/>
              <a:pathLst>
                <a:path w="102014" h="63193">
                  <a:moveTo>
                    <a:pt x="10837" y="4851"/>
                  </a:moveTo>
                  <a:lnTo>
                    <a:pt x="18853" y="1108"/>
                  </a:lnTo>
                  <a:lnTo>
                    <a:pt x="21225" y="0"/>
                  </a:lnTo>
                  <a:lnTo>
                    <a:pt x="95041" y="0"/>
                  </a:lnTo>
                  <a:lnTo>
                    <a:pt x="95626" y="1879"/>
                  </a:lnTo>
                  <a:lnTo>
                    <a:pt x="97427" y="7671"/>
                  </a:lnTo>
                  <a:lnTo>
                    <a:pt x="99229" y="13463"/>
                  </a:lnTo>
                  <a:lnTo>
                    <a:pt x="102014" y="22417"/>
                  </a:lnTo>
                  <a:lnTo>
                    <a:pt x="89341" y="25578"/>
                  </a:lnTo>
                  <a:lnTo>
                    <a:pt x="80222" y="27853"/>
                  </a:lnTo>
                  <a:lnTo>
                    <a:pt x="71102" y="30128"/>
                  </a:lnTo>
                  <a:lnTo>
                    <a:pt x="67613" y="30999"/>
                  </a:lnTo>
                  <a:lnTo>
                    <a:pt x="62527" y="33842"/>
                  </a:lnTo>
                  <a:lnTo>
                    <a:pt x="54291" y="38447"/>
                  </a:lnTo>
                  <a:lnTo>
                    <a:pt x="46055" y="43051"/>
                  </a:lnTo>
                  <a:lnTo>
                    <a:pt x="37819" y="47656"/>
                  </a:lnTo>
                  <a:lnTo>
                    <a:pt x="29582" y="52260"/>
                  </a:lnTo>
                  <a:lnTo>
                    <a:pt x="21346" y="56865"/>
                  </a:lnTo>
                  <a:lnTo>
                    <a:pt x="10026" y="63193"/>
                  </a:lnTo>
                  <a:lnTo>
                    <a:pt x="3392" y="46061"/>
                  </a:lnTo>
                  <a:lnTo>
                    <a:pt x="523" y="29348"/>
                  </a:lnTo>
                  <a:lnTo>
                    <a:pt x="0" y="991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g983"/>
            <p:cNvSpPr/>
            <p:nvPr/>
          </p:nvSpPr>
          <p:spPr>
            <a:xfrm>
              <a:off x="4134300" y="1508760"/>
              <a:ext cx="14273" cy="5596"/>
            </a:xfrm>
            <a:custGeom>
              <a:avLst/>
              <a:pathLst>
                <a:path w="14273" h="5596">
                  <a:moveTo>
                    <a:pt x="11745" y="1100"/>
                  </a:moveTo>
                  <a:lnTo>
                    <a:pt x="1418" y="5596"/>
                  </a:lnTo>
                  <a:lnTo>
                    <a:pt x="0" y="0"/>
                  </a:lnTo>
                  <a:lnTo>
                    <a:pt x="1427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g984"/>
            <p:cNvSpPr/>
            <p:nvPr/>
          </p:nvSpPr>
          <p:spPr>
            <a:xfrm>
              <a:off x="4151474" y="1534714"/>
              <a:ext cx="98275" cy="84139"/>
            </a:xfrm>
            <a:custGeom>
              <a:avLst/>
              <a:pathLst>
                <a:path w="98275" h="84139">
                  <a:moveTo>
                    <a:pt x="12629" y="36552"/>
                  </a:moveTo>
                  <a:lnTo>
                    <a:pt x="22586" y="30591"/>
                  </a:lnTo>
                  <a:lnTo>
                    <a:pt x="32542" y="24629"/>
                  </a:lnTo>
                  <a:lnTo>
                    <a:pt x="42499" y="18668"/>
                  </a:lnTo>
                  <a:lnTo>
                    <a:pt x="50606" y="13814"/>
                  </a:lnTo>
                  <a:lnTo>
                    <a:pt x="52620" y="13064"/>
                  </a:lnTo>
                  <a:lnTo>
                    <a:pt x="63462" y="9028"/>
                  </a:lnTo>
                  <a:lnTo>
                    <a:pt x="74304" y="4991"/>
                  </a:lnTo>
                  <a:lnTo>
                    <a:pt x="87709" y="0"/>
                  </a:lnTo>
                  <a:lnTo>
                    <a:pt x="95750" y="25993"/>
                  </a:lnTo>
                  <a:lnTo>
                    <a:pt x="96813" y="29430"/>
                  </a:lnTo>
                  <a:lnTo>
                    <a:pt x="98275" y="53500"/>
                  </a:lnTo>
                  <a:lnTo>
                    <a:pt x="85980" y="58694"/>
                  </a:lnTo>
                  <a:lnTo>
                    <a:pt x="76407" y="62738"/>
                  </a:lnTo>
                  <a:lnTo>
                    <a:pt x="66834" y="66782"/>
                  </a:lnTo>
                  <a:lnTo>
                    <a:pt x="57261" y="70826"/>
                  </a:lnTo>
                  <a:lnTo>
                    <a:pt x="47689" y="74870"/>
                  </a:lnTo>
                  <a:lnTo>
                    <a:pt x="38116" y="78914"/>
                  </a:lnTo>
                  <a:lnTo>
                    <a:pt x="25748" y="84139"/>
                  </a:lnTo>
                  <a:lnTo>
                    <a:pt x="16233" y="70011"/>
                  </a:lnTo>
                  <a:lnTo>
                    <a:pt x="8458" y="58465"/>
                  </a:lnTo>
                  <a:lnTo>
                    <a:pt x="7324" y="56783"/>
                  </a:lnTo>
                  <a:lnTo>
                    <a:pt x="0" y="4411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g985"/>
            <p:cNvSpPr/>
            <p:nvPr/>
          </p:nvSpPr>
          <p:spPr>
            <a:xfrm>
              <a:off x="4337427" y="1661362"/>
              <a:ext cx="82950" cy="143035"/>
            </a:xfrm>
            <a:custGeom>
              <a:avLst/>
              <a:pathLst>
                <a:path w="82950" h="143035">
                  <a:moveTo>
                    <a:pt x="72652" y="65938"/>
                  </a:moveTo>
                  <a:lnTo>
                    <a:pt x="63782" y="84009"/>
                  </a:lnTo>
                  <a:lnTo>
                    <a:pt x="54911" y="102081"/>
                  </a:lnTo>
                  <a:lnTo>
                    <a:pt x="46040" y="120152"/>
                  </a:lnTo>
                  <a:lnTo>
                    <a:pt x="34808" y="143035"/>
                  </a:lnTo>
                  <a:lnTo>
                    <a:pt x="29027" y="139527"/>
                  </a:lnTo>
                  <a:lnTo>
                    <a:pt x="26043" y="137716"/>
                  </a:lnTo>
                  <a:lnTo>
                    <a:pt x="23059" y="135906"/>
                  </a:lnTo>
                  <a:lnTo>
                    <a:pt x="20076" y="134096"/>
                  </a:lnTo>
                  <a:lnTo>
                    <a:pt x="17092" y="132285"/>
                  </a:lnTo>
                  <a:lnTo>
                    <a:pt x="14108" y="130475"/>
                  </a:lnTo>
                  <a:lnTo>
                    <a:pt x="11125" y="128665"/>
                  </a:lnTo>
                  <a:lnTo>
                    <a:pt x="8141" y="126854"/>
                  </a:lnTo>
                  <a:lnTo>
                    <a:pt x="5157" y="125044"/>
                  </a:lnTo>
                  <a:lnTo>
                    <a:pt x="0" y="121915"/>
                  </a:lnTo>
                  <a:lnTo>
                    <a:pt x="9163" y="102982"/>
                  </a:lnTo>
                  <a:lnTo>
                    <a:pt x="12532" y="86155"/>
                  </a:lnTo>
                  <a:lnTo>
                    <a:pt x="22954" y="67357"/>
                  </a:lnTo>
                  <a:lnTo>
                    <a:pt x="24505" y="62532"/>
                  </a:lnTo>
                  <a:lnTo>
                    <a:pt x="44618" y="0"/>
                  </a:lnTo>
                  <a:lnTo>
                    <a:pt x="53207" y="10075"/>
                  </a:lnTo>
                  <a:lnTo>
                    <a:pt x="58383" y="16145"/>
                  </a:lnTo>
                  <a:lnTo>
                    <a:pt x="63559" y="22216"/>
                  </a:lnTo>
                  <a:lnTo>
                    <a:pt x="68735" y="28287"/>
                  </a:lnTo>
                  <a:lnTo>
                    <a:pt x="73911" y="34358"/>
                  </a:lnTo>
                  <a:lnTo>
                    <a:pt x="82950" y="4496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g986"/>
            <p:cNvSpPr/>
            <p:nvPr/>
          </p:nvSpPr>
          <p:spPr>
            <a:xfrm>
              <a:off x="4377152" y="1731794"/>
              <a:ext cx="80841" cy="102731"/>
            </a:xfrm>
            <a:custGeom>
              <a:avLst/>
              <a:pathLst>
                <a:path w="80841" h="102731">
                  <a:moveTo>
                    <a:pt x="73605" y="40369"/>
                  </a:moveTo>
                  <a:lnTo>
                    <a:pt x="67796" y="52303"/>
                  </a:lnTo>
                  <a:lnTo>
                    <a:pt x="61986" y="64237"/>
                  </a:lnTo>
                  <a:lnTo>
                    <a:pt x="56176" y="76172"/>
                  </a:lnTo>
                  <a:lnTo>
                    <a:pt x="50366" y="88106"/>
                  </a:lnTo>
                  <a:lnTo>
                    <a:pt x="43246" y="102731"/>
                  </a:lnTo>
                  <a:lnTo>
                    <a:pt x="33955" y="96633"/>
                  </a:lnTo>
                  <a:lnTo>
                    <a:pt x="27799" y="92593"/>
                  </a:lnTo>
                  <a:lnTo>
                    <a:pt x="21644" y="88553"/>
                  </a:lnTo>
                  <a:lnTo>
                    <a:pt x="15488" y="84513"/>
                  </a:lnTo>
                  <a:lnTo>
                    <a:pt x="9332" y="80473"/>
                  </a:lnTo>
                  <a:lnTo>
                    <a:pt x="0" y="74348"/>
                  </a:lnTo>
                  <a:lnTo>
                    <a:pt x="17075" y="38217"/>
                  </a:lnTo>
                  <a:lnTo>
                    <a:pt x="35137" y="0"/>
                  </a:lnTo>
                  <a:lnTo>
                    <a:pt x="45074" y="5545"/>
                  </a:lnTo>
                  <a:lnTo>
                    <a:pt x="51482" y="9122"/>
                  </a:lnTo>
                  <a:lnTo>
                    <a:pt x="57891" y="12698"/>
                  </a:lnTo>
                  <a:lnTo>
                    <a:pt x="64299" y="16275"/>
                  </a:lnTo>
                  <a:lnTo>
                    <a:pt x="70708" y="19852"/>
                  </a:lnTo>
                  <a:lnTo>
                    <a:pt x="80841" y="2550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g987"/>
            <p:cNvSpPr/>
            <p:nvPr/>
          </p:nvSpPr>
          <p:spPr>
            <a:xfrm>
              <a:off x="4425148" y="1759198"/>
              <a:ext cx="55555" cy="106784"/>
            </a:xfrm>
            <a:custGeom>
              <a:avLst/>
              <a:pathLst>
                <a:path w="55555" h="106784">
                  <a:moveTo>
                    <a:pt x="50106" y="96969"/>
                  </a:moveTo>
                  <a:lnTo>
                    <a:pt x="44847" y="106784"/>
                  </a:lnTo>
                  <a:lnTo>
                    <a:pt x="37365" y="101844"/>
                  </a:lnTo>
                  <a:lnTo>
                    <a:pt x="29041" y="96347"/>
                  </a:lnTo>
                  <a:lnTo>
                    <a:pt x="19842" y="90272"/>
                  </a:lnTo>
                  <a:lnTo>
                    <a:pt x="11904" y="85031"/>
                  </a:lnTo>
                  <a:lnTo>
                    <a:pt x="4424" y="80092"/>
                  </a:lnTo>
                  <a:lnTo>
                    <a:pt x="0" y="77170"/>
                  </a:lnTo>
                  <a:lnTo>
                    <a:pt x="18632" y="38389"/>
                  </a:lnTo>
                  <a:lnTo>
                    <a:pt x="37077" y="0"/>
                  </a:lnTo>
                  <a:lnTo>
                    <a:pt x="48115" y="5517"/>
                  </a:lnTo>
                  <a:lnTo>
                    <a:pt x="55450" y="9184"/>
                  </a:lnTo>
                  <a:lnTo>
                    <a:pt x="36924" y="49247"/>
                  </a:lnTo>
                  <a:lnTo>
                    <a:pt x="28503" y="67458"/>
                  </a:lnTo>
                  <a:lnTo>
                    <a:pt x="42234" y="77276"/>
                  </a:lnTo>
                  <a:lnTo>
                    <a:pt x="55555" y="8680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g988"/>
            <p:cNvSpPr/>
            <p:nvPr/>
          </p:nvSpPr>
          <p:spPr>
            <a:xfrm>
              <a:off x="4493525" y="1852768"/>
              <a:ext cx="37677" cy="30866"/>
            </a:xfrm>
            <a:custGeom>
              <a:avLst/>
              <a:pathLst>
                <a:path w="37677" h="30866">
                  <a:moveTo>
                    <a:pt x="35576" y="20016"/>
                  </a:moveTo>
                  <a:lnTo>
                    <a:pt x="34636" y="22814"/>
                  </a:lnTo>
                  <a:lnTo>
                    <a:pt x="33697" y="25612"/>
                  </a:lnTo>
                  <a:lnTo>
                    <a:pt x="31934" y="30866"/>
                  </a:lnTo>
                  <a:lnTo>
                    <a:pt x="16087" y="26338"/>
                  </a:lnTo>
                  <a:lnTo>
                    <a:pt x="0" y="21741"/>
                  </a:lnTo>
                  <a:lnTo>
                    <a:pt x="3404" y="8926"/>
                  </a:lnTo>
                  <a:lnTo>
                    <a:pt x="5776" y="0"/>
                  </a:lnTo>
                  <a:lnTo>
                    <a:pt x="21709" y="6869"/>
                  </a:lnTo>
                  <a:lnTo>
                    <a:pt x="37677" y="13754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g989"/>
            <p:cNvSpPr/>
            <p:nvPr/>
          </p:nvSpPr>
          <p:spPr>
            <a:xfrm>
              <a:off x="4473431" y="1879846"/>
              <a:ext cx="38824" cy="44026"/>
            </a:xfrm>
            <a:custGeom>
              <a:avLst/>
              <a:pathLst>
                <a:path w="38824" h="44026">
                  <a:moveTo>
                    <a:pt x="31490" y="24899"/>
                  </a:moveTo>
                  <a:lnTo>
                    <a:pt x="24308" y="44026"/>
                  </a:lnTo>
                  <a:lnTo>
                    <a:pt x="12609" y="40916"/>
                  </a:lnTo>
                  <a:lnTo>
                    <a:pt x="0" y="37563"/>
                  </a:lnTo>
                  <a:lnTo>
                    <a:pt x="5197" y="26483"/>
                  </a:lnTo>
                  <a:lnTo>
                    <a:pt x="8891" y="18608"/>
                  </a:lnTo>
                  <a:lnTo>
                    <a:pt x="12585" y="10732"/>
                  </a:lnTo>
                  <a:lnTo>
                    <a:pt x="17619" y="0"/>
                  </a:lnTo>
                  <a:lnTo>
                    <a:pt x="28575" y="2774"/>
                  </a:lnTo>
                  <a:lnTo>
                    <a:pt x="38824" y="536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g990"/>
            <p:cNvSpPr/>
            <p:nvPr/>
          </p:nvSpPr>
          <p:spPr>
            <a:xfrm>
              <a:off x="4390147" y="1843672"/>
              <a:ext cx="73988" cy="65197"/>
            </a:xfrm>
            <a:custGeom>
              <a:avLst/>
              <a:pathLst>
                <a:path w="73988" h="65197">
                  <a:moveTo>
                    <a:pt x="38560" y="63734"/>
                  </a:moveTo>
                  <a:lnTo>
                    <a:pt x="30055" y="62612"/>
                  </a:lnTo>
                  <a:lnTo>
                    <a:pt x="21551" y="61489"/>
                  </a:lnTo>
                  <a:lnTo>
                    <a:pt x="13046" y="60367"/>
                  </a:lnTo>
                  <a:lnTo>
                    <a:pt x="0" y="58646"/>
                  </a:lnTo>
                  <a:lnTo>
                    <a:pt x="6621" y="44735"/>
                  </a:lnTo>
                  <a:lnTo>
                    <a:pt x="11591" y="34292"/>
                  </a:lnTo>
                  <a:lnTo>
                    <a:pt x="16562" y="23849"/>
                  </a:lnTo>
                  <a:lnTo>
                    <a:pt x="21533" y="13407"/>
                  </a:lnTo>
                  <a:lnTo>
                    <a:pt x="27914" y="0"/>
                  </a:lnTo>
                  <a:lnTo>
                    <a:pt x="44480" y="10619"/>
                  </a:lnTo>
                  <a:lnTo>
                    <a:pt x="57867" y="19200"/>
                  </a:lnTo>
                  <a:lnTo>
                    <a:pt x="73988" y="29535"/>
                  </a:lnTo>
                  <a:lnTo>
                    <a:pt x="61667" y="47583"/>
                  </a:lnTo>
                  <a:lnTo>
                    <a:pt x="49642" y="6519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g991"/>
            <p:cNvSpPr/>
            <p:nvPr/>
          </p:nvSpPr>
          <p:spPr>
            <a:xfrm>
              <a:off x="4340796" y="1811846"/>
              <a:ext cx="71814" cy="90832"/>
            </a:xfrm>
            <a:custGeom>
              <a:avLst/>
              <a:pathLst>
                <a:path w="71814" h="90832">
                  <a:moveTo>
                    <a:pt x="30547" y="84547"/>
                  </a:moveTo>
                  <a:lnTo>
                    <a:pt x="24003" y="80984"/>
                  </a:lnTo>
                  <a:lnTo>
                    <a:pt x="17459" y="77420"/>
                  </a:lnTo>
                  <a:lnTo>
                    <a:pt x="10915" y="73857"/>
                  </a:lnTo>
                  <a:lnTo>
                    <a:pt x="0" y="67912"/>
                  </a:lnTo>
                  <a:lnTo>
                    <a:pt x="6733" y="51303"/>
                  </a:lnTo>
                  <a:lnTo>
                    <a:pt x="11422" y="39737"/>
                  </a:lnTo>
                  <a:lnTo>
                    <a:pt x="16111" y="28171"/>
                  </a:lnTo>
                  <a:lnTo>
                    <a:pt x="20800" y="16605"/>
                  </a:lnTo>
                  <a:lnTo>
                    <a:pt x="27532" y="0"/>
                  </a:lnTo>
                  <a:lnTo>
                    <a:pt x="37684" y="6647"/>
                  </a:lnTo>
                  <a:lnTo>
                    <a:pt x="43724" y="10601"/>
                  </a:lnTo>
                  <a:lnTo>
                    <a:pt x="49763" y="14556"/>
                  </a:lnTo>
                  <a:lnTo>
                    <a:pt x="55803" y="18511"/>
                  </a:lnTo>
                  <a:lnTo>
                    <a:pt x="61842" y="22465"/>
                  </a:lnTo>
                  <a:lnTo>
                    <a:pt x="71814" y="28995"/>
                  </a:lnTo>
                  <a:lnTo>
                    <a:pt x="56911" y="59997"/>
                  </a:lnTo>
                  <a:lnTo>
                    <a:pt x="42089" y="9083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g992"/>
            <p:cNvSpPr/>
            <p:nvPr/>
          </p:nvSpPr>
          <p:spPr>
            <a:xfrm>
              <a:off x="4314115" y="1790996"/>
              <a:ext cx="48366" cy="52630"/>
            </a:xfrm>
            <a:custGeom>
              <a:avLst/>
              <a:pathLst>
                <a:path w="48366" h="52630">
                  <a:moveTo>
                    <a:pt x="16521" y="42855"/>
                  </a:moveTo>
                  <a:lnTo>
                    <a:pt x="0" y="33072"/>
                  </a:lnTo>
                  <a:lnTo>
                    <a:pt x="4740" y="20902"/>
                  </a:lnTo>
                  <a:lnTo>
                    <a:pt x="8378" y="11561"/>
                  </a:lnTo>
                  <a:lnTo>
                    <a:pt x="12881" y="0"/>
                  </a:lnTo>
                  <a:lnTo>
                    <a:pt x="30740" y="10175"/>
                  </a:lnTo>
                  <a:lnTo>
                    <a:pt x="48366" y="20219"/>
                  </a:lnTo>
                  <a:lnTo>
                    <a:pt x="40697" y="36425"/>
                  </a:lnTo>
                  <a:lnTo>
                    <a:pt x="33028" y="5263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g993"/>
            <p:cNvSpPr/>
            <p:nvPr/>
          </p:nvSpPr>
          <p:spPr>
            <a:xfrm>
              <a:off x="4273832" y="1759226"/>
              <a:ext cx="50644" cy="58072"/>
            </a:xfrm>
            <a:custGeom>
              <a:avLst/>
              <a:pathLst>
                <a:path w="50644" h="58072">
                  <a:moveTo>
                    <a:pt x="46401" y="41902"/>
                  </a:moveTo>
                  <a:lnTo>
                    <a:pt x="37963" y="58072"/>
                  </a:lnTo>
                  <a:lnTo>
                    <a:pt x="24559" y="51076"/>
                  </a:lnTo>
                  <a:lnTo>
                    <a:pt x="13551" y="45330"/>
                  </a:lnTo>
                  <a:lnTo>
                    <a:pt x="0" y="38257"/>
                  </a:lnTo>
                  <a:lnTo>
                    <a:pt x="4012" y="29387"/>
                  </a:lnTo>
                  <a:lnTo>
                    <a:pt x="6471" y="23951"/>
                  </a:lnTo>
                  <a:lnTo>
                    <a:pt x="8930" y="18515"/>
                  </a:lnTo>
                  <a:lnTo>
                    <a:pt x="11389" y="13079"/>
                  </a:lnTo>
                  <a:lnTo>
                    <a:pt x="13848" y="7643"/>
                  </a:lnTo>
                  <a:lnTo>
                    <a:pt x="17306" y="0"/>
                  </a:lnTo>
                  <a:lnTo>
                    <a:pt x="33825" y="12209"/>
                  </a:lnTo>
                  <a:lnTo>
                    <a:pt x="50644" y="24640"/>
                  </a:lnTo>
                  <a:lnTo>
                    <a:pt x="46765" y="4120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g994"/>
            <p:cNvSpPr/>
            <p:nvPr/>
          </p:nvSpPr>
          <p:spPr>
            <a:xfrm>
              <a:off x="4226433" y="1724396"/>
              <a:ext cx="62072" cy="71836"/>
            </a:xfrm>
            <a:custGeom>
              <a:avLst/>
              <a:pathLst>
                <a:path w="62072" h="71836">
                  <a:moveTo>
                    <a:pt x="34267" y="68904"/>
                  </a:moveTo>
                  <a:lnTo>
                    <a:pt x="28002" y="66929"/>
                  </a:lnTo>
                  <a:lnTo>
                    <a:pt x="21737" y="64955"/>
                  </a:lnTo>
                  <a:lnTo>
                    <a:pt x="15471" y="62981"/>
                  </a:lnTo>
                  <a:lnTo>
                    <a:pt x="9206" y="61006"/>
                  </a:lnTo>
                  <a:lnTo>
                    <a:pt x="0" y="58105"/>
                  </a:lnTo>
                  <a:lnTo>
                    <a:pt x="6073" y="41908"/>
                  </a:lnTo>
                  <a:lnTo>
                    <a:pt x="10762" y="29402"/>
                  </a:lnTo>
                  <a:lnTo>
                    <a:pt x="15451" y="16895"/>
                  </a:lnTo>
                  <a:lnTo>
                    <a:pt x="21787" y="0"/>
                  </a:lnTo>
                  <a:lnTo>
                    <a:pt x="33199" y="7592"/>
                  </a:lnTo>
                  <a:lnTo>
                    <a:pt x="41604" y="13183"/>
                  </a:lnTo>
                  <a:lnTo>
                    <a:pt x="50010" y="18775"/>
                  </a:lnTo>
                  <a:lnTo>
                    <a:pt x="62072" y="26799"/>
                  </a:lnTo>
                  <a:lnTo>
                    <a:pt x="52803" y="49366"/>
                  </a:lnTo>
                  <a:lnTo>
                    <a:pt x="43573" y="71836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g995"/>
            <p:cNvSpPr/>
            <p:nvPr/>
          </p:nvSpPr>
          <p:spPr>
            <a:xfrm>
              <a:off x="4183749" y="1704662"/>
              <a:ext cx="60256" cy="70457"/>
            </a:xfrm>
            <a:custGeom>
              <a:avLst/>
              <a:pathLst>
                <a:path w="60256" h="70457">
                  <a:moveTo>
                    <a:pt x="25764" y="63224"/>
                  </a:moveTo>
                  <a:lnTo>
                    <a:pt x="17818" y="59414"/>
                  </a:lnTo>
                  <a:lnTo>
                    <a:pt x="13756" y="56520"/>
                  </a:lnTo>
                  <a:lnTo>
                    <a:pt x="0" y="46718"/>
                  </a:lnTo>
                  <a:lnTo>
                    <a:pt x="3287" y="33922"/>
                  </a:lnTo>
                  <a:lnTo>
                    <a:pt x="5543" y="25141"/>
                  </a:lnTo>
                  <a:lnTo>
                    <a:pt x="7799" y="16360"/>
                  </a:lnTo>
                  <a:lnTo>
                    <a:pt x="9774" y="8673"/>
                  </a:lnTo>
                  <a:lnTo>
                    <a:pt x="10358" y="7712"/>
                  </a:lnTo>
                  <a:lnTo>
                    <a:pt x="15044" y="0"/>
                  </a:lnTo>
                  <a:lnTo>
                    <a:pt x="25806" y="4264"/>
                  </a:lnTo>
                  <a:lnTo>
                    <a:pt x="33581" y="7346"/>
                  </a:lnTo>
                  <a:lnTo>
                    <a:pt x="41357" y="10427"/>
                  </a:lnTo>
                  <a:lnTo>
                    <a:pt x="49132" y="13509"/>
                  </a:lnTo>
                  <a:lnTo>
                    <a:pt x="60256" y="17917"/>
                  </a:lnTo>
                  <a:lnTo>
                    <a:pt x="50328" y="44791"/>
                  </a:lnTo>
                  <a:lnTo>
                    <a:pt x="40846" y="704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g996"/>
            <p:cNvSpPr/>
            <p:nvPr/>
          </p:nvSpPr>
          <p:spPr>
            <a:xfrm>
              <a:off x="4106005" y="1656578"/>
              <a:ext cx="66433" cy="67609"/>
            </a:xfrm>
            <a:custGeom>
              <a:avLst/>
              <a:pathLst>
                <a:path w="66433" h="67609">
                  <a:moveTo>
                    <a:pt x="12957" y="41291"/>
                  </a:moveTo>
                  <a:lnTo>
                    <a:pt x="0" y="13773"/>
                  </a:lnTo>
                  <a:lnTo>
                    <a:pt x="8933" y="10480"/>
                  </a:lnTo>
                  <a:lnTo>
                    <a:pt x="15329" y="8122"/>
                  </a:lnTo>
                  <a:lnTo>
                    <a:pt x="21724" y="5765"/>
                  </a:lnTo>
                  <a:lnTo>
                    <a:pt x="28120" y="3407"/>
                  </a:lnTo>
                  <a:lnTo>
                    <a:pt x="37364" y="0"/>
                  </a:lnTo>
                  <a:lnTo>
                    <a:pt x="51356" y="20253"/>
                  </a:lnTo>
                  <a:lnTo>
                    <a:pt x="66433" y="42077"/>
                  </a:lnTo>
                  <a:lnTo>
                    <a:pt x="56352" y="48342"/>
                  </a:lnTo>
                  <a:lnTo>
                    <a:pt x="49351" y="52693"/>
                  </a:lnTo>
                  <a:lnTo>
                    <a:pt x="42350" y="57043"/>
                  </a:lnTo>
                  <a:lnTo>
                    <a:pt x="35350" y="61394"/>
                  </a:lnTo>
                  <a:lnTo>
                    <a:pt x="25349" y="67609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g997"/>
            <p:cNvSpPr/>
            <p:nvPr/>
          </p:nvSpPr>
          <p:spPr>
            <a:xfrm>
              <a:off x="4090587" y="1619472"/>
              <a:ext cx="49497" cy="46258"/>
            </a:xfrm>
            <a:custGeom>
              <a:avLst/>
              <a:pathLst>
                <a:path w="49497" h="46258">
                  <a:moveTo>
                    <a:pt x="8041" y="23593"/>
                  </a:moveTo>
                  <a:lnTo>
                    <a:pt x="0" y="0"/>
                  </a:lnTo>
                  <a:lnTo>
                    <a:pt x="16911" y="11324"/>
                  </a:lnTo>
                  <a:lnTo>
                    <a:pt x="30729" y="20578"/>
                  </a:lnTo>
                  <a:lnTo>
                    <a:pt x="49497" y="33147"/>
                  </a:lnTo>
                  <a:lnTo>
                    <a:pt x="31561" y="40118"/>
                  </a:lnTo>
                  <a:lnTo>
                    <a:pt x="15766" y="4625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g998"/>
            <p:cNvSpPr/>
            <p:nvPr/>
          </p:nvSpPr>
          <p:spPr>
            <a:xfrm>
              <a:off x="4038716" y="1612506"/>
              <a:ext cx="62410" cy="68229"/>
            </a:xfrm>
            <a:custGeom>
              <a:avLst/>
              <a:pathLst>
                <a:path w="62410" h="68229">
                  <a:moveTo>
                    <a:pt x="48421" y="12418"/>
                  </a:moveTo>
                  <a:lnTo>
                    <a:pt x="52289" y="23944"/>
                  </a:lnTo>
                  <a:lnTo>
                    <a:pt x="57663" y="39960"/>
                  </a:lnTo>
                  <a:lnTo>
                    <a:pt x="59913" y="46665"/>
                  </a:lnTo>
                  <a:lnTo>
                    <a:pt x="62410" y="54104"/>
                  </a:lnTo>
                  <a:lnTo>
                    <a:pt x="56220" y="55918"/>
                  </a:lnTo>
                  <a:lnTo>
                    <a:pt x="50298" y="57653"/>
                  </a:lnTo>
                  <a:lnTo>
                    <a:pt x="40227" y="60603"/>
                  </a:lnTo>
                  <a:lnTo>
                    <a:pt x="37925" y="61277"/>
                  </a:lnTo>
                  <a:lnTo>
                    <a:pt x="28249" y="64112"/>
                  </a:lnTo>
                  <a:lnTo>
                    <a:pt x="14199" y="68229"/>
                  </a:lnTo>
                  <a:lnTo>
                    <a:pt x="13553" y="65599"/>
                  </a:lnTo>
                  <a:lnTo>
                    <a:pt x="12200" y="60085"/>
                  </a:lnTo>
                  <a:lnTo>
                    <a:pt x="10895" y="54767"/>
                  </a:lnTo>
                  <a:lnTo>
                    <a:pt x="8188" y="43736"/>
                  </a:lnTo>
                  <a:lnTo>
                    <a:pt x="0" y="10369"/>
                  </a:lnTo>
                  <a:lnTo>
                    <a:pt x="11744" y="7617"/>
                  </a:lnTo>
                  <a:lnTo>
                    <a:pt x="25183" y="4468"/>
                  </a:lnTo>
                  <a:lnTo>
                    <a:pt x="35547" y="2039"/>
                  </a:lnTo>
                  <a:lnTo>
                    <a:pt x="44253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g999"/>
            <p:cNvSpPr/>
            <p:nvPr/>
          </p:nvSpPr>
          <p:spPr>
            <a:xfrm>
              <a:off x="4054885" y="1671487"/>
              <a:ext cx="72290" cy="59026"/>
            </a:xfrm>
            <a:custGeom>
              <a:avLst/>
              <a:pathLst>
                <a:path w="72290" h="59026">
                  <a:moveTo>
                    <a:pt x="13873" y="10261"/>
                  </a:moveTo>
                  <a:lnTo>
                    <a:pt x="23639" y="7230"/>
                  </a:lnTo>
                  <a:lnTo>
                    <a:pt x="33406" y="4198"/>
                  </a:lnTo>
                  <a:lnTo>
                    <a:pt x="46932" y="0"/>
                  </a:lnTo>
                  <a:lnTo>
                    <a:pt x="53978" y="15097"/>
                  </a:lnTo>
                  <a:lnTo>
                    <a:pt x="59314" y="26529"/>
                  </a:lnTo>
                  <a:lnTo>
                    <a:pt x="64650" y="37961"/>
                  </a:lnTo>
                  <a:lnTo>
                    <a:pt x="72290" y="54329"/>
                  </a:lnTo>
                  <a:lnTo>
                    <a:pt x="59463" y="59026"/>
                  </a:lnTo>
                  <a:lnTo>
                    <a:pt x="42302" y="52855"/>
                  </a:lnTo>
                  <a:lnTo>
                    <a:pt x="10565" y="41444"/>
                  </a:lnTo>
                  <a:lnTo>
                    <a:pt x="6507" y="31120"/>
                  </a:lnTo>
                  <a:lnTo>
                    <a:pt x="4338" y="25602"/>
                  </a:lnTo>
                  <a:lnTo>
                    <a:pt x="2169" y="20085"/>
                  </a:lnTo>
                  <a:lnTo>
                    <a:pt x="0" y="1456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g1000"/>
            <p:cNvSpPr/>
            <p:nvPr/>
          </p:nvSpPr>
          <p:spPr>
            <a:xfrm>
              <a:off x="4294079" y="1508760"/>
              <a:ext cx="68634" cy="38452"/>
            </a:xfrm>
            <a:custGeom>
              <a:avLst/>
              <a:pathLst>
                <a:path w="68634" h="38452">
                  <a:moveTo>
                    <a:pt x="53581" y="19018"/>
                  </a:moveTo>
                  <a:lnTo>
                    <a:pt x="46359" y="22421"/>
                  </a:lnTo>
                  <a:lnTo>
                    <a:pt x="12333" y="38452"/>
                  </a:lnTo>
                  <a:lnTo>
                    <a:pt x="8842" y="27566"/>
                  </a:lnTo>
                  <a:lnTo>
                    <a:pt x="4710" y="14685"/>
                  </a:lnTo>
                  <a:lnTo>
                    <a:pt x="656" y="2046"/>
                  </a:lnTo>
                  <a:lnTo>
                    <a:pt x="0" y="0"/>
                  </a:lnTo>
                  <a:lnTo>
                    <a:pt x="68634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g1001"/>
            <p:cNvSpPr/>
            <p:nvPr/>
          </p:nvSpPr>
          <p:spPr>
            <a:xfrm>
              <a:off x="4237436" y="1508760"/>
              <a:ext cx="62684" cy="67538"/>
            </a:xfrm>
            <a:custGeom>
              <a:avLst/>
              <a:pathLst>
                <a:path w="62684" h="67538">
                  <a:moveTo>
                    <a:pt x="51388" y="3369"/>
                  </a:moveTo>
                  <a:lnTo>
                    <a:pt x="53461" y="10956"/>
                  </a:lnTo>
                  <a:lnTo>
                    <a:pt x="55533" y="18543"/>
                  </a:lnTo>
                  <a:lnTo>
                    <a:pt x="57605" y="26131"/>
                  </a:lnTo>
                  <a:lnTo>
                    <a:pt x="59678" y="33718"/>
                  </a:lnTo>
                  <a:lnTo>
                    <a:pt x="62684" y="44723"/>
                  </a:lnTo>
                  <a:lnTo>
                    <a:pt x="41884" y="56196"/>
                  </a:lnTo>
                  <a:lnTo>
                    <a:pt x="21321" y="67538"/>
                  </a:lnTo>
                  <a:lnTo>
                    <a:pt x="17930" y="56797"/>
                  </a:lnTo>
                  <a:lnTo>
                    <a:pt x="15730" y="49827"/>
                  </a:lnTo>
                  <a:lnTo>
                    <a:pt x="13529" y="42857"/>
                  </a:lnTo>
                  <a:lnTo>
                    <a:pt x="11329" y="35886"/>
                  </a:lnTo>
                  <a:lnTo>
                    <a:pt x="9128" y="28916"/>
                  </a:lnTo>
                  <a:lnTo>
                    <a:pt x="6928" y="21946"/>
                  </a:lnTo>
                  <a:lnTo>
                    <a:pt x="4727" y="14976"/>
                  </a:lnTo>
                  <a:lnTo>
                    <a:pt x="2527" y="8005"/>
                  </a:lnTo>
                  <a:lnTo>
                    <a:pt x="326" y="1035"/>
                  </a:lnTo>
                  <a:lnTo>
                    <a:pt x="0" y="0"/>
                  </a:lnTo>
                  <a:lnTo>
                    <a:pt x="50468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g1002"/>
            <p:cNvSpPr/>
            <p:nvPr/>
          </p:nvSpPr>
          <p:spPr>
            <a:xfrm>
              <a:off x="3978790" y="1625962"/>
              <a:ext cx="85391" cy="104055"/>
            </a:xfrm>
            <a:custGeom>
              <a:avLst/>
              <a:pathLst>
                <a:path w="85391" h="104055">
                  <a:moveTo>
                    <a:pt x="18655" y="9413"/>
                  </a:moveTo>
                  <a:lnTo>
                    <a:pt x="33787" y="5244"/>
                  </a:lnTo>
                  <a:lnTo>
                    <a:pt x="52822" y="0"/>
                  </a:lnTo>
                  <a:lnTo>
                    <a:pt x="55768" y="12815"/>
                  </a:lnTo>
                  <a:lnTo>
                    <a:pt x="57765" y="21499"/>
                  </a:lnTo>
                  <a:lnTo>
                    <a:pt x="59761" y="30183"/>
                  </a:lnTo>
                  <a:lnTo>
                    <a:pt x="61757" y="38868"/>
                  </a:lnTo>
                  <a:lnTo>
                    <a:pt x="63754" y="47552"/>
                  </a:lnTo>
                  <a:lnTo>
                    <a:pt x="65201" y="53848"/>
                  </a:lnTo>
                  <a:lnTo>
                    <a:pt x="66184" y="56086"/>
                  </a:lnTo>
                  <a:lnTo>
                    <a:pt x="66362" y="56491"/>
                  </a:lnTo>
                  <a:lnTo>
                    <a:pt x="69760" y="64224"/>
                  </a:lnTo>
                  <a:lnTo>
                    <a:pt x="73335" y="72362"/>
                  </a:lnTo>
                  <a:lnTo>
                    <a:pt x="76911" y="80500"/>
                  </a:lnTo>
                  <a:lnTo>
                    <a:pt x="79775" y="87020"/>
                  </a:lnTo>
                  <a:lnTo>
                    <a:pt x="80420" y="88666"/>
                  </a:lnTo>
                  <a:lnTo>
                    <a:pt x="85391" y="101370"/>
                  </a:lnTo>
                  <a:lnTo>
                    <a:pt x="70022" y="104055"/>
                  </a:lnTo>
                  <a:lnTo>
                    <a:pt x="61165" y="81791"/>
                  </a:lnTo>
                  <a:lnTo>
                    <a:pt x="55217" y="83069"/>
                  </a:lnTo>
                  <a:lnTo>
                    <a:pt x="27066" y="89122"/>
                  </a:lnTo>
                  <a:lnTo>
                    <a:pt x="26404" y="89264"/>
                  </a:lnTo>
                  <a:lnTo>
                    <a:pt x="22799" y="79063"/>
                  </a:lnTo>
                  <a:lnTo>
                    <a:pt x="21048" y="74109"/>
                  </a:lnTo>
                  <a:lnTo>
                    <a:pt x="19297" y="69156"/>
                  </a:lnTo>
                  <a:lnTo>
                    <a:pt x="17547" y="64203"/>
                  </a:lnTo>
                  <a:lnTo>
                    <a:pt x="15796" y="59249"/>
                  </a:lnTo>
                  <a:lnTo>
                    <a:pt x="14046" y="54296"/>
                  </a:lnTo>
                  <a:lnTo>
                    <a:pt x="12295" y="49342"/>
                  </a:lnTo>
                  <a:lnTo>
                    <a:pt x="10544" y="44389"/>
                  </a:lnTo>
                  <a:lnTo>
                    <a:pt x="8794" y="39435"/>
                  </a:lnTo>
                  <a:lnTo>
                    <a:pt x="7043" y="34482"/>
                  </a:lnTo>
                  <a:lnTo>
                    <a:pt x="5292" y="29529"/>
                  </a:lnTo>
                  <a:lnTo>
                    <a:pt x="3542" y="24575"/>
                  </a:lnTo>
                  <a:lnTo>
                    <a:pt x="0" y="14552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g1003"/>
            <p:cNvSpPr/>
            <p:nvPr/>
          </p:nvSpPr>
          <p:spPr>
            <a:xfrm>
              <a:off x="3778209" y="1594660"/>
              <a:ext cx="236219" cy="304922"/>
            </a:xfrm>
            <a:custGeom>
              <a:avLst/>
              <a:pathLst>
                <a:path w="236219" h="304922">
                  <a:moveTo>
                    <a:pt x="180685" y="69597"/>
                  </a:moveTo>
                  <a:lnTo>
                    <a:pt x="187899" y="90206"/>
                  </a:lnTo>
                  <a:lnTo>
                    <a:pt x="194588" y="109316"/>
                  </a:lnTo>
                  <a:lnTo>
                    <a:pt x="202658" y="132371"/>
                  </a:lnTo>
                  <a:lnTo>
                    <a:pt x="204599" y="137916"/>
                  </a:lnTo>
                  <a:lnTo>
                    <a:pt x="208008" y="147656"/>
                  </a:lnTo>
                  <a:lnTo>
                    <a:pt x="210091" y="153606"/>
                  </a:lnTo>
                  <a:lnTo>
                    <a:pt x="212034" y="159156"/>
                  </a:lnTo>
                  <a:lnTo>
                    <a:pt x="214369" y="165829"/>
                  </a:lnTo>
                  <a:lnTo>
                    <a:pt x="216275" y="171274"/>
                  </a:lnTo>
                  <a:lnTo>
                    <a:pt x="217960" y="176085"/>
                  </a:lnTo>
                  <a:lnTo>
                    <a:pt x="222388" y="188738"/>
                  </a:lnTo>
                  <a:lnTo>
                    <a:pt x="224365" y="194384"/>
                  </a:lnTo>
                  <a:lnTo>
                    <a:pt x="226478" y="200421"/>
                  </a:lnTo>
                  <a:lnTo>
                    <a:pt x="228486" y="206158"/>
                  </a:lnTo>
                  <a:lnTo>
                    <a:pt x="230430" y="211711"/>
                  </a:lnTo>
                  <a:lnTo>
                    <a:pt x="232755" y="218355"/>
                  </a:lnTo>
                  <a:lnTo>
                    <a:pt x="233254" y="224919"/>
                  </a:lnTo>
                  <a:lnTo>
                    <a:pt x="233610" y="229600"/>
                  </a:lnTo>
                  <a:lnTo>
                    <a:pt x="233992" y="234621"/>
                  </a:lnTo>
                  <a:lnTo>
                    <a:pt x="234339" y="239183"/>
                  </a:lnTo>
                  <a:lnTo>
                    <a:pt x="234784" y="245044"/>
                  </a:lnTo>
                  <a:lnTo>
                    <a:pt x="235140" y="249730"/>
                  </a:lnTo>
                  <a:lnTo>
                    <a:pt x="235818" y="258651"/>
                  </a:lnTo>
                  <a:lnTo>
                    <a:pt x="236219" y="263925"/>
                  </a:lnTo>
                  <a:lnTo>
                    <a:pt x="230671" y="272433"/>
                  </a:lnTo>
                  <a:lnTo>
                    <a:pt x="222166" y="285476"/>
                  </a:lnTo>
                  <a:lnTo>
                    <a:pt x="209486" y="304922"/>
                  </a:lnTo>
                  <a:lnTo>
                    <a:pt x="204798" y="303377"/>
                  </a:lnTo>
                  <a:lnTo>
                    <a:pt x="192609" y="299362"/>
                  </a:lnTo>
                  <a:lnTo>
                    <a:pt x="181522" y="295709"/>
                  </a:lnTo>
                  <a:lnTo>
                    <a:pt x="171178" y="292301"/>
                  </a:lnTo>
                  <a:lnTo>
                    <a:pt x="147969" y="284655"/>
                  </a:lnTo>
                  <a:lnTo>
                    <a:pt x="105320" y="270604"/>
                  </a:lnTo>
                  <a:lnTo>
                    <a:pt x="101473" y="269337"/>
                  </a:lnTo>
                  <a:lnTo>
                    <a:pt x="22149" y="241143"/>
                  </a:lnTo>
                  <a:lnTo>
                    <a:pt x="0" y="215053"/>
                  </a:lnTo>
                  <a:lnTo>
                    <a:pt x="10131" y="203153"/>
                  </a:lnTo>
                  <a:lnTo>
                    <a:pt x="21229" y="210868"/>
                  </a:lnTo>
                  <a:lnTo>
                    <a:pt x="29151" y="216376"/>
                  </a:lnTo>
                  <a:lnTo>
                    <a:pt x="39216" y="217860"/>
                  </a:lnTo>
                  <a:lnTo>
                    <a:pt x="50138" y="219471"/>
                  </a:lnTo>
                  <a:lnTo>
                    <a:pt x="53284" y="215812"/>
                  </a:lnTo>
                  <a:lnTo>
                    <a:pt x="56612" y="211941"/>
                  </a:lnTo>
                  <a:lnTo>
                    <a:pt x="65696" y="201374"/>
                  </a:lnTo>
                  <a:lnTo>
                    <a:pt x="74355" y="204092"/>
                  </a:lnTo>
                  <a:lnTo>
                    <a:pt x="79699" y="205769"/>
                  </a:lnTo>
                  <a:lnTo>
                    <a:pt x="92496" y="209785"/>
                  </a:lnTo>
                  <a:lnTo>
                    <a:pt x="94856" y="200560"/>
                  </a:lnTo>
                  <a:lnTo>
                    <a:pt x="97032" y="192055"/>
                  </a:lnTo>
                  <a:lnTo>
                    <a:pt x="101041" y="176381"/>
                  </a:lnTo>
                  <a:lnTo>
                    <a:pt x="105034" y="160772"/>
                  </a:lnTo>
                  <a:lnTo>
                    <a:pt x="97294" y="158333"/>
                  </a:lnTo>
                  <a:lnTo>
                    <a:pt x="91513" y="156510"/>
                  </a:lnTo>
                  <a:lnTo>
                    <a:pt x="82622" y="153708"/>
                  </a:lnTo>
                  <a:lnTo>
                    <a:pt x="76025" y="151629"/>
                  </a:lnTo>
                  <a:lnTo>
                    <a:pt x="49849" y="143379"/>
                  </a:lnTo>
                  <a:lnTo>
                    <a:pt x="35910" y="138986"/>
                  </a:lnTo>
                  <a:lnTo>
                    <a:pt x="20410" y="134100"/>
                  </a:lnTo>
                  <a:lnTo>
                    <a:pt x="22400" y="128278"/>
                  </a:lnTo>
                  <a:lnTo>
                    <a:pt x="24383" y="122475"/>
                  </a:lnTo>
                  <a:lnTo>
                    <a:pt x="27230" y="114141"/>
                  </a:lnTo>
                  <a:lnTo>
                    <a:pt x="33465" y="95893"/>
                  </a:lnTo>
                  <a:lnTo>
                    <a:pt x="37443" y="84252"/>
                  </a:lnTo>
                  <a:lnTo>
                    <a:pt x="69407" y="94782"/>
                  </a:lnTo>
                  <a:lnTo>
                    <a:pt x="70919" y="88529"/>
                  </a:lnTo>
                  <a:lnTo>
                    <a:pt x="80384" y="49379"/>
                  </a:lnTo>
                  <a:lnTo>
                    <a:pt x="54664" y="33280"/>
                  </a:lnTo>
                  <a:lnTo>
                    <a:pt x="63393" y="0"/>
                  </a:lnTo>
                  <a:lnTo>
                    <a:pt x="73704" y="4664"/>
                  </a:lnTo>
                  <a:lnTo>
                    <a:pt x="89626" y="11867"/>
                  </a:lnTo>
                  <a:lnTo>
                    <a:pt x="107170" y="19803"/>
                  </a:lnTo>
                  <a:lnTo>
                    <a:pt x="126419" y="28511"/>
                  </a:lnTo>
                  <a:lnTo>
                    <a:pt x="143569" y="36269"/>
                  </a:lnTo>
                  <a:lnTo>
                    <a:pt x="154411" y="41174"/>
                  </a:lnTo>
                  <a:lnTo>
                    <a:pt x="173807" y="49948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g1004"/>
            <p:cNvSpPr/>
            <p:nvPr/>
          </p:nvSpPr>
          <p:spPr>
            <a:xfrm>
              <a:off x="4506585" y="1888230"/>
              <a:ext cx="36139" cy="43328"/>
            </a:xfrm>
            <a:custGeom>
              <a:avLst/>
              <a:pathLst>
                <a:path w="36139" h="43328">
                  <a:moveTo>
                    <a:pt x="5634" y="23652"/>
                  </a:moveTo>
                  <a:lnTo>
                    <a:pt x="9665" y="12916"/>
                  </a:lnTo>
                  <a:lnTo>
                    <a:pt x="14515" y="0"/>
                  </a:lnTo>
                  <a:lnTo>
                    <a:pt x="26605" y="3288"/>
                  </a:lnTo>
                  <a:lnTo>
                    <a:pt x="36139" y="5880"/>
                  </a:lnTo>
                  <a:lnTo>
                    <a:pt x="26447" y="24416"/>
                  </a:lnTo>
                  <a:lnTo>
                    <a:pt x="16557" y="43328"/>
                  </a:lnTo>
                  <a:lnTo>
                    <a:pt x="9795" y="41420"/>
                  </a:lnTo>
                  <a:lnTo>
                    <a:pt x="0" y="3865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g1005"/>
            <p:cNvSpPr/>
            <p:nvPr/>
          </p:nvSpPr>
          <p:spPr>
            <a:xfrm>
              <a:off x="4157853" y="1593531"/>
              <a:ext cx="103616" cy="78318"/>
            </a:xfrm>
            <a:custGeom>
              <a:avLst/>
              <a:pathLst>
                <a:path w="103616" h="78318">
                  <a:moveTo>
                    <a:pt x="61964" y="52452"/>
                  </a:moveTo>
                  <a:lnTo>
                    <a:pt x="20255" y="78318"/>
                  </a:lnTo>
                  <a:lnTo>
                    <a:pt x="9949" y="64211"/>
                  </a:lnTo>
                  <a:lnTo>
                    <a:pt x="0" y="50591"/>
                  </a:lnTo>
                  <a:lnTo>
                    <a:pt x="25279" y="36986"/>
                  </a:lnTo>
                  <a:lnTo>
                    <a:pt x="47277" y="25148"/>
                  </a:lnTo>
                  <a:lnTo>
                    <a:pt x="69274" y="13309"/>
                  </a:lnTo>
                  <a:lnTo>
                    <a:pt x="94006" y="0"/>
                  </a:lnTo>
                  <a:lnTo>
                    <a:pt x="98889" y="13528"/>
                  </a:lnTo>
                  <a:lnTo>
                    <a:pt x="103616" y="26621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g1006"/>
            <p:cNvSpPr/>
            <p:nvPr/>
          </p:nvSpPr>
          <p:spPr>
            <a:xfrm>
              <a:off x="4168643" y="1823516"/>
              <a:ext cx="69906" cy="42100"/>
            </a:xfrm>
            <a:custGeom>
              <a:avLst/>
              <a:pathLst>
                <a:path w="69906" h="42100">
                  <a:moveTo>
                    <a:pt x="49873" y="19940"/>
                  </a:moveTo>
                  <a:lnTo>
                    <a:pt x="69906" y="42100"/>
                  </a:lnTo>
                  <a:lnTo>
                    <a:pt x="38372" y="41440"/>
                  </a:lnTo>
                  <a:lnTo>
                    <a:pt x="8930" y="40825"/>
                  </a:lnTo>
                  <a:lnTo>
                    <a:pt x="4585" y="25849"/>
                  </a:lnTo>
                  <a:lnTo>
                    <a:pt x="0" y="10041"/>
                  </a:lnTo>
                  <a:lnTo>
                    <a:pt x="9439" y="7064"/>
                  </a:lnTo>
                  <a:lnTo>
                    <a:pt x="15040" y="5298"/>
                  </a:lnTo>
                  <a:lnTo>
                    <a:pt x="20642" y="3532"/>
                  </a:lnTo>
                  <a:lnTo>
                    <a:pt x="26244" y="1766"/>
                  </a:lnTo>
                  <a:lnTo>
                    <a:pt x="31846" y="0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g1007"/>
            <p:cNvSpPr/>
            <p:nvPr/>
          </p:nvSpPr>
          <p:spPr>
            <a:xfrm>
              <a:off x="4168647" y="1878486"/>
              <a:ext cx="254189" cy="70641"/>
            </a:xfrm>
            <a:custGeom>
              <a:avLst/>
              <a:pathLst>
                <a:path w="254189" h="70641">
                  <a:moveTo>
                    <a:pt x="58518" y="301"/>
                  </a:moveTo>
                  <a:lnTo>
                    <a:pt x="61471" y="397"/>
                  </a:lnTo>
                  <a:lnTo>
                    <a:pt x="64793" y="506"/>
                  </a:lnTo>
                  <a:lnTo>
                    <a:pt x="66270" y="554"/>
                  </a:lnTo>
                  <a:lnTo>
                    <a:pt x="68856" y="638"/>
                  </a:lnTo>
                  <a:lnTo>
                    <a:pt x="71073" y="711"/>
                  </a:lnTo>
                  <a:lnTo>
                    <a:pt x="72921" y="771"/>
                  </a:lnTo>
                  <a:lnTo>
                    <a:pt x="74399" y="820"/>
                  </a:lnTo>
                  <a:lnTo>
                    <a:pt x="76987" y="904"/>
                  </a:lnTo>
                  <a:lnTo>
                    <a:pt x="79206" y="977"/>
                  </a:lnTo>
                  <a:lnTo>
                    <a:pt x="80318" y="1013"/>
                  </a:lnTo>
                  <a:lnTo>
                    <a:pt x="80685" y="1025"/>
                  </a:lnTo>
                  <a:lnTo>
                    <a:pt x="83275" y="1109"/>
                  </a:lnTo>
                  <a:lnTo>
                    <a:pt x="84015" y="1134"/>
                  </a:lnTo>
                  <a:lnTo>
                    <a:pt x="85866" y="1194"/>
                  </a:lnTo>
                  <a:lnTo>
                    <a:pt x="88827" y="1291"/>
                  </a:lnTo>
                  <a:lnTo>
                    <a:pt x="91049" y="1364"/>
                  </a:lnTo>
                  <a:lnTo>
                    <a:pt x="92901" y="1424"/>
                  </a:lnTo>
                  <a:lnTo>
                    <a:pt x="94012" y="1460"/>
                  </a:lnTo>
                  <a:lnTo>
                    <a:pt x="97347" y="1569"/>
                  </a:lnTo>
                  <a:lnTo>
                    <a:pt x="98829" y="1618"/>
                  </a:lnTo>
                  <a:lnTo>
                    <a:pt x="99259" y="1632"/>
                  </a:lnTo>
                  <a:lnTo>
                    <a:pt x="102537" y="1739"/>
                  </a:lnTo>
                  <a:lnTo>
                    <a:pt x="105504" y="1836"/>
                  </a:lnTo>
                  <a:lnTo>
                    <a:pt x="107719" y="2279"/>
                  </a:lnTo>
                  <a:lnTo>
                    <a:pt x="108832" y="2315"/>
                  </a:lnTo>
                  <a:lnTo>
                    <a:pt x="111419" y="2770"/>
                  </a:lnTo>
                  <a:lnTo>
                    <a:pt x="112903" y="2819"/>
                  </a:lnTo>
                  <a:lnTo>
                    <a:pt x="115863" y="3286"/>
                  </a:lnTo>
                  <a:lnTo>
                    <a:pt x="116605" y="3311"/>
                  </a:lnTo>
                  <a:lnTo>
                    <a:pt x="117720" y="3347"/>
                  </a:lnTo>
                  <a:lnTo>
                    <a:pt x="118088" y="3359"/>
                  </a:lnTo>
                  <a:lnTo>
                    <a:pt x="120320" y="3432"/>
                  </a:lnTo>
                  <a:lnTo>
                    <a:pt x="122167" y="3864"/>
                  </a:lnTo>
                  <a:lnTo>
                    <a:pt x="124374" y="4678"/>
                  </a:lnTo>
                  <a:lnTo>
                    <a:pt x="125478" y="5085"/>
                  </a:lnTo>
                  <a:lnTo>
                    <a:pt x="127326" y="5516"/>
                  </a:lnTo>
                  <a:lnTo>
                    <a:pt x="129907" y="6343"/>
                  </a:lnTo>
                  <a:lnTo>
                    <a:pt x="131011" y="6750"/>
                  </a:lnTo>
                  <a:lnTo>
                    <a:pt x="132116" y="7158"/>
                  </a:lnTo>
                  <a:lnTo>
                    <a:pt x="134698" y="7985"/>
                  </a:lnTo>
                  <a:lnTo>
                    <a:pt x="136346" y="8039"/>
                  </a:lnTo>
                  <a:lnTo>
                    <a:pt x="136559" y="8046"/>
                  </a:lnTo>
                  <a:lnTo>
                    <a:pt x="138397" y="8849"/>
                  </a:lnTo>
                  <a:lnTo>
                    <a:pt x="139875" y="9269"/>
                  </a:lnTo>
                  <a:lnTo>
                    <a:pt x="142087" y="10085"/>
                  </a:lnTo>
                  <a:lnTo>
                    <a:pt x="143192" y="10492"/>
                  </a:lnTo>
                  <a:lnTo>
                    <a:pt x="144671" y="10913"/>
                  </a:lnTo>
                  <a:lnTo>
                    <a:pt x="148002" y="11765"/>
                  </a:lnTo>
                  <a:lnTo>
                    <a:pt x="149108" y="12174"/>
                  </a:lnTo>
                  <a:lnTo>
                    <a:pt x="149458" y="12928"/>
                  </a:lnTo>
                  <a:lnTo>
                    <a:pt x="151683" y="13373"/>
                  </a:lnTo>
                  <a:lnTo>
                    <a:pt x="153513" y="14548"/>
                  </a:lnTo>
                  <a:lnTo>
                    <a:pt x="153740" y="14729"/>
                  </a:lnTo>
                  <a:lnTo>
                    <a:pt x="154970" y="15711"/>
                  </a:lnTo>
                  <a:lnTo>
                    <a:pt x="156439" y="16503"/>
                  </a:lnTo>
                  <a:lnTo>
                    <a:pt x="157546" y="16911"/>
                  </a:lnTo>
                  <a:lnTo>
                    <a:pt x="159004" y="18074"/>
                  </a:lnTo>
                  <a:lnTo>
                    <a:pt x="160847" y="18879"/>
                  </a:lnTo>
                  <a:lnTo>
                    <a:pt x="163074" y="19325"/>
                  </a:lnTo>
                  <a:lnTo>
                    <a:pt x="164171" y="20105"/>
                  </a:lnTo>
                  <a:lnTo>
                    <a:pt x="166387" y="20922"/>
                  </a:lnTo>
                  <a:lnTo>
                    <a:pt x="168231" y="21728"/>
                  </a:lnTo>
                  <a:lnTo>
                    <a:pt x="169702" y="22520"/>
                  </a:lnTo>
                  <a:lnTo>
                    <a:pt x="170732" y="22813"/>
                  </a:lnTo>
                  <a:lnTo>
                    <a:pt x="171184" y="22942"/>
                  </a:lnTo>
                  <a:lnTo>
                    <a:pt x="171920" y="23339"/>
                  </a:lnTo>
                  <a:lnTo>
                    <a:pt x="174500" y="24541"/>
                  </a:lnTo>
                  <a:lnTo>
                    <a:pt x="176719" y="25359"/>
                  </a:lnTo>
                  <a:lnTo>
                    <a:pt x="177829" y="25769"/>
                  </a:lnTo>
                  <a:lnTo>
                    <a:pt x="179301" y="26562"/>
                  </a:lnTo>
                  <a:lnTo>
                    <a:pt x="181533" y="27009"/>
                  </a:lnTo>
                  <a:lnTo>
                    <a:pt x="183379" y="27816"/>
                  </a:lnTo>
                  <a:lnTo>
                    <a:pt x="185238" y="28251"/>
                  </a:lnTo>
                  <a:lnTo>
                    <a:pt x="187459" y="29070"/>
                  </a:lnTo>
                  <a:lnTo>
                    <a:pt x="188397" y="29576"/>
                  </a:lnTo>
                  <a:lnTo>
                    <a:pt x="188932" y="29864"/>
                  </a:lnTo>
                  <a:lnTo>
                    <a:pt x="190055" y="29902"/>
                  </a:lnTo>
                  <a:lnTo>
                    <a:pt x="192266" y="31094"/>
                  </a:lnTo>
                  <a:lnTo>
                    <a:pt x="194852" y="32298"/>
                  </a:lnTo>
                  <a:lnTo>
                    <a:pt x="195963" y="32708"/>
                  </a:lnTo>
                  <a:lnTo>
                    <a:pt x="198175" y="33900"/>
                  </a:lnTo>
                  <a:lnTo>
                    <a:pt x="199662" y="34323"/>
                  </a:lnTo>
                  <a:lnTo>
                    <a:pt x="202237" y="35900"/>
                  </a:lnTo>
                  <a:lnTo>
                    <a:pt x="204099" y="36336"/>
                  </a:lnTo>
                  <a:lnTo>
                    <a:pt x="205576" y="37284"/>
                  </a:lnTo>
                  <a:lnTo>
                    <a:pt x="205938" y="37516"/>
                  </a:lnTo>
                  <a:lnTo>
                    <a:pt x="207789" y="38324"/>
                  </a:lnTo>
                  <a:lnTo>
                    <a:pt x="209277" y="38748"/>
                  </a:lnTo>
                  <a:lnTo>
                    <a:pt x="210015" y="39146"/>
                  </a:lnTo>
                  <a:lnTo>
                    <a:pt x="212980" y="40365"/>
                  </a:lnTo>
                  <a:lnTo>
                    <a:pt x="214832" y="41174"/>
                  </a:lnTo>
                  <a:lnTo>
                    <a:pt x="216321" y="41598"/>
                  </a:lnTo>
                  <a:lnTo>
                    <a:pt x="217811" y="42022"/>
                  </a:lnTo>
                  <a:lnTo>
                    <a:pt x="219664" y="42831"/>
                  </a:lnTo>
                  <a:lnTo>
                    <a:pt x="221905" y="43281"/>
                  </a:lnTo>
                  <a:lnTo>
                    <a:pt x="223397" y="43631"/>
                  </a:lnTo>
                  <a:lnTo>
                    <a:pt x="223770" y="43718"/>
                  </a:lnTo>
                  <a:lnTo>
                    <a:pt x="225261" y="44143"/>
                  </a:lnTo>
                  <a:lnTo>
                    <a:pt x="227503" y="44593"/>
                  </a:lnTo>
                  <a:lnTo>
                    <a:pt x="229006" y="44646"/>
                  </a:lnTo>
                  <a:lnTo>
                    <a:pt x="230134" y="44685"/>
                  </a:lnTo>
                  <a:lnTo>
                    <a:pt x="232753" y="45149"/>
                  </a:lnTo>
                  <a:lnTo>
                    <a:pt x="234621" y="45586"/>
                  </a:lnTo>
                  <a:lnTo>
                    <a:pt x="236877" y="45665"/>
                  </a:lnTo>
                  <a:lnTo>
                    <a:pt x="238758" y="45731"/>
                  </a:lnTo>
                  <a:lnTo>
                    <a:pt x="241392" y="45823"/>
                  </a:lnTo>
                  <a:lnTo>
                    <a:pt x="242145" y="45849"/>
                  </a:lnTo>
                  <a:lnTo>
                    <a:pt x="244391" y="46300"/>
                  </a:lnTo>
                  <a:lnTo>
                    <a:pt x="247027" y="46392"/>
                  </a:lnTo>
                  <a:lnTo>
                    <a:pt x="249286" y="46471"/>
                  </a:lnTo>
                  <a:lnTo>
                    <a:pt x="251749" y="57986"/>
                  </a:lnTo>
                  <a:lnTo>
                    <a:pt x="254189" y="69390"/>
                  </a:lnTo>
                  <a:lnTo>
                    <a:pt x="227035" y="70641"/>
                  </a:lnTo>
                  <a:lnTo>
                    <a:pt x="215735" y="59815"/>
                  </a:lnTo>
                  <a:lnTo>
                    <a:pt x="130629" y="31584"/>
                  </a:lnTo>
                  <a:lnTo>
                    <a:pt x="111655" y="34223"/>
                  </a:lnTo>
                  <a:lnTo>
                    <a:pt x="92220" y="36925"/>
                  </a:lnTo>
                  <a:lnTo>
                    <a:pt x="92435" y="54676"/>
                  </a:lnTo>
                  <a:lnTo>
                    <a:pt x="73193" y="54728"/>
                  </a:lnTo>
                  <a:lnTo>
                    <a:pt x="72327" y="21087"/>
                  </a:lnTo>
                  <a:lnTo>
                    <a:pt x="40719" y="16328"/>
                  </a:lnTo>
                  <a:lnTo>
                    <a:pt x="11426" y="24552"/>
                  </a:lnTo>
                  <a:lnTo>
                    <a:pt x="5888" y="19011"/>
                  </a:lnTo>
                  <a:lnTo>
                    <a:pt x="0" y="13120"/>
                  </a:lnTo>
                  <a:lnTo>
                    <a:pt x="1486" y="12433"/>
                  </a:lnTo>
                  <a:lnTo>
                    <a:pt x="2616" y="11366"/>
                  </a:lnTo>
                  <a:lnTo>
                    <a:pt x="4470" y="10691"/>
                  </a:lnTo>
                  <a:lnTo>
                    <a:pt x="6314" y="10385"/>
                  </a:lnTo>
                  <a:lnTo>
                    <a:pt x="8535" y="9722"/>
                  </a:lnTo>
                  <a:lnTo>
                    <a:pt x="10747" y="9427"/>
                  </a:lnTo>
                  <a:lnTo>
                    <a:pt x="12612" y="8384"/>
                  </a:lnTo>
                  <a:lnTo>
                    <a:pt x="14458" y="8076"/>
                  </a:lnTo>
                  <a:lnTo>
                    <a:pt x="15580" y="7377"/>
                  </a:lnTo>
                  <a:lnTo>
                    <a:pt x="16702" y="6677"/>
                  </a:lnTo>
                  <a:lnTo>
                    <a:pt x="18937" y="5645"/>
                  </a:lnTo>
                  <a:lnTo>
                    <a:pt x="21162" y="4981"/>
                  </a:lnTo>
                  <a:lnTo>
                    <a:pt x="22285" y="4280"/>
                  </a:lnTo>
                  <a:lnTo>
                    <a:pt x="23958" y="4001"/>
                  </a:lnTo>
                  <a:lnTo>
                    <a:pt x="24133" y="3972"/>
                  </a:lnTo>
                  <a:lnTo>
                    <a:pt x="25991" y="3296"/>
                  </a:lnTo>
                  <a:lnTo>
                    <a:pt x="27851" y="2619"/>
                  </a:lnTo>
                  <a:lnTo>
                    <a:pt x="29700" y="2311"/>
                  </a:lnTo>
                  <a:lnTo>
                    <a:pt x="31549" y="2003"/>
                  </a:lnTo>
                  <a:lnTo>
                    <a:pt x="34135" y="1719"/>
                  </a:lnTo>
                  <a:lnTo>
                    <a:pt x="36364" y="1054"/>
                  </a:lnTo>
                  <a:lnTo>
                    <a:pt x="37468" y="1090"/>
                  </a:lnTo>
                  <a:lnTo>
                    <a:pt x="38951" y="769"/>
                  </a:lnTo>
                  <a:lnTo>
                    <a:pt x="41540" y="485"/>
                  </a:lnTo>
                  <a:lnTo>
                    <a:pt x="42464" y="361"/>
                  </a:lnTo>
                  <a:lnTo>
                    <a:pt x="43760" y="188"/>
                  </a:lnTo>
                  <a:lnTo>
                    <a:pt x="45234" y="236"/>
                  </a:lnTo>
                  <a:lnTo>
                    <a:pt x="47076" y="296"/>
                  </a:lnTo>
                  <a:lnTo>
                    <a:pt x="49298" y="0"/>
                  </a:lnTo>
                  <a:lnTo>
                    <a:pt x="51141" y="60"/>
                  </a:lnTo>
                  <a:lnTo>
                    <a:pt x="53354" y="132"/>
                  </a:lnTo>
                  <a:lnTo>
                    <a:pt x="55567" y="204"/>
                  </a:lnTo>
                  <a:lnTo>
                    <a:pt x="57780" y="277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g1008"/>
            <p:cNvSpPr/>
            <p:nvPr/>
          </p:nvSpPr>
          <p:spPr>
            <a:xfrm>
              <a:off x="4501485" y="4307277"/>
              <a:ext cx="54385" cy="51162"/>
            </a:xfrm>
            <a:custGeom>
              <a:avLst/>
              <a:pathLst>
                <a:path w="54385" h="51162">
                  <a:moveTo>
                    <a:pt x="46424" y="34853"/>
                  </a:moveTo>
                  <a:lnTo>
                    <a:pt x="31451" y="51162"/>
                  </a:lnTo>
                  <a:lnTo>
                    <a:pt x="22349" y="42923"/>
                  </a:lnTo>
                  <a:lnTo>
                    <a:pt x="10647" y="32332"/>
                  </a:lnTo>
                  <a:lnTo>
                    <a:pt x="0" y="22695"/>
                  </a:lnTo>
                  <a:lnTo>
                    <a:pt x="9115" y="16147"/>
                  </a:lnTo>
                  <a:lnTo>
                    <a:pt x="12122" y="13987"/>
                  </a:lnTo>
                  <a:lnTo>
                    <a:pt x="10484" y="9634"/>
                  </a:lnTo>
                  <a:lnTo>
                    <a:pt x="20877" y="0"/>
                  </a:lnTo>
                  <a:lnTo>
                    <a:pt x="31748" y="8340"/>
                  </a:lnTo>
                  <a:lnTo>
                    <a:pt x="54385" y="25709"/>
                  </a:lnTo>
                  <a:lnTo>
                    <a:pt x="51436" y="29393"/>
                  </a:lnTo>
                  <a:close/>
                </a:path>
              </a:pathLst>
            </a:custGeom>
            <a:solidFill>
              <a:srgbClr val="E2E6EC">
                <a:alpha val="100000"/>
              </a:srgbClr>
            </a:solidFill>
            <a:ln w="406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g1009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26995" y="476948"/>
                  </a:move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lnTo>
                    <a:pt x="60200" y="54124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g1010"/>
            <p:cNvSpPr/>
            <p:nvPr/>
          </p:nvSpPr>
          <p:spPr>
            <a:xfrm>
              <a:off x="1965848" y="3067412"/>
              <a:ext cx="173567" cy="286984"/>
            </a:xfrm>
            <a:custGeom>
              <a:avLst/>
              <a:pathLst>
                <a:path w="173567" h="286984">
                  <a:moveTo>
                    <a:pt x="17115" y="11728"/>
                  </a:moveTo>
                  <a:lnTo>
                    <a:pt x="26525" y="18176"/>
                  </a:lnTo>
                  <a:lnTo>
                    <a:pt x="68437" y="46895"/>
                  </a:lnTo>
                  <a:lnTo>
                    <a:pt x="73587" y="50424"/>
                  </a:lnTo>
                  <a:lnTo>
                    <a:pt x="109275" y="74879"/>
                  </a:lnTo>
                  <a:lnTo>
                    <a:pt x="111362" y="76184"/>
                  </a:lnTo>
                  <a:lnTo>
                    <a:pt x="116200" y="79623"/>
                  </a:lnTo>
                  <a:lnTo>
                    <a:pt x="173567" y="118932"/>
                  </a:lnTo>
                  <a:lnTo>
                    <a:pt x="172835" y="120050"/>
                  </a:lnTo>
                  <a:lnTo>
                    <a:pt x="171093" y="122710"/>
                  </a:lnTo>
                  <a:lnTo>
                    <a:pt x="123476" y="195439"/>
                  </a:lnTo>
                  <a:lnTo>
                    <a:pt x="117563" y="191609"/>
                  </a:lnTo>
                  <a:lnTo>
                    <a:pt x="93943" y="175056"/>
                  </a:lnTo>
                  <a:lnTo>
                    <a:pt x="78732" y="163262"/>
                  </a:lnTo>
                  <a:lnTo>
                    <a:pt x="40005" y="222054"/>
                  </a:lnTo>
                  <a:lnTo>
                    <a:pt x="39152" y="223436"/>
                  </a:lnTo>
                  <a:lnTo>
                    <a:pt x="15570" y="261712"/>
                  </a:lnTo>
                  <a:lnTo>
                    <a:pt x="0" y="286984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g1011"/>
            <p:cNvSpPr/>
            <p:nvPr/>
          </p:nvSpPr>
          <p:spPr>
            <a:xfrm>
              <a:off x="1965848" y="1707858"/>
              <a:ext cx="870260" cy="840621"/>
            </a:xfrm>
            <a:custGeom>
              <a:avLst/>
              <a:pathLst>
                <a:path w="870260" h="840621">
                  <a:moveTo>
                    <a:pt x="47540" y="32356"/>
                  </a:moveTo>
                  <a:lnTo>
                    <a:pt x="101211" y="68886"/>
                  </a:lnTo>
                  <a:lnTo>
                    <a:pt x="103963" y="78799"/>
                  </a:lnTo>
                  <a:lnTo>
                    <a:pt x="131811" y="91034"/>
                  </a:lnTo>
                  <a:lnTo>
                    <a:pt x="114641" y="118138"/>
                  </a:lnTo>
                  <a:lnTo>
                    <a:pt x="165273" y="150644"/>
                  </a:lnTo>
                  <a:lnTo>
                    <a:pt x="275320" y="222189"/>
                  </a:lnTo>
                  <a:lnTo>
                    <a:pt x="309283" y="243614"/>
                  </a:lnTo>
                  <a:lnTo>
                    <a:pt x="340976" y="260903"/>
                  </a:lnTo>
                  <a:lnTo>
                    <a:pt x="352718" y="265557"/>
                  </a:lnTo>
                  <a:lnTo>
                    <a:pt x="366662" y="271084"/>
                  </a:lnTo>
                  <a:lnTo>
                    <a:pt x="388940" y="278720"/>
                  </a:lnTo>
                  <a:lnTo>
                    <a:pt x="454334" y="281667"/>
                  </a:lnTo>
                  <a:lnTo>
                    <a:pt x="513602" y="274698"/>
                  </a:lnTo>
                  <a:lnTo>
                    <a:pt x="523391" y="303929"/>
                  </a:lnTo>
                  <a:lnTo>
                    <a:pt x="601525" y="270054"/>
                  </a:lnTo>
                  <a:lnTo>
                    <a:pt x="695978" y="292069"/>
                  </a:lnTo>
                  <a:lnTo>
                    <a:pt x="792335" y="389232"/>
                  </a:lnTo>
                  <a:lnTo>
                    <a:pt x="862375" y="459857"/>
                  </a:lnTo>
                  <a:lnTo>
                    <a:pt x="870260" y="467808"/>
                  </a:lnTo>
                  <a:lnTo>
                    <a:pt x="863413" y="473435"/>
                  </a:lnTo>
                  <a:lnTo>
                    <a:pt x="836718" y="495373"/>
                  </a:lnTo>
                  <a:lnTo>
                    <a:pt x="826584" y="504455"/>
                  </a:lnTo>
                  <a:lnTo>
                    <a:pt x="808818" y="520378"/>
                  </a:lnTo>
                  <a:lnTo>
                    <a:pt x="801986" y="527103"/>
                  </a:lnTo>
                  <a:lnTo>
                    <a:pt x="744115" y="584072"/>
                  </a:lnTo>
                  <a:lnTo>
                    <a:pt x="752057" y="592111"/>
                  </a:lnTo>
                  <a:lnTo>
                    <a:pt x="776940" y="617297"/>
                  </a:lnTo>
                  <a:lnTo>
                    <a:pt x="785717" y="685105"/>
                  </a:lnTo>
                  <a:lnTo>
                    <a:pt x="781754" y="694761"/>
                  </a:lnTo>
                  <a:lnTo>
                    <a:pt x="736074" y="681164"/>
                  </a:lnTo>
                  <a:lnTo>
                    <a:pt x="729252" y="679134"/>
                  </a:lnTo>
                  <a:lnTo>
                    <a:pt x="720698" y="677487"/>
                  </a:lnTo>
                  <a:lnTo>
                    <a:pt x="719364" y="677230"/>
                  </a:lnTo>
                  <a:lnTo>
                    <a:pt x="715643" y="676514"/>
                  </a:lnTo>
                  <a:lnTo>
                    <a:pt x="707770" y="674998"/>
                  </a:lnTo>
                  <a:lnTo>
                    <a:pt x="697718" y="673064"/>
                  </a:lnTo>
                  <a:lnTo>
                    <a:pt x="662089" y="667831"/>
                  </a:lnTo>
                  <a:lnTo>
                    <a:pt x="658171" y="667943"/>
                  </a:lnTo>
                  <a:lnTo>
                    <a:pt x="657790" y="667954"/>
                  </a:lnTo>
                  <a:lnTo>
                    <a:pt x="656022" y="668005"/>
                  </a:lnTo>
                  <a:lnTo>
                    <a:pt x="640180" y="668459"/>
                  </a:lnTo>
                  <a:lnTo>
                    <a:pt x="635239" y="667832"/>
                  </a:lnTo>
                  <a:lnTo>
                    <a:pt x="632134" y="667439"/>
                  </a:lnTo>
                  <a:lnTo>
                    <a:pt x="619906" y="665888"/>
                  </a:lnTo>
                  <a:lnTo>
                    <a:pt x="616802" y="665495"/>
                  </a:lnTo>
                  <a:lnTo>
                    <a:pt x="612144" y="665214"/>
                  </a:lnTo>
                  <a:lnTo>
                    <a:pt x="590753" y="663922"/>
                  </a:lnTo>
                  <a:lnTo>
                    <a:pt x="583418" y="676854"/>
                  </a:lnTo>
                  <a:lnTo>
                    <a:pt x="577983" y="686507"/>
                  </a:lnTo>
                  <a:lnTo>
                    <a:pt x="577726" y="686878"/>
                  </a:lnTo>
                  <a:lnTo>
                    <a:pt x="573631" y="692739"/>
                  </a:lnTo>
                  <a:lnTo>
                    <a:pt x="567562" y="694581"/>
                  </a:lnTo>
                  <a:lnTo>
                    <a:pt x="560526" y="696716"/>
                  </a:lnTo>
                  <a:lnTo>
                    <a:pt x="550902" y="694623"/>
                  </a:lnTo>
                  <a:lnTo>
                    <a:pt x="541893" y="692111"/>
                  </a:lnTo>
                  <a:lnTo>
                    <a:pt x="535670" y="688943"/>
                  </a:lnTo>
                  <a:lnTo>
                    <a:pt x="487630" y="664482"/>
                  </a:lnTo>
                  <a:lnTo>
                    <a:pt x="427337" y="653702"/>
                  </a:lnTo>
                  <a:lnTo>
                    <a:pt x="427609" y="653703"/>
                  </a:lnTo>
                  <a:lnTo>
                    <a:pt x="423956" y="653097"/>
                  </a:lnTo>
                  <a:lnTo>
                    <a:pt x="422436" y="662559"/>
                  </a:lnTo>
                  <a:lnTo>
                    <a:pt x="413402" y="718806"/>
                  </a:lnTo>
                  <a:lnTo>
                    <a:pt x="394541" y="716172"/>
                  </a:lnTo>
                  <a:lnTo>
                    <a:pt x="394322" y="716677"/>
                  </a:lnTo>
                  <a:lnTo>
                    <a:pt x="393315" y="718993"/>
                  </a:lnTo>
                  <a:lnTo>
                    <a:pt x="392917" y="719908"/>
                  </a:lnTo>
                  <a:lnTo>
                    <a:pt x="387042" y="733421"/>
                  </a:lnTo>
                  <a:lnTo>
                    <a:pt x="382543" y="743769"/>
                  </a:lnTo>
                  <a:lnTo>
                    <a:pt x="379798" y="750081"/>
                  </a:lnTo>
                  <a:lnTo>
                    <a:pt x="379363" y="750677"/>
                  </a:lnTo>
                  <a:lnTo>
                    <a:pt x="377114" y="753751"/>
                  </a:lnTo>
                  <a:lnTo>
                    <a:pt x="370338" y="763017"/>
                  </a:lnTo>
                  <a:lnTo>
                    <a:pt x="368127" y="764524"/>
                  </a:lnTo>
                  <a:lnTo>
                    <a:pt x="364362" y="766063"/>
                  </a:lnTo>
                  <a:lnTo>
                    <a:pt x="361984" y="767036"/>
                  </a:lnTo>
                  <a:lnTo>
                    <a:pt x="361480" y="767802"/>
                  </a:lnTo>
                  <a:lnTo>
                    <a:pt x="357800" y="773397"/>
                  </a:lnTo>
                  <a:lnTo>
                    <a:pt x="347587" y="788925"/>
                  </a:lnTo>
                  <a:lnTo>
                    <a:pt x="346871" y="790015"/>
                  </a:lnTo>
                  <a:lnTo>
                    <a:pt x="330639" y="814696"/>
                  </a:lnTo>
                  <a:lnTo>
                    <a:pt x="313859" y="840209"/>
                  </a:lnTo>
                  <a:lnTo>
                    <a:pt x="313588" y="840621"/>
                  </a:lnTo>
                  <a:lnTo>
                    <a:pt x="306763" y="836149"/>
                  </a:lnTo>
                  <a:lnTo>
                    <a:pt x="290004" y="825166"/>
                  </a:lnTo>
                  <a:lnTo>
                    <a:pt x="270865" y="812624"/>
                  </a:lnTo>
                  <a:lnTo>
                    <a:pt x="259943" y="805466"/>
                  </a:lnTo>
                  <a:lnTo>
                    <a:pt x="257284" y="803723"/>
                  </a:lnTo>
                  <a:lnTo>
                    <a:pt x="209980" y="772723"/>
                  </a:lnTo>
                  <a:lnTo>
                    <a:pt x="159209" y="739452"/>
                  </a:lnTo>
                  <a:lnTo>
                    <a:pt x="141313" y="727724"/>
                  </a:lnTo>
                  <a:lnTo>
                    <a:pt x="117059" y="708180"/>
                  </a:lnTo>
                  <a:lnTo>
                    <a:pt x="115308" y="706165"/>
                  </a:lnTo>
                  <a:lnTo>
                    <a:pt x="114234" y="704118"/>
                  </a:lnTo>
                  <a:lnTo>
                    <a:pt x="111387" y="698695"/>
                  </a:lnTo>
                  <a:lnTo>
                    <a:pt x="110189" y="696413"/>
                  </a:lnTo>
                  <a:lnTo>
                    <a:pt x="109567" y="695228"/>
                  </a:lnTo>
                  <a:lnTo>
                    <a:pt x="106299" y="689001"/>
                  </a:lnTo>
                  <a:lnTo>
                    <a:pt x="72839" y="663187"/>
                  </a:lnTo>
                  <a:lnTo>
                    <a:pt x="64472" y="656733"/>
                  </a:lnTo>
                  <a:lnTo>
                    <a:pt x="62889" y="655511"/>
                  </a:lnTo>
                  <a:lnTo>
                    <a:pt x="60834" y="654105"/>
                  </a:lnTo>
                  <a:lnTo>
                    <a:pt x="0" y="612465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g1012"/>
            <p:cNvSpPr/>
            <p:nvPr/>
          </p:nvSpPr>
          <p:spPr>
            <a:xfrm>
              <a:off x="4492496" y="4246821"/>
              <a:ext cx="884286" cy="981891"/>
            </a:xfrm>
            <a:custGeom>
              <a:avLst/>
              <a:pathLst>
                <a:path w="884286" h="981891">
                  <a:moveTo>
                    <a:pt x="739406" y="139626"/>
                  </a:moveTo>
                  <a:lnTo>
                    <a:pt x="767434" y="30699"/>
                  </a:lnTo>
                  <a:lnTo>
                    <a:pt x="807567" y="33211"/>
                  </a:lnTo>
                  <a:lnTo>
                    <a:pt x="884286" y="53128"/>
                  </a:lnTo>
                  <a:lnTo>
                    <a:pt x="884286" y="427205"/>
                  </a:lnTo>
                  <a:lnTo>
                    <a:pt x="879051" y="423917"/>
                  </a:lnTo>
                  <a:lnTo>
                    <a:pt x="718087" y="322810"/>
                  </a:lnTo>
                  <a:lnTo>
                    <a:pt x="656145" y="312345"/>
                  </a:lnTo>
                  <a:lnTo>
                    <a:pt x="624162" y="307616"/>
                  </a:lnTo>
                  <a:lnTo>
                    <a:pt x="622302" y="334613"/>
                  </a:lnTo>
                  <a:lnTo>
                    <a:pt x="534721" y="324194"/>
                  </a:lnTo>
                  <a:lnTo>
                    <a:pt x="509046" y="320963"/>
                  </a:lnTo>
                  <a:lnTo>
                    <a:pt x="430735" y="310632"/>
                  </a:lnTo>
                  <a:lnTo>
                    <a:pt x="409505" y="307831"/>
                  </a:lnTo>
                  <a:lnTo>
                    <a:pt x="412045" y="280071"/>
                  </a:lnTo>
                  <a:lnTo>
                    <a:pt x="414811" y="249845"/>
                  </a:lnTo>
                  <a:lnTo>
                    <a:pt x="388765" y="247334"/>
                  </a:lnTo>
                  <a:lnTo>
                    <a:pt x="351416" y="246831"/>
                  </a:lnTo>
                  <a:lnTo>
                    <a:pt x="311118" y="250348"/>
                  </a:lnTo>
                  <a:lnTo>
                    <a:pt x="270329" y="250348"/>
                  </a:lnTo>
                  <a:lnTo>
                    <a:pt x="270678" y="308493"/>
                  </a:lnTo>
                  <a:lnTo>
                    <a:pt x="254112" y="306611"/>
                  </a:lnTo>
                  <a:lnTo>
                    <a:pt x="229048" y="301588"/>
                  </a:lnTo>
                  <a:lnTo>
                    <a:pt x="221677" y="359359"/>
                  </a:lnTo>
                  <a:lnTo>
                    <a:pt x="212831" y="414618"/>
                  </a:lnTo>
                  <a:lnTo>
                    <a:pt x="170076" y="483440"/>
                  </a:lnTo>
                  <a:lnTo>
                    <a:pt x="161801" y="490313"/>
                  </a:lnTo>
                  <a:lnTo>
                    <a:pt x="107664" y="482435"/>
                  </a:lnTo>
                  <a:lnTo>
                    <a:pt x="76942" y="591112"/>
                  </a:lnTo>
                  <a:lnTo>
                    <a:pt x="77514" y="616011"/>
                  </a:lnTo>
                  <a:lnTo>
                    <a:pt x="184810" y="799370"/>
                  </a:lnTo>
                  <a:lnTo>
                    <a:pt x="202829" y="875560"/>
                  </a:lnTo>
                  <a:lnTo>
                    <a:pt x="211020" y="898166"/>
                  </a:lnTo>
                  <a:lnTo>
                    <a:pt x="289650" y="936680"/>
                  </a:lnTo>
                  <a:lnTo>
                    <a:pt x="233135" y="981891"/>
                  </a:lnTo>
                  <a:lnTo>
                    <a:pt x="156962" y="916585"/>
                  </a:lnTo>
                  <a:lnTo>
                    <a:pt x="26732" y="616848"/>
                  </a:lnTo>
                  <a:lnTo>
                    <a:pt x="32245" y="577489"/>
                  </a:lnTo>
                  <a:lnTo>
                    <a:pt x="45495" y="529661"/>
                  </a:lnTo>
                  <a:lnTo>
                    <a:pt x="63697" y="463957"/>
                  </a:lnTo>
                  <a:lnTo>
                    <a:pt x="77457" y="425276"/>
                  </a:lnTo>
                  <a:lnTo>
                    <a:pt x="76474" y="352937"/>
                  </a:lnTo>
                  <a:lnTo>
                    <a:pt x="77457" y="333345"/>
                  </a:lnTo>
                  <a:lnTo>
                    <a:pt x="79707" y="305427"/>
                  </a:lnTo>
                  <a:lnTo>
                    <a:pt x="25094" y="294504"/>
                  </a:lnTo>
                  <a:lnTo>
                    <a:pt x="26732" y="202406"/>
                  </a:lnTo>
                  <a:lnTo>
                    <a:pt x="95533" y="221663"/>
                  </a:lnTo>
                  <a:lnTo>
                    <a:pt x="101479" y="195528"/>
                  </a:lnTo>
                  <a:lnTo>
                    <a:pt x="74701" y="173757"/>
                  </a:lnTo>
                  <a:lnTo>
                    <a:pt x="31812" y="136224"/>
                  </a:lnTo>
                  <a:lnTo>
                    <a:pt x="42903" y="122886"/>
                  </a:lnTo>
                  <a:lnTo>
                    <a:pt x="0" y="82292"/>
                  </a:lnTo>
                  <a:lnTo>
                    <a:pt x="28871" y="49639"/>
                  </a:lnTo>
                  <a:lnTo>
                    <a:pt x="76119" y="82940"/>
                  </a:lnTo>
                  <a:lnTo>
                    <a:pt x="145086" y="0"/>
                  </a:lnTo>
                  <a:lnTo>
                    <a:pt x="234600" y="59400"/>
                  </a:lnTo>
                  <a:lnTo>
                    <a:pt x="250842" y="70178"/>
                  </a:lnTo>
                  <a:lnTo>
                    <a:pt x="255875" y="73518"/>
                  </a:lnTo>
                  <a:lnTo>
                    <a:pt x="258116" y="30559"/>
                  </a:lnTo>
                  <a:lnTo>
                    <a:pt x="297840" y="31815"/>
                  </a:lnTo>
                  <a:lnTo>
                    <a:pt x="296732" y="83920"/>
                  </a:lnTo>
                  <a:lnTo>
                    <a:pt x="301556" y="85148"/>
                  </a:lnTo>
                  <a:lnTo>
                    <a:pt x="355159" y="89829"/>
                  </a:lnTo>
                  <a:lnTo>
                    <a:pt x="474578" y="100379"/>
                  </a:lnTo>
                  <a:lnTo>
                    <a:pt x="553207" y="109923"/>
                  </a:lnTo>
                  <a:lnTo>
                    <a:pt x="557215" y="88668"/>
                  </a:lnTo>
                  <a:lnTo>
                    <a:pt x="678052" y="129338"/>
                  </a:lnTo>
                  <a:lnTo>
                    <a:pt x="722860" y="13841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g1013"/>
            <p:cNvSpPr/>
            <p:nvPr/>
          </p:nvSpPr>
          <p:spPr>
            <a:xfrm>
              <a:off x="3758369" y="1508760"/>
              <a:ext cx="790022" cy="455884"/>
            </a:xfrm>
            <a:custGeom>
              <a:avLst/>
              <a:pathLst>
                <a:path w="790022" h="455884">
                  <a:moveTo>
                    <a:pt x="626985" y="3632"/>
                  </a:moveTo>
                  <a:lnTo>
                    <a:pt x="518276" y="67959"/>
                  </a:lnTo>
                  <a:lnTo>
                    <a:pt x="538492" y="82580"/>
                  </a:lnTo>
                  <a:lnTo>
                    <a:pt x="579168" y="111998"/>
                  </a:lnTo>
                  <a:lnTo>
                    <a:pt x="586062" y="89148"/>
                  </a:lnTo>
                  <a:lnTo>
                    <a:pt x="587478" y="84452"/>
                  </a:lnTo>
                  <a:lnTo>
                    <a:pt x="630220" y="124300"/>
                  </a:lnTo>
                  <a:lnTo>
                    <a:pt x="628509" y="129736"/>
                  </a:lnTo>
                  <a:lnTo>
                    <a:pt x="623650" y="145166"/>
                  </a:lnTo>
                  <a:lnTo>
                    <a:pt x="664819" y="195740"/>
                  </a:lnTo>
                  <a:lnTo>
                    <a:pt x="654417" y="217228"/>
                  </a:lnTo>
                  <a:lnTo>
                    <a:pt x="704907" y="241665"/>
                  </a:lnTo>
                  <a:lnTo>
                    <a:pt x="730152" y="253884"/>
                  </a:lnTo>
                  <a:lnTo>
                    <a:pt x="703021" y="315632"/>
                  </a:lnTo>
                  <a:lnTo>
                    <a:pt x="735242" y="332610"/>
                  </a:lnTo>
                  <a:lnTo>
                    <a:pt x="776978" y="354601"/>
                  </a:lnTo>
                  <a:lnTo>
                    <a:pt x="776038" y="357540"/>
                  </a:lnTo>
                  <a:lnTo>
                    <a:pt x="769490" y="378012"/>
                  </a:lnTo>
                  <a:lnTo>
                    <a:pt x="787485" y="383854"/>
                  </a:lnTo>
                  <a:lnTo>
                    <a:pt x="790022" y="384677"/>
                  </a:lnTo>
                  <a:lnTo>
                    <a:pt x="770013" y="429193"/>
                  </a:lnTo>
                  <a:lnTo>
                    <a:pt x="742457" y="421060"/>
                  </a:lnTo>
                  <a:lnTo>
                    <a:pt x="711860" y="412029"/>
                  </a:lnTo>
                  <a:lnTo>
                    <a:pt x="704227" y="410720"/>
                  </a:lnTo>
                  <a:lnTo>
                    <a:pt x="668974" y="404673"/>
                  </a:lnTo>
                  <a:lnTo>
                    <a:pt x="681374" y="450024"/>
                  </a:lnTo>
                  <a:lnTo>
                    <a:pt x="633459" y="455884"/>
                  </a:lnTo>
                  <a:lnTo>
                    <a:pt x="615850" y="439977"/>
                  </a:lnTo>
                  <a:lnTo>
                    <a:pt x="564249" y="421976"/>
                  </a:lnTo>
                  <a:lnTo>
                    <a:pt x="537068" y="414851"/>
                  </a:lnTo>
                  <a:lnTo>
                    <a:pt x="532305" y="413603"/>
                  </a:lnTo>
                  <a:lnTo>
                    <a:pt x="517153" y="415278"/>
                  </a:lnTo>
                  <a:lnTo>
                    <a:pt x="512854" y="427972"/>
                  </a:lnTo>
                  <a:lnTo>
                    <a:pt x="509781" y="437046"/>
                  </a:lnTo>
                  <a:lnTo>
                    <a:pt x="478248" y="435790"/>
                  </a:lnTo>
                  <a:lnTo>
                    <a:pt x="476707" y="421220"/>
                  </a:lnTo>
                  <a:lnTo>
                    <a:pt x="474971" y="404812"/>
                  </a:lnTo>
                  <a:lnTo>
                    <a:pt x="453267" y="397695"/>
                  </a:lnTo>
                  <a:lnTo>
                    <a:pt x="435294" y="404526"/>
                  </a:lnTo>
                  <a:lnTo>
                    <a:pt x="421323" y="409835"/>
                  </a:lnTo>
                  <a:lnTo>
                    <a:pt x="397980" y="383043"/>
                  </a:lnTo>
                  <a:lnTo>
                    <a:pt x="388970" y="370066"/>
                  </a:lnTo>
                  <a:lnTo>
                    <a:pt x="409037" y="366717"/>
                  </a:lnTo>
                  <a:lnTo>
                    <a:pt x="395932" y="324435"/>
                  </a:lnTo>
                  <a:lnTo>
                    <a:pt x="378568" y="243891"/>
                  </a:lnTo>
                  <a:lnTo>
                    <a:pt x="331391" y="238868"/>
                  </a:lnTo>
                  <a:lnTo>
                    <a:pt x="309767" y="234849"/>
                  </a:lnTo>
                  <a:lnTo>
                    <a:pt x="287161" y="239872"/>
                  </a:lnTo>
                  <a:lnTo>
                    <a:pt x="272418" y="220783"/>
                  </a:lnTo>
                  <a:lnTo>
                    <a:pt x="247847" y="227816"/>
                  </a:lnTo>
                  <a:lnTo>
                    <a:pt x="276350" y="298145"/>
                  </a:lnTo>
                  <a:lnTo>
                    <a:pt x="278316" y="346371"/>
                  </a:lnTo>
                  <a:lnTo>
                    <a:pt x="254170" y="395735"/>
                  </a:lnTo>
                  <a:lnTo>
                    <a:pt x="233841" y="408161"/>
                  </a:lnTo>
                  <a:lnTo>
                    <a:pt x="165040" y="386811"/>
                  </a:lnTo>
                  <a:lnTo>
                    <a:pt x="33581" y="339087"/>
                  </a:lnTo>
                  <a:lnTo>
                    <a:pt x="0" y="306016"/>
                  </a:lnTo>
                  <a:lnTo>
                    <a:pt x="23146" y="271126"/>
                  </a:lnTo>
                  <a:lnTo>
                    <a:pt x="43704" y="283895"/>
                  </a:lnTo>
                  <a:lnTo>
                    <a:pt x="60495" y="287663"/>
                  </a:lnTo>
                  <a:lnTo>
                    <a:pt x="67867" y="239521"/>
                  </a:lnTo>
                  <a:lnTo>
                    <a:pt x="28680" y="228658"/>
                  </a:lnTo>
                  <a:lnTo>
                    <a:pt x="23980" y="227355"/>
                  </a:lnTo>
                  <a:lnTo>
                    <a:pt x="49934" y="158920"/>
                  </a:lnTo>
                  <a:lnTo>
                    <a:pt x="78105" y="162912"/>
                  </a:lnTo>
                  <a:lnTo>
                    <a:pt x="86295" y="139469"/>
                  </a:lnTo>
                  <a:lnTo>
                    <a:pt x="60086" y="127747"/>
                  </a:lnTo>
                  <a:lnTo>
                    <a:pt x="77195" y="73713"/>
                  </a:lnTo>
                  <a:lnTo>
                    <a:pt x="81893" y="75717"/>
                  </a:lnTo>
                  <a:lnTo>
                    <a:pt x="86051" y="77491"/>
                  </a:lnTo>
                  <a:lnTo>
                    <a:pt x="161649" y="109746"/>
                  </a:lnTo>
                  <a:lnTo>
                    <a:pt x="185646" y="126626"/>
                  </a:lnTo>
                  <a:lnTo>
                    <a:pt x="202937" y="121656"/>
                  </a:lnTo>
                  <a:lnTo>
                    <a:pt x="246172" y="109228"/>
                  </a:lnTo>
                  <a:lnTo>
                    <a:pt x="259827" y="105303"/>
                  </a:lnTo>
                  <a:lnTo>
                    <a:pt x="319528" y="99922"/>
                  </a:lnTo>
                  <a:lnTo>
                    <a:pt x="325495" y="100365"/>
                  </a:lnTo>
                  <a:lnTo>
                    <a:pt x="369163" y="103606"/>
                  </a:lnTo>
                  <a:lnTo>
                    <a:pt x="392588" y="131135"/>
                  </a:lnTo>
                  <a:lnTo>
                    <a:pt x="423352" y="117371"/>
                  </a:lnTo>
                  <a:lnTo>
                    <a:pt x="416574" y="109228"/>
                  </a:lnTo>
                  <a:lnTo>
                    <a:pt x="405952" y="93357"/>
                  </a:lnTo>
                  <a:lnTo>
                    <a:pt x="389326" y="68516"/>
                  </a:lnTo>
                  <a:lnTo>
                    <a:pt x="386593" y="64432"/>
                  </a:lnTo>
                  <a:lnTo>
                    <a:pt x="385597" y="62945"/>
                  </a:lnTo>
                  <a:lnTo>
                    <a:pt x="380756" y="49903"/>
                  </a:lnTo>
                  <a:lnTo>
                    <a:pt x="378280" y="43232"/>
                  </a:lnTo>
                  <a:lnTo>
                    <a:pt x="374291" y="9097"/>
                  </a:lnTo>
                  <a:lnTo>
                    <a:pt x="371895" y="0"/>
                  </a:lnTo>
                  <a:lnTo>
                    <a:pt x="62717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g1014"/>
            <p:cNvSpPr/>
            <p:nvPr/>
          </p:nvSpPr>
          <p:spPr>
            <a:xfrm>
              <a:off x="1965848" y="1508760"/>
              <a:ext cx="1527037" cy="503028"/>
            </a:xfrm>
            <a:custGeom>
              <a:avLst/>
              <a:pathLst>
                <a:path w="1527037" h="503028">
                  <a:moveTo>
                    <a:pt x="1490793" y="40127"/>
                  </a:moveTo>
                  <a:lnTo>
                    <a:pt x="1499806" y="68387"/>
                  </a:lnTo>
                  <a:lnTo>
                    <a:pt x="1527037" y="129918"/>
                  </a:lnTo>
                  <a:lnTo>
                    <a:pt x="1515816" y="164320"/>
                  </a:lnTo>
                  <a:lnTo>
                    <a:pt x="1120478" y="284671"/>
                  </a:lnTo>
                  <a:lnTo>
                    <a:pt x="1028744" y="421311"/>
                  </a:lnTo>
                  <a:lnTo>
                    <a:pt x="597874" y="438093"/>
                  </a:lnTo>
                  <a:lnTo>
                    <a:pt x="601525" y="469153"/>
                  </a:lnTo>
                  <a:lnTo>
                    <a:pt x="523391" y="503028"/>
                  </a:lnTo>
                  <a:lnTo>
                    <a:pt x="513602" y="473797"/>
                  </a:lnTo>
                  <a:lnTo>
                    <a:pt x="454334" y="480766"/>
                  </a:lnTo>
                  <a:lnTo>
                    <a:pt x="388940" y="477819"/>
                  </a:lnTo>
                  <a:lnTo>
                    <a:pt x="366662" y="470183"/>
                  </a:lnTo>
                  <a:lnTo>
                    <a:pt x="352718" y="464656"/>
                  </a:lnTo>
                  <a:lnTo>
                    <a:pt x="340976" y="460002"/>
                  </a:lnTo>
                  <a:lnTo>
                    <a:pt x="309283" y="442713"/>
                  </a:lnTo>
                  <a:lnTo>
                    <a:pt x="275320" y="421287"/>
                  </a:lnTo>
                  <a:lnTo>
                    <a:pt x="165273" y="349743"/>
                  </a:lnTo>
                  <a:lnTo>
                    <a:pt x="114641" y="317237"/>
                  </a:lnTo>
                  <a:lnTo>
                    <a:pt x="131811" y="290133"/>
                  </a:lnTo>
                  <a:lnTo>
                    <a:pt x="103963" y="277898"/>
                  </a:lnTo>
                  <a:lnTo>
                    <a:pt x="101211" y="267985"/>
                  </a:lnTo>
                  <a:lnTo>
                    <a:pt x="47540" y="231455"/>
                  </a:lnTo>
                  <a:lnTo>
                    <a:pt x="0" y="199098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g1015"/>
            <p:cNvSpPr/>
            <p:nvPr/>
          </p:nvSpPr>
          <p:spPr>
            <a:xfrm>
              <a:off x="5015167" y="1508760"/>
              <a:ext cx="78600" cy="34336"/>
            </a:xfrm>
            <a:custGeom>
              <a:avLst/>
              <a:pathLst>
                <a:path w="78600" h="34336">
                  <a:moveTo>
                    <a:pt x="10319" y="34336"/>
                  </a:moveTo>
                  <a:lnTo>
                    <a:pt x="0" y="0"/>
                  </a:lnTo>
                  <a:lnTo>
                    <a:pt x="7860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g1016"/>
            <p:cNvSpPr/>
            <p:nvPr/>
          </p:nvSpPr>
          <p:spPr>
            <a:xfrm>
              <a:off x="3443843" y="1508760"/>
              <a:ext cx="737878" cy="225109"/>
            </a:xfrm>
            <a:custGeom>
              <a:avLst/>
              <a:pathLst>
                <a:path w="737878" h="225109">
                  <a:moveTo>
                    <a:pt x="688817" y="9097"/>
                  </a:moveTo>
                  <a:lnTo>
                    <a:pt x="692806" y="43232"/>
                  </a:lnTo>
                  <a:lnTo>
                    <a:pt x="695282" y="49903"/>
                  </a:lnTo>
                  <a:lnTo>
                    <a:pt x="700123" y="62945"/>
                  </a:lnTo>
                  <a:lnTo>
                    <a:pt x="701119" y="64432"/>
                  </a:lnTo>
                  <a:lnTo>
                    <a:pt x="703852" y="68516"/>
                  </a:lnTo>
                  <a:lnTo>
                    <a:pt x="720478" y="93357"/>
                  </a:lnTo>
                  <a:lnTo>
                    <a:pt x="731100" y="109228"/>
                  </a:lnTo>
                  <a:lnTo>
                    <a:pt x="737878" y="117371"/>
                  </a:lnTo>
                  <a:lnTo>
                    <a:pt x="707069" y="131082"/>
                  </a:lnTo>
                  <a:lnTo>
                    <a:pt x="683677" y="103606"/>
                  </a:lnTo>
                  <a:lnTo>
                    <a:pt x="640021" y="100365"/>
                  </a:lnTo>
                  <a:lnTo>
                    <a:pt x="633890" y="99922"/>
                  </a:lnTo>
                  <a:lnTo>
                    <a:pt x="574353" y="105303"/>
                  </a:lnTo>
                  <a:lnTo>
                    <a:pt x="560698" y="109228"/>
                  </a:lnTo>
                  <a:lnTo>
                    <a:pt x="517463" y="121656"/>
                  </a:lnTo>
                  <a:lnTo>
                    <a:pt x="500172" y="126626"/>
                  </a:lnTo>
                  <a:lnTo>
                    <a:pt x="459056" y="54069"/>
                  </a:lnTo>
                  <a:lnTo>
                    <a:pt x="445624" y="56748"/>
                  </a:lnTo>
                  <a:lnTo>
                    <a:pt x="395498" y="56078"/>
                  </a:lnTo>
                  <a:lnTo>
                    <a:pt x="381082" y="47371"/>
                  </a:lnTo>
                  <a:lnTo>
                    <a:pt x="359459" y="99950"/>
                  </a:lnTo>
                  <a:lnTo>
                    <a:pt x="366713" y="131196"/>
                  </a:lnTo>
                  <a:lnTo>
                    <a:pt x="363228" y="144800"/>
                  </a:lnTo>
                  <a:lnTo>
                    <a:pt x="270018" y="167935"/>
                  </a:lnTo>
                  <a:lnTo>
                    <a:pt x="271328" y="186690"/>
                  </a:lnTo>
                  <a:lnTo>
                    <a:pt x="246429" y="205444"/>
                  </a:lnTo>
                  <a:lnTo>
                    <a:pt x="247262" y="219489"/>
                  </a:lnTo>
                  <a:lnTo>
                    <a:pt x="236893" y="225109"/>
                  </a:lnTo>
                  <a:lnTo>
                    <a:pt x="217907" y="224315"/>
                  </a:lnTo>
                  <a:lnTo>
                    <a:pt x="211373" y="212812"/>
                  </a:lnTo>
                  <a:lnTo>
                    <a:pt x="191716" y="217501"/>
                  </a:lnTo>
                  <a:lnTo>
                    <a:pt x="162885" y="203770"/>
                  </a:lnTo>
                  <a:lnTo>
                    <a:pt x="126519" y="214822"/>
                  </a:lnTo>
                  <a:lnTo>
                    <a:pt x="107844" y="207789"/>
                  </a:lnTo>
                  <a:lnTo>
                    <a:pt x="88788" y="217252"/>
                  </a:lnTo>
                  <a:lnTo>
                    <a:pt x="40390" y="192836"/>
                  </a:lnTo>
                  <a:lnTo>
                    <a:pt x="30198" y="187695"/>
                  </a:lnTo>
                  <a:lnTo>
                    <a:pt x="37821" y="164320"/>
                  </a:lnTo>
                  <a:lnTo>
                    <a:pt x="49042" y="129918"/>
                  </a:lnTo>
                  <a:lnTo>
                    <a:pt x="21811" y="68387"/>
                  </a:lnTo>
                  <a:lnTo>
                    <a:pt x="12798" y="40127"/>
                  </a:lnTo>
                  <a:lnTo>
                    <a:pt x="0" y="0"/>
                  </a:lnTo>
                  <a:lnTo>
                    <a:pt x="686421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g1017"/>
            <p:cNvSpPr/>
            <p:nvPr/>
          </p:nvSpPr>
          <p:spPr>
            <a:xfrm>
              <a:off x="1965848" y="2320324"/>
              <a:ext cx="778704" cy="866021"/>
            </a:xfrm>
            <a:custGeom>
              <a:avLst/>
              <a:pathLst>
                <a:path w="778704" h="866021">
                  <a:moveTo>
                    <a:pt x="313588" y="228156"/>
                  </a:moveTo>
                  <a:lnTo>
                    <a:pt x="313859" y="227743"/>
                  </a:lnTo>
                  <a:lnTo>
                    <a:pt x="330639" y="202230"/>
                  </a:lnTo>
                  <a:lnTo>
                    <a:pt x="346871" y="177549"/>
                  </a:lnTo>
                  <a:lnTo>
                    <a:pt x="347587" y="176460"/>
                  </a:lnTo>
                  <a:lnTo>
                    <a:pt x="357800" y="160931"/>
                  </a:lnTo>
                  <a:lnTo>
                    <a:pt x="361480" y="155336"/>
                  </a:lnTo>
                  <a:lnTo>
                    <a:pt x="361984" y="154570"/>
                  </a:lnTo>
                  <a:lnTo>
                    <a:pt x="364362" y="153598"/>
                  </a:lnTo>
                  <a:lnTo>
                    <a:pt x="368127" y="152058"/>
                  </a:lnTo>
                  <a:lnTo>
                    <a:pt x="370338" y="150551"/>
                  </a:lnTo>
                  <a:lnTo>
                    <a:pt x="377114" y="141285"/>
                  </a:lnTo>
                  <a:lnTo>
                    <a:pt x="379363" y="138211"/>
                  </a:lnTo>
                  <a:lnTo>
                    <a:pt x="379798" y="137616"/>
                  </a:lnTo>
                  <a:lnTo>
                    <a:pt x="382543" y="131303"/>
                  </a:lnTo>
                  <a:lnTo>
                    <a:pt x="387042" y="120955"/>
                  </a:lnTo>
                  <a:lnTo>
                    <a:pt x="392917" y="107443"/>
                  </a:lnTo>
                  <a:lnTo>
                    <a:pt x="393315" y="106528"/>
                  </a:lnTo>
                  <a:lnTo>
                    <a:pt x="394322" y="104212"/>
                  </a:lnTo>
                  <a:lnTo>
                    <a:pt x="394541" y="103707"/>
                  </a:lnTo>
                  <a:lnTo>
                    <a:pt x="413402" y="106340"/>
                  </a:lnTo>
                  <a:lnTo>
                    <a:pt x="422436" y="50093"/>
                  </a:lnTo>
                  <a:lnTo>
                    <a:pt x="423956" y="40632"/>
                  </a:lnTo>
                  <a:lnTo>
                    <a:pt x="427609" y="41238"/>
                  </a:lnTo>
                  <a:lnTo>
                    <a:pt x="427337" y="41237"/>
                  </a:lnTo>
                  <a:lnTo>
                    <a:pt x="487630" y="52016"/>
                  </a:lnTo>
                  <a:lnTo>
                    <a:pt x="535666" y="76493"/>
                  </a:lnTo>
                  <a:lnTo>
                    <a:pt x="541893" y="79646"/>
                  </a:lnTo>
                  <a:lnTo>
                    <a:pt x="550902" y="82158"/>
                  </a:lnTo>
                  <a:lnTo>
                    <a:pt x="560526" y="84251"/>
                  </a:lnTo>
                  <a:lnTo>
                    <a:pt x="567562" y="82115"/>
                  </a:lnTo>
                  <a:lnTo>
                    <a:pt x="573631" y="80274"/>
                  </a:lnTo>
                  <a:lnTo>
                    <a:pt x="577726" y="74413"/>
                  </a:lnTo>
                  <a:lnTo>
                    <a:pt x="577941" y="74044"/>
                  </a:lnTo>
                  <a:lnTo>
                    <a:pt x="583425" y="64376"/>
                  </a:lnTo>
                  <a:lnTo>
                    <a:pt x="590753" y="51456"/>
                  </a:lnTo>
                  <a:lnTo>
                    <a:pt x="612144" y="52748"/>
                  </a:lnTo>
                  <a:lnTo>
                    <a:pt x="616802" y="53029"/>
                  </a:lnTo>
                  <a:lnTo>
                    <a:pt x="619906" y="53423"/>
                  </a:lnTo>
                  <a:lnTo>
                    <a:pt x="632134" y="54973"/>
                  </a:lnTo>
                  <a:lnTo>
                    <a:pt x="635239" y="55367"/>
                  </a:lnTo>
                  <a:lnTo>
                    <a:pt x="640180" y="55993"/>
                  </a:lnTo>
                  <a:lnTo>
                    <a:pt x="656022" y="55539"/>
                  </a:lnTo>
                  <a:lnTo>
                    <a:pt x="657790" y="55488"/>
                  </a:lnTo>
                  <a:lnTo>
                    <a:pt x="658171" y="55477"/>
                  </a:lnTo>
                  <a:lnTo>
                    <a:pt x="662089" y="55365"/>
                  </a:lnTo>
                  <a:lnTo>
                    <a:pt x="697718" y="60598"/>
                  </a:lnTo>
                  <a:lnTo>
                    <a:pt x="707770" y="62533"/>
                  </a:lnTo>
                  <a:lnTo>
                    <a:pt x="715643" y="64048"/>
                  </a:lnTo>
                  <a:lnTo>
                    <a:pt x="719364" y="64765"/>
                  </a:lnTo>
                  <a:lnTo>
                    <a:pt x="720698" y="65022"/>
                  </a:lnTo>
                  <a:lnTo>
                    <a:pt x="719364" y="71236"/>
                  </a:lnTo>
                  <a:lnTo>
                    <a:pt x="706992" y="128864"/>
                  </a:lnTo>
                  <a:lnTo>
                    <a:pt x="701995" y="152140"/>
                  </a:lnTo>
                  <a:lnTo>
                    <a:pt x="701735" y="153349"/>
                  </a:lnTo>
                  <a:lnTo>
                    <a:pt x="705684" y="153522"/>
                  </a:lnTo>
                  <a:lnTo>
                    <a:pt x="704849" y="155736"/>
                  </a:lnTo>
                  <a:lnTo>
                    <a:pt x="698071" y="173703"/>
                  </a:lnTo>
                  <a:lnTo>
                    <a:pt x="695039" y="181740"/>
                  </a:lnTo>
                  <a:lnTo>
                    <a:pt x="693324" y="186285"/>
                  </a:lnTo>
                  <a:lnTo>
                    <a:pt x="693054" y="187002"/>
                  </a:lnTo>
                  <a:lnTo>
                    <a:pt x="694557" y="187580"/>
                  </a:lnTo>
                  <a:lnTo>
                    <a:pt x="702191" y="190521"/>
                  </a:lnTo>
                  <a:lnTo>
                    <a:pt x="707664" y="195483"/>
                  </a:lnTo>
                  <a:lnTo>
                    <a:pt x="723896" y="210196"/>
                  </a:lnTo>
                  <a:lnTo>
                    <a:pt x="724305" y="210693"/>
                  </a:lnTo>
                  <a:lnTo>
                    <a:pt x="725169" y="211744"/>
                  </a:lnTo>
                  <a:lnTo>
                    <a:pt x="726246" y="212327"/>
                  </a:lnTo>
                  <a:lnTo>
                    <a:pt x="730828" y="214804"/>
                  </a:lnTo>
                  <a:lnTo>
                    <a:pt x="734593" y="216839"/>
                  </a:lnTo>
                  <a:lnTo>
                    <a:pt x="776800" y="239425"/>
                  </a:lnTo>
                  <a:lnTo>
                    <a:pt x="777225" y="239652"/>
                  </a:lnTo>
                  <a:lnTo>
                    <a:pt x="778704" y="240463"/>
                  </a:lnTo>
                  <a:lnTo>
                    <a:pt x="778363" y="240966"/>
                  </a:lnTo>
                  <a:lnTo>
                    <a:pt x="776904" y="243118"/>
                  </a:lnTo>
                  <a:lnTo>
                    <a:pt x="775931" y="244555"/>
                  </a:lnTo>
                  <a:lnTo>
                    <a:pt x="775604" y="245037"/>
                  </a:lnTo>
                  <a:lnTo>
                    <a:pt x="742187" y="294340"/>
                  </a:lnTo>
                  <a:lnTo>
                    <a:pt x="738639" y="299574"/>
                  </a:lnTo>
                  <a:lnTo>
                    <a:pt x="737012" y="301973"/>
                  </a:lnTo>
                  <a:lnTo>
                    <a:pt x="737706" y="302556"/>
                  </a:lnTo>
                  <a:lnTo>
                    <a:pt x="748315" y="311468"/>
                  </a:lnTo>
                  <a:lnTo>
                    <a:pt x="721925" y="324985"/>
                  </a:lnTo>
                  <a:lnTo>
                    <a:pt x="682752" y="345051"/>
                  </a:lnTo>
                  <a:lnTo>
                    <a:pt x="682283" y="345302"/>
                  </a:lnTo>
                  <a:lnTo>
                    <a:pt x="678770" y="347186"/>
                  </a:lnTo>
                  <a:lnTo>
                    <a:pt x="668438" y="352724"/>
                  </a:lnTo>
                  <a:lnTo>
                    <a:pt x="655195" y="359825"/>
                  </a:lnTo>
                  <a:lnTo>
                    <a:pt x="653470" y="360749"/>
                  </a:lnTo>
                  <a:lnTo>
                    <a:pt x="652010" y="361415"/>
                  </a:lnTo>
                  <a:lnTo>
                    <a:pt x="625498" y="373512"/>
                  </a:lnTo>
                  <a:lnTo>
                    <a:pt x="618116" y="376880"/>
                  </a:lnTo>
                  <a:lnTo>
                    <a:pt x="617184" y="377203"/>
                  </a:lnTo>
                  <a:lnTo>
                    <a:pt x="566649" y="394716"/>
                  </a:lnTo>
                  <a:lnTo>
                    <a:pt x="562665" y="396160"/>
                  </a:lnTo>
                  <a:lnTo>
                    <a:pt x="556172" y="398514"/>
                  </a:lnTo>
                  <a:lnTo>
                    <a:pt x="512916" y="414194"/>
                  </a:lnTo>
                  <a:lnTo>
                    <a:pt x="508461" y="415809"/>
                  </a:lnTo>
                  <a:lnTo>
                    <a:pt x="506338" y="416579"/>
                  </a:lnTo>
                  <a:lnTo>
                    <a:pt x="501324" y="415976"/>
                  </a:lnTo>
                  <a:lnTo>
                    <a:pt x="499718" y="412882"/>
                  </a:lnTo>
                  <a:lnTo>
                    <a:pt x="457367" y="433214"/>
                  </a:lnTo>
                  <a:lnTo>
                    <a:pt x="445364" y="435143"/>
                  </a:lnTo>
                  <a:lnTo>
                    <a:pt x="454806" y="453443"/>
                  </a:lnTo>
                  <a:lnTo>
                    <a:pt x="458042" y="452153"/>
                  </a:lnTo>
                  <a:lnTo>
                    <a:pt x="508461" y="432058"/>
                  </a:lnTo>
                  <a:lnTo>
                    <a:pt x="511608" y="430803"/>
                  </a:lnTo>
                  <a:lnTo>
                    <a:pt x="522911" y="434069"/>
                  </a:lnTo>
                  <a:lnTo>
                    <a:pt x="536547" y="434524"/>
                  </a:lnTo>
                  <a:lnTo>
                    <a:pt x="628324" y="437585"/>
                  </a:lnTo>
                  <a:lnTo>
                    <a:pt x="632712" y="437732"/>
                  </a:lnTo>
                  <a:lnTo>
                    <a:pt x="647016" y="447636"/>
                  </a:lnTo>
                  <a:lnTo>
                    <a:pt x="647189" y="449736"/>
                  </a:lnTo>
                  <a:lnTo>
                    <a:pt x="649561" y="478585"/>
                  </a:lnTo>
                  <a:lnTo>
                    <a:pt x="649710" y="480390"/>
                  </a:lnTo>
                  <a:lnTo>
                    <a:pt x="650835" y="494069"/>
                  </a:lnTo>
                  <a:lnTo>
                    <a:pt x="626164" y="492367"/>
                  </a:lnTo>
                  <a:lnTo>
                    <a:pt x="585888" y="489611"/>
                  </a:lnTo>
                  <a:lnTo>
                    <a:pt x="553637" y="542028"/>
                  </a:lnTo>
                  <a:lnTo>
                    <a:pt x="553125" y="542782"/>
                  </a:lnTo>
                  <a:lnTo>
                    <a:pt x="550013" y="544111"/>
                  </a:lnTo>
                  <a:lnTo>
                    <a:pt x="509227" y="561520"/>
                  </a:lnTo>
                  <a:lnTo>
                    <a:pt x="508610" y="561783"/>
                  </a:lnTo>
                  <a:lnTo>
                    <a:pt x="502200" y="564519"/>
                  </a:lnTo>
                  <a:lnTo>
                    <a:pt x="493009" y="569134"/>
                  </a:lnTo>
                  <a:lnTo>
                    <a:pt x="491839" y="570861"/>
                  </a:lnTo>
                  <a:lnTo>
                    <a:pt x="487416" y="577392"/>
                  </a:lnTo>
                  <a:lnTo>
                    <a:pt x="474393" y="593090"/>
                  </a:lnTo>
                  <a:lnTo>
                    <a:pt x="431515" y="639485"/>
                  </a:lnTo>
                  <a:lnTo>
                    <a:pt x="421932" y="649856"/>
                  </a:lnTo>
                  <a:lnTo>
                    <a:pt x="419946" y="652003"/>
                  </a:lnTo>
                  <a:lnTo>
                    <a:pt x="416696" y="650559"/>
                  </a:lnTo>
                  <a:lnTo>
                    <a:pt x="394605" y="630797"/>
                  </a:lnTo>
                  <a:lnTo>
                    <a:pt x="395133" y="617824"/>
                  </a:lnTo>
                  <a:lnTo>
                    <a:pt x="393491" y="619171"/>
                  </a:lnTo>
                  <a:lnTo>
                    <a:pt x="387102" y="635078"/>
                  </a:lnTo>
                  <a:lnTo>
                    <a:pt x="367281" y="659191"/>
                  </a:lnTo>
                  <a:lnTo>
                    <a:pt x="353685" y="647637"/>
                  </a:lnTo>
                  <a:lnTo>
                    <a:pt x="335993" y="654335"/>
                  </a:lnTo>
                  <a:lnTo>
                    <a:pt x="330090" y="656570"/>
                  </a:lnTo>
                  <a:lnTo>
                    <a:pt x="329099" y="654554"/>
                  </a:lnTo>
                  <a:lnTo>
                    <a:pt x="327074" y="648501"/>
                  </a:lnTo>
                  <a:lnTo>
                    <a:pt x="325629" y="650549"/>
                  </a:lnTo>
                  <a:lnTo>
                    <a:pt x="324219" y="652547"/>
                  </a:lnTo>
                  <a:lnTo>
                    <a:pt x="315959" y="664251"/>
                  </a:lnTo>
                  <a:lnTo>
                    <a:pt x="292480" y="697521"/>
                  </a:lnTo>
                  <a:lnTo>
                    <a:pt x="289543" y="701682"/>
                  </a:lnTo>
                  <a:lnTo>
                    <a:pt x="226826" y="790553"/>
                  </a:lnTo>
                  <a:lnTo>
                    <a:pt x="226145" y="791517"/>
                  </a:lnTo>
                  <a:lnTo>
                    <a:pt x="224404" y="793984"/>
                  </a:lnTo>
                  <a:lnTo>
                    <a:pt x="223383" y="795431"/>
                  </a:lnTo>
                  <a:lnTo>
                    <a:pt x="179529" y="857571"/>
                  </a:lnTo>
                  <a:lnTo>
                    <a:pt x="174640" y="864499"/>
                  </a:lnTo>
                  <a:lnTo>
                    <a:pt x="173567" y="866021"/>
                  </a:lnTo>
                  <a:lnTo>
                    <a:pt x="116200" y="826712"/>
                  </a:lnTo>
                  <a:lnTo>
                    <a:pt x="111362" y="823273"/>
                  </a:lnTo>
                  <a:lnTo>
                    <a:pt x="109275" y="821967"/>
                  </a:lnTo>
                  <a:lnTo>
                    <a:pt x="73587" y="797513"/>
                  </a:lnTo>
                  <a:lnTo>
                    <a:pt x="68437" y="793983"/>
                  </a:lnTo>
                  <a:lnTo>
                    <a:pt x="26525" y="765264"/>
                  </a:lnTo>
                  <a:lnTo>
                    <a:pt x="17115" y="758816"/>
                  </a:lnTo>
                  <a:lnTo>
                    <a:pt x="0" y="747088"/>
                  </a:lnTo>
                  <a:lnTo>
                    <a:pt x="0" y="0"/>
                  </a:lnTo>
                  <a:lnTo>
                    <a:pt x="60834" y="41639"/>
                  </a:lnTo>
                  <a:lnTo>
                    <a:pt x="62889" y="43045"/>
                  </a:lnTo>
                  <a:lnTo>
                    <a:pt x="64472" y="44267"/>
                  </a:lnTo>
                  <a:lnTo>
                    <a:pt x="72839" y="50722"/>
                  </a:lnTo>
                  <a:lnTo>
                    <a:pt x="106299" y="76536"/>
                  </a:lnTo>
                  <a:lnTo>
                    <a:pt x="109567" y="82763"/>
                  </a:lnTo>
                  <a:lnTo>
                    <a:pt x="110189" y="83947"/>
                  </a:lnTo>
                  <a:lnTo>
                    <a:pt x="111387" y="86230"/>
                  </a:lnTo>
                  <a:lnTo>
                    <a:pt x="114234" y="91653"/>
                  </a:lnTo>
                  <a:lnTo>
                    <a:pt x="115308" y="93699"/>
                  </a:lnTo>
                  <a:lnTo>
                    <a:pt x="117160" y="95831"/>
                  </a:lnTo>
                  <a:lnTo>
                    <a:pt x="141313" y="115259"/>
                  </a:lnTo>
                  <a:lnTo>
                    <a:pt x="159209" y="126986"/>
                  </a:lnTo>
                  <a:lnTo>
                    <a:pt x="209980" y="160258"/>
                  </a:lnTo>
                  <a:lnTo>
                    <a:pt x="257284" y="191258"/>
                  </a:lnTo>
                  <a:lnTo>
                    <a:pt x="259943" y="193001"/>
                  </a:lnTo>
                  <a:lnTo>
                    <a:pt x="270865" y="200158"/>
                  </a:lnTo>
                  <a:lnTo>
                    <a:pt x="290004" y="212701"/>
                  </a:lnTo>
                  <a:lnTo>
                    <a:pt x="306763" y="22368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g1018"/>
            <p:cNvSpPr/>
            <p:nvPr/>
          </p:nvSpPr>
          <p:spPr>
            <a:xfrm>
              <a:off x="2411213" y="2385346"/>
              <a:ext cx="1028257" cy="628139"/>
            </a:xfrm>
            <a:custGeom>
              <a:avLst/>
              <a:pathLst>
                <a:path w="1028257" h="628139">
                  <a:moveTo>
                    <a:pt x="336389" y="17273"/>
                  </a:moveTo>
                  <a:lnTo>
                    <a:pt x="340352" y="7617"/>
                  </a:lnTo>
                  <a:lnTo>
                    <a:pt x="398375" y="25806"/>
                  </a:lnTo>
                  <a:lnTo>
                    <a:pt x="551006" y="103994"/>
                  </a:lnTo>
                  <a:lnTo>
                    <a:pt x="556940" y="107034"/>
                  </a:lnTo>
                  <a:lnTo>
                    <a:pt x="569523" y="114654"/>
                  </a:lnTo>
                  <a:lnTo>
                    <a:pt x="572594" y="116513"/>
                  </a:lnTo>
                  <a:lnTo>
                    <a:pt x="575022" y="119459"/>
                  </a:lnTo>
                  <a:lnTo>
                    <a:pt x="580689" y="126336"/>
                  </a:lnTo>
                  <a:lnTo>
                    <a:pt x="606760" y="157974"/>
                  </a:lnTo>
                  <a:lnTo>
                    <a:pt x="609666" y="162593"/>
                  </a:lnTo>
                  <a:lnTo>
                    <a:pt x="610268" y="163812"/>
                  </a:lnTo>
                  <a:lnTo>
                    <a:pt x="612235" y="167799"/>
                  </a:lnTo>
                  <a:lnTo>
                    <a:pt x="614191" y="173088"/>
                  </a:lnTo>
                  <a:lnTo>
                    <a:pt x="615598" y="178552"/>
                  </a:lnTo>
                  <a:lnTo>
                    <a:pt x="616444" y="184146"/>
                  </a:lnTo>
                  <a:lnTo>
                    <a:pt x="616715" y="189785"/>
                  </a:lnTo>
                  <a:lnTo>
                    <a:pt x="616413" y="195428"/>
                  </a:lnTo>
                  <a:lnTo>
                    <a:pt x="615536" y="201017"/>
                  </a:lnTo>
                  <a:lnTo>
                    <a:pt x="614097" y="206476"/>
                  </a:lnTo>
                  <a:lnTo>
                    <a:pt x="613982" y="206833"/>
                  </a:lnTo>
                  <a:lnTo>
                    <a:pt x="616128" y="205330"/>
                  </a:lnTo>
                  <a:lnTo>
                    <a:pt x="645207" y="184956"/>
                  </a:lnTo>
                  <a:lnTo>
                    <a:pt x="660606" y="152634"/>
                  </a:lnTo>
                  <a:lnTo>
                    <a:pt x="666975" y="138460"/>
                  </a:lnTo>
                  <a:lnTo>
                    <a:pt x="694599" y="140673"/>
                  </a:lnTo>
                  <a:lnTo>
                    <a:pt x="745790" y="144860"/>
                  </a:lnTo>
                  <a:lnTo>
                    <a:pt x="772409" y="140673"/>
                  </a:lnTo>
                  <a:lnTo>
                    <a:pt x="822864" y="139937"/>
                  </a:lnTo>
                  <a:lnTo>
                    <a:pt x="820846" y="167096"/>
                  </a:lnTo>
                  <a:lnTo>
                    <a:pt x="829302" y="165788"/>
                  </a:lnTo>
                  <a:lnTo>
                    <a:pt x="841206" y="191131"/>
                  </a:lnTo>
                  <a:lnTo>
                    <a:pt x="848949" y="208817"/>
                  </a:lnTo>
                  <a:lnTo>
                    <a:pt x="849168" y="209316"/>
                  </a:lnTo>
                  <a:lnTo>
                    <a:pt x="853237" y="225346"/>
                  </a:lnTo>
                  <a:lnTo>
                    <a:pt x="863230" y="222500"/>
                  </a:lnTo>
                  <a:lnTo>
                    <a:pt x="879611" y="240584"/>
                  </a:lnTo>
                  <a:lnTo>
                    <a:pt x="879086" y="248773"/>
                  </a:lnTo>
                  <a:lnTo>
                    <a:pt x="875165" y="257401"/>
                  </a:lnTo>
                  <a:lnTo>
                    <a:pt x="896811" y="274242"/>
                  </a:lnTo>
                  <a:lnTo>
                    <a:pt x="894742" y="300152"/>
                  </a:lnTo>
                  <a:lnTo>
                    <a:pt x="895483" y="300300"/>
                  </a:lnTo>
                  <a:lnTo>
                    <a:pt x="928935" y="306996"/>
                  </a:lnTo>
                  <a:lnTo>
                    <a:pt x="938535" y="317667"/>
                  </a:lnTo>
                  <a:lnTo>
                    <a:pt x="951044" y="331573"/>
                  </a:lnTo>
                  <a:lnTo>
                    <a:pt x="968250" y="350700"/>
                  </a:lnTo>
                  <a:lnTo>
                    <a:pt x="970411" y="356224"/>
                  </a:lnTo>
                  <a:lnTo>
                    <a:pt x="980122" y="381040"/>
                  </a:lnTo>
                  <a:lnTo>
                    <a:pt x="971967" y="387439"/>
                  </a:lnTo>
                  <a:lnTo>
                    <a:pt x="990098" y="423384"/>
                  </a:lnTo>
                  <a:lnTo>
                    <a:pt x="994594" y="432298"/>
                  </a:lnTo>
                  <a:lnTo>
                    <a:pt x="996566" y="436207"/>
                  </a:lnTo>
                  <a:lnTo>
                    <a:pt x="984929" y="444743"/>
                  </a:lnTo>
                  <a:lnTo>
                    <a:pt x="986226" y="447378"/>
                  </a:lnTo>
                  <a:lnTo>
                    <a:pt x="991474" y="458044"/>
                  </a:lnTo>
                  <a:lnTo>
                    <a:pt x="1006866" y="489324"/>
                  </a:lnTo>
                  <a:lnTo>
                    <a:pt x="1007088" y="489793"/>
                  </a:lnTo>
                  <a:lnTo>
                    <a:pt x="1012562" y="501298"/>
                  </a:lnTo>
                  <a:lnTo>
                    <a:pt x="1028257" y="534281"/>
                  </a:lnTo>
                  <a:lnTo>
                    <a:pt x="975435" y="554757"/>
                  </a:lnTo>
                  <a:lnTo>
                    <a:pt x="951132" y="555676"/>
                  </a:lnTo>
                  <a:lnTo>
                    <a:pt x="949083" y="555753"/>
                  </a:lnTo>
                  <a:lnTo>
                    <a:pt x="948778" y="555765"/>
                  </a:lnTo>
                  <a:lnTo>
                    <a:pt x="949048" y="568730"/>
                  </a:lnTo>
                  <a:lnTo>
                    <a:pt x="950179" y="570437"/>
                  </a:lnTo>
                  <a:lnTo>
                    <a:pt x="951702" y="572736"/>
                  </a:lnTo>
                  <a:lnTo>
                    <a:pt x="955210" y="578669"/>
                  </a:lnTo>
                  <a:lnTo>
                    <a:pt x="957641" y="582783"/>
                  </a:lnTo>
                  <a:lnTo>
                    <a:pt x="959381" y="584457"/>
                  </a:lnTo>
                  <a:lnTo>
                    <a:pt x="957569" y="587044"/>
                  </a:lnTo>
                  <a:lnTo>
                    <a:pt x="953443" y="592935"/>
                  </a:lnTo>
                  <a:lnTo>
                    <a:pt x="957026" y="607901"/>
                  </a:lnTo>
                  <a:lnTo>
                    <a:pt x="957877" y="628139"/>
                  </a:lnTo>
                  <a:lnTo>
                    <a:pt x="953986" y="626303"/>
                  </a:lnTo>
                  <a:lnTo>
                    <a:pt x="947147" y="623077"/>
                  </a:lnTo>
                  <a:lnTo>
                    <a:pt x="945100" y="622111"/>
                  </a:lnTo>
                  <a:lnTo>
                    <a:pt x="938096" y="612626"/>
                  </a:lnTo>
                  <a:lnTo>
                    <a:pt x="934190" y="611528"/>
                  </a:lnTo>
                  <a:lnTo>
                    <a:pt x="881770" y="596793"/>
                  </a:lnTo>
                  <a:lnTo>
                    <a:pt x="851465" y="593276"/>
                  </a:lnTo>
                  <a:lnTo>
                    <a:pt x="846171" y="593796"/>
                  </a:lnTo>
                  <a:lnTo>
                    <a:pt x="842947" y="594113"/>
                  </a:lnTo>
                  <a:lnTo>
                    <a:pt x="822634" y="607844"/>
                  </a:lnTo>
                  <a:lnTo>
                    <a:pt x="814280" y="612533"/>
                  </a:lnTo>
                  <a:lnTo>
                    <a:pt x="805270" y="613370"/>
                  </a:lnTo>
                  <a:lnTo>
                    <a:pt x="802009" y="612201"/>
                  </a:lnTo>
                  <a:lnTo>
                    <a:pt x="792657" y="608849"/>
                  </a:lnTo>
                  <a:lnTo>
                    <a:pt x="791018" y="608261"/>
                  </a:lnTo>
                  <a:lnTo>
                    <a:pt x="791143" y="608836"/>
                  </a:lnTo>
                  <a:lnTo>
                    <a:pt x="791277" y="609447"/>
                  </a:lnTo>
                  <a:lnTo>
                    <a:pt x="713921" y="568276"/>
                  </a:lnTo>
                  <a:lnTo>
                    <a:pt x="713299" y="567945"/>
                  </a:lnTo>
                  <a:lnTo>
                    <a:pt x="713063" y="577236"/>
                  </a:lnTo>
                  <a:lnTo>
                    <a:pt x="710721" y="576328"/>
                  </a:lnTo>
                  <a:lnTo>
                    <a:pt x="706173" y="574565"/>
                  </a:lnTo>
                  <a:lnTo>
                    <a:pt x="706101" y="577153"/>
                  </a:lnTo>
                  <a:lnTo>
                    <a:pt x="705004" y="616463"/>
                  </a:lnTo>
                  <a:lnTo>
                    <a:pt x="700242" y="615375"/>
                  </a:lnTo>
                  <a:lnTo>
                    <a:pt x="672266" y="608981"/>
                  </a:lnTo>
                  <a:lnTo>
                    <a:pt x="631845" y="591399"/>
                  </a:lnTo>
                  <a:lnTo>
                    <a:pt x="629763" y="590493"/>
                  </a:lnTo>
                  <a:lnTo>
                    <a:pt x="629763" y="583347"/>
                  </a:lnTo>
                  <a:lnTo>
                    <a:pt x="597802" y="575210"/>
                  </a:lnTo>
                  <a:lnTo>
                    <a:pt x="542484" y="561126"/>
                  </a:lnTo>
                  <a:lnTo>
                    <a:pt x="534419" y="562984"/>
                  </a:lnTo>
                  <a:lnTo>
                    <a:pt x="507870" y="569097"/>
                  </a:lnTo>
                  <a:lnTo>
                    <a:pt x="507962" y="568428"/>
                  </a:lnTo>
                  <a:lnTo>
                    <a:pt x="486266" y="571077"/>
                  </a:lnTo>
                  <a:lnTo>
                    <a:pt x="479499" y="571903"/>
                  </a:lnTo>
                  <a:lnTo>
                    <a:pt x="469692" y="565287"/>
                  </a:lnTo>
                  <a:lnTo>
                    <a:pt x="464026" y="561464"/>
                  </a:lnTo>
                  <a:lnTo>
                    <a:pt x="451347" y="552910"/>
                  </a:lnTo>
                  <a:lnTo>
                    <a:pt x="430356" y="538748"/>
                  </a:lnTo>
                  <a:lnTo>
                    <a:pt x="422667" y="532347"/>
                  </a:lnTo>
                  <a:lnTo>
                    <a:pt x="417378" y="527943"/>
                  </a:lnTo>
                  <a:lnTo>
                    <a:pt x="409055" y="521013"/>
                  </a:lnTo>
                  <a:lnTo>
                    <a:pt x="400808" y="514148"/>
                  </a:lnTo>
                  <a:lnTo>
                    <a:pt x="374837" y="495863"/>
                  </a:lnTo>
                  <a:lnTo>
                    <a:pt x="374004" y="495277"/>
                  </a:lnTo>
                  <a:lnTo>
                    <a:pt x="363308" y="487747"/>
                  </a:lnTo>
                  <a:lnTo>
                    <a:pt x="359932" y="485700"/>
                  </a:lnTo>
                  <a:lnTo>
                    <a:pt x="329775" y="467414"/>
                  </a:lnTo>
                  <a:lnTo>
                    <a:pt x="326751" y="465452"/>
                  </a:lnTo>
                  <a:lnTo>
                    <a:pt x="325419" y="464589"/>
                  </a:lnTo>
                  <a:lnTo>
                    <a:pt x="315015" y="457841"/>
                  </a:lnTo>
                  <a:lnTo>
                    <a:pt x="290674" y="442055"/>
                  </a:lnTo>
                  <a:lnTo>
                    <a:pt x="281282" y="435964"/>
                  </a:lnTo>
                  <a:lnTo>
                    <a:pt x="275554" y="432249"/>
                  </a:lnTo>
                  <a:lnTo>
                    <a:pt x="274167" y="431328"/>
                  </a:lnTo>
                  <a:lnTo>
                    <a:pt x="230409" y="402281"/>
                  </a:lnTo>
                  <a:lnTo>
                    <a:pt x="228474" y="400997"/>
                  </a:lnTo>
                  <a:lnTo>
                    <a:pt x="221823" y="396582"/>
                  </a:lnTo>
                  <a:lnTo>
                    <a:pt x="201651" y="382614"/>
                  </a:lnTo>
                  <a:lnTo>
                    <a:pt x="187348" y="372709"/>
                  </a:lnTo>
                  <a:lnTo>
                    <a:pt x="182959" y="372563"/>
                  </a:lnTo>
                  <a:lnTo>
                    <a:pt x="91182" y="369501"/>
                  </a:lnTo>
                  <a:lnTo>
                    <a:pt x="77546" y="369047"/>
                  </a:lnTo>
                  <a:lnTo>
                    <a:pt x="66243" y="365781"/>
                  </a:lnTo>
                  <a:lnTo>
                    <a:pt x="63096" y="367035"/>
                  </a:lnTo>
                  <a:lnTo>
                    <a:pt x="12677" y="387131"/>
                  </a:lnTo>
                  <a:lnTo>
                    <a:pt x="9441" y="388421"/>
                  </a:lnTo>
                  <a:lnTo>
                    <a:pt x="0" y="370120"/>
                  </a:lnTo>
                  <a:lnTo>
                    <a:pt x="12002" y="368192"/>
                  </a:lnTo>
                  <a:lnTo>
                    <a:pt x="54353" y="347860"/>
                  </a:lnTo>
                  <a:lnTo>
                    <a:pt x="55959" y="350954"/>
                  </a:lnTo>
                  <a:lnTo>
                    <a:pt x="60973" y="351557"/>
                  </a:lnTo>
                  <a:lnTo>
                    <a:pt x="63096" y="350787"/>
                  </a:lnTo>
                  <a:lnTo>
                    <a:pt x="67551" y="349172"/>
                  </a:lnTo>
                  <a:lnTo>
                    <a:pt x="110807" y="333492"/>
                  </a:lnTo>
                  <a:lnTo>
                    <a:pt x="117300" y="331138"/>
                  </a:lnTo>
                  <a:lnTo>
                    <a:pt x="121284" y="329693"/>
                  </a:lnTo>
                  <a:lnTo>
                    <a:pt x="171819" y="312181"/>
                  </a:lnTo>
                  <a:lnTo>
                    <a:pt x="172751" y="311858"/>
                  </a:lnTo>
                  <a:lnTo>
                    <a:pt x="180134" y="308489"/>
                  </a:lnTo>
                  <a:lnTo>
                    <a:pt x="206646" y="296393"/>
                  </a:lnTo>
                  <a:lnTo>
                    <a:pt x="208105" y="295727"/>
                  </a:lnTo>
                  <a:lnTo>
                    <a:pt x="209830" y="294802"/>
                  </a:lnTo>
                  <a:lnTo>
                    <a:pt x="223073" y="287702"/>
                  </a:lnTo>
                  <a:lnTo>
                    <a:pt x="233405" y="282163"/>
                  </a:lnTo>
                  <a:lnTo>
                    <a:pt x="236918" y="280280"/>
                  </a:lnTo>
                  <a:lnTo>
                    <a:pt x="237387" y="280029"/>
                  </a:lnTo>
                  <a:lnTo>
                    <a:pt x="276560" y="259963"/>
                  </a:lnTo>
                  <a:lnTo>
                    <a:pt x="302950" y="246445"/>
                  </a:lnTo>
                  <a:lnTo>
                    <a:pt x="292341" y="237534"/>
                  </a:lnTo>
                  <a:lnTo>
                    <a:pt x="291647" y="236951"/>
                  </a:lnTo>
                  <a:lnTo>
                    <a:pt x="293274" y="234551"/>
                  </a:lnTo>
                  <a:lnTo>
                    <a:pt x="296822" y="229317"/>
                  </a:lnTo>
                  <a:lnTo>
                    <a:pt x="330239" y="180015"/>
                  </a:lnTo>
                  <a:lnTo>
                    <a:pt x="330566" y="179533"/>
                  </a:lnTo>
                  <a:lnTo>
                    <a:pt x="331539" y="178096"/>
                  </a:lnTo>
                  <a:lnTo>
                    <a:pt x="332998" y="175943"/>
                  </a:lnTo>
                  <a:lnTo>
                    <a:pt x="333339" y="175441"/>
                  </a:lnTo>
                  <a:lnTo>
                    <a:pt x="331860" y="174630"/>
                  </a:lnTo>
                  <a:lnTo>
                    <a:pt x="331435" y="174403"/>
                  </a:lnTo>
                  <a:lnTo>
                    <a:pt x="289228" y="151817"/>
                  </a:lnTo>
                  <a:lnTo>
                    <a:pt x="285463" y="149781"/>
                  </a:lnTo>
                  <a:lnTo>
                    <a:pt x="280881" y="147304"/>
                  </a:lnTo>
                  <a:lnTo>
                    <a:pt x="279804" y="146722"/>
                  </a:lnTo>
                  <a:lnTo>
                    <a:pt x="278940" y="145671"/>
                  </a:lnTo>
                  <a:lnTo>
                    <a:pt x="278531" y="145174"/>
                  </a:lnTo>
                  <a:lnTo>
                    <a:pt x="262299" y="130460"/>
                  </a:lnTo>
                  <a:lnTo>
                    <a:pt x="256826" y="125499"/>
                  </a:lnTo>
                  <a:lnTo>
                    <a:pt x="249192" y="122558"/>
                  </a:lnTo>
                  <a:lnTo>
                    <a:pt x="247689" y="121979"/>
                  </a:lnTo>
                  <a:lnTo>
                    <a:pt x="247960" y="121263"/>
                  </a:lnTo>
                  <a:lnTo>
                    <a:pt x="249674" y="116718"/>
                  </a:lnTo>
                  <a:lnTo>
                    <a:pt x="252706" y="108680"/>
                  </a:lnTo>
                  <a:lnTo>
                    <a:pt x="259484" y="90714"/>
                  </a:lnTo>
                  <a:lnTo>
                    <a:pt x="260319" y="88500"/>
                  </a:lnTo>
                  <a:lnTo>
                    <a:pt x="256370" y="88327"/>
                  </a:lnTo>
                  <a:lnTo>
                    <a:pt x="256630" y="87118"/>
                  </a:lnTo>
                  <a:lnTo>
                    <a:pt x="261627" y="63841"/>
                  </a:lnTo>
                  <a:lnTo>
                    <a:pt x="273999" y="6214"/>
                  </a:lnTo>
                  <a:lnTo>
                    <a:pt x="275333" y="0"/>
                  </a:lnTo>
                  <a:lnTo>
                    <a:pt x="283887" y="1646"/>
                  </a:lnTo>
                  <a:lnTo>
                    <a:pt x="290709" y="3677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g1019"/>
            <p:cNvSpPr/>
            <p:nvPr/>
          </p:nvSpPr>
          <p:spPr>
            <a:xfrm>
              <a:off x="2709964" y="2048050"/>
              <a:ext cx="750000" cy="654963"/>
            </a:xfrm>
            <a:custGeom>
              <a:avLst/>
              <a:pathLst>
                <a:path w="750000" h="654963">
                  <a:moveTo>
                    <a:pt x="330902" y="28466"/>
                  </a:moveTo>
                  <a:lnTo>
                    <a:pt x="371369" y="20533"/>
                  </a:lnTo>
                  <a:lnTo>
                    <a:pt x="389103" y="19762"/>
                  </a:lnTo>
                  <a:lnTo>
                    <a:pt x="413164" y="45567"/>
                  </a:lnTo>
                  <a:lnTo>
                    <a:pt x="403635" y="59612"/>
                  </a:lnTo>
                  <a:lnTo>
                    <a:pt x="433121" y="106499"/>
                  </a:lnTo>
                  <a:lnTo>
                    <a:pt x="444019" y="90585"/>
                  </a:lnTo>
                  <a:lnTo>
                    <a:pt x="453604" y="94068"/>
                  </a:lnTo>
                  <a:lnTo>
                    <a:pt x="486366" y="120756"/>
                  </a:lnTo>
                  <a:lnTo>
                    <a:pt x="495712" y="147155"/>
                  </a:lnTo>
                  <a:lnTo>
                    <a:pt x="505818" y="175701"/>
                  </a:lnTo>
                  <a:lnTo>
                    <a:pt x="500511" y="205720"/>
                  </a:lnTo>
                  <a:lnTo>
                    <a:pt x="432793" y="288306"/>
                  </a:lnTo>
                  <a:lnTo>
                    <a:pt x="460969" y="319117"/>
                  </a:lnTo>
                  <a:lnTo>
                    <a:pt x="483247" y="338541"/>
                  </a:lnTo>
                  <a:lnTo>
                    <a:pt x="490756" y="296808"/>
                  </a:lnTo>
                  <a:lnTo>
                    <a:pt x="507866" y="290300"/>
                  </a:lnTo>
                  <a:lnTo>
                    <a:pt x="538581" y="291870"/>
                  </a:lnTo>
                  <a:lnTo>
                    <a:pt x="569807" y="291870"/>
                  </a:lnTo>
                  <a:lnTo>
                    <a:pt x="587212" y="259426"/>
                  </a:lnTo>
                  <a:lnTo>
                    <a:pt x="633796" y="263089"/>
                  </a:lnTo>
                  <a:lnTo>
                    <a:pt x="654785" y="279311"/>
                  </a:lnTo>
                  <a:lnTo>
                    <a:pt x="677309" y="284021"/>
                  </a:lnTo>
                  <a:lnTo>
                    <a:pt x="715190" y="287684"/>
                  </a:lnTo>
                  <a:lnTo>
                    <a:pt x="743857" y="306522"/>
                  </a:lnTo>
                  <a:lnTo>
                    <a:pt x="747062" y="308117"/>
                  </a:lnTo>
                  <a:lnTo>
                    <a:pt x="750000" y="363037"/>
                  </a:lnTo>
                  <a:lnTo>
                    <a:pt x="733107" y="414842"/>
                  </a:lnTo>
                  <a:lnTo>
                    <a:pt x="732908" y="415160"/>
                  </a:lnTo>
                  <a:lnTo>
                    <a:pt x="709730" y="414356"/>
                  </a:lnTo>
                  <a:lnTo>
                    <a:pt x="691635" y="447543"/>
                  </a:lnTo>
                  <a:lnTo>
                    <a:pt x="657651" y="436087"/>
                  </a:lnTo>
                  <a:lnTo>
                    <a:pt x="618746" y="431901"/>
                  </a:lnTo>
                  <a:lnTo>
                    <a:pt x="611170" y="427296"/>
                  </a:lnTo>
                  <a:lnTo>
                    <a:pt x="610726" y="445141"/>
                  </a:lnTo>
                  <a:lnTo>
                    <a:pt x="618589" y="463225"/>
                  </a:lnTo>
                  <a:lnTo>
                    <a:pt x="630874" y="476287"/>
                  </a:lnTo>
                  <a:lnTo>
                    <a:pt x="642177" y="499395"/>
                  </a:lnTo>
                  <a:lnTo>
                    <a:pt x="649057" y="507433"/>
                  </a:lnTo>
                  <a:lnTo>
                    <a:pt x="654463" y="513461"/>
                  </a:lnTo>
                  <a:lnTo>
                    <a:pt x="671172" y="517480"/>
                  </a:lnTo>
                  <a:lnTo>
                    <a:pt x="670189" y="546616"/>
                  </a:lnTo>
                  <a:lnTo>
                    <a:pt x="670189" y="552644"/>
                  </a:lnTo>
                  <a:lnTo>
                    <a:pt x="699675" y="543100"/>
                  </a:lnTo>
                  <a:lnTo>
                    <a:pt x="724738" y="609410"/>
                  </a:lnTo>
                  <a:lnTo>
                    <a:pt x="675103" y="624481"/>
                  </a:lnTo>
                  <a:lnTo>
                    <a:pt x="664292" y="637040"/>
                  </a:lnTo>
                  <a:lnTo>
                    <a:pt x="639784" y="654963"/>
                  </a:lnTo>
                  <a:lnTo>
                    <a:pt x="630184" y="644291"/>
                  </a:lnTo>
                  <a:lnTo>
                    <a:pt x="596733" y="637596"/>
                  </a:lnTo>
                  <a:lnTo>
                    <a:pt x="595992" y="637448"/>
                  </a:lnTo>
                  <a:lnTo>
                    <a:pt x="598061" y="611538"/>
                  </a:lnTo>
                  <a:lnTo>
                    <a:pt x="576414" y="594697"/>
                  </a:lnTo>
                  <a:lnTo>
                    <a:pt x="580335" y="586069"/>
                  </a:lnTo>
                  <a:lnTo>
                    <a:pt x="580860" y="577880"/>
                  </a:lnTo>
                  <a:lnTo>
                    <a:pt x="564479" y="559796"/>
                  </a:lnTo>
                  <a:lnTo>
                    <a:pt x="554487" y="562642"/>
                  </a:lnTo>
                  <a:lnTo>
                    <a:pt x="550417" y="546612"/>
                  </a:lnTo>
                  <a:lnTo>
                    <a:pt x="550198" y="546112"/>
                  </a:lnTo>
                  <a:lnTo>
                    <a:pt x="542456" y="528427"/>
                  </a:lnTo>
                  <a:lnTo>
                    <a:pt x="530551" y="503084"/>
                  </a:lnTo>
                  <a:lnTo>
                    <a:pt x="522095" y="504392"/>
                  </a:lnTo>
                  <a:lnTo>
                    <a:pt x="524113" y="477233"/>
                  </a:lnTo>
                  <a:lnTo>
                    <a:pt x="473658" y="477969"/>
                  </a:lnTo>
                  <a:lnTo>
                    <a:pt x="447039" y="482156"/>
                  </a:lnTo>
                  <a:lnTo>
                    <a:pt x="395848" y="477969"/>
                  </a:lnTo>
                  <a:lnTo>
                    <a:pt x="368224" y="475756"/>
                  </a:lnTo>
                  <a:lnTo>
                    <a:pt x="361855" y="489930"/>
                  </a:lnTo>
                  <a:lnTo>
                    <a:pt x="346457" y="522252"/>
                  </a:lnTo>
                  <a:lnTo>
                    <a:pt x="317377" y="542626"/>
                  </a:lnTo>
                  <a:lnTo>
                    <a:pt x="315221" y="544105"/>
                  </a:lnTo>
                  <a:lnTo>
                    <a:pt x="315350" y="543761"/>
                  </a:lnTo>
                  <a:lnTo>
                    <a:pt x="316787" y="538301"/>
                  </a:lnTo>
                  <a:lnTo>
                    <a:pt x="317663" y="532718"/>
                  </a:lnTo>
                  <a:lnTo>
                    <a:pt x="317965" y="527073"/>
                  </a:lnTo>
                  <a:lnTo>
                    <a:pt x="317691" y="521425"/>
                  </a:lnTo>
                  <a:lnTo>
                    <a:pt x="316846" y="515838"/>
                  </a:lnTo>
                  <a:lnTo>
                    <a:pt x="315437" y="510371"/>
                  </a:lnTo>
                  <a:lnTo>
                    <a:pt x="313479" y="505083"/>
                  </a:lnTo>
                  <a:lnTo>
                    <a:pt x="311517" y="501108"/>
                  </a:lnTo>
                  <a:lnTo>
                    <a:pt x="310915" y="499889"/>
                  </a:lnTo>
                  <a:lnTo>
                    <a:pt x="308010" y="495270"/>
                  </a:lnTo>
                  <a:lnTo>
                    <a:pt x="281938" y="463632"/>
                  </a:lnTo>
                  <a:lnTo>
                    <a:pt x="276271" y="456755"/>
                  </a:lnTo>
                  <a:lnTo>
                    <a:pt x="273843" y="453809"/>
                  </a:lnTo>
                  <a:lnTo>
                    <a:pt x="270772" y="451949"/>
                  </a:lnTo>
                  <a:lnTo>
                    <a:pt x="258189" y="444330"/>
                  </a:lnTo>
                  <a:lnTo>
                    <a:pt x="252255" y="441290"/>
                  </a:lnTo>
                  <a:lnTo>
                    <a:pt x="99624" y="363102"/>
                  </a:lnTo>
                  <a:lnTo>
                    <a:pt x="41601" y="344913"/>
                  </a:lnTo>
                  <a:lnTo>
                    <a:pt x="32825" y="277106"/>
                  </a:lnTo>
                  <a:lnTo>
                    <a:pt x="7942" y="251919"/>
                  </a:lnTo>
                  <a:lnTo>
                    <a:pt x="0" y="243880"/>
                  </a:lnTo>
                  <a:lnTo>
                    <a:pt x="57870" y="186912"/>
                  </a:lnTo>
                  <a:lnTo>
                    <a:pt x="64702" y="180187"/>
                  </a:lnTo>
                  <a:lnTo>
                    <a:pt x="82468" y="164263"/>
                  </a:lnTo>
                  <a:lnTo>
                    <a:pt x="92602" y="155181"/>
                  </a:lnTo>
                  <a:lnTo>
                    <a:pt x="119297" y="133243"/>
                  </a:lnTo>
                  <a:lnTo>
                    <a:pt x="126144" y="127616"/>
                  </a:lnTo>
                  <a:lnTo>
                    <a:pt x="133876" y="121262"/>
                  </a:lnTo>
                  <a:lnTo>
                    <a:pt x="157030" y="102234"/>
                  </a:lnTo>
                  <a:lnTo>
                    <a:pt x="161550" y="98519"/>
                  </a:lnTo>
                  <a:lnTo>
                    <a:pt x="159793" y="48292"/>
                  </a:lnTo>
                  <a:lnTo>
                    <a:pt x="159883" y="38513"/>
                  </a:lnTo>
                  <a:lnTo>
                    <a:pt x="217394" y="40753"/>
                  </a:lnTo>
                  <a:lnTo>
                    <a:pt x="224752" y="41527"/>
                  </a:lnTo>
                  <a:lnTo>
                    <a:pt x="242772" y="0"/>
                  </a:lnTo>
                  <a:lnTo>
                    <a:pt x="251352" y="1690"/>
                  </a:lnTo>
                  <a:lnTo>
                    <a:pt x="301070" y="1148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g1020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41125" y="679779"/>
                  </a:move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lnTo>
                    <a:pt x="2582086" y="64488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g1021"/>
            <p:cNvSpPr/>
            <p:nvPr/>
          </p:nvSpPr>
          <p:spPr>
            <a:xfrm>
              <a:off x="4477720" y="3054087"/>
              <a:ext cx="899062" cy="847620"/>
            </a:xfrm>
            <a:custGeom>
              <a:avLst/>
              <a:pathLst>
                <a:path w="899062" h="847620">
                  <a:moveTo>
                    <a:pt x="745286" y="166404"/>
                  </a:moveTo>
                  <a:lnTo>
                    <a:pt x="851763" y="204081"/>
                  </a:lnTo>
                  <a:lnTo>
                    <a:pt x="847748" y="239841"/>
                  </a:lnTo>
                  <a:lnTo>
                    <a:pt x="743238" y="275247"/>
                  </a:lnTo>
                  <a:lnTo>
                    <a:pt x="681381" y="337505"/>
                  </a:lnTo>
                  <a:lnTo>
                    <a:pt x="771326" y="433666"/>
                  </a:lnTo>
                  <a:lnTo>
                    <a:pt x="767442" y="446569"/>
                  </a:lnTo>
                  <a:lnTo>
                    <a:pt x="506327" y="495963"/>
                  </a:lnTo>
                  <a:lnTo>
                    <a:pt x="505677" y="511492"/>
                  </a:lnTo>
                  <a:lnTo>
                    <a:pt x="538808" y="522476"/>
                  </a:lnTo>
                  <a:lnTo>
                    <a:pt x="569932" y="533779"/>
                  </a:lnTo>
                  <a:lnTo>
                    <a:pt x="590831" y="544275"/>
                  </a:lnTo>
                  <a:lnTo>
                    <a:pt x="649381" y="511591"/>
                  </a:lnTo>
                  <a:lnTo>
                    <a:pt x="682603" y="625253"/>
                  </a:lnTo>
                  <a:lnTo>
                    <a:pt x="700981" y="625040"/>
                  </a:lnTo>
                  <a:lnTo>
                    <a:pt x="726434" y="534136"/>
                  </a:lnTo>
                  <a:lnTo>
                    <a:pt x="742953" y="514717"/>
                  </a:lnTo>
                  <a:lnTo>
                    <a:pt x="762411" y="500707"/>
                  </a:lnTo>
                  <a:lnTo>
                    <a:pt x="777763" y="506345"/>
                  </a:lnTo>
                  <a:lnTo>
                    <a:pt x="801726" y="509498"/>
                  </a:lnTo>
                  <a:lnTo>
                    <a:pt x="837764" y="503637"/>
                  </a:lnTo>
                  <a:lnTo>
                    <a:pt x="869298" y="500707"/>
                  </a:lnTo>
                  <a:lnTo>
                    <a:pt x="899062" y="501045"/>
                  </a:lnTo>
                  <a:lnTo>
                    <a:pt x="899062" y="813953"/>
                  </a:lnTo>
                  <a:lnTo>
                    <a:pt x="894238" y="813729"/>
                  </a:lnTo>
                  <a:lnTo>
                    <a:pt x="882935" y="808203"/>
                  </a:lnTo>
                  <a:lnTo>
                    <a:pt x="885392" y="799663"/>
                  </a:lnTo>
                  <a:lnTo>
                    <a:pt x="892272" y="790621"/>
                  </a:lnTo>
                  <a:lnTo>
                    <a:pt x="896695" y="779569"/>
                  </a:lnTo>
                  <a:lnTo>
                    <a:pt x="893255" y="773039"/>
                  </a:lnTo>
                  <a:lnTo>
                    <a:pt x="884409" y="772536"/>
                  </a:lnTo>
                  <a:lnTo>
                    <a:pt x="873598" y="777058"/>
                  </a:lnTo>
                  <a:lnTo>
                    <a:pt x="859838" y="783588"/>
                  </a:lnTo>
                  <a:lnTo>
                    <a:pt x="835757" y="790119"/>
                  </a:lnTo>
                  <a:lnTo>
                    <a:pt x="818557" y="793635"/>
                  </a:lnTo>
                  <a:lnTo>
                    <a:pt x="793985" y="795645"/>
                  </a:lnTo>
                  <a:lnTo>
                    <a:pt x="751722" y="795645"/>
                  </a:lnTo>
                  <a:lnTo>
                    <a:pt x="694224" y="791123"/>
                  </a:lnTo>
                  <a:lnTo>
                    <a:pt x="633286" y="791123"/>
                  </a:lnTo>
                  <a:lnTo>
                    <a:pt x="598916" y="788630"/>
                  </a:lnTo>
                  <a:lnTo>
                    <a:pt x="597092" y="843488"/>
                  </a:lnTo>
                  <a:lnTo>
                    <a:pt x="558139" y="847620"/>
                  </a:lnTo>
                  <a:lnTo>
                    <a:pt x="556174" y="831745"/>
                  </a:lnTo>
                  <a:lnTo>
                    <a:pt x="527081" y="816675"/>
                  </a:lnTo>
                  <a:lnTo>
                    <a:pt x="535823" y="790586"/>
                  </a:lnTo>
                  <a:lnTo>
                    <a:pt x="512388" y="769662"/>
                  </a:lnTo>
                  <a:lnTo>
                    <a:pt x="465701" y="754173"/>
                  </a:lnTo>
                  <a:lnTo>
                    <a:pt x="442728" y="760596"/>
                  </a:lnTo>
                  <a:lnTo>
                    <a:pt x="417787" y="767569"/>
                  </a:lnTo>
                  <a:lnTo>
                    <a:pt x="363953" y="739002"/>
                  </a:lnTo>
                  <a:lnTo>
                    <a:pt x="357995" y="708542"/>
                  </a:lnTo>
                  <a:lnTo>
                    <a:pt x="329182" y="705176"/>
                  </a:lnTo>
                  <a:lnTo>
                    <a:pt x="300661" y="701844"/>
                  </a:lnTo>
                  <a:lnTo>
                    <a:pt x="300253" y="686534"/>
                  </a:lnTo>
                  <a:lnTo>
                    <a:pt x="256432" y="684680"/>
                  </a:lnTo>
                  <a:lnTo>
                    <a:pt x="198689" y="692634"/>
                  </a:lnTo>
                  <a:lnTo>
                    <a:pt x="142993" y="666261"/>
                  </a:lnTo>
                  <a:lnTo>
                    <a:pt x="142785" y="658010"/>
                  </a:lnTo>
                  <a:lnTo>
                    <a:pt x="142173" y="633608"/>
                  </a:lnTo>
                  <a:lnTo>
                    <a:pt x="121363" y="623569"/>
                  </a:lnTo>
                  <a:lnTo>
                    <a:pt x="110642" y="616071"/>
                  </a:lnTo>
                  <a:lnTo>
                    <a:pt x="70613" y="588074"/>
                  </a:lnTo>
                  <a:lnTo>
                    <a:pt x="41490" y="644865"/>
                  </a:lnTo>
                  <a:lnTo>
                    <a:pt x="33026" y="642148"/>
                  </a:lnTo>
                  <a:lnTo>
                    <a:pt x="3901" y="631444"/>
                  </a:lnTo>
                  <a:lnTo>
                    <a:pt x="0" y="630475"/>
                  </a:lnTo>
                  <a:lnTo>
                    <a:pt x="1980" y="625789"/>
                  </a:lnTo>
                  <a:lnTo>
                    <a:pt x="2205" y="625258"/>
                  </a:lnTo>
                  <a:lnTo>
                    <a:pt x="39586" y="536813"/>
                  </a:lnTo>
                  <a:lnTo>
                    <a:pt x="52598" y="532386"/>
                  </a:lnTo>
                  <a:lnTo>
                    <a:pt x="76125" y="524381"/>
                  </a:lnTo>
                  <a:lnTo>
                    <a:pt x="79810" y="518221"/>
                  </a:lnTo>
                  <a:lnTo>
                    <a:pt x="82340" y="513990"/>
                  </a:lnTo>
                  <a:lnTo>
                    <a:pt x="100206" y="484119"/>
                  </a:lnTo>
                  <a:lnTo>
                    <a:pt x="105404" y="476431"/>
                  </a:lnTo>
                  <a:lnTo>
                    <a:pt x="117690" y="458849"/>
                  </a:lnTo>
                  <a:lnTo>
                    <a:pt x="128944" y="444891"/>
                  </a:lnTo>
                  <a:lnTo>
                    <a:pt x="130695" y="442718"/>
                  </a:lnTo>
                  <a:lnTo>
                    <a:pt x="136218" y="435869"/>
                  </a:lnTo>
                  <a:lnTo>
                    <a:pt x="142109" y="428562"/>
                  </a:lnTo>
                  <a:lnTo>
                    <a:pt x="143609" y="426701"/>
                  </a:lnTo>
                  <a:lnTo>
                    <a:pt x="155134" y="413341"/>
                  </a:lnTo>
                  <a:lnTo>
                    <a:pt x="155270" y="406377"/>
                  </a:lnTo>
                  <a:lnTo>
                    <a:pt x="155270" y="400935"/>
                  </a:lnTo>
                  <a:lnTo>
                    <a:pt x="175640" y="371520"/>
                  </a:lnTo>
                  <a:lnTo>
                    <a:pt x="181071" y="363677"/>
                  </a:lnTo>
                  <a:lnTo>
                    <a:pt x="185166" y="297953"/>
                  </a:lnTo>
                  <a:lnTo>
                    <a:pt x="184583" y="284844"/>
                  </a:lnTo>
                  <a:lnTo>
                    <a:pt x="211717" y="275054"/>
                  </a:lnTo>
                  <a:lnTo>
                    <a:pt x="269870" y="256635"/>
                  </a:lnTo>
                  <a:lnTo>
                    <a:pt x="354233" y="244076"/>
                  </a:lnTo>
                  <a:lnTo>
                    <a:pt x="416482" y="242401"/>
                  </a:lnTo>
                  <a:lnTo>
                    <a:pt x="481187" y="235703"/>
                  </a:lnTo>
                  <a:lnTo>
                    <a:pt x="482113" y="236087"/>
                  </a:lnTo>
                  <a:lnTo>
                    <a:pt x="497010" y="249257"/>
                  </a:lnTo>
                  <a:lnTo>
                    <a:pt x="545053" y="291731"/>
                  </a:lnTo>
                  <a:lnTo>
                    <a:pt x="569230" y="313106"/>
                  </a:lnTo>
                  <a:lnTo>
                    <a:pt x="615398" y="269901"/>
                  </a:lnTo>
                  <a:lnTo>
                    <a:pt x="616193" y="269157"/>
                  </a:lnTo>
                  <a:lnTo>
                    <a:pt x="639014" y="247800"/>
                  </a:lnTo>
                  <a:lnTo>
                    <a:pt x="660637" y="186513"/>
                  </a:lnTo>
                  <a:lnTo>
                    <a:pt x="657167" y="142171"/>
                  </a:lnTo>
                  <a:lnTo>
                    <a:pt x="567141" y="178963"/>
                  </a:lnTo>
                  <a:lnTo>
                    <a:pt x="562022" y="70120"/>
                  </a:lnTo>
                  <a:lnTo>
                    <a:pt x="701261" y="40816"/>
                  </a:lnTo>
                  <a:lnTo>
                    <a:pt x="810560" y="12868"/>
                  </a:lnTo>
                  <a:lnTo>
                    <a:pt x="862002" y="0"/>
                  </a:lnTo>
                  <a:lnTo>
                    <a:pt x="831274" y="38266"/>
                  </a:lnTo>
                  <a:lnTo>
                    <a:pt x="735902" y="122815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g102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78307" y="13796"/>
                  </a:move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lnTo>
                    <a:pt x="359949" y="403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g1023"/>
            <p:cNvSpPr/>
            <p:nvPr/>
          </p:nvSpPr>
          <p:spPr>
            <a:xfrm>
              <a:off x="2511499" y="3442623"/>
              <a:ext cx="715947" cy="1187417"/>
            </a:xfrm>
            <a:custGeom>
              <a:avLst/>
              <a:pathLst>
                <a:path w="715947" h="1187417">
                  <a:moveTo>
                    <a:pt x="707077" y="189577"/>
                  </a:moveTo>
                  <a:lnTo>
                    <a:pt x="714190" y="283689"/>
                  </a:lnTo>
                  <a:lnTo>
                    <a:pt x="715947" y="301875"/>
                  </a:lnTo>
                  <a:lnTo>
                    <a:pt x="711986" y="301511"/>
                  </a:lnTo>
                  <a:lnTo>
                    <a:pt x="706838" y="301038"/>
                  </a:lnTo>
                  <a:lnTo>
                    <a:pt x="699881" y="301001"/>
                  </a:lnTo>
                  <a:lnTo>
                    <a:pt x="692130" y="300960"/>
                  </a:lnTo>
                  <a:lnTo>
                    <a:pt x="685577" y="301713"/>
                  </a:lnTo>
                  <a:lnTo>
                    <a:pt x="679066" y="301839"/>
                  </a:lnTo>
                  <a:lnTo>
                    <a:pt x="670711" y="300206"/>
                  </a:lnTo>
                  <a:lnTo>
                    <a:pt x="657934" y="297945"/>
                  </a:lnTo>
                  <a:lnTo>
                    <a:pt x="655979" y="297945"/>
                  </a:lnTo>
                  <a:lnTo>
                    <a:pt x="653146" y="297945"/>
                  </a:lnTo>
                  <a:lnTo>
                    <a:pt x="642331" y="297945"/>
                  </a:lnTo>
                  <a:lnTo>
                    <a:pt x="630399" y="298825"/>
                  </a:lnTo>
                  <a:lnTo>
                    <a:pt x="626438" y="314976"/>
                  </a:lnTo>
                  <a:lnTo>
                    <a:pt x="615831" y="326535"/>
                  </a:lnTo>
                  <a:lnTo>
                    <a:pt x="594477" y="349805"/>
                  </a:lnTo>
                  <a:lnTo>
                    <a:pt x="589252" y="355499"/>
                  </a:lnTo>
                  <a:lnTo>
                    <a:pt x="573972" y="370700"/>
                  </a:lnTo>
                  <a:lnTo>
                    <a:pt x="577330" y="397608"/>
                  </a:lnTo>
                  <a:lnTo>
                    <a:pt x="578184" y="403692"/>
                  </a:lnTo>
                  <a:lnTo>
                    <a:pt x="581113" y="424554"/>
                  </a:lnTo>
                  <a:lnTo>
                    <a:pt x="581896" y="430136"/>
                  </a:lnTo>
                  <a:lnTo>
                    <a:pt x="577969" y="431228"/>
                  </a:lnTo>
                  <a:lnTo>
                    <a:pt x="521857" y="446839"/>
                  </a:lnTo>
                  <a:lnTo>
                    <a:pt x="516647" y="448445"/>
                  </a:lnTo>
                  <a:lnTo>
                    <a:pt x="515285" y="448667"/>
                  </a:lnTo>
                  <a:lnTo>
                    <a:pt x="506294" y="451169"/>
                  </a:lnTo>
                  <a:lnTo>
                    <a:pt x="551686" y="651708"/>
                  </a:lnTo>
                  <a:lnTo>
                    <a:pt x="536943" y="724047"/>
                  </a:lnTo>
                  <a:lnTo>
                    <a:pt x="569411" y="780582"/>
                  </a:lnTo>
                  <a:lnTo>
                    <a:pt x="561221" y="825585"/>
                  </a:lnTo>
                  <a:lnTo>
                    <a:pt x="539923" y="882253"/>
                  </a:lnTo>
                  <a:lnTo>
                    <a:pt x="528240" y="933113"/>
                  </a:lnTo>
                  <a:lnTo>
                    <a:pt x="509811" y="986488"/>
                  </a:lnTo>
                  <a:lnTo>
                    <a:pt x="503259" y="1021264"/>
                  </a:lnTo>
                  <a:lnTo>
                    <a:pt x="505716" y="1075267"/>
                  </a:lnTo>
                  <a:lnTo>
                    <a:pt x="485444" y="1121734"/>
                  </a:lnTo>
                  <a:lnTo>
                    <a:pt x="459030" y="1134293"/>
                  </a:lnTo>
                  <a:lnTo>
                    <a:pt x="418486" y="1139317"/>
                  </a:lnTo>
                  <a:lnTo>
                    <a:pt x="397079" y="1131421"/>
                  </a:lnTo>
                  <a:lnTo>
                    <a:pt x="391837" y="1142138"/>
                  </a:lnTo>
                  <a:lnTo>
                    <a:pt x="395768" y="1167590"/>
                  </a:lnTo>
                  <a:lnTo>
                    <a:pt x="386581" y="1187417"/>
                  </a:lnTo>
                  <a:lnTo>
                    <a:pt x="368728" y="1184529"/>
                  </a:lnTo>
                  <a:lnTo>
                    <a:pt x="353371" y="1179505"/>
                  </a:lnTo>
                  <a:lnTo>
                    <a:pt x="321551" y="1163348"/>
                  </a:lnTo>
                  <a:lnTo>
                    <a:pt x="303859" y="1152631"/>
                  </a:lnTo>
                  <a:lnTo>
                    <a:pt x="295341" y="1142584"/>
                  </a:lnTo>
                  <a:lnTo>
                    <a:pt x="288788" y="1127848"/>
                  </a:lnTo>
                  <a:lnTo>
                    <a:pt x="280270" y="1115122"/>
                  </a:lnTo>
                  <a:lnTo>
                    <a:pt x="267821" y="1100387"/>
                  </a:lnTo>
                  <a:lnTo>
                    <a:pt x="259958" y="1084311"/>
                  </a:lnTo>
                  <a:lnTo>
                    <a:pt x="256681" y="1066896"/>
                  </a:lnTo>
                  <a:lnTo>
                    <a:pt x="257337" y="1050821"/>
                  </a:lnTo>
                  <a:lnTo>
                    <a:pt x="252524" y="1028982"/>
                  </a:lnTo>
                  <a:lnTo>
                    <a:pt x="240776" y="1005543"/>
                  </a:lnTo>
                  <a:lnTo>
                    <a:pt x="155118" y="982501"/>
                  </a:lnTo>
                  <a:lnTo>
                    <a:pt x="114493" y="975803"/>
                  </a:lnTo>
                  <a:lnTo>
                    <a:pt x="93700" y="961290"/>
                  </a:lnTo>
                  <a:lnTo>
                    <a:pt x="87147" y="882923"/>
                  </a:lnTo>
                  <a:lnTo>
                    <a:pt x="91079" y="852782"/>
                  </a:lnTo>
                  <a:lnTo>
                    <a:pt x="99597" y="821971"/>
                  </a:lnTo>
                  <a:lnTo>
                    <a:pt x="121875" y="801877"/>
                  </a:lnTo>
                  <a:lnTo>
                    <a:pt x="144809" y="774415"/>
                  </a:lnTo>
                  <a:lnTo>
                    <a:pt x="150706" y="763028"/>
                  </a:lnTo>
                  <a:lnTo>
                    <a:pt x="157259" y="746283"/>
                  </a:lnTo>
                  <a:lnTo>
                    <a:pt x="159224" y="732217"/>
                  </a:lnTo>
                  <a:lnTo>
                    <a:pt x="157914" y="718821"/>
                  </a:lnTo>
                  <a:lnTo>
                    <a:pt x="156603" y="708774"/>
                  </a:lnTo>
                  <a:lnTo>
                    <a:pt x="150706" y="699397"/>
                  </a:lnTo>
                  <a:lnTo>
                    <a:pt x="139567" y="680642"/>
                  </a:lnTo>
                  <a:lnTo>
                    <a:pt x="123841" y="660548"/>
                  </a:lnTo>
                  <a:lnTo>
                    <a:pt x="117289" y="629067"/>
                  </a:lnTo>
                  <a:lnTo>
                    <a:pt x="127117" y="600935"/>
                  </a:lnTo>
                  <a:lnTo>
                    <a:pt x="140222" y="584860"/>
                  </a:lnTo>
                  <a:lnTo>
                    <a:pt x="154638" y="574813"/>
                  </a:lnTo>
                  <a:lnTo>
                    <a:pt x="178227" y="575483"/>
                  </a:lnTo>
                  <a:lnTo>
                    <a:pt x="199850" y="580841"/>
                  </a:lnTo>
                  <a:lnTo>
                    <a:pt x="220162" y="586200"/>
                  </a:lnTo>
                  <a:lnTo>
                    <a:pt x="217541" y="573473"/>
                  </a:lnTo>
                  <a:lnTo>
                    <a:pt x="207057" y="555389"/>
                  </a:lnTo>
                  <a:lnTo>
                    <a:pt x="169053" y="539313"/>
                  </a:lnTo>
                  <a:lnTo>
                    <a:pt x="150051" y="540653"/>
                  </a:lnTo>
                  <a:lnTo>
                    <a:pt x="119910" y="546011"/>
                  </a:lnTo>
                  <a:lnTo>
                    <a:pt x="94355" y="542662"/>
                  </a:lnTo>
                  <a:lnTo>
                    <a:pt x="79284" y="532615"/>
                  </a:lnTo>
                  <a:lnTo>
                    <a:pt x="72732" y="518549"/>
                  </a:lnTo>
                  <a:lnTo>
                    <a:pt x="66179" y="499795"/>
                  </a:lnTo>
                  <a:lnTo>
                    <a:pt x="64214" y="479031"/>
                  </a:lnTo>
                  <a:lnTo>
                    <a:pt x="58316" y="462286"/>
                  </a:lnTo>
                  <a:lnTo>
                    <a:pt x="42591" y="446880"/>
                  </a:lnTo>
                  <a:lnTo>
                    <a:pt x="68145" y="415399"/>
                  </a:lnTo>
                  <a:lnTo>
                    <a:pt x="0" y="347749"/>
                  </a:lnTo>
                  <a:lnTo>
                    <a:pt x="34728" y="326315"/>
                  </a:lnTo>
                  <a:lnTo>
                    <a:pt x="123186" y="355117"/>
                  </a:lnTo>
                  <a:lnTo>
                    <a:pt x="169546" y="360544"/>
                  </a:lnTo>
                  <a:lnTo>
                    <a:pt x="262427" y="364563"/>
                  </a:lnTo>
                  <a:lnTo>
                    <a:pt x="288604" y="307257"/>
                  </a:lnTo>
                  <a:lnTo>
                    <a:pt x="253079" y="302806"/>
                  </a:lnTo>
                  <a:lnTo>
                    <a:pt x="212432" y="297712"/>
                  </a:lnTo>
                  <a:lnTo>
                    <a:pt x="209275" y="271644"/>
                  </a:lnTo>
                  <a:lnTo>
                    <a:pt x="210137" y="250337"/>
                  </a:lnTo>
                  <a:lnTo>
                    <a:pt x="205525" y="244528"/>
                  </a:lnTo>
                  <a:lnTo>
                    <a:pt x="207774" y="243154"/>
                  </a:lnTo>
                  <a:lnTo>
                    <a:pt x="212649" y="240175"/>
                  </a:lnTo>
                  <a:lnTo>
                    <a:pt x="217809" y="240050"/>
                  </a:lnTo>
                  <a:lnTo>
                    <a:pt x="237570" y="231120"/>
                  </a:lnTo>
                  <a:lnTo>
                    <a:pt x="240599" y="229751"/>
                  </a:lnTo>
                  <a:lnTo>
                    <a:pt x="251518" y="216282"/>
                  </a:lnTo>
                  <a:lnTo>
                    <a:pt x="264726" y="194723"/>
                  </a:lnTo>
                  <a:lnTo>
                    <a:pt x="269927" y="188757"/>
                  </a:lnTo>
                  <a:lnTo>
                    <a:pt x="274205" y="184918"/>
                  </a:lnTo>
                  <a:lnTo>
                    <a:pt x="280656" y="179129"/>
                  </a:lnTo>
                  <a:lnTo>
                    <a:pt x="299484" y="157664"/>
                  </a:lnTo>
                  <a:lnTo>
                    <a:pt x="303173" y="157101"/>
                  </a:lnTo>
                  <a:lnTo>
                    <a:pt x="316687" y="167650"/>
                  </a:lnTo>
                  <a:lnTo>
                    <a:pt x="326429" y="176879"/>
                  </a:lnTo>
                  <a:lnTo>
                    <a:pt x="335471" y="136605"/>
                  </a:lnTo>
                  <a:lnTo>
                    <a:pt x="340576" y="113869"/>
                  </a:lnTo>
                  <a:lnTo>
                    <a:pt x="342483" y="105378"/>
                  </a:lnTo>
                  <a:lnTo>
                    <a:pt x="343018" y="92090"/>
                  </a:lnTo>
                  <a:lnTo>
                    <a:pt x="343875" y="70841"/>
                  </a:lnTo>
                  <a:lnTo>
                    <a:pt x="342994" y="55707"/>
                  </a:lnTo>
                  <a:lnTo>
                    <a:pt x="339219" y="39472"/>
                  </a:lnTo>
                  <a:lnTo>
                    <a:pt x="338237" y="32170"/>
                  </a:lnTo>
                  <a:lnTo>
                    <a:pt x="338711" y="32130"/>
                  </a:lnTo>
                  <a:lnTo>
                    <a:pt x="350458" y="32066"/>
                  </a:lnTo>
                  <a:lnTo>
                    <a:pt x="392734" y="31835"/>
                  </a:lnTo>
                  <a:lnTo>
                    <a:pt x="463833" y="31445"/>
                  </a:lnTo>
                  <a:lnTo>
                    <a:pt x="476044" y="30824"/>
                  </a:lnTo>
                  <a:lnTo>
                    <a:pt x="528940" y="28133"/>
                  </a:lnTo>
                  <a:lnTo>
                    <a:pt x="561198" y="26492"/>
                  </a:lnTo>
                  <a:lnTo>
                    <a:pt x="571622" y="25866"/>
                  </a:lnTo>
                  <a:lnTo>
                    <a:pt x="591539" y="24669"/>
                  </a:lnTo>
                  <a:lnTo>
                    <a:pt x="598745" y="21412"/>
                  </a:lnTo>
                  <a:lnTo>
                    <a:pt x="616950" y="13183"/>
                  </a:lnTo>
                  <a:lnTo>
                    <a:pt x="622293" y="10768"/>
                  </a:lnTo>
                  <a:lnTo>
                    <a:pt x="633293" y="0"/>
                  </a:lnTo>
                  <a:lnTo>
                    <a:pt x="671987" y="29971"/>
                  </a:lnTo>
                  <a:lnTo>
                    <a:pt x="700654" y="106161"/>
                  </a:lnTo>
                  <a:lnTo>
                    <a:pt x="705187" y="165028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g1024"/>
            <p:cNvSpPr/>
            <p:nvPr/>
          </p:nvSpPr>
          <p:spPr>
            <a:xfrm>
              <a:off x="1965848" y="2968825"/>
              <a:ext cx="714896" cy="1290844"/>
            </a:xfrm>
            <a:custGeom>
              <a:avLst/>
              <a:pathLst>
                <a:path w="714896" h="1290844">
                  <a:moveTo>
                    <a:pt x="712679" y="220193"/>
                  </a:moveTo>
                  <a:lnTo>
                    <a:pt x="713783" y="223542"/>
                  </a:lnTo>
                  <a:lnTo>
                    <a:pt x="714896" y="226918"/>
                  </a:lnTo>
                  <a:lnTo>
                    <a:pt x="709265" y="224578"/>
                  </a:lnTo>
                  <a:lnTo>
                    <a:pt x="693416" y="219303"/>
                  </a:lnTo>
                  <a:lnTo>
                    <a:pt x="686684" y="217637"/>
                  </a:lnTo>
                  <a:lnTo>
                    <a:pt x="681744" y="216414"/>
                  </a:lnTo>
                  <a:lnTo>
                    <a:pt x="666387" y="214782"/>
                  </a:lnTo>
                  <a:lnTo>
                    <a:pt x="654592" y="214782"/>
                  </a:lnTo>
                  <a:lnTo>
                    <a:pt x="648321" y="215142"/>
                  </a:lnTo>
                  <a:lnTo>
                    <a:pt x="643385" y="215425"/>
                  </a:lnTo>
                  <a:lnTo>
                    <a:pt x="640129" y="215612"/>
                  </a:lnTo>
                  <a:lnTo>
                    <a:pt x="636947" y="216081"/>
                  </a:lnTo>
                  <a:lnTo>
                    <a:pt x="631430" y="216685"/>
                  </a:lnTo>
                  <a:lnTo>
                    <a:pt x="627783" y="217084"/>
                  </a:lnTo>
                  <a:lnTo>
                    <a:pt x="616970" y="218267"/>
                  </a:lnTo>
                  <a:lnTo>
                    <a:pt x="599361" y="221700"/>
                  </a:lnTo>
                  <a:lnTo>
                    <a:pt x="558244" y="228984"/>
                  </a:lnTo>
                  <a:lnTo>
                    <a:pt x="517864" y="236854"/>
                  </a:lnTo>
                  <a:lnTo>
                    <a:pt x="507384" y="238771"/>
                  </a:lnTo>
                  <a:lnTo>
                    <a:pt x="502604" y="239645"/>
                  </a:lnTo>
                  <a:lnTo>
                    <a:pt x="446874" y="249837"/>
                  </a:lnTo>
                  <a:lnTo>
                    <a:pt x="440955" y="250920"/>
                  </a:lnTo>
                  <a:lnTo>
                    <a:pt x="432073" y="253353"/>
                  </a:lnTo>
                  <a:lnTo>
                    <a:pt x="426450" y="254893"/>
                  </a:lnTo>
                  <a:lnTo>
                    <a:pt x="423055" y="255824"/>
                  </a:lnTo>
                  <a:lnTo>
                    <a:pt x="423257" y="256922"/>
                  </a:lnTo>
                  <a:lnTo>
                    <a:pt x="424883" y="259068"/>
                  </a:lnTo>
                  <a:lnTo>
                    <a:pt x="430205" y="266095"/>
                  </a:lnTo>
                  <a:lnTo>
                    <a:pt x="431765" y="274637"/>
                  </a:lnTo>
                  <a:lnTo>
                    <a:pt x="434792" y="291212"/>
                  </a:lnTo>
                  <a:lnTo>
                    <a:pt x="446745" y="346055"/>
                  </a:lnTo>
                  <a:lnTo>
                    <a:pt x="451562" y="344701"/>
                  </a:lnTo>
                  <a:lnTo>
                    <a:pt x="455979" y="365770"/>
                  </a:lnTo>
                  <a:lnTo>
                    <a:pt x="456763" y="369226"/>
                  </a:lnTo>
                  <a:lnTo>
                    <a:pt x="464412" y="402922"/>
                  </a:lnTo>
                  <a:lnTo>
                    <a:pt x="466984" y="415874"/>
                  </a:lnTo>
                  <a:lnTo>
                    <a:pt x="466487" y="418133"/>
                  </a:lnTo>
                  <a:lnTo>
                    <a:pt x="467557" y="422119"/>
                  </a:lnTo>
                  <a:lnTo>
                    <a:pt x="468599" y="426006"/>
                  </a:lnTo>
                  <a:lnTo>
                    <a:pt x="471195" y="439767"/>
                  </a:lnTo>
                  <a:lnTo>
                    <a:pt x="476452" y="467632"/>
                  </a:lnTo>
                  <a:lnTo>
                    <a:pt x="478959" y="480926"/>
                  </a:lnTo>
                  <a:lnTo>
                    <a:pt x="457171" y="485026"/>
                  </a:lnTo>
                  <a:lnTo>
                    <a:pt x="444099" y="487485"/>
                  </a:lnTo>
                  <a:lnTo>
                    <a:pt x="457636" y="493956"/>
                  </a:lnTo>
                  <a:lnTo>
                    <a:pt x="461649" y="494679"/>
                  </a:lnTo>
                  <a:lnTo>
                    <a:pt x="458784" y="499687"/>
                  </a:lnTo>
                  <a:lnTo>
                    <a:pt x="458610" y="502300"/>
                  </a:lnTo>
                  <a:lnTo>
                    <a:pt x="457556" y="518107"/>
                  </a:lnTo>
                  <a:lnTo>
                    <a:pt x="455508" y="524073"/>
                  </a:lnTo>
                  <a:lnTo>
                    <a:pt x="452744" y="528468"/>
                  </a:lnTo>
                  <a:lnTo>
                    <a:pt x="446805" y="534852"/>
                  </a:lnTo>
                  <a:lnTo>
                    <a:pt x="444844" y="536821"/>
                  </a:lnTo>
                  <a:lnTo>
                    <a:pt x="441174" y="540504"/>
                  </a:lnTo>
                  <a:lnTo>
                    <a:pt x="440307" y="544203"/>
                  </a:lnTo>
                  <a:lnTo>
                    <a:pt x="438034" y="553898"/>
                  </a:lnTo>
                  <a:lnTo>
                    <a:pt x="437392" y="556693"/>
                  </a:lnTo>
                  <a:lnTo>
                    <a:pt x="434814" y="567927"/>
                  </a:lnTo>
                  <a:lnTo>
                    <a:pt x="432221" y="579222"/>
                  </a:lnTo>
                  <a:lnTo>
                    <a:pt x="441800" y="591562"/>
                  </a:lnTo>
                  <a:lnTo>
                    <a:pt x="448926" y="597464"/>
                  </a:lnTo>
                  <a:lnTo>
                    <a:pt x="450873" y="598496"/>
                  </a:lnTo>
                  <a:lnTo>
                    <a:pt x="455560" y="600981"/>
                  </a:lnTo>
                  <a:lnTo>
                    <a:pt x="456008" y="601159"/>
                  </a:lnTo>
                  <a:lnTo>
                    <a:pt x="459088" y="602380"/>
                  </a:lnTo>
                  <a:lnTo>
                    <a:pt x="448323" y="609432"/>
                  </a:lnTo>
                  <a:lnTo>
                    <a:pt x="435257" y="617991"/>
                  </a:lnTo>
                  <a:lnTo>
                    <a:pt x="431085" y="631612"/>
                  </a:lnTo>
                  <a:lnTo>
                    <a:pt x="424331" y="636932"/>
                  </a:lnTo>
                  <a:lnTo>
                    <a:pt x="416096" y="643418"/>
                  </a:lnTo>
                  <a:lnTo>
                    <a:pt x="416186" y="645127"/>
                  </a:lnTo>
                  <a:lnTo>
                    <a:pt x="416724" y="655303"/>
                  </a:lnTo>
                  <a:lnTo>
                    <a:pt x="417079" y="662005"/>
                  </a:lnTo>
                  <a:lnTo>
                    <a:pt x="423668" y="666823"/>
                  </a:lnTo>
                  <a:lnTo>
                    <a:pt x="452562" y="672899"/>
                  </a:lnTo>
                  <a:lnTo>
                    <a:pt x="460343" y="691319"/>
                  </a:lnTo>
                  <a:lnTo>
                    <a:pt x="452767" y="707122"/>
                  </a:lnTo>
                  <a:lnTo>
                    <a:pt x="434338" y="732239"/>
                  </a:lnTo>
                  <a:lnTo>
                    <a:pt x="403781" y="730602"/>
                  </a:lnTo>
                  <a:lnTo>
                    <a:pt x="387361" y="722539"/>
                  </a:lnTo>
                  <a:lnTo>
                    <a:pt x="360333" y="730075"/>
                  </a:lnTo>
                  <a:lnTo>
                    <a:pt x="348538" y="726558"/>
                  </a:lnTo>
                  <a:lnTo>
                    <a:pt x="330109" y="743136"/>
                  </a:lnTo>
                  <a:lnTo>
                    <a:pt x="340453" y="755264"/>
                  </a:lnTo>
                  <a:lnTo>
                    <a:pt x="373830" y="749194"/>
                  </a:lnTo>
                  <a:lnTo>
                    <a:pt x="376058" y="780059"/>
                  </a:lnTo>
                  <a:lnTo>
                    <a:pt x="384044" y="866854"/>
                  </a:lnTo>
                  <a:lnTo>
                    <a:pt x="391081" y="911569"/>
                  </a:lnTo>
                  <a:lnTo>
                    <a:pt x="415243" y="895243"/>
                  </a:lnTo>
                  <a:lnTo>
                    <a:pt x="432034" y="905290"/>
                  </a:lnTo>
                  <a:lnTo>
                    <a:pt x="446368" y="917011"/>
                  </a:lnTo>
                  <a:lnTo>
                    <a:pt x="473806" y="960549"/>
                  </a:lnTo>
                  <a:lnTo>
                    <a:pt x="468482" y="973526"/>
                  </a:lnTo>
                  <a:lnTo>
                    <a:pt x="463288" y="990350"/>
                  </a:lnTo>
                  <a:lnTo>
                    <a:pt x="455712" y="1016933"/>
                  </a:lnTo>
                  <a:lnTo>
                    <a:pt x="447521" y="1025514"/>
                  </a:lnTo>
                  <a:lnTo>
                    <a:pt x="455917" y="1031166"/>
                  </a:lnTo>
                  <a:lnTo>
                    <a:pt x="427045" y="1071773"/>
                  </a:lnTo>
                  <a:lnTo>
                    <a:pt x="435850" y="1083285"/>
                  </a:lnTo>
                  <a:lnTo>
                    <a:pt x="439536" y="1092914"/>
                  </a:lnTo>
                  <a:lnTo>
                    <a:pt x="454820" y="1129702"/>
                  </a:lnTo>
                  <a:lnTo>
                    <a:pt x="457687" y="1143936"/>
                  </a:lnTo>
                  <a:lnTo>
                    <a:pt x="451542" y="1166270"/>
                  </a:lnTo>
                  <a:lnTo>
                    <a:pt x="451411" y="1166745"/>
                  </a:lnTo>
                  <a:lnTo>
                    <a:pt x="441364" y="1171087"/>
                  </a:lnTo>
                  <a:lnTo>
                    <a:pt x="429901" y="1172535"/>
                  </a:lnTo>
                  <a:lnTo>
                    <a:pt x="419186" y="1173888"/>
                  </a:lnTo>
                  <a:lnTo>
                    <a:pt x="411879" y="1177991"/>
                  </a:lnTo>
                  <a:lnTo>
                    <a:pt x="401740" y="1183684"/>
                  </a:lnTo>
                  <a:lnTo>
                    <a:pt x="387488" y="1190340"/>
                  </a:lnTo>
                  <a:lnTo>
                    <a:pt x="383874" y="1193517"/>
                  </a:lnTo>
                  <a:lnTo>
                    <a:pt x="368200" y="1207295"/>
                  </a:lnTo>
                  <a:lnTo>
                    <a:pt x="362413" y="1212391"/>
                  </a:lnTo>
                  <a:lnTo>
                    <a:pt x="360214" y="1214328"/>
                  </a:lnTo>
                  <a:lnTo>
                    <a:pt x="337854" y="1239445"/>
                  </a:lnTo>
                  <a:lnTo>
                    <a:pt x="319483" y="1247557"/>
                  </a:lnTo>
                  <a:lnTo>
                    <a:pt x="317090" y="1248613"/>
                  </a:lnTo>
                  <a:lnTo>
                    <a:pt x="313856" y="1250956"/>
                  </a:lnTo>
                  <a:lnTo>
                    <a:pt x="311193" y="1252883"/>
                  </a:lnTo>
                  <a:lnTo>
                    <a:pt x="279250" y="1284909"/>
                  </a:lnTo>
                  <a:lnTo>
                    <a:pt x="273329" y="1290844"/>
                  </a:lnTo>
                  <a:lnTo>
                    <a:pt x="273112" y="1288212"/>
                  </a:lnTo>
                  <a:lnTo>
                    <a:pt x="271578" y="1269613"/>
                  </a:lnTo>
                  <a:lnTo>
                    <a:pt x="256122" y="1249431"/>
                  </a:lnTo>
                  <a:lnTo>
                    <a:pt x="234752" y="1268389"/>
                  </a:lnTo>
                  <a:lnTo>
                    <a:pt x="210426" y="1279441"/>
                  </a:lnTo>
                  <a:lnTo>
                    <a:pt x="192611" y="1280195"/>
                  </a:lnTo>
                  <a:lnTo>
                    <a:pt x="186302" y="1281785"/>
                  </a:lnTo>
                  <a:lnTo>
                    <a:pt x="180473" y="1267283"/>
                  </a:lnTo>
                  <a:lnTo>
                    <a:pt x="174955" y="1264918"/>
                  </a:lnTo>
                  <a:lnTo>
                    <a:pt x="173545" y="1264313"/>
                  </a:lnTo>
                  <a:lnTo>
                    <a:pt x="158228" y="1257747"/>
                  </a:lnTo>
                  <a:lnTo>
                    <a:pt x="141028" y="1263189"/>
                  </a:lnTo>
                  <a:lnTo>
                    <a:pt x="123057" y="1260062"/>
                  </a:lnTo>
                  <a:lnTo>
                    <a:pt x="113016" y="1255763"/>
                  </a:lnTo>
                  <a:lnTo>
                    <a:pt x="109429" y="1261186"/>
                  </a:lnTo>
                  <a:lnTo>
                    <a:pt x="108732" y="1262239"/>
                  </a:lnTo>
                  <a:lnTo>
                    <a:pt x="93108" y="1234089"/>
                  </a:lnTo>
                  <a:lnTo>
                    <a:pt x="73510" y="1210411"/>
                  </a:lnTo>
                  <a:lnTo>
                    <a:pt x="86310" y="1195910"/>
                  </a:lnTo>
                  <a:lnTo>
                    <a:pt x="88603" y="1190384"/>
                  </a:lnTo>
                  <a:lnTo>
                    <a:pt x="89095" y="1183016"/>
                  </a:lnTo>
                  <a:lnTo>
                    <a:pt x="89222" y="1169635"/>
                  </a:lnTo>
                  <a:lnTo>
                    <a:pt x="89358" y="1155292"/>
                  </a:lnTo>
                  <a:lnTo>
                    <a:pt x="89504" y="1139981"/>
                  </a:lnTo>
                  <a:lnTo>
                    <a:pt x="90646" y="1118971"/>
                  </a:lnTo>
                  <a:lnTo>
                    <a:pt x="91265" y="1107579"/>
                  </a:lnTo>
                  <a:lnTo>
                    <a:pt x="92114" y="1103211"/>
                  </a:lnTo>
                  <a:lnTo>
                    <a:pt x="93482" y="1096179"/>
                  </a:lnTo>
                  <a:lnTo>
                    <a:pt x="93845" y="1094309"/>
                  </a:lnTo>
                  <a:lnTo>
                    <a:pt x="95829" y="1088563"/>
                  </a:lnTo>
                  <a:lnTo>
                    <a:pt x="96614" y="1077729"/>
                  </a:lnTo>
                  <a:lnTo>
                    <a:pt x="99726" y="1052947"/>
                  </a:lnTo>
                  <a:lnTo>
                    <a:pt x="101037" y="1047756"/>
                  </a:lnTo>
                  <a:lnTo>
                    <a:pt x="102202" y="1044593"/>
                  </a:lnTo>
                  <a:lnTo>
                    <a:pt x="105187" y="1036486"/>
                  </a:lnTo>
                  <a:lnTo>
                    <a:pt x="106612" y="1032824"/>
                  </a:lnTo>
                  <a:lnTo>
                    <a:pt x="108646" y="1027596"/>
                  </a:lnTo>
                  <a:lnTo>
                    <a:pt x="108920" y="1024789"/>
                  </a:lnTo>
                  <a:lnTo>
                    <a:pt x="109956" y="1014200"/>
                  </a:lnTo>
                  <a:lnTo>
                    <a:pt x="109792" y="1000134"/>
                  </a:lnTo>
                  <a:lnTo>
                    <a:pt x="108973" y="995695"/>
                  </a:lnTo>
                  <a:lnTo>
                    <a:pt x="108154" y="991259"/>
                  </a:lnTo>
                  <a:lnTo>
                    <a:pt x="108192" y="989785"/>
                  </a:lnTo>
                  <a:lnTo>
                    <a:pt x="108246" y="987673"/>
                  </a:lnTo>
                  <a:lnTo>
                    <a:pt x="108318" y="984896"/>
                  </a:lnTo>
                  <a:lnTo>
                    <a:pt x="107150" y="975141"/>
                  </a:lnTo>
                  <a:lnTo>
                    <a:pt x="105572" y="961964"/>
                  </a:lnTo>
                  <a:lnTo>
                    <a:pt x="104788" y="955412"/>
                  </a:lnTo>
                  <a:lnTo>
                    <a:pt x="104481" y="945051"/>
                  </a:lnTo>
                  <a:lnTo>
                    <a:pt x="103422" y="933835"/>
                  </a:lnTo>
                  <a:lnTo>
                    <a:pt x="107061" y="911737"/>
                  </a:lnTo>
                  <a:lnTo>
                    <a:pt x="108308" y="904164"/>
                  </a:lnTo>
                  <a:lnTo>
                    <a:pt x="118996" y="906173"/>
                  </a:lnTo>
                  <a:lnTo>
                    <a:pt x="123452" y="906356"/>
                  </a:lnTo>
                  <a:lnTo>
                    <a:pt x="129482" y="906605"/>
                  </a:lnTo>
                  <a:lnTo>
                    <a:pt x="137302" y="906927"/>
                  </a:lnTo>
                  <a:lnTo>
                    <a:pt x="141973" y="902444"/>
                  </a:lnTo>
                  <a:lnTo>
                    <a:pt x="167251" y="903318"/>
                  </a:lnTo>
                  <a:lnTo>
                    <a:pt x="176260" y="904323"/>
                  </a:lnTo>
                  <a:lnTo>
                    <a:pt x="183059" y="904030"/>
                  </a:lnTo>
                  <a:lnTo>
                    <a:pt x="189775" y="892811"/>
                  </a:lnTo>
                  <a:lnTo>
                    <a:pt x="192456" y="888988"/>
                  </a:lnTo>
                  <a:lnTo>
                    <a:pt x="200350" y="877731"/>
                  </a:lnTo>
                  <a:lnTo>
                    <a:pt x="209269" y="865014"/>
                  </a:lnTo>
                  <a:lnTo>
                    <a:pt x="213226" y="858820"/>
                  </a:lnTo>
                  <a:lnTo>
                    <a:pt x="213708" y="858065"/>
                  </a:lnTo>
                  <a:lnTo>
                    <a:pt x="214510" y="856809"/>
                  </a:lnTo>
                  <a:lnTo>
                    <a:pt x="215736" y="855922"/>
                  </a:lnTo>
                  <a:lnTo>
                    <a:pt x="218144" y="854177"/>
                  </a:lnTo>
                  <a:lnTo>
                    <a:pt x="219501" y="851987"/>
                  </a:lnTo>
                  <a:lnTo>
                    <a:pt x="221520" y="848727"/>
                  </a:lnTo>
                  <a:lnTo>
                    <a:pt x="226714" y="840343"/>
                  </a:lnTo>
                  <a:lnTo>
                    <a:pt x="228420" y="837589"/>
                  </a:lnTo>
                  <a:lnTo>
                    <a:pt x="235352" y="826399"/>
                  </a:lnTo>
                  <a:lnTo>
                    <a:pt x="236237" y="824970"/>
                  </a:lnTo>
                  <a:lnTo>
                    <a:pt x="238590" y="820994"/>
                  </a:lnTo>
                  <a:lnTo>
                    <a:pt x="247938" y="805198"/>
                  </a:lnTo>
                  <a:lnTo>
                    <a:pt x="252036" y="799470"/>
                  </a:lnTo>
                  <a:lnTo>
                    <a:pt x="262415" y="784967"/>
                  </a:lnTo>
                  <a:lnTo>
                    <a:pt x="264716" y="781751"/>
                  </a:lnTo>
                  <a:lnTo>
                    <a:pt x="268080" y="777050"/>
                  </a:lnTo>
                  <a:lnTo>
                    <a:pt x="270957" y="774337"/>
                  </a:lnTo>
                  <a:lnTo>
                    <a:pt x="285560" y="760566"/>
                  </a:lnTo>
                  <a:lnTo>
                    <a:pt x="277777" y="751256"/>
                  </a:lnTo>
                  <a:lnTo>
                    <a:pt x="277943" y="750845"/>
                  </a:lnTo>
                  <a:lnTo>
                    <a:pt x="280304" y="745001"/>
                  </a:lnTo>
                  <a:lnTo>
                    <a:pt x="268668" y="736977"/>
                  </a:lnTo>
                  <a:lnTo>
                    <a:pt x="265446" y="731926"/>
                  </a:lnTo>
                  <a:lnTo>
                    <a:pt x="264482" y="722910"/>
                  </a:lnTo>
                  <a:lnTo>
                    <a:pt x="263094" y="709932"/>
                  </a:lnTo>
                  <a:lnTo>
                    <a:pt x="264969" y="706703"/>
                  </a:lnTo>
                  <a:lnTo>
                    <a:pt x="275585" y="688414"/>
                  </a:lnTo>
                  <a:lnTo>
                    <a:pt x="278289" y="683757"/>
                  </a:lnTo>
                  <a:lnTo>
                    <a:pt x="281844" y="677158"/>
                  </a:lnTo>
                  <a:lnTo>
                    <a:pt x="282635" y="675688"/>
                  </a:lnTo>
                  <a:lnTo>
                    <a:pt x="284018" y="673120"/>
                  </a:lnTo>
                  <a:lnTo>
                    <a:pt x="282044" y="673614"/>
                  </a:lnTo>
                  <a:lnTo>
                    <a:pt x="280763" y="673934"/>
                  </a:lnTo>
                  <a:lnTo>
                    <a:pt x="261208" y="678015"/>
                  </a:lnTo>
                  <a:lnTo>
                    <a:pt x="249911" y="681409"/>
                  </a:lnTo>
                  <a:lnTo>
                    <a:pt x="236124" y="685551"/>
                  </a:lnTo>
                  <a:lnTo>
                    <a:pt x="223947" y="689388"/>
                  </a:lnTo>
                  <a:lnTo>
                    <a:pt x="210221" y="693714"/>
                  </a:lnTo>
                  <a:lnTo>
                    <a:pt x="205882" y="694434"/>
                  </a:lnTo>
                  <a:lnTo>
                    <a:pt x="200440" y="695338"/>
                  </a:lnTo>
                  <a:lnTo>
                    <a:pt x="181862" y="698423"/>
                  </a:lnTo>
                  <a:lnTo>
                    <a:pt x="179201" y="698507"/>
                  </a:lnTo>
                  <a:lnTo>
                    <a:pt x="168231" y="698854"/>
                  </a:lnTo>
                  <a:lnTo>
                    <a:pt x="163450" y="699005"/>
                  </a:lnTo>
                  <a:lnTo>
                    <a:pt x="161999" y="699051"/>
                  </a:lnTo>
                  <a:lnTo>
                    <a:pt x="145206" y="695444"/>
                  </a:lnTo>
                  <a:lnTo>
                    <a:pt x="133742" y="692981"/>
                  </a:lnTo>
                  <a:lnTo>
                    <a:pt x="92789" y="684190"/>
                  </a:lnTo>
                  <a:lnTo>
                    <a:pt x="65050" y="681724"/>
                  </a:lnTo>
                  <a:lnTo>
                    <a:pt x="59822" y="681260"/>
                  </a:lnTo>
                  <a:lnTo>
                    <a:pt x="48226" y="685005"/>
                  </a:lnTo>
                  <a:lnTo>
                    <a:pt x="45795" y="688715"/>
                  </a:lnTo>
                  <a:lnTo>
                    <a:pt x="44135" y="691247"/>
                  </a:lnTo>
                  <a:lnTo>
                    <a:pt x="41791" y="686703"/>
                  </a:lnTo>
                  <a:lnTo>
                    <a:pt x="37125" y="677656"/>
                  </a:lnTo>
                  <a:lnTo>
                    <a:pt x="30045" y="659515"/>
                  </a:lnTo>
                  <a:lnTo>
                    <a:pt x="25335" y="653403"/>
                  </a:lnTo>
                  <a:lnTo>
                    <a:pt x="22141" y="650012"/>
                  </a:lnTo>
                  <a:lnTo>
                    <a:pt x="7643" y="639211"/>
                  </a:lnTo>
                  <a:lnTo>
                    <a:pt x="0" y="633758"/>
                  </a:lnTo>
                  <a:lnTo>
                    <a:pt x="0" y="385570"/>
                  </a:lnTo>
                  <a:lnTo>
                    <a:pt x="15570" y="360299"/>
                  </a:lnTo>
                  <a:lnTo>
                    <a:pt x="39152" y="322023"/>
                  </a:lnTo>
                  <a:lnTo>
                    <a:pt x="40005" y="320641"/>
                  </a:lnTo>
                  <a:lnTo>
                    <a:pt x="78732" y="261849"/>
                  </a:lnTo>
                  <a:lnTo>
                    <a:pt x="93943" y="273643"/>
                  </a:lnTo>
                  <a:lnTo>
                    <a:pt x="117563" y="290196"/>
                  </a:lnTo>
                  <a:lnTo>
                    <a:pt x="123484" y="294015"/>
                  </a:lnTo>
                  <a:lnTo>
                    <a:pt x="171093" y="221296"/>
                  </a:lnTo>
                  <a:lnTo>
                    <a:pt x="172835" y="218637"/>
                  </a:lnTo>
                  <a:lnTo>
                    <a:pt x="173567" y="217519"/>
                  </a:lnTo>
                  <a:lnTo>
                    <a:pt x="174640" y="215997"/>
                  </a:lnTo>
                  <a:lnTo>
                    <a:pt x="179529" y="209070"/>
                  </a:lnTo>
                  <a:lnTo>
                    <a:pt x="223383" y="146930"/>
                  </a:lnTo>
                  <a:lnTo>
                    <a:pt x="224404" y="145482"/>
                  </a:lnTo>
                  <a:lnTo>
                    <a:pt x="226145" y="143015"/>
                  </a:lnTo>
                  <a:lnTo>
                    <a:pt x="226826" y="142051"/>
                  </a:lnTo>
                  <a:lnTo>
                    <a:pt x="289543" y="53181"/>
                  </a:lnTo>
                  <a:lnTo>
                    <a:pt x="292480" y="49019"/>
                  </a:lnTo>
                  <a:lnTo>
                    <a:pt x="315959" y="15749"/>
                  </a:lnTo>
                  <a:lnTo>
                    <a:pt x="324219" y="4046"/>
                  </a:lnTo>
                  <a:lnTo>
                    <a:pt x="325629" y="2047"/>
                  </a:lnTo>
                  <a:lnTo>
                    <a:pt x="327074" y="0"/>
                  </a:lnTo>
                  <a:lnTo>
                    <a:pt x="329099" y="6053"/>
                  </a:lnTo>
                  <a:lnTo>
                    <a:pt x="330090" y="8069"/>
                  </a:lnTo>
                  <a:lnTo>
                    <a:pt x="333028" y="14056"/>
                  </a:lnTo>
                  <a:lnTo>
                    <a:pt x="368602" y="86518"/>
                  </a:lnTo>
                  <a:lnTo>
                    <a:pt x="467881" y="111567"/>
                  </a:lnTo>
                  <a:lnTo>
                    <a:pt x="480862" y="114842"/>
                  </a:lnTo>
                  <a:lnTo>
                    <a:pt x="482885" y="115353"/>
                  </a:lnTo>
                  <a:lnTo>
                    <a:pt x="487285" y="116463"/>
                  </a:lnTo>
                  <a:lnTo>
                    <a:pt x="505728" y="121116"/>
                  </a:lnTo>
                  <a:lnTo>
                    <a:pt x="560541" y="134946"/>
                  </a:lnTo>
                  <a:lnTo>
                    <a:pt x="626011" y="151465"/>
                  </a:lnTo>
                  <a:lnTo>
                    <a:pt x="632956" y="153217"/>
                  </a:lnTo>
                  <a:lnTo>
                    <a:pt x="644263" y="157397"/>
                  </a:lnTo>
                  <a:lnTo>
                    <a:pt x="649660" y="159392"/>
                  </a:lnTo>
                  <a:lnTo>
                    <a:pt x="699786" y="195729"/>
                  </a:lnTo>
                  <a:lnTo>
                    <a:pt x="705888" y="204688"/>
                  </a:lnTo>
                  <a:lnTo>
                    <a:pt x="707531" y="207628"/>
                  </a:lnTo>
                  <a:lnTo>
                    <a:pt x="709321" y="210829"/>
                  </a:lnTo>
                  <a:lnTo>
                    <a:pt x="709983" y="21201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g1025"/>
            <p:cNvSpPr/>
            <p:nvPr/>
          </p:nvSpPr>
          <p:spPr>
            <a:xfrm>
              <a:off x="1974474" y="3641946"/>
              <a:ext cx="276934" cy="233806"/>
            </a:xfrm>
            <a:custGeom>
              <a:avLst/>
              <a:pathLst>
                <a:path w="276934" h="233806">
                  <a:moveTo>
                    <a:pt x="256343" y="33582"/>
                  </a:moveTo>
                  <a:lnTo>
                    <a:pt x="254468" y="36811"/>
                  </a:lnTo>
                  <a:lnTo>
                    <a:pt x="255856" y="49789"/>
                  </a:lnTo>
                  <a:lnTo>
                    <a:pt x="256821" y="58805"/>
                  </a:lnTo>
                  <a:lnTo>
                    <a:pt x="260042" y="63856"/>
                  </a:lnTo>
                  <a:lnTo>
                    <a:pt x="271678" y="71881"/>
                  </a:lnTo>
                  <a:lnTo>
                    <a:pt x="269318" y="77724"/>
                  </a:lnTo>
                  <a:lnTo>
                    <a:pt x="269151" y="78136"/>
                  </a:lnTo>
                  <a:lnTo>
                    <a:pt x="276934" y="87445"/>
                  </a:lnTo>
                  <a:lnTo>
                    <a:pt x="262331" y="101216"/>
                  </a:lnTo>
                  <a:lnTo>
                    <a:pt x="259454" y="103929"/>
                  </a:lnTo>
                  <a:lnTo>
                    <a:pt x="256090" y="108631"/>
                  </a:lnTo>
                  <a:lnTo>
                    <a:pt x="253789" y="111847"/>
                  </a:lnTo>
                  <a:lnTo>
                    <a:pt x="243411" y="126349"/>
                  </a:lnTo>
                  <a:lnTo>
                    <a:pt x="239312" y="132077"/>
                  </a:lnTo>
                  <a:lnTo>
                    <a:pt x="229964" y="147874"/>
                  </a:lnTo>
                  <a:lnTo>
                    <a:pt x="227612" y="151849"/>
                  </a:lnTo>
                  <a:lnTo>
                    <a:pt x="226726" y="153278"/>
                  </a:lnTo>
                  <a:lnTo>
                    <a:pt x="219794" y="164468"/>
                  </a:lnTo>
                  <a:lnTo>
                    <a:pt x="218088" y="167223"/>
                  </a:lnTo>
                  <a:lnTo>
                    <a:pt x="212894" y="175607"/>
                  </a:lnTo>
                  <a:lnTo>
                    <a:pt x="210875" y="178866"/>
                  </a:lnTo>
                  <a:lnTo>
                    <a:pt x="209519" y="181056"/>
                  </a:lnTo>
                  <a:lnTo>
                    <a:pt x="207110" y="182801"/>
                  </a:lnTo>
                  <a:lnTo>
                    <a:pt x="205885" y="183688"/>
                  </a:lnTo>
                  <a:lnTo>
                    <a:pt x="205082" y="184944"/>
                  </a:lnTo>
                  <a:lnTo>
                    <a:pt x="204600" y="185699"/>
                  </a:lnTo>
                  <a:lnTo>
                    <a:pt x="200643" y="191894"/>
                  </a:lnTo>
                  <a:lnTo>
                    <a:pt x="191725" y="204610"/>
                  </a:lnTo>
                  <a:lnTo>
                    <a:pt x="183830" y="215868"/>
                  </a:lnTo>
                  <a:lnTo>
                    <a:pt x="181149" y="219690"/>
                  </a:lnTo>
                  <a:lnTo>
                    <a:pt x="174433" y="230910"/>
                  </a:lnTo>
                  <a:lnTo>
                    <a:pt x="167635" y="231203"/>
                  </a:lnTo>
                  <a:lnTo>
                    <a:pt x="158625" y="230198"/>
                  </a:lnTo>
                  <a:lnTo>
                    <a:pt x="133348" y="229323"/>
                  </a:lnTo>
                  <a:lnTo>
                    <a:pt x="128677" y="233806"/>
                  </a:lnTo>
                  <a:lnTo>
                    <a:pt x="120857" y="233484"/>
                  </a:lnTo>
                  <a:lnTo>
                    <a:pt x="114826" y="233236"/>
                  </a:lnTo>
                  <a:lnTo>
                    <a:pt x="110371" y="233052"/>
                  </a:lnTo>
                  <a:lnTo>
                    <a:pt x="99682" y="231043"/>
                  </a:lnTo>
                  <a:lnTo>
                    <a:pt x="90222" y="228657"/>
                  </a:lnTo>
                  <a:lnTo>
                    <a:pt x="66377" y="220013"/>
                  </a:lnTo>
                  <a:lnTo>
                    <a:pt x="60736" y="217228"/>
                  </a:lnTo>
                  <a:lnTo>
                    <a:pt x="51471" y="211155"/>
                  </a:lnTo>
                  <a:lnTo>
                    <a:pt x="45708" y="208663"/>
                  </a:lnTo>
                  <a:lnTo>
                    <a:pt x="42321" y="204401"/>
                  </a:lnTo>
                  <a:lnTo>
                    <a:pt x="26349" y="184307"/>
                  </a:lnTo>
                  <a:lnTo>
                    <a:pt x="18350" y="175936"/>
                  </a:lnTo>
                  <a:lnTo>
                    <a:pt x="9059" y="166215"/>
                  </a:lnTo>
                  <a:lnTo>
                    <a:pt x="8393" y="165518"/>
                  </a:lnTo>
                  <a:lnTo>
                    <a:pt x="0" y="156735"/>
                  </a:lnTo>
                  <a:lnTo>
                    <a:pt x="3685" y="128227"/>
                  </a:lnTo>
                  <a:lnTo>
                    <a:pt x="13514" y="97960"/>
                  </a:lnTo>
                  <a:lnTo>
                    <a:pt x="28257" y="70079"/>
                  </a:lnTo>
                  <a:lnTo>
                    <a:pt x="26212" y="61044"/>
                  </a:lnTo>
                  <a:lnTo>
                    <a:pt x="21377" y="39687"/>
                  </a:lnTo>
                  <a:lnTo>
                    <a:pt x="27509" y="30332"/>
                  </a:lnTo>
                  <a:lnTo>
                    <a:pt x="34316" y="19947"/>
                  </a:lnTo>
                  <a:lnTo>
                    <a:pt x="35509" y="18127"/>
                  </a:lnTo>
                  <a:lnTo>
                    <a:pt x="37169" y="15594"/>
                  </a:lnTo>
                  <a:lnTo>
                    <a:pt x="39600" y="11885"/>
                  </a:lnTo>
                  <a:lnTo>
                    <a:pt x="51196" y="8139"/>
                  </a:lnTo>
                  <a:lnTo>
                    <a:pt x="56424" y="8604"/>
                  </a:lnTo>
                  <a:lnTo>
                    <a:pt x="84163" y="11069"/>
                  </a:lnTo>
                  <a:lnTo>
                    <a:pt x="125116" y="19861"/>
                  </a:lnTo>
                  <a:lnTo>
                    <a:pt x="136580" y="22323"/>
                  </a:lnTo>
                  <a:lnTo>
                    <a:pt x="153373" y="25931"/>
                  </a:lnTo>
                  <a:lnTo>
                    <a:pt x="154824" y="25885"/>
                  </a:lnTo>
                  <a:lnTo>
                    <a:pt x="159605" y="25734"/>
                  </a:lnTo>
                  <a:lnTo>
                    <a:pt x="170575" y="25387"/>
                  </a:lnTo>
                  <a:lnTo>
                    <a:pt x="173236" y="25303"/>
                  </a:lnTo>
                  <a:lnTo>
                    <a:pt x="191814" y="22217"/>
                  </a:lnTo>
                  <a:lnTo>
                    <a:pt x="197257" y="21314"/>
                  </a:lnTo>
                  <a:lnTo>
                    <a:pt x="201596" y="20593"/>
                  </a:lnTo>
                  <a:lnTo>
                    <a:pt x="215321" y="16268"/>
                  </a:lnTo>
                  <a:lnTo>
                    <a:pt x="227498" y="12430"/>
                  </a:lnTo>
                  <a:lnTo>
                    <a:pt x="241285" y="8288"/>
                  </a:lnTo>
                  <a:lnTo>
                    <a:pt x="252582" y="4895"/>
                  </a:lnTo>
                  <a:lnTo>
                    <a:pt x="272137" y="813"/>
                  </a:lnTo>
                  <a:lnTo>
                    <a:pt x="273418" y="493"/>
                  </a:lnTo>
                  <a:lnTo>
                    <a:pt x="275392" y="0"/>
                  </a:lnTo>
                  <a:lnTo>
                    <a:pt x="274009" y="2568"/>
                  </a:lnTo>
                  <a:lnTo>
                    <a:pt x="273218" y="4037"/>
                  </a:lnTo>
                  <a:lnTo>
                    <a:pt x="269663" y="10636"/>
                  </a:lnTo>
                  <a:lnTo>
                    <a:pt x="266960" y="15293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g1026"/>
            <p:cNvSpPr/>
            <p:nvPr/>
          </p:nvSpPr>
          <p:spPr>
            <a:xfrm>
              <a:off x="2074581" y="4024096"/>
              <a:ext cx="520418" cy="519573"/>
            </a:xfrm>
            <a:custGeom>
              <a:avLst/>
              <a:pathLst>
                <a:path w="520418" h="519573">
                  <a:moveTo>
                    <a:pt x="509358" y="250076"/>
                  </a:moveTo>
                  <a:lnTo>
                    <a:pt x="507688" y="290025"/>
                  </a:lnTo>
                  <a:lnTo>
                    <a:pt x="517647" y="310827"/>
                  </a:lnTo>
                  <a:lnTo>
                    <a:pt x="520418" y="336075"/>
                  </a:lnTo>
                  <a:lnTo>
                    <a:pt x="423652" y="360355"/>
                  </a:lnTo>
                  <a:lnTo>
                    <a:pt x="377457" y="361862"/>
                  </a:lnTo>
                  <a:lnTo>
                    <a:pt x="380868" y="408962"/>
                  </a:lnTo>
                  <a:lnTo>
                    <a:pt x="381737" y="420959"/>
                  </a:lnTo>
                  <a:lnTo>
                    <a:pt x="379082" y="420495"/>
                  </a:lnTo>
                  <a:lnTo>
                    <a:pt x="348019" y="415787"/>
                  </a:lnTo>
                  <a:lnTo>
                    <a:pt x="327186" y="419328"/>
                  </a:lnTo>
                  <a:lnTo>
                    <a:pt x="296235" y="425642"/>
                  </a:lnTo>
                  <a:lnTo>
                    <a:pt x="290919" y="432085"/>
                  </a:lnTo>
                  <a:lnTo>
                    <a:pt x="284768" y="439540"/>
                  </a:lnTo>
                  <a:lnTo>
                    <a:pt x="272155" y="446238"/>
                  </a:lnTo>
                  <a:lnTo>
                    <a:pt x="276659" y="462020"/>
                  </a:lnTo>
                  <a:lnTo>
                    <a:pt x="274988" y="463278"/>
                  </a:lnTo>
                  <a:lnTo>
                    <a:pt x="251914" y="480641"/>
                  </a:lnTo>
                  <a:lnTo>
                    <a:pt x="247662" y="505596"/>
                  </a:lnTo>
                  <a:lnTo>
                    <a:pt x="245280" y="519573"/>
                  </a:lnTo>
                  <a:lnTo>
                    <a:pt x="174152" y="518214"/>
                  </a:lnTo>
                  <a:lnTo>
                    <a:pt x="170120" y="513484"/>
                  </a:lnTo>
                  <a:lnTo>
                    <a:pt x="141628" y="480064"/>
                  </a:lnTo>
                  <a:lnTo>
                    <a:pt x="108233" y="440892"/>
                  </a:lnTo>
                  <a:lnTo>
                    <a:pt x="105776" y="438010"/>
                  </a:lnTo>
                  <a:lnTo>
                    <a:pt x="93228" y="409355"/>
                  </a:lnTo>
                  <a:lnTo>
                    <a:pt x="92344" y="407307"/>
                  </a:lnTo>
                  <a:lnTo>
                    <a:pt x="79836" y="378334"/>
                  </a:lnTo>
                  <a:lnTo>
                    <a:pt x="75810" y="368705"/>
                  </a:lnTo>
                  <a:lnTo>
                    <a:pt x="68845" y="352045"/>
                  </a:lnTo>
                  <a:lnTo>
                    <a:pt x="60652" y="346710"/>
                  </a:lnTo>
                  <a:lnTo>
                    <a:pt x="41136" y="334002"/>
                  </a:lnTo>
                  <a:lnTo>
                    <a:pt x="40486" y="328908"/>
                  </a:lnTo>
                  <a:lnTo>
                    <a:pt x="39293" y="319559"/>
                  </a:lnTo>
                  <a:lnTo>
                    <a:pt x="17766" y="290571"/>
                  </a:lnTo>
                  <a:lnTo>
                    <a:pt x="5692" y="251539"/>
                  </a:lnTo>
                  <a:lnTo>
                    <a:pt x="8832" y="249162"/>
                  </a:lnTo>
                  <a:lnTo>
                    <a:pt x="21782" y="246214"/>
                  </a:lnTo>
                  <a:lnTo>
                    <a:pt x="19171" y="241509"/>
                  </a:lnTo>
                  <a:lnTo>
                    <a:pt x="13550" y="231382"/>
                  </a:lnTo>
                  <a:lnTo>
                    <a:pt x="0" y="206968"/>
                  </a:lnTo>
                  <a:lnTo>
                    <a:pt x="696" y="205915"/>
                  </a:lnTo>
                  <a:lnTo>
                    <a:pt x="4284" y="200492"/>
                  </a:lnTo>
                  <a:lnTo>
                    <a:pt x="14324" y="204791"/>
                  </a:lnTo>
                  <a:lnTo>
                    <a:pt x="32295" y="207918"/>
                  </a:lnTo>
                  <a:lnTo>
                    <a:pt x="49495" y="202476"/>
                  </a:lnTo>
                  <a:lnTo>
                    <a:pt x="64812" y="209042"/>
                  </a:lnTo>
                  <a:lnTo>
                    <a:pt x="66222" y="209647"/>
                  </a:lnTo>
                  <a:lnTo>
                    <a:pt x="71741" y="212012"/>
                  </a:lnTo>
                  <a:lnTo>
                    <a:pt x="77569" y="226514"/>
                  </a:lnTo>
                  <a:lnTo>
                    <a:pt x="83878" y="224924"/>
                  </a:lnTo>
                  <a:lnTo>
                    <a:pt x="101693" y="224170"/>
                  </a:lnTo>
                  <a:lnTo>
                    <a:pt x="126019" y="213119"/>
                  </a:lnTo>
                  <a:lnTo>
                    <a:pt x="147389" y="194160"/>
                  </a:lnTo>
                  <a:lnTo>
                    <a:pt x="162845" y="214342"/>
                  </a:lnTo>
                  <a:lnTo>
                    <a:pt x="164380" y="232942"/>
                  </a:lnTo>
                  <a:lnTo>
                    <a:pt x="164597" y="235574"/>
                  </a:lnTo>
                  <a:lnTo>
                    <a:pt x="170517" y="229638"/>
                  </a:lnTo>
                  <a:lnTo>
                    <a:pt x="202460" y="197613"/>
                  </a:lnTo>
                  <a:lnTo>
                    <a:pt x="205123" y="195685"/>
                  </a:lnTo>
                  <a:lnTo>
                    <a:pt x="208358" y="193343"/>
                  </a:lnTo>
                  <a:lnTo>
                    <a:pt x="210750" y="192286"/>
                  </a:lnTo>
                  <a:lnTo>
                    <a:pt x="229121" y="184175"/>
                  </a:lnTo>
                  <a:lnTo>
                    <a:pt x="251481" y="159057"/>
                  </a:lnTo>
                  <a:lnTo>
                    <a:pt x="253680" y="157120"/>
                  </a:lnTo>
                  <a:lnTo>
                    <a:pt x="259467" y="152024"/>
                  </a:lnTo>
                  <a:lnTo>
                    <a:pt x="275142" y="138246"/>
                  </a:lnTo>
                  <a:lnTo>
                    <a:pt x="278756" y="135070"/>
                  </a:lnTo>
                  <a:lnTo>
                    <a:pt x="293007" y="128414"/>
                  </a:lnTo>
                  <a:lnTo>
                    <a:pt x="303147" y="122720"/>
                  </a:lnTo>
                  <a:lnTo>
                    <a:pt x="310453" y="118618"/>
                  </a:lnTo>
                  <a:lnTo>
                    <a:pt x="321168" y="117264"/>
                  </a:lnTo>
                  <a:lnTo>
                    <a:pt x="332631" y="115816"/>
                  </a:lnTo>
                  <a:lnTo>
                    <a:pt x="342678" y="111474"/>
                  </a:lnTo>
                  <a:lnTo>
                    <a:pt x="342809" y="111000"/>
                  </a:lnTo>
                  <a:lnTo>
                    <a:pt x="348954" y="88665"/>
                  </a:lnTo>
                  <a:lnTo>
                    <a:pt x="346087" y="74432"/>
                  </a:lnTo>
                  <a:lnTo>
                    <a:pt x="330803" y="37643"/>
                  </a:lnTo>
                  <a:lnTo>
                    <a:pt x="401701" y="0"/>
                  </a:lnTo>
                  <a:lnTo>
                    <a:pt x="428075" y="64468"/>
                  </a:lnTo>
                  <a:lnTo>
                    <a:pt x="439378" y="93605"/>
                  </a:lnTo>
                  <a:lnTo>
                    <a:pt x="458708" y="141786"/>
                  </a:lnTo>
                  <a:lnTo>
                    <a:pt x="475253" y="183024"/>
                  </a:lnTo>
                  <a:lnTo>
                    <a:pt x="503479" y="22733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g1027"/>
            <p:cNvSpPr/>
            <p:nvPr/>
          </p:nvSpPr>
          <p:spPr>
            <a:xfrm>
              <a:off x="1965848" y="3602583"/>
              <a:ext cx="44135" cy="204880"/>
            </a:xfrm>
            <a:custGeom>
              <a:avLst/>
              <a:pathLst>
                <a:path w="44135" h="204880">
                  <a:moveTo>
                    <a:pt x="7643" y="5453"/>
                  </a:moveTo>
                  <a:lnTo>
                    <a:pt x="22141" y="16254"/>
                  </a:lnTo>
                  <a:lnTo>
                    <a:pt x="25335" y="19645"/>
                  </a:lnTo>
                  <a:lnTo>
                    <a:pt x="30045" y="25757"/>
                  </a:lnTo>
                  <a:lnTo>
                    <a:pt x="37125" y="43898"/>
                  </a:lnTo>
                  <a:lnTo>
                    <a:pt x="41791" y="52945"/>
                  </a:lnTo>
                  <a:lnTo>
                    <a:pt x="44135" y="57489"/>
                  </a:lnTo>
                  <a:lnTo>
                    <a:pt x="42942" y="59309"/>
                  </a:lnTo>
                  <a:lnTo>
                    <a:pt x="36135" y="69694"/>
                  </a:lnTo>
                  <a:lnTo>
                    <a:pt x="30003" y="79050"/>
                  </a:lnTo>
                  <a:lnTo>
                    <a:pt x="34837" y="100406"/>
                  </a:lnTo>
                  <a:lnTo>
                    <a:pt x="36883" y="109442"/>
                  </a:lnTo>
                  <a:lnTo>
                    <a:pt x="22140" y="137323"/>
                  </a:lnTo>
                  <a:lnTo>
                    <a:pt x="12311" y="167589"/>
                  </a:lnTo>
                  <a:lnTo>
                    <a:pt x="8625" y="196098"/>
                  </a:lnTo>
                  <a:lnTo>
                    <a:pt x="17019" y="204880"/>
                  </a:lnTo>
                  <a:lnTo>
                    <a:pt x="10799" y="201142"/>
                  </a:lnTo>
                  <a:lnTo>
                    <a:pt x="886" y="195183"/>
                  </a:lnTo>
                  <a:lnTo>
                    <a:pt x="0" y="194650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g1028"/>
            <p:cNvSpPr/>
            <p:nvPr/>
          </p:nvSpPr>
          <p:spPr>
            <a:xfrm>
              <a:off x="1965848" y="4267846"/>
              <a:ext cx="250361" cy="421323"/>
            </a:xfrm>
            <a:custGeom>
              <a:avLst/>
              <a:pathLst>
                <a:path w="250361" h="421323">
                  <a:moveTo>
                    <a:pt x="3578" y="0"/>
                  </a:moveTo>
                  <a:lnTo>
                    <a:pt x="12423" y="334"/>
                  </a:lnTo>
                  <a:lnTo>
                    <a:pt x="37323" y="9042"/>
                  </a:lnTo>
                  <a:lnTo>
                    <a:pt x="44203" y="12391"/>
                  </a:lnTo>
                  <a:lnTo>
                    <a:pt x="48134" y="17749"/>
                  </a:lnTo>
                  <a:lnTo>
                    <a:pt x="58618" y="26792"/>
                  </a:lnTo>
                  <a:lnTo>
                    <a:pt x="69757" y="27127"/>
                  </a:lnTo>
                  <a:lnTo>
                    <a:pt x="85156" y="24782"/>
                  </a:lnTo>
                  <a:lnTo>
                    <a:pt x="93346" y="20094"/>
                  </a:lnTo>
                  <a:lnTo>
                    <a:pt x="101865" y="16410"/>
                  </a:lnTo>
                  <a:lnTo>
                    <a:pt x="114425" y="7789"/>
                  </a:lnTo>
                  <a:lnTo>
                    <a:pt x="126498" y="46821"/>
                  </a:lnTo>
                  <a:lnTo>
                    <a:pt x="148026" y="75809"/>
                  </a:lnTo>
                  <a:lnTo>
                    <a:pt x="149218" y="85157"/>
                  </a:lnTo>
                  <a:lnTo>
                    <a:pt x="149869" y="90251"/>
                  </a:lnTo>
                  <a:lnTo>
                    <a:pt x="169385" y="102960"/>
                  </a:lnTo>
                  <a:lnTo>
                    <a:pt x="177578" y="108294"/>
                  </a:lnTo>
                  <a:lnTo>
                    <a:pt x="184543" y="124955"/>
                  </a:lnTo>
                  <a:lnTo>
                    <a:pt x="188569" y="134584"/>
                  </a:lnTo>
                  <a:lnTo>
                    <a:pt x="201076" y="163556"/>
                  </a:lnTo>
                  <a:lnTo>
                    <a:pt x="201961" y="165604"/>
                  </a:lnTo>
                  <a:lnTo>
                    <a:pt x="214508" y="194259"/>
                  </a:lnTo>
                  <a:lnTo>
                    <a:pt x="216966" y="197142"/>
                  </a:lnTo>
                  <a:lnTo>
                    <a:pt x="250361" y="236314"/>
                  </a:lnTo>
                  <a:lnTo>
                    <a:pt x="42641" y="240514"/>
                  </a:lnTo>
                  <a:lnTo>
                    <a:pt x="38095" y="397830"/>
                  </a:lnTo>
                  <a:lnTo>
                    <a:pt x="20268" y="421323"/>
                  </a:lnTo>
                  <a:lnTo>
                    <a:pt x="0" y="399860"/>
                  </a:lnTo>
                  <a:lnTo>
                    <a:pt x="0" y="6774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g1029"/>
            <p:cNvSpPr/>
            <p:nvPr/>
          </p:nvSpPr>
          <p:spPr>
            <a:xfrm>
              <a:off x="1965848" y="4987255"/>
              <a:ext cx="1458150" cy="746032"/>
            </a:xfrm>
            <a:custGeom>
              <a:avLst/>
              <a:pathLst>
                <a:path w="1458150" h="746032">
                  <a:moveTo>
                    <a:pt x="198252" y="125248"/>
                  </a:moveTo>
                  <a:lnTo>
                    <a:pt x="244513" y="174167"/>
                  </a:lnTo>
                  <a:lnTo>
                    <a:pt x="133121" y="275977"/>
                  </a:lnTo>
                  <a:lnTo>
                    <a:pt x="89220" y="304109"/>
                  </a:lnTo>
                  <a:lnTo>
                    <a:pt x="169815" y="299420"/>
                  </a:lnTo>
                  <a:lnTo>
                    <a:pt x="405844" y="240524"/>
                  </a:lnTo>
                  <a:lnTo>
                    <a:pt x="461540" y="352716"/>
                  </a:lnTo>
                  <a:lnTo>
                    <a:pt x="347691" y="410487"/>
                  </a:lnTo>
                  <a:lnTo>
                    <a:pt x="186454" y="424870"/>
                  </a:lnTo>
                  <a:lnTo>
                    <a:pt x="95772" y="427353"/>
                  </a:lnTo>
                  <a:lnTo>
                    <a:pt x="108937" y="467937"/>
                  </a:lnTo>
                  <a:lnTo>
                    <a:pt x="160648" y="521889"/>
                  </a:lnTo>
                  <a:lnTo>
                    <a:pt x="147257" y="525492"/>
                  </a:lnTo>
                  <a:lnTo>
                    <a:pt x="98083" y="538722"/>
                  </a:lnTo>
                  <a:lnTo>
                    <a:pt x="65148" y="556896"/>
                  </a:lnTo>
                  <a:lnTo>
                    <a:pt x="59130" y="560217"/>
                  </a:lnTo>
                  <a:lnTo>
                    <a:pt x="75611" y="585107"/>
                  </a:lnTo>
                  <a:lnTo>
                    <a:pt x="100008" y="604812"/>
                  </a:lnTo>
                  <a:lnTo>
                    <a:pt x="124874" y="677061"/>
                  </a:lnTo>
                  <a:lnTo>
                    <a:pt x="121590" y="715531"/>
                  </a:lnTo>
                  <a:lnTo>
                    <a:pt x="228174" y="679206"/>
                  </a:lnTo>
                  <a:lnTo>
                    <a:pt x="320970" y="606517"/>
                  </a:lnTo>
                  <a:lnTo>
                    <a:pt x="307031" y="531281"/>
                  </a:lnTo>
                  <a:lnTo>
                    <a:pt x="534186" y="507195"/>
                  </a:lnTo>
                  <a:lnTo>
                    <a:pt x="569120" y="503491"/>
                  </a:lnTo>
                  <a:lnTo>
                    <a:pt x="574129" y="475795"/>
                  </a:lnTo>
                  <a:lnTo>
                    <a:pt x="696223" y="474272"/>
                  </a:lnTo>
                  <a:lnTo>
                    <a:pt x="743465" y="494894"/>
                  </a:lnTo>
                  <a:lnTo>
                    <a:pt x="765627" y="416474"/>
                  </a:lnTo>
                  <a:lnTo>
                    <a:pt x="826528" y="435754"/>
                  </a:lnTo>
                  <a:lnTo>
                    <a:pt x="784894" y="539049"/>
                  </a:lnTo>
                  <a:lnTo>
                    <a:pt x="803901" y="551482"/>
                  </a:lnTo>
                  <a:lnTo>
                    <a:pt x="841360" y="529193"/>
                  </a:lnTo>
                  <a:lnTo>
                    <a:pt x="906441" y="508029"/>
                  </a:lnTo>
                  <a:lnTo>
                    <a:pt x="935694" y="476015"/>
                  </a:lnTo>
                  <a:lnTo>
                    <a:pt x="949032" y="464492"/>
                  </a:lnTo>
                  <a:lnTo>
                    <a:pt x="959685" y="482310"/>
                  </a:lnTo>
                  <a:lnTo>
                    <a:pt x="962145" y="486425"/>
                  </a:lnTo>
                  <a:lnTo>
                    <a:pt x="970655" y="500661"/>
                  </a:lnTo>
                  <a:lnTo>
                    <a:pt x="951413" y="552566"/>
                  </a:lnTo>
                  <a:lnTo>
                    <a:pt x="908193" y="581757"/>
                  </a:lnTo>
                  <a:lnTo>
                    <a:pt x="935525" y="595837"/>
                  </a:lnTo>
                  <a:lnTo>
                    <a:pt x="963810" y="610850"/>
                  </a:lnTo>
                  <a:lnTo>
                    <a:pt x="1057344" y="655370"/>
                  </a:lnTo>
                  <a:lnTo>
                    <a:pt x="1085085" y="564727"/>
                  </a:lnTo>
                  <a:lnTo>
                    <a:pt x="1178087" y="591556"/>
                  </a:lnTo>
                  <a:lnTo>
                    <a:pt x="1168827" y="667522"/>
                  </a:lnTo>
                  <a:lnTo>
                    <a:pt x="1227737" y="687746"/>
                  </a:lnTo>
                  <a:lnTo>
                    <a:pt x="1252440" y="656711"/>
                  </a:lnTo>
                  <a:lnTo>
                    <a:pt x="1348088" y="684007"/>
                  </a:lnTo>
                  <a:lnTo>
                    <a:pt x="1360880" y="697755"/>
                  </a:lnTo>
                  <a:lnTo>
                    <a:pt x="1386586" y="725383"/>
                  </a:lnTo>
                  <a:lnTo>
                    <a:pt x="1458150" y="746032"/>
                  </a:lnTo>
                  <a:lnTo>
                    <a:pt x="0" y="746032"/>
                  </a:lnTo>
                  <a:lnTo>
                    <a:pt x="0" y="187645"/>
                  </a:lnTo>
                  <a:lnTo>
                    <a:pt x="15727" y="182523"/>
                  </a:lnTo>
                  <a:lnTo>
                    <a:pt x="32241" y="133434"/>
                  </a:lnTo>
                  <a:lnTo>
                    <a:pt x="20032" y="105202"/>
                  </a:lnTo>
                  <a:lnTo>
                    <a:pt x="0" y="102197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g1030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713219" y="140438"/>
                  </a:move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lnTo>
                    <a:pt x="689753" y="125196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g1031"/>
            <p:cNvSpPr/>
            <p:nvPr/>
          </p:nvSpPr>
          <p:spPr>
            <a:xfrm>
              <a:off x="1965848" y="3797234"/>
              <a:ext cx="130515" cy="497739"/>
            </a:xfrm>
            <a:custGeom>
              <a:avLst/>
              <a:pathLst>
                <a:path w="130515" h="497739">
                  <a:moveTo>
                    <a:pt x="886" y="532"/>
                  </a:moveTo>
                  <a:lnTo>
                    <a:pt x="10799" y="6491"/>
                  </a:lnTo>
                  <a:lnTo>
                    <a:pt x="17019" y="10229"/>
                  </a:lnTo>
                  <a:lnTo>
                    <a:pt x="17685" y="10926"/>
                  </a:lnTo>
                  <a:lnTo>
                    <a:pt x="26976" y="20648"/>
                  </a:lnTo>
                  <a:lnTo>
                    <a:pt x="34975" y="29018"/>
                  </a:lnTo>
                  <a:lnTo>
                    <a:pt x="50947" y="49112"/>
                  </a:lnTo>
                  <a:lnTo>
                    <a:pt x="54334" y="53375"/>
                  </a:lnTo>
                  <a:lnTo>
                    <a:pt x="60097" y="55867"/>
                  </a:lnTo>
                  <a:lnTo>
                    <a:pt x="69361" y="61940"/>
                  </a:lnTo>
                  <a:lnTo>
                    <a:pt x="75003" y="64724"/>
                  </a:lnTo>
                  <a:lnTo>
                    <a:pt x="98848" y="73368"/>
                  </a:lnTo>
                  <a:lnTo>
                    <a:pt x="108308" y="75755"/>
                  </a:lnTo>
                  <a:lnTo>
                    <a:pt x="107061" y="83328"/>
                  </a:lnTo>
                  <a:lnTo>
                    <a:pt x="103422" y="105426"/>
                  </a:lnTo>
                  <a:lnTo>
                    <a:pt x="104481" y="116642"/>
                  </a:lnTo>
                  <a:lnTo>
                    <a:pt x="104788" y="127003"/>
                  </a:lnTo>
                  <a:lnTo>
                    <a:pt x="105572" y="133555"/>
                  </a:lnTo>
                  <a:lnTo>
                    <a:pt x="107150" y="146732"/>
                  </a:lnTo>
                  <a:lnTo>
                    <a:pt x="108318" y="156487"/>
                  </a:lnTo>
                  <a:lnTo>
                    <a:pt x="108246" y="159264"/>
                  </a:lnTo>
                  <a:lnTo>
                    <a:pt x="108192" y="161376"/>
                  </a:lnTo>
                  <a:lnTo>
                    <a:pt x="108154" y="162850"/>
                  </a:lnTo>
                  <a:lnTo>
                    <a:pt x="108973" y="167286"/>
                  </a:lnTo>
                  <a:lnTo>
                    <a:pt x="109792" y="171725"/>
                  </a:lnTo>
                  <a:lnTo>
                    <a:pt x="109956" y="185791"/>
                  </a:lnTo>
                  <a:lnTo>
                    <a:pt x="108920" y="196380"/>
                  </a:lnTo>
                  <a:lnTo>
                    <a:pt x="108646" y="199187"/>
                  </a:lnTo>
                  <a:lnTo>
                    <a:pt x="106612" y="204415"/>
                  </a:lnTo>
                  <a:lnTo>
                    <a:pt x="105187" y="208077"/>
                  </a:lnTo>
                  <a:lnTo>
                    <a:pt x="102202" y="216184"/>
                  </a:lnTo>
                  <a:lnTo>
                    <a:pt x="101037" y="219347"/>
                  </a:lnTo>
                  <a:lnTo>
                    <a:pt x="99726" y="224538"/>
                  </a:lnTo>
                  <a:lnTo>
                    <a:pt x="96614" y="249320"/>
                  </a:lnTo>
                  <a:lnTo>
                    <a:pt x="95829" y="260154"/>
                  </a:lnTo>
                  <a:lnTo>
                    <a:pt x="93845" y="265900"/>
                  </a:lnTo>
                  <a:lnTo>
                    <a:pt x="93482" y="267770"/>
                  </a:lnTo>
                  <a:lnTo>
                    <a:pt x="92114" y="274802"/>
                  </a:lnTo>
                  <a:lnTo>
                    <a:pt x="91265" y="279170"/>
                  </a:lnTo>
                  <a:lnTo>
                    <a:pt x="90646" y="290562"/>
                  </a:lnTo>
                  <a:lnTo>
                    <a:pt x="89504" y="311572"/>
                  </a:lnTo>
                  <a:lnTo>
                    <a:pt x="89358" y="326883"/>
                  </a:lnTo>
                  <a:lnTo>
                    <a:pt x="89222" y="341225"/>
                  </a:lnTo>
                  <a:lnTo>
                    <a:pt x="89095" y="354607"/>
                  </a:lnTo>
                  <a:lnTo>
                    <a:pt x="88603" y="361975"/>
                  </a:lnTo>
                  <a:lnTo>
                    <a:pt x="86310" y="367501"/>
                  </a:lnTo>
                  <a:lnTo>
                    <a:pt x="73451" y="382069"/>
                  </a:lnTo>
                  <a:lnTo>
                    <a:pt x="93108" y="405680"/>
                  </a:lnTo>
                  <a:lnTo>
                    <a:pt x="108732" y="433830"/>
                  </a:lnTo>
                  <a:lnTo>
                    <a:pt x="122282" y="458243"/>
                  </a:lnTo>
                  <a:lnTo>
                    <a:pt x="127904" y="468371"/>
                  </a:lnTo>
                  <a:lnTo>
                    <a:pt x="130515" y="473076"/>
                  </a:lnTo>
                  <a:lnTo>
                    <a:pt x="117565" y="476024"/>
                  </a:lnTo>
                  <a:lnTo>
                    <a:pt x="114425" y="478401"/>
                  </a:lnTo>
                  <a:lnTo>
                    <a:pt x="101865" y="487022"/>
                  </a:lnTo>
                  <a:lnTo>
                    <a:pt x="93346" y="490706"/>
                  </a:lnTo>
                  <a:lnTo>
                    <a:pt x="85156" y="495394"/>
                  </a:lnTo>
                  <a:lnTo>
                    <a:pt x="69757" y="497739"/>
                  </a:lnTo>
                  <a:lnTo>
                    <a:pt x="58618" y="497404"/>
                  </a:lnTo>
                  <a:lnTo>
                    <a:pt x="48134" y="488361"/>
                  </a:lnTo>
                  <a:lnTo>
                    <a:pt x="44203" y="483003"/>
                  </a:lnTo>
                  <a:lnTo>
                    <a:pt x="37323" y="479654"/>
                  </a:lnTo>
                  <a:lnTo>
                    <a:pt x="12423" y="470946"/>
                  </a:lnTo>
                  <a:lnTo>
                    <a:pt x="3578" y="470612"/>
                  </a:lnTo>
                  <a:lnTo>
                    <a:pt x="0" y="477386"/>
                  </a:lnTo>
                  <a:lnTo>
                    <a:pt x="0" y="0"/>
                  </a:lnTo>
                  <a:close/>
                </a:path>
              </a:pathLst>
            </a:custGeom>
            <a:ln w="6775" cap="flat">
              <a:solidFill>
                <a:srgbClr val="8E9DB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g1032"/>
            <p:cNvSpPr/>
            <p:nvPr/>
          </p:nvSpPr>
          <p:spPr>
            <a:xfrm>
              <a:off x="3363125" y="3509018"/>
              <a:ext cx="1289552" cy="749265"/>
            </a:xfrm>
            <a:custGeom>
              <a:avLst/>
              <a:pathLst>
                <a:path w="1289552" h="749265">
                  <a:moveTo>
                    <a:pt x="359949" y="4036"/>
                  </a:moveTo>
                  <a:lnTo>
                    <a:pt x="378307" y="13796"/>
                  </a:lnTo>
                  <a:lnTo>
                    <a:pt x="390935" y="12307"/>
                  </a:lnTo>
                  <a:lnTo>
                    <a:pt x="402160" y="13730"/>
                  </a:lnTo>
                  <a:lnTo>
                    <a:pt x="417163" y="11853"/>
                  </a:lnTo>
                  <a:lnTo>
                    <a:pt x="424261" y="12920"/>
                  </a:lnTo>
                  <a:lnTo>
                    <a:pt x="450471" y="20874"/>
                  </a:lnTo>
                  <a:lnTo>
                    <a:pt x="477500" y="29665"/>
                  </a:lnTo>
                  <a:lnTo>
                    <a:pt x="495315" y="36782"/>
                  </a:lnTo>
                  <a:lnTo>
                    <a:pt x="500726" y="44270"/>
                  </a:lnTo>
                  <a:lnTo>
                    <a:pt x="502590" y="45060"/>
                  </a:lnTo>
                  <a:lnTo>
                    <a:pt x="505829" y="46431"/>
                  </a:lnTo>
                  <a:lnTo>
                    <a:pt x="524284" y="54245"/>
                  </a:lnTo>
                  <a:lnTo>
                    <a:pt x="540517" y="61118"/>
                  </a:lnTo>
                  <a:lnTo>
                    <a:pt x="548440" y="64473"/>
                  </a:lnTo>
                  <a:lnTo>
                    <a:pt x="557735" y="68408"/>
                  </a:lnTo>
                  <a:lnTo>
                    <a:pt x="558065" y="68548"/>
                  </a:lnTo>
                  <a:lnTo>
                    <a:pt x="561811" y="70134"/>
                  </a:lnTo>
                  <a:lnTo>
                    <a:pt x="600121" y="86354"/>
                  </a:lnTo>
                  <a:lnTo>
                    <a:pt x="605587" y="92850"/>
                  </a:lnTo>
                  <a:lnTo>
                    <a:pt x="647080" y="102750"/>
                  </a:lnTo>
                  <a:lnTo>
                    <a:pt x="700025" y="110028"/>
                  </a:lnTo>
                  <a:lnTo>
                    <a:pt x="702881" y="110421"/>
                  </a:lnTo>
                  <a:lnTo>
                    <a:pt x="751134" y="117061"/>
                  </a:lnTo>
                  <a:lnTo>
                    <a:pt x="832660" y="142760"/>
                  </a:lnTo>
                  <a:lnTo>
                    <a:pt x="834151" y="136047"/>
                  </a:lnTo>
                  <a:lnTo>
                    <a:pt x="844152" y="91038"/>
                  </a:lnTo>
                  <a:lnTo>
                    <a:pt x="845620" y="91698"/>
                  </a:lnTo>
                  <a:lnTo>
                    <a:pt x="847126" y="92284"/>
                  </a:lnTo>
                  <a:lnTo>
                    <a:pt x="875352" y="103252"/>
                  </a:lnTo>
                  <a:lnTo>
                    <a:pt x="905329" y="106015"/>
                  </a:lnTo>
                  <a:lnTo>
                    <a:pt x="912035" y="106633"/>
                  </a:lnTo>
                  <a:lnTo>
                    <a:pt x="903748" y="132114"/>
                  </a:lnTo>
                  <a:lnTo>
                    <a:pt x="961204" y="167181"/>
                  </a:lnTo>
                  <a:lnTo>
                    <a:pt x="952622" y="182995"/>
                  </a:lnTo>
                  <a:lnTo>
                    <a:pt x="962057" y="188251"/>
                  </a:lnTo>
                  <a:lnTo>
                    <a:pt x="978088" y="197182"/>
                  </a:lnTo>
                  <a:lnTo>
                    <a:pt x="994129" y="206119"/>
                  </a:lnTo>
                  <a:lnTo>
                    <a:pt x="997848" y="208190"/>
                  </a:lnTo>
                  <a:lnTo>
                    <a:pt x="1000668" y="210067"/>
                  </a:lnTo>
                  <a:lnTo>
                    <a:pt x="1000253" y="211797"/>
                  </a:lnTo>
                  <a:lnTo>
                    <a:pt x="999044" y="216527"/>
                  </a:lnTo>
                  <a:lnTo>
                    <a:pt x="999630" y="222818"/>
                  </a:lnTo>
                  <a:lnTo>
                    <a:pt x="999781" y="224440"/>
                  </a:lnTo>
                  <a:lnTo>
                    <a:pt x="1009487" y="254078"/>
                  </a:lnTo>
                  <a:lnTo>
                    <a:pt x="1010207" y="258703"/>
                  </a:lnTo>
                  <a:lnTo>
                    <a:pt x="1011043" y="264071"/>
                  </a:lnTo>
                  <a:lnTo>
                    <a:pt x="1011523" y="267149"/>
                  </a:lnTo>
                  <a:lnTo>
                    <a:pt x="1011990" y="270150"/>
                  </a:lnTo>
                  <a:lnTo>
                    <a:pt x="1035831" y="260830"/>
                  </a:lnTo>
                  <a:lnTo>
                    <a:pt x="1037379" y="260225"/>
                  </a:lnTo>
                  <a:lnTo>
                    <a:pt x="1042260" y="257602"/>
                  </a:lnTo>
                  <a:lnTo>
                    <a:pt x="1060179" y="247972"/>
                  </a:lnTo>
                  <a:lnTo>
                    <a:pt x="1068267" y="243053"/>
                  </a:lnTo>
                  <a:lnTo>
                    <a:pt x="1074410" y="240855"/>
                  </a:lnTo>
                  <a:lnTo>
                    <a:pt x="1078948" y="240637"/>
                  </a:lnTo>
                  <a:lnTo>
                    <a:pt x="1095066" y="266665"/>
                  </a:lnTo>
                  <a:lnTo>
                    <a:pt x="1022579" y="306853"/>
                  </a:lnTo>
                  <a:lnTo>
                    <a:pt x="945877" y="313080"/>
                  </a:lnTo>
                  <a:lnTo>
                    <a:pt x="886452" y="317905"/>
                  </a:lnTo>
                  <a:lnTo>
                    <a:pt x="879817" y="314137"/>
                  </a:lnTo>
                  <a:lnTo>
                    <a:pt x="863985" y="359281"/>
                  </a:lnTo>
                  <a:lnTo>
                    <a:pt x="878834" y="384697"/>
                  </a:lnTo>
                  <a:lnTo>
                    <a:pt x="887680" y="405545"/>
                  </a:lnTo>
                  <a:lnTo>
                    <a:pt x="888882" y="408331"/>
                  </a:lnTo>
                  <a:lnTo>
                    <a:pt x="918027" y="390875"/>
                  </a:lnTo>
                  <a:lnTo>
                    <a:pt x="957342" y="400922"/>
                  </a:lnTo>
                  <a:lnTo>
                    <a:pt x="1046783" y="465223"/>
                  </a:lnTo>
                  <a:lnTo>
                    <a:pt x="1062509" y="444124"/>
                  </a:lnTo>
                  <a:lnTo>
                    <a:pt x="1103790" y="468237"/>
                  </a:lnTo>
                  <a:lnTo>
                    <a:pt x="1078235" y="515459"/>
                  </a:lnTo>
                  <a:lnTo>
                    <a:pt x="1186351" y="594831"/>
                  </a:lnTo>
                  <a:lnTo>
                    <a:pt x="1289552" y="613920"/>
                  </a:lnTo>
                  <a:lnTo>
                    <a:pt x="1261049" y="689273"/>
                  </a:lnTo>
                  <a:lnTo>
                    <a:pt x="1219768" y="687264"/>
                  </a:lnTo>
                  <a:lnTo>
                    <a:pt x="1116567" y="638033"/>
                  </a:lnTo>
                  <a:lnTo>
                    <a:pt x="998019" y="575272"/>
                  </a:lnTo>
                  <a:lnTo>
                    <a:pt x="966895" y="559364"/>
                  </a:lnTo>
                  <a:lnTo>
                    <a:pt x="949285" y="554341"/>
                  </a:lnTo>
                  <a:lnTo>
                    <a:pt x="923785" y="574791"/>
                  </a:lnTo>
                  <a:lnTo>
                    <a:pt x="936999" y="602483"/>
                  </a:lnTo>
                  <a:lnTo>
                    <a:pt x="879899" y="633278"/>
                  </a:lnTo>
                  <a:lnTo>
                    <a:pt x="853863" y="564199"/>
                  </a:lnTo>
                  <a:lnTo>
                    <a:pt x="850741" y="555916"/>
                  </a:lnTo>
                  <a:lnTo>
                    <a:pt x="828879" y="539855"/>
                  </a:lnTo>
                  <a:lnTo>
                    <a:pt x="809139" y="568702"/>
                  </a:lnTo>
                  <a:lnTo>
                    <a:pt x="777533" y="553739"/>
                  </a:lnTo>
                  <a:lnTo>
                    <a:pt x="769803" y="560084"/>
                  </a:lnTo>
                  <a:lnTo>
                    <a:pt x="748836" y="540654"/>
                  </a:lnTo>
                  <a:lnTo>
                    <a:pt x="730356" y="509406"/>
                  </a:lnTo>
                  <a:lnTo>
                    <a:pt x="700624" y="484289"/>
                  </a:lnTo>
                  <a:lnTo>
                    <a:pt x="695955" y="492578"/>
                  </a:lnTo>
                  <a:lnTo>
                    <a:pt x="642634" y="461683"/>
                  </a:lnTo>
                  <a:lnTo>
                    <a:pt x="629785" y="477849"/>
                  </a:lnTo>
                  <a:lnTo>
                    <a:pt x="623469" y="485796"/>
                  </a:lnTo>
                  <a:lnTo>
                    <a:pt x="610937" y="476000"/>
                  </a:lnTo>
                  <a:lnTo>
                    <a:pt x="567117" y="468046"/>
                  </a:lnTo>
                  <a:lnTo>
                    <a:pt x="464271" y="446417"/>
                  </a:lnTo>
                  <a:lnTo>
                    <a:pt x="394651" y="422555"/>
                  </a:lnTo>
                  <a:lnTo>
                    <a:pt x="378661" y="400934"/>
                  </a:lnTo>
                  <a:lnTo>
                    <a:pt x="363510" y="381815"/>
                  </a:lnTo>
                  <a:lnTo>
                    <a:pt x="355974" y="382820"/>
                  </a:lnTo>
                  <a:lnTo>
                    <a:pt x="302735" y="375704"/>
                  </a:lnTo>
                  <a:lnTo>
                    <a:pt x="243272" y="371936"/>
                  </a:lnTo>
                  <a:lnTo>
                    <a:pt x="190934" y="364443"/>
                  </a:lnTo>
                  <a:lnTo>
                    <a:pt x="158991" y="384955"/>
                  </a:lnTo>
                  <a:lnTo>
                    <a:pt x="153053" y="409654"/>
                  </a:lnTo>
                  <a:lnTo>
                    <a:pt x="154486" y="454448"/>
                  </a:lnTo>
                  <a:lnTo>
                    <a:pt x="184167" y="535156"/>
                  </a:lnTo>
                  <a:lnTo>
                    <a:pt x="200138" y="530969"/>
                  </a:lnTo>
                  <a:lnTo>
                    <a:pt x="263820" y="598368"/>
                  </a:lnTo>
                  <a:lnTo>
                    <a:pt x="269963" y="632905"/>
                  </a:lnTo>
                  <a:lnTo>
                    <a:pt x="283682" y="633324"/>
                  </a:lnTo>
                  <a:lnTo>
                    <a:pt x="284706" y="648185"/>
                  </a:lnTo>
                  <a:lnTo>
                    <a:pt x="291474" y="649441"/>
                  </a:lnTo>
                  <a:lnTo>
                    <a:pt x="290644" y="678326"/>
                  </a:lnTo>
                  <a:lnTo>
                    <a:pt x="247473" y="675138"/>
                  </a:lnTo>
                  <a:lnTo>
                    <a:pt x="243214" y="719346"/>
                  </a:lnTo>
                  <a:lnTo>
                    <a:pt x="248329" y="730728"/>
                  </a:lnTo>
                  <a:lnTo>
                    <a:pt x="252224" y="748984"/>
                  </a:lnTo>
                  <a:lnTo>
                    <a:pt x="219110" y="749265"/>
                  </a:lnTo>
                  <a:lnTo>
                    <a:pt x="214514" y="737577"/>
                  </a:lnTo>
                  <a:lnTo>
                    <a:pt x="212394" y="732185"/>
                  </a:lnTo>
                  <a:lnTo>
                    <a:pt x="210283" y="725484"/>
                  </a:lnTo>
                  <a:lnTo>
                    <a:pt x="185993" y="732522"/>
                  </a:lnTo>
                  <a:lnTo>
                    <a:pt x="167861" y="695902"/>
                  </a:lnTo>
                  <a:lnTo>
                    <a:pt x="163933" y="666064"/>
                  </a:lnTo>
                  <a:lnTo>
                    <a:pt x="176379" y="665761"/>
                  </a:lnTo>
                  <a:lnTo>
                    <a:pt x="178841" y="636605"/>
                  </a:lnTo>
                  <a:lnTo>
                    <a:pt x="191778" y="636792"/>
                  </a:lnTo>
                  <a:lnTo>
                    <a:pt x="191614" y="626745"/>
                  </a:lnTo>
                  <a:lnTo>
                    <a:pt x="189320" y="620549"/>
                  </a:lnTo>
                  <a:lnTo>
                    <a:pt x="182440" y="613516"/>
                  </a:lnTo>
                  <a:lnTo>
                    <a:pt x="176813" y="609374"/>
                  </a:lnTo>
                  <a:lnTo>
                    <a:pt x="166267" y="601611"/>
                  </a:lnTo>
                  <a:lnTo>
                    <a:pt x="151001" y="621925"/>
                  </a:lnTo>
                  <a:lnTo>
                    <a:pt x="102312" y="590885"/>
                  </a:lnTo>
                  <a:lnTo>
                    <a:pt x="99937" y="588039"/>
                  </a:lnTo>
                  <a:lnTo>
                    <a:pt x="82900" y="567610"/>
                  </a:lnTo>
                  <a:lnTo>
                    <a:pt x="67216" y="539001"/>
                  </a:lnTo>
                  <a:lnTo>
                    <a:pt x="43340" y="520054"/>
                  </a:lnTo>
                  <a:lnTo>
                    <a:pt x="23070" y="488603"/>
                  </a:lnTo>
                  <a:lnTo>
                    <a:pt x="12832" y="459090"/>
                  </a:lnTo>
                  <a:lnTo>
                    <a:pt x="25691" y="448541"/>
                  </a:lnTo>
                  <a:lnTo>
                    <a:pt x="5254" y="372312"/>
                  </a:lnTo>
                  <a:lnTo>
                    <a:pt x="0" y="350050"/>
                  </a:lnTo>
                  <a:lnTo>
                    <a:pt x="9410" y="354405"/>
                  </a:lnTo>
                  <a:lnTo>
                    <a:pt x="16450" y="357211"/>
                  </a:lnTo>
                  <a:lnTo>
                    <a:pt x="40164" y="363107"/>
                  </a:lnTo>
                  <a:lnTo>
                    <a:pt x="41084" y="363215"/>
                  </a:lnTo>
                  <a:lnTo>
                    <a:pt x="42487" y="357492"/>
                  </a:lnTo>
                  <a:lnTo>
                    <a:pt x="48080" y="334680"/>
                  </a:lnTo>
                  <a:lnTo>
                    <a:pt x="54530" y="316052"/>
                  </a:lnTo>
                  <a:lnTo>
                    <a:pt x="55640" y="306084"/>
                  </a:lnTo>
                  <a:lnTo>
                    <a:pt x="56864" y="295099"/>
                  </a:lnTo>
                  <a:lnTo>
                    <a:pt x="68044" y="263325"/>
                  </a:lnTo>
                  <a:lnTo>
                    <a:pt x="80555" y="246233"/>
                  </a:lnTo>
                  <a:lnTo>
                    <a:pt x="80822" y="245868"/>
                  </a:lnTo>
                  <a:lnTo>
                    <a:pt x="94827" y="229793"/>
                  </a:lnTo>
                  <a:lnTo>
                    <a:pt x="102690" y="223639"/>
                  </a:lnTo>
                  <a:lnTo>
                    <a:pt x="111291" y="217988"/>
                  </a:lnTo>
                  <a:lnTo>
                    <a:pt x="131337" y="209532"/>
                  </a:lnTo>
                  <a:lnTo>
                    <a:pt x="139017" y="207351"/>
                  </a:lnTo>
                  <a:lnTo>
                    <a:pt x="140121" y="207038"/>
                  </a:lnTo>
                  <a:lnTo>
                    <a:pt x="140551" y="206915"/>
                  </a:lnTo>
                  <a:lnTo>
                    <a:pt x="145926" y="206741"/>
                  </a:lnTo>
                  <a:lnTo>
                    <a:pt x="155896" y="206418"/>
                  </a:lnTo>
                  <a:lnTo>
                    <a:pt x="167295" y="207328"/>
                  </a:lnTo>
                  <a:lnTo>
                    <a:pt x="210581" y="211834"/>
                  </a:lnTo>
                  <a:lnTo>
                    <a:pt x="212479" y="212209"/>
                  </a:lnTo>
                  <a:lnTo>
                    <a:pt x="216403" y="188038"/>
                  </a:lnTo>
                  <a:lnTo>
                    <a:pt x="222750" y="163339"/>
                  </a:lnTo>
                  <a:lnTo>
                    <a:pt x="228586" y="146908"/>
                  </a:lnTo>
                  <a:lnTo>
                    <a:pt x="229215" y="145137"/>
                  </a:lnTo>
                  <a:lnTo>
                    <a:pt x="225834" y="144487"/>
                  </a:lnTo>
                  <a:lnTo>
                    <a:pt x="215511" y="140444"/>
                  </a:lnTo>
                  <a:lnTo>
                    <a:pt x="210349" y="139773"/>
                  </a:lnTo>
                  <a:lnTo>
                    <a:pt x="210389" y="138437"/>
                  </a:lnTo>
                  <a:lnTo>
                    <a:pt x="210594" y="131602"/>
                  </a:lnTo>
                  <a:lnTo>
                    <a:pt x="211066" y="115807"/>
                  </a:lnTo>
                  <a:lnTo>
                    <a:pt x="211271" y="97073"/>
                  </a:lnTo>
                  <a:lnTo>
                    <a:pt x="209684" y="68068"/>
                  </a:lnTo>
                  <a:lnTo>
                    <a:pt x="208711" y="50291"/>
                  </a:lnTo>
                  <a:lnTo>
                    <a:pt x="206939" y="27499"/>
                  </a:lnTo>
                  <a:lnTo>
                    <a:pt x="206820" y="25970"/>
                  </a:lnTo>
                  <a:lnTo>
                    <a:pt x="206766" y="25278"/>
                  </a:lnTo>
                  <a:lnTo>
                    <a:pt x="205764" y="17254"/>
                  </a:lnTo>
                  <a:lnTo>
                    <a:pt x="205536" y="15420"/>
                  </a:lnTo>
                  <a:lnTo>
                    <a:pt x="204984" y="11001"/>
                  </a:lnTo>
                  <a:lnTo>
                    <a:pt x="204206" y="4766"/>
                  </a:lnTo>
                  <a:lnTo>
                    <a:pt x="237730" y="11595"/>
                  </a:lnTo>
                  <a:lnTo>
                    <a:pt x="254930" y="14107"/>
                  </a:lnTo>
                  <a:lnTo>
                    <a:pt x="274588" y="15468"/>
                  </a:lnTo>
                  <a:lnTo>
                    <a:pt x="294092" y="15178"/>
                  </a:lnTo>
                  <a:lnTo>
                    <a:pt x="295678" y="15154"/>
                  </a:lnTo>
                  <a:lnTo>
                    <a:pt x="319379" y="17970"/>
                  </a:lnTo>
                  <a:lnTo>
                    <a:pt x="337614" y="22103"/>
                  </a:lnTo>
                  <a:lnTo>
                    <a:pt x="348248" y="6161"/>
                  </a:lnTo>
                  <a:lnTo>
                    <a:pt x="352357" y="0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g1033"/>
            <p:cNvSpPr/>
            <p:nvPr/>
          </p:nvSpPr>
          <p:spPr>
            <a:xfrm>
              <a:off x="3558909" y="4258003"/>
              <a:ext cx="883431" cy="1066459"/>
            </a:xfrm>
            <a:custGeom>
              <a:avLst/>
              <a:pathLst>
                <a:path w="883431" h="1066459">
                  <a:moveTo>
                    <a:pt x="60200" y="541248"/>
                  </a:moveTo>
                  <a:lnTo>
                    <a:pt x="26995" y="476948"/>
                  </a:lnTo>
                  <a:lnTo>
                    <a:pt x="17490" y="435329"/>
                  </a:lnTo>
                  <a:lnTo>
                    <a:pt x="49126" y="433550"/>
                  </a:lnTo>
                  <a:lnTo>
                    <a:pt x="61412" y="398385"/>
                  </a:lnTo>
                  <a:lnTo>
                    <a:pt x="78612" y="372639"/>
                  </a:lnTo>
                  <a:lnTo>
                    <a:pt x="62026" y="337475"/>
                  </a:lnTo>
                  <a:lnTo>
                    <a:pt x="94584" y="275308"/>
                  </a:lnTo>
                  <a:lnTo>
                    <a:pt x="92741" y="254586"/>
                  </a:lnTo>
                  <a:lnTo>
                    <a:pt x="104505" y="243263"/>
                  </a:lnTo>
                  <a:lnTo>
                    <a:pt x="72903" y="161307"/>
                  </a:lnTo>
                  <a:lnTo>
                    <a:pt x="59106" y="153226"/>
                  </a:lnTo>
                  <a:lnTo>
                    <a:pt x="16612" y="76386"/>
                  </a:lnTo>
                  <a:lnTo>
                    <a:pt x="0" y="4959"/>
                  </a:lnTo>
                  <a:lnTo>
                    <a:pt x="23326" y="280"/>
                  </a:lnTo>
                  <a:lnTo>
                    <a:pt x="56440" y="0"/>
                  </a:lnTo>
                  <a:lnTo>
                    <a:pt x="64214" y="2012"/>
                  </a:lnTo>
                  <a:lnTo>
                    <a:pt x="70756" y="47987"/>
                  </a:lnTo>
                  <a:lnTo>
                    <a:pt x="75171" y="64039"/>
                  </a:lnTo>
                  <a:lnTo>
                    <a:pt x="110150" y="116101"/>
                  </a:lnTo>
                  <a:lnTo>
                    <a:pt x="131571" y="152853"/>
                  </a:lnTo>
                  <a:lnTo>
                    <a:pt x="167209" y="255375"/>
                  </a:lnTo>
                  <a:lnTo>
                    <a:pt x="180009" y="264987"/>
                  </a:lnTo>
                  <a:lnTo>
                    <a:pt x="208020" y="231027"/>
                  </a:lnTo>
                  <a:lnTo>
                    <a:pt x="243531" y="264498"/>
                  </a:lnTo>
                  <a:lnTo>
                    <a:pt x="245855" y="262210"/>
                  </a:lnTo>
                  <a:lnTo>
                    <a:pt x="248469" y="259638"/>
                  </a:lnTo>
                  <a:lnTo>
                    <a:pt x="252377" y="255790"/>
                  </a:lnTo>
                  <a:lnTo>
                    <a:pt x="277944" y="292256"/>
                  </a:lnTo>
                  <a:lnTo>
                    <a:pt x="277944" y="301048"/>
                  </a:lnTo>
                  <a:lnTo>
                    <a:pt x="299444" y="349399"/>
                  </a:lnTo>
                  <a:lnTo>
                    <a:pt x="293301" y="361330"/>
                  </a:lnTo>
                  <a:lnTo>
                    <a:pt x="311116" y="407170"/>
                  </a:lnTo>
                  <a:lnTo>
                    <a:pt x="356325" y="402409"/>
                  </a:lnTo>
                  <a:lnTo>
                    <a:pt x="366225" y="469086"/>
                  </a:lnTo>
                  <a:lnTo>
                    <a:pt x="378293" y="468212"/>
                  </a:lnTo>
                  <a:lnTo>
                    <a:pt x="449442" y="463058"/>
                  </a:lnTo>
                  <a:lnTo>
                    <a:pt x="455994" y="501236"/>
                  </a:lnTo>
                  <a:lnTo>
                    <a:pt x="458642" y="518691"/>
                  </a:lnTo>
                  <a:lnTo>
                    <a:pt x="470655" y="539164"/>
                  </a:lnTo>
                  <a:lnTo>
                    <a:pt x="496456" y="557584"/>
                  </a:lnTo>
                  <a:lnTo>
                    <a:pt x="519242" y="572877"/>
                  </a:lnTo>
                  <a:lnTo>
                    <a:pt x="545190" y="611587"/>
                  </a:lnTo>
                  <a:lnTo>
                    <a:pt x="562799" y="637960"/>
                  </a:lnTo>
                  <a:lnTo>
                    <a:pt x="574676" y="648426"/>
                  </a:lnTo>
                  <a:lnTo>
                    <a:pt x="595958" y="663303"/>
                  </a:lnTo>
                  <a:lnTo>
                    <a:pt x="687829" y="787456"/>
                  </a:lnTo>
                  <a:lnTo>
                    <a:pt x="708857" y="814732"/>
                  </a:lnTo>
                  <a:lnTo>
                    <a:pt x="728435" y="836636"/>
                  </a:lnTo>
                  <a:lnTo>
                    <a:pt x="755688" y="889975"/>
                  </a:lnTo>
                  <a:lnTo>
                    <a:pt x="790498" y="973700"/>
                  </a:lnTo>
                  <a:lnTo>
                    <a:pt x="858070" y="1008865"/>
                  </a:lnTo>
                  <a:lnTo>
                    <a:pt x="883431" y="1036445"/>
                  </a:lnTo>
                  <a:lnTo>
                    <a:pt x="856391" y="1066459"/>
                  </a:lnTo>
                  <a:lnTo>
                    <a:pt x="822031" y="1044867"/>
                  </a:lnTo>
                  <a:lnTo>
                    <a:pt x="728659" y="978724"/>
                  </a:lnTo>
                  <a:lnTo>
                    <a:pt x="692211" y="941047"/>
                  </a:lnTo>
                  <a:lnTo>
                    <a:pt x="712687" y="925977"/>
                  </a:lnTo>
                  <a:lnTo>
                    <a:pt x="687706" y="900440"/>
                  </a:lnTo>
                  <a:lnTo>
                    <a:pt x="671734" y="886626"/>
                  </a:lnTo>
                  <a:lnTo>
                    <a:pt x="667229" y="883276"/>
                  </a:lnTo>
                  <a:lnTo>
                    <a:pt x="658220" y="877834"/>
                  </a:lnTo>
                  <a:lnTo>
                    <a:pt x="631924" y="903946"/>
                  </a:lnTo>
                  <a:lnTo>
                    <a:pt x="628375" y="900724"/>
                  </a:lnTo>
                  <a:lnTo>
                    <a:pt x="485215" y="778098"/>
                  </a:lnTo>
                  <a:lnTo>
                    <a:pt x="472725" y="760591"/>
                  </a:lnTo>
                  <a:lnTo>
                    <a:pt x="402573" y="713746"/>
                  </a:lnTo>
                  <a:lnTo>
                    <a:pt x="347662" y="657191"/>
                  </a:lnTo>
                  <a:lnTo>
                    <a:pt x="277567" y="630392"/>
                  </a:lnTo>
                  <a:lnTo>
                    <a:pt x="264822" y="610199"/>
                  </a:lnTo>
                  <a:lnTo>
                    <a:pt x="254685" y="556654"/>
                  </a:lnTo>
                  <a:lnTo>
                    <a:pt x="220761" y="580943"/>
                  </a:lnTo>
                  <a:lnTo>
                    <a:pt x="198355" y="555069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g1034"/>
            <p:cNvSpPr/>
            <p:nvPr/>
          </p:nvSpPr>
          <p:spPr>
            <a:xfrm>
              <a:off x="2295939" y="1917585"/>
              <a:ext cx="2750753" cy="1861583"/>
            </a:xfrm>
            <a:custGeom>
              <a:avLst/>
              <a:pathLst>
                <a:path w="2750753" h="1861583">
                  <a:moveTo>
                    <a:pt x="2582086" y="644886"/>
                  </a:moveTo>
                  <a:lnTo>
                    <a:pt x="2541125" y="679779"/>
                  </a:lnTo>
                  <a:lnTo>
                    <a:pt x="2485472" y="703449"/>
                  </a:lnTo>
                  <a:lnTo>
                    <a:pt x="2419290" y="673500"/>
                  </a:lnTo>
                  <a:lnTo>
                    <a:pt x="2354789" y="663034"/>
                  </a:lnTo>
                  <a:lnTo>
                    <a:pt x="2276979" y="685012"/>
                  </a:lnTo>
                  <a:lnTo>
                    <a:pt x="2177668" y="709083"/>
                  </a:lnTo>
                  <a:lnTo>
                    <a:pt x="2092691" y="739434"/>
                  </a:lnTo>
                  <a:lnTo>
                    <a:pt x="2050714" y="791762"/>
                  </a:lnTo>
                  <a:lnTo>
                    <a:pt x="2001570" y="833625"/>
                  </a:lnTo>
                  <a:lnTo>
                    <a:pt x="1935022" y="877581"/>
                  </a:lnTo>
                  <a:lnTo>
                    <a:pt x="1890997" y="929909"/>
                  </a:lnTo>
                  <a:lnTo>
                    <a:pt x="1902259" y="980145"/>
                  </a:lnTo>
                  <a:lnTo>
                    <a:pt x="1925677" y="1027904"/>
                  </a:lnTo>
                  <a:lnTo>
                    <a:pt x="1887222" y="1072946"/>
                  </a:lnTo>
                  <a:lnTo>
                    <a:pt x="1829478" y="1123182"/>
                  </a:lnTo>
                  <a:lnTo>
                    <a:pt x="1827021" y="1177185"/>
                  </a:lnTo>
                  <a:lnTo>
                    <a:pt x="1873707" y="1213605"/>
                  </a:lnTo>
                  <a:lnTo>
                    <a:pt x="1901965" y="1257561"/>
                  </a:lnTo>
                  <a:lnTo>
                    <a:pt x="1951875" y="1317571"/>
                  </a:lnTo>
                  <a:lnTo>
                    <a:pt x="1985509" y="1272632"/>
                  </a:lnTo>
                  <a:lnTo>
                    <a:pt x="1999023" y="1202302"/>
                  </a:lnTo>
                  <a:lnTo>
                    <a:pt x="2014995" y="1143276"/>
                  </a:lnTo>
                  <a:lnTo>
                    <a:pt x="2043053" y="1076228"/>
                  </a:lnTo>
                  <a:lnTo>
                    <a:pt x="2057381" y="1082365"/>
                  </a:lnTo>
                  <a:lnTo>
                    <a:pt x="2110210" y="1061643"/>
                  </a:lnTo>
                  <a:lnTo>
                    <a:pt x="2160582" y="1068551"/>
                  </a:lnTo>
                  <a:lnTo>
                    <a:pt x="2223294" y="1111715"/>
                  </a:lnTo>
                  <a:lnTo>
                    <a:pt x="2256453" y="1102261"/>
                  </a:lnTo>
                  <a:lnTo>
                    <a:pt x="2258869" y="1082993"/>
                  </a:lnTo>
                  <a:lnTo>
                    <a:pt x="2317227" y="1089901"/>
                  </a:lnTo>
                  <a:lnTo>
                    <a:pt x="2320566" y="1047478"/>
                  </a:lnTo>
                  <a:lnTo>
                    <a:pt x="2344256" y="1051596"/>
                  </a:lnTo>
                  <a:lnTo>
                    <a:pt x="2349171" y="1018943"/>
                  </a:lnTo>
                  <a:lnTo>
                    <a:pt x="2454470" y="1038004"/>
                  </a:lnTo>
                  <a:lnTo>
                    <a:pt x="2456430" y="1048689"/>
                  </a:lnTo>
                  <a:lnTo>
                    <a:pt x="2443120" y="1178464"/>
                  </a:lnTo>
                  <a:lnTo>
                    <a:pt x="2405239" y="1315564"/>
                  </a:lnTo>
                  <a:lnTo>
                    <a:pt x="2364900" y="1388406"/>
                  </a:lnTo>
                  <a:lnTo>
                    <a:pt x="2366365" y="1421346"/>
                  </a:lnTo>
                  <a:lnTo>
                    <a:pt x="2366948" y="1434455"/>
                  </a:lnTo>
                  <a:lnTo>
                    <a:pt x="2362852" y="1500179"/>
                  </a:lnTo>
                  <a:lnTo>
                    <a:pt x="2357421" y="1508022"/>
                  </a:lnTo>
                  <a:lnTo>
                    <a:pt x="2337052" y="1537437"/>
                  </a:lnTo>
                  <a:lnTo>
                    <a:pt x="2337052" y="1542879"/>
                  </a:lnTo>
                  <a:lnTo>
                    <a:pt x="2336915" y="1549843"/>
                  </a:lnTo>
                  <a:lnTo>
                    <a:pt x="2325391" y="1563203"/>
                  </a:lnTo>
                  <a:lnTo>
                    <a:pt x="2323890" y="1565064"/>
                  </a:lnTo>
                  <a:lnTo>
                    <a:pt x="2317999" y="1572371"/>
                  </a:lnTo>
                  <a:lnTo>
                    <a:pt x="2312477" y="1579220"/>
                  </a:lnTo>
                  <a:lnTo>
                    <a:pt x="2310725" y="1581393"/>
                  </a:lnTo>
                  <a:lnTo>
                    <a:pt x="2299472" y="1595351"/>
                  </a:lnTo>
                  <a:lnTo>
                    <a:pt x="2287186" y="1612933"/>
                  </a:lnTo>
                  <a:lnTo>
                    <a:pt x="2281987" y="1620621"/>
                  </a:lnTo>
                  <a:lnTo>
                    <a:pt x="2264122" y="1650492"/>
                  </a:lnTo>
                  <a:lnTo>
                    <a:pt x="2261591" y="1654723"/>
                  </a:lnTo>
                  <a:lnTo>
                    <a:pt x="2257907" y="1660883"/>
                  </a:lnTo>
                  <a:lnTo>
                    <a:pt x="2234380" y="1668888"/>
                  </a:lnTo>
                  <a:lnTo>
                    <a:pt x="2221368" y="1673315"/>
                  </a:lnTo>
                  <a:lnTo>
                    <a:pt x="2183986" y="1761760"/>
                  </a:lnTo>
                  <a:lnTo>
                    <a:pt x="2183762" y="1762291"/>
                  </a:lnTo>
                  <a:lnTo>
                    <a:pt x="2181813" y="1766985"/>
                  </a:lnTo>
                  <a:lnTo>
                    <a:pt x="2185683" y="1767946"/>
                  </a:lnTo>
                  <a:lnTo>
                    <a:pt x="2214807" y="1778650"/>
                  </a:lnTo>
                  <a:lnTo>
                    <a:pt x="2223272" y="1781368"/>
                  </a:lnTo>
                  <a:lnTo>
                    <a:pt x="2267153" y="1794579"/>
                  </a:lnTo>
                  <a:lnTo>
                    <a:pt x="2254834" y="1816817"/>
                  </a:lnTo>
                  <a:lnTo>
                    <a:pt x="2234390" y="1829141"/>
                  </a:lnTo>
                  <a:lnTo>
                    <a:pt x="2193241" y="1838786"/>
                  </a:lnTo>
                  <a:lnTo>
                    <a:pt x="2174894" y="1840930"/>
                  </a:lnTo>
                  <a:lnTo>
                    <a:pt x="2159671" y="1833961"/>
                  </a:lnTo>
                  <a:lnTo>
                    <a:pt x="2146134" y="1832070"/>
                  </a:lnTo>
                  <a:lnTo>
                    <a:pt x="2141596" y="1832288"/>
                  </a:lnTo>
                  <a:lnTo>
                    <a:pt x="2135453" y="1834486"/>
                  </a:lnTo>
                  <a:lnTo>
                    <a:pt x="2127365" y="1839405"/>
                  </a:lnTo>
                  <a:lnTo>
                    <a:pt x="2109446" y="1849035"/>
                  </a:lnTo>
                  <a:lnTo>
                    <a:pt x="2104566" y="1851658"/>
                  </a:lnTo>
                  <a:lnTo>
                    <a:pt x="2103017" y="1852263"/>
                  </a:lnTo>
                  <a:lnTo>
                    <a:pt x="2079176" y="1861583"/>
                  </a:lnTo>
                  <a:lnTo>
                    <a:pt x="2078709" y="1858582"/>
                  </a:lnTo>
                  <a:lnTo>
                    <a:pt x="2078229" y="1855504"/>
                  </a:lnTo>
                  <a:lnTo>
                    <a:pt x="2077393" y="1850136"/>
                  </a:lnTo>
                  <a:lnTo>
                    <a:pt x="2076673" y="1845512"/>
                  </a:lnTo>
                  <a:lnTo>
                    <a:pt x="2066967" y="1815873"/>
                  </a:lnTo>
                  <a:lnTo>
                    <a:pt x="2066816" y="1814251"/>
                  </a:lnTo>
                  <a:lnTo>
                    <a:pt x="2066230" y="1807961"/>
                  </a:lnTo>
                  <a:lnTo>
                    <a:pt x="2067440" y="1803230"/>
                  </a:lnTo>
                  <a:lnTo>
                    <a:pt x="2067854" y="1801500"/>
                  </a:lnTo>
                  <a:lnTo>
                    <a:pt x="2065034" y="1799624"/>
                  </a:lnTo>
                  <a:lnTo>
                    <a:pt x="2061316" y="1797552"/>
                  </a:lnTo>
                  <a:lnTo>
                    <a:pt x="2045275" y="1788615"/>
                  </a:lnTo>
                  <a:lnTo>
                    <a:pt x="2029244" y="1779684"/>
                  </a:lnTo>
                  <a:lnTo>
                    <a:pt x="2019809" y="1774428"/>
                  </a:lnTo>
                  <a:lnTo>
                    <a:pt x="2028391" y="1758614"/>
                  </a:lnTo>
                  <a:lnTo>
                    <a:pt x="1970934" y="1723548"/>
                  </a:lnTo>
                  <a:lnTo>
                    <a:pt x="1979222" y="1698066"/>
                  </a:lnTo>
                  <a:lnTo>
                    <a:pt x="1972515" y="1697448"/>
                  </a:lnTo>
                  <a:lnTo>
                    <a:pt x="1942538" y="1694685"/>
                  </a:lnTo>
                  <a:lnTo>
                    <a:pt x="1914313" y="1683717"/>
                  </a:lnTo>
                  <a:lnTo>
                    <a:pt x="1912806" y="1683131"/>
                  </a:lnTo>
                  <a:lnTo>
                    <a:pt x="1911338" y="1682471"/>
                  </a:lnTo>
                  <a:lnTo>
                    <a:pt x="1901338" y="1727480"/>
                  </a:lnTo>
                  <a:lnTo>
                    <a:pt x="1899846" y="1734193"/>
                  </a:lnTo>
                  <a:lnTo>
                    <a:pt x="1818320" y="1708494"/>
                  </a:lnTo>
                  <a:lnTo>
                    <a:pt x="1770067" y="1701854"/>
                  </a:lnTo>
                  <a:lnTo>
                    <a:pt x="1767211" y="1701461"/>
                  </a:lnTo>
                  <a:lnTo>
                    <a:pt x="1714266" y="1694183"/>
                  </a:lnTo>
                  <a:lnTo>
                    <a:pt x="1672773" y="1684283"/>
                  </a:lnTo>
                  <a:lnTo>
                    <a:pt x="1667307" y="1677787"/>
                  </a:lnTo>
                  <a:lnTo>
                    <a:pt x="1628998" y="1661567"/>
                  </a:lnTo>
                  <a:lnTo>
                    <a:pt x="1625252" y="1659981"/>
                  </a:lnTo>
                  <a:lnTo>
                    <a:pt x="1624922" y="1659841"/>
                  </a:lnTo>
                  <a:lnTo>
                    <a:pt x="1615627" y="1655906"/>
                  </a:lnTo>
                  <a:lnTo>
                    <a:pt x="1607703" y="1652551"/>
                  </a:lnTo>
                  <a:lnTo>
                    <a:pt x="1591470" y="1645678"/>
                  </a:lnTo>
                  <a:lnTo>
                    <a:pt x="1573015" y="1637864"/>
                  </a:lnTo>
                  <a:lnTo>
                    <a:pt x="1569776" y="1636493"/>
                  </a:lnTo>
                  <a:lnTo>
                    <a:pt x="1567912" y="1635703"/>
                  </a:lnTo>
                  <a:lnTo>
                    <a:pt x="1562501" y="1628215"/>
                  </a:lnTo>
                  <a:lnTo>
                    <a:pt x="1544686" y="1621098"/>
                  </a:lnTo>
                  <a:lnTo>
                    <a:pt x="1517657" y="1612307"/>
                  </a:lnTo>
                  <a:lnTo>
                    <a:pt x="1491448" y="1604353"/>
                  </a:lnTo>
                  <a:lnTo>
                    <a:pt x="1484349" y="1603286"/>
                  </a:lnTo>
                  <a:lnTo>
                    <a:pt x="1469346" y="1605163"/>
                  </a:lnTo>
                  <a:lnTo>
                    <a:pt x="1458121" y="1603740"/>
                  </a:lnTo>
                  <a:lnTo>
                    <a:pt x="1445493" y="1605229"/>
                  </a:lnTo>
                  <a:lnTo>
                    <a:pt x="1427136" y="1595469"/>
                  </a:lnTo>
                  <a:lnTo>
                    <a:pt x="1419544" y="1591433"/>
                  </a:lnTo>
                  <a:lnTo>
                    <a:pt x="1415434" y="1597594"/>
                  </a:lnTo>
                  <a:lnTo>
                    <a:pt x="1404801" y="1613536"/>
                  </a:lnTo>
                  <a:lnTo>
                    <a:pt x="1386565" y="1609403"/>
                  </a:lnTo>
                  <a:lnTo>
                    <a:pt x="1362865" y="1606587"/>
                  </a:lnTo>
                  <a:lnTo>
                    <a:pt x="1361279" y="1606611"/>
                  </a:lnTo>
                  <a:lnTo>
                    <a:pt x="1341774" y="1606901"/>
                  </a:lnTo>
                  <a:lnTo>
                    <a:pt x="1322117" y="1605540"/>
                  </a:lnTo>
                  <a:lnTo>
                    <a:pt x="1304916" y="1603029"/>
                  </a:lnTo>
                  <a:lnTo>
                    <a:pt x="1271393" y="1596199"/>
                  </a:lnTo>
                  <a:lnTo>
                    <a:pt x="1271343" y="1595542"/>
                  </a:lnTo>
                  <a:lnTo>
                    <a:pt x="1271031" y="1591391"/>
                  </a:lnTo>
                  <a:lnTo>
                    <a:pt x="1268118" y="1552713"/>
                  </a:lnTo>
                  <a:lnTo>
                    <a:pt x="1237798" y="1558812"/>
                  </a:lnTo>
                  <a:lnTo>
                    <a:pt x="1229358" y="1560510"/>
                  </a:lnTo>
                  <a:lnTo>
                    <a:pt x="1183552" y="1569726"/>
                  </a:lnTo>
                  <a:lnTo>
                    <a:pt x="1176421" y="1571331"/>
                  </a:lnTo>
                  <a:lnTo>
                    <a:pt x="1174649" y="1572936"/>
                  </a:lnTo>
                  <a:lnTo>
                    <a:pt x="1169827" y="1577305"/>
                  </a:lnTo>
                  <a:lnTo>
                    <a:pt x="1160377" y="1580476"/>
                  </a:lnTo>
                  <a:lnTo>
                    <a:pt x="1147369" y="1583253"/>
                  </a:lnTo>
                  <a:lnTo>
                    <a:pt x="1125416" y="1587939"/>
                  </a:lnTo>
                  <a:lnTo>
                    <a:pt x="1116177" y="1589911"/>
                  </a:lnTo>
                  <a:lnTo>
                    <a:pt x="1109379" y="1530173"/>
                  </a:lnTo>
                  <a:lnTo>
                    <a:pt x="1121925" y="1526092"/>
                  </a:lnTo>
                  <a:lnTo>
                    <a:pt x="1122894" y="1525777"/>
                  </a:lnTo>
                  <a:lnTo>
                    <a:pt x="1117979" y="1505055"/>
                  </a:lnTo>
                  <a:lnTo>
                    <a:pt x="1114569" y="1501518"/>
                  </a:lnTo>
                  <a:lnTo>
                    <a:pt x="1104055" y="1490612"/>
                  </a:lnTo>
                  <a:lnTo>
                    <a:pt x="1079094" y="1463363"/>
                  </a:lnTo>
                  <a:lnTo>
                    <a:pt x="1056362" y="1436294"/>
                  </a:lnTo>
                  <a:lnTo>
                    <a:pt x="1058598" y="1427190"/>
                  </a:lnTo>
                  <a:lnTo>
                    <a:pt x="1037302" y="1405422"/>
                  </a:lnTo>
                  <a:lnTo>
                    <a:pt x="1047787" y="1390527"/>
                  </a:lnTo>
                  <a:lnTo>
                    <a:pt x="1050640" y="1386474"/>
                  </a:lnTo>
                  <a:lnTo>
                    <a:pt x="1051008" y="1385952"/>
                  </a:lnTo>
                  <a:lnTo>
                    <a:pt x="1046710" y="1371698"/>
                  </a:lnTo>
                  <a:lnTo>
                    <a:pt x="1046465" y="1370884"/>
                  </a:lnTo>
                  <a:lnTo>
                    <a:pt x="1039663" y="1359053"/>
                  </a:lnTo>
                  <a:lnTo>
                    <a:pt x="1038450" y="1356808"/>
                  </a:lnTo>
                  <a:lnTo>
                    <a:pt x="1038173" y="1356296"/>
                  </a:lnTo>
                  <a:lnTo>
                    <a:pt x="1037414" y="1354892"/>
                  </a:lnTo>
                  <a:lnTo>
                    <a:pt x="1033602" y="1347834"/>
                  </a:lnTo>
                  <a:lnTo>
                    <a:pt x="1056330" y="1335838"/>
                  </a:lnTo>
                  <a:lnTo>
                    <a:pt x="1060910" y="1333420"/>
                  </a:lnTo>
                  <a:lnTo>
                    <a:pt x="1061075" y="1331412"/>
                  </a:lnTo>
                  <a:lnTo>
                    <a:pt x="1034025" y="1283828"/>
                  </a:lnTo>
                  <a:lnTo>
                    <a:pt x="991689" y="1294685"/>
                  </a:lnTo>
                  <a:lnTo>
                    <a:pt x="966123" y="1301241"/>
                  </a:lnTo>
                  <a:lnTo>
                    <a:pt x="949537" y="1310660"/>
                  </a:lnTo>
                  <a:lnTo>
                    <a:pt x="947818" y="1313194"/>
                  </a:lnTo>
                  <a:lnTo>
                    <a:pt x="919522" y="1354892"/>
                  </a:lnTo>
                  <a:lnTo>
                    <a:pt x="914512" y="1362275"/>
                  </a:lnTo>
                  <a:lnTo>
                    <a:pt x="918773" y="1356159"/>
                  </a:lnTo>
                  <a:lnTo>
                    <a:pt x="902861" y="1379694"/>
                  </a:lnTo>
                  <a:lnTo>
                    <a:pt x="860093" y="1442947"/>
                  </a:lnTo>
                  <a:lnTo>
                    <a:pt x="859478" y="1443856"/>
                  </a:lnTo>
                  <a:lnTo>
                    <a:pt x="858887" y="1443441"/>
                  </a:lnTo>
                  <a:lnTo>
                    <a:pt x="851245" y="1438080"/>
                  </a:lnTo>
                  <a:lnTo>
                    <a:pt x="832018" y="1424588"/>
                  </a:lnTo>
                  <a:lnTo>
                    <a:pt x="823557" y="1418651"/>
                  </a:lnTo>
                  <a:lnTo>
                    <a:pt x="820077" y="1416209"/>
                  </a:lnTo>
                  <a:lnTo>
                    <a:pt x="810976" y="1409823"/>
                  </a:lnTo>
                  <a:lnTo>
                    <a:pt x="810492" y="1409481"/>
                  </a:lnTo>
                  <a:lnTo>
                    <a:pt x="807585" y="1407444"/>
                  </a:lnTo>
                  <a:lnTo>
                    <a:pt x="807441" y="1407343"/>
                  </a:lnTo>
                  <a:lnTo>
                    <a:pt x="807072" y="1407084"/>
                  </a:lnTo>
                  <a:lnTo>
                    <a:pt x="806184" y="1406461"/>
                  </a:lnTo>
                  <a:lnTo>
                    <a:pt x="782718" y="1391219"/>
                  </a:lnTo>
                  <a:lnTo>
                    <a:pt x="767518" y="1381346"/>
                  </a:lnTo>
                  <a:lnTo>
                    <a:pt x="766869" y="1380924"/>
                  </a:lnTo>
                  <a:lnTo>
                    <a:pt x="762138" y="1378799"/>
                  </a:lnTo>
                  <a:lnTo>
                    <a:pt x="754784" y="1375496"/>
                  </a:lnTo>
                  <a:lnTo>
                    <a:pt x="754486" y="1375362"/>
                  </a:lnTo>
                  <a:lnTo>
                    <a:pt x="753354" y="1374854"/>
                  </a:lnTo>
                  <a:lnTo>
                    <a:pt x="744344" y="1372583"/>
                  </a:lnTo>
                  <a:lnTo>
                    <a:pt x="738407" y="1371087"/>
                  </a:lnTo>
                  <a:lnTo>
                    <a:pt x="712650" y="1368959"/>
                  </a:lnTo>
                  <a:lnTo>
                    <a:pt x="697863" y="1367738"/>
                  </a:lnTo>
                  <a:lnTo>
                    <a:pt x="601731" y="1362065"/>
                  </a:lnTo>
                  <a:lnTo>
                    <a:pt x="593563" y="1361583"/>
                  </a:lnTo>
                  <a:lnTo>
                    <a:pt x="581383" y="1360864"/>
                  </a:lnTo>
                  <a:lnTo>
                    <a:pt x="577257" y="1360621"/>
                  </a:lnTo>
                  <a:lnTo>
                    <a:pt x="569051" y="1359745"/>
                  </a:lnTo>
                  <a:lnTo>
                    <a:pt x="561812" y="1358973"/>
                  </a:lnTo>
                  <a:lnTo>
                    <a:pt x="561497" y="1358939"/>
                  </a:lnTo>
                  <a:lnTo>
                    <a:pt x="542357" y="1356897"/>
                  </a:lnTo>
                  <a:lnTo>
                    <a:pt x="539990" y="1356644"/>
                  </a:lnTo>
                  <a:lnTo>
                    <a:pt x="530166" y="1354530"/>
                  </a:lnTo>
                  <a:lnTo>
                    <a:pt x="527129" y="1353876"/>
                  </a:lnTo>
                  <a:lnTo>
                    <a:pt x="524641" y="1353341"/>
                  </a:lnTo>
                  <a:lnTo>
                    <a:pt x="516647" y="1351620"/>
                  </a:lnTo>
                  <a:lnTo>
                    <a:pt x="500470" y="1346387"/>
                  </a:lnTo>
                  <a:lnTo>
                    <a:pt x="497858" y="1344945"/>
                  </a:lnTo>
                  <a:lnTo>
                    <a:pt x="482656" y="1336550"/>
                  </a:lnTo>
                  <a:lnTo>
                    <a:pt x="439869" y="1307841"/>
                  </a:lnTo>
                  <a:lnTo>
                    <a:pt x="436174" y="1305362"/>
                  </a:lnTo>
                  <a:lnTo>
                    <a:pt x="434739" y="1304565"/>
                  </a:lnTo>
                  <a:lnTo>
                    <a:pt x="431277" y="1302642"/>
                  </a:lnTo>
                  <a:lnTo>
                    <a:pt x="420338" y="1296567"/>
                  </a:lnTo>
                  <a:lnTo>
                    <a:pt x="394286" y="1282098"/>
                  </a:lnTo>
                  <a:lnTo>
                    <a:pt x="384806" y="1278158"/>
                  </a:lnTo>
                  <a:lnTo>
                    <a:pt x="383693" y="1274782"/>
                  </a:lnTo>
                  <a:lnTo>
                    <a:pt x="382589" y="1271434"/>
                  </a:lnTo>
                  <a:lnTo>
                    <a:pt x="379893" y="1263254"/>
                  </a:lnTo>
                  <a:lnTo>
                    <a:pt x="379231" y="1262070"/>
                  </a:lnTo>
                  <a:lnTo>
                    <a:pt x="377441" y="1258868"/>
                  </a:lnTo>
                  <a:lnTo>
                    <a:pt x="375798" y="1255928"/>
                  </a:lnTo>
                  <a:lnTo>
                    <a:pt x="369696" y="1246969"/>
                  </a:lnTo>
                  <a:lnTo>
                    <a:pt x="319569" y="1210633"/>
                  </a:lnTo>
                  <a:lnTo>
                    <a:pt x="314173" y="1208638"/>
                  </a:lnTo>
                  <a:lnTo>
                    <a:pt x="302866" y="1204458"/>
                  </a:lnTo>
                  <a:lnTo>
                    <a:pt x="295920" y="1202705"/>
                  </a:lnTo>
                  <a:lnTo>
                    <a:pt x="230451" y="1186187"/>
                  </a:lnTo>
                  <a:lnTo>
                    <a:pt x="175637" y="1172357"/>
                  </a:lnTo>
                  <a:lnTo>
                    <a:pt x="157195" y="1167703"/>
                  </a:lnTo>
                  <a:lnTo>
                    <a:pt x="152794" y="1166593"/>
                  </a:lnTo>
                  <a:lnTo>
                    <a:pt x="150771" y="1166083"/>
                  </a:lnTo>
                  <a:lnTo>
                    <a:pt x="137791" y="1162807"/>
                  </a:lnTo>
                  <a:lnTo>
                    <a:pt x="38477" y="1137688"/>
                  </a:lnTo>
                  <a:lnTo>
                    <a:pt x="2937" y="1065296"/>
                  </a:lnTo>
                  <a:lnTo>
                    <a:pt x="0" y="1059309"/>
                  </a:lnTo>
                  <a:lnTo>
                    <a:pt x="5903" y="1057075"/>
                  </a:lnTo>
                  <a:lnTo>
                    <a:pt x="23594" y="1050376"/>
                  </a:lnTo>
                  <a:lnTo>
                    <a:pt x="37191" y="1061931"/>
                  </a:lnTo>
                  <a:lnTo>
                    <a:pt x="57012" y="1037818"/>
                  </a:lnTo>
                  <a:lnTo>
                    <a:pt x="63400" y="1021910"/>
                  </a:lnTo>
                  <a:lnTo>
                    <a:pt x="65043" y="1020564"/>
                  </a:lnTo>
                  <a:lnTo>
                    <a:pt x="64514" y="1033536"/>
                  </a:lnTo>
                  <a:lnTo>
                    <a:pt x="86606" y="1053298"/>
                  </a:lnTo>
                  <a:lnTo>
                    <a:pt x="89855" y="1054742"/>
                  </a:lnTo>
                  <a:lnTo>
                    <a:pt x="91842" y="1052595"/>
                  </a:lnTo>
                  <a:lnTo>
                    <a:pt x="101425" y="1042224"/>
                  </a:lnTo>
                  <a:lnTo>
                    <a:pt x="144303" y="995829"/>
                  </a:lnTo>
                  <a:lnTo>
                    <a:pt x="157326" y="980131"/>
                  </a:lnTo>
                  <a:lnTo>
                    <a:pt x="161749" y="973600"/>
                  </a:lnTo>
                  <a:lnTo>
                    <a:pt x="162918" y="971873"/>
                  </a:lnTo>
                  <a:lnTo>
                    <a:pt x="172110" y="967258"/>
                  </a:lnTo>
                  <a:lnTo>
                    <a:pt x="178520" y="964522"/>
                  </a:lnTo>
                  <a:lnTo>
                    <a:pt x="179137" y="964259"/>
                  </a:lnTo>
                  <a:lnTo>
                    <a:pt x="219922" y="946850"/>
                  </a:lnTo>
                  <a:lnTo>
                    <a:pt x="223035" y="945521"/>
                  </a:lnTo>
                  <a:lnTo>
                    <a:pt x="223547" y="944767"/>
                  </a:lnTo>
                  <a:lnTo>
                    <a:pt x="255811" y="892329"/>
                  </a:lnTo>
                  <a:lnTo>
                    <a:pt x="296073" y="895106"/>
                  </a:lnTo>
                  <a:lnTo>
                    <a:pt x="320744" y="896808"/>
                  </a:lnTo>
                  <a:lnTo>
                    <a:pt x="319619" y="883129"/>
                  </a:lnTo>
                  <a:lnTo>
                    <a:pt x="319471" y="881324"/>
                  </a:lnTo>
                  <a:lnTo>
                    <a:pt x="317098" y="852475"/>
                  </a:lnTo>
                  <a:lnTo>
                    <a:pt x="316926" y="850375"/>
                  </a:lnTo>
                  <a:lnTo>
                    <a:pt x="337098" y="864343"/>
                  </a:lnTo>
                  <a:lnTo>
                    <a:pt x="343749" y="868758"/>
                  </a:lnTo>
                  <a:lnTo>
                    <a:pt x="345684" y="870043"/>
                  </a:lnTo>
                  <a:lnTo>
                    <a:pt x="389441" y="899089"/>
                  </a:lnTo>
                  <a:lnTo>
                    <a:pt x="390828" y="900010"/>
                  </a:lnTo>
                  <a:lnTo>
                    <a:pt x="396557" y="903725"/>
                  </a:lnTo>
                  <a:lnTo>
                    <a:pt x="405949" y="909816"/>
                  </a:lnTo>
                  <a:lnTo>
                    <a:pt x="430289" y="925602"/>
                  </a:lnTo>
                  <a:lnTo>
                    <a:pt x="440694" y="932350"/>
                  </a:lnTo>
                  <a:lnTo>
                    <a:pt x="442025" y="933214"/>
                  </a:lnTo>
                  <a:lnTo>
                    <a:pt x="445050" y="935175"/>
                  </a:lnTo>
                  <a:lnTo>
                    <a:pt x="475207" y="953461"/>
                  </a:lnTo>
                  <a:lnTo>
                    <a:pt x="478583" y="955509"/>
                  </a:lnTo>
                  <a:lnTo>
                    <a:pt x="489279" y="963039"/>
                  </a:lnTo>
                  <a:lnTo>
                    <a:pt x="490111" y="963625"/>
                  </a:lnTo>
                  <a:lnTo>
                    <a:pt x="516083" y="981909"/>
                  </a:lnTo>
                  <a:lnTo>
                    <a:pt x="524329" y="988775"/>
                  </a:lnTo>
                  <a:lnTo>
                    <a:pt x="532652" y="995704"/>
                  </a:lnTo>
                  <a:lnTo>
                    <a:pt x="537942" y="1000108"/>
                  </a:lnTo>
                  <a:lnTo>
                    <a:pt x="545630" y="1006509"/>
                  </a:lnTo>
                  <a:lnTo>
                    <a:pt x="566622" y="1020672"/>
                  </a:lnTo>
                  <a:lnTo>
                    <a:pt x="579300" y="1029225"/>
                  </a:lnTo>
                  <a:lnTo>
                    <a:pt x="585045" y="1033101"/>
                  </a:lnTo>
                  <a:lnTo>
                    <a:pt x="594774" y="1039665"/>
                  </a:lnTo>
                  <a:lnTo>
                    <a:pt x="601540" y="1038838"/>
                  </a:lnTo>
                  <a:lnTo>
                    <a:pt x="623236" y="1036189"/>
                  </a:lnTo>
                  <a:lnTo>
                    <a:pt x="623144" y="1036858"/>
                  </a:lnTo>
                  <a:lnTo>
                    <a:pt x="649694" y="1030745"/>
                  </a:lnTo>
                  <a:lnTo>
                    <a:pt x="657759" y="1028888"/>
                  </a:lnTo>
                  <a:lnTo>
                    <a:pt x="713077" y="1042971"/>
                  </a:lnTo>
                  <a:lnTo>
                    <a:pt x="745037" y="1051108"/>
                  </a:lnTo>
                  <a:lnTo>
                    <a:pt x="745037" y="1058254"/>
                  </a:lnTo>
                  <a:lnTo>
                    <a:pt x="747120" y="1059160"/>
                  </a:lnTo>
                  <a:lnTo>
                    <a:pt x="787540" y="1076742"/>
                  </a:lnTo>
                  <a:lnTo>
                    <a:pt x="815516" y="1083136"/>
                  </a:lnTo>
                  <a:lnTo>
                    <a:pt x="820279" y="1084225"/>
                  </a:lnTo>
                  <a:lnTo>
                    <a:pt x="821376" y="1044914"/>
                  </a:lnTo>
                  <a:lnTo>
                    <a:pt x="821448" y="1042327"/>
                  </a:lnTo>
                  <a:lnTo>
                    <a:pt x="825995" y="1044089"/>
                  </a:lnTo>
                  <a:lnTo>
                    <a:pt x="828338" y="1044997"/>
                  </a:lnTo>
                  <a:lnTo>
                    <a:pt x="828574" y="1035706"/>
                  </a:lnTo>
                  <a:lnTo>
                    <a:pt x="829196" y="1036037"/>
                  </a:lnTo>
                  <a:lnTo>
                    <a:pt x="906551" y="1077208"/>
                  </a:lnTo>
                  <a:lnTo>
                    <a:pt x="906418" y="1076598"/>
                  </a:lnTo>
                  <a:lnTo>
                    <a:pt x="906292" y="1076023"/>
                  </a:lnTo>
                  <a:lnTo>
                    <a:pt x="907931" y="1076610"/>
                  </a:lnTo>
                  <a:lnTo>
                    <a:pt x="917283" y="1079962"/>
                  </a:lnTo>
                  <a:lnTo>
                    <a:pt x="920545" y="1081131"/>
                  </a:lnTo>
                  <a:lnTo>
                    <a:pt x="929554" y="1080294"/>
                  </a:lnTo>
                  <a:lnTo>
                    <a:pt x="937909" y="1075606"/>
                  </a:lnTo>
                  <a:lnTo>
                    <a:pt x="958221" y="1061875"/>
                  </a:lnTo>
                  <a:lnTo>
                    <a:pt x="961446" y="1061558"/>
                  </a:lnTo>
                  <a:lnTo>
                    <a:pt x="966740" y="1061037"/>
                  </a:lnTo>
                  <a:lnTo>
                    <a:pt x="997045" y="1064554"/>
                  </a:lnTo>
                  <a:lnTo>
                    <a:pt x="1049465" y="1079290"/>
                  </a:lnTo>
                  <a:lnTo>
                    <a:pt x="1053371" y="1080388"/>
                  </a:lnTo>
                  <a:lnTo>
                    <a:pt x="1060374" y="1089872"/>
                  </a:lnTo>
                  <a:lnTo>
                    <a:pt x="1062422" y="1090838"/>
                  </a:lnTo>
                  <a:lnTo>
                    <a:pt x="1069260" y="1094065"/>
                  </a:lnTo>
                  <a:lnTo>
                    <a:pt x="1073205" y="1095897"/>
                  </a:lnTo>
                  <a:lnTo>
                    <a:pt x="1072301" y="1075662"/>
                  </a:lnTo>
                  <a:lnTo>
                    <a:pt x="1068717" y="1060696"/>
                  </a:lnTo>
                  <a:lnTo>
                    <a:pt x="1072844" y="1054805"/>
                  </a:lnTo>
                  <a:lnTo>
                    <a:pt x="1074656" y="1052219"/>
                  </a:lnTo>
                  <a:lnTo>
                    <a:pt x="1072915" y="1050544"/>
                  </a:lnTo>
                  <a:lnTo>
                    <a:pt x="1070484" y="1046431"/>
                  </a:lnTo>
                  <a:lnTo>
                    <a:pt x="1066977" y="1040497"/>
                  </a:lnTo>
                  <a:lnTo>
                    <a:pt x="1065454" y="1038199"/>
                  </a:lnTo>
                  <a:lnTo>
                    <a:pt x="1064322" y="1036492"/>
                  </a:lnTo>
                  <a:lnTo>
                    <a:pt x="1064052" y="1023526"/>
                  </a:lnTo>
                  <a:lnTo>
                    <a:pt x="1064357" y="1023515"/>
                  </a:lnTo>
                  <a:lnTo>
                    <a:pt x="1066407" y="1023437"/>
                  </a:lnTo>
                  <a:lnTo>
                    <a:pt x="1090710" y="1022519"/>
                  </a:lnTo>
                  <a:lnTo>
                    <a:pt x="1143532" y="1002043"/>
                  </a:lnTo>
                  <a:lnTo>
                    <a:pt x="1127837" y="969059"/>
                  </a:lnTo>
                  <a:lnTo>
                    <a:pt x="1122362" y="957554"/>
                  </a:lnTo>
                  <a:lnTo>
                    <a:pt x="1122141" y="957086"/>
                  </a:lnTo>
                  <a:lnTo>
                    <a:pt x="1106749" y="925805"/>
                  </a:lnTo>
                  <a:lnTo>
                    <a:pt x="1101500" y="915139"/>
                  </a:lnTo>
                  <a:lnTo>
                    <a:pt x="1100204" y="912504"/>
                  </a:lnTo>
                  <a:lnTo>
                    <a:pt x="1111840" y="903968"/>
                  </a:lnTo>
                  <a:lnTo>
                    <a:pt x="1109869" y="900060"/>
                  </a:lnTo>
                  <a:lnTo>
                    <a:pt x="1105372" y="891145"/>
                  </a:lnTo>
                  <a:lnTo>
                    <a:pt x="1087241" y="855200"/>
                  </a:lnTo>
                  <a:lnTo>
                    <a:pt x="1095396" y="848801"/>
                  </a:lnTo>
                  <a:lnTo>
                    <a:pt x="1085685" y="823985"/>
                  </a:lnTo>
                  <a:lnTo>
                    <a:pt x="1094287" y="817169"/>
                  </a:lnTo>
                  <a:lnTo>
                    <a:pt x="1101779" y="811232"/>
                  </a:lnTo>
                  <a:lnTo>
                    <a:pt x="1101013" y="798476"/>
                  </a:lnTo>
                  <a:lnTo>
                    <a:pt x="1185329" y="774715"/>
                  </a:lnTo>
                  <a:lnTo>
                    <a:pt x="1246759" y="753784"/>
                  </a:lnTo>
                  <a:lnTo>
                    <a:pt x="1248807" y="673198"/>
                  </a:lnTo>
                  <a:lnTo>
                    <a:pt x="1287712" y="626626"/>
                  </a:lnTo>
                  <a:lnTo>
                    <a:pt x="1334808" y="625056"/>
                  </a:lnTo>
                  <a:lnTo>
                    <a:pt x="1356308" y="624009"/>
                  </a:lnTo>
                  <a:lnTo>
                    <a:pt x="1348629" y="697793"/>
                  </a:lnTo>
                  <a:lnTo>
                    <a:pt x="1373713" y="684187"/>
                  </a:lnTo>
                  <a:lnTo>
                    <a:pt x="1411082" y="661163"/>
                  </a:lnTo>
                  <a:lnTo>
                    <a:pt x="1450706" y="648505"/>
                  </a:lnTo>
                  <a:lnTo>
                    <a:pt x="1498557" y="658338"/>
                  </a:lnTo>
                  <a:lnTo>
                    <a:pt x="1512441" y="698839"/>
                  </a:lnTo>
                  <a:lnTo>
                    <a:pt x="1521143" y="741749"/>
                  </a:lnTo>
                  <a:lnTo>
                    <a:pt x="1562308" y="728073"/>
                  </a:lnTo>
                  <a:lnTo>
                    <a:pt x="1622195" y="756003"/>
                  </a:lnTo>
                  <a:lnTo>
                    <a:pt x="1660691" y="755166"/>
                  </a:lnTo>
                  <a:lnTo>
                    <a:pt x="1713929" y="748468"/>
                  </a:lnTo>
                  <a:lnTo>
                    <a:pt x="1745054" y="773585"/>
                  </a:lnTo>
                  <a:lnTo>
                    <a:pt x="1808940" y="770236"/>
                  </a:lnTo>
                  <a:lnTo>
                    <a:pt x="1848255" y="735071"/>
                  </a:lnTo>
                  <a:lnTo>
                    <a:pt x="1859722" y="665579"/>
                  </a:lnTo>
                  <a:lnTo>
                    <a:pt x="1862640" y="596143"/>
                  </a:lnTo>
                  <a:lnTo>
                    <a:pt x="1926993" y="496483"/>
                  </a:lnTo>
                  <a:lnTo>
                    <a:pt x="2044829" y="445381"/>
                  </a:lnTo>
                  <a:lnTo>
                    <a:pt x="2125916" y="402681"/>
                  </a:lnTo>
                  <a:lnTo>
                    <a:pt x="2152945" y="348259"/>
                  </a:lnTo>
                  <a:lnTo>
                    <a:pt x="2161135" y="274581"/>
                  </a:lnTo>
                  <a:lnTo>
                    <a:pt x="2156057" y="258712"/>
                  </a:lnTo>
                  <a:lnTo>
                    <a:pt x="2170022" y="225504"/>
                  </a:lnTo>
                  <a:lnTo>
                    <a:pt x="2200372" y="212655"/>
                  </a:lnTo>
                  <a:lnTo>
                    <a:pt x="2246993" y="192920"/>
                  </a:lnTo>
                  <a:lnTo>
                    <a:pt x="2340456" y="153354"/>
                  </a:lnTo>
                  <a:lnTo>
                    <a:pt x="2422458" y="122873"/>
                  </a:lnTo>
                  <a:lnTo>
                    <a:pt x="2467136" y="106265"/>
                  </a:lnTo>
                  <a:lnTo>
                    <a:pt x="2486862" y="98933"/>
                  </a:lnTo>
                  <a:lnTo>
                    <a:pt x="2643246" y="39557"/>
                  </a:lnTo>
                  <a:lnTo>
                    <a:pt x="2685521" y="9637"/>
                  </a:lnTo>
                  <a:lnTo>
                    <a:pt x="2693283" y="8118"/>
                  </a:lnTo>
                  <a:lnTo>
                    <a:pt x="2734768" y="0"/>
                  </a:lnTo>
                  <a:lnTo>
                    <a:pt x="2748852" y="66746"/>
                  </a:lnTo>
                  <a:lnTo>
                    <a:pt x="2750753" y="75756"/>
                  </a:lnTo>
                  <a:lnTo>
                    <a:pt x="2714151" y="86374"/>
                  </a:lnTo>
                  <a:lnTo>
                    <a:pt x="2668079" y="92653"/>
                  </a:lnTo>
                  <a:lnTo>
                    <a:pt x="2623031" y="115678"/>
                  </a:lnTo>
                  <a:lnTo>
                    <a:pt x="2566721" y="159634"/>
                  </a:lnTo>
                  <a:lnTo>
                    <a:pt x="2498153" y="220387"/>
                  </a:lnTo>
                  <a:lnTo>
                    <a:pt x="2496069" y="221560"/>
                  </a:lnTo>
                  <a:lnTo>
                    <a:pt x="2442072" y="251975"/>
                  </a:lnTo>
                  <a:lnTo>
                    <a:pt x="2380643" y="335700"/>
                  </a:lnTo>
                  <a:lnTo>
                    <a:pt x="2388833" y="402681"/>
                  </a:lnTo>
                  <a:lnTo>
                    <a:pt x="2411358" y="438264"/>
                  </a:lnTo>
                  <a:lnTo>
                    <a:pt x="2446168" y="463382"/>
                  </a:lnTo>
                  <a:lnTo>
                    <a:pt x="2493263" y="471754"/>
                  </a:lnTo>
                  <a:lnTo>
                    <a:pt x="2543173" y="578262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g1035"/>
            <p:cNvSpPr/>
            <p:nvPr/>
          </p:nvSpPr>
          <p:spPr>
            <a:xfrm>
              <a:off x="2388903" y="3183608"/>
              <a:ext cx="1203437" cy="861877"/>
            </a:xfrm>
            <a:custGeom>
              <a:avLst/>
              <a:pathLst>
                <a:path w="1203437" h="861877">
                  <a:moveTo>
                    <a:pt x="689753" y="125196"/>
                  </a:moveTo>
                  <a:lnTo>
                    <a:pt x="713219" y="140438"/>
                  </a:lnTo>
                  <a:lnTo>
                    <a:pt x="714108" y="141061"/>
                  </a:lnTo>
                  <a:lnTo>
                    <a:pt x="714479" y="141316"/>
                  </a:lnTo>
                  <a:lnTo>
                    <a:pt x="714621" y="141421"/>
                  </a:lnTo>
                  <a:lnTo>
                    <a:pt x="717527" y="143458"/>
                  </a:lnTo>
                  <a:lnTo>
                    <a:pt x="718011" y="143800"/>
                  </a:lnTo>
                  <a:lnTo>
                    <a:pt x="727113" y="150186"/>
                  </a:lnTo>
                  <a:lnTo>
                    <a:pt x="730592" y="152628"/>
                  </a:lnTo>
                  <a:lnTo>
                    <a:pt x="739053" y="158565"/>
                  </a:lnTo>
                  <a:lnTo>
                    <a:pt x="758280" y="172057"/>
                  </a:lnTo>
                  <a:lnTo>
                    <a:pt x="765923" y="177418"/>
                  </a:lnTo>
                  <a:lnTo>
                    <a:pt x="766514" y="177833"/>
                  </a:lnTo>
                  <a:lnTo>
                    <a:pt x="767128" y="176924"/>
                  </a:lnTo>
                  <a:lnTo>
                    <a:pt x="809896" y="113671"/>
                  </a:lnTo>
                  <a:lnTo>
                    <a:pt x="825809" y="90136"/>
                  </a:lnTo>
                  <a:lnTo>
                    <a:pt x="821547" y="96252"/>
                  </a:lnTo>
                  <a:lnTo>
                    <a:pt x="826557" y="88869"/>
                  </a:lnTo>
                  <a:lnTo>
                    <a:pt x="854857" y="47174"/>
                  </a:lnTo>
                  <a:lnTo>
                    <a:pt x="856573" y="44637"/>
                  </a:lnTo>
                  <a:lnTo>
                    <a:pt x="873159" y="35218"/>
                  </a:lnTo>
                  <a:lnTo>
                    <a:pt x="898725" y="28662"/>
                  </a:lnTo>
                  <a:lnTo>
                    <a:pt x="941061" y="17805"/>
                  </a:lnTo>
                  <a:lnTo>
                    <a:pt x="968110" y="65389"/>
                  </a:lnTo>
                  <a:lnTo>
                    <a:pt x="967946" y="67397"/>
                  </a:lnTo>
                  <a:lnTo>
                    <a:pt x="963365" y="69815"/>
                  </a:lnTo>
                  <a:lnTo>
                    <a:pt x="940637" y="81811"/>
                  </a:lnTo>
                  <a:lnTo>
                    <a:pt x="944450" y="88869"/>
                  </a:lnTo>
                  <a:lnTo>
                    <a:pt x="945208" y="90273"/>
                  </a:lnTo>
                  <a:lnTo>
                    <a:pt x="945485" y="90785"/>
                  </a:lnTo>
                  <a:lnTo>
                    <a:pt x="946698" y="93031"/>
                  </a:lnTo>
                  <a:lnTo>
                    <a:pt x="953500" y="104861"/>
                  </a:lnTo>
                  <a:lnTo>
                    <a:pt x="953746" y="105675"/>
                  </a:lnTo>
                  <a:lnTo>
                    <a:pt x="958043" y="119929"/>
                  </a:lnTo>
                  <a:lnTo>
                    <a:pt x="957675" y="120451"/>
                  </a:lnTo>
                  <a:lnTo>
                    <a:pt x="954823" y="124504"/>
                  </a:lnTo>
                  <a:lnTo>
                    <a:pt x="944338" y="139399"/>
                  </a:lnTo>
                  <a:lnTo>
                    <a:pt x="965633" y="161167"/>
                  </a:lnTo>
                  <a:lnTo>
                    <a:pt x="963397" y="170272"/>
                  </a:lnTo>
                  <a:lnTo>
                    <a:pt x="986129" y="197340"/>
                  </a:lnTo>
                  <a:lnTo>
                    <a:pt x="1011091" y="224589"/>
                  </a:lnTo>
                  <a:lnTo>
                    <a:pt x="1021605" y="235495"/>
                  </a:lnTo>
                  <a:lnTo>
                    <a:pt x="1025015" y="239032"/>
                  </a:lnTo>
                  <a:lnTo>
                    <a:pt x="1029929" y="259754"/>
                  </a:lnTo>
                  <a:lnTo>
                    <a:pt x="1028960" y="260069"/>
                  </a:lnTo>
                  <a:lnTo>
                    <a:pt x="1016415" y="264150"/>
                  </a:lnTo>
                  <a:lnTo>
                    <a:pt x="1023213" y="323888"/>
                  </a:lnTo>
                  <a:lnTo>
                    <a:pt x="1032451" y="321916"/>
                  </a:lnTo>
                  <a:lnTo>
                    <a:pt x="1054404" y="317230"/>
                  </a:lnTo>
                  <a:lnTo>
                    <a:pt x="1067413" y="314454"/>
                  </a:lnTo>
                  <a:lnTo>
                    <a:pt x="1076863" y="311282"/>
                  </a:lnTo>
                  <a:lnTo>
                    <a:pt x="1081685" y="306913"/>
                  </a:lnTo>
                  <a:lnTo>
                    <a:pt x="1083456" y="305308"/>
                  </a:lnTo>
                  <a:lnTo>
                    <a:pt x="1090588" y="303703"/>
                  </a:lnTo>
                  <a:lnTo>
                    <a:pt x="1136393" y="294487"/>
                  </a:lnTo>
                  <a:lnTo>
                    <a:pt x="1144834" y="292789"/>
                  </a:lnTo>
                  <a:lnTo>
                    <a:pt x="1175153" y="286690"/>
                  </a:lnTo>
                  <a:lnTo>
                    <a:pt x="1178066" y="325368"/>
                  </a:lnTo>
                  <a:lnTo>
                    <a:pt x="1178379" y="329519"/>
                  </a:lnTo>
                  <a:lnTo>
                    <a:pt x="1178428" y="330176"/>
                  </a:lnTo>
                  <a:lnTo>
                    <a:pt x="1179206" y="336412"/>
                  </a:lnTo>
                  <a:lnTo>
                    <a:pt x="1179758" y="340830"/>
                  </a:lnTo>
                  <a:lnTo>
                    <a:pt x="1179986" y="342664"/>
                  </a:lnTo>
                  <a:lnTo>
                    <a:pt x="1180988" y="350688"/>
                  </a:lnTo>
                  <a:lnTo>
                    <a:pt x="1181042" y="351387"/>
                  </a:lnTo>
                  <a:lnTo>
                    <a:pt x="1181160" y="352909"/>
                  </a:lnTo>
                  <a:lnTo>
                    <a:pt x="1182933" y="375701"/>
                  </a:lnTo>
                  <a:lnTo>
                    <a:pt x="1183906" y="393478"/>
                  </a:lnTo>
                  <a:lnTo>
                    <a:pt x="1185492" y="422483"/>
                  </a:lnTo>
                  <a:lnTo>
                    <a:pt x="1185288" y="441217"/>
                  </a:lnTo>
                  <a:lnTo>
                    <a:pt x="1184816" y="457012"/>
                  </a:lnTo>
                  <a:lnTo>
                    <a:pt x="1184611" y="463847"/>
                  </a:lnTo>
                  <a:lnTo>
                    <a:pt x="1184571" y="465183"/>
                  </a:lnTo>
                  <a:lnTo>
                    <a:pt x="1189733" y="465854"/>
                  </a:lnTo>
                  <a:lnTo>
                    <a:pt x="1200056" y="469898"/>
                  </a:lnTo>
                  <a:lnTo>
                    <a:pt x="1203437" y="470547"/>
                  </a:lnTo>
                  <a:lnTo>
                    <a:pt x="1202808" y="472318"/>
                  </a:lnTo>
                  <a:lnTo>
                    <a:pt x="1196972" y="488749"/>
                  </a:lnTo>
                  <a:lnTo>
                    <a:pt x="1190624" y="513448"/>
                  </a:lnTo>
                  <a:lnTo>
                    <a:pt x="1186701" y="537619"/>
                  </a:lnTo>
                  <a:lnTo>
                    <a:pt x="1184803" y="537244"/>
                  </a:lnTo>
                  <a:lnTo>
                    <a:pt x="1141517" y="532738"/>
                  </a:lnTo>
                  <a:lnTo>
                    <a:pt x="1130118" y="531828"/>
                  </a:lnTo>
                  <a:lnTo>
                    <a:pt x="1120148" y="532151"/>
                  </a:lnTo>
                  <a:lnTo>
                    <a:pt x="1114773" y="532325"/>
                  </a:lnTo>
                  <a:lnTo>
                    <a:pt x="1114342" y="532448"/>
                  </a:lnTo>
                  <a:lnTo>
                    <a:pt x="1113238" y="532761"/>
                  </a:lnTo>
                  <a:lnTo>
                    <a:pt x="1105559" y="534942"/>
                  </a:lnTo>
                  <a:lnTo>
                    <a:pt x="1085512" y="543398"/>
                  </a:lnTo>
                  <a:lnTo>
                    <a:pt x="1076912" y="549050"/>
                  </a:lnTo>
                  <a:lnTo>
                    <a:pt x="1069049" y="555203"/>
                  </a:lnTo>
                  <a:lnTo>
                    <a:pt x="1055043" y="571279"/>
                  </a:lnTo>
                  <a:lnTo>
                    <a:pt x="1054777" y="571643"/>
                  </a:lnTo>
                  <a:lnTo>
                    <a:pt x="1042266" y="588735"/>
                  </a:lnTo>
                  <a:lnTo>
                    <a:pt x="1031086" y="620509"/>
                  </a:lnTo>
                  <a:lnTo>
                    <a:pt x="1029861" y="631501"/>
                  </a:lnTo>
                  <a:lnTo>
                    <a:pt x="1028751" y="641462"/>
                  </a:lnTo>
                  <a:lnTo>
                    <a:pt x="1022301" y="660091"/>
                  </a:lnTo>
                  <a:lnTo>
                    <a:pt x="1016709" y="682902"/>
                  </a:lnTo>
                  <a:lnTo>
                    <a:pt x="1015277" y="688739"/>
                  </a:lnTo>
                  <a:lnTo>
                    <a:pt x="1014386" y="688517"/>
                  </a:lnTo>
                  <a:lnTo>
                    <a:pt x="990671" y="682621"/>
                  </a:lnTo>
                  <a:lnTo>
                    <a:pt x="983632" y="679815"/>
                  </a:lnTo>
                  <a:lnTo>
                    <a:pt x="974221" y="675461"/>
                  </a:lnTo>
                  <a:lnTo>
                    <a:pt x="979476" y="697722"/>
                  </a:lnTo>
                  <a:lnTo>
                    <a:pt x="999913" y="773951"/>
                  </a:lnTo>
                  <a:lnTo>
                    <a:pt x="987054" y="784500"/>
                  </a:lnTo>
                  <a:lnTo>
                    <a:pt x="997292" y="814013"/>
                  </a:lnTo>
                  <a:lnTo>
                    <a:pt x="1017561" y="845464"/>
                  </a:lnTo>
                  <a:lnTo>
                    <a:pt x="973114" y="853959"/>
                  </a:lnTo>
                  <a:lnTo>
                    <a:pt x="970929" y="854629"/>
                  </a:lnTo>
                  <a:lnTo>
                    <a:pt x="947294" y="861877"/>
                  </a:lnTo>
                  <a:lnTo>
                    <a:pt x="881756" y="716457"/>
                  </a:lnTo>
                  <a:lnTo>
                    <a:pt x="856873" y="711119"/>
                  </a:lnTo>
                  <a:lnTo>
                    <a:pt x="831241" y="717476"/>
                  </a:lnTo>
                  <a:lnTo>
                    <a:pt x="810810" y="680172"/>
                  </a:lnTo>
                  <a:lnTo>
                    <a:pt x="809671" y="628608"/>
                  </a:lnTo>
                  <a:lnTo>
                    <a:pt x="808173" y="560729"/>
                  </a:lnTo>
                  <a:lnTo>
                    <a:pt x="814726" y="559975"/>
                  </a:lnTo>
                  <a:lnTo>
                    <a:pt x="822477" y="560016"/>
                  </a:lnTo>
                  <a:lnTo>
                    <a:pt x="829434" y="560053"/>
                  </a:lnTo>
                  <a:lnTo>
                    <a:pt x="834582" y="560526"/>
                  </a:lnTo>
                  <a:lnTo>
                    <a:pt x="838543" y="560891"/>
                  </a:lnTo>
                  <a:lnTo>
                    <a:pt x="836786" y="542704"/>
                  </a:lnTo>
                  <a:lnTo>
                    <a:pt x="829673" y="448593"/>
                  </a:lnTo>
                  <a:lnTo>
                    <a:pt x="827783" y="424044"/>
                  </a:lnTo>
                  <a:lnTo>
                    <a:pt x="823250" y="365177"/>
                  </a:lnTo>
                  <a:lnTo>
                    <a:pt x="794583" y="288986"/>
                  </a:lnTo>
                  <a:lnTo>
                    <a:pt x="755889" y="259015"/>
                  </a:lnTo>
                  <a:lnTo>
                    <a:pt x="744889" y="269784"/>
                  </a:lnTo>
                  <a:lnTo>
                    <a:pt x="739546" y="272199"/>
                  </a:lnTo>
                  <a:lnTo>
                    <a:pt x="721341" y="280427"/>
                  </a:lnTo>
                  <a:lnTo>
                    <a:pt x="714135" y="283684"/>
                  </a:lnTo>
                  <a:lnTo>
                    <a:pt x="694218" y="284881"/>
                  </a:lnTo>
                  <a:lnTo>
                    <a:pt x="683794" y="285508"/>
                  </a:lnTo>
                  <a:lnTo>
                    <a:pt x="651536" y="287149"/>
                  </a:lnTo>
                  <a:lnTo>
                    <a:pt x="598640" y="289839"/>
                  </a:lnTo>
                  <a:lnTo>
                    <a:pt x="586429" y="290461"/>
                  </a:lnTo>
                  <a:lnTo>
                    <a:pt x="515330" y="290850"/>
                  </a:lnTo>
                  <a:lnTo>
                    <a:pt x="473054" y="291081"/>
                  </a:lnTo>
                  <a:lnTo>
                    <a:pt x="461307" y="291146"/>
                  </a:lnTo>
                  <a:lnTo>
                    <a:pt x="460833" y="291185"/>
                  </a:lnTo>
                  <a:lnTo>
                    <a:pt x="461815" y="298487"/>
                  </a:lnTo>
                  <a:lnTo>
                    <a:pt x="465590" y="314723"/>
                  </a:lnTo>
                  <a:lnTo>
                    <a:pt x="466471" y="329856"/>
                  </a:lnTo>
                  <a:lnTo>
                    <a:pt x="465614" y="351106"/>
                  </a:lnTo>
                  <a:lnTo>
                    <a:pt x="465078" y="364393"/>
                  </a:lnTo>
                  <a:lnTo>
                    <a:pt x="463172" y="372885"/>
                  </a:lnTo>
                  <a:lnTo>
                    <a:pt x="458067" y="395620"/>
                  </a:lnTo>
                  <a:lnTo>
                    <a:pt x="449025" y="435895"/>
                  </a:lnTo>
                  <a:lnTo>
                    <a:pt x="439283" y="426666"/>
                  </a:lnTo>
                  <a:lnTo>
                    <a:pt x="425768" y="416116"/>
                  </a:lnTo>
                  <a:lnTo>
                    <a:pt x="422080" y="416679"/>
                  </a:lnTo>
                  <a:lnTo>
                    <a:pt x="403252" y="438144"/>
                  </a:lnTo>
                  <a:lnTo>
                    <a:pt x="396801" y="443934"/>
                  </a:lnTo>
                  <a:lnTo>
                    <a:pt x="392523" y="447773"/>
                  </a:lnTo>
                  <a:lnTo>
                    <a:pt x="387322" y="453738"/>
                  </a:lnTo>
                  <a:lnTo>
                    <a:pt x="374114" y="475297"/>
                  </a:lnTo>
                  <a:lnTo>
                    <a:pt x="363195" y="488767"/>
                  </a:lnTo>
                  <a:lnTo>
                    <a:pt x="360165" y="490136"/>
                  </a:lnTo>
                  <a:lnTo>
                    <a:pt x="340405" y="499065"/>
                  </a:lnTo>
                  <a:lnTo>
                    <a:pt x="335245" y="499191"/>
                  </a:lnTo>
                  <a:lnTo>
                    <a:pt x="330369" y="502169"/>
                  </a:lnTo>
                  <a:lnTo>
                    <a:pt x="328120" y="503544"/>
                  </a:lnTo>
                  <a:lnTo>
                    <a:pt x="323761" y="502208"/>
                  </a:lnTo>
                  <a:lnTo>
                    <a:pt x="302896" y="495814"/>
                  </a:lnTo>
                  <a:lnTo>
                    <a:pt x="287396" y="491065"/>
                  </a:lnTo>
                  <a:lnTo>
                    <a:pt x="258402" y="483530"/>
                  </a:lnTo>
                  <a:lnTo>
                    <a:pt x="242003" y="478434"/>
                  </a:lnTo>
                  <a:lnTo>
                    <a:pt x="237925" y="477167"/>
                  </a:lnTo>
                  <a:lnTo>
                    <a:pt x="227114" y="472143"/>
                  </a:lnTo>
                  <a:lnTo>
                    <a:pt x="202378" y="462263"/>
                  </a:lnTo>
                  <a:lnTo>
                    <a:pt x="177671" y="451113"/>
                  </a:lnTo>
                  <a:lnTo>
                    <a:pt x="171581" y="448365"/>
                  </a:lnTo>
                  <a:lnTo>
                    <a:pt x="153512" y="439336"/>
                  </a:lnTo>
                  <a:lnTo>
                    <a:pt x="119222" y="422201"/>
                  </a:lnTo>
                  <a:lnTo>
                    <a:pt x="116541" y="420861"/>
                  </a:lnTo>
                  <a:lnTo>
                    <a:pt x="97620" y="412195"/>
                  </a:lnTo>
                  <a:lnTo>
                    <a:pt x="86499" y="407755"/>
                  </a:lnTo>
                  <a:lnTo>
                    <a:pt x="36033" y="387598"/>
                  </a:lnTo>
                  <a:lnTo>
                    <a:pt x="32953" y="386376"/>
                  </a:lnTo>
                  <a:lnTo>
                    <a:pt x="32505" y="386199"/>
                  </a:lnTo>
                  <a:lnTo>
                    <a:pt x="27818" y="383714"/>
                  </a:lnTo>
                  <a:lnTo>
                    <a:pt x="25871" y="382682"/>
                  </a:lnTo>
                  <a:lnTo>
                    <a:pt x="18745" y="376780"/>
                  </a:lnTo>
                  <a:lnTo>
                    <a:pt x="9166" y="364440"/>
                  </a:lnTo>
                  <a:lnTo>
                    <a:pt x="11759" y="353145"/>
                  </a:lnTo>
                  <a:lnTo>
                    <a:pt x="14337" y="341911"/>
                  </a:lnTo>
                  <a:lnTo>
                    <a:pt x="14979" y="339116"/>
                  </a:lnTo>
                  <a:lnTo>
                    <a:pt x="17252" y="329421"/>
                  </a:lnTo>
                  <a:lnTo>
                    <a:pt x="18119" y="325721"/>
                  </a:lnTo>
                  <a:lnTo>
                    <a:pt x="21789" y="322038"/>
                  </a:lnTo>
                  <a:lnTo>
                    <a:pt x="23750" y="320070"/>
                  </a:lnTo>
                  <a:lnTo>
                    <a:pt x="29688" y="313686"/>
                  </a:lnTo>
                  <a:lnTo>
                    <a:pt x="32453" y="309290"/>
                  </a:lnTo>
                  <a:lnTo>
                    <a:pt x="34501" y="303325"/>
                  </a:lnTo>
                  <a:lnTo>
                    <a:pt x="35555" y="287518"/>
                  </a:lnTo>
                  <a:lnTo>
                    <a:pt x="35729" y="284905"/>
                  </a:lnTo>
                  <a:lnTo>
                    <a:pt x="38594" y="279897"/>
                  </a:lnTo>
                  <a:lnTo>
                    <a:pt x="34581" y="279173"/>
                  </a:lnTo>
                  <a:lnTo>
                    <a:pt x="21044" y="272703"/>
                  </a:lnTo>
                  <a:lnTo>
                    <a:pt x="34116" y="270243"/>
                  </a:lnTo>
                  <a:lnTo>
                    <a:pt x="55904" y="266143"/>
                  </a:lnTo>
                  <a:lnTo>
                    <a:pt x="53396" y="252850"/>
                  </a:lnTo>
                  <a:lnTo>
                    <a:pt x="48140" y="224985"/>
                  </a:lnTo>
                  <a:lnTo>
                    <a:pt x="45544" y="211224"/>
                  </a:lnTo>
                  <a:lnTo>
                    <a:pt x="44501" y="207336"/>
                  </a:lnTo>
                  <a:lnTo>
                    <a:pt x="43432" y="203351"/>
                  </a:lnTo>
                  <a:lnTo>
                    <a:pt x="43929" y="201092"/>
                  </a:lnTo>
                  <a:lnTo>
                    <a:pt x="41357" y="188140"/>
                  </a:lnTo>
                  <a:lnTo>
                    <a:pt x="33708" y="154444"/>
                  </a:lnTo>
                  <a:lnTo>
                    <a:pt x="32924" y="150988"/>
                  </a:lnTo>
                  <a:lnTo>
                    <a:pt x="28507" y="129919"/>
                  </a:lnTo>
                  <a:lnTo>
                    <a:pt x="23690" y="131272"/>
                  </a:lnTo>
                  <a:lnTo>
                    <a:pt x="11737" y="76430"/>
                  </a:lnTo>
                  <a:lnTo>
                    <a:pt x="8710" y="59855"/>
                  </a:lnTo>
                  <a:lnTo>
                    <a:pt x="7150" y="51313"/>
                  </a:lnTo>
                  <a:lnTo>
                    <a:pt x="1827" y="44286"/>
                  </a:lnTo>
                  <a:lnTo>
                    <a:pt x="202" y="42140"/>
                  </a:lnTo>
                  <a:lnTo>
                    <a:pt x="0" y="41041"/>
                  </a:lnTo>
                  <a:lnTo>
                    <a:pt x="3395" y="40111"/>
                  </a:lnTo>
                  <a:lnTo>
                    <a:pt x="9018" y="38571"/>
                  </a:lnTo>
                  <a:lnTo>
                    <a:pt x="17900" y="36137"/>
                  </a:lnTo>
                  <a:lnTo>
                    <a:pt x="23819" y="35055"/>
                  </a:lnTo>
                  <a:lnTo>
                    <a:pt x="79549" y="24863"/>
                  </a:lnTo>
                  <a:lnTo>
                    <a:pt x="84329" y="23988"/>
                  </a:lnTo>
                  <a:lnTo>
                    <a:pt x="94809" y="22072"/>
                  </a:lnTo>
                  <a:lnTo>
                    <a:pt x="135189" y="14201"/>
                  </a:lnTo>
                  <a:lnTo>
                    <a:pt x="176306" y="6917"/>
                  </a:lnTo>
                  <a:lnTo>
                    <a:pt x="193915" y="3484"/>
                  </a:lnTo>
                  <a:lnTo>
                    <a:pt x="204728" y="2301"/>
                  </a:lnTo>
                  <a:lnTo>
                    <a:pt x="208375" y="1902"/>
                  </a:lnTo>
                  <a:lnTo>
                    <a:pt x="213892" y="1299"/>
                  </a:lnTo>
                  <a:lnTo>
                    <a:pt x="217074" y="830"/>
                  </a:lnTo>
                  <a:lnTo>
                    <a:pt x="220330" y="643"/>
                  </a:lnTo>
                  <a:lnTo>
                    <a:pt x="225266" y="360"/>
                  </a:lnTo>
                  <a:lnTo>
                    <a:pt x="231537" y="0"/>
                  </a:lnTo>
                  <a:lnTo>
                    <a:pt x="243332" y="0"/>
                  </a:lnTo>
                  <a:lnTo>
                    <a:pt x="258689" y="1632"/>
                  </a:lnTo>
                  <a:lnTo>
                    <a:pt x="263629" y="2855"/>
                  </a:lnTo>
                  <a:lnTo>
                    <a:pt x="270361" y="4521"/>
                  </a:lnTo>
                  <a:lnTo>
                    <a:pt x="286210" y="9795"/>
                  </a:lnTo>
                  <a:lnTo>
                    <a:pt x="291841" y="12135"/>
                  </a:lnTo>
                  <a:lnTo>
                    <a:pt x="301321" y="16075"/>
                  </a:lnTo>
                  <a:lnTo>
                    <a:pt x="327422" y="30571"/>
                  </a:lnTo>
                  <a:lnTo>
                    <a:pt x="338312" y="36619"/>
                  </a:lnTo>
                  <a:lnTo>
                    <a:pt x="341775" y="38542"/>
                  </a:lnTo>
                  <a:lnTo>
                    <a:pt x="343210" y="39339"/>
                  </a:lnTo>
                  <a:lnTo>
                    <a:pt x="346905" y="41818"/>
                  </a:lnTo>
                  <a:lnTo>
                    <a:pt x="389691" y="70527"/>
                  </a:lnTo>
                  <a:lnTo>
                    <a:pt x="404893" y="78922"/>
                  </a:lnTo>
                  <a:lnTo>
                    <a:pt x="407506" y="80365"/>
                  </a:lnTo>
                  <a:lnTo>
                    <a:pt x="423682" y="85598"/>
                  </a:lnTo>
                  <a:lnTo>
                    <a:pt x="431677" y="87318"/>
                  </a:lnTo>
                  <a:lnTo>
                    <a:pt x="434165" y="87853"/>
                  </a:lnTo>
                  <a:lnTo>
                    <a:pt x="437202" y="88507"/>
                  </a:lnTo>
                  <a:lnTo>
                    <a:pt x="447025" y="90621"/>
                  </a:lnTo>
                  <a:lnTo>
                    <a:pt x="449392" y="90874"/>
                  </a:lnTo>
                  <a:lnTo>
                    <a:pt x="468533" y="92916"/>
                  </a:lnTo>
                  <a:lnTo>
                    <a:pt x="468847" y="92950"/>
                  </a:lnTo>
                  <a:lnTo>
                    <a:pt x="476087" y="93722"/>
                  </a:lnTo>
                  <a:lnTo>
                    <a:pt x="484292" y="94598"/>
                  </a:lnTo>
                  <a:lnTo>
                    <a:pt x="488419" y="94841"/>
                  </a:lnTo>
                  <a:lnTo>
                    <a:pt x="500598" y="95560"/>
                  </a:lnTo>
                  <a:lnTo>
                    <a:pt x="508766" y="96042"/>
                  </a:lnTo>
                  <a:lnTo>
                    <a:pt x="604899" y="101715"/>
                  </a:lnTo>
                  <a:lnTo>
                    <a:pt x="619685" y="102936"/>
                  </a:lnTo>
                  <a:lnTo>
                    <a:pt x="645442" y="105064"/>
                  </a:lnTo>
                  <a:lnTo>
                    <a:pt x="651390" y="106563"/>
                  </a:lnTo>
                  <a:lnTo>
                    <a:pt x="660390" y="108831"/>
                  </a:lnTo>
                  <a:lnTo>
                    <a:pt x="661521" y="109339"/>
                  </a:lnTo>
                  <a:lnTo>
                    <a:pt x="661819" y="109473"/>
                  </a:lnTo>
                  <a:lnTo>
                    <a:pt x="669173" y="112776"/>
                  </a:lnTo>
                  <a:lnTo>
                    <a:pt x="673904" y="114901"/>
                  </a:lnTo>
                  <a:lnTo>
                    <a:pt x="674554" y="115323"/>
                  </a:lnTo>
                  <a:close/>
                </a:path>
              </a:pathLst>
            </a:custGeom>
            <a:ln w="18970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1037" name=""/>
          <p:cNvSpPr>
            <a:spLocks noGrp="1"/>
          </p:cNvSpPr>
          <p:nvPr>
            </p:nvPr>
        </p:nvSpPr>
        <p:spPr>
          <a:xfrm>
            <a:off x="891794" y="5870448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8" name=""/>
          <p:cNvSpPr>
            <a:spLocks noGrp="1"/>
          </p:cNvSpPr>
          <p:nvPr>
            </p:nvPr>
        </p:nvSpPr>
        <p:spPr>
          <a:xfrm>
            <a:off x="1001522" y="5806440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 aplicada</a:t>
            </a:r>
          </a:p>
        </p:txBody>
      </p:sp>
      <p:sp>
        <p:nvSpPr>
          <p:cNvPr id="1039" name=""/>
          <p:cNvSpPr>
            <a:spLocks noGrp="1"/>
          </p:cNvSpPr>
          <p:nvPr>
            </p:nvPr>
        </p:nvSpPr>
        <p:spPr>
          <a:xfrm>
            <a:off x="2649982" y="5870448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0" name=""/>
          <p:cNvSpPr>
            <a:spLocks noGrp="1"/>
          </p:cNvSpPr>
          <p:nvPr>
            </p:nvPr>
        </p:nvSpPr>
        <p:spPr>
          <a:xfrm>
            <a:off x="2759710" y="5806440"/>
            <a:ext cx="2014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Otra manzana de la zona</a:t>
            </a:r>
          </a:p>
        </p:txBody>
      </p:sp>
      <p:sp>
        <p:nvSpPr>
          <p:cNvPr id="1041" name=""/>
          <p:cNvSpPr>
            <a:spLocks noGrp="1"/>
          </p:cNvSpPr>
          <p:nvPr>
            </p:nvPr>
        </p:nvSpPr>
        <p:spPr>
          <a:xfrm>
            <a:off x="4865370" y="5870448"/>
            <a:ext cx="137160" cy="137160"/>
          </a:xfrm>
          <a:prstGeom prst="rect">
            <a:avLst/>
          </a:prstGeom>
          <a:solidFill>
            <a:srgbClr val="E2E6EC">
              <a:alpha val="100000"/>
            </a:srgbClr>
          </a:solidFill>
          <a:ln w="3175" cap="rnd" cmpd="sng">
            <a:solidFill>
              <a:srgbClr val="E2E6E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2" name=""/>
          <p:cNvSpPr>
            <a:spLocks noGrp="1"/>
          </p:cNvSpPr>
          <p:nvPr>
            </p:nvPr>
        </p:nvSpPr>
        <p:spPr>
          <a:xfrm>
            <a:off x="4975098" y="5806440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1043" name=""/>
          <p:cNvSpPr>
            <a:spLocks noGrp="1"/>
          </p:cNvSpPr>
          <p:nvPr>
            </p:nvPr>
        </p:nvSpPr>
        <p:spPr>
          <a:xfrm>
            <a:off x="7420356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4" name=""/>
          <p:cNvSpPr>
            <a:spLocks noGrp="1"/>
          </p:cNvSpPr>
          <p:nvPr>
            </p:nvPr>
        </p:nvSpPr>
        <p:spPr>
          <a:xfrm>
            <a:off x="7786116" y="1508760"/>
            <a:ext cx="4117543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1045" name=""/>
          <p:cNvSpPr>
            <a:spLocks noGrp="1"/>
          </p:cNvSpPr>
          <p:nvPr>
            </p:nvPr>
        </p:nvSpPr>
        <p:spPr>
          <a:xfrm>
            <a:off x="7786116" y="2075688"/>
            <a:ext cx="4117543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aplicadas</a:t>
            </a:r>
          </a:p>
        </p:txBody>
      </p:sp>
      <p:sp>
        <p:nvSpPr>
          <p:cNvPr id="1046" name=""/>
          <p:cNvSpPr>
            <a:spLocks noGrp="1"/>
          </p:cNvSpPr>
          <p:nvPr>
            </p:nvPr>
        </p:nvSpPr>
        <p:spPr>
          <a:xfrm>
            <a:off x="7786116" y="2331720"/>
            <a:ext cx="4117543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4 zonas, de 360 manzanas</a:t>
            </a:r>
          </a:p>
        </p:txBody>
      </p:sp>
      <p:sp>
        <p:nvSpPr>
          <p:cNvPr id="1047" name=""/>
          <p:cNvSpPr>
            <a:spLocks noGrp="1"/>
          </p:cNvSpPr>
          <p:nvPr>
            </p:nvPr>
        </p:nvSpPr>
        <p:spPr>
          <a:xfrm>
            <a:off x="7786116" y="2743200"/>
            <a:ext cx="411754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8" name=""/>
          <p:cNvSpPr>
            <a:spLocks noGrp="1"/>
          </p:cNvSpPr>
          <p:nvPr>
            </p:nvPr>
        </p:nvSpPr>
        <p:spPr>
          <a:xfrm>
            <a:off x="7694676" y="2926080"/>
            <a:ext cx="4208983" cy="1463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borde oscuro marca las zonas aplicadas y el claro, las vecinas. Dentro de cada zona sólo se pintan las manzanas que se visitaron.</a:t>
            </a:r>
          </a:p>
        </p:txBody>
      </p:sp>
      <p:sp>
        <p:nvSpPr>
          <p:cNvPr id="10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manzanas INEI 2017. La lámina se usa para el informe metodológico o el anexo de campo</a:t>
            </a:r>
          </a:p>
        </p:txBody>
      </p:sp>
      <p:sp>
        <p:nvSpPr>
          <p:cNvPr id="10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</a:p>
        </p:txBody>
      </p:sp>
      <p:sp>
        <p:nvSpPr>
          <p:cNvPr id="10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study_blocks): manzanas aplicadas dentro de sus zonas</a:t>
            </a:r>
          </a:p>
        </p:txBody>
      </p:sp>
      <p:sp>
        <p:nvSpPr>
          <p:cNvPr id="10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61" name=""/>
          <p:cNvSpPr>
            <a:spLocks noGrp="1"/>
          </p:cNvSpPr>
          <p:nvPr>
            </p:nvPr>
        </p:nvSpPr>
        <p:spPr>
          <a:xfrm>
            <a:off x="891794" y="5806440"/>
            <a:ext cx="55590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2" name=""/>
          <p:cNvSpPr>
            <a:spLocks noGrp="1"/>
          </p:cNvSpPr>
          <p:nvPr>
            </p:nvPr>
        </p:nvSpPr>
        <p:spPr>
          <a:xfrm>
            <a:off x="891794" y="5623560"/>
            <a:ext cx="55590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15.44 x 0.76 cm</a:t>
            </a:r>
          </a:p>
        </p:txBody>
      </p:sp>
      <p:sp>
        <p:nvSpPr>
          <p:cNvPr id="1063" name=""/>
          <p:cNvSpPr>
            <a:spLocks noGrp="1"/>
          </p:cNvSpPr>
          <p:nvPr>
            </p:nvPr>
        </p:nvSpPr>
        <p:spPr>
          <a:xfrm>
            <a:off x="288036" y="1508760"/>
            <a:ext cx="6766560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4" name=""/>
          <p:cNvSpPr>
            <a:spLocks noGrp="1"/>
          </p:cNvSpPr>
          <p:nvPr>
            </p:nvPr>
        </p:nvSpPr>
        <p:spPr>
          <a:xfrm>
            <a:off x="288036" y="1325880"/>
            <a:ext cx="67665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manzanas del racimo, 18.80 x 11.73 cm</a:t>
            </a:r>
          </a:p>
        </p:txBody>
      </p:sp>
      <p:sp>
        <p:nvSpPr>
          <p:cNvPr id="1065" name=""/>
          <p:cNvSpPr>
            <a:spLocks noGrp="1"/>
          </p:cNvSpPr>
          <p:nvPr>
            </p:nvPr>
        </p:nvSpPr>
        <p:spPr>
          <a:xfrm>
            <a:off x="7786116" y="1508760"/>
            <a:ext cx="4117543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6" name=""/>
          <p:cNvSpPr>
            <a:spLocks noGrp="1"/>
          </p:cNvSpPr>
          <p:nvPr>
            </p:nvPr>
        </p:nvSpPr>
        <p:spPr>
          <a:xfrm>
            <a:off x="7786116" y="1325880"/>
            <a:ext cx="411754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11.44 x 2.92 cm</a:t>
            </a:r>
          </a:p>
        </p:txBody>
      </p:sp>
      <p:sp>
        <p:nvSpPr>
          <p:cNvPr id="106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ZONAS APLICADAS EN INTERVENCIÓN Y COMPARACIÓN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Intervención: San Juan de Lurigancho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288036" y="2057400"/>
            <a:ext cx="5533492" cy="3630168"/>
            <a:chOff x="288036" y="2057400"/>
            <a:chExt cx="5533492" cy="3630168"/>
          </a:xfrm>
        </p:grpSpPr>
        <p:sp>
          <p:nvSpPr>
            <p:cNvPr id="5" name="pg3"/>
            <p:cNvSpPr/>
            <p:nvPr/>
          </p:nvSpPr>
          <p:spPr>
            <a:xfrm>
              <a:off x="2862250" y="2758218"/>
              <a:ext cx="172498" cy="178849"/>
            </a:xfrm>
            <a:custGeom>
              <a:avLst/>
              <a:pathLst>
                <a:path w="172498" h="178849">
                  <a:moveTo>
                    <a:pt x="125265" y="10235"/>
                  </a:moveTo>
                  <a:lnTo>
                    <a:pt x="135671" y="19266"/>
                  </a:lnTo>
                  <a:lnTo>
                    <a:pt x="138027" y="19266"/>
                  </a:lnTo>
                  <a:lnTo>
                    <a:pt x="141893" y="15407"/>
                  </a:lnTo>
                  <a:lnTo>
                    <a:pt x="142248" y="15051"/>
                  </a:lnTo>
                  <a:lnTo>
                    <a:pt x="147241" y="20859"/>
                  </a:lnTo>
                  <a:lnTo>
                    <a:pt x="151560" y="25884"/>
                  </a:lnTo>
                  <a:lnTo>
                    <a:pt x="153486" y="28632"/>
                  </a:lnTo>
                  <a:lnTo>
                    <a:pt x="159918" y="34239"/>
                  </a:lnTo>
                  <a:lnTo>
                    <a:pt x="161899" y="36227"/>
                  </a:lnTo>
                  <a:lnTo>
                    <a:pt x="166838" y="41181"/>
                  </a:lnTo>
                  <a:lnTo>
                    <a:pt x="168370" y="42505"/>
                  </a:lnTo>
                  <a:lnTo>
                    <a:pt x="169047" y="43739"/>
                  </a:lnTo>
                  <a:lnTo>
                    <a:pt x="169695" y="45485"/>
                  </a:lnTo>
                  <a:lnTo>
                    <a:pt x="170314" y="48195"/>
                  </a:lnTo>
                  <a:lnTo>
                    <a:pt x="171109" y="51145"/>
                  </a:lnTo>
                  <a:lnTo>
                    <a:pt x="171315" y="53041"/>
                  </a:lnTo>
                  <a:lnTo>
                    <a:pt x="171875" y="54968"/>
                  </a:lnTo>
                  <a:lnTo>
                    <a:pt x="172427" y="56646"/>
                  </a:lnTo>
                  <a:lnTo>
                    <a:pt x="172498" y="56862"/>
                  </a:lnTo>
                  <a:lnTo>
                    <a:pt x="168493" y="57424"/>
                  </a:lnTo>
                  <a:lnTo>
                    <a:pt x="161817" y="56300"/>
                  </a:lnTo>
                  <a:lnTo>
                    <a:pt x="150272" y="53490"/>
                  </a:lnTo>
                  <a:lnTo>
                    <a:pt x="148387" y="53250"/>
                  </a:lnTo>
                  <a:lnTo>
                    <a:pt x="145560" y="53731"/>
                  </a:lnTo>
                  <a:lnTo>
                    <a:pt x="143518" y="54855"/>
                  </a:lnTo>
                  <a:lnTo>
                    <a:pt x="141086" y="61365"/>
                  </a:lnTo>
                  <a:lnTo>
                    <a:pt x="141024" y="61533"/>
                  </a:lnTo>
                  <a:lnTo>
                    <a:pt x="140726" y="63545"/>
                  </a:lnTo>
                  <a:lnTo>
                    <a:pt x="139760" y="70075"/>
                  </a:lnTo>
                  <a:lnTo>
                    <a:pt x="139819" y="70753"/>
                  </a:lnTo>
                  <a:lnTo>
                    <a:pt x="140003" y="72876"/>
                  </a:lnTo>
                  <a:lnTo>
                    <a:pt x="140091" y="73888"/>
                  </a:lnTo>
                  <a:lnTo>
                    <a:pt x="139934" y="76520"/>
                  </a:lnTo>
                  <a:lnTo>
                    <a:pt x="139533" y="82698"/>
                  </a:lnTo>
                  <a:lnTo>
                    <a:pt x="139463" y="83785"/>
                  </a:lnTo>
                  <a:lnTo>
                    <a:pt x="139031" y="95305"/>
                  </a:lnTo>
                  <a:lnTo>
                    <a:pt x="156004" y="96485"/>
                  </a:lnTo>
                  <a:lnTo>
                    <a:pt x="155319" y="114851"/>
                  </a:lnTo>
                  <a:lnTo>
                    <a:pt x="155229" y="116979"/>
                  </a:lnTo>
                  <a:lnTo>
                    <a:pt x="154538" y="133842"/>
                  </a:lnTo>
                  <a:lnTo>
                    <a:pt x="128956" y="124261"/>
                  </a:lnTo>
                  <a:lnTo>
                    <a:pt x="119006" y="126196"/>
                  </a:lnTo>
                  <a:lnTo>
                    <a:pt x="93458" y="131165"/>
                  </a:lnTo>
                  <a:lnTo>
                    <a:pt x="81991" y="142082"/>
                  </a:lnTo>
                  <a:lnTo>
                    <a:pt x="80651" y="149557"/>
                  </a:lnTo>
                  <a:lnTo>
                    <a:pt x="80084" y="152717"/>
                  </a:lnTo>
                  <a:lnTo>
                    <a:pt x="79257" y="157330"/>
                  </a:lnTo>
                  <a:lnTo>
                    <a:pt x="78536" y="161349"/>
                  </a:lnTo>
                  <a:lnTo>
                    <a:pt x="64085" y="176280"/>
                  </a:lnTo>
                  <a:lnTo>
                    <a:pt x="42409" y="178849"/>
                  </a:lnTo>
                  <a:lnTo>
                    <a:pt x="34713" y="170821"/>
                  </a:lnTo>
                  <a:lnTo>
                    <a:pt x="34433" y="166042"/>
                  </a:lnTo>
                  <a:lnTo>
                    <a:pt x="34365" y="164870"/>
                  </a:lnTo>
                  <a:lnTo>
                    <a:pt x="34329" y="164257"/>
                  </a:lnTo>
                  <a:lnTo>
                    <a:pt x="34274" y="163313"/>
                  </a:lnTo>
                  <a:lnTo>
                    <a:pt x="33951" y="157783"/>
                  </a:lnTo>
                  <a:lnTo>
                    <a:pt x="33039" y="142171"/>
                  </a:lnTo>
                  <a:lnTo>
                    <a:pt x="32828" y="138550"/>
                  </a:lnTo>
                  <a:lnTo>
                    <a:pt x="30870" y="137465"/>
                  </a:lnTo>
                  <a:lnTo>
                    <a:pt x="26435" y="135007"/>
                  </a:lnTo>
                  <a:lnTo>
                    <a:pt x="10178" y="125998"/>
                  </a:lnTo>
                  <a:lnTo>
                    <a:pt x="8790" y="125229"/>
                  </a:lnTo>
                  <a:lnTo>
                    <a:pt x="6754" y="124100"/>
                  </a:lnTo>
                  <a:lnTo>
                    <a:pt x="9712" y="108039"/>
                  </a:lnTo>
                  <a:lnTo>
                    <a:pt x="3141" y="106439"/>
                  </a:lnTo>
                  <a:lnTo>
                    <a:pt x="3396" y="105091"/>
                  </a:lnTo>
                  <a:lnTo>
                    <a:pt x="3642" y="103793"/>
                  </a:lnTo>
                  <a:lnTo>
                    <a:pt x="5026" y="96485"/>
                  </a:lnTo>
                  <a:lnTo>
                    <a:pt x="1496" y="95583"/>
                  </a:lnTo>
                  <a:lnTo>
                    <a:pt x="0" y="95201"/>
                  </a:lnTo>
                  <a:lnTo>
                    <a:pt x="178" y="92823"/>
                  </a:lnTo>
                  <a:lnTo>
                    <a:pt x="1099" y="80590"/>
                  </a:lnTo>
                  <a:lnTo>
                    <a:pt x="6968" y="80538"/>
                  </a:lnTo>
                  <a:lnTo>
                    <a:pt x="8013" y="80529"/>
                  </a:lnTo>
                  <a:lnTo>
                    <a:pt x="37226" y="80269"/>
                  </a:lnTo>
                  <a:lnTo>
                    <a:pt x="36597" y="74971"/>
                  </a:lnTo>
                  <a:lnTo>
                    <a:pt x="37666" y="68538"/>
                  </a:lnTo>
                  <a:lnTo>
                    <a:pt x="38011" y="66462"/>
                  </a:lnTo>
                  <a:lnTo>
                    <a:pt x="50420" y="59558"/>
                  </a:lnTo>
                  <a:lnTo>
                    <a:pt x="56703" y="53136"/>
                  </a:lnTo>
                  <a:lnTo>
                    <a:pt x="54397" y="46773"/>
                  </a:lnTo>
                  <a:lnTo>
                    <a:pt x="53561" y="44466"/>
                  </a:lnTo>
                  <a:lnTo>
                    <a:pt x="61415" y="40934"/>
                  </a:lnTo>
                  <a:lnTo>
                    <a:pt x="72841" y="41133"/>
                  </a:lnTo>
                  <a:lnTo>
                    <a:pt x="101899" y="41334"/>
                  </a:lnTo>
                  <a:lnTo>
                    <a:pt x="102112" y="33739"/>
                  </a:lnTo>
                  <a:lnTo>
                    <a:pt x="105140" y="22276"/>
                  </a:lnTo>
                  <a:lnTo>
                    <a:pt x="111266" y="18837"/>
                  </a:lnTo>
                  <a:lnTo>
                    <a:pt x="112110" y="18363"/>
                  </a:lnTo>
                  <a:lnTo>
                    <a:pt x="111317" y="17114"/>
                  </a:lnTo>
                  <a:lnTo>
                    <a:pt x="101913" y="2321"/>
                  </a:lnTo>
                  <a:lnTo>
                    <a:pt x="104649" y="0"/>
                  </a:lnTo>
                  <a:lnTo>
                    <a:pt x="114117" y="2060"/>
                  </a:lnTo>
                  <a:lnTo>
                    <a:pt x="119866" y="331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174841" y="2641392"/>
              <a:ext cx="115911" cy="140682"/>
            </a:xfrm>
            <a:custGeom>
              <a:avLst/>
              <a:pathLst>
                <a:path w="115911" h="140682">
                  <a:moveTo>
                    <a:pt x="75676" y="4168"/>
                  </a:moveTo>
                  <a:lnTo>
                    <a:pt x="77571" y="7150"/>
                  </a:lnTo>
                  <a:lnTo>
                    <a:pt x="77730" y="7401"/>
                  </a:lnTo>
                  <a:lnTo>
                    <a:pt x="80312" y="11468"/>
                  </a:lnTo>
                  <a:lnTo>
                    <a:pt x="80425" y="11646"/>
                  </a:lnTo>
                  <a:lnTo>
                    <a:pt x="81424" y="13219"/>
                  </a:lnTo>
                  <a:lnTo>
                    <a:pt x="81800" y="13878"/>
                  </a:lnTo>
                  <a:lnTo>
                    <a:pt x="83159" y="16268"/>
                  </a:lnTo>
                  <a:lnTo>
                    <a:pt x="83382" y="16659"/>
                  </a:lnTo>
                  <a:lnTo>
                    <a:pt x="84409" y="18371"/>
                  </a:lnTo>
                  <a:lnTo>
                    <a:pt x="85164" y="19628"/>
                  </a:lnTo>
                  <a:lnTo>
                    <a:pt x="86568" y="21969"/>
                  </a:lnTo>
                  <a:lnTo>
                    <a:pt x="86135" y="23921"/>
                  </a:lnTo>
                  <a:lnTo>
                    <a:pt x="85715" y="25814"/>
                  </a:lnTo>
                  <a:lnTo>
                    <a:pt x="85379" y="27331"/>
                  </a:lnTo>
                  <a:lnTo>
                    <a:pt x="85141" y="28403"/>
                  </a:lnTo>
                  <a:lnTo>
                    <a:pt x="84772" y="29737"/>
                  </a:lnTo>
                  <a:lnTo>
                    <a:pt x="84170" y="31910"/>
                  </a:lnTo>
                  <a:lnTo>
                    <a:pt x="83905" y="32864"/>
                  </a:lnTo>
                  <a:lnTo>
                    <a:pt x="83742" y="33353"/>
                  </a:lnTo>
                  <a:lnTo>
                    <a:pt x="83537" y="33968"/>
                  </a:lnTo>
                  <a:lnTo>
                    <a:pt x="83456" y="34319"/>
                  </a:lnTo>
                  <a:lnTo>
                    <a:pt x="83255" y="35185"/>
                  </a:lnTo>
                  <a:lnTo>
                    <a:pt x="83126" y="35834"/>
                  </a:lnTo>
                  <a:lnTo>
                    <a:pt x="83083" y="36050"/>
                  </a:lnTo>
                  <a:lnTo>
                    <a:pt x="82456" y="37446"/>
                  </a:lnTo>
                  <a:lnTo>
                    <a:pt x="81832" y="38835"/>
                  </a:lnTo>
                  <a:lnTo>
                    <a:pt x="81735" y="39181"/>
                  </a:lnTo>
                  <a:lnTo>
                    <a:pt x="81587" y="39395"/>
                  </a:lnTo>
                  <a:lnTo>
                    <a:pt x="81430" y="39621"/>
                  </a:lnTo>
                  <a:lnTo>
                    <a:pt x="81276" y="39842"/>
                  </a:lnTo>
                  <a:lnTo>
                    <a:pt x="81160" y="40009"/>
                  </a:lnTo>
                  <a:lnTo>
                    <a:pt x="80972" y="40282"/>
                  </a:lnTo>
                  <a:lnTo>
                    <a:pt x="80843" y="40502"/>
                  </a:lnTo>
                  <a:lnTo>
                    <a:pt x="80744" y="40672"/>
                  </a:lnTo>
                  <a:lnTo>
                    <a:pt x="80474" y="41186"/>
                  </a:lnTo>
                  <a:lnTo>
                    <a:pt x="81607" y="41784"/>
                  </a:lnTo>
                  <a:lnTo>
                    <a:pt x="83472" y="42769"/>
                  </a:lnTo>
                  <a:lnTo>
                    <a:pt x="85118" y="43638"/>
                  </a:lnTo>
                  <a:lnTo>
                    <a:pt x="91327" y="46917"/>
                  </a:lnTo>
                  <a:lnTo>
                    <a:pt x="92841" y="47717"/>
                  </a:lnTo>
                  <a:lnTo>
                    <a:pt x="94717" y="48690"/>
                  </a:lnTo>
                  <a:lnTo>
                    <a:pt x="98517" y="50661"/>
                  </a:lnTo>
                  <a:lnTo>
                    <a:pt x="98704" y="50758"/>
                  </a:lnTo>
                  <a:lnTo>
                    <a:pt x="99099" y="50963"/>
                  </a:lnTo>
                  <a:lnTo>
                    <a:pt x="98208" y="52178"/>
                  </a:lnTo>
                  <a:lnTo>
                    <a:pt x="95626" y="56528"/>
                  </a:lnTo>
                  <a:lnTo>
                    <a:pt x="95063" y="57631"/>
                  </a:lnTo>
                  <a:lnTo>
                    <a:pt x="95373" y="57778"/>
                  </a:lnTo>
                  <a:lnTo>
                    <a:pt x="95942" y="58047"/>
                  </a:lnTo>
                  <a:lnTo>
                    <a:pt x="96153" y="58146"/>
                  </a:lnTo>
                  <a:lnTo>
                    <a:pt x="96702" y="58406"/>
                  </a:lnTo>
                  <a:lnTo>
                    <a:pt x="97990" y="59153"/>
                  </a:lnTo>
                  <a:lnTo>
                    <a:pt x="100117" y="60385"/>
                  </a:lnTo>
                  <a:lnTo>
                    <a:pt x="104796" y="63098"/>
                  </a:lnTo>
                  <a:lnTo>
                    <a:pt x="105816" y="63689"/>
                  </a:lnTo>
                  <a:lnTo>
                    <a:pt x="108949" y="65505"/>
                  </a:lnTo>
                  <a:lnTo>
                    <a:pt x="111531" y="68445"/>
                  </a:lnTo>
                  <a:lnTo>
                    <a:pt x="112439" y="69478"/>
                  </a:lnTo>
                  <a:lnTo>
                    <a:pt x="114902" y="72282"/>
                  </a:lnTo>
                  <a:lnTo>
                    <a:pt x="115428" y="72881"/>
                  </a:lnTo>
                  <a:lnTo>
                    <a:pt x="115911" y="73486"/>
                  </a:lnTo>
                  <a:lnTo>
                    <a:pt x="115713" y="73663"/>
                  </a:lnTo>
                  <a:lnTo>
                    <a:pt x="110791" y="78047"/>
                  </a:lnTo>
                  <a:lnTo>
                    <a:pt x="110072" y="78687"/>
                  </a:lnTo>
                  <a:lnTo>
                    <a:pt x="109856" y="78972"/>
                  </a:lnTo>
                  <a:lnTo>
                    <a:pt x="105052" y="85284"/>
                  </a:lnTo>
                  <a:lnTo>
                    <a:pt x="104918" y="85460"/>
                  </a:lnTo>
                  <a:lnTo>
                    <a:pt x="100854" y="91150"/>
                  </a:lnTo>
                  <a:lnTo>
                    <a:pt x="100627" y="91478"/>
                  </a:lnTo>
                  <a:lnTo>
                    <a:pt x="96443" y="97508"/>
                  </a:lnTo>
                  <a:lnTo>
                    <a:pt x="96260" y="97773"/>
                  </a:lnTo>
                  <a:lnTo>
                    <a:pt x="91987" y="103450"/>
                  </a:lnTo>
                  <a:lnTo>
                    <a:pt x="93172" y="104328"/>
                  </a:lnTo>
                  <a:lnTo>
                    <a:pt x="101570" y="110553"/>
                  </a:lnTo>
                  <a:lnTo>
                    <a:pt x="105709" y="113621"/>
                  </a:lnTo>
                  <a:lnTo>
                    <a:pt x="98335" y="123358"/>
                  </a:lnTo>
                  <a:lnTo>
                    <a:pt x="91468" y="127412"/>
                  </a:lnTo>
                  <a:lnTo>
                    <a:pt x="88933" y="128909"/>
                  </a:lnTo>
                  <a:lnTo>
                    <a:pt x="78453" y="135056"/>
                  </a:lnTo>
                  <a:lnTo>
                    <a:pt x="61520" y="137150"/>
                  </a:lnTo>
                  <a:lnTo>
                    <a:pt x="60353" y="140237"/>
                  </a:lnTo>
                  <a:lnTo>
                    <a:pt x="60185" y="140682"/>
                  </a:lnTo>
                  <a:lnTo>
                    <a:pt x="55161" y="139545"/>
                  </a:lnTo>
                  <a:lnTo>
                    <a:pt x="56101" y="133618"/>
                  </a:lnTo>
                  <a:lnTo>
                    <a:pt x="54521" y="133866"/>
                  </a:lnTo>
                  <a:lnTo>
                    <a:pt x="48956" y="134741"/>
                  </a:lnTo>
                  <a:lnTo>
                    <a:pt x="47934" y="134902"/>
                  </a:lnTo>
                  <a:lnTo>
                    <a:pt x="46677" y="129443"/>
                  </a:lnTo>
                  <a:lnTo>
                    <a:pt x="52096" y="126393"/>
                  </a:lnTo>
                  <a:lnTo>
                    <a:pt x="64348" y="125189"/>
                  </a:lnTo>
                  <a:lnTo>
                    <a:pt x="80134" y="105521"/>
                  </a:lnTo>
                  <a:lnTo>
                    <a:pt x="67646" y="95727"/>
                  </a:lnTo>
                  <a:lnTo>
                    <a:pt x="62541" y="94603"/>
                  </a:lnTo>
                  <a:lnTo>
                    <a:pt x="62897" y="92586"/>
                  </a:lnTo>
                  <a:lnTo>
                    <a:pt x="63248" y="90589"/>
                  </a:lnTo>
                  <a:lnTo>
                    <a:pt x="62163" y="89971"/>
                  </a:lnTo>
                  <a:lnTo>
                    <a:pt x="59989" y="88734"/>
                  </a:lnTo>
                  <a:lnTo>
                    <a:pt x="57044" y="87057"/>
                  </a:lnTo>
                  <a:lnTo>
                    <a:pt x="58054" y="86171"/>
                  </a:lnTo>
                  <a:lnTo>
                    <a:pt x="60443" y="84075"/>
                  </a:lnTo>
                  <a:lnTo>
                    <a:pt x="63493" y="81400"/>
                  </a:lnTo>
                  <a:lnTo>
                    <a:pt x="67043" y="78286"/>
                  </a:lnTo>
                  <a:lnTo>
                    <a:pt x="67568" y="77825"/>
                  </a:lnTo>
                  <a:lnTo>
                    <a:pt x="63174" y="75032"/>
                  </a:lnTo>
                  <a:lnTo>
                    <a:pt x="56719" y="70929"/>
                  </a:lnTo>
                  <a:lnTo>
                    <a:pt x="55404" y="70093"/>
                  </a:lnTo>
                  <a:lnTo>
                    <a:pt x="54688" y="69637"/>
                  </a:lnTo>
                  <a:lnTo>
                    <a:pt x="55003" y="66795"/>
                  </a:lnTo>
                  <a:lnTo>
                    <a:pt x="56047" y="57369"/>
                  </a:lnTo>
                  <a:lnTo>
                    <a:pt x="56101" y="56873"/>
                  </a:lnTo>
                  <a:lnTo>
                    <a:pt x="53902" y="54224"/>
                  </a:lnTo>
                  <a:lnTo>
                    <a:pt x="48955" y="54224"/>
                  </a:lnTo>
                  <a:lnTo>
                    <a:pt x="48248" y="57837"/>
                  </a:lnTo>
                  <a:lnTo>
                    <a:pt x="45420" y="58238"/>
                  </a:lnTo>
                  <a:lnTo>
                    <a:pt x="41259" y="65737"/>
                  </a:lnTo>
                  <a:lnTo>
                    <a:pt x="36890" y="65185"/>
                  </a:lnTo>
                  <a:lnTo>
                    <a:pt x="34033" y="58960"/>
                  </a:lnTo>
                  <a:lnTo>
                    <a:pt x="34348" y="57532"/>
                  </a:lnTo>
                  <a:lnTo>
                    <a:pt x="34731" y="55800"/>
                  </a:lnTo>
                  <a:lnTo>
                    <a:pt x="35132" y="53983"/>
                  </a:lnTo>
                  <a:lnTo>
                    <a:pt x="20603" y="48284"/>
                  </a:lnTo>
                  <a:lnTo>
                    <a:pt x="16441" y="44671"/>
                  </a:lnTo>
                  <a:lnTo>
                    <a:pt x="10786" y="44190"/>
                  </a:lnTo>
                  <a:lnTo>
                    <a:pt x="9309" y="45539"/>
                  </a:lnTo>
                  <a:lnTo>
                    <a:pt x="7095" y="47561"/>
                  </a:lnTo>
                  <a:lnTo>
                    <a:pt x="4346" y="44591"/>
                  </a:lnTo>
                  <a:lnTo>
                    <a:pt x="1217" y="41984"/>
                  </a:lnTo>
                  <a:lnTo>
                    <a:pt x="0" y="38517"/>
                  </a:lnTo>
                  <a:lnTo>
                    <a:pt x="3620" y="31681"/>
                  </a:lnTo>
                  <a:lnTo>
                    <a:pt x="14035" y="34145"/>
                  </a:lnTo>
                  <a:lnTo>
                    <a:pt x="21496" y="30633"/>
                  </a:lnTo>
                  <a:lnTo>
                    <a:pt x="20689" y="26400"/>
                  </a:lnTo>
                  <a:lnTo>
                    <a:pt x="16882" y="6450"/>
                  </a:lnTo>
                  <a:lnTo>
                    <a:pt x="18124" y="6249"/>
                  </a:lnTo>
                  <a:lnTo>
                    <a:pt x="19159" y="6083"/>
                  </a:lnTo>
                  <a:lnTo>
                    <a:pt x="24270" y="5258"/>
                  </a:lnTo>
                  <a:lnTo>
                    <a:pt x="50565" y="1019"/>
                  </a:lnTo>
                  <a:lnTo>
                    <a:pt x="50938" y="5152"/>
                  </a:lnTo>
                  <a:lnTo>
                    <a:pt x="54222" y="3989"/>
                  </a:lnTo>
                  <a:lnTo>
                    <a:pt x="56172" y="3010"/>
                  </a:lnTo>
                  <a:lnTo>
                    <a:pt x="59750" y="686"/>
                  </a:lnTo>
                  <a:lnTo>
                    <a:pt x="60360" y="291"/>
                  </a:lnTo>
                  <a:lnTo>
                    <a:pt x="60808" y="0"/>
                  </a:lnTo>
                  <a:lnTo>
                    <a:pt x="61985" y="18"/>
                  </a:lnTo>
                  <a:lnTo>
                    <a:pt x="63576" y="44"/>
                  </a:lnTo>
                  <a:lnTo>
                    <a:pt x="68254" y="120"/>
                  </a:lnTo>
                  <a:lnTo>
                    <a:pt x="70994" y="164"/>
                  </a:lnTo>
                  <a:lnTo>
                    <a:pt x="72169" y="485"/>
                  </a:lnTo>
                  <a:lnTo>
                    <a:pt x="72709" y="632"/>
                  </a:lnTo>
                  <a:lnTo>
                    <a:pt x="72982" y="706"/>
                  </a:lnTo>
                  <a:lnTo>
                    <a:pt x="74139" y="1969"/>
                  </a:lnTo>
                  <a:lnTo>
                    <a:pt x="75199" y="34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3001282" y="2731716"/>
              <a:ext cx="109385" cy="181606"/>
            </a:xfrm>
            <a:custGeom>
              <a:avLst/>
              <a:pathLst>
                <a:path w="109385" h="181606">
                  <a:moveTo>
                    <a:pt x="95982" y="43600"/>
                  </a:moveTo>
                  <a:lnTo>
                    <a:pt x="98457" y="49193"/>
                  </a:lnTo>
                  <a:lnTo>
                    <a:pt x="100176" y="53077"/>
                  </a:lnTo>
                  <a:lnTo>
                    <a:pt x="109385" y="73883"/>
                  </a:lnTo>
                  <a:lnTo>
                    <a:pt x="109120" y="74264"/>
                  </a:lnTo>
                  <a:lnTo>
                    <a:pt x="108149" y="74808"/>
                  </a:lnTo>
                  <a:lnTo>
                    <a:pt x="107601" y="75115"/>
                  </a:lnTo>
                  <a:lnTo>
                    <a:pt x="107015" y="75444"/>
                  </a:lnTo>
                  <a:lnTo>
                    <a:pt x="106571" y="75693"/>
                  </a:lnTo>
                  <a:lnTo>
                    <a:pt x="106291" y="75850"/>
                  </a:lnTo>
                  <a:lnTo>
                    <a:pt x="106076" y="75971"/>
                  </a:lnTo>
                  <a:lnTo>
                    <a:pt x="105520" y="76344"/>
                  </a:lnTo>
                  <a:lnTo>
                    <a:pt x="105422" y="76507"/>
                  </a:lnTo>
                  <a:lnTo>
                    <a:pt x="105033" y="77159"/>
                  </a:lnTo>
                  <a:lnTo>
                    <a:pt x="104766" y="77605"/>
                  </a:lnTo>
                  <a:lnTo>
                    <a:pt x="104620" y="77849"/>
                  </a:lnTo>
                  <a:lnTo>
                    <a:pt x="104521" y="78015"/>
                  </a:lnTo>
                  <a:lnTo>
                    <a:pt x="104236" y="78490"/>
                  </a:lnTo>
                  <a:lnTo>
                    <a:pt x="103919" y="79020"/>
                  </a:lnTo>
                  <a:lnTo>
                    <a:pt x="103807" y="79207"/>
                  </a:lnTo>
                  <a:lnTo>
                    <a:pt x="103608" y="79540"/>
                  </a:lnTo>
                  <a:lnTo>
                    <a:pt x="103515" y="79696"/>
                  </a:lnTo>
                  <a:lnTo>
                    <a:pt x="103409" y="79873"/>
                  </a:lnTo>
                  <a:lnTo>
                    <a:pt x="103099" y="80391"/>
                  </a:lnTo>
                  <a:lnTo>
                    <a:pt x="102962" y="80621"/>
                  </a:lnTo>
                  <a:lnTo>
                    <a:pt x="102687" y="81081"/>
                  </a:lnTo>
                  <a:lnTo>
                    <a:pt x="102399" y="81561"/>
                  </a:lnTo>
                  <a:lnTo>
                    <a:pt x="102211" y="81876"/>
                  </a:lnTo>
                  <a:lnTo>
                    <a:pt x="102118" y="82030"/>
                  </a:lnTo>
                  <a:lnTo>
                    <a:pt x="101987" y="82250"/>
                  </a:lnTo>
                  <a:lnTo>
                    <a:pt x="101806" y="82555"/>
                  </a:lnTo>
                  <a:lnTo>
                    <a:pt x="101429" y="83538"/>
                  </a:lnTo>
                  <a:lnTo>
                    <a:pt x="101197" y="84142"/>
                  </a:lnTo>
                  <a:lnTo>
                    <a:pt x="101129" y="84322"/>
                  </a:lnTo>
                  <a:lnTo>
                    <a:pt x="100944" y="84805"/>
                  </a:lnTo>
                  <a:lnTo>
                    <a:pt x="100887" y="84951"/>
                  </a:lnTo>
                  <a:lnTo>
                    <a:pt x="100717" y="85397"/>
                  </a:lnTo>
                  <a:lnTo>
                    <a:pt x="100617" y="85657"/>
                  </a:lnTo>
                  <a:lnTo>
                    <a:pt x="100295" y="86497"/>
                  </a:lnTo>
                  <a:lnTo>
                    <a:pt x="100157" y="86857"/>
                  </a:lnTo>
                  <a:lnTo>
                    <a:pt x="100009" y="87210"/>
                  </a:lnTo>
                  <a:lnTo>
                    <a:pt x="99754" y="87820"/>
                  </a:lnTo>
                  <a:lnTo>
                    <a:pt x="98669" y="90413"/>
                  </a:lnTo>
                  <a:lnTo>
                    <a:pt x="98557" y="90680"/>
                  </a:lnTo>
                  <a:lnTo>
                    <a:pt x="98453" y="90929"/>
                  </a:lnTo>
                  <a:lnTo>
                    <a:pt x="98230" y="91461"/>
                  </a:lnTo>
                  <a:lnTo>
                    <a:pt x="98172" y="91599"/>
                  </a:lnTo>
                  <a:lnTo>
                    <a:pt x="98116" y="91734"/>
                  </a:lnTo>
                  <a:lnTo>
                    <a:pt x="97697" y="92706"/>
                  </a:lnTo>
                  <a:lnTo>
                    <a:pt x="97614" y="92880"/>
                  </a:lnTo>
                  <a:lnTo>
                    <a:pt x="97525" y="93068"/>
                  </a:lnTo>
                  <a:lnTo>
                    <a:pt x="97395" y="93343"/>
                  </a:lnTo>
                  <a:lnTo>
                    <a:pt x="97309" y="93525"/>
                  </a:lnTo>
                  <a:lnTo>
                    <a:pt x="97222" y="93708"/>
                  </a:lnTo>
                  <a:lnTo>
                    <a:pt x="96917" y="94352"/>
                  </a:lnTo>
                  <a:lnTo>
                    <a:pt x="96774" y="94653"/>
                  </a:lnTo>
                  <a:lnTo>
                    <a:pt x="96672" y="94869"/>
                  </a:lnTo>
                  <a:lnTo>
                    <a:pt x="96493" y="95247"/>
                  </a:lnTo>
                  <a:lnTo>
                    <a:pt x="96323" y="95605"/>
                  </a:lnTo>
                  <a:lnTo>
                    <a:pt x="96262" y="95734"/>
                  </a:lnTo>
                  <a:lnTo>
                    <a:pt x="96111" y="96052"/>
                  </a:lnTo>
                  <a:lnTo>
                    <a:pt x="96035" y="96212"/>
                  </a:lnTo>
                  <a:lnTo>
                    <a:pt x="95832" y="96573"/>
                  </a:lnTo>
                  <a:lnTo>
                    <a:pt x="95641" y="96883"/>
                  </a:lnTo>
                  <a:lnTo>
                    <a:pt x="95562" y="97012"/>
                  </a:lnTo>
                  <a:lnTo>
                    <a:pt x="95439" y="97213"/>
                  </a:lnTo>
                  <a:lnTo>
                    <a:pt x="95188" y="97714"/>
                  </a:lnTo>
                  <a:lnTo>
                    <a:pt x="95180" y="97937"/>
                  </a:lnTo>
                  <a:lnTo>
                    <a:pt x="95175" y="98083"/>
                  </a:lnTo>
                  <a:lnTo>
                    <a:pt x="95167" y="98293"/>
                  </a:lnTo>
                  <a:lnTo>
                    <a:pt x="95160" y="98480"/>
                  </a:lnTo>
                  <a:lnTo>
                    <a:pt x="95151" y="98742"/>
                  </a:lnTo>
                  <a:lnTo>
                    <a:pt x="95143" y="98958"/>
                  </a:lnTo>
                  <a:lnTo>
                    <a:pt x="95128" y="99185"/>
                  </a:lnTo>
                  <a:lnTo>
                    <a:pt x="95108" y="99503"/>
                  </a:lnTo>
                  <a:lnTo>
                    <a:pt x="95089" y="99798"/>
                  </a:lnTo>
                  <a:lnTo>
                    <a:pt x="95058" y="100287"/>
                  </a:lnTo>
                  <a:lnTo>
                    <a:pt x="95033" y="100684"/>
                  </a:lnTo>
                  <a:lnTo>
                    <a:pt x="94911" y="100817"/>
                  </a:lnTo>
                  <a:lnTo>
                    <a:pt x="94728" y="101088"/>
                  </a:lnTo>
                  <a:lnTo>
                    <a:pt x="92945" y="110298"/>
                  </a:lnTo>
                  <a:lnTo>
                    <a:pt x="92550" y="112336"/>
                  </a:lnTo>
                  <a:lnTo>
                    <a:pt x="89763" y="116994"/>
                  </a:lnTo>
                  <a:lnTo>
                    <a:pt x="89518" y="117404"/>
                  </a:lnTo>
                  <a:lnTo>
                    <a:pt x="89095" y="117705"/>
                  </a:lnTo>
                  <a:lnTo>
                    <a:pt x="85102" y="120596"/>
                  </a:lnTo>
                  <a:lnTo>
                    <a:pt x="85215" y="122549"/>
                  </a:lnTo>
                  <a:lnTo>
                    <a:pt x="85587" y="128922"/>
                  </a:lnTo>
                  <a:lnTo>
                    <a:pt x="85642" y="129869"/>
                  </a:lnTo>
                  <a:lnTo>
                    <a:pt x="86008" y="133899"/>
                  </a:lnTo>
                  <a:lnTo>
                    <a:pt x="87075" y="145646"/>
                  </a:lnTo>
                  <a:lnTo>
                    <a:pt x="86562" y="145659"/>
                  </a:lnTo>
                  <a:lnTo>
                    <a:pt x="86660" y="163105"/>
                  </a:lnTo>
                  <a:lnTo>
                    <a:pt x="87304" y="169221"/>
                  </a:lnTo>
                  <a:lnTo>
                    <a:pt x="87345" y="169610"/>
                  </a:lnTo>
                  <a:lnTo>
                    <a:pt x="87204" y="169604"/>
                  </a:lnTo>
                  <a:lnTo>
                    <a:pt x="81641" y="168390"/>
                  </a:lnTo>
                  <a:lnTo>
                    <a:pt x="80812" y="168209"/>
                  </a:lnTo>
                  <a:lnTo>
                    <a:pt x="85966" y="181606"/>
                  </a:lnTo>
                  <a:lnTo>
                    <a:pt x="85042" y="181136"/>
                  </a:lnTo>
                  <a:lnTo>
                    <a:pt x="80640" y="178896"/>
                  </a:lnTo>
                  <a:lnTo>
                    <a:pt x="80544" y="179055"/>
                  </a:lnTo>
                  <a:lnTo>
                    <a:pt x="74095" y="174302"/>
                  </a:lnTo>
                  <a:lnTo>
                    <a:pt x="71346" y="172395"/>
                  </a:lnTo>
                  <a:lnTo>
                    <a:pt x="66143" y="174904"/>
                  </a:lnTo>
                  <a:lnTo>
                    <a:pt x="59075" y="179921"/>
                  </a:lnTo>
                  <a:lnTo>
                    <a:pt x="45773" y="174352"/>
                  </a:lnTo>
                  <a:lnTo>
                    <a:pt x="25697" y="165672"/>
                  </a:lnTo>
                  <a:lnTo>
                    <a:pt x="20175" y="162764"/>
                  </a:lnTo>
                  <a:lnTo>
                    <a:pt x="17598" y="161407"/>
                  </a:lnTo>
                  <a:lnTo>
                    <a:pt x="15507" y="160344"/>
                  </a:lnTo>
                  <a:lnTo>
                    <a:pt x="16198" y="143481"/>
                  </a:lnTo>
                  <a:lnTo>
                    <a:pt x="16288" y="141353"/>
                  </a:lnTo>
                  <a:lnTo>
                    <a:pt x="16973" y="122987"/>
                  </a:lnTo>
                  <a:lnTo>
                    <a:pt x="0" y="121806"/>
                  </a:lnTo>
                  <a:lnTo>
                    <a:pt x="431" y="110286"/>
                  </a:lnTo>
                  <a:lnTo>
                    <a:pt x="502" y="109199"/>
                  </a:lnTo>
                  <a:lnTo>
                    <a:pt x="903" y="103021"/>
                  </a:lnTo>
                  <a:lnTo>
                    <a:pt x="1060" y="100390"/>
                  </a:lnTo>
                  <a:lnTo>
                    <a:pt x="972" y="99377"/>
                  </a:lnTo>
                  <a:lnTo>
                    <a:pt x="787" y="97254"/>
                  </a:lnTo>
                  <a:lnTo>
                    <a:pt x="728" y="96577"/>
                  </a:lnTo>
                  <a:lnTo>
                    <a:pt x="1695" y="90046"/>
                  </a:lnTo>
                  <a:lnTo>
                    <a:pt x="1993" y="88034"/>
                  </a:lnTo>
                  <a:lnTo>
                    <a:pt x="2055" y="87867"/>
                  </a:lnTo>
                  <a:lnTo>
                    <a:pt x="4487" y="81356"/>
                  </a:lnTo>
                  <a:lnTo>
                    <a:pt x="6529" y="80233"/>
                  </a:lnTo>
                  <a:lnTo>
                    <a:pt x="9356" y="79751"/>
                  </a:lnTo>
                  <a:lnTo>
                    <a:pt x="11241" y="79992"/>
                  </a:lnTo>
                  <a:lnTo>
                    <a:pt x="22786" y="82801"/>
                  </a:lnTo>
                  <a:lnTo>
                    <a:pt x="29461" y="83925"/>
                  </a:lnTo>
                  <a:lnTo>
                    <a:pt x="33467" y="83363"/>
                  </a:lnTo>
                  <a:lnTo>
                    <a:pt x="33396" y="83148"/>
                  </a:lnTo>
                  <a:lnTo>
                    <a:pt x="32843" y="81470"/>
                  </a:lnTo>
                  <a:lnTo>
                    <a:pt x="32284" y="79543"/>
                  </a:lnTo>
                  <a:lnTo>
                    <a:pt x="32078" y="77646"/>
                  </a:lnTo>
                  <a:lnTo>
                    <a:pt x="31282" y="74696"/>
                  </a:lnTo>
                  <a:lnTo>
                    <a:pt x="30664" y="71987"/>
                  </a:lnTo>
                  <a:lnTo>
                    <a:pt x="30016" y="70241"/>
                  </a:lnTo>
                  <a:lnTo>
                    <a:pt x="29339" y="69007"/>
                  </a:lnTo>
                  <a:lnTo>
                    <a:pt x="27807" y="67682"/>
                  </a:lnTo>
                  <a:lnTo>
                    <a:pt x="22868" y="62728"/>
                  </a:lnTo>
                  <a:lnTo>
                    <a:pt x="20886" y="60741"/>
                  </a:lnTo>
                  <a:lnTo>
                    <a:pt x="14455" y="55134"/>
                  </a:lnTo>
                  <a:lnTo>
                    <a:pt x="12529" y="52386"/>
                  </a:lnTo>
                  <a:lnTo>
                    <a:pt x="22164" y="40850"/>
                  </a:lnTo>
                  <a:lnTo>
                    <a:pt x="30398" y="34151"/>
                  </a:lnTo>
                  <a:lnTo>
                    <a:pt x="31177" y="33626"/>
                  </a:lnTo>
                  <a:lnTo>
                    <a:pt x="42970" y="45071"/>
                  </a:lnTo>
                  <a:lnTo>
                    <a:pt x="48310" y="40094"/>
                  </a:lnTo>
                  <a:lnTo>
                    <a:pt x="55221" y="38007"/>
                  </a:lnTo>
                  <a:lnTo>
                    <a:pt x="57892" y="28213"/>
                  </a:lnTo>
                  <a:lnTo>
                    <a:pt x="62133" y="26287"/>
                  </a:lnTo>
                  <a:lnTo>
                    <a:pt x="64646" y="23397"/>
                  </a:lnTo>
                  <a:lnTo>
                    <a:pt x="64846" y="19988"/>
                  </a:lnTo>
                  <a:lnTo>
                    <a:pt x="65117" y="15369"/>
                  </a:lnTo>
                  <a:lnTo>
                    <a:pt x="66557" y="15124"/>
                  </a:lnTo>
                  <a:lnTo>
                    <a:pt x="74541" y="13764"/>
                  </a:lnTo>
                  <a:lnTo>
                    <a:pt x="76141" y="0"/>
                  </a:lnTo>
                  <a:lnTo>
                    <a:pt x="78338" y="2082"/>
                  </a:lnTo>
                  <a:lnTo>
                    <a:pt x="78622" y="3224"/>
                  </a:lnTo>
                  <a:lnTo>
                    <a:pt x="79737" y="7695"/>
                  </a:lnTo>
                  <a:lnTo>
                    <a:pt x="80663" y="9683"/>
                  </a:lnTo>
                  <a:lnTo>
                    <a:pt x="85235" y="19496"/>
                  </a:lnTo>
                  <a:lnTo>
                    <a:pt x="86805" y="228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g6"/>
            <p:cNvSpPr/>
            <p:nvPr/>
          </p:nvSpPr>
          <p:spPr>
            <a:xfrm>
              <a:off x="2437576" y="5169557"/>
              <a:ext cx="152326" cy="159122"/>
            </a:xfrm>
            <a:custGeom>
              <a:avLst/>
              <a:pathLst>
                <a:path w="152326" h="159122">
                  <a:moveTo>
                    <a:pt x="112416" y="18443"/>
                  </a:moveTo>
                  <a:lnTo>
                    <a:pt x="123902" y="19613"/>
                  </a:lnTo>
                  <a:lnTo>
                    <a:pt x="129305" y="19555"/>
                  </a:lnTo>
                  <a:lnTo>
                    <a:pt x="133883" y="19507"/>
                  </a:lnTo>
                  <a:lnTo>
                    <a:pt x="133990" y="21075"/>
                  </a:lnTo>
                  <a:lnTo>
                    <a:pt x="134000" y="21248"/>
                  </a:lnTo>
                  <a:lnTo>
                    <a:pt x="134043" y="21990"/>
                  </a:lnTo>
                  <a:lnTo>
                    <a:pt x="134287" y="26210"/>
                  </a:lnTo>
                  <a:lnTo>
                    <a:pt x="134539" y="30567"/>
                  </a:lnTo>
                  <a:lnTo>
                    <a:pt x="134574" y="30923"/>
                  </a:lnTo>
                  <a:lnTo>
                    <a:pt x="135248" y="30903"/>
                  </a:lnTo>
                  <a:lnTo>
                    <a:pt x="139951" y="30766"/>
                  </a:lnTo>
                  <a:lnTo>
                    <a:pt x="140243" y="30754"/>
                  </a:lnTo>
                  <a:lnTo>
                    <a:pt x="145759" y="30531"/>
                  </a:lnTo>
                  <a:lnTo>
                    <a:pt x="146478" y="30502"/>
                  </a:lnTo>
                  <a:lnTo>
                    <a:pt x="149951" y="30362"/>
                  </a:lnTo>
                  <a:lnTo>
                    <a:pt x="150094" y="32549"/>
                  </a:lnTo>
                  <a:lnTo>
                    <a:pt x="150172" y="33745"/>
                  </a:lnTo>
                  <a:lnTo>
                    <a:pt x="150212" y="34364"/>
                  </a:lnTo>
                  <a:lnTo>
                    <a:pt x="151074" y="47541"/>
                  </a:lnTo>
                  <a:lnTo>
                    <a:pt x="151110" y="48083"/>
                  </a:lnTo>
                  <a:lnTo>
                    <a:pt x="151587" y="55381"/>
                  </a:lnTo>
                  <a:lnTo>
                    <a:pt x="151739" y="57704"/>
                  </a:lnTo>
                  <a:lnTo>
                    <a:pt x="151783" y="58369"/>
                  </a:lnTo>
                  <a:lnTo>
                    <a:pt x="152326" y="66681"/>
                  </a:lnTo>
                  <a:lnTo>
                    <a:pt x="151580" y="77237"/>
                  </a:lnTo>
                  <a:lnTo>
                    <a:pt x="151363" y="78529"/>
                  </a:lnTo>
                  <a:lnTo>
                    <a:pt x="151107" y="79721"/>
                  </a:lnTo>
                  <a:lnTo>
                    <a:pt x="150784" y="81219"/>
                  </a:lnTo>
                  <a:lnTo>
                    <a:pt x="150724" y="81442"/>
                  </a:lnTo>
                  <a:lnTo>
                    <a:pt x="150235" y="83266"/>
                  </a:lnTo>
                  <a:lnTo>
                    <a:pt x="149815" y="84567"/>
                  </a:lnTo>
                  <a:lnTo>
                    <a:pt x="149174" y="86557"/>
                  </a:lnTo>
                  <a:lnTo>
                    <a:pt x="146947" y="92169"/>
                  </a:lnTo>
                  <a:lnTo>
                    <a:pt x="146388" y="93417"/>
                  </a:lnTo>
                  <a:lnTo>
                    <a:pt x="145525" y="95047"/>
                  </a:lnTo>
                  <a:lnTo>
                    <a:pt x="144959" y="95843"/>
                  </a:lnTo>
                  <a:lnTo>
                    <a:pt x="139957" y="102886"/>
                  </a:lnTo>
                  <a:lnTo>
                    <a:pt x="137172" y="105844"/>
                  </a:lnTo>
                  <a:lnTo>
                    <a:pt x="131107" y="113985"/>
                  </a:lnTo>
                  <a:lnTo>
                    <a:pt x="123245" y="123605"/>
                  </a:lnTo>
                  <a:lnTo>
                    <a:pt x="122952" y="123964"/>
                  </a:lnTo>
                  <a:lnTo>
                    <a:pt x="121389" y="125876"/>
                  </a:lnTo>
                  <a:lnTo>
                    <a:pt x="121104" y="126183"/>
                  </a:lnTo>
                  <a:lnTo>
                    <a:pt x="120689" y="126628"/>
                  </a:lnTo>
                  <a:lnTo>
                    <a:pt x="116665" y="130956"/>
                  </a:lnTo>
                  <a:lnTo>
                    <a:pt x="113673" y="133572"/>
                  </a:lnTo>
                  <a:lnTo>
                    <a:pt x="111572" y="135409"/>
                  </a:lnTo>
                  <a:lnTo>
                    <a:pt x="110144" y="136549"/>
                  </a:lnTo>
                  <a:lnTo>
                    <a:pt x="105677" y="140118"/>
                  </a:lnTo>
                  <a:lnTo>
                    <a:pt x="100790" y="144023"/>
                  </a:lnTo>
                  <a:lnTo>
                    <a:pt x="100570" y="144199"/>
                  </a:lnTo>
                  <a:lnTo>
                    <a:pt x="99508" y="145118"/>
                  </a:lnTo>
                  <a:lnTo>
                    <a:pt x="97036" y="147259"/>
                  </a:lnTo>
                  <a:lnTo>
                    <a:pt x="84717" y="159122"/>
                  </a:lnTo>
                  <a:lnTo>
                    <a:pt x="83658" y="148322"/>
                  </a:lnTo>
                  <a:lnTo>
                    <a:pt x="82947" y="143722"/>
                  </a:lnTo>
                  <a:lnTo>
                    <a:pt x="82870" y="143225"/>
                  </a:lnTo>
                  <a:lnTo>
                    <a:pt x="82531" y="141029"/>
                  </a:lnTo>
                  <a:lnTo>
                    <a:pt x="80945" y="137949"/>
                  </a:lnTo>
                  <a:lnTo>
                    <a:pt x="77455" y="131175"/>
                  </a:lnTo>
                  <a:lnTo>
                    <a:pt x="75567" y="127509"/>
                  </a:lnTo>
                  <a:lnTo>
                    <a:pt x="74885" y="126422"/>
                  </a:lnTo>
                  <a:lnTo>
                    <a:pt x="70139" y="118857"/>
                  </a:lnTo>
                  <a:lnTo>
                    <a:pt x="65889" y="112215"/>
                  </a:lnTo>
                  <a:lnTo>
                    <a:pt x="65807" y="112087"/>
                  </a:lnTo>
                  <a:lnTo>
                    <a:pt x="60539" y="103856"/>
                  </a:lnTo>
                  <a:lnTo>
                    <a:pt x="60377" y="103599"/>
                  </a:lnTo>
                  <a:lnTo>
                    <a:pt x="59428" y="101502"/>
                  </a:lnTo>
                  <a:lnTo>
                    <a:pt x="57217" y="98440"/>
                  </a:lnTo>
                  <a:lnTo>
                    <a:pt x="56086" y="97669"/>
                  </a:lnTo>
                  <a:lnTo>
                    <a:pt x="55081" y="97188"/>
                  </a:lnTo>
                  <a:lnTo>
                    <a:pt x="53950" y="96963"/>
                  </a:lnTo>
                  <a:lnTo>
                    <a:pt x="52599" y="96834"/>
                  </a:lnTo>
                  <a:lnTo>
                    <a:pt x="50306" y="97412"/>
                  </a:lnTo>
                  <a:lnTo>
                    <a:pt x="48269" y="98575"/>
                  </a:lnTo>
                  <a:lnTo>
                    <a:pt x="47000" y="99299"/>
                  </a:lnTo>
                  <a:lnTo>
                    <a:pt x="46703" y="99469"/>
                  </a:lnTo>
                  <a:lnTo>
                    <a:pt x="46597" y="99325"/>
                  </a:lnTo>
                  <a:lnTo>
                    <a:pt x="45171" y="97382"/>
                  </a:lnTo>
                  <a:lnTo>
                    <a:pt x="44481" y="96103"/>
                  </a:lnTo>
                  <a:lnTo>
                    <a:pt x="44108" y="94579"/>
                  </a:lnTo>
                  <a:lnTo>
                    <a:pt x="44209" y="85414"/>
                  </a:lnTo>
                  <a:lnTo>
                    <a:pt x="36128" y="85789"/>
                  </a:lnTo>
                  <a:lnTo>
                    <a:pt x="28672" y="86135"/>
                  </a:lnTo>
                  <a:lnTo>
                    <a:pt x="28167" y="86147"/>
                  </a:lnTo>
                  <a:lnTo>
                    <a:pt x="28464" y="97482"/>
                  </a:lnTo>
                  <a:lnTo>
                    <a:pt x="28518" y="98059"/>
                  </a:lnTo>
                  <a:lnTo>
                    <a:pt x="28557" y="98640"/>
                  </a:lnTo>
                  <a:lnTo>
                    <a:pt x="28076" y="98643"/>
                  </a:lnTo>
                  <a:lnTo>
                    <a:pt x="9226" y="98761"/>
                  </a:lnTo>
                  <a:lnTo>
                    <a:pt x="8545" y="98743"/>
                  </a:lnTo>
                  <a:lnTo>
                    <a:pt x="4512" y="98638"/>
                  </a:lnTo>
                  <a:lnTo>
                    <a:pt x="136" y="98160"/>
                  </a:lnTo>
                  <a:lnTo>
                    <a:pt x="0" y="98143"/>
                  </a:lnTo>
                  <a:lnTo>
                    <a:pt x="119" y="97582"/>
                  </a:lnTo>
                  <a:lnTo>
                    <a:pt x="1459" y="91321"/>
                  </a:lnTo>
                  <a:lnTo>
                    <a:pt x="6438" y="80035"/>
                  </a:lnTo>
                  <a:lnTo>
                    <a:pt x="13288" y="64506"/>
                  </a:lnTo>
                  <a:lnTo>
                    <a:pt x="13601" y="63796"/>
                  </a:lnTo>
                  <a:lnTo>
                    <a:pt x="15898" y="59554"/>
                  </a:lnTo>
                  <a:lnTo>
                    <a:pt x="16946" y="58112"/>
                  </a:lnTo>
                  <a:lnTo>
                    <a:pt x="19368" y="56817"/>
                  </a:lnTo>
                  <a:lnTo>
                    <a:pt x="26485" y="56413"/>
                  </a:lnTo>
                  <a:lnTo>
                    <a:pt x="27009" y="56391"/>
                  </a:lnTo>
                  <a:lnTo>
                    <a:pt x="36616" y="55980"/>
                  </a:lnTo>
                  <a:lnTo>
                    <a:pt x="36743" y="55973"/>
                  </a:lnTo>
                  <a:lnTo>
                    <a:pt x="50588" y="55281"/>
                  </a:lnTo>
                  <a:lnTo>
                    <a:pt x="62932" y="54528"/>
                  </a:lnTo>
                  <a:lnTo>
                    <a:pt x="62888" y="54054"/>
                  </a:lnTo>
                  <a:lnTo>
                    <a:pt x="60919" y="37006"/>
                  </a:lnTo>
                  <a:lnTo>
                    <a:pt x="60788" y="35873"/>
                  </a:lnTo>
                  <a:lnTo>
                    <a:pt x="59963" y="25885"/>
                  </a:lnTo>
                  <a:lnTo>
                    <a:pt x="59280" y="14091"/>
                  </a:lnTo>
                  <a:lnTo>
                    <a:pt x="59371" y="13452"/>
                  </a:lnTo>
                  <a:lnTo>
                    <a:pt x="59485" y="12652"/>
                  </a:lnTo>
                  <a:lnTo>
                    <a:pt x="61290" y="0"/>
                  </a:lnTo>
                  <a:lnTo>
                    <a:pt x="62414" y="154"/>
                  </a:lnTo>
                  <a:lnTo>
                    <a:pt x="64384" y="425"/>
                  </a:lnTo>
                  <a:lnTo>
                    <a:pt x="71946" y="1464"/>
                  </a:lnTo>
                  <a:lnTo>
                    <a:pt x="72859" y="1580"/>
                  </a:lnTo>
                  <a:lnTo>
                    <a:pt x="74116" y="1740"/>
                  </a:lnTo>
                  <a:lnTo>
                    <a:pt x="75965" y="1975"/>
                  </a:lnTo>
                  <a:lnTo>
                    <a:pt x="80127" y="2504"/>
                  </a:lnTo>
                  <a:lnTo>
                    <a:pt x="84664" y="3082"/>
                  </a:lnTo>
                  <a:lnTo>
                    <a:pt x="84670" y="3534"/>
                  </a:lnTo>
                  <a:lnTo>
                    <a:pt x="84752" y="9727"/>
                  </a:lnTo>
                  <a:lnTo>
                    <a:pt x="85058" y="14251"/>
                  </a:lnTo>
                  <a:lnTo>
                    <a:pt x="85143" y="15074"/>
                  </a:lnTo>
                  <a:lnTo>
                    <a:pt x="90244" y="15717"/>
                  </a:lnTo>
                  <a:lnTo>
                    <a:pt x="90459" y="15744"/>
                  </a:lnTo>
                  <a:lnTo>
                    <a:pt x="95079" y="16326"/>
                  </a:lnTo>
                  <a:lnTo>
                    <a:pt x="104138" y="17468"/>
                  </a:lnTo>
                  <a:lnTo>
                    <a:pt x="108144" y="17973"/>
                  </a:lnTo>
                  <a:lnTo>
                    <a:pt x="109618" y="18158"/>
                  </a:lnTo>
                  <a:lnTo>
                    <a:pt x="109949" y="181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g7"/>
            <p:cNvSpPr/>
            <p:nvPr/>
          </p:nvSpPr>
          <p:spPr>
            <a:xfrm>
              <a:off x="2290803" y="5151805"/>
              <a:ext cx="209705" cy="115896"/>
            </a:xfrm>
            <a:custGeom>
              <a:avLst/>
              <a:pathLst>
                <a:path w="209705" h="115896">
                  <a:moveTo>
                    <a:pt x="113668" y="6402"/>
                  </a:moveTo>
                  <a:lnTo>
                    <a:pt x="136848" y="9180"/>
                  </a:lnTo>
                  <a:lnTo>
                    <a:pt x="137501" y="9258"/>
                  </a:lnTo>
                  <a:lnTo>
                    <a:pt x="138900" y="9433"/>
                  </a:lnTo>
                  <a:lnTo>
                    <a:pt x="146300" y="10360"/>
                  </a:lnTo>
                  <a:lnTo>
                    <a:pt x="148755" y="10736"/>
                  </a:lnTo>
                  <a:lnTo>
                    <a:pt x="149383" y="10832"/>
                  </a:lnTo>
                  <a:lnTo>
                    <a:pt x="150958" y="11074"/>
                  </a:lnTo>
                  <a:lnTo>
                    <a:pt x="151954" y="11227"/>
                  </a:lnTo>
                  <a:lnTo>
                    <a:pt x="159824" y="12142"/>
                  </a:lnTo>
                  <a:lnTo>
                    <a:pt x="172096" y="13569"/>
                  </a:lnTo>
                  <a:lnTo>
                    <a:pt x="172949" y="13668"/>
                  </a:lnTo>
                  <a:lnTo>
                    <a:pt x="174081" y="13800"/>
                  </a:lnTo>
                  <a:lnTo>
                    <a:pt x="182522" y="14781"/>
                  </a:lnTo>
                  <a:lnTo>
                    <a:pt x="194923" y="16224"/>
                  </a:lnTo>
                  <a:lnTo>
                    <a:pt x="206926" y="17620"/>
                  </a:lnTo>
                  <a:lnTo>
                    <a:pt x="208061" y="17751"/>
                  </a:lnTo>
                  <a:lnTo>
                    <a:pt x="206258" y="30404"/>
                  </a:lnTo>
                  <a:lnTo>
                    <a:pt x="206144" y="31204"/>
                  </a:lnTo>
                  <a:lnTo>
                    <a:pt x="206053" y="31843"/>
                  </a:lnTo>
                  <a:lnTo>
                    <a:pt x="206736" y="43637"/>
                  </a:lnTo>
                  <a:lnTo>
                    <a:pt x="207561" y="53625"/>
                  </a:lnTo>
                  <a:lnTo>
                    <a:pt x="207692" y="54758"/>
                  </a:lnTo>
                  <a:lnTo>
                    <a:pt x="209661" y="71806"/>
                  </a:lnTo>
                  <a:lnTo>
                    <a:pt x="209705" y="72280"/>
                  </a:lnTo>
                  <a:lnTo>
                    <a:pt x="197317" y="73036"/>
                  </a:lnTo>
                  <a:lnTo>
                    <a:pt x="183516" y="73726"/>
                  </a:lnTo>
                  <a:lnTo>
                    <a:pt x="183389" y="73732"/>
                  </a:lnTo>
                  <a:lnTo>
                    <a:pt x="173782" y="74143"/>
                  </a:lnTo>
                  <a:lnTo>
                    <a:pt x="173258" y="74165"/>
                  </a:lnTo>
                  <a:lnTo>
                    <a:pt x="166141" y="74570"/>
                  </a:lnTo>
                  <a:lnTo>
                    <a:pt x="163719" y="75865"/>
                  </a:lnTo>
                  <a:lnTo>
                    <a:pt x="162671" y="77306"/>
                  </a:lnTo>
                  <a:lnTo>
                    <a:pt x="160375" y="81548"/>
                  </a:lnTo>
                  <a:lnTo>
                    <a:pt x="160061" y="82259"/>
                  </a:lnTo>
                  <a:lnTo>
                    <a:pt x="153211" y="97788"/>
                  </a:lnTo>
                  <a:lnTo>
                    <a:pt x="148232" y="109073"/>
                  </a:lnTo>
                  <a:lnTo>
                    <a:pt x="146893" y="115335"/>
                  </a:lnTo>
                  <a:lnTo>
                    <a:pt x="146773" y="115896"/>
                  </a:lnTo>
                  <a:lnTo>
                    <a:pt x="139529" y="115006"/>
                  </a:lnTo>
                  <a:lnTo>
                    <a:pt x="136840" y="114676"/>
                  </a:lnTo>
                  <a:lnTo>
                    <a:pt x="127111" y="113482"/>
                  </a:lnTo>
                  <a:lnTo>
                    <a:pt x="118467" y="112420"/>
                  </a:lnTo>
                  <a:lnTo>
                    <a:pt x="109148" y="111275"/>
                  </a:lnTo>
                  <a:lnTo>
                    <a:pt x="99427" y="109956"/>
                  </a:lnTo>
                  <a:lnTo>
                    <a:pt x="99289" y="109936"/>
                  </a:lnTo>
                  <a:lnTo>
                    <a:pt x="88267" y="108343"/>
                  </a:lnTo>
                  <a:lnTo>
                    <a:pt x="87642" y="108253"/>
                  </a:lnTo>
                  <a:lnTo>
                    <a:pt x="88293" y="102600"/>
                  </a:lnTo>
                  <a:lnTo>
                    <a:pt x="90767" y="81125"/>
                  </a:lnTo>
                  <a:lnTo>
                    <a:pt x="90803" y="80819"/>
                  </a:lnTo>
                  <a:lnTo>
                    <a:pt x="90355" y="80799"/>
                  </a:lnTo>
                  <a:lnTo>
                    <a:pt x="86764" y="80631"/>
                  </a:lnTo>
                  <a:lnTo>
                    <a:pt x="82966" y="80656"/>
                  </a:lnTo>
                  <a:lnTo>
                    <a:pt x="80670" y="80671"/>
                  </a:lnTo>
                  <a:lnTo>
                    <a:pt x="80280" y="80741"/>
                  </a:lnTo>
                  <a:lnTo>
                    <a:pt x="80095" y="80775"/>
                  </a:lnTo>
                  <a:lnTo>
                    <a:pt x="79528" y="80877"/>
                  </a:lnTo>
                  <a:lnTo>
                    <a:pt x="77574" y="80304"/>
                  </a:lnTo>
                  <a:lnTo>
                    <a:pt x="76477" y="79913"/>
                  </a:lnTo>
                  <a:lnTo>
                    <a:pt x="75297" y="79343"/>
                  </a:lnTo>
                  <a:lnTo>
                    <a:pt x="75523" y="81341"/>
                  </a:lnTo>
                  <a:lnTo>
                    <a:pt x="75106" y="81329"/>
                  </a:lnTo>
                  <a:lnTo>
                    <a:pt x="69600" y="81172"/>
                  </a:lnTo>
                  <a:lnTo>
                    <a:pt x="69309" y="81164"/>
                  </a:lnTo>
                  <a:lnTo>
                    <a:pt x="69268" y="80528"/>
                  </a:lnTo>
                  <a:lnTo>
                    <a:pt x="69166" y="78945"/>
                  </a:lnTo>
                  <a:lnTo>
                    <a:pt x="69014" y="78977"/>
                  </a:lnTo>
                  <a:lnTo>
                    <a:pt x="64693" y="79874"/>
                  </a:lnTo>
                  <a:lnTo>
                    <a:pt x="64238" y="79969"/>
                  </a:lnTo>
                  <a:lnTo>
                    <a:pt x="59697" y="78655"/>
                  </a:lnTo>
                  <a:lnTo>
                    <a:pt x="59334" y="78629"/>
                  </a:lnTo>
                  <a:lnTo>
                    <a:pt x="57137" y="78473"/>
                  </a:lnTo>
                  <a:lnTo>
                    <a:pt x="56547" y="78431"/>
                  </a:lnTo>
                  <a:lnTo>
                    <a:pt x="42795" y="74806"/>
                  </a:lnTo>
                  <a:lnTo>
                    <a:pt x="35531" y="74906"/>
                  </a:lnTo>
                  <a:lnTo>
                    <a:pt x="19503" y="67654"/>
                  </a:lnTo>
                  <a:lnTo>
                    <a:pt x="4007" y="61162"/>
                  </a:lnTo>
                  <a:lnTo>
                    <a:pt x="2212" y="60633"/>
                  </a:lnTo>
                  <a:lnTo>
                    <a:pt x="0" y="60028"/>
                  </a:lnTo>
                  <a:lnTo>
                    <a:pt x="2904" y="52557"/>
                  </a:lnTo>
                  <a:lnTo>
                    <a:pt x="7337" y="45793"/>
                  </a:lnTo>
                  <a:lnTo>
                    <a:pt x="9289" y="40614"/>
                  </a:lnTo>
                  <a:lnTo>
                    <a:pt x="24113" y="46333"/>
                  </a:lnTo>
                  <a:lnTo>
                    <a:pt x="26272" y="42269"/>
                  </a:lnTo>
                  <a:lnTo>
                    <a:pt x="17595" y="28924"/>
                  </a:lnTo>
                  <a:lnTo>
                    <a:pt x="21865" y="17936"/>
                  </a:lnTo>
                  <a:lnTo>
                    <a:pt x="32222" y="15527"/>
                  </a:lnTo>
                  <a:lnTo>
                    <a:pt x="38183" y="7863"/>
                  </a:lnTo>
                  <a:lnTo>
                    <a:pt x="38804" y="7064"/>
                  </a:lnTo>
                  <a:lnTo>
                    <a:pt x="38949" y="6878"/>
                  </a:lnTo>
                  <a:lnTo>
                    <a:pt x="41383" y="4256"/>
                  </a:lnTo>
                  <a:lnTo>
                    <a:pt x="43774" y="4396"/>
                  </a:lnTo>
                  <a:lnTo>
                    <a:pt x="43916" y="5775"/>
                  </a:lnTo>
                  <a:lnTo>
                    <a:pt x="44041" y="6981"/>
                  </a:lnTo>
                  <a:lnTo>
                    <a:pt x="44151" y="8586"/>
                  </a:lnTo>
                  <a:lnTo>
                    <a:pt x="45294" y="7393"/>
                  </a:lnTo>
                  <a:lnTo>
                    <a:pt x="47273" y="6502"/>
                  </a:lnTo>
                  <a:lnTo>
                    <a:pt x="47580" y="6196"/>
                  </a:lnTo>
                  <a:lnTo>
                    <a:pt x="48498" y="5282"/>
                  </a:lnTo>
                  <a:lnTo>
                    <a:pt x="52950" y="6096"/>
                  </a:lnTo>
                  <a:lnTo>
                    <a:pt x="60264" y="8590"/>
                  </a:lnTo>
                  <a:lnTo>
                    <a:pt x="60329" y="8364"/>
                  </a:lnTo>
                  <a:lnTo>
                    <a:pt x="62231" y="1706"/>
                  </a:lnTo>
                  <a:lnTo>
                    <a:pt x="62718" y="0"/>
                  </a:lnTo>
                  <a:lnTo>
                    <a:pt x="63354" y="80"/>
                  </a:lnTo>
                  <a:lnTo>
                    <a:pt x="78871" y="2048"/>
                  </a:lnTo>
                  <a:lnTo>
                    <a:pt x="79075" y="2073"/>
                  </a:lnTo>
                  <a:lnTo>
                    <a:pt x="88934" y="3288"/>
                  </a:lnTo>
                  <a:lnTo>
                    <a:pt x="97918" y="4396"/>
                  </a:lnTo>
                  <a:lnTo>
                    <a:pt x="100360" y="4697"/>
                  </a:lnTo>
                  <a:lnTo>
                    <a:pt x="103118" y="5051"/>
                  </a:lnTo>
                  <a:lnTo>
                    <a:pt x="112902" y="6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g8"/>
            <p:cNvSpPr/>
            <p:nvPr/>
          </p:nvSpPr>
          <p:spPr>
            <a:xfrm>
              <a:off x="2397782" y="5048938"/>
              <a:ext cx="189745" cy="151543"/>
            </a:xfrm>
            <a:custGeom>
              <a:avLst/>
              <a:pathLst>
                <a:path w="189745" h="151543">
                  <a:moveTo>
                    <a:pt x="74090" y="36259"/>
                  </a:moveTo>
                  <a:lnTo>
                    <a:pt x="74427" y="41361"/>
                  </a:lnTo>
                  <a:lnTo>
                    <a:pt x="74804" y="40543"/>
                  </a:lnTo>
                  <a:lnTo>
                    <a:pt x="76092" y="39050"/>
                  </a:lnTo>
                  <a:lnTo>
                    <a:pt x="78118" y="37846"/>
                  </a:lnTo>
                  <a:lnTo>
                    <a:pt x="80034" y="37348"/>
                  </a:lnTo>
                  <a:lnTo>
                    <a:pt x="82280" y="37187"/>
                  </a:lnTo>
                  <a:lnTo>
                    <a:pt x="83591" y="37357"/>
                  </a:lnTo>
                  <a:lnTo>
                    <a:pt x="93573" y="38873"/>
                  </a:lnTo>
                  <a:lnTo>
                    <a:pt x="93755" y="38901"/>
                  </a:lnTo>
                  <a:lnTo>
                    <a:pt x="100130" y="39869"/>
                  </a:lnTo>
                  <a:lnTo>
                    <a:pt x="106353" y="39902"/>
                  </a:lnTo>
                  <a:lnTo>
                    <a:pt x="110404" y="39119"/>
                  </a:lnTo>
                  <a:lnTo>
                    <a:pt x="111583" y="38605"/>
                  </a:lnTo>
                  <a:lnTo>
                    <a:pt x="113741" y="37664"/>
                  </a:lnTo>
                  <a:lnTo>
                    <a:pt x="117619" y="35607"/>
                  </a:lnTo>
                  <a:lnTo>
                    <a:pt x="123362" y="32045"/>
                  </a:lnTo>
                  <a:lnTo>
                    <a:pt x="123632" y="31863"/>
                  </a:lnTo>
                  <a:lnTo>
                    <a:pt x="126679" y="29811"/>
                  </a:lnTo>
                  <a:lnTo>
                    <a:pt x="126832" y="30052"/>
                  </a:lnTo>
                  <a:lnTo>
                    <a:pt x="133393" y="25775"/>
                  </a:lnTo>
                  <a:lnTo>
                    <a:pt x="134230" y="25229"/>
                  </a:lnTo>
                  <a:lnTo>
                    <a:pt x="137560" y="23058"/>
                  </a:lnTo>
                  <a:lnTo>
                    <a:pt x="138220" y="24102"/>
                  </a:lnTo>
                  <a:lnTo>
                    <a:pt x="143536" y="32499"/>
                  </a:lnTo>
                  <a:lnTo>
                    <a:pt x="151722" y="45430"/>
                  </a:lnTo>
                  <a:lnTo>
                    <a:pt x="157030" y="53814"/>
                  </a:lnTo>
                  <a:lnTo>
                    <a:pt x="161547" y="60950"/>
                  </a:lnTo>
                  <a:lnTo>
                    <a:pt x="162388" y="62279"/>
                  </a:lnTo>
                  <a:lnTo>
                    <a:pt x="162940" y="63151"/>
                  </a:lnTo>
                  <a:lnTo>
                    <a:pt x="163174" y="63521"/>
                  </a:lnTo>
                  <a:lnTo>
                    <a:pt x="174067" y="80728"/>
                  </a:lnTo>
                  <a:lnTo>
                    <a:pt x="174739" y="81874"/>
                  </a:lnTo>
                  <a:lnTo>
                    <a:pt x="175118" y="82520"/>
                  </a:lnTo>
                  <a:lnTo>
                    <a:pt x="180209" y="91191"/>
                  </a:lnTo>
                  <a:lnTo>
                    <a:pt x="181430" y="93271"/>
                  </a:lnTo>
                  <a:lnTo>
                    <a:pt x="185258" y="103406"/>
                  </a:lnTo>
                  <a:lnTo>
                    <a:pt x="185524" y="104691"/>
                  </a:lnTo>
                  <a:lnTo>
                    <a:pt x="186161" y="107779"/>
                  </a:lnTo>
                  <a:lnTo>
                    <a:pt x="187123" y="112437"/>
                  </a:lnTo>
                  <a:lnTo>
                    <a:pt x="187343" y="115642"/>
                  </a:lnTo>
                  <a:lnTo>
                    <a:pt x="188054" y="126005"/>
                  </a:lnTo>
                  <a:lnTo>
                    <a:pt x="188119" y="126964"/>
                  </a:lnTo>
                  <a:lnTo>
                    <a:pt x="188719" y="135814"/>
                  </a:lnTo>
                  <a:lnTo>
                    <a:pt x="189007" y="140064"/>
                  </a:lnTo>
                  <a:lnTo>
                    <a:pt x="189072" y="141032"/>
                  </a:lnTo>
                  <a:lnTo>
                    <a:pt x="189341" y="144988"/>
                  </a:lnTo>
                  <a:lnTo>
                    <a:pt x="189679" y="149977"/>
                  </a:lnTo>
                  <a:lnTo>
                    <a:pt x="189745" y="150982"/>
                  </a:lnTo>
                  <a:lnTo>
                    <a:pt x="186272" y="151122"/>
                  </a:lnTo>
                  <a:lnTo>
                    <a:pt x="185553" y="151151"/>
                  </a:lnTo>
                  <a:lnTo>
                    <a:pt x="180037" y="151374"/>
                  </a:lnTo>
                  <a:lnTo>
                    <a:pt x="179745" y="151386"/>
                  </a:lnTo>
                  <a:lnTo>
                    <a:pt x="175042" y="151523"/>
                  </a:lnTo>
                  <a:lnTo>
                    <a:pt x="174368" y="151543"/>
                  </a:lnTo>
                  <a:lnTo>
                    <a:pt x="174333" y="151187"/>
                  </a:lnTo>
                  <a:lnTo>
                    <a:pt x="174081" y="146830"/>
                  </a:lnTo>
                  <a:lnTo>
                    <a:pt x="173837" y="142610"/>
                  </a:lnTo>
                  <a:lnTo>
                    <a:pt x="173794" y="141868"/>
                  </a:lnTo>
                  <a:lnTo>
                    <a:pt x="173784" y="141695"/>
                  </a:lnTo>
                  <a:lnTo>
                    <a:pt x="173677" y="140126"/>
                  </a:lnTo>
                  <a:lnTo>
                    <a:pt x="169099" y="140175"/>
                  </a:lnTo>
                  <a:lnTo>
                    <a:pt x="163696" y="140233"/>
                  </a:lnTo>
                  <a:lnTo>
                    <a:pt x="152210" y="139063"/>
                  </a:lnTo>
                  <a:lnTo>
                    <a:pt x="149743" y="138812"/>
                  </a:lnTo>
                  <a:lnTo>
                    <a:pt x="149412" y="138778"/>
                  </a:lnTo>
                  <a:lnTo>
                    <a:pt x="147938" y="138592"/>
                  </a:lnTo>
                  <a:lnTo>
                    <a:pt x="143932" y="138087"/>
                  </a:lnTo>
                  <a:lnTo>
                    <a:pt x="134873" y="136946"/>
                  </a:lnTo>
                  <a:lnTo>
                    <a:pt x="130253" y="136364"/>
                  </a:lnTo>
                  <a:lnTo>
                    <a:pt x="130038" y="136337"/>
                  </a:lnTo>
                  <a:lnTo>
                    <a:pt x="124937" y="135694"/>
                  </a:lnTo>
                  <a:lnTo>
                    <a:pt x="124852" y="134870"/>
                  </a:lnTo>
                  <a:lnTo>
                    <a:pt x="124546" y="130347"/>
                  </a:lnTo>
                  <a:lnTo>
                    <a:pt x="124464" y="124154"/>
                  </a:lnTo>
                  <a:lnTo>
                    <a:pt x="124458" y="123702"/>
                  </a:lnTo>
                  <a:lnTo>
                    <a:pt x="119920" y="123124"/>
                  </a:lnTo>
                  <a:lnTo>
                    <a:pt x="115759" y="122595"/>
                  </a:lnTo>
                  <a:lnTo>
                    <a:pt x="113896" y="122358"/>
                  </a:lnTo>
                  <a:lnTo>
                    <a:pt x="112653" y="122200"/>
                  </a:lnTo>
                  <a:lnTo>
                    <a:pt x="111740" y="122083"/>
                  </a:lnTo>
                  <a:lnTo>
                    <a:pt x="104178" y="121044"/>
                  </a:lnTo>
                  <a:lnTo>
                    <a:pt x="102208" y="120774"/>
                  </a:lnTo>
                  <a:lnTo>
                    <a:pt x="101082" y="120619"/>
                  </a:lnTo>
                  <a:lnTo>
                    <a:pt x="99947" y="120487"/>
                  </a:lnTo>
                  <a:lnTo>
                    <a:pt x="87944" y="119091"/>
                  </a:lnTo>
                  <a:lnTo>
                    <a:pt x="75543" y="117649"/>
                  </a:lnTo>
                  <a:lnTo>
                    <a:pt x="67102" y="116667"/>
                  </a:lnTo>
                  <a:lnTo>
                    <a:pt x="65943" y="116532"/>
                  </a:lnTo>
                  <a:lnTo>
                    <a:pt x="65117" y="116436"/>
                  </a:lnTo>
                  <a:lnTo>
                    <a:pt x="52845" y="115009"/>
                  </a:lnTo>
                  <a:lnTo>
                    <a:pt x="44975" y="114094"/>
                  </a:lnTo>
                  <a:lnTo>
                    <a:pt x="45051" y="113548"/>
                  </a:lnTo>
                  <a:lnTo>
                    <a:pt x="46546" y="102749"/>
                  </a:lnTo>
                  <a:lnTo>
                    <a:pt x="46762" y="102242"/>
                  </a:lnTo>
                  <a:lnTo>
                    <a:pt x="50724" y="92932"/>
                  </a:lnTo>
                  <a:lnTo>
                    <a:pt x="52234" y="89383"/>
                  </a:lnTo>
                  <a:lnTo>
                    <a:pt x="53644" y="86070"/>
                  </a:lnTo>
                  <a:lnTo>
                    <a:pt x="53858" y="85567"/>
                  </a:lnTo>
                  <a:lnTo>
                    <a:pt x="53960" y="85329"/>
                  </a:lnTo>
                  <a:lnTo>
                    <a:pt x="56234" y="80557"/>
                  </a:lnTo>
                  <a:lnTo>
                    <a:pt x="57700" y="77481"/>
                  </a:lnTo>
                  <a:lnTo>
                    <a:pt x="58321" y="76178"/>
                  </a:lnTo>
                  <a:lnTo>
                    <a:pt x="58800" y="75173"/>
                  </a:lnTo>
                  <a:lnTo>
                    <a:pt x="61837" y="68802"/>
                  </a:lnTo>
                  <a:lnTo>
                    <a:pt x="52738" y="64704"/>
                  </a:lnTo>
                  <a:lnTo>
                    <a:pt x="49444" y="62858"/>
                  </a:lnTo>
                  <a:lnTo>
                    <a:pt x="45714" y="61694"/>
                  </a:lnTo>
                  <a:lnTo>
                    <a:pt x="32407" y="60337"/>
                  </a:lnTo>
                  <a:lnTo>
                    <a:pt x="32274" y="60323"/>
                  </a:lnTo>
                  <a:lnTo>
                    <a:pt x="31297" y="60222"/>
                  </a:lnTo>
                  <a:lnTo>
                    <a:pt x="12909" y="57960"/>
                  </a:lnTo>
                  <a:lnTo>
                    <a:pt x="1037" y="56499"/>
                  </a:lnTo>
                  <a:lnTo>
                    <a:pt x="0" y="56372"/>
                  </a:lnTo>
                  <a:lnTo>
                    <a:pt x="85" y="55657"/>
                  </a:lnTo>
                  <a:lnTo>
                    <a:pt x="1181" y="46847"/>
                  </a:lnTo>
                  <a:lnTo>
                    <a:pt x="1593" y="43534"/>
                  </a:lnTo>
                  <a:lnTo>
                    <a:pt x="1678" y="42854"/>
                  </a:lnTo>
                  <a:lnTo>
                    <a:pt x="1821" y="41701"/>
                  </a:lnTo>
                  <a:lnTo>
                    <a:pt x="2063" y="39760"/>
                  </a:lnTo>
                  <a:lnTo>
                    <a:pt x="4048" y="35695"/>
                  </a:lnTo>
                  <a:lnTo>
                    <a:pt x="6379" y="30920"/>
                  </a:lnTo>
                  <a:lnTo>
                    <a:pt x="7071" y="30074"/>
                  </a:lnTo>
                  <a:lnTo>
                    <a:pt x="10348" y="25662"/>
                  </a:lnTo>
                  <a:lnTo>
                    <a:pt x="12673" y="22869"/>
                  </a:lnTo>
                  <a:lnTo>
                    <a:pt x="15825" y="20699"/>
                  </a:lnTo>
                  <a:lnTo>
                    <a:pt x="22136" y="16773"/>
                  </a:lnTo>
                  <a:lnTo>
                    <a:pt x="22623" y="16551"/>
                  </a:lnTo>
                  <a:lnTo>
                    <a:pt x="49548" y="4260"/>
                  </a:lnTo>
                  <a:lnTo>
                    <a:pt x="58882" y="0"/>
                  </a:lnTo>
                  <a:lnTo>
                    <a:pt x="63230" y="9561"/>
                  </a:lnTo>
                  <a:lnTo>
                    <a:pt x="72226" y="29345"/>
                  </a:lnTo>
                  <a:lnTo>
                    <a:pt x="73109" y="320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g9"/>
            <p:cNvSpPr/>
            <p:nvPr/>
          </p:nvSpPr>
          <p:spPr>
            <a:xfrm>
              <a:off x="2167198" y="4986543"/>
              <a:ext cx="151460" cy="113588"/>
            </a:xfrm>
            <a:custGeom>
              <a:avLst/>
              <a:pathLst>
                <a:path w="151460" h="113588">
                  <a:moveTo>
                    <a:pt x="151254" y="16148"/>
                  </a:moveTo>
                  <a:lnTo>
                    <a:pt x="143150" y="28117"/>
                  </a:lnTo>
                  <a:lnTo>
                    <a:pt x="142910" y="28649"/>
                  </a:lnTo>
                  <a:lnTo>
                    <a:pt x="142499" y="29557"/>
                  </a:lnTo>
                  <a:lnTo>
                    <a:pt x="141209" y="32415"/>
                  </a:lnTo>
                  <a:lnTo>
                    <a:pt x="140358" y="36638"/>
                  </a:lnTo>
                  <a:lnTo>
                    <a:pt x="138885" y="38545"/>
                  </a:lnTo>
                  <a:lnTo>
                    <a:pt x="136270" y="41290"/>
                  </a:lnTo>
                  <a:lnTo>
                    <a:pt x="133843" y="44036"/>
                  </a:lnTo>
                  <a:lnTo>
                    <a:pt x="131463" y="47922"/>
                  </a:lnTo>
                  <a:lnTo>
                    <a:pt x="129367" y="52513"/>
                  </a:lnTo>
                  <a:lnTo>
                    <a:pt x="127130" y="56123"/>
                  </a:lnTo>
                  <a:lnTo>
                    <a:pt x="126689" y="56411"/>
                  </a:lnTo>
                  <a:lnTo>
                    <a:pt x="126339" y="56640"/>
                  </a:lnTo>
                  <a:lnTo>
                    <a:pt x="124136" y="58080"/>
                  </a:lnTo>
                  <a:lnTo>
                    <a:pt x="118246" y="61542"/>
                  </a:lnTo>
                  <a:lnTo>
                    <a:pt x="116204" y="63671"/>
                  </a:lnTo>
                  <a:lnTo>
                    <a:pt x="115949" y="63936"/>
                  </a:lnTo>
                  <a:lnTo>
                    <a:pt x="115791" y="64100"/>
                  </a:lnTo>
                  <a:lnTo>
                    <a:pt x="113623" y="67215"/>
                  </a:lnTo>
                  <a:lnTo>
                    <a:pt x="113035" y="68394"/>
                  </a:lnTo>
                  <a:lnTo>
                    <a:pt x="111865" y="70736"/>
                  </a:lnTo>
                  <a:lnTo>
                    <a:pt x="111429" y="71609"/>
                  </a:lnTo>
                  <a:lnTo>
                    <a:pt x="111302" y="71830"/>
                  </a:lnTo>
                  <a:lnTo>
                    <a:pt x="109387" y="75162"/>
                  </a:lnTo>
                  <a:lnTo>
                    <a:pt x="108255" y="80310"/>
                  </a:lnTo>
                  <a:lnTo>
                    <a:pt x="107007" y="80915"/>
                  </a:lnTo>
                  <a:lnTo>
                    <a:pt x="105062" y="81862"/>
                  </a:lnTo>
                  <a:lnTo>
                    <a:pt x="104222" y="82544"/>
                  </a:lnTo>
                  <a:lnTo>
                    <a:pt x="103790" y="83086"/>
                  </a:lnTo>
                  <a:lnTo>
                    <a:pt x="103554" y="83716"/>
                  </a:lnTo>
                  <a:lnTo>
                    <a:pt x="103931" y="85137"/>
                  </a:lnTo>
                  <a:lnTo>
                    <a:pt x="105405" y="89399"/>
                  </a:lnTo>
                  <a:lnTo>
                    <a:pt x="106315" y="91309"/>
                  </a:lnTo>
                  <a:lnTo>
                    <a:pt x="99778" y="96179"/>
                  </a:lnTo>
                  <a:lnTo>
                    <a:pt x="93935" y="100209"/>
                  </a:lnTo>
                  <a:lnTo>
                    <a:pt x="88358" y="103941"/>
                  </a:lnTo>
                  <a:lnTo>
                    <a:pt x="86709" y="101853"/>
                  </a:lnTo>
                  <a:lnTo>
                    <a:pt x="85479" y="102614"/>
                  </a:lnTo>
                  <a:lnTo>
                    <a:pt x="81408" y="105576"/>
                  </a:lnTo>
                  <a:lnTo>
                    <a:pt x="80146" y="106960"/>
                  </a:lnTo>
                  <a:lnTo>
                    <a:pt x="76563" y="102784"/>
                  </a:lnTo>
                  <a:lnTo>
                    <a:pt x="71488" y="102915"/>
                  </a:lnTo>
                  <a:lnTo>
                    <a:pt x="69976" y="102915"/>
                  </a:lnTo>
                  <a:lnTo>
                    <a:pt x="68582" y="102995"/>
                  </a:lnTo>
                  <a:lnTo>
                    <a:pt x="67640" y="103056"/>
                  </a:lnTo>
                  <a:lnTo>
                    <a:pt x="66391" y="103137"/>
                  </a:lnTo>
                  <a:lnTo>
                    <a:pt x="64412" y="103252"/>
                  </a:lnTo>
                  <a:lnTo>
                    <a:pt x="61543" y="103566"/>
                  </a:lnTo>
                  <a:lnTo>
                    <a:pt x="61170" y="103607"/>
                  </a:lnTo>
                  <a:lnTo>
                    <a:pt x="59654" y="103461"/>
                  </a:lnTo>
                  <a:lnTo>
                    <a:pt x="59707" y="100184"/>
                  </a:lnTo>
                  <a:lnTo>
                    <a:pt x="59758" y="99847"/>
                  </a:lnTo>
                  <a:lnTo>
                    <a:pt x="53397" y="99124"/>
                  </a:lnTo>
                  <a:lnTo>
                    <a:pt x="50899" y="96066"/>
                  </a:lnTo>
                  <a:lnTo>
                    <a:pt x="49601" y="97153"/>
                  </a:lnTo>
                  <a:lnTo>
                    <a:pt x="48802" y="99800"/>
                  </a:lnTo>
                  <a:lnTo>
                    <a:pt x="47669" y="103803"/>
                  </a:lnTo>
                  <a:lnTo>
                    <a:pt x="45487" y="103275"/>
                  </a:lnTo>
                  <a:lnTo>
                    <a:pt x="32848" y="110738"/>
                  </a:lnTo>
                  <a:lnTo>
                    <a:pt x="15923" y="113588"/>
                  </a:lnTo>
                  <a:lnTo>
                    <a:pt x="14474" y="112136"/>
                  </a:lnTo>
                  <a:lnTo>
                    <a:pt x="14078" y="105199"/>
                  </a:lnTo>
                  <a:lnTo>
                    <a:pt x="18155" y="102172"/>
                  </a:lnTo>
                  <a:lnTo>
                    <a:pt x="30928" y="95489"/>
                  </a:lnTo>
                  <a:lnTo>
                    <a:pt x="22693" y="85210"/>
                  </a:lnTo>
                  <a:lnTo>
                    <a:pt x="21060" y="80682"/>
                  </a:lnTo>
                  <a:lnTo>
                    <a:pt x="26683" y="79141"/>
                  </a:lnTo>
                  <a:lnTo>
                    <a:pt x="31992" y="78820"/>
                  </a:lnTo>
                  <a:lnTo>
                    <a:pt x="34996" y="79579"/>
                  </a:lnTo>
                  <a:lnTo>
                    <a:pt x="39388" y="72877"/>
                  </a:lnTo>
                  <a:lnTo>
                    <a:pt x="41398" y="73391"/>
                  </a:lnTo>
                  <a:lnTo>
                    <a:pt x="42875" y="68639"/>
                  </a:lnTo>
                  <a:lnTo>
                    <a:pt x="38508" y="67483"/>
                  </a:lnTo>
                  <a:lnTo>
                    <a:pt x="41389" y="60310"/>
                  </a:lnTo>
                  <a:lnTo>
                    <a:pt x="41439" y="56818"/>
                  </a:lnTo>
                  <a:lnTo>
                    <a:pt x="16724" y="56216"/>
                  </a:lnTo>
                  <a:lnTo>
                    <a:pt x="17242" y="65030"/>
                  </a:lnTo>
                  <a:lnTo>
                    <a:pt x="9279" y="68089"/>
                  </a:lnTo>
                  <a:lnTo>
                    <a:pt x="66" y="68137"/>
                  </a:lnTo>
                  <a:lnTo>
                    <a:pt x="0" y="63714"/>
                  </a:lnTo>
                  <a:lnTo>
                    <a:pt x="2407" y="57275"/>
                  </a:lnTo>
                  <a:lnTo>
                    <a:pt x="3220" y="52723"/>
                  </a:lnTo>
                  <a:lnTo>
                    <a:pt x="4746" y="48743"/>
                  </a:lnTo>
                  <a:lnTo>
                    <a:pt x="6798" y="47675"/>
                  </a:lnTo>
                  <a:lnTo>
                    <a:pt x="11932" y="49114"/>
                  </a:lnTo>
                  <a:lnTo>
                    <a:pt x="13383" y="43144"/>
                  </a:lnTo>
                  <a:lnTo>
                    <a:pt x="13923" y="41137"/>
                  </a:lnTo>
                  <a:lnTo>
                    <a:pt x="15396" y="38428"/>
                  </a:lnTo>
                  <a:lnTo>
                    <a:pt x="15306" y="35792"/>
                  </a:lnTo>
                  <a:lnTo>
                    <a:pt x="15419" y="34265"/>
                  </a:lnTo>
                  <a:lnTo>
                    <a:pt x="32212" y="31980"/>
                  </a:lnTo>
                  <a:lnTo>
                    <a:pt x="38809" y="27645"/>
                  </a:lnTo>
                  <a:lnTo>
                    <a:pt x="36515" y="22630"/>
                  </a:lnTo>
                  <a:lnTo>
                    <a:pt x="48646" y="20360"/>
                  </a:lnTo>
                  <a:lnTo>
                    <a:pt x="50059" y="16808"/>
                  </a:lnTo>
                  <a:lnTo>
                    <a:pt x="48081" y="15660"/>
                  </a:lnTo>
                  <a:lnTo>
                    <a:pt x="53225" y="13489"/>
                  </a:lnTo>
                  <a:lnTo>
                    <a:pt x="59649" y="11247"/>
                  </a:lnTo>
                  <a:lnTo>
                    <a:pt x="61667" y="10661"/>
                  </a:lnTo>
                  <a:lnTo>
                    <a:pt x="54319" y="6372"/>
                  </a:lnTo>
                  <a:lnTo>
                    <a:pt x="54471" y="6234"/>
                  </a:lnTo>
                  <a:lnTo>
                    <a:pt x="61004" y="0"/>
                  </a:lnTo>
                  <a:lnTo>
                    <a:pt x="61178" y="145"/>
                  </a:lnTo>
                  <a:lnTo>
                    <a:pt x="70387" y="7836"/>
                  </a:lnTo>
                  <a:lnTo>
                    <a:pt x="70941" y="8313"/>
                  </a:lnTo>
                  <a:lnTo>
                    <a:pt x="71303" y="9693"/>
                  </a:lnTo>
                  <a:lnTo>
                    <a:pt x="72169" y="13005"/>
                  </a:lnTo>
                  <a:lnTo>
                    <a:pt x="72621" y="14731"/>
                  </a:lnTo>
                  <a:lnTo>
                    <a:pt x="73903" y="19633"/>
                  </a:lnTo>
                  <a:lnTo>
                    <a:pt x="74254" y="20972"/>
                  </a:lnTo>
                  <a:lnTo>
                    <a:pt x="74968" y="23701"/>
                  </a:lnTo>
                  <a:lnTo>
                    <a:pt x="75680" y="26425"/>
                  </a:lnTo>
                  <a:lnTo>
                    <a:pt x="75794" y="26859"/>
                  </a:lnTo>
                  <a:lnTo>
                    <a:pt x="75878" y="27182"/>
                  </a:lnTo>
                  <a:lnTo>
                    <a:pt x="84448" y="24911"/>
                  </a:lnTo>
                  <a:lnTo>
                    <a:pt x="84799" y="24819"/>
                  </a:lnTo>
                  <a:lnTo>
                    <a:pt x="86212" y="24444"/>
                  </a:lnTo>
                  <a:lnTo>
                    <a:pt x="86444" y="24383"/>
                  </a:lnTo>
                  <a:lnTo>
                    <a:pt x="87466" y="23907"/>
                  </a:lnTo>
                  <a:lnTo>
                    <a:pt x="88745" y="23312"/>
                  </a:lnTo>
                  <a:lnTo>
                    <a:pt x="94127" y="17908"/>
                  </a:lnTo>
                  <a:lnTo>
                    <a:pt x="94390" y="17643"/>
                  </a:lnTo>
                  <a:lnTo>
                    <a:pt x="94570" y="17794"/>
                  </a:lnTo>
                  <a:lnTo>
                    <a:pt x="105656" y="26641"/>
                  </a:lnTo>
                  <a:lnTo>
                    <a:pt x="113044" y="32532"/>
                  </a:lnTo>
                  <a:lnTo>
                    <a:pt x="113161" y="32378"/>
                  </a:lnTo>
                  <a:lnTo>
                    <a:pt x="119015" y="25088"/>
                  </a:lnTo>
                  <a:lnTo>
                    <a:pt x="119204" y="24852"/>
                  </a:lnTo>
                  <a:lnTo>
                    <a:pt x="126966" y="15192"/>
                  </a:lnTo>
                  <a:lnTo>
                    <a:pt x="130428" y="10883"/>
                  </a:lnTo>
                  <a:lnTo>
                    <a:pt x="130862" y="10345"/>
                  </a:lnTo>
                  <a:lnTo>
                    <a:pt x="137973" y="1493"/>
                  </a:lnTo>
                  <a:lnTo>
                    <a:pt x="145267" y="7129"/>
                  </a:lnTo>
                  <a:lnTo>
                    <a:pt x="149001" y="10013"/>
                  </a:lnTo>
                  <a:lnTo>
                    <a:pt x="149560" y="10513"/>
                  </a:lnTo>
                  <a:lnTo>
                    <a:pt x="150179" y="11067"/>
                  </a:lnTo>
                  <a:lnTo>
                    <a:pt x="150303" y="11225"/>
                  </a:lnTo>
                  <a:lnTo>
                    <a:pt x="150637" y="11650"/>
                  </a:lnTo>
                  <a:lnTo>
                    <a:pt x="150832" y="11898"/>
                  </a:lnTo>
                  <a:lnTo>
                    <a:pt x="151006" y="12315"/>
                  </a:lnTo>
                  <a:lnTo>
                    <a:pt x="151426" y="13318"/>
                  </a:lnTo>
                  <a:lnTo>
                    <a:pt x="151460" y="13565"/>
                  </a:lnTo>
                  <a:lnTo>
                    <a:pt x="151441" y="14251"/>
                  </a:lnTo>
                  <a:lnTo>
                    <a:pt x="151417" y="151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0"/>
            <p:cNvSpPr/>
            <p:nvPr/>
          </p:nvSpPr>
          <p:spPr>
            <a:xfrm>
              <a:off x="2275452" y="4980420"/>
              <a:ext cx="184167" cy="182612"/>
            </a:xfrm>
            <a:custGeom>
              <a:avLst/>
              <a:pathLst>
                <a:path w="184167" h="182612">
                  <a:moveTo>
                    <a:pt x="106505" y="17970"/>
                  </a:moveTo>
                  <a:lnTo>
                    <a:pt x="109656" y="27878"/>
                  </a:lnTo>
                  <a:lnTo>
                    <a:pt x="116526" y="49477"/>
                  </a:lnTo>
                  <a:lnTo>
                    <a:pt x="121498" y="65110"/>
                  </a:lnTo>
                  <a:lnTo>
                    <a:pt x="122569" y="68471"/>
                  </a:lnTo>
                  <a:lnTo>
                    <a:pt x="124823" y="67761"/>
                  </a:lnTo>
                  <a:lnTo>
                    <a:pt x="126995" y="72864"/>
                  </a:lnTo>
                  <a:lnTo>
                    <a:pt x="128657" y="75545"/>
                  </a:lnTo>
                  <a:lnTo>
                    <a:pt x="131786" y="78179"/>
                  </a:lnTo>
                  <a:lnTo>
                    <a:pt x="133713" y="79459"/>
                  </a:lnTo>
                  <a:lnTo>
                    <a:pt x="137922" y="81001"/>
                  </a:lnTo>
                  <a:lnTo>
                    <a:pt x="142094" y="81189"/>
                  </a:lnTo>
                  <a:lnTo>
                    <a:pt x="144303" y="80938"/>
                  </a:lnTo>
                  <a:lnTo>
                    <a:pt x="146941" y="80186"/>
                  </a:lnTo>
                  <a:lnTo>
                    <a:pt x="153000" y="77549"/>
                  </a:lnTo>
                  <a:lnTo>
                    <a:pt x="153138" y="77489"/>
                  </a:lnTo>
                  <a:lnTo>
                    <a:pt x="153507" y="77311"/>
                  </a:lnTo>
                  <a:lnTo>
                    <a:pt x="179425" y="64771"/>
                  </a:lnTo>
                  <a:lnTo>
                    <a:pt x="180335" y="66588"/>
                  </a:lnTo>
                  <a:lnTo>
                    <a:pt x="181209" y="68519"/>
                  </a:lnTo>
                  <a:lnTo>
                    <a:pt x="171878" y="72778"/>
                  </a:lnTo>
                  <a:lnTo>
                    <a:pt x="144953" y="85068"/>
                  </a:lnTo>
                  <a:lnTo>
                    <a:pt x="144466" y="85291"/>
                  </a:lnTo>
                  <a:lnTo>
                    <a:pt x="138155" y="89217"/>
                  </a:lnTo>
                  <a:lnTo>
                    <a:pt x="135003" y="91387"/>
                  </a:lnTo>
                  <a:lnTo>
                    <a:pt x="132679" y="94180"/>
                  </a:lnTo>
                  <a:lnTo>
                    <a:pt x="129401" y="98592"/>
                  </a:lnTo>
                  <a:lnTo>
                    <a:pt x="128709" y="99438"/>
                  </a:lnTo>
                  <a:lnTo>
                    <a:pt x="126378" y="104213"/>
                  </a:lnTo>
                  <a:lnTo>
                    <a:pt x="124393" y="108278"/>
                  </a:lnTo>
                  <a:lnTo>
                    <a:pt x="124151" y="110219"/>
                  </a:lnTo>
                  <a:lnTo>
                    <a:pt x="124008" y="111372"/>
                  </a:lnTo>
                  <a:lnTo>
                    <a:pt x="123923" y="112052"/>
                  </a:lnTo>
                  <a:lnTo>
                    <a:pt x="123511" y="115364"/>
                  </a:lnTo>
                  <a:lnTo>
                    <a:pt x="122415" y="124175"/>
                  </a:lnTo>
                  <a:lnTo>
                    <a:pt x="122330" y="124889"/>
                  </a:lnTo>
                  <a:lnTo>
                    <a:pt x="123367" y="125017"/>
                  </a:lnTo>
                  <a:lnTo>
                    <a:pt x="135239" y="126478"/>
                  </a:lnTo>
                  <a:lnTo>
                    <a:pt x="153691" y="128748"/>
                  </a:lnTo>
                  <a:lnTo>
                    <a:pt x="154604" y="128841"/>
                  </a:lnTo>
                  <a:lnTo>
                    <a:pt x="154737" y="128855"/>
                  </a:lnTo>
                  <a:lnTo>
                    <a:pt x="168044" y="130212"/>
                  </a:lnTo>
                  <a:lnTo>
                    <a:pt x="171774" y="131376"/>
                  </a:lnTo>
                  <a:lnTo>
                    <a:pt x="175068" y="133222"/>
                  </a:lnTo>
                  <a:lnTo>
                    <a:pt x="184167" y="137319"/>
                  </a:lnTo>
                  <a:lnTo>
                    <a:pt x="181130" y="143691"/>
                  </a:lnTo>
                  <a:lnTo>
                    <a:pt x="180651" y="144696"/>
                  </a:lnTo>
                  <a:lnTo>
                    <a:pt x="180030" y="145999"/>
                  </a:lnTo>
                  <a:lnTo>
                    <a:pt x="178564" y="149075"/>
                  </a:lnTo>
                  <a:lnTo>
                    <a:pt x="176290" y="153846"/>
                  </a:lnTo>
                  <a:lnTo>
                    <a:pt x="176188" y="154085"/>
                  </a:lnTo>
                  <a:lnTo>
                    <a:pt x="175974" y="154588"/>
                  </a:lnTo>
                  <a:lnTo>
                    <a:pt x="174564" y="157901"/>
                  </a:lnTo>
                  <a:lnTo>
                    <a:pt x="173054" y="161450"/>
                  </a:lnTo>
                  <a:lnTo>
                    <a:pt x="169092" y="170760"/>
                  </a:lnTo>
                  <a:lnTo>
                    <a:pt x="168876" y="171267"/>
                  </a:lnTo>
                  <a:lnTo>
                    <a:pt x="167381" y="182066"/>
                  </a:lnTo>
                  <a:lnTo>
                    <a:pt x="167305" y="182612"/>
                  </a:lnTo>
                  <a:lnTo>
                    <a:pt x="166309" y="182459"/>
                  </a:lnTo>
                  <a:lnTo>
                    <a:pt x="164734" y="182218"/>
                  </a:lnTo>
                  <a:lnTo>
                    <a:pt x="164106" y="182121"/>
                  </a:lnTo>
                  <a:lnTo>
                    <a:pt x="161651" y="181745"/>
                  </a:lnTo>
                  <a:lnTo>
                    <a:pt x="154251" y="180819"/>
                  </a:lnTo>
                  <a:lnTo>
                    <a:pt x="152845" y="180643"/>
                  </a:lnTo>
                  <a:lnTo>
                    <a:pt x="152199" y="180565"/>
                  </a:lnTo>
                  <a:lnTo>
                    <a:pt x="128969" y="177782"/>
                  </a:lnTo>
                  <a:lnTo>
                    <a:pt x="128253" y="177693"/>
                  </a:lnTo>
                  <a:lnTo>
                    <a:pt x="118469" y="176436"/>
                  </a:lnTo>
                  <a:lnTo>
                    <a:pt x="115710" y="176082"/>
                  </a:lnTo>
                  <a:lnTo>
                    <a:pt x="113269" y="175781"/>
                  </a:lnTo>
                  <a:lnTo>
                    <a:pt x="104285" y="174674"/>
                  </a:lnTo>
                  <a:lnTo>
                    <a:pt x="94426" y="173458"/>
                  </a:lnTo>
                  <a:lnTo>
                    <a:pt x="94222" y="173433"/>
                  </a:lnTo>
                  <a:lnTo>
                    <a:pt x="78705" y="171465"/>
                  </a:lnTo>
                  <a:lnTo>
                    <a:pt x="78070" y="171385"/>
                  </a:lnTo>
                  <a:lnTo>
                    <a:pt x="77550" y="169788"/>
                  </a:lnTo>
                  <a:lnTo>
                    <a:pt x="76823" y="168785"/>
                  </a:lnTo>
                  <a:lnTo>
                    <a:pt x="76124" y="167895"/>
                  </a:lnTo>
                  <a:lnTo>
                    <a:pt x="75081" y="167123"/>
                  </a:lnTo>
                  <a:lnTo>
                    <a:pt x="73450" y="165793"/>
                  </a:lnTo>
                  <a:lnTo>
                    <a:pt x="70461" y="164017"/>
                  </a:lnTo>
                  <a:lnTo>
                    <a:pt x="67555" y="162564"/>
                  </a:lnTo>
                  <a:lnTo>
                    <a:pt x="66033" y="161403"/>
                  </a:lnTo>
                  <a:lnTo>
                    <a:pt x="64901" y="160246"/>
                  </a:lnTo>
                  <a:lnTo>
                    <a:pt x="64628" y="159968"/>
                  </a:lnTo>
                  <a:lnTo>
                    <a:pt x="64458" y="159855"/>
                  </a:lnTo>
                  <a:lnTo>
                    <a:pt x="62219" y="157228"/>
                  </a:lnTo>
                  <a:lnTo>
                    <a:pt x="62030" y="157006"/>
                  </a:lnTo>
                  <a:lnTo>
                    <a:pt x="61522" y="156411"/>
                  </a:lnTo>
                  <a:lnTo>
                    <a:pt x="61359" y="156133"/>
                  </a:lnTo>
                  <a:lnTo>
                    <a:pt x="59866" y="153591"/>
                  </a:lnTo>
                  <a:lnTo>
                    <a:pt x="59548" y="153050"/>
                  </a:lnTo>
                  <a:lnTo>
                    <a:pt x="57686" y="149879"/>
                  </a:lnTo>
                  <a:lnTo>
                    <a:pt x="57495" y="149554"/>
                  </a:lnTo>
                  <a:lnTo>
                    <a:pt x="55391" y="145971"/>
                  </a:lnTo>
                  <a:lnTo>
                    <a:pt x="53274" y="142366"/>
                  </a:lnTo>
                  <a:lnTo>
                    <a:pt x="51987" y="140174"/>
                  </a:lnTo>
                  <a:lnTo>
                    <a:pt x="51688" y="139666"/>
                  </a:lnTo>
                  <a:lnTo>
                    <a:pt x="50311" y="137322"/>
                  </a:lnTo>
                  <a:lnTo>
                    <a:pt x="48750" y="135515"/>
                  </a:lnTo>
                  <a:lnTo>
                    <a:pt x="46807" y="133860"/>
                  </a:lnTo>
                  <a:lnTo>
                    <a:pt x="45511" y="133167"/>
                  </a:lnTo>
                  <a:lnTo>
                    <a:pt x="44097" y="132746"/>
                  </a:lnTo>
                  <a:lnTo>
                    <a:pt x="42566" y="132595"/>
                  </a:lnTo>
                  <a:lnTo>
                    <a:pt x="40484" y="132799"/>
                  </a:lnTo>
                  <a:lnTo>
                    <a:pt x="40254" y="132821"/>
                  </a:lnTo>
                  <a:lnTo>
                    <a:pt x="39237" y="132921"/>
                  </a:lnTo>
                  <a:lnTo>
                    <a:pt x="37437" y="133147"/>
                  </a:lnTo>
                  <a:lnTo>
                    <a:pt x="35694" y="133243"/>
                  </a:lnTo>
                  <a:lnTo>
                    <a:pt x="33797" y="132921"/>
                  </a:lnTo>
                  <a:lnTo>
                    <a:pt x="30330" y="130827"/>
                  </a:lnTo>
                  <a:lnTo>
                    <a:pt x="25029" y="126128"/>
                  </a:lnTo>
                  <a:lnTo>
                    <a:pt x="24670" y="125810"/>
                  </a:lnTo>
                  <a:lnTo>
                    <a:pt x="22502" y="123681"/>
                  </a:lnTo>
                  <a:lnTo>
                    <a:pt x="21626" y="122822"/>
                  </a:lnTo>
                  <a:lnTo>
                    <a:pt x="18777" y="120026"/>
                  </a:lnTo>
                  <a:lnTo>
                    <a:pt x="18447" y="119701"/>
                  </a:lnTo>
                  <a:lnTo>
                    <a:pt x="13464" y="113903"/>
                  </a:lnTo>
                  <a:lnTo>
                    <a:pt x="13209" y="113606"/>
                  </a:lnTo>
                  <a:lnTo>
                    <a:pt x="8787" y="107461"/>
                  </a:lnTo>
                  <a:lnTo>
                    <a:pt x="8616" y="107223"/>
                  </a:lnTo>
                  <a:lnTo>
                    <a:pt x="8367" y="106842"/>
                  </a:lnTo>
                  <a:lnTo>
                    <a:pt x="7660" y="105748"/>
                  </a:lnTo>
                  <a:lnTo>
                    <a:pt x="7370" y="105267"/>
                  </a:lnTo>
                  <a:lnTo>
                    <a:pt x="4708" y="100839"/>
                  </a:lnTo>
                  <a:lnTo>
                    <a:pt x="2440" y="96393"/>
                  </a:lnTo>
                  <a:lnTo>
                    <a:pt x="1200" y="93546"/>
                  </a:lnTo>
                  <a:lnTo>
                    <a:pt x="53" y="89513"/>
                  </a:lnTo>
                  <a:lnTo>
                    <a:pt x="0" y="86308"/>
                  </a:lnTo>
                  <a:lnTo>
                    <a:pt x="1133" y="81285"/>
                  </a:lnTo>
                  <a:lnTo>
                    <a:pt x="3048" y="77953"/>
                  </a:lnTo>
                  <a:lnTo>
                    <a:pt x="3175" y="77732"/>
                  </a:lnTo>
                  <a:lnTo>
                    <a:pt x="3612" y="76859"/>
                  </a:lnTo>
                  <a:lnTo>
                    <a:pt x="4781" y="74517"/>
                  </a:lnTo>
                  <a:lnTo>
                    <a:pt x="5369" y="73338"/>
                  </a:lnTo>
                  <a:lnTo>
                    <a:pt x="7538" y="70223"/>
                  </a:lnTo>
                  <a:lnTo>
                    <a:pt x="7695" y="70059"/>
                  </a:lnTo>
                  <a:lnTo>
                    <a:pt x="7950" y="69794"/>
                  </a:lnTo>
                  <a:lnTo>
                    <a:pt x="9992" y="67665"/>
                  </a:lnTo>
                  <a:lnTo>
                    <a:pt x="15882" y="64203"/>
                  </a:lnTo>
                  <a:lnTo>
                    <a:pt x="18085" y="62763"/>
                  </a:lnTo>
                  <a:lnTo>
                    <a:pt x="18435" y="62534"/>
                  </a:lnTo>
                  <a:lnTo>
                    <a:pt x="18876" y="62246"/>
                  </a:lnTo>
                  <a:lnTo>
                    <a:pt x="21113" y="58636"/>
                  </a:lnTo>
                  <a:lnTo>
                    <a:pt x="23257" y="53939"/>
                  </a:lnTo>
                  <a:lnTo>
                    <a:pt x="25590" y="50158"/>
                  </a:lnTo>
                  <a:lnTo>
                    <a:pt x="28016" y="47413"/>
                  </a:lnTo>
                  <a:lnTo>
                    <a:pt x="30632" y="44668"/>
                  </a:lnTo>
                  <a:lnTo>
                    <a:pt x="32104" y="42761"/>
                  </a:lnTo>
                  <a:lnTo>
                    <a:pt x="32955" y="38538"/>
                  </a:lnTo>
                  <a:lnTo>
                    <a:pt x="34246" y="35680"/>
                  </a:lnTo>
                  <a:lnTo>
                    <a:pt x="34656" y="34772"/>
                  </a:lnTo>
                  <a:lnTo>
                    <a:pt x="34896" y="34240"/>
                  </a:lnTo>
                  <a:lnTo>
                    <a:pt x="43000" y="22271"/>
                  </a:lnTo>
                  <a:lnTo>
                    <a:pt x="43198" y="22277"/>
                  </a:lnTo>
                  <a:lnTo>
                    <a:pt x="44186" y="22305"/>
                  </a:lnTo>
                  <a:lnTo>
                    <a:pt x="44802" y="22442"/>
                  </a:lnTo>
                  <a:lnTo>
                    <a:pt x="46745" y="22838"/>
                  </a:lnTo>
                  <a:lnTo>
                    <a:pt x="48555" y="22430"/>
                  </a:lnTo>
                  <a:lnTo>
                    <a:pt x="49659" y="21677"/>
                  </a:lnTo>
                  <a:lnTo>
                    <a:pt x="51205" y="20012"/>
                  </a:lnTo>
                  <a:lnTo>
                    <a:pt x="55986" y="19152"/>
                  </a:lnTo>
                  <a:lnTo>
                    <a:pt x="57103" y="18951"/>
                  </a:lnTo>
                  <a:lnTo>
                    <a:pt x="60142" y="15476"/>
                  </a:lnTo>
                  <a:lnTo>
                    <a:pt x="61770" y="13585"/>
                  </a:lnTo>
                  <a:lnTo>
                    <a:pt x="61979" y="13343"/>
                  </a:lnTo>
                  <a:lnTo>
                    <a:pt x="71291" y="10211"/>
                  </a:lnTo>
                  <a:lnTo>
                    <a:pt x="89721" y="4012"/>
                  </a:lnTo>
                  <a:lnTo>
                    <a:pt x="97605" y="1360"/>
                  </a:lnTo>
                  <a:lnTo>
                    <a:pt x="101651" y="0"/>
                  </a:lnTo>
                  <a:lnTo>
                    <a:pt x="102232" y="2151"/>
                  </a:lnTo>
                  <a:lnTo>
                    <a:pt x="104681" y="11218"/>
                  </a:lnTo>
                  <a:lnTo>
                    <a:pt x="106337" y="173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g11"/>
            <p:cNvSpPr/>
            <p:nvPr/>
          </p:nvSpPr>
          <p:spPr>
            <a:xfrm>
              <a:off x="2167553" y="5374121"/>
              <a:ext cx="150192" cy="143016"/>
            </a:xfrm>
            <a:custGeom>
              <a:avLst/>
              <a:pathLst>
                <a:path w="150192" h="143016">
                  <a:moveTo>
                    <a:pt x="3424" y="84169"/>
                  </a:moveTo>
                  <a:lnTo>
                    <a:pt x="3212" y="80018"/>
                  </a:lnTo>
                  <a:lnTo>
                    <a:pt x="3201" y="79800"/>
                  </a:lnTo>
                  <a:lnTo>
                    <a:pt x="3060" y="77029"/>
                  </a:lnTo>
                  <a:lnTo>
                    <a:pt x="3056" y="75915"/>
                  </a:lnTo>
                  <a:lnTo>
                    <a:pt x="3527" y="75926"/>
                  </a:lnTo>
                  <a:lnTo>
                    <a:pt x="3678" y="75930"/>
                  </a:lnTo>
                  <a:lnTo>
                    <a:pt x="3858" y="75934"/>
                  </a:lnTo>
                  <a:lnTo>
                    <a:pt x="3766" y="74346"/>
                  </a:lnTo>
                  <a:lnTo>
                    <a:pt x="3703" y="73247"/>
                  </a:lnTo>
                  <a:lnTo>
                    <a:pt x="3637" y="72096"/>
                  </a:lnTo>
                  <a:lnTo>
                    <a:pt x="3487" y="69489"/>
                  </a:lnTo>
                  <a:lnTo>
                    <a:pt x="3201" y="65914"/>
                  </a:lnTo>
                  <a:lnTo>
                    <a:pt x="3151" y="65293"/>
                  </a:lnTo>
                  <a:lnTo>
                    <a:pt x="3087" y="62103"/>
                  </a:lnTo>
                  <a:lnTo>
                    <a:pt x="3622" y="62211"/>
                  </a:lnTo>
                  <a:lnTo>
                    <a:pt x="3895" y="62266"/>
                  </a:lnTo>
                  <a:lnTo>
                    <a:pt x="5301" y="63471"/>
                  </a:lnTo>
                  <a:lnTo>
                    <a:pt x="12257" y="60659"/>
                  </a:lnTo>
                  <a:lnTo>
                    <a:pt x="12535" y="60547"/>
                  </a:lnTo>
                  <a:lnTo>
                    <a:pt x="14121" y="60029"/>
                  </a:lnTo>
                  <a:lnTo>
                    <a:pt x="14060" y="57480"/>
                  </a:lnTo>
                  <a:lnTo>
                    <a:pt x="14048" y="56969"/>
                  </a:lnTo>
                  <a:lnTo>
                    <a:pt x="12560" y="57029"/>
                  </a:lnTo>
                  <a:lnTo>
                    <a:pt x="11569" y="57069"/>
                  </a:lnTo>
                  <a:lnTo>
                    <a:pt x="11274" y="52830"/>
                  </a:lnTo>
                  <a:lnTo>
                    <a:pt x="13027" y="52776"/>
                  </a:lnTo>
                  <a:lnTo>
                    <a:pt x="19055" y="52589"/>
                  </a:lnTo>
                  <a:lnTo>
                    <a:pt x="19962" y="51575"/>
                  </a:lnTo>
                  <a:lnTo>
                    <a:pt x="20331" y="49744"/>
                  </a:lnTo>
                  <a:lnTo>
                    <a:pt x="21121" y="46875"/>
                  </a:lnTo>
                  <a:lnTo>
                    <a:pt x="22024" y="45080"/>
                  </a:lnTo>
                  <a:lnTo>
                    <a:pt x="22319" y="44494"/>
                  </a:lnTo>
                  <a:lnTo>
                    <a:pt x="23120" y="42903"/>
                  </a:lnTo>
                  <a:lnTo>
                    <a:pt x="25190" y="40688"/>
                  </a:lnTo>
                  <a:lnTo>
                    <a:pt x="28086" y="38029"/>
                  </a:lnTo>
                  <a:lnTo>
                    <a:pt x="29567" y="36201"/>
                  </a:lnTo>
                  <a:lnTo>
                    <a:pt x="30099" y="35545"/>
                  </a:lnTo>
                  <a:lnTo>
                    <a:pt x="31645" y="34040"/>
                  </a:lnTo>
                  <a:lnTo>
                    <a:pt x="33019" y="32158"/>
                  </a:lnTo>
                  <a:lnTo>
                    <a:pt x="34173" y="30703"/>
                  </a:lnTo>
                  <a:lnTo>
                    <a:pt x="35334" y="31047"/>
                  </a:lnTo>
                  <a:lnTo>
                    <a:pt x="37009" y="29560"/>
                  </a:lnTo>
                  <a:lnTo>
                    <a:pt x="37774" y="28881"/>
                  </a:lnTo>
                  <a:lnTo>
                    <a:pt x="39710" y="27163"/>
                  </a:lnTo>
                  <a:lnTo>
                    <a:pt x="40544" y="26424"/>
                  </a:lnTo>
                  <a:lnTo>
                    <a:pt x="42828" y="29710"/>
                  </a:lnTo>
                  <a:lnTo>
                    <a:pt x="46400" y="34852"/>
                  </a:lnTo>
                  <a:lnTo>
                    <a:pt x="47193" y="37470"/>
                  </a:lnTo>
                  <a:lnTo>
                    <a:pt x="47545" y="38632"/>
                  </a:lnTo>
                  <a:lnTo>
                    <a:pt x="48007" y="40154"/>
                  </a:lnTo>
                  <a:lnTo>
                    <a:pt x="41710" y="41852"/>
                  </a:lnTo>
                  <a:lnTo>
                    <a:pt x="42198" y="44802"/>
                  </a:lnTo>
                  <a:lnTo>
                    <a:pt x="43919" y="46007"/>
                  </a:lnTo>
                  <a:lnTo>
                    <a:pt x="50589" y="50677"/>
                  </a:lnTo>
                  <a:lnTo>
                    <a:pt x="50482" y="51055"/>
                  </a:lnTo>
                  <a:lnTo>
                    <a:pt x="49811" y="52433"/>
                  </a:lnTo>
                  <a:lnTo>
                    <a:pt x="48504" y="55118"/>
                  </a:lnTo>
                  <a:lnTo>
                    <a:pt x="48635" y="55108"/>
                  </a:lnTo>
                  <a:lnTo>
                    <a:pt x="57783" y="56889"/>
                  </a:lnTo>
                  <a:lnTo>
                    <a:pt x="62634" y="55231"/>
                  </a:lnTo>
                  <a:lnTo>
                    <a:pt x="63420" y="54962"/>
                  </a:lnTo>
                  <a:lnTo>
                    <a:pt x="70466" y="52554"/>
                  </a:lnTo>
                  <a:lnTo>
                    <a:pt x="70525" y="51507"/>
                  </a:lnTo>
                  <a:lnTo>
                    <a:pt x="70659" y="49111"/>
                  </a:lnTo>
                  <a:lnTo>
                    <a:pt x="70675" y="48831"/>
                  </a:lnTo>
                  <a:lnTo>
                    <a:pt x="73058" y="44767"/>
                  </a:lnTo>
                  <a:lnTo>
                    <a:pt x="73455" y="44393"/>
                  </a:lnTo>
                  <a:lnTo>
                    <a:pt x="75042" y="42901"/>
                  </a:lnTo>
                  <a:lnTo>
                    <a:pt x="76514" y="41516"/>
                  </a:lnTo>
                  <a:lnTo>
                    <a:pt x="79773" y="37141"/>
                  </a:lnTo>
                  <a:lnTo>
                    <a:pt x="80872" y="34010"/>
                  </a:lnTo>
                  <a:lnTo>
                    <a:pt x="81168" y="32088"/>
                  </a:lnTo>
                  <a:lnTo>
                    <a:pt x="81344" y="30947"/>
                  </a:lnTo>
                  <a:lnTo>
                    <a:pt x="81353" y="30808"/>
                  </a:lnTo>
                  <a:lnTo>
                    <a:pt x="81461" y="29033"/>
                  </a:lnTo>
                  <a:lnTo>
                    <a:pt x="76075" y="29237"/>
                  </a:lnTo>
                  <a:lnTo>
                    <a:pt x="75728" y="24658"/>
                  </a:lnTo>
                  <a:lnTo>
                    <a:pt x="71661" y="24658"/>
                  </a:lnTo>
                  <a:lnTo>
                    <a:pt x="71620" y="24398"/>
                  </a:lnTo>
                  <a:lnTo>
                    <a:pt x="71130" y="21239"/>
                  </a:lnTo>
                  <a:lnTo>
                    <a:pt x="70898" y="19841"/>
                  </a:lnTo>
                  <a:lnTo>
                    <a:pt x="62519" y="13114"/>
                  </a:lnTo>
                  <a:lnTo>
                    <a:pt x="62298" y="12937"/>
                  </a:lnTo>
                  <a:lnTo>
                    <a:pt x="64223" y="10770"/>
                  </a:lnTo>
                  <a:lnTo>
                    <a:pt x="67325" y="10368"/>
                  </a:lnTo>
                  <a:lnTo>
                    <a:pt x="69671" y="10856"/>
                  </a:lnTo>
                  <a:lnTo>
                    <a:pt x="69485" y="7519"/>
                  </a:lnTo>
                  <a:lnTo>
                    <a:pt x="75338" y="7175"/>
                  </a:lnTo>
                  <a:lnTo>
                    <a:pt x="75349" y="5100"/>
                  </a:lnTo>
                  <a:lnTo>
                    <a:pt x="75353" y="4317"/>
                  </a:lnTo>
                  <a:lnTo>
                    <a:pt x="75371" y="875"/>
                  </a:lnTo>
                  <a:lnTo>
                    <a:pt x="78005" y="0"/>
                  </a:lnTo>
                  <a:lnTo>
                    <a:pt x="78903" y="96"/>
                  </a:lnTo>
                  <a:lnTo>
                    <a:pt x="78874" y="1434"/>
                  </a:lnTo>
                  <a:lnTo>
                    <a:pt x="78901" y="2060"/>
                  </a:lnTo>
                  <a:lnTo>
                    <a:pt x="78928" y="2649"/>
                  </a:lnTo>
                  <a:lnTo>
                    <a:pt x="79059" y="5606"/>
                  </a:lnTo>
                  <a:lnTo>
                    <a:pt x="79087" y="6251"/>
                  </a:lnTo>
                  <a:lnTo>
                    <a:pt x="79244" y="9778"/>
                  </a:lnTo>
                  <a:lnTo>
                    <a:pt x="79116" y="9821"/>
                  </a:lnTo>
                  <a:lnTo>
                    <a:pt x="78838" y="9914"/>
                  </a:lnTo>
                  <a:lnTo>
                    <a:pt x="78632" y="9983"/>
                  </a:lnTo>
                  <a:lnTo>
                    <a:pt x="78269" y="10105"/>
                  </a:lnTo>
                  <a:lnTo>
                    <a:pt x="78001" y="10194"/>
                  </a:lnTo>
                  <a:lnTo>
                    <a:pt x="77293" y="10431"/>
                  </a:lnTo>
                  <a:lnTo>
                    <a:pt x="77335" y="11102"/>
                  </a:lnTo>
                  <a:lnTo>
                    <a:pt x="77377" y="11371"/>
                  </a:lnTo>
                  <a:lnTo>
                    <a:pt x="77436" y="11753"/>
                  </a:lnTo>
                  <a:lnTo>
                    <a:pt x="77466" y="11950"/>
                  </a:lnTo>
                  <a:lnTo>
                    <a:pt x="77551" y="12500"/>
                  </a:lnTo>
                  <a:lnTo>
                    <a:pt x="77596" y="12793"/>
                  </a:lnTo>
                  <a:lnTo>
                    <a:pt x="77662" y="13221"/>
                  </a:lnTo>
                  <a:lnTo>
                    <a:pt x="77721" y="13607"/>
                  </a:lnTo>
                  <a:lnTo>
                    <a:pt x="77837" y="14356"/>
                  </a:lnTo>
                  <a:lnTo>
                    <a:pt x="77887" y="14686"/>
                  </a:lnTo>
                  <a:lnTo>
                    <a:pt x="77921" y="14906"/>
                  </a:lnTo>
                  <a:lnTo>
                    <a:pt x="78175" y="16552"/>
                  </a:lnTo>
                  <a:lnTo>
                    <a:pt x="78337" y="17605"/>
                  </a:lnTo>
                  <a:lnTo>
                    <a:pt x="79860" y="17461"/>
                  </a:lnTo>
                  <a:lnTo>
                    <a:pt x="80844" y="17369"/>
                  </a:lnTo>
                  <a:lnTo>
                    <a:pt x="81254" y="17331"/>
                  </a:lnTo>
                  <a:lnTo>
                    <a:pt x="81819" y="17277"/>
                  </a:lnTo>
                  <a:lnTo>
                    <a:pt x="82016" y="17390"/>
                  </a:lnTo>
                  <a:lnTo>
                    <a:pt x="82114" y="17651"/>
                  </a:lnTo>
                  <a:lnTo>
                    <a:pt x="82182" y="17835"/>
                  </a:lnTo>
                  <a:lnTo>
                    <a:pt x="82247" y="18011"/>
                  </a:lnTo>
                  <a:lnTo>
                    <a:pt x="82411" y="18452"/>
                  </a:lnTo>
                  <a:lnTo>
                    <a:pt x="82766" y="19404"/>
                  </a:lnTo>
                  <a:lnTo>
                    <a:pt x="83075" y="20234"/>
                  </a:lnTo>
                  <a:lnTo>
                    <a:pt x="83153" y="20445"/>
                  </a:lnTo>
                  <a:lnTo>
                    <a:pt x="83232" y="20656"/>
                  </a:lnTo>
                  <a:lnTo>
                    <a:pt x="83797" y="22175"/>
                  </a:lnTo>
                  <a:lnTo>
                    <a:pt x="83980" y="22666"/>
                  </a:lnTo>
                  <a:lnTo>
                    <a:pt x="84058" y="22971"/>
                  </a:lnTo>
                  <a:lnTo>
                    <a:pt x="84215" y="23581"/>
                  </a:lnTo>
                  <a:lnTo>
                    <a:pt x="84369" y="24088"/>
                  </a:lnTo>
                  <a:lnTo>
                    <a:pt x="84496" y="24507"/>
                  </a:lnTo>
                  <a:lnTo>
                    <a:pt x="85041" y="26308"/>
                  </a:lnTo>
                  <a:lnTo>
                    <a:pt x="85631" y="28254"/>
                  </a:lnTo>
                  <a:lnTo>
                    <a:pt x="85670" y="28490"/>
                  </a:lnTo>
                  <a:lnTo>
                    <a:pt x="85689" y="28667"/>
                  </a:lnTo>
                  <a:lnTo>
                    <a:pt x="85771" y="29432"/>
                  </a:lnTo>
                  <a:lnTo>
                    <a:pt x="85959" y="31191"/>
                  </a:lnTo>
                  <a:lnTo>
                    <a:pt x="86117" y="31181"/>
                  </a:lnTo>
                  <a:lnTo>
                    <a:pt x="86666" y="31143"/>
                  </a:lnTo>
                  <a:lnTo>
                    <a:pt x="86824" y="32105"/>
                  </a:lnTo>
                  <a:lnTo>
                    <a:pt x="87255" y="34716"/>
                  </a:lnTo>
                  <a:lnTo>
                    <a:pt x="87389" y="35526"/>
                  </a:lnTo>
                  <a:lnTo>
                    <a:pt x="87490" y="36139"/>
                  </a:lnTo>
                  <a:lnTo>
                    <a:pt x="87961" y="38994"/>
                  </a:lnTo>
                  <a:lnTo>
                    <a:pt x="88014" y="39946"/>
                  </a:lnTo>
                  <a:lnTo>
                    <a:pt x="88018" y="40355"/>
                  </a:lnTo>
                  <a:lnTo>
                    <a:pt x="87792" y="41677"/>
                  </a:lnTo>
                  <a:lnTo>
                    <a:pt x="87346" y="44292"/>
                  </a:lnTo>
                  <a:lnTo>
                    <a:pt x="87233" y="44951"/>
                  </a:lnTo>
                  <a:lnTo>
                    <a:pt x="87114" y="45648"/>
                  </a:lnTo>
                  <a:lnTo>
                    <a:pt x="87828" y="50798"/>
                  </a:lnTo>
                  <a:lnTo>
                    <a:pt x="87878" y="51157"/>
                  </a:lnTo>
                  <a:lnTo>
                    <a:pt x="88206" y="53522"/>
                  </a:lnTo>
                  <a:lnTo>
                    <a:pt x="88423" y="55090"/>
                  </a:lnTo>
                  <a:lnTo>
                    <a:pt x="88822" y="57967"/>
                  </a:lnTo>
                  <a:lnTo>
                    <a:pt x="88874" y="58344"/>
                  </a:lnTo>
                  <a:lnTo>
                    <a:pt x="88937" y="58799"/>
                  </a:lnTo>
                  <a:lnTo>
                    <a:pt x="89002" y="59266"/>
                  </a:lnTo>
                  <a:lnTo>
                    <a:pt x="89790" y="64951"/>
                  </a:lnTo>
                  <a:lnTo>
                    <a:pt x="89899" y="65733"/>
                  </a:lnTo>
                  <a:lnTo>
                    <a:pt x="89932" y="65972"/>
                  </a:lnTo>
                  <a:lnTo>
                    <a:pt x="90013" y="66555"/>
                  </a:lnTo>
                  <a:lnTo>
                    <a:pt x="90632" y="71023"/>
                  </a:lnTo>
                  <a:lnTo>
                    <a:pt x="90677" y="71346"/>
                  </a:lnTo>
                  <a:lnTo>
                    <a:pt x="91058" y="73477"/>
                  </a:lnTo>
                  <a:lnTo>
                    <a:pt x="92942" y="73260"/>
                  </a:lnTo>
                  <a:lnTo>
                    <a:pt x="94037" y="73134"/>
                  </a:lnTo>
                  <a:lnTo>
                    <a:pt x="94552" y="73075"/>
                  </a:lnTo>
                  <a:lnTo>
                    <a:pt x="95308" y="72988"/>
                  </a:lnTo>
                  <a:lnTo>
                    <a:pt x="96800" y="72817"/>
                  </a:lnTo>
                  <a:lnTo>
                    <a:pt x="99810" y="72471"/>
                  </a:lnTo>
                  <a:lnTo>
                    <a:pt x="100099" y="72437"/>
                  </a:lnTo>
                  <a:lnTo>
                    <a:pt x="100431" y="75309"/>
                  </a:lnTo>
                  <a:lnTo>
                    <a:pt x="101178" y="81778"/>
                  </a:lnTo>
                  <a:lnTo>
                    <a:pt x="101240" y="82308"/>
                  </a:lnTo>
                  <a:lnTo>
                    <a:pt x="101335" y="83129"/>
                  </a:lnTo>
                  <a:lnTo>
                    <a:pt x="101365" y="83393"/>
                  </a:lnTo>
                  <a:lnTo>
                    <a:pt x="102403" y="92369"/>
                  </a:lnTo>
                  <a:lnTo>
                    <a:pt x="102552" y="93658"/>
                  </a:lnTo>
                  <a:lnTo>
                    <a:pt x="102765" y="95500"/>
                  </a:lnTo>
                  <a:lnTo>
                    <a:pt x="102899" y="96664"/>
                  </a:lnTo>
                  <a:lnTo>
                    <a:pt x="103904" y="105357"/>
                  </a:lnTo>
                  <a:lnTo>
                    <a:pt x="103993" y="106127"/>
                  </a:lnTo>
                  <a:lnTo>
                    <a:pt x="104111" y="107027"/>
                  </a:lnTo>
                  <a:lnTo>
                    <a:pt x="113574" y="105978"/>
                  </a:lnTo>
                  <a:lnTo>
                    <a:pt x="113899" y="105942"/>
                  </a:lnTo>
                  <a:lnTo>
                    <a:pt x="134385" y="103673"/>
                  </a:lnTo>
                  <a:lnTo>
                    <a:pt x="136606" y="103427"/>
                  </a:lnTo>
                  <a:lnTo>
                    <a:pt x="137148" y="103367"/>
                  </a:lnTo>
                  <a:lnTo>
                    <a:pt x="137585" y="103318"/>
                  </a:lnTo>
                  <a:lnTo>
                    <a:pt x="144185" y="102587"/>
                  </a:lnTo>
                  <a:lnTo>
                    <a:pt x="144895" y="102508"/>
                  </a:lnTo>
                  <a:lnTo>
                    <a:pt x="146457" y="102335"/>
                  </a:lnTo>
                  <a:lnTo>
                    <a:pt x="146723" y="104892"/>
                  </a:lnTo>
                  <a:lnTo>
                    <a:pt x="147158" y="109072"/>
                  </a:lnTo>
                  <a:lnTo>
                    <a:pt x="148522" y="122183"/>
                  </a:lnTo>
                  <a:lnTo>
                    <a:pt x="148631" y="123226"/>
                  </a:lnTo>
                  <a:lnTo>
                    <a:pt x="148662" y="123528"/>
                  </a:lnTo>
                  <a:lnTo>
                    <a:pt x="148815" y="124998"/>
                  </a:lnTo>
                  <a:lnTo>
                    <a:pt x="149452" y="131118"/>
                  </a:lnTo>
                  <a:lnTo>
                    <a:pt x="150007" y="135131"/>
                  </a:lnTo>
                  <a:lnTo>
                    <a:pt x="150117" y="135933"/>
                  </a:lnTo>
                  <a:lnTo>
                    <a:pt x="150192" y="136473"/>
                  </a:lnTo>
                  <a:lnTo>
                    <a:pt x="149350" y="136671"/>
                  </a:lnTo>
                  <a:lnTo>
                    <a:pt x="148914" y="136722"/>
                  </a:lnTo>
                  <a:lnTo>
                    <a:pt x="141784" y="137561"/>
                  </a:lnTo>
                  <a:lnTo>
                    <a:pt x="139982" y="137773"/>
                  </a:lnTo>
                  <a:lnTo>
                    <a:pt x="139493" y="137830"/>
                  </a:lnTo>
                  <a:lnTo>
                    <a:pt x="130854" y="138846"/>
                  </a:lnTo>
                  <a:lnTo>
                    <a:pt x="130673" y="138868"/>
                  </a:lnTo>
                  <a:lnTo>
                    <a:pt x="126660" y="139340"/>
                  </a:lnTo>
                  <a:lnTo>
                    <a:pt x="125603" y="139464"/>
                  </a:lnTo>
                  <a:lnTo>
                    <a:pt x="125234" y="139509"/>
                  </a:lnTo>
                  <a:lnTo>
                    <a:pt x="121607" y="139956"/>
                  </a:lnTo>
                  <a:lnTo>
                    <a:pt x="117515" y="140459"/>
                  </a:lnTo>
                  <a:lnTo>
                    <a:pt x="98950" y="142743"/>
                  </a:lnTo>
                  <a:lnTo>
                    <a:pt x="96793" y="143009"/>
                  </a:lnTo>
                  <a:lnTo>
                    <a:pt x="96404" y="143014"/>
                  </a:lnTo>
                  <a:lnTo>
                    <a:pt x="96235" y="143016"/>
                  </a:lnTo>
                  <a:lnTo>
                    <a:pt x="94861" y="142442"/>
                  </a:lnTo>
                  <a:lnTo>
                    <a:pt x="92247" y="141350"/>
                  </a:lnTo>
                  <a:lnTo>
                    <a:pt x="91783" y="141156"/>
                  </a:lnTo>
                  <a:lnTo>
                    <a:pt x="83837" y="136545"/>
                  </a:lnTo>
                  <a:lnTo>
                    <a:pt x="82482" y="135758"/>
                  </a:lnTo>
                  <a:lnTo>
                    <a:pt x="77921" y="133111"/>
                  </a:lnTo>
                  <a:lnTo>
                    <a:pt x="75891" y="131933"/>
                  </a:lnTo>
                  <a:lnTo>
                    <a:pt x="73449" y="130516"/>
                  </a:lnTo>
                  <a:lnTo>
                    <a:pt x="72366" y="129724"/>
                  </a:lnTo>
                  <a:lnTo>
                    <a:pt x="71995" y="129453"/>
                  </a:lnTo>
                  <a:lnTo>
                    <a:pt x="71841" y="129341"/>
                  </a:lnTo>
                  <a:lnTo>
                    <a:pt x="71348" y="128980"/>
                  </a:lnTo>
                  <a:lnTo>
                    <a:pt x="70175" y="128122"/>
                  </a:lnTo>
                  <a:lnTo>
                    <a:pt x="69132" y="127068"/>
                  </a:lnTo>
                  <a:lnTo>
                    <a:pt x="67115" y="124570"/>
                  </a:lnTo>
                  <a:lnTo>
                    <a:pt x="66573" y="123900"/>
                  </a:lnTo>
                  <a:lnTo>
                    <a:pt x="61288" y="117356"/>
                  </a:lnTo>
                  <a:lnTo>
                    <a:pt x="60480" y="116356"/>
                  </a:lnTo>
                  <a:lnTo>
                    <a:pt x="59524" y="115173"/>
                  </a:lnTo>
                  <a:lnTo>
                    <a:pt x="58073" y="113564"/>
                  </a:lnTo>
                  <a:lnTo>
                    <a:pt x="56895" y="112258"/>
                  </a:lnTo>
                  <a:lnTo>
                    <a:pt x="54475" y="109573"/>
                  </a:lnTo>
                  <a:lnTo>
                    <a:pt x="53276" y="108244"/>
                  </a:lnTo>
                  <a:lnTo>
                    <a:pt x="52654" y="107555"/>
                  </a:lnTo>
                  <a:lnTo>
                    <a:pt x="49532" y="104093"/>
                  </a:lnTo>
                  <a:lnTo>
                    <a:pt x="48915" y="103409"/>
                  </a:lnTo>
                  <a:lnTo>
                    <a:pt x="46918" y="101195"/>
                  </a:lnTo>
                  <a:lnTo>
                    <a:pt x="45493" y="99614"/>
                  </a:lnTo>
                  <a:lnTo>
                    <a:pt x="45095" y="99172"/>
                  </a:lnTo>
                  <a:lnTo>
                    <a:pt x="44953" y="98998"/>
                  </a:lnTo>
                  <a:lnTo>
                    <a:pt x="44777" y="98781"/>
                  </a:lnTo>
                  <a:lnTo>
                    <a:pt x="44279" y="98166"/>
                  </a:lnTo>
                  <a:lnTo>
                    <a:pt x="43961" y="97774"/>
                  </a:lnTo>
                  <a:lnTo>
                    <a:pt x="42705" y="96224"/>
                  </a:lnTo>
                  <a:lnTo>
                    <a:pt x="42033" y="95395"/>
                  </a:lnTo>
                  <a:lnTo>
                    <a:pt x="41870" y="95194"/>
                  </a:lnTo>
                  <a:lnTo>
                    <a:pt x="41510" y="94966"/>
                  </a:lnTo>
                  <a:lnTo>
                    <a:pt x="40268" y="94182"/>
                  </a:lnTo>
                  <a:lnTo>
                    <a:pt x="39680" y="94039"/>
                  </a:lnTo>
                  <a:lnTo>
                    <a:pt x="38689" y="93797"/>
                  </a:lnTo>
                  <a:lnTo>
                    <a:pt x="32868" y="96207"/>
                  </a:lnTo>
                  <a:lnTo>
                    <a:pt x="28433" y="98042"/>
                  </a:lnTo>
                  <a:lnTo>
                    <a:pt x="28291" y="98101"/>
                  </a:lnTo>
                  <a:lnTo>
                    <a:pt x="28014" y="98216"/>
                  </a:lnTo>
                  <a:lnTo>
                    <a:pt x="27769" y="98317"/>
                  </a:lnTo>
                  <a:lnTo>
                    <a:pt x="27487" y="97711"/>
                  </a:lnTo>
                  <a:lnTo>
                    <a:pt x="27028" y="96726"/>
                  </a:lnTo>
                  <a:lnTo>
                    <a:pt x="26927" y="96508"/>
                  </a:lnTo>
                  <a:lnTo>
                    <a:pt x="25285" y="97361"/>
                  </a:lnTo>
                  <a:lnTo>
                    <a:pt x="23310" y="98386"/>
                  </a:lnTo>
                  <a:lnTo>
                    <a:pt x="21513" y="99319"/>
                  </a:lnTo>
                  <a:lnTo>
                    <a:pt x="20543" y="99823"/>
                  </a:lnTo>
                  <a:lnTo>
                    <a:pt x="19022" y="100613"/>
                  </a:lnTo>
                  <a:lnTo>
                    <a:pt x="17663" y="101318"/>
                  </a:lnTo>
                  <a:lnTo>
                    <a:pt x="16037" y="102109"/>
                  </a:lnTo>
                  <a:lnTo>
                    <a:pt x="14670" y="102831"/>
                  </a:lnTo>
                  <a:lnTo>
                    <a:pt x="14488" y="102930"/>
                  </a:lnTo>
                  <a:lnTo>
                    <a:pt x="14013" y="103187"/>
                  </a:lnTo>
                  <a:lnTo>
                    <a:pt x="13361" y="103540"/>
                  </a:lnTo>
                  <a:lnTo>
                    <a:pt x="11651" y="104466"/>
                  </a:lnTo>
                  <a:lnTo>
                    <a:pt x="7822" y="106540"/>
                  </a:lnTo>
                  <a:lnTo>
                    <a:pt x="5389" y="107731"/>
                  </a:lnTo>
                  <a:lnTo>
                    <a:pt x="4936" y="107953"/>
                  </a:lnTo>
                  <a:lnTo>
                    <a:pt x="4445" y="108194"/>
                  </a:lnTo>
                  <a:lnTo>
                    <a:pt x="4178" y="108292"/>
                  </a:lnTo>
                  <a:lnTo>
                    <a:pt x="1781" y="103043"/>
                  </a:lnTo>
                  <a:lnTo>
                    <a:pt x="338" y="97790"/>
                  </a:lnTo>
                  <a:lnTo>
                    <a:pt x="0" y="96345"/>
                  </a:lnTo>
                  <a:lnTo>
                    <a:pt x="1045" y="96013"/>
                  </a:lnTo>
                  <a:lnTo>
                    <a:pt x="780" y="95080"/>
                  </a:lnTo>
                  <a:lnTo>
                    <a:pt x="2531" y="94531"/>
                  </a:lnTo>
                  <a:lnTo>
                    <a:pt x="2076" y="92807"/>
                  </a:lnTo>
                  <a:lnTo>
                    <a:pt x="3128" y="92488"/>
                  </a:lnTo>
                  <a:lnTo>
                    <a:pt x="3975" y="92232"/>
                  </a:lnTo>
                  <a:lnTo>
                    <a:pt x="5006" y="91919"/>
                  </a:lnTo>
                  <a:lnTo>
                    <a:pt x="4721" y="90924"/>
                  </a:lnTo>
                  <a:lnTo>
                    <a:pt x="8216" y="89963"/>
                  </a:lnTo>
                  <a:lnTo>
                    <a:pt x="6341" y="88084"/>
                  </a:lnTo>
                  <a:lnTo>
                    <a:pt x="5864" y="87288"/>
                  </a:lnTo>
                  <a:lnTo>
                    <a:pt x="5139" y="86079"/>
                  </a:lnTo>
                  <a:lnTo>
                    <a:pt x="4669" y="84594"/>
                  </a:lnTo>
                  <a:lnTo>
                    <a:pt x="4685" y="840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g12"/>
            <p:cNvSpPr/>
            <p:nvPr/>
          </p:nvSpPr>
          <p:spPr>
            <a:xfrm>
              <a:off x="2244847" y="5375435"/>
              <a:ext cx="174163" cy="135159"/>
            </a:xfrm>
            <a:custGeom>
              <a:avLst/>
              <a:pathLst>
                <a:path w="174163" h="135159">
                  <a:moveTo>
                    <a:pt x="4970" y="5144"/>
                  </a:moveTo>
                  <a:lnTo>
                    <a:pt x="5246" y="5273"/>
                  </a:lnTo>
                  <a:lnTo>
                    <a:pt x="8038" y="5183"/>
                  </a:lnTo>
                  <a:lnTo>
                    <a:pt x="9845" y="5125"/>
                  </a:lnTo>
                  <a:lnTo>
                    <a:pt x="13389" y="6746"/>
                  </a:lnTo>
                  <a:lnTo>
                    <a:pt x="17787" y="7826"/>
                  </a:lnTo>
                  <a:lnTo>
                    <a:pt x="23177" y="8960"/>
                  </a:lnTo>
                  <a:lnTo>
                    <a:pt x="27598" y="17376"/>
                  </a:lnTo>
                  <a:lnTo>
                    <a:pt x="28152" y="18431"/>
                  </a:lnTo>
                  <a:lnTo>
                    <a:pt x="28753" y="18576"/>
                  </a:lnTo>
                  <a:lnTo>
                    <a:pt x="37873" y="20775"/>
                  </a:lnTo>
                  <a:lnTo>
                    <a:pt x="39947" y="21462"/>
                  </a:lnTo>
                  <a:lnTo>
                    <a:pt x="45004" y="23136"/>
                  </a:lnTo>
                  <a:lnTo>
                    <a:pt x="50686" y="27441"/>
                  </a:lnTo>
                  <a:lnTo>
                    <a:pt x="54385" y="30328"/>
                  </a:lnTo>
                  <a:lnTo>
                    <a:pt x="58393" y="33466"/>
                  </a:lnTo>
                  <a:lnTo>
                    <a:pt x="60655" y="40466"/>
                  </a:lnTo>
                  <a:lnTo>
                    <a:pt x="61735" y="45433"/>
                  </a:lnTo>
                  <a:lnTo>
                    <a:pt x="61974" y="46535"/>
                  </a:lnTo>
                  <a:lnTo>
                    <a:pt x="61702" y="46449"/>
                  </a:lnTo>
                  <a:lnTo>
                    <a:pt x="60202" y="46626"/>
                  </a:lnTo>
                  <a:lnTo>
                    <a:pt x="57224" y="47091"/>
                  </a:lnTo>
                  <a:lnTo>
                    <a:pt x="53783" y="46924"/>
                  </a:lnTo>
                  <a:lnTo>
                    <a:pt x="54465" y="47875"/>
                  </a:lnTo>
                  <a:lnTo>
                    <a:pt x="56397" y="51342"/>
                  </a:lnTo>
                  <a:lnTo>
                    <a:pt x="59539" y="52515"/>
                  </a:lnTo>
                  <a:lnTo>
                    <a:pt x="62413" y="53044"/>
                  </a:lnTo>
                  <a:lnTo>
                    <a:pt x="67031" y="54843"/>
                  </a:lnTo>
                  <a:lnTo>
                    <a:pt x="67781" y="54841"/>
                  </a:lnTo>
                  <a:lnTo>
                    <a:pt x="70314" y="54457"/>
                  </a:lnTo>
                  <a:lnTo>
                    <a:pt x="72260" y="52772"/>
                  </a:lnTo>
                  <a:lnTo>
                    <a:pt x="72347" y="52606"/>
                  </a:lnTo>
                  <a:lnTo>
                    <a:pt x="73242" y="50890"/>
                  </a:lnTo>
                  <a:lnTo>
                    <a:pt x="73855" y="50075"/>
                  </a:lnTo>
                  <a:lnTo>
                    <a:pt x="74641" y="50049"/>
                  </a:lnTo>
                  <a:lnTo>
                    <a:pt x="75526" y="50020"/>
                  </a:lnTo>
                  <a:lnTo>
                    <a:pt x="75757" y="50012"/>
                  </a:lnTo>
                  <a:lnTo>
                    <a:pt x="77966" y="50200"/>
                  </a:lnTo>
                  <a:lnTo>
                    <a:pt x="79227" y="49360"/>
                  </a:lnTo>
                  <a:lnTo>
                    <a:pt x="80192" y="49025"/>
                  </a:lnTo>
                  <a:lnTo>
                    <a:pt x="82415" y="49169"/>
                  </a:lnTo>
                  <a:lnTo>
                    <a:pt x="84296" y="49311"/>
                  </a:lnTo>
                  <a:lnTo>
                    <a:pt x="86827" y="52622"/>
                  </a:lnTo>
                  <a:lnTo>
                    <a:pt x="91634" y="55350"/>
                  </a:lnTo>
                  <a:lnTo>
                    <a:pt x="92183" y="57509"/>
                  </a:lnTo>
                  <a:lnTo>
                    <a:pt x="92906" y="58099"/>
                  </a:lnTo>
                  <a:lnTo>
                    <a:pt x="92732" y="63332"/>
                  </a:lnTo>
                  <a:lnTo>
                    <a:pt x="94747" y="63118"/>
                  </a:lnTo>
                  <a:lnTo>
                    <a:pt x="97477" y="62768"/>
                  </a:lnTo>
                  <a:lnTo>
                    <a:pt x="100430" y="61998"/>
                  </a:lnTo>
                  <a:lnTo>
                    <a:pt x="102483" y="61148"/>
                  </a:lnTo>
                  <a:lnTo>
                    <a:pt x="102912" y="60970"/>
                  </a:lnTo>
                  <a:lnTo>
                    <a:pt x="103681" y="60605"/>
                  </a:lnTo>
                  <a:lnTo>
                    <a:pt x="109477" y="57856"/>
                  </a:lnTo>
                  <a:lnTo>
                    <a:pt x="110288" y="57527"/>
                  </a:lnTo>
                  <a:lnTo>
                    <a:pt x="111299" y="57117"/>
                  </a:lnTo>
                  <a:lnTo>
                    <a:pt x="111763" y="57023"/>
                  </a:lnTo>
                  <a:lnTo>
                    <a:pt x="117928" y="55768"/>
                  </a:lnTo>
                  <a:lnTo>
                    <a:pt x="136485" y="53440"/>
                  </a:lnTo>
                  <a:lnTo>
                    <a:pt x="138108" y="53237"/>
                  </a:lnTo>
                  <a:lnTo>
                    <a:pt x="145761" y="52276"/>
                  </a:lnTo>
                  <a:lnTo>
                    <a:pt x="147434" y="52096"/>
                  </a:lnTo>
                  <a:lnTo>
                    <a:pt x="156572" y="51110"/>
                  </a:lnTo>
                  <a:lnTo>
                    <a:pt x="157117" y="51051"/>
                  </a:lnTo>
                  <a:lnTo>
                    <a:pt x="159026" y="50992"/>
                  </a:lnTo>
                  <a:lnTo>
                    <a:pt x="160518" y="51875"/>
                  </a:lnTo>
                  <a:lnTo>
                    <a:pt x="162914" y="54003"/>
                  </a:lnTo>
                  <a:lnTo>
                    <a:pt x="164403" y="55421"/>
                  </a:lnTo>
                  <a:lnTo>
                    <a:pt x="166011" y="56954"/>
                  </a:lnTo>
                  <a:lnTo>
                    <a:pt x="174163" y="64721"/>
                  </a:lnTo>
                  <a:lnTo>
                    <a:pt x="172931" y="66150"/>
                  </a:lnTo>
                  <a:lnTo>
                    <a:pt x="172535" y="66617"/>
                  </a:lnTo>
                  <a:lnTo>
                    <a:pt x="170418" y="69454"/>
                  </a:lnTo>
                  <a:lnTo>
                    <a:pt x="168788" y="71637"/>
                  </a:lnTo>
                  <a:lnTo>
                    <a:pt x="168549" y="71958"/>
                  </a:lnTo>
                  <a:lnTo>
                    <a:pt x="166637" y="74670"/>
                  </a:lnTo>
                  <a:lnTo>
                    <a:pt x="164704" y="78503"/>
                  </a:lnTo>
                  <a:lnTo>
                    <a:pt x="164075" y="79752"/>
                  </a:lnTo>
                  <a:lnTo>
                    <a:pt x="163876" y="80147"/>
                  </a:lnTo>
                  <a:lnTo>
                    <a:pt x="163684" y="80613"/>
                  </a:lnTo>
                  <a:lnTo>
                    <a:pt x="163507" y="81043"/>
                  </a:lnTo>
                  <a:lnTo>
                    <a:pt x="163405" y="81291"/>
                  </a:lnTo>
                  <a:lnTo>
                    <a:pt x="161284" y="86448"/>
                  </a:lnTo>
                  <a:lnTo>
                    <a:pt x="159776" y="89782"/>
                  </a:lnTo>
                  <a:lnTo>
                    <a:pt x="159260" y="90923"/>
                  </a:lnTo>
                  <a:lnTo>
                    <a:pt x="155211" y="99875"/>
                  </a:lnTo>
                  <a:lnTo>
                    <a:pt x="154204" y="102100"/>
                  </a:lnTo>
                  <a:lnTo>
                    <a:pt x="152841" y="105112"/>
                  </a:lnTo>
                  <a:lnTo>
                    <a:pt x="150413" y="110753"/>
                  </a:lnTo>
                  <a:lnTo>
                    <a:pt x="149568" y="112717"/>
                  </a:lnTo>
                  <a:lnTo>
                    <a:pt x="146666" y="119457"/>
                  </a:lnTo>
                  <a:lnTo>
                    <a:pt x="145962" y="121093"/>
                  </a:lnTo>
                  <a:lnTo>
                    <a:pt x="143167" y="121574"/>
                  </a:lnTo>
                  <a:lnTo>
                    <a:pt x="134003" y="123148"/>
                  </a:lnTo>
                  <a:lnTo>
                    <a:pt x="133792" y="123184"/>
                  </a:lnTo>
                  <a:lnTo>
                    <a:pt x="127987" y="124215"/>
                  </a:lnTo>
                  <a:lnTo>
                    <a:pt x="124902" y="124763"/>
                  </a:lnTo>
                  <a:lnTo>
                    <a:pt x="123488" y="125014"/>
                  </a:lnTo>
                  <a:lnTo>
                    <a:pt x="102189" y="128479"/>
                  </a:lnTo>
                  <a:lnTo>
                    <a:pt x="98419" y="129092"/>
                  </a:lnTo>
                  <a:lnTo>
                    <a:pt x="96687" y="129547"/>
                  </a:lnTo>
                  <a:lnTo>
                    <a:pt x="89246" y="131501"/>
                  </a:lnTo>
                  <a:lnTo>
                    <a:pt x="76964" y="134202"/>
                  </a:lnTo>
                  <a:lnTo>
                    <a:pt x="76266" y="134366"/>
                  </a:lnTo>
                  <a:lnTo>
                    <a:pt x="72898" y="135159"/>
                  </a:lnTo>
                  <a:lnTo>
                    <a:pt x="72823" y="134619"/>
                  </a:lnTo>
                  <a:lnTo>
                    <a:pt x="72713" y="133817"/>
                  </a:lnTo>
                  <a:lnTo>
                    <a:pt x="72159" y="129805"/>
                  </a:lnTo>
                  <a:lnTo>
                    <a:pt x="71522" y="123685"/>
                  </a:lnTo>
                  <a:lnTo>
                    <a:pt x="71369" y="122215"/>
                  </a:lnTo>
                  <a:lnTo>
                    <a:pt x="71337" y="121913"/>
                  </a:lnTo>
                  <a:lnTo>
                    <a:pt x="71229" y="120870"/>
                  </a:lnTo>
                  <a:lnTo>
                    <a:pt x="69864" y="107758"/>
                  </a:lnTo>
                  <a:lnTo>
                    <a:pt x="69429" y="103578"/>
                  </a:lnTo>
                  <a:lnTo>
                    <a:pt x="69155" y="101023"/>
                  </a:lnTo>
                  <a:lnTo>
                    <a:pt x="67601" y="101195"/>
                  </a:lnTo>
                  <a:lnTo>
                    <a:pt x="66891" y="101273"/>
                  </a:lnTo>
                  <a:lnTo>
                    <a:pt x="60291" y="102005"/>
                  </a:lnTo>
                  <a:lnTo>
                    <a:pt x="59854" y="102053"/>
                  </a:lnTo>
                  <a:lnTo>
                    <a:pt x="59312" y="102113"/>
                  </a:lnTo>
                  <a:lnTo>
                    <a:pt x="57091" y="102359"/>
                  </a:lnTo>
                  <a:lnTo>
                    <a:pt x="36606" y="104629"/>
                  </a:lnTo>
                  <a:lnTo>
                    <a:pt x="36280" y="104665"/>
                  </a:lnTo>
                  <a:lnTo>
                    <a:pt x="26794" y="105716"/>
                  </a:lnTo>
                  <a:lnTo>
                    <a:pt x="26699" y="104813"/>
                  </a:lnTo>
                  <a:lnTo>
                    <a:pt x="26601" y="103959"/>
                  </a:lnTo>
                  <a:lnTo>
                    <a:pt x="25605" y="95351"/>
                  </a:lnTo>
                  <a:lnTo>
                    <a:pt x="25460" y="94094"/>
                  </a:lnTo>
                  <a:lnTo>
                    <a:pt x="25258" y="92345"/>
                  </a:lnTo>
                  <a:lnTo>
                    <a:pt x="25109" y="91055"/>
                  </a:lnTo>
                  <a:lnTo>
                    <a:pt x="24071" y="82080"/>
                  </a:lnTo>
                  <a:lnTo>
                    <a:pt x="24041" y="81815"/>
                  </a:lnTo>
                  <a:lnTo>
                    <a:pt x="23946" y="80994"/>
                  </a:lnTo>
                  <a:lnTo>
                    <a:pt x="23885" y="80464"/>
                  </a:lnTo>
                  <a:lnTo>
                    <a:pt x="23137" y="73996"/>
                  </a:lnTo>
                  <a:lnTo>
                    <a:pt x="22788" y="71126"/>
                  </a:lnTo>
                  <a:lnTo>
                    <a:pt x="22516" y="71157"/>
                  </a:lnTo>
                  <a:lnTo>
                    <a:pt x="19506" y="71503"/>
                  </a:lnTo>
                  <a:lnTo>
                    <a:pt x="18014" y="71675"/>
                  </a:lnTo>
                  <a:lnTo>
                    <a:pt x="17259" y="71762"/>
                  </a:lnTo>
                  <a:lnTo>
                    <a:pt x="16743" y="71821"/>
                  </a:lnTo>
                  <a:lnTo>
                    <a:pt x="15648" y="71947"/>
                  </a:lnTo>
                  <a:lnTo>
                    <a:pt x="13680" y="72173"/>
                  </a:lnTo>
                  <a:lnTo>
                    <a:pt x="13383" y="70032"/>
                  </a:lnTo>
                  <a:lnTo>
                    <a:pt x="13338" y="69710"/>
                  </a:lnTo>
                  <a:lnTo>
                    <a:pt x="12719" y="65241"/>
                  </a:lnTo>
                  <a:lnTo>
                    <a:pt x="12638" y="64658"/>
                  </a:lnTo>
                  <a:lnTo>
                    <a:pt x="12605" y="64420"/>
                  </a:lnTo>
                  <a:lnTo>
                    <a:pt x="12489" y="63586"/>
                  </a:lnTo>
                  <a:lnTo>
                    <a:pt x="11708" y="57953"/>
                  </a:lnTo>
                  <a:lnTo>
                    <a:pt x="11644" y="57486"/>
                  </a:lnTo>
                  <a:lnTo>
                    <a:pt x="11580" y="57030"/>
                  </a:lnTo>
                  <a:lnTo>
                    <a:pt x="11528" y="56653"/>
                  </a:lnTo>
                  <a:lnTo>
                    <a:pt x="11129" y="53776"/>
                  </a:lnTo>
                  <a:lnTo>
                    <a:pt x="10912" y="52209"/>
                  </a:lnTo>
                  <a:lnTo>
                    <a:pt x="10584" y="49844"/>
                  </a:lnTo>
                  <a:lnTo>
                    <a:pt x="10534" y="49485"/>
                  </a:lnTo>
                  <a:lnTo>
                    <a:pt x="9820" y="44334"/>
                  </a:lnTo>
                  <a:lnTo>
                    <a:pt x="9939" y="43637"/>
                  </a:lnTo>
                  <a:lnTo>
                    <a:pt x="10052" y="42979"/>
                  </a:lnTo>
                  <a:lnTo>
                    <a:pt x="10501" y="40344"/>
                  </a:lnTo>
                  <a:lnTo>
                    <a:pt x="10738" y="38957"/>
                  </a:lnTo>
                  <a:lnTo>
                    <a:pt x="10720" y="38633"/>
                  </a:lnTo>
                  <a:lnTo>
                    <a:pt x="10668" y="37681"/>
                  </a:lnTo>
                  <a:lnTo>
                    <a:pt x="10196" y="34825"/>
                  </a:lnTo>
                  <a:lnTo>
                    <a:pt x="10095" y="34213"/>
                  </a:lnTo>
                  <a:lnTo>
                    <a:pt x="9961" y="33402"/>
                  </a:lnTo>
                  <a:lnTo>
                    <a:pt x="9531" y="30792"/>
                  </a:lnTo>
                  <a:lnTo>
                    <a:pt x="9372" y="29830"/>
                  </a:lnTo>
                  <a:lnTo>
                    <a:pt x="8823" y="29867"/>
                  </a:lnTo>
                  <a:lnTo>
                    <a:pt x="8665" y="29878"/>
                  </a:lnTo>
                  <a:lnTo>
                    <a:pt x="8477" y="28118"/>
                  </a:lnTo>
                  <a:lnTo>
                    <a:pt x="8395" y="27353"/>
                  </a:lnTo>
                  <a:lnTo>
                    <a:pt x="8376" y="27176"/>
                  </a:lnTo>
                  <a:lnTo>
                    <a:pt x="8337" y="26941"/>
                  </a:lnTo>
                  <a:lnTo>
                    <a:pt x="7747" y="24994"/>
                  </a:lnTo>
                  <a:lnTo>
                    <a:pt x="7202" y="23193"/>
                  </a:lnTo>
                  <a:lnTo>
                    <a:pt x="7075" y="22775"/>
                  </a:lnTo>
                  <a:lnTo>
                    <a:pt x="6921" y="22268"/>
                  </a:lnTo>
                  <a:lnTo>
                    <a:pt x="6764" y="21658"/>
                  </a:lnTo>
                  <a:lnTo>
                    <a:pt x="6686" y="21352"/>
                  </a:lnTo>
                  <a:lnTo>
                    <a:pt x="6503" y="20861"/>
                  </a:lnTo>
                  <a:lnTo>
                    <a:pt x="5938" y="19343"/>
                  </a:lnTo>
                  <a:lnTo>
                    <a:pt x="5859" y="19131"/>
                  </a:lnTo>
                  <a:lnTo>
                    <a:pt x="5781" y="18920"/>
                  </a:lnTo>
                  <a:lnTo>
                    <a:pt x="5446" y="18021"/>
                  </a:lnTo>
                  <a:lnTo>
                    <a:pt x="5118" y="17138"/>
                  </a:lnTo>
                  <a:lnTo>
                    <a:pt x="4949" y="16686"/>
                  </a:lnTo>
                  <a:lnTo>
                    <a:pt x="4888" y="16521"/>
                  </a:lnTo>
                  <a:lnTo>
                    <a:pt x="4820" y="16338"/>
                  </a:lnTo>
                  <a:lnTo>
                    <a:pt x="4675" y="15950"/>
                  </a:lnTo>
                  <a:lnTo>
                    <a:pt x="4525" y="15964"/>
                  </a:lnTo>
                  <a:lnTo>
                    <a:pt x="3960" y="16017"/>
                  </a:lnTo>
                  <a:lnTo>
                    <a:pt x="3550" y="16055"/>
                  </a:lnTo>
                  <a:lnTo>
                    <a:pt x="2566" y="16148"/>
                  </a:lnTo>
                  <a:lnTo>
                    <a:pt x="1043" y="16291"/>
                  </a:lnTo>
                  <a:lnTo>
                    <a:pt x="880" y="15235"/>
                  </a:lnTo>
                  <a:lnTo>
                    <a:pt x="627" y="13592"/>
                  </a:lnTo>
                  <a:lnTo>
                    <a:pt x="593" y="13372"/>
                  </a:lnTo>
                  <a:lnTo>
                    <a:pt x="543" y="13042"/>
                  </a:lnTo>
                  <a:lnTo>
                    <a:pt x="427" y="12294"/>
                  </a:lnTo>
                  <a:lnTo>
                    <a:pt x="368" y="11907"/>
                  </a:lnTo>
                  <a:lnTo>
                    <a:pt x="302" y="11479"/>
                  </a:lnTo>
                  <a:lnTo>
                    <a:pt x="257" y="11186"/>
                  </a:lnTo>
                  <a:lnTo>
                    <a:pt x="172" y="10636"/>
                  </a:lnTo>
                  <a:lnTo>
                    <a:pt x="142" y="10440"/>
                  </a:lnTo>
                  <a:lnTo>
                    <a:pt x="83" y="10058"/>
                  </a:lnTo>
                  <a:lnTo>
                    <a:pt x="42" y="9789"/>
                  </a:lnTo>
                  <a:lnTo>
                    <a:pt x="0" y="9117"/>
                  </a:lnTo>
                  <a:lnTo>
                    <a:pt x="707" y="8881"/>
                  </a:lnTo>
                  <a:lnTo>
                    <a:pt x="975" y="8791"/>
                  </a:lnTo>
                  <a:lnTo>
                    <a:pt x="1338" y="8669"/>
                  </a:lnTo>
                  <a:lnTo>
                    <a:pt x="1544" y="8600"/>
                  </a:lnTo>
                  <a:lnTo>
                    <a:pt x="1823" y="8507"/>
                  </a:lnTo>
                  <a:lnTo>
                    <a:pt x="1950" y="8464"/>
                  </a:lnTo>
                  <a:lnTo>
                    <a:pt x="1794" y="4937"/>
                  </a:lnTo>
                  <a:lnTo>
                    <a:pt x="1765" y="4292"/>
                  </a:lnTo>
                  <a:lnTo>
                    <a:pt x="1634" y="1336"/>
                  </a:lnTo>
                  <a:lnTo>
                    <a:pt x="1608" y="747"/>
                  </a:lnTo>
                  <a:lnTo>
                    <a:pt x="1580" y="120"/>
                  </a:lnTo>
                  <a:lnTo>
                    <a:pt x="3180" y="60"/>
                  </a:lnTo>
                  <a:lnTo>
                    <a:pt x="4780" y="0"/>
                  </a:lnTo>
                  <a:lnTo>
                    <a:pt x="4867" y="23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g13"/>
            <p:cNvSpPr/>
            <p:nvPr/>
          </p:nvSpPr>
          <p:spPr>
            <a:xfrm>
              <a:off x="2310157" y="5331010"/>
              <a:ext cx="156803" cy="109145"/>
            </a:xfrm>
            <a:custGeom>
              <a:avLst/>
              <a:pathLst>
                <a:path w="156803" h="109145">
                  <a:moveTo>
                    <a:pt x="109027" y="13135"/>
                  </a:moveTo>
                  <a:lnTo>
                    <a:pt x="110957" y="14924"/>
                  </a:lnTo>
                  <a:lnTo>
                    <a:pt x="115759" y="19373"/>
                  </a:lnTo>
                  <a:lnTo>
                    <a:pt x="122231" y="25371"/>
                  </a:lnTo>
                  <a:lnTo>
                    <a:pt x="123100" y="26185"/>
                  </a:lnTo>
                  <a:lnTo>
                    <a:pt x="124776" y="27752"/>
                  </a:lnTo>
                  <a:lnTo>
                    <a:pt x="126541" y="29404"/>
                  </a:lnTo>
                  <a:lnTo>
                    <a:pt x="127134" y="29959"/>
                  </a:lnTo>
                  <a:lnTo>
                    <a:pt x="132999" y="35446"/>
                  </a:lnTo>
                  <a:lnTo>
                    <a:pt x="134030" y="36411"/>
                  </a:lnTo>
                  <a:lnTo>
                    <a:pt x="139512" y="41541"/>
                  </a:lnTo>
                  <a:lnTo>
                    <a:pt x="139894" y="41898"/>
                  </a:lnTo>
                  <a:lnTo>
                    <a:pt x="146799" y="48358"/>
                  </a:lnTo>
                  <a:lnTo>
                    <a:pt x="146965" y="48514"/>
                  </a:lnTo>
                  <a:lnTo>
                    <a:pt x="147364" y="48887"/>
                  </a:lnTo>
                  <a:lnTo>
                    <a:pt x="154112" y="55202"/>
                  </a:lnTo>
                  <a:lnTo>
                    <a:pt x="154985" y="56018"/>
                  </a:lnTo>
                  <a:lnTo>
                    <a:pt x="156803" y="57719"/>
                  </a:lnTo>
                  <a:lnTo>
                    <a:pt x="153955" y="60810"/>
                  </a:lnTo>
                  <a:lnTo>
                    <a:pt x="147858" y="67427"/>
                  </a:lnTo>
                  <a:lnTo>
                    <a:pt x="147241" y="68098"/>
                  </a:lnTo>
                  <a:lnTo>
                    <a:pt x="140958" y="74993"/>
                  </a:lnTo>
                  <a:lnTo>
                    <a:pt x="138114" y="78114"/>
                  </a:lnTo>
                  <a:lnTo>
                    <a:pt x="137814" y="78444"/>
                  </a:lnTo>
                  <a:lnTo>
                    <a:pt x="137351" y="78938"/>
                  </a:lnTo>
                  <a:lnTo>
                    <a:pt x="118835" y="98735"/>
                  </a:lnTo>
                  <a:lnTo>
                    <a:pt x="118682" y="98894"/>
                  </a:lnTo>
                  <a:lnTo>
                    <a:pt x="108852" y="109145"/>
                  </a:lnTo>
                  <a:lnTo>
                    <a:pt x="100700" y="101378"/>
                  </a:lnTo>
                  <a:lnTo>
                    <a:pt x="99092" y="99846"/>
                  </a:lnTo>
                  <a:lnTo>
                    <a:pt x="97603" y="98427"/>
                  </a:lnTo>
                  <a:lnTo>
                    <a:pt x="95208" y="96300"/>
                  </a:lnTo>
                  <a:lnTo>
                    <a:pt x="93716" y="95417"/>
                  </a:lnTo>
                  <a:lnTo>
                    <a:pt x="91806" y="95475"/>
                  </a:lnTo>
                  <a:lnTo>
                    <a:pt x="91261" y="95534"/>
                  </a:lnTo>
                  <a:lnTo>
                    <a:pt x="82124" y="96520"/>
                  </a:lnTo>
                  <a:lnTo>
                    <a:pt x="80451" y="96701"/>
                  </a:lnTo>
                  <a:lnTo>
                    <a:pt x="72797" y="97661"/>
                  </a:lnTo>
                  <a:lnTo>
                    <a:pt x="71175" y="97864"/>
                  </a:lnTo>
                  <a:lnTo>
                    <a:pt x="52617" y="100193"/>
                  </a:lnTo>
                  <a:lnTo>
                    <a:pt x="46452" y="101447"/>
                  </a:lnTo>
                  <a:lnTo>
                    <a:pt x="45989" y="101541"/>
                  </a:lnTo>
                  <a:lnTo>
                    <a:pt x="44977" y="101951"/>
                  </a:lnTo>
                  <a:lnTo>
                    <a:pt x="44167" y="102280"/>
                  </a:lnTo>
                  <a:lnTo>
                    <a:pt x="38371" y="105029"/>
                  </a:lnTo>
                  <a:lnTo>
                    <a:pt x="37601" y="105395"/>
                  </a:lnTo>
                  <a:lnTo>
                    <a:pt x="37173" y="105572"/>
                  </a:lnTo>
                  <a:lnTo>
                    <a:pt x="35119" y="106422"/>
                  </a:lnTo>
                  <a:lnTo>
                    <a:pt x="32166" y="107193"/>
                  </a:lnTo>
                  <a:lnTo>
                    <a:pt x="29435" y="107542"/>
                  </a:lnTo>
                  <a:lnTo>
                    <a:pt x="27421" y="107757"/>
                  </a:lnTo>
                  <a:lnTo>
                    <a:pt x="27595" y="102524"/>
                  </a:lnTo>
                  <a:lnTo>
                    <a:pt x="26873" y="101934"/>
                  </a:lnTo>
                  <a:lnTo>
                    <a:pt x="26323" y="99774"/>
                  </a:lnTo>
                  <a:lnTo>
                    <a:pt x="21516" y="97046"/>
                  </a:lnTo>
                  <a:lnTo>
                    <a:pt x="18944" y="93713"/>
                  </a:lnTo>
                  <a:lnTo>
                    <a:pt x="17104" y="93594"/>
                  </a:lnTo>
                  <a:lnTo>
                    <a:pt x="16174" y="88856"/>
                  </a:lnTo>
                  <a:lnTo>
                    <a:pt x="16160" y="88285"/>
                  </a:lnTo>
                  <a:lnTo>
                    <a:pt x="14965" y="88431"/>
                  </a:lnTo>
                  <a:lnTo>
                    <a:pt x="14222" y="84369"/>
                  </a:lnTo>
                  <a:lnTo>
                    <a:pt x="6840" y="85292"/>
                  </a:lnTo>
                  <a:lnTo>
                    <a:pt x="6840" y="81840"/>
                  </a:lnTo>
                  <a:lnTo>
                    <a:pt x="5591" y="78862"/>
                  </a:lnTo>
                  <a:lnTo>
                    <a:pt x="4115" y="73596"/>
                  </a:lnTo>
                  <a:lnTo>
                    <a:pt x="1633" y="69550"/>
                  </a:lnTo>
                  <a:lnTo>
                    <a:pt x="0" y="65761"/>
                  </a:lnTo>
                  <a:lnTo>
                    <a:pt x="1947" y="60784"/>
                  </a:lnTo>
                  <a:lnTo>
                    <a:pt x="1382" y="56834"/>
                  </a:lnTo>
                  <a:lnTo>
                    <a:pt x="3424" y="55871"/>
                  </a:lnTo>
                  <a:lnTo>
                    <a:pt x="5371" y="49770"/>
                  </a:lnTo>
                  <a:lnTo>
                    <a:pt x="376" y="46302"/>
                  </a:lnTo>
                  <a:lnTo>
                    <a:pt x="973" y="39237"/>
                  </a:lnTo>
                  <a:lnTo>
                    <a:pt x="4322" y="39322"/>
                  </a:lnTo>
                  <a:lnTo>
                    <a:pt x="4410" y="38178"/>
                  </a:lnTo>
                  <a:lnTo>
                    <a:pt x="4478" y="37673"/>
                  </a:lnTo>
                  <a:lnTo>
                    <a:pt x="4657" y="36336"/>
                  </a:lnTo>
                  <a:lnTo>
                    <a:pt x="4775" y="34838"/>
                  </a:lnTo>
                  <a:lnTo>
                    <a:pt x="7162" y="31467"/>
                  </a:lnTo>
                  <a:lnTo>
                    <a:pt x="11120" y="20196"/>
                  </a:lnTo>
                  <a:lnTo>
                    <a:pt x="13664" y="15802"/>
                  </a:lnTo>
                  <a:lnTo>
                    <a:pt x="14262" y="14769"/>
                  </a:lnTo>
                  <a:lnTo>
                    <a:pt x="16101" y="11415"/>
                  </a:lnTo>
                  <a:lnTo>
                    <a:pt x="17689" y="10733"/>
                  </a:lnTo>
                  <a:lnTo>
                    <a:pt x="21596" y="9054"/>
                  </a:lnTo>
                  <a:lnTo>
                    <a:pt x="23591" y="9497"/>
                  </a:lnTo>
                  <a:lnTo>
                    <a:pt x="25020" y="9076"/>
                  </a:lnTo>
                  <a:lnTo>
                    <a:pt x="25965" y="8798"/>
                  </a:lnTo>
                  <a:lnTo>
                    <a:pt x="27962" y="8209"/>
                  </a:lnTo>
                  <a:lnTo>
                    <a:pt x="28412" y="7725"/>
                  </a:lnTo>
                  <a:lnTo>
                    <a:pt x="29320" y="7262"/>
                  </a:lnTo>
                  <a:lnTo>
                    <a:pt x="30135" y="8026"/>
                  </a:lnTo>
                  <a:lnTo>
                    <a:pt x="30541" y="8406"/>
                  </a:lnTo>
                  <a:lnTo>
                    <a:pt x="31459" y="9093"/>
                  </a:lnTo>
                  <a:lnTo>
                    <a:pt x="32752" y="9615"/>
                  </a:lnTo>
                  <a:lnTo>
                    <a:pt x="35623" y="10620"/>
                  </a:lnTo>
                  <a:lnTo>
                    <a:pt x="36798" y="10842"/>
                  </a:lnTo>
                  <a:lnTo>
                    <a:pt x="36721" y="11115"/>
                  </a:lnTo>
                  <a:lnTo>
                    <a:pt x="37523" y="11213"/>
                  </a:lnTo>
                  <a:lnTo>
                    <a:pt x="41016" y="11640"/>
                  </a:lnTo>
                  <a:lnTo>
                    <a:pt x="47305" y="12409"/>
                  </a:lnTo>
                  <a:lnTo>
                    <a:pt x="47660" y="12452"/>
                  </a:lnTo>
                  <a:lnTo>
                    <a:pt x="56008" y="13473"/>
                  </a:lnTo>
                  <a:lnTo>
                    <a:pt x="57691" y="13679"/>
                  </a:lnTo>
                  <a:lnTo>
                    <a:pt x="58305" y="13754"/>
                  </a:lnTo>
                  <a:lnTo>
                    <a:pt x="58418" y="13044"/>
                  </a:lnTo>
                  <a:lnTo>
                    <a:pt x="59385" y="4285"/>
                  </a:lnTo>
                  <a:lnTo>
                    <a:pt x="59616" y="2193"/>
                  </a:lnTo>
                  <a:lnTo>
                    <a:pt x="59750" y="973"/>
                  </a:lnTo>
                  <a:lnTo>
                    <a:pt x="59858" y="0"/>
                  </a:lnTo>
                  <a:lnTo>
                    <a:pt x="70947" y="1218"/>
                  </a:lnTo>
                  <a:lnTo>
                    <a:pt x="71266" y="1254"/>
                  </a:lnTo>
                  <a:lnTo>
                    <a:pt x="72802" y="1422"/>
                  </a:lnTo>
                  <a:lnTo>
                    <a:pt x="81072" y="2332"/>
                  </a:lnTo>
                  <a:lnTo>
                    <a:pt x="90886" y="3410"/>
                  </a:lnTo>
                  <a:lnTo>
                    <a:pt x="96096" y="4803"/>
                  </a:lnTo>
                  <a:lnTo>
                    <a:pt x="99691" y="6426"/>
                  </a:lnTo>
                  <a:lnTo>
                    <a:pt x="103618" y="8634"/>
                  </a:lnTo>
                  <a:lnTo>
                    <a:pt x="106249" y="10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g14"/>
            <p:cNvSpPr/>
            <p:nvPr/>
          </p:nvSpPr>
          <p:spPr>
            <a:xfrm>
              <a:off x="2151987" y="5460938"/>
              <a:ext cx="171078" cy="120164"/>
            </a:xfrm>
            <a:custGeom>
              <a:avLst/>
              <a:pathLst>
                <a:path w="171078" h="120164">
                  <a:moveTo>
                    <a:pt x="17347" y="16226"/>
                  </a:moveTo>
                  <a:lnTo>
                    <a:pt x="19743" y="21475"/>
                  </a:lnTo>
                  <a:lnTo>
                    <a:pt x="20011" y="21377"/>
                  </a:lnTo>
                  <a:lnTo>
                    <a:pt x="20607" y="21085"/>
                  </a:lnTo>
                  <a:lnTo>
                    <a:pt x="20955" y="20914"/>
                  </a:lnTo>
                  <a:lnTo>
                    <a:pt x="23388" y="19723"/>
                  </a:lnTo>
                  <a:lnTo>
                    <a:pt x="27217" y="17649"/>
                  </a:lnTo>
                  <a:lnTo>
                    <a:pt x="28927" y="16723"/>
                  </a:lnTo>
                  <a:lnTo>
                    <a:pt x="29579" y="16370"/>
                  </a:lnTo>
                  <a:lnTo>
                    <a:pt x="30054" y="16113"/>
                  </a:lnTo>
                  <a:lnTo>
                    <a:pt x="30236" y="16014"/>
                  </a:lnTo>
                  <a:lnTo>
                    <a:pt x="31603" y="15292"/>
                  </a:lnTo>
                  <a:lnTo>
                    <a:pt x="33229" y="14501"/>
                  </a:lnTo>
                  <a:lnTo>
                    <a:pt x="34588" y="13796"/>
                  </a:lnTo>
                  <a:lnTo>
                    <a:pt x="36109" y="13006"/>
                  </a:lnTo>
                  <a:lnTo>
                    <a:pt x="37079" y="12503"/>
                  </a:lnTo>
                  <a:lnTo>
                    <a:pt x="38876" y="11570"/>
                  </a:lnTo>
                  <a:lnTo>
                    <a:pt x="40851" y="10544"/>
                  </a:lnTo>
                  <a:lnTo>
                    <a:pt x="42493" y="9692"/>
                  </a:lnTo>
                  <a:lnTo>
                    <a:pt x="42594" y="9909"/>
                  </a:lnTo>
                  <a:lnTo>
                    <a:pt x="43053" y="10894"/>
                  </a:lnTo>
                  <a:lnTo>
                    <a:pt x="43335" y="11501"/>
                  </a:lnTo>
                  <a:lnTo>
                    <a:pt x="43580" y="11399"/>
                  </a:lnTo>
                  <a:lnTo>
                    <a:pt x="43857" y="11284"/>
                  </a:lnTo>
                  <a:lnTo>
                    <a:pt x="43999" y="11226"/>
                  </a:lnTo>
                  <a:lnTo>
                    <a:pt x="48434" y="9390"/>
                  </a:lnTo>
                  <a:lnTo>
                    <a:pt x="54255" y="6980"/>
                  </a:lnTo>
                  <a:lnTo>
                    <a:pt x="55246" y="7222"/>
                  </a:lnTo>
                  <a:lnTo>
                    <a:pt x="55834" y="7365"/>
                  </a:lnTo>
                  <a:lnTo>
                    <a:pt x="57076" y="8149"/>
                  </a:lnTo>
                  <a:lnTo>
                    <a:pt x="57436" y="8377"/>
                  </a:lnTo>
                  <a:lnTo>
                    <a:pt x="57599" y="8578"/>
                  </a:lnTo>
                  <a:lnTo>
                    <a:pt x="58271" y="9408"/>
                  </a:lnTo>
                  <a:lnTo>
                    <a:pt x="59527" y="10957"/>
                  </a:lnTo>
                  <a:lnTo>
                    <a:pt x="59845" y="11349"/>
                  </a:lnTo>
                  <a:lnTo>
                    <a:pt x="60343" y="11964"/>
                  </a:lnTo>
                  <a:lnTo>
                    <a:pt x="60519" y="12181"/>
                  </a:lnTo>
                  <a:lnTo>
                    <a:pt x="60660" y="12356"/>
                  </a:lnTo>
                  <a:lnTo>
                    <a:pt x="61059" y="12798"/>
                  </a:lnTo>
                  <a:lnTo>
                    <a:pt x="62484" y="14378"/>
                  </a:lnTo>
                  <a:lnTo>
                    <a:pt x="64481" y="16592"/>
                  </a:lnTo>
                  <a:lnTo>
                    <a:pt x="65098" y="17276"/>
                  </a:lnTo>
                  <a:lnTo>
                    <a:pt x="68220" y="20738"/>
                  </a:lnTo>
                  <a:lnTo>
                    <a:pt x="68842" y="21427"/>
                  </a:lnTo>
                  <a:lnTo>
                    <a:pt x="70040" y="22757"/>
                  </a:lnTo>
                  <a:lnTo>
                    <a:pt x="72461" y="25441"/>
                  </a:lnTo>
                  <a:lnTo>
                    <a:pt x="73639" y="26747"/>
                  </a:lnTo>
                  <a:lnTo>
                    <a:pt x="75090" y="28356"/>
                  </a:lnTo>
                  <a:lnTo>
                    <a:pt x="76046" y="29539"/>
                  </a:lnTo>
                  <a:lnTo>
                    <a:pt x="76854" y="30539"/>
                  </a:lnTo>
                  <a:lnTo>
                    <a:pt x="82139" y="37083"/>
                  </a:lnTo>
                  <a:lnTo>
                    <a:pt x="82680" y="37753"/>
                  </a:lnTo>
                  <a:lnTo>
                    <a:pt x="84698" y="40251"/>
                  </a:lnTo>
                  <a:lnTo>
                    <a:pt x="85741" y="41306"/>
                  </a:lnTo>
                  <a:lnTo>
                    <a:pt x="86914" y="42164"/>
                  </a:lnTo>
                  <a:lnTo>
                    <a:pt x="87407" y="42524"/>
                  </a:lnTo>
                  <a:lnTo>
                    <a:pt x="87561" y="42636"/>
                  </a:lnTo>
                  <a:lnTo>
                    <a:pt x="87932" y="42908"/>
                  </a:lnTo>
                  <a:lnTo>
                    <a:pt x="89015" y="43699"/>
                  </a:lnTo>
                  <a:lnTo>
                    <a:pt x="91457" y="45117"/>
                  </a:lnTo>
                  <a:lnTo>
                    <a:pt x="93487" y="46295"/>
                  </a:lnTo>
                  <a:lnTo>
                    <a:pt x="98047" y="48942"/>
                  </a:lnTo>
                  <a:lnTo>
                    <a:pt x="99403" y="49728"/>
                  </a:lnTo>
                  <a:lnTo>
                    <a:pt x="107429" y="54373"/>
                  </a:lnTo>
                  <a:lnTo>
                    <a:pt x="107813" y="54533"/>
                  </a:lnTo>
                  <a:lnTo>
                    <a:pt x="110427" y="55625"/>
                  </a:lnTo>
                  <a:lnTo>
                    <a:pt x="111801" y="56199"/>
                  </a:lnTo>
                  <a:lnTo>
                    <a:pt x="111969" y="56197"/>
                  </a:lnTo>
                  <a:lnTo>
                    <a:pt x="112359" y="56192"/>
                  </a:lnTo>
                  <a:lnTo>
                    <a:pt x="114516" y="55927"/>
                  </a:lnTo>
                  <a:lnTo>
                    <a:pt x="133081" y="53642"/>
                  </a:lnTo>
                  <a:lnTo>
                    <a:pt x="137173" y="53139"/>
                  </a:lnTo>
                  <a:lnTo>
                    <a:pt x="140800" y="52693"/>
                  </a:lnTo>
                  <a:lnTo>
                    <a:pt x="141169" y="52647"/>
                  </a:lnTo>
                  <a:lnTo>
                    <a:pt x="142226" y="52523"/>
                  </a:lnTo>
                  <a:lnTo>
                    <a:pt x="146239" y="52051"/>
                  </a:lnTo>
                  <a:lnTo>
                    <a:pt x="146420" y="52030"/>
                  </a:lnTo>
                  <a:lnTo>
                    <a:pt x="155059" y="51013"/>
                  </a:lnTo>
                  <a:lnTo>
                    <a:pt x="155548" y="50956"/>
                  </a:lnTo>
                  <a:lnTo>
                    <a:pt x="157350" y="50744"/>
                  </a:lnTo>
                  <a:lnTo>
                    <a:pt x="164480" y="49905"/>
                  </a:lnTo>
                  <a:lnTo>
                    <a:pt x="164916" y="49854"/>
                  </a:lnTo>
                  <a:lnTo>
                    <a:pt x="165758" y="49656"/>
                  </a:lnTo>
                  <a:lnTo>
                    <a:pt x="169134" y="48861"/>
                  </a:lnTo>
                  <a:lnTo>
                    <a:pt x="169824" y="48699"/>
                  </a:lnTo>
                  <a:lnTo>
                    <a:pt x="169863" y="49708"/>
                  </a:lnTo>
                  <a:lnTo>
                    <a:pt x="169265" y="50708"/>
                  </a:lnTo>
                  <a:lnTo>
                    <a:pt x="168670" y="51705"/>
                  </a:lnTo>
                  <a:lnTo>
                    <a:pt x="169540" y="60528"/>
                  </a:lnTo>
                  <a:lnTo>
                    <a:pt x="171078" y="74823"/>
                  </a:lnTo>
                  <a:lnTo>
                    <a:pt x="168735" y="75065"/>
                  </a:lnTo>
                  <a:lnTo>
                    <a:pt x="167436" y="75199"/>
                  </a:lnTo>
                  <a:lnTo>
                    <a:pt x="167147" y="75229"/>
                  </a:lnTo>
                  <a:lnTo>
                    <a:pt x="166173" y="76975"/>
                  </a:lnTo>
                  <a:lnTo>
                    <a:pt x="164542" y="79899"/>
                  </a:lnTo>
                  <a:lnTo>
                    <a:pt x="163589" y="81608"/>
                  </a:lnTo>
                  <a:lnTo>
                    <a:pt x="163040" y="81379"/>
                  </a:lnTo>
                  <a:lnTo>
                    <a:pt x="162823" y="81288"/>
                  </a:lnTo>
                  <a:lnTo>
                    <a:pt x="161580" y="83261"/>
                  </a:lnTo>
                  <a:lnTo>
                    <a:pt x="154527" y="94454"/>
                  </a:lnTo>
                  <a:lnTo>
                    <a:pt x="149064" y="103010"/>
                  </a:lnTo>
                  <a:lnTo>
                    <a:pt x="146705" y="101395"/>
                  </a:lnTo>
                  <a:lnTo>
                    <a:pt x="135096" y="93449"/>
                  </a:lnTo>
                  <a:lnTo>
                    <a:pt x="134507" y="93437"/>
                  </a:lnTo>
                  <a:lnTo>
                    <a:pt x="134341" y="93433"/>
                  </a:lnTo>
                  <a:lnTo>
                    <a:pt x="134114" y="93429"/>
                  </a:lnTo>
                  <a:lnTo>
                    <a:pt x="133911" y="93451"/>
                  </a:lnTo>
                  <a:lnTo>
                    <a:pt x="125585" y="94366"/>
                  </a:lnTo>
                  <a:lnTo>
                    <a:pt x="121101" y="94858"/>
                  </a:lnTo>
                  <a:lnTo>
                    <a:pt x="118562" y="95137"/>
                  </a:lnTo>
                  <a:lnTo>
                    <a:pt x="111498" y="96000"/>
                  </a:lnTo>
                  <a:lnTo>
                    <a:pt x="111484" y="96189"/>
                  </a:lnTo>
                  <a:lnTo>
                    <a:pt x="111399" y="97392"/>
                  </a:lnTo>
                  <a:lnTo>
                    <a:pt x="105820" y="98177"/>
                  </a:lnTo>
                  <a:lnTo>
                    <a:pt x="104729" y="98331"/>
                  </a:lnTo>
                  <a:lnTo>
                    <a:pt x="104761" y="98513"/>
                  </a:lnTo>
                  <a:lnTo>
                    <a:pt x="104991" y="99821"/>
                  </a:lnTo>
                  <a:lnTo>
                    <a:pt x="105404" y="99682"/>
                  </a:lnTo>
                  <a:lnTo>
                    <a:pt x="106070" y="99924"/>
                  </a:lnTo>
                  <a:lnTo>
                    <a:pt x="106880" y="100182"/>
                  </a:lnTo>
                  <a:lnTo>
                    <a:pt x="109151" y="100904"/>
                  </a:lnTo>
                  <a:lnTo>
                    <a:pt x="109148" y="101194"/>
                  </a:lnTo>
                  <a:lnTo>
                    <a:pt x="108679" y="101732"/>
                  </a:lnTo>
                  <a:lnTo>
                    <a:pt x="106562" y="104158"/>
                  </a:lnTo>
                  <a:lnTo>
                    <a:pt x="106536" y="104492"/>
                  </a:lnTo>
                  <a:lnTo>
                    <a:pt x="106536" y="104923"/>
                  </a:lnTo>
                  <a:lnTo>
                    <a:pt x="106536" y="105361"/>
                  </a:lnTo>
                  <a:lnTo>
                    <a:pt x="106536" y="105513"/>
                  </a:lnTo>
                  <a:lnTo>
                    <a:pt x="106325" y="107124"/>
                  </a:lnTo>
                  <a:lnTo>
                    <a:pt x="106147" y="108490"/>
                  </a:lnTo>
                  <a:lnTo>
                    <a:pt x="101553" y="108560"/>
                  </a:lnTo>
                  <a:lnTo>
                    <a:pt x="100261" y="109172"/>
                  </a:lnTo>
                  <a:lnTo>
                    <a:pt x="99893" y="109690"/>
                  </a:lnTo>
                  <a:lnTo>
                    <a:pt x="99389" y="110400"/>
                  </a:lnTo>
                  <a:lnTo>
                    <a:pt x="97962" y="113203"/>
                  </a:lnTo>
                  <a:lnTo>
                    <a:pt x="97710" y="113697"/>
                  </a:lnTo>
                  <a:lnTo>
                    <a:pt x="98200" y="120164"/>
                  </a:lnTo>
                  <a:lnTo>
                    <a:pt x="96240" y="119602"/>
                  </a:lnTo>
                  <a:lnTo>
                    <a:pt x="94417" y="118157"/>
                  </a:lnTo>
                  <a:lnTo>
                    <a:pt x="92458" y="116603"/>
                  </a:lnTo>
                  <a:lnTo>
                    <a:pt x="91796" y="116234"/>
                  </a:lnTo>
                  <a:lnTo>
                    <a:pt x="88310" y="114251"/>
                  </a:lnTo>
                  <a:lnTo>
                    <a:pt x="83813" y="111693"/>
                  </a:lnTo>
                  <a:lnTo>
                    <a:pt x="80581" y="114252"/>
                  </a:lnTo>
                  <a:lnTo>
                    <a:pt x="75574" y="104017"/>
                  </a:lnTo>
                  <a:lnTo>
                    <a:pt x="68309" y="92276"/>
                  </a:lnTo>
                  <a:lnTo>
                    <a:pt x="64775" y="85051"/>
                  </a:lnTo>
                  <a:lnTo>
                    <a:pt x="61830" y="78027"/>
                  </a:lnTo>
                  <a:lnTo>
                    <a:pt x="57413" y="73813"/>
                  </a:lnTo>
                  <a:lnTo>
                    <a:pt x="51424" y="72408"/>
                  </a:lnTo>
                  <a:lnTo>
                    <a:pt x="47890" y="71204"/>
                  </a:lnTo>
                  <a:lnTo>
                    <a:pt x="46123" y="65986"/>
                  </a:lnTo>
                  <a:lnTo>
                    <a:pt x="42000" y="62273"/>
                  </a:lnTo>
                  <a:lnTo>
                    <a:pt x="37484" y="57456"/>
                  </a:lnTo>
                  <a:lnTo>
                    <a:pt x="33753" y="50934"/>
                  </a:lnTo>
                  <a:lnTo>
                    <a:pt x="30710" y="45214"/>
                  </a:lnTo>
                  <a:lnTo>
                    <a:pt x="28452" y="41401"/>
                  </a:lnTo>
                  <a:lnTo>
                    <a:pt x="23544" y="36384"/>
                  </a:lnTo>
                  <a:lnTo>
                    <a:pt x="18046" y="32370"/>
                  </a:lnTo>
                  <a:lnTo>
                    <a:pt x="13727" y="27955"/>
                  </a:lnTo>
                  <a:lnTo>
                    <a:pt x="12843" y="24142"/>
                  </a:lnTo>
                  <a:lnTo>
                    <a:pt x="12156" y="20931"/>
                  </a:lnTo>
                  <a:lnTo>
                    <a:pt x="7444" y="18121"/>
                  </a:lnTo>
                  <a:lnTo>
                    <a:pt x="3419" y="17519"/>
                  </a:lnTo>
                  <a:lnTo>
                    <a:pt x="0" y="17779"/>
                  </a:lnTo>
                  <a:lnTo>
                    <a:pt x="12023" y="4931"/>
                  </a:lnTo>
                  <a:lnTo>
                    <a:pt x="11661" y="0"/>
                  </a:lnTo>
                  <a:lnTo>
                    <a:pt x="18410" y="903"/>
                  </a:lnTo>
                  <a:lnTo>
                    <a:pt x="21907" y="1268"/>
                  </a:lnTo>
                  <a:lnTo>
                    <a:pt x="23782" y="3146"/>
                  </a:lnTo>
                  <a:lnTo>
                    <a:pt x="20287" y="4107"/>
                  </a:lnTo>
                  <a:lnTo>
                    <a:pt x="20572" y="5103"/>
                  </a:lnTo>
                  <a:lnTo>
                    <a:pt x="19541" y="5415"/>
                  </a:lnTo>
                  <a:lnTo>
                    <a:pt x="18694" y="5672"/>
                  </a:lnTo>
                  <a:lnTo>
                    <a:pt x="17642" y="5991"/>
                  </a:lnTo>
                  <a:lnTo>
                    <a:pt x="18097" y="7714"/>
                  </a:lnTo>
                  <a:lnTo>
                    <a:pt x="16346" y="8263"/>
                  </a:lnTo>
                  <a:lnTo>
                    <a:pt x="16611" y="9197"/>
                  </a:lnTo>
                  <a:lnTo>
                    <a:pt x="15565" y="9528"/>
                  </a:lnTo>
                  <a:lnTo>
                    <a:pt x="15904" y="1097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5"/>
            <p:cNvSpPr/>
            <p:nvPr/>
          </p:nvSpPr>
          <p:spPr>
            <a:xfrm>
              <a:off x="2232569" y="5535769"/>
              <a:ext cx="142811" cy="114793"/>
            </a:xfrm>
            <a:custGeom>
              <a:avLst/>
              <a:pathLst>
                <a:path w="142811" h="114793">
                  <a:moveTo>
                    <a:pt x="137347" y="41055"/>
                  </a:moveTo>
                  <a:lnTo>
                    <a:pt x="131431" y="45688"/>
                  </a:lnTo>
                  <a:lnTo>
                    <a:pt x="125360" y="50443"/>
                  </a:lnTo>
                  <a:lnTo>
                    <a:pt x="123023" y="52273"/>
                  </a:lnTo>
                  <a:lnTo>
                    <a:pt x="120698" y="54094"/>
                  </a:lnTo>
                  <a:lnTo>
                    <a:pt x="118721" y="56295"/>
                  </a:lnTo>
                  <a:lnTo>
                    <a:pt x="118191" y="56885"/>
                  </a:lnTo>
                  <a:lnTo>
                    <a:pt x="116860" y="58367"/>
                  </a:lnTo>
                  <a:lnTo>
                    <a:pt x="116592" y="61762"/>
                  </a:lnTo>
                  <a:lnTo>
                    <a:pt x="118342" y="67069"/>
                  </a:lnTo>
                  <a:lnTo>
                    <a:pt x="119610" y="68159"/>
                  </a:lnTo>
                  <a:lnTo>
                    <a:pt x="118399" y="71158"/>
                  </a:lnTo>
                  <a:lnTo>
                    <a:pt x="122782" y="73778"/>
                  </a:lnTo>
                  <a:lnTo>
                    <a:pt x="124635" y="75256"/>
                  </a:lnTo>
                  <a:lnTo>
                    <a:pt x="127398" y="78019"/>
                  </a:lnTo>
                  <a:lnTo>
                    <a:pt x="127792" y="78739"/>
                  </a:lnTo>
                  <a:lnTo>
                    <a:pt x="127535" y="79727"/>
                  </a:lnTo>
                  <a:lnTo>
                    <a:pt x="126718" y="80338"/>
                  </a:lnTo>
                  <a:lnTo>
                    <a:pt x="125431" y="80623"/>
                  </a:lnTo>
                  <a:lnTo>
                    <a:pt x="123456" y="81600"/>
                  </a:lnTo>
                  <a:lnTo>
                    <a:pt x="116822" y="86772"/>
                  </a:lnTo>
                  <a:lnTo>
                    <a:pt x="115452" y="87840"/>
                  </a:lnTo>
                  <a:lnTo>
                    <a:pt x="109646" y="96738"/>
                  </a:lnTo>
                  <a:lnTo>
                    <a:pt x="107089" y="99495"/>
                  </a:lnTo>
                  <a:lnTo>
                    <a:pt x="102211" y="103240"/>
                  </a:lnTo>
                  <a:lnTo>
                    <a:pt x="100565" y="101968"/>
                  </a:lnTo>
                  <a:lnTo>
                    <a:pt x="98390" y="100312"/>
                  </a:lnTo>
                  <a:lnTo>
                    <a:pt x="97947" y="99975"/>
                  </a:lnTo>
                  <a:lnTo>
                    <a:pt x="97737" y="99834"/>
                  </a:lnTo>
                  <a:lnTo>
                    <a:pt x="95906" y="98472"/>
                  </a:lnTo>
                  <a:lnTo>
                    <a:pt x="94709" y="96706"/>
                  </a:lnTo>
                  <a:lnTo>
                    <a:pt x="94671" y="93808"/>
                  </a:lnTo>
                  <a:lnTo>
                    <a:pt x="92168" y="89594"/>
                  </a:lnTo>
                  <a:lnTo>
                    <a:pt x="81271" y="83272"/>
                  </a:lnTo>
                  <a:lnTo>
                    <a:pt x="78473" y="81315"/>
                  </a:lnTo>
                  <a:lnTo>
                    <a:pt x="76412" y="81315"/>
                  </a:lnTo>
                  <a:lnTo>
                    <a:pt x="73761" y="82821"/>
                  </a:lnTo>
                  <a:lnTo>
                    <a:pt x="68018" y="85982"/>
                  </a:lnTo>
                  <a:lnTo>
                    <a:pt x="61686" y="87336"/>
                  </a:lnTo>
                  <a:lnTo>
                    <a:pt x="57416" y="88239"/>
                  </a:lnTo>
                  <a:lnTo>
                    <a:pt x="54323" y="90949"/>
                  </a:lnTo>
                  <a:lnTo>
                    <a:pt x="50347" y="94110"/>
                  </a:lnTo>
                  <a:lnTo>
                    <a:pt x="45488" y="96819"/>
                  </a:lnTo>
                  <a:lnTo>
                    <a:pt x="43279" y="98926"/>
                  </a:lnTo>
                  <a:lnTo>
                    <a:pt x="37242" y="102238"/>
                  </a:lnTo>
                  <a:lnTo>
                    <a:pt x="35033" y="105398"/>
                  </a:lnTo>
                  <a:lnTo>
                    <a:pt x="32677" y="107205"/>
                  </a:lnTo>
                  <a:lnTo>
                    <a:pt x="31940" y="109011"/>
                  </a:lnTo>
                  <a:lnTo>
                    <a:pt x="31057" y="110817"/>
                  </a:lnTo>
                  <a:lnTo>
                    <a:pt x="29143" y="112322"/>
                  </a:lnTo>
                  <a:lnTo>
                    <a:pt x="28453" y="113739"/>
                  </a:lnTo>
                  <a:lnTo>
                    <a:pt x="23152" y="114793"/>
                  </a:lnTo>
                  <a:lnTo>
                    <a:pt x="20033" y="114599"/>
                  </a:lnTo>
                  <a:lnTo>
                    <a:pt x="22241" y="109080"/>
                  </a:lnTo>
                  <a:lnTo>
                    <a:pt x="23223" y="102808"/>
                  </a:lnTo>
                  <a:lnTo>
                    <a:pt x="22241" y="91519"/>
                  </a:lnTo>
                  <a:lnTo>
                    <a:pt x="21505" y="82488"/>
                  </a:lnTo>
                  <a:lnTo>
                    <a:pt x="17088" y="74460"/>
                  </a:lnTo>
                  <a:lnTo>
                    <a:pt x="12915" y="65931"/>
                  </a:lnTo>
                  <a:lnTo>
                    <a:pt x="5798" y="57151"/>
                  </a:lnTo>
                  <a:lnTo>
                    <a:pt x="1626" y="47618"/>
                  </a:lnTo>
                  <a:lnTo>
                    <a:pt x="0" y="39421"/>
                  </a:lnTo>
                  <a:lnTo>
                    <a:pt x="3231" y="36862"/>
                  </a:lnTo>
                  <a:lnTo>
                    <a:pt x="7728" y="39421"/>
                  </a:lnTo>
                  <a:lnTo>
                    <a:pt x="11214" y="41403"/>
                  </a:lnTo>
                  <a:lnTo>
                    <a:pt x="11876" y="41773"/>
                  </a:lnTo>
                  <a:lnTo>
                    <a:pt x="13835" y="43326"/>
                  </a:lnTo>
                  <a:lnTo>
                    <a:pt x="15657" y="44771"/>
                  </a:lnTo>
                  <a:lnTo>
                    <a:pt x="17618" y="45333"/>
                  </a:lnTo>
                  <a:lnTo>
                    <a:pt x="17128" y="38866"/>
                  </a:lnTo>
                  <a:lnTo>
                    <a:pt x="17379" y="38372"/>
                  </a:lnTo>
                  <a:lnTo>
                    <a:pt x="18807" y="35569"/>
                  </a:lnTo>
                  <a:lnTo>
                    <a:pt x="19344" y="34813"/>
                  </a:lnTo>
                  <a:lnTo>
                    <a:pt x="19679" y="34341"/>
                  </a:lnTo>
                  <a:lnTo>
                    <a:pt x="20970" y="33729"/>
                  </a:lnTo>
                  <a:lnTo>
                    <a:pt x="25565" y="33659"/>
                  </a:lnTo>
                  <a:lnTo>
                    <a:pt x="25743" y="32293"/>
                  </a:lnTo>
                  <a:lnTo>
                    <a:pt x="25954" y="30682"/>
                  </a:lnTo>
                  <a:lnTo>
                    <a:pt x="25954" y="30530"/>
                  </a:lnTo>
                  <a:lnTo>
                    <a:pt x="25954" y="30092"/>
                  </a:lnTo>
                  <a:lnTo>
                    <a:pt x="25954" y="29661"/>
                  </a:lnTo>
                  <a:lnTo>
                    <a:pt x="25980" y="29327"/>
                  </a:lnTo>
                  <a:lnTo>
                    <a:pt x="28097" y="26901"/>
                  </a:lnTo>
                  <a:lnTo>
                    <a:pt x="28594" y="26330"/>
                  </a:lnTo>
                  <a:lnTo>
                    <a:pt x="28569" y="26073"/>
                  </a:lnTo>
                  <a:lnTo>
                    <a:pt x="26298" y="25351"/>
                  </a:lnTo>
                  <a:lnTo>
                    <a:pt x="25488" y="25093"/>
                  </a:lnTo>
                  <a:lnTo>
                    <a:pt x="24821" y="24851"/>
                  </a:lnTo>
                  <a:lnTo>
                    <a:pt x="24407" y="24980"/>
                  </a:lnTo>
                  <a:lnTo>
                    <a:pt x="24179" y="23682"/>
                  </a:lnTo>
                  <a:lnTo>
                    <a:pt x="24147" y="23500"/>
                  </a:lnTo>
                  <a:lnTo>
                    <a:pt x="25237" y="23347"/>
                  </a:lnTo>
                  <a:lnTo>
                    <a:pt x="30816" y="22561"/>
                  </a:lnTo>
                  <a:lnTo>
                    <a:pt x="30902" y="21358"/>
                  </a:lnTo>
                  <a:lnTo>
                    <a:pt x="30915" y="21170"/>
                  </a:lnTo>
                  <a:lnTo>
                    <a:pt x="37980" y="20306"/>
                  </a:lnTo>
                  <a:lnTo>
                    <a:pt x="40519" y="20027"/>
                  </a:lnTo>
                  <a:lnTo>
                    <a:pt x="45003" y="19535"/>
                  </a:lnTo>
                  <a:lnTo>
                    <a:pt x="53329" y="18620"/>
                  </a:lnTo>
                  <a:lnTo>
                    <a:pt x="53532" y="18598"/>
                  </a:lnTo>
                  <a:lnTo>
                    <a:pt x="53759" y="18603"/>
                  </a:lnTo>
                  <a:lnTo>
                    <a:pt x="53925" y="18606"/>
                  </a:lnTo>
                  <a:lnTo>
                    <a:pt x="54514" y="18618"/>
                  </a:lnTo>
                  <a:lnTo>
                    <a:pt x="66123" y="26565"/>
                  </a:lnTo>
                  <a:lnTo>
                    <a:pt x="68482" y="28179"/>
                  </a:lnTo>
                  <a:lnTo>
                    <a:pt x="73948" y="19618"/>
                  </a:lnTo>
                  <a:lnTo>
                    <a:pt x="80997" y="8430"/>
                  </a:lnTo>
                  <a:lnTo>
                    <a:pt x="82241" y="6458"/>
                  </a:lnTo>
                  <a:lnTo>
                    <a:pt x="82458" y="6548"/>
                  </a:lnTo>
                  <a:lnTo>
                    <a:pt x="83006" y="6777"/>
                  </a:lnTo>
                  <a:lnTo>
                    <a:pt x="83960" y="5068"/>
                  </a:lnTo>
                  <a:lnTo>
                    <a:pt x="85591" y="2144"/>
                  </a:lnTo>
                  <a:lnTo>
                    <a:pt x="86564" y="398"/>
                  </a:lnTo>
                  <a:lnTo>
                    <a:pt x="86854" y="369"/>
                  </a:lnTo>
                  <a:lnTo>
                    <a:pt x="88153" y="234"/>
                  </a:lnTo>
                  <a:lnTo>
                    <a:pt x="90503" y="0"/>
                  </a:lnTo>
                  <a:lnTo>
                    <a:pt x="93578" y="2838"/>
                  </a:lnTo>
                  <a:lnTo>
                    <a:pt x="104555" y="8383"/>
                  </a:lnTo>
                  <a:lnTo>
                    <a:pt x="113328" y="13058"/>
                  </a:lnTo>
                  <a:lnTo>
                    <a:pt x="113620" y="13257"/>
                  </a:lnTo>
                  <a:lnTo>
                    <a:pt x="118407" y="16534"/>
                  </a:lnTo>
                  <a:lnTo>
                    <a:pt x="122912" y="19240"/>
                  </a:lnTo>
                  <a:lnTo>
                    <a:pt x="127145" y="20702"/>
                  </a:lnTo>
                  <a:lnTo>
                    <a:pt x="135074" y="23441"/>
                  </a:lnTo>
                  <a:lnTo>
                    <a:pt x="140225" y="26470"/>
                  </a:lnTo>
                  <a:lnTo>
                    <a:pt x="142811" y="27127"/>
                  </a:lnTo>
                  <a:lnTo>
                    <a:pt x="142268" y="33311"/>
                  </a:lnTo>
                  <a:lnTo>
                    <a:pt x="141654" y="35192"/>
                  </a:lnTo>
                  <a:lnTo>
                    <a:pt x="139684" y="395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g16"/>
            <p:cNvSpPr/>
            <p:nvPr/>
          </p:nvSpPr>
          <p:spPr>
            <a:xfrm>
              <a:off x="2624290" y="3600899"/>
              <a:ext cx="194181" cy="87354"/>
            </a:xfrm>
            <a:custGeom>
              <a:avLst/>
              <a:pathLst>
                <a:path w="194181" h="87354">
                  <a:moveTo>
                    <a:pt x="117920" y="3966"/>
                  </a:moveTo>
                  <a:lnTo>
                    <a:pt x="118573" y="4469"/>
                  </a:lnTo>
                  <a:lnTo>
                    <a:pt x="119690" y="2908"/>
                  </a:lnTo>
                  <a:lnTo>
                    <a:pt x="121203" y="796"/>
                  </a:lnTo>
                  <a:lnTo>
                    <a:pt x="122839" y="1916"/>
                  </a:lnTo>
                  <a:lnTo>
                    <a:pt x="124289" y="2908"/>
                  </a:lnTo>
                  <a:lnTo>
                    <a:pt x="127179" y="4886"/>
                  </a:lnTo>
                  <a:lnTo>
                    <a:pt x="127566" y="5151"/>
                  </a:lnTo>
                  <a:lnTo>
                    <a:pt x="128461" y="5764"/>
                  </a:lnTo>
                  <a:lnTo>
                    <a:pt x="128636" y="5884"/>
                  </a:lnTo>
                  <a:lnTo>
                    <a:pt x="128763" y="6501"/>
                  </a:lnTo>
                  <a:lnTo>
                    <a:pt x="130501" y="8051"/>
                  </a:lnTo>
                  <a:lnTo>
                    <a:pt x="130688" y="8218"/>
                  </a:lnTo>
                  <a:lnTo>
                    <a:pt x="130957" y="8458"/>
                  </a:lnTo>
                  <a:lnTo>
                    <a:pt x="132532" y="9952"/>
                  </a:lnTo>
                  <a:lnTo>
                    <a:pt x="133043" y="12306"/>
                  </a:lnTo>
                  <a:lnTo>
                    <a:pt x="133043" y="13773"/>
                  </a:lnTo>
                  <a:lnTo>
                    <a:pt x="133014" y="14541"/>
                  </a:lnTo>
                  <a:lnTo>
                    <a:pt x="132572" y="15576"/>
                  </a:lnTo>
                  <a:lnTo>
                    <a:pt x="132166" y="16527"/>
                  </a:lnTo>
                  <a:lnTo>
                    <a:pt x="137866" y="20451"/>
                  </a:lnTo>
                  <a:lnTo>
                    <a:pt x="142357" y="23512"/>
                  </a:lnTo>
                  <a:lnTo>
                    <a:pt x="142963" y="23688"/>
                  </a:lnTo>
                  <a:lnTo>
                    <a:pt x="143211" y="23760"/>
                  </a:lnTo>
                  <a:lnTo>
                    <a:pt x="143670" y="23893"/>
                  </a:lnTo>
                  <a:lnTo>
                    <a:pt x="143809" y="23933"/>
                  </a:lnTo>
                  <a:lnTo>
                    <a:pt x="144634" y="23933"/>
                  </a:lnTo>
                  <a:lnTo>
                    <a:pt x="145281" y="23244"/>
                  </a:lnTo>
                  <a:lnTo>
                    <a:pt x="145616" y="22886"/>
                  </a:lnTo>
                  <a:lnTo>
                    <a:pt x="145770" y="22693"/>
                  </a:lnTo>
                  <a:lnTo>
                    <a:pt x="146325" y="22006"/>
                  </a:lnTo>
                  <a:lnTo>
                    <a:pt x="147772" y="20214"/>
                  </a:lnTo>
                  <a:lnTo>
                    <a:pt x="150416" y="16939"/>
                  </a:lnTo>
                  <a:lnTo>
                    <a:pt x="151381" y="17219"/>
                  </a:lnTo>
                  <a:lnTo>
                    <a:pt x="152019" y="17404"/>
                  </a:lnTo>
                  <a:lnTo>
                    <a:pt x="153016" y="17506"/>
                  </a:lnTo>
                  <a:lnTo>
                    <a:pt x="155431" y="19513"/>
                  </a:lnTo>
                  <a:lnTo>
                    <a:pt x="158414" y="21584"/>
                  </a:lnTo>
                  <a:lnTo>
                    <a:pt x="158809" y="21858"/>
                  </a:lnTo>
                  <a:lnTo>
                    <a:pt x="160360" y="22935"/>
                  </a:lnTo>
                  <a:lnTo>
                    <a:pt x="164767" y="26427"/>
                  </a:lnTo>
                  <a:lnTo>
                    <a:pt x="166549" y="27625"/>
                  </a:lnTo>
                  <a:lnTo>
                    <a:pt x="168690" y="29064"/>
                  </a:lnTo>
                  <a:lnTo>
                    <a:pt x="172292" y="31487"/>
                  </a:lnTo>
                  <a:lnTo>
                    <a:pt x="176891" y="34580"/>
                  </a:lnTo>
                  <a:lnTo>
                    <a:pt x="177506" y="33600"/>
                  </a:lnTo>
                  <a:lnTo>
                    <a:pt x="177821" y="33098"/>
                  </a:lnTo>
                  <a:lnTo>
                    <a:pt x="179313" y="30719"/>
                  </a:lnTo>
                  <a:lnTo>
                    <a:pt x="179834" y="29889"/>
                  </a:lnTo>
                  <a:lnTo>
                    <a:pt x="180905" y="28180"/>
                  </a:lnTo>
                  <a:lnTo>
                    <a:pt x="181704" y="28693"/>
                  </a:lnTo>
                  <a:lnTo>
                    <a:pt x="183566" y="29889"/>
                  </a:lnTo>
                  <a:lnTo>
                    <a:pt x="186259" y="31619"/>
                  </a:lnTo>
                  <a:lnTo>
                    <a:pt x="186733" y="31959"/>
                  </a:lnTo>
                  <a:lnTo>
                    <a:pt x="188876" y="33495"/>
                  </a:lnTo>
                  <a:lnTo>
                    <a:pt x="193291" y="36658"/>
                  </a:lnTo>
                  <a:lnTo>
                    <a:pt x="193615" y="36890"/>
                  </a:lnTo>
                  <a:lnTo>
                    <a:pt x="194181" y="37296"/>
                  </a:lnTo>
                  <a:lnTo>
                    <a:pt x="193758" y="37940"/>
                  </a:lnTo>
                  <a:lnTo>
                    <a:pt x="192647" y="39637"/>
                  </a:lnTo>
                  <a:lnTo>
                    <a:pt x="191724" y="41044"/>
                  </a:lnTo>
                  <a:lnTo>
                    <a:pt x="191229" y="41799"/>
                  </a:lnTo>
                  <a:lnTo>
                    <a:pt x="190305" y="43210"/>
                  </a:lnTo>
                  <a:lnTo>
                    <a:pt x="190176" y="43407"/>
                  </a:lnTo>
                  <a:lnTo>
                    <a:pt x="189946" y="43738"/>
                  </a:lnTo>
                  <a:lnTo>
                    <a:pt x="189589" y="44253"/>
                  </a:lnTo>
                  <a:lnTo>
                    <a:pt x="189156" y="44878"/>
                  </a:lnTo>
                  <a:lnTo>
                    <a:pt x="188859" y="45306"/>
                  </a:lnTo>
                  <a:lnTo>
                    <a:pt x="186023" y="49397"/>
                  </a:lnTo>
                  <a:lnTo>
                    <a:pt x="182122" y="55232"/>
                  </a:lnTo>
                  <a:lnTo>
                    <a:pt x="178927" y="60012"/>
                  </a:lnTo>
                  <a:lnTo>
                    <a:pt x="178813" y="60182"/>
                  </a:lnTo>
                  <a:lnTo>
                    <a:pt x="178411" y="60784"/>
                  </a:lnTo>
                  <a:lnTo>
                    <a:pt x="177857" y="61612"/>
                  </a:lnTo>
                  <a:lnTo>
                    <a:pt x="177661" y="61914"/>
                  </a:lnTo>
                  <a:lnTo>
                    <a:pt x="176256" y="64071"/>
                  </a:lnTo>
                  <a:lnTo>
                    <a:pt x="174462" y="66825"/>
                  </a:lnTo>
                  <a:lnTo>
                    <a:pt x="173997" y="67540"/>
                  </a:lnTo>
                  <a:lnTo>
                    <a:pt x="171211" y="71500"/>
                  </a:lnTo>
                  <a:lnTo>
                    <a:pt x="169693" y="73659"/>
                  </a:lnTo>
                  <a:lnTo>
                    <a:pt x="168420" y="75469"/>
                  </a:lnTo>
                  <a:lnTo>
                    <a:pt x="167844" y="76288"/>
                  </a:lnTo>
                  <a:lnTo>
                    <a:pt x="166044" y="78847"/>
                  </a:lnTo>
                  <a:lnTo>
                    <a:pt x="165465" y="79669"/>
                  </a:lnTo>
                  <a:lnTo>
                    <a:pt x="164011" y="81803"/>
                  </a:lnTo>
                  <a:lnTo>
                    <a:pt x="162485" y="84044"/>
                  </a:lnTo>
                  <a:lnTo>
                    <a:pt x="162334" y="84265"/>
                  </a:lnTo>
                  <a:lnTo>
                    <a:pt x="160904" y="86364"/>
                  </a:lnTo>
                  <a:lnTo>
                    <a:pt x="160230" y="87354"/>
                  </a:lnTo>
                  <a:lnTo>
                    <a:pt x="158539" y="86170"/>
                  </a:lnTo>
                  <a:lnTo>
                    <a:pt x="158093" y="85858"/>
                  </a:lnTo>
                  <a:lnTo>
                    <a:pt x="145445" y="77003"/>
                  </a:lnTo>
                  <a:lnTo>
                    <a:pt x="144669" y="76459"/>
                  </a:lnTo>
                  <a:lnTo>
                    <a:pt x="144276" y="76184"/>
                  </a:lnTo>
                  <a:lnTo>
                    <a:pt x="143938" y="76115"/>
                  </a:lnTo>
                  <a:lnTo>
                    <a:pt x="143393" y="76003"/>
                  </a:lnTo>
                  <a:lnTo>
                    <a:pt x="140049" y="75316"/>
                  </a:lnTo>
                  <a:lnTo>
                    <a:pt x="138740" y="75226"/>
                  </a:lnTo>
                  <a:lnTo>
                    <a:pt x="138035" y="75178"/>
                  </a:lnTo>
                  <a:lnTo>
                    <a:pt x="127185" y="74437"/>
                  </a:lnTo>
                  <a:lnTo>
                    <a:pt x="120258" y="73964"/>
                  </a:lnTo>
                  <a:lnTo>
                    <a:pt x="97739" y="72225"/>
                  </a:lnTo>
                  <a:lnTo>
                    <a:pt x="97053" y="72172"/>
                  </a:lnTo>
                  <a:lnTo>
                    <a:pt x="95424" y="72046"/>
                  </a:lnTo>
                  <a:lnTo>
                    <a:pt x="77347" y="70651"/>
                  </a:lnTo>
                  <a:lnTo>
                    <a:pt x="75636" y="70518"/>
                  </a:lnTo>
                  <a:lnTo>
                    <a:pt x="62583" y="69511"/>
                  </a:lnTo>
                  <a:lnTo>
                    <a:pt x="61679" y="69429"/>
                  </a:lnTo>
                  <a:lnTo>
                    <a:pt x="56424" y="68955"/>
                  </a:lnTo>
                  <a:lnTo>
                    <a:pt x="54432" y="68775"/>
                  </a:lnTo>
                  <a:lnTo>
                    <a:pt x="54239" y="68758"/>
                  </a:lnTo>
                  <a:lnTo>
                    <a:pt x="53229" y="68709"/>
                  </a:lnTo>
                  <a:lnTo>
                    <a:pt x="51996" y="68649"/>
                  </a:lnTo>
                  <a:lnTo>
                    <a:pt x="51662" y="68633"/>
                  </a:lnTo>
                  <a:lnTo>
                    <a:pt x="51185" y="68605"/>
                  </a:lnTo>
                  <a:lnTo>
                    <a:pt x="40252" y="67969"/>
                  </a:lnTo>
                  <a:lnTo>
                    <a:pt x="30561" y="67406"/>
                  </a:lnTo>
                  <a:lnTo>
                    <a:pt x="25269" y="66902"/>
                  </a:lnTo>
                  <a:lnTo>
                    <a:pt x="2303" y="64713"/>
                  </a:lnTo>
                  <a:lnTo>
                    <a:pt x="1438" y="64630"/>
                  </a:lnTo>
                  <a:lnTo>
                    <a:pt x="0" y="64493"/>
                  </a:lnTo>
                  <a:lnTo>
                    <a:pt x="16" y="64191"/>
                  </a:lnTo>
                  <a:lnTo>
                    <a:pt x="60" y="63394"/>
                  </a:lnTo>
                  <a:lnTo>
                    <a:pt x="104" y="62585"/>
                  </a:lnTo>
                  <a:lnTo>
                    <a:pt x="114" y="62396"/>
                  </a:lnTo>
                  <a:lnTo>
                    <a:pt x="169" y="61389"/>
                  </a:lnTo>
                  <a:lnTo>
                    <a:pt x="226" y="60346"/>
                  </a:lnTo>
                  <a:lnTo>
                    <a:pt x="274" y="59468"/>
                  </a:lnTo>
                  <a:lnTo>
                    <a:pt x="283" y="59309"/>
                  </a:lnTo>
                  <a:lnTo>
                    <a:pt x="326" y="58515"/>
                  </a:lnTo>
                  <a:lnTo>
                    <a:pt x="425" y="56693"/>
                  </a:lnTo>
                  <a:lnTo>
                    <a:pt x="454" y="56168"/>
                  </a:lnTo>
                  <a:lnTo>
                    <a:pt x="484" y="55743"/>
                  </a:lnTo>
                  <a:lnTo>
                    <a:pt x="499" y="55532"/>
                  </a:lnTo>
                  <a:lnTo>
                    <a:pt x="545" y="54895"/>
                  </a:lnTo>
                  <a:lnTo>
                    <a:pt x="610" y="53977"/>
                  </a:lnTo>
                  <a:lnTo>
                    <a:pt x="671" y="53122"/>
                  </a:lnTo>
                  <a:lnTo>
                    <a:pt x="751" y="51988"/>
                  </a:lnTo>
                  <a:lnTo>
                    <a:pt x="870" y="50324"/>
                  </a:lnTo>
                  <a:lnTo>
                    <a:pt x="917" y="49658"/>
                  </a:lnTo>
                  <a:lnTo>
                    <a:pt x="949" y="49207"/>
                  </a:lnTo>
                  <a:lnTo>
                    <a:pt x="975" y="48849"/>
                  </a:lnTo>
                  <a:lnTo>
                    <a:pt x="1025" y="48137"/>
                  </a:lnTo>
                  <a:lnTo>
                    <a:pt x="1111" y="47038"/>
                  </a:lnTo>
                  <a:lnTo>
                    <a:pt x="1166" y="46336"/>
                  </a:lnTo>
                  <a:lnTo>
                    <a:pt x="1241" y="45370"/>
                  </a:lnTo>
                  <a:lnTo>
                    <a:pt x="1311" y="44469"/>
                  </a:lnTo>
                  <a:lnTo>
                    <a:pt x="1380" y="43583"/>
                  </a:lnTo>
                  <a:lnTo>
                    <a:pt x="1528" y="41693"/>
                  </a:lnTo>
                  <a:lnTo>
                    <a:pt x="1548" y="41433"/>
                  </a:lnTo>
                  <a:lnTo>
                    <a:pt x="1562" y="41248"/>
                  </a:lnTo>
                  <a:lnTo>
                    <a:pt x="1767" y="38621"/>
                  </a:lnTo>
                  <a:lnTo>
                    <a:pt x="1791" y="38318"/>
                  </a:lnTo>
                  <a:lnTo>
                    <a:pt x="1807" y="38117"/>
                  </a:lnTo>
                  <a:lnTo>
                    <a:pt x="1954" y="36226"/>
                  </a:lnTo>
                  <a:lnTo>
                    <a:pt x="2084" y="34559"/>
                  </a:lnTo>
                  <a:lnTo>
                    <a:pt x="2138" y="33862"/>
                  </a:lnTo>
                  <a:lnTo>
                    <a:pt x="2193" y="33158"/>
                  </a:lnTo>
                  <a:lnTo>
                    <a:pt x="2441" y="29979"/>
                  </a:lnTo>
                  <a:lnTo>
                    <a:pt x="2502" y="29200"/>
                  </a:lnTo>
                  <a:lnTo>
                    <a:pt x="2640" y="27431"/>
                  </a:lnTo>
                  <a:lnTo>
                    <a:pt x="5755" y="27644"/>
                  </a:lnTo>
                  <a:lnTo>
                    <a:pt x="14512" y="28244"/>
                  </a:lnTo>
                  <a:lnTo>
                    <a:pt x="17321" y="28437"/>
                  </a:lnTo>
                  <a:lnTo>
                    <a:pt x="21771" y="28742"/>
                  </a:lnTo>
                  <a:lnTo>
                    <a:pt x="27552" y="29138"/>
                  </a:lnTo>
                  <a:lnTo>
                    <a:pt x="28022" y="29170"/>
                  </a:lnTo>
                  <a:lnTo>
                    <a:pt x="34323" y="29648"/>
                  </a:lnTo>
                  <a:lnTo>
                    <a:pt x="40702" y="30132"/>
                  </a:lnTo>
                  <a:lnTo>
                    <a:pt x="45304" y="30482"/>
                  </a:lnTo>
                  <a:lnTo>
                    <a:pt x="51992" y="30989"/>
                  </a:lnTo>
                  <a:lnTo>
                    <a:pt x="52800" y="31051"/>
                  </a:lnTo>
                  <a:lnTo>
                    <a:pt x="53132" y="31075"/>
                  </a:lnTo>
                  <a:lnTo>
                    <a:pt x="53736" y="31119"/>
                  </a:lnTo>
                  <a:lnTo>
                    <a:pt x="58072" y="31435"/>
                  </a:lnTo>
                  <a:lnTo>
                    <a:pt x="59184" y="31516"/>
                  </a:lnTo>
                  <a:lnTo>
                    <a:pt x="66704" y="32064"/>
                  </a:lnTo>
                  <a:lnTo>
                    <a:pt x="77427" y="32846"/>
                  </a:lnTo>
                  <a:lnTo>
                    <a:pt x="78445" y="32928"/>
                  </a:lnTo>
                  <a:lnTo>
                    <a:pt x="79778" y="33035"/>
                  </a:lnTo>
                  <a:lnTo>
                    <a:pt x="80880" y="33124"/>
                  </a:lnTo>
                  <a:lnTo>
                    <a:pt x="81238" y="33154"/>
                  </a:lnTo>
                  <a:lnTo>
                    <a:pt x="97641" y="34578"/>
                  </a:lnTo>
                  <a:lnTo>
                    <a:pt x="97967" y="34606"/>
                  </a:lnTo>
                  <a:lnTo>
                    <a:pt x="100114" y="34774"/>
                  </a:lnTo>
                  <a:lnTo>
                    <a:pt x="102835" y="34963"/>
                  </a:lnTo>
                  <a:lnTo>
                    <a:pt x="108049" y="35381"/>
                  </a:lnTo>
                  <a:lnTo>
                    <a:pt x="110576" y="35583"/>
                  </a:lnTo>
                  <a:lnTo>
                    <a:pt x="114153" y="35869"/>
                  </a:lnTo>
                  <a:lnTo>
                    <a:pt x="115908" y="36006"/>
                  </a:lnTo>
                  <a:lnTo>
                    <a:pt x="122379" y="36523"/>
                  </a:lnTo>
                  <a:lnTo>
                    <a:pt x="123005" y="36573"/>
                  </a:lnTo>
                  <a:lnTo>
                    <a:pt x="123013" y="36298"/>
                  </a:lnTo>
                  <a:lnTo>
                    <a:pt x="123028" y="35765"/>
                  </a:lnTo>
                  <a:lnTo>
                    <a:pt x="123096" y="33439"/>
                  </a:lnTo>
                  <a:lnTo>
                    <a:pt x="123158" y="31300"/>
                  </a:lnTo>
                  <a:lnTo>
                    <a:pt x="123167" y="30989"/>
                  </a:lnTo>
                  <a:lnTo>
                    <a:pt x="121062" y="30007"/>
                  </a:lnTo>
                  <a:lnTo>
                    <a:pt x="120064" y="29541"/>
                  </a:lnTo>
                  <a:lnTo>
                    <a:pt x="104003" y="28306"/>
                  </a:lnTo>
                  <a:lnTo>
                    <a:pt x="104039" y="28001"/>
                  </a:lnTo>
                  <a:lnTo>
                    <a:pt x="104717" y="22172"/>
                  </a:lnTo>
                  <a:lnTo>
                    <a:pt x="104868" y="22223"/>
                  </a:lnTo>
                  <a:lnTo>
                    <a:pt x="111931" y="24601"/>
                  </a:lnTo>
                  <a:lnTo>
                    <a:pt x="113283" y="25056"/>
                  </a:lnTo>
                  <a:lnTo>
                    <a:pt x="117051" y="25432"/>
                  </a:lnTo>
                  <a:lnTo>
                    <a:pt x="117671" y="25519"/>
                  </a:lnTo>
                  <a:lnTo>
                    <a:pt x="120082" y="25858"/>
                  </a:lnTo>
                  <a:lnTo>
                    <a:pt x="120310" y="25545"/>
                  </a:lnTo>
                  <a:lnTo>
                    <a:pt x="121000" y="24601"/>
                  </a:lnTo>
                  <a:lnTo>
                    <a:pt x="121380" y="24080"/>
                  </a:lnTo>
                  <a:lnTo>
                    <a:pt x="122551" y="22475"/>
                  </a:lnTo>
                  <a:lnTo>
                    <a:pt x="122826" y="22098"/>
                  </a:lnTo>
                  <a:lnTo>
                    <a:pt x="123320" y="21421"/>
                  </a:lnTo>
                  <a:lnTo>
                    <a:pt x="122321" y="21238"/>
                  </a:lnTo>
                  <a:lnTo>
                    <a:pt x="121730" y="20826"/>
                  </a:lnTo>
                  <a:lnTo>
                    <a:pt x="119788" y="19472"/>
                  </a:lnTo>
                  <a:lnTo>
                    <a:pt x="119204" y="19503"/>
                  </a:lnTo>
                  <a:lnTo>
                    <a:pt x="119042" y="19512"/>
                  </a:lnTo>
                  <a:lnTo>
                    <a:pt x="117343" y="18233"/>
                  </a:lnTo>
                  <a:lnTo>
                    <a:pt x="116925" y="17919"/>
                  </a:lnTo>
                  <a:lnTo>
                    <a:pt x="116280" y="17433"/>
                  </a:lnTo>
                  <a:lnTo>
                    <a:pt x="115930" y="17170"/>
                  </a:lnTo>
                  <a:lnTo>
                    <a:pt x="115469" y="16823"/>
                  </a:lnTo>
                  <a:lnTo>
                    <a:pt x="115235" y="16906"/>
                  </a:lnTo>
                  <a:lnTo>
                    <a:pt x="114800" y="17061"/>
                  </a:lnTo>
                  <a:lnTo>
                    <a:pt x="114592" y="16927"/>
                  </a:lnTo>
                  <a:lnTo>
                    <a:pt x="112763" y="15744"/>
                  </a:lnTo>
                  <a:lnTo>
                    <a:pt x="113004" y="14891"/>
                  </a:lnTo>
                  <a:lnTo>
                    <a:pt x="113428" y="14260"/>
                  </a:lnTo>
                  <a:lnTo>
                    <a:pt x="113774" y="13745"/>
                  </a:lnTo>
                  <a:lnTo>
                    <a:pt x="115188" y="12320"/>
                  </a:lnTo>
                  <a:lnTo>
                    <a:pt x="115693" y="11689"/>
                  </a:lnTo>
                  <a:lnTo>
                    <a:pt x="116156" y="11111"/>
                  </a:lnTo>
                  <a:lnTo>
                    <a:pt x="116287" y="10947"/>
                  </a:lnTo>
                  <a:lnTo>
                    <a:pt x="114471" y="9015"/>
                  </a:lnTo>
                  <a:lnTo>
                    <a:pt x="114159" y="8894"/>
                  </a:lnTo>
                  <a:lnTo>
                    <a:pt x="112508" y="8250"/>
                  </a:lnTo>
                  <a:lnTo>
                    <a:pt x="112094" y="7894"/>
                  </a:lnTo>
                  <a:lnTo>
                    <a:pt x="110814" y="6795"/>
                  </a:lnTo>
                  <a:lnTo>
                    <a:pt x="110502" y="7043"/>
                  </a:lnTo>
                  <a:lnTo>
                    <a:pt x="110276" y="7222"/>
                  </a:lnTo>
                  <a:lnTo>
                    <a:pt x="109973" y="7305"/>
                  </a:lnTo>
                  <a:lnTo>
                    <a:pt x="108102" y="5418"/>
                  </a:lnTo>
                  <a:lnTo>
                    <a:pt x="109320" y="2729"/>
                  </a:lnTo>
                  <a:lnTo>
                    <a:pt x="110694" y="1073"/>
                  </a:lnTo>
                  <a:lnTo>
                    <a:pt x="111214" y="503"/>
                  </a:lnTo>
                  <a:lnTo>
                    <a:pt x="111672" y="0"/>
                  </a:lnTo>
                  <a:lnTo>
                    <a:pt x="112631" y="541"/>
                  </a:lnTo>
                  <a:lnTo>
                    <a:pt x="114232" y="1445"/>
                  </a:lnTo>
                  <a:lnTo>
                    <a:pt x="115357" y="2080"/>
                  </a:lnTo>
                  <a:lnTo>
                    <a:pt x="115800" y="2331"/>
                  </a:lnTo>
                  <a:lnTo>
                    <a:pt x="116549" y="2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7"/>
            <p:cNvSpPr/>
            <p:nvPr/>
          </p:nvSpPr>
          <p:spPr>
            <a:xfrm>
              <a:off x="2686477" y="3671418"/>
              <a:ext cx="124261" cy="93234"/>
            </a:xfrm>
            <a:custGeom>
              <a:avLst/>
              <a:pathLst>
                <a:path w="124261" h="93234">
                  <a:moveTo>
                    <a:pt x="83258" y="6484"/>
                  </a:moveTo>
                  <a:lnTo>
                    <a:pt x="95906" y="15339"/>
                  </a:lnTo>
                  <a:lnTo>
                    <a:pt x="96352" y="15651"/>
                  </a:lnTo>
                  <a:lnTo>
                    <a:pt x="98043" y="16835"/>
                  </a:lnTo>
                  <a:lnTo>
                    <a:pt x="99525" y="18055"/>
                  </a:lnTo>
                  <a:lnTo>
                    <a:pt x="99750" y="18207"/>
                  </a:lnTo>
                  <a:lnTo>
                    <a:pt x="104228" y="21247"/>
                  </a:lnTo>
                  <a:lnTo>
                    <a:pt x="109491" y="24820"/>
                  </a:lnTo>
                  <a:lnTo>
                    <a:pt x="109714" y="24972"/>
                  </a:lnTo>
                  <a:lnTo>
                    <a:pt x="115970" y="29218"/>
                  </a:lnTo>
                  <a:lnTo>
                    <a:pt x="118240" y="30760"/>
                  </a:lnTo>
                  <a:lnTo>
                    <a:pt x="119130" y="31364"/>
                  </a:lnTo>
                  <a:lnTo>
                    <a:pt x="119839" y="31845"/>
                  </a:lnTo>
                  <a:lnTo>
                    <a:pt x="122252" y="33483"/>
                  </a:lnTo>
                  <a:lnTo>
                    <a:pt x="122954" y="33902"/>
                  </a:lnTo>
                  <a:lnTo>
                    <a:pt x="123269" y="34089"/>
                  </a:lnTo>
                  <a:lnTo>
                    <a:pt x="123731" y="34365"/>
                  </a:lnTo>
                  <a:lnTo>
                    <a:pt x="124261" y="34681"/>
                  </a:lnTo>
                  <a:lnTo>
                    <a:pt x="118923" y="42554"/>
                  </a:lnTo>
                  <a:lnTo>
                    <a:pt x="118011" y="41946"/>
                  </a:lnTo>
                  <a:lnTo>
                    <a:pt x="116955" y="41243"/>
                  </a:lnTo>
                  <a:lnTo>
                    <a:pt x="116793" y="41135"/>
                  </a:lnTo>
                  <a:lnTo>
                    <a:pt x="107818" y="35155"/>
                  </a:lnTo>
                  <a:lnTo>
                    <a:pt x="107562" y="34985"/>
                  </a:lnTo>
                  <a:lnTo>
                    <a:pt x="106321" y="36753"/>
                  </a:lnTo>
                  <a:lnTo>
                    <a:pt x="106115" y="37046"/>
                  </a:lnTo>
                  <a:lnTo>
                    <a:pt x="105713" y="37619"/>
                  </a:lnTo>
                  <a:lnTo>
                    <a:pt x="105003" y="38632"/>
                  </a:lnTo>
                  <a:lnTo>
                    <a:pt x="104682" y="39090"/>
                  </a:lnTo>
                  <a:lnTo>
                    <a:pt x="103797" y="40350"/>
                  </a:lnTo>
                  <a:lnTo>
                    <a:pt x="103566" y="40680"/>
                  </a:lnTo>
                  <a:lnTo>
                    <a:pt x="103439" y="40861"/>
                  </a:lnTo>
                  <a:lnTo>
                    <a:pt x="102930" y="41586"/>
                  </a:lnTo>
                  <a:lnTo>
                    <a:pt x="102249" y="42557"/>
                  </a:lnTo>
                  <a:lnTo>
                    <a:pt x="101857" y="43115"/>
                  </a:lnTo>
                  <a:lnTo>
                    <a:pt x="101538" y="43569"/>
                  </a:lnTo>
                  <a:lnTo>
                    <a:pt x="101324" y="43876"/>
                  </a:lnTo>
                  <a:lnTo>
                    <a:pt x="100846" y="44556"/>
                  </a:lnTo>
                  <a:lnTo>
                    <a:pt x="100709" y="44752"/>
                  </a:lnTo>
                  <a:lnTo>
                    <a:pt x="100259" y="45394"/>
                  </a:lnTo>
                  <a:lnTo>
                    <a:pt x="100096" y="45626"/>
                  </a:lnTo>
                  <a:lnTo>
                    <a:pt x="99674" y="46226"/>
                  </a:lnTo>
                  <a:lnTo>
                    <a:pt x="98514" y="47879"/>
                  </a:lnTo>
                  <a:lnTo>
                    <a:pt x="98025" y="48577"/>
                  </a:lnTo>
                  <a:lnTo>
                    <a:pt x="97156" y="49815"/>
                  </a:lnTo>
                  <a:lnTo>
                    <a:pt x="97062" y="49944"/>
                  </a:lnTo>
                  <a:lnTo>
                    <a:pt x="96759" y="50360"/>
                  </a:lnTo>
                  <a:lnTo>
                    <a:pt x="96042" y="51344"/>
                  </a:lnTo>
                  <a:lnTo>
                    <a:pt x="95674" y="51838"/>
                  </a:lnTo>
                  <a:lnTo>
                    <a:pt x="94944" y="50625"/>
                  </a:lnTo>
                  <a:lnTo>
                    <a:pt x="93015" y="47420"/>
                  </a:lnTo>
                  <a:lnTo>
                    <a:pt x="92899" y="47226"/>
                  </a:lnTo>
                  <a:lnTo>
                    <a:pt x="92371" y="46385"/>
                  </a:lnTo>
                  <a:lnTo>
                    <a:pt x="92243" y="46181"/>
                  </a:lnTo>
                  <a:lnTo>
                    <a:pt x="91526" y="45038"/>
                  </a:lnTo>
                  <a:lnTo>
                    <a:pt x="90911" y="44058"/>
                  </a:lnTo>
                  <a:lnTo>
                    <a:pt x="90824" y="43919"/>
                  </a:lnTo>
                  <a:lnTo>
                    <a:pt x="90675" y="43626"/>
                  </a:lnTo>
                  <a:lnTo>
                    <a:pt x="90266" y="42821"/>
                  </a:lnTo>
                  <a:lnTo>
                    <a:pt x="90043" y="42383"/>
                  </a:lnTo>
                  <a:lnTo>
                    <a:pt x="89247" y="42613"/>
                  </a:lnTo>
                  <a:lnTo>
                    <a:pt x="86767" y="43328"/>
                  </a:lnTo>
                  <a:lnTo>
                    <a:pt x="83939" y="44144"/>
                  </a:lnTo>
                  <a:lnTo>
                    <a:pt x="81991" y="40880"/>
                  </a:lnTo>
                  <a:lnTo>
                    <a:pt x="81856" y="40655"/>
                  </a:lnTo>
                  <a:lnTo>
                    <a:pt x="81181" y="39523"/>
                  </a:lnTo>
                  <a:lnTo>
                    <a:pt x="80093" y="38454"/>
                  </a:lnTo>
                  <a:lnTo>
                    <a:pt x="79489" y="39117"/>
                  </a:lnTo>
                  <a:lnTo>
                    <a:pt x="79078" y="39568"/>
                  </a:lnTo>
                  <a:lnTo>
                    <a:pt x="77753" y="41022"/>
                  </a:lnTo>
                  <a:lnTo>
                    <a:pt x="77529" y="41269"/>
                  </a:lnTo>
                  <a:lnTo>
                    <a:pt x="76470" y="41341"/>
                  </a:lnTo>
                  <a:lnTo>
                    <a:pt x="73799" y="41521"/>
                  </a:lnTo>
                  <a:lnTo>
                    <a:pt x="72529" y="41607"/>
                  </a:lnTo>
                  <a:lnTo>
                    <a:pt x="68465" y="42125"/>
                  </a:lnTo>
                  <a:lnTo>
                    <a:pt x="67465" y="42252"/>
                  </a:lnTo>
                  <a:lnTo>
                    <a:pt x="67265" y="42277"/>
                  </a:lnTo>
                  <a:lnTo>
                    <a:pt x="65836" y="42353"/>
                  </a:lnTo>
                  <a:lnTo>
                    <a:pt x="65282" y="42201"/>
                  </a:lnTo>
                  <a:lnTo>
                    <a:pt x="65012" y="42127"/>
                  </a:lnTo>
                  <a:lnTo>
                    <a:pt x="59846" y="42569"/>
                  </a:lnTo>
                  <a:lnTo>
                    <a:pt x="58721" y="42665"/>
                  </a:lnTo>
                  <a:lnTo>
                    <a:pt x="57448" y="42577"/>
                  </a:lnTo>
                  <a:lnTo>
                    <a:pt x="54932" y="42404"/>
                  </a:lnTo>
                  <a:lnTo>
                    <a:pt x="54703" y="42389"/>
                  </a:lnTo>
                  <a:lnTo>
                    <a:pt x="55001" y="44630"/>
                  </a:lnTo>
                  <a:lnTo>
                    <a:pt x="55268" y="46638"/>
                  </a:lnTo>
                  <a:lnTo>
                    <a:pt x="55325" y="47064"/>
                  </a:lnTo>
                  <a:lnTo>
                    <a:pt x="49825" y="47273"/>
                  </a:lnTo>
                  <a:lnTo>
                    <a:pt x="49840" y="47741"/>
                  </a:lnTo>
                  <a:lnTo>
                    <a:pt x="49877" y="48882"/>
                  </a:lnTo>
                  <a:lnTo>
                    <a:pt x="49943" y="50901"/>
                  </a:lnTo>
                  <a:lnTo>
                    <a:pt x="49969" y="51690"/>
                  </a:lnTo>
                  <a:lnTo>
                    <a:pt x="50134" y="52690"/>
                  </a:lnTo>
                  <a:lnTo>
                    <a:pt x="50669" y="55928"/>
                  </a:lnTo>
                  <a:lnTo>
                    <a:pt x="50708" y="56167"/>
                  </a:lnTo>
                  <a:lnTo>
                    <a:pt x="50747" y="56404"/>
                  </a:lnTo>
                  <a:lnTo>
                    <a:pt x="49137" y="56705"/>
                  </a:lnTo>
                  <a:lnTo>
                    <a:pt x="45205" y="56790"/>
                  </a:lnTo>
                  <a:lnTo>
                    <a:pt x="43541" y="56825"/>
                  </a:lnTo>
                  <a:lnTo>
                    <a:pt x="43415" y="58097"/>
                  </a:lnTo>
                  <a:lnTo>
                    <a:pt x="43019" y="58101"/>
                  </a:lnTo>
                  <a:lnTo>
                    <a:pt x="40818" y="58123"/>
                  </a:lnTo>
                  <a:lnTo>
                    <a:pt x="39050" y="58141"/>
                  </a:lnTo>
                  <a:lnTo>
                    <a:pt x="39042" y="58631"/>
                  </a:lnTo>
                  <a:lnTo>
                    <a:pt x="39000" y="61365"/>
                  </a:lnTo>
                  <a:lnTo>
                    <a:pt x="38992" y="61940"/>
                  </a:lnTo>
                  <a:lnTo>
                    <a:pt x="38677" y="64074"/>
                  </a:lnTo>
                  <a:lnTo>
                    <a:pt x="38386" y="66043"/>
                  </a:lnTo>
                  <a:lnTo>
                    <a:pt x="38300" y="66460"/>
                  </a:lnTo>
                  <a:lnTo>
                    <a:pt x="34731" y="65623"/>
                  </a:lnTo>
                  <a:lnTo>
                    <a:pt x="33847" y="65545"/>
                  </a:lnTo>
                  <a:lnTo>
                    <a:pt x="33045" y="65473"/>
                  </a:lnTo>
                  <a:lnTo>
                    <a:pt x="32124" y="65392"/>
                  </a:lnTo>
                  <a:lnTo>
                    <a:pt x="32203" y="67804"/>
                  </a:lnTo>
                  <a:lnTo>
                    <a:pt x="31886" y="68963"/>
                  </a:lnTo>
                  <a:lnTo>
                    <a:pt x="31904" y="69375"/>
                  </a:lnTo>
                  <a:lnTo>
                    <a:pt x="31731" y="70179"/>
                  </a:lnTo>
                  <a:lnTo>
                    <a:pt x="31334" y="72016"/>
                  </a:lnTo>
                  <a:lnTo>
                    <a:pt x="31040" y="72073"/>
                  </a:lnTo>
                  <a:lnTo>
                    <a:pt x="30382" y="72199"/>
                  </a:lnTo>
                  <a:lnTo>
                    <a:pt x="30483" y="72544"/>
                  </a:lnTo>
                  <a:lnTo>
                    <a:pt x="30603" y="72952"/>
                  </a:lnTo>
                  <a:lnTo>
                    <a:pt x="29840" y="73186"/>
                  </a:lnTo>
                  <a:lnTo>
                    <a:pt x="28885" y="73479"/>
                  </a:lnTo>
                  <a:lnTo>
                    <a:pt x="26301" y="74454"/>
                  </a:lnTo>
                  <a:lnTo>
                    <a:pt x="21699" y="79553"/>
                  </a:lnTo>
                  <a:lnTo>
                    <a:pt x="27957" y="87894"/>
                  </a:lnTo>
                  <a:lnTo>
                    <a:pt x="29141" y="91161"/>
                  </a:lnTo>
                  <a:lnTo>
                    <a:pt x="27796" y="93234"/>
                  </a:lnTo>
                  <a:lnTo>
                    <a:pt x="17582" y="90082"/>
                  </a:lnTo>
                  <a:lnTo>
                    <a:pt x="6721" y="88322"/>
                  </a:lnTo>
                  <a:lnTo>
                    <a:pt x="6685" y="84714"/>
                  </a:lnTo>
                  <a:lnTo>
                    <a:pt x="7206" y="79627"/>
                  </a:lnTo>
                  <a:lnTo>
                    <a:pt x="5203" y="77821"/>
                  </a:lnTo>
                  <a:lnTo>
                    <a:pt x="4644" y="74179"/>
                  </a:lnTo>
                  <a:lnTo>
                    <a:pt x="1603" y="65471"/>
                  </a:lnTo>
                  <a:lnTo>
                    <a:pt x="1478" y="65076"/>
                  </a:lnTo>
                  <a:lnTo>
                    <a:pt x="1355" y="64685"/>
                  </a:lnTo>
                  <a:lnTo>
                    <a:pt x="1068" y="63776"/>
                  </a:lnTo>
                  <a:lnTo>
                    <a:pt x="838" y="63049"/>
                  </a:lnTo>
                  <a:lnTo>
                    <a:pt x="481" y="61920"/>
                  </a:lnTo>
                  <a:lnTo>
                    <a:pt x="253" y="61198"/>
                  </a:lnTo>
                  <a:lnTo>
                    <a:pt x="71" y="60519"/>
                  </a:lnTo>
                  <a:lnTo>
                    <a:pt x="57" y="59743"/>
                  </a:lnTo>
                  <a:lnTo>
                    <a:pt x="20" y="57658"/>
                  </a:lnTo>
                  <a:lnTo>
                    <a:pt x="0" y="56550"/>
                  </a:lnTo>
                  <a:lnTo>
                    <a:pt x="215" y="56491"/>
                  </a:lnTo>
                  <a:lnTo>
                    <a:pt x="1178" y="56229"/>
                  </a:lnTo>
                  <a:lnTo>
                    <a:pt x="1139" y="55805"/>
                  </a:lnTo>
                  <a:lnTo>
                    <a:pt x="1058" y="54911"/>
                  </a:lnTo>
                  <a:lnTo>
                    <a:pt x="981" y="54061"/>
                  </a:lnTo>
                  <a:lnTo>
                    <a:pt x="1049" y="53691"/>
                  </a:lnTo>
                  <a:lnTo>
                    <a:pt x="1118" y="53321"/>
                  </a:lnTo>
                  <a:lnTo>
                    <a:pt x="1189" y="52936"/>
                  </a:lnTo>
                  <a:lnTo>
                    <a:pt x="1236" y="52676"/>
                  </a:lnTo>
                  <a:lnTo>
                    <a:pt x="1397" y="50836"/>
                  </a:lnTo>
                  <a:lnTo>
                    <a:pt x="1432" y="50437"/>
                  </a:lnTo>
                  <a:lnTo>
                    <a:pt x="1729" y="47047"/>
                  </a:lnTo>
                  <a:lnTo>
                    <a:pt x="1766" y="46615"/>
                  </a:lnTo>
                  <a:lnTo>
                    <a:pt x="1872" y="45412"/>
                  </a:lnTo>
                  <a:lnTo>
                    <a:pt x="2052" y="43346"/>
                  </a:lnTo>
                  <a:lnTo>
                    <a:pt x="2136" y="42386"/>
                  </a:lnTo>
                  <a:lnTo>
                    <a:pt x="2277" y="40775"/>
                  </a:lnTo>
                  <a:lnTo>
                    <a:pt x="2350" y="38633"/>
                  </a:lnTo>
                  <a:lnTo>
                    <a:pt x="2385" y="37596"/>
                  </a:lnTo>
                  <a:lnTo>
                    <a:pt x="2447" y="35770"/>
                  </a:lnTo>
                  <a:lnTo>
                    <a:pt x="2516" y="33749"/>
                  </a:lnTo>
                  <a:lnTo>
                    <a:pt x="2611" y="30962"/>
                  </a:lnTo>
                  <a:lnTo>
                    <a:pt x="2676" y="28826"/>
                  </a:lnTo>
                  <a:lnTo>
                    <a:pt x="2756" y="26223"/>
                  </a:lnTo>
                  <a:lnTo>
                    <a:pt x="3006" y="18076"/>
                  </a:lnTo>
                  <a:lnTo>
                    <a:pt x="3092" y="15260"/>
                  </a:lnTo>
                  <a:lnTo>
                    <a:pt x="3141" y="13662"/>
                  </a:lnTo>
                  <a:lnTo>
                    <a:pt x="3212" y="12384"/>
                  </a:lnTo>
                  <a:lnTo>
                    <a:pt x="3249" y="11728"/>
                  </a:lnTo>
                  <a:lnTo>
                    <a:pt x="3387" y="9258"/>
                  </a:lnTo>
                  <a:lnTo>
                    <a:pt x="3474" y="7695"/>
                  </a:lnTo>
                  <a:lnTo>
                    <a:pt x="12437" y="8711"/>
                  </a:lnTo>
                  <a:lnTo>
                    <a:pt x="12747" y="6040"/>
                  </a:lnTo>
                  <a:lnTo>
                    <a:pt x="12790" y="5670"/>
                  </a:lnTo>
                  <a:lnTo>
                    <a:pt x="13450" y="0"/>
                  </a:lnTo>
                  <a:lnTo>
                    <a:pt x="15160" y="132"/>
                  </a:lnTo>
                  <a:lnTo>
                    <a:pt x="33237" y="1527"/>
                  </a:lnTo>
                  <a:lnTo>
                    <a:pt x="34866" y="1653"/>
                  </a:lnTo>
                  <a:lnTo>
                    <a:pt x="35552" y="1706"/>
                  </a:lnTo>
                  <a:lnTo>
                    <a:pt x="58071" y="3445"/>
                  </a:lnTo>
                  <a:lnTo>
                    <a:pt x="64998" y="3918"/>
                  </a:lnTo>
                  <a:lnTo>
                    <a:pt x="75848" y="4659"/>
                  </a:lnTo>
                  <a:lnTo>
                    <a:pt x="76553" y="4707"/>
                  </a:lnTo>
                  <a:lnTo>
                    <a:pt x="77862" y="4797"/>
                  </a:lnTo>
                  <a:lnTo>
                    <a:pt x="81206" y="5484"/>
                  </a:lnTo>
                  <a:lnTo>
                    <a:pt x="81751" y="5596"/>
                  </a:lnTo>
                  <a:lnTo>
                    <a:pt x="82089" y="5665"/>
                  </a:lnTo>
                  <a:lnTo>
                    <a:pt x="82481" y="5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18"/>
            <p:cNvSpPr/>
            <p:nvPr/>
          </p:nvSpPr>
          <p:spPr>
            <a:xfrm>
              <a:off x="2365871" y="4042385"/>
              <a:ext cx="157858" cy="131937"/>
            </a:xfrm>
            <a:custGeom>
              <a:avLst/>
              <a:pathLst>
                <a:path w="157858" h="131937">
                  <a:moveTo>
                    <a:pt x="67955" y="7486"/>
                  </a:moveTo>
                  <a:lnTo>
                    <a:pt x="69200" y="9277"/>
                  </a:lnTo>
                  <a:lnTo>
                    <a:pt x="71993" y="8924"/>
                  </a:lnTo>
                  <a:lnTo>
                    <a:pt x="73289" y="8894"/>
                  </a:lnTo>
                  <a:lnTo>
                    <a:pt x="75934" y="9352"/>
                  </a:lnTo>
                  <a:lnTo>
                    <a:pt x="76322" y="9454"/>
                  </a:lnTo>
                  <a:lnTo>
                    <a:pt x="76699" y="9552"/>
                  </a:lnTo>
                  <a:lnTo>
                    <a:pt x="81581" y="10822"/>
                  </a:lnTo>
                  <a:lnTo>
                    <a:pt x="83852" y="11841"/>
                  </a:lnTo>
                  <a:lnTo>
                    <a:pt x="84885" y="12304"/>
                  </a:lnTo>
                  <a:lnTo>
                    <a:pt x="85071" y="12387"/>
                  </a:lnTo>
                  <a:lnTo>
                    <a:pt x="86838" y="13179"/>
                  </a:lnTo>
                  <a:lnTo>
                    <a:pt x="87308" y="13390"/>
                  </a:lnTo>
                  <a:lnTo>
                    <a:pt x="89164" y="14222"/>
                  </a:lnTo>
                  <a:lnTo>
                    <a:pt x="89242" y="14609"/>
                  </a:lnTo>
                  <a:lnTo>
                    <a:pt x="89830" y="14997"/>
                  </a:lnTo>
                  <a:lnTo>
                    <a:pt x="92582" y="16813"/>
                  </a:lnTo>
                  <a:lnTo>
                    <a:pt x="93083" y="17143"/>
                  </a:lnTo>
                  <a:lnTo>
                    <a:pt x="94388" y="17976"/>
                  </a:lnTo>
                  <a:lnTo>
                    <a:pt x="97022" y="19656"/>
                  </a:lnTo>
                  <a:lnTo>
                    <a:pt x="103262" y="23636"/>
                  </a:lnTo>
                  <a:lnTo>
                    <a:pt x="104269" y="24259"/>
                  </a:lnTo>
                  <a:lnTo>
                    <a:pt x="117057" y="32167"/>
                  </a:lnTo>
                  <a:lnTo>
                    <a:pt x="125140" y="37166"/>
                  </a:lnTo>
                  <a:lnTo>
                    <a:pt x="121466" y="43381"/>
                  </a:lnTo>
                  <a:lnTo>
                    <a:pt x="118037" y="49182"/>
                  </a:lnTo>
                  <a:lnTo>
                    <a:pt x="117833" y="49498"/>
                  </a:lnTo>
                  <a:lnTo>
                    <a:pt x="117617" y="49833"/>
                  </a:lnTo>
                  <a:lnTo>
                    <a:pt x="117833" y="49975"/>
                  </a:lnTo>
                  <a:lnTo>
                    <a:pt x="118106" y="50153"/>
                  </a:lnTo>
                  <a:lnTo>
                    <a:pt x="125802" y="55189"/>
                  </a:lnTo>
                  <a:lnTo>
                    <a:pt x="131799" y="59044"/>
                  </a:lnTo>
                  <a:lnTo>
                    <a:pt x="138470" y="63556"/>
                  </a:lnTo>
                  <a:lnTo>
                    <a:pt x="138612" y="63647"/>
                  </a:lnTo>
                  <a:lnTo>
                    <a:pt x="141055" y="65206"/>
                  </a:lnTo>
                  <a:lnTo>
                    <a:pt x="141314" y="65372"/>
                  </a:lnTo>
                  <a:lnTo>
                    <a:pt x="143406" y="66707"/>
                  </a:lnTo>
                  <a:lnTo>
                    <a:pt x="143751" y="66927"/>
                  </a:lnTo>
                  <a:lnTo>
                    <a:pt x="144911" y="67668"/>
                  </a:lnTo>
                  <a:lnTo>
                    <a:pt x="145356" y="67952"/>
                  </a:lnTo>
                  <a:lnTo>
                    <a:pt x="148326" y="69848"/>
                  </a:lnTo>
                  <a:lnTo>
                    <a:pt x="148561" y="69998"/>
                  </a:lnTo>
                  <a:lnTo>
                    <a:pt x="157858" y="75540"/>
                  </a:lnTo>
                  <a:lnTo>
                    <a:pt x="154691" y="80696"/>
                  </a:lnTo>
                  <a:lnTo>
                    <a:pt x="154607" y="80827"/>
                  </a:lnTo>
                  <a:lnTo>
                    <a:pt x="154006" y="81759"/>
                  </a:lnTo>
                  <a:lnTo>
                    <a:pt x="150249" y="87589"/>
                  </a:lnTo>
                  <a:lnTo>
                    <a:pt x="144214" y="96954"/>
                  </a:lnTo>
                  <a:lnTo>
                    <a:pt x="143954" y="97358"/>
                  </a:lnTo>
                  <a:lnTo>
                    <a:pt x="138777" y="105970"/>
                  </a:lnTo>
                  <a:lnTo>
                    <a:pt x="134816" y="112560"/>
                  </a:lnTo>
                  <a:lnTo>
                    <a:pt x="134581" y="112952"/>
                  </a:lnTo>
                  <a:lnTo>
                    <a:pt x="134384" y="113272"/>
                  </a:lnTo>
                  <a:lnTo>
                    <a:pt x="130816" y="119097"/>
                  </a:lnTo>
                  <a:lnTo>
                    <a:pt x="130709" y="119265"/>
                  </a:lnTo>
                  <a:lnTo>
                    <a:pt x="129295" y="121475"/>
                  </a:lnTo>
                  <a:lnTo>
                    <a:pt x="122735" y="131937"/>
                  </a:lnTo>
                  <a:lnTo>
                    <a:pt x="122480" y="131776"/>
                  </a:lnTo>
                  <a:lnTo>
                    <a:pt x="116519" y="128035"/>
                  </a:lnTo>
                  <a:lnTo>
                    <a:pt x="115511" y="127400"/>
                  </a:lnTo>
                  <a:lnTo>
                    <a:pt x="114852" y="126988"/>
                  </a:lnTo>
                  <a:lnTo>
                    <a:pt x="115654" y="125676"/>
                  </a:lnTo>
                  <a:lnTo>
                    <a:pt x="117413" y="122800"/>
                  </a:lnTo>
                  <a:lnTo>
                    <a:pt x="116600" y="122279"/>
                  </a:lnTo>
                  <a:lnTo>
                    <a:pt x="114109" y="120683"/>
                  </a:lnTo>
                  <a:lnTo>
                    <a:pt x="113566" y="120335"/>
                  </a:lnTo>
                  <a:lnTo>
                    <a:pt x="110299" y="118240"/>
                  </a:lnTo>
                  <a:lnTo>
                    <a:pt x="110037" y="118072"/>
                  </a:lnTo>
                  <a:lnTo>
                    <a:pt x="108738" y="117239"/>
                  </a:lnTo>
                  <a:lnTo>
                    <a:pt x="107070" y="116170"/>
                  </a:lnTo>
                  <a:lnTo>
                    <a:pt x="106493" y="115837"/>
                  </a:lnTo>
                  <a:lnTo>
                    <a:pt x="105432" y="115224"/>
                  </a:lnTo>
                  <a:lnTo>
                    <a:pt x="104130" y="114473"/>
                  </a:lnTo>
                  <a:lnTo>
                    <a:pt x="103777" y="114268"/>
                  </a:lnTo>
                  <a:lnTo>
                    <a:pt x="101477" y="112941"/>
                  </a:lnTo>
                  <a:lnTo>
                    <a:pt x="100424" y="112333"/>
                  </a:lnTo>
                  <a:lnTo>
                    <a:pt x="98861" y="111430"/>
                  </a:lnTo>
                  <a:lnTo>
                    <a:pt x="99245" y="110727"/>
                  </a:lnTo>
                  <a:lnTo>
                    <a:pt x="99482" y="110294"/>
                  </a:lnTo>
                  <a:lnTo>
                    <a:pt x="96995" y="108810"/>
                  </a:lnTo>
                  <a:lnTo>
                    <a:pt x="95203" y="107740"/>
                  </a:lnTo>
                  <a:lnTo>
                    <a:pt x="94643" y="107331"/>
                  </a:lnTo>
                  <a:lnTo>
                    <a:pt x="94300" y="107080"/>
                  </a:lnTo>
                  <a:lnTo>
                    <a:pt x="93806" y="106719"/>
                  </a:lnTo>
                  <a:lnTo>
                    <a:pt x="93373" y="106403"/>
                  </a:lnTo>
                  <a:lnTo>
                    <a:pt x="91773" y="105408"/>
                  </a:lnTo>
                  <a:lnTo>
                    <a:pt x="89184" y="103798"/>
                  </a:lnTo>
                  <a:lnTo>
                    <a:pt x="88169" y="103167"/>
                  </a:lnTo>
                  <a:lnTo>
                    <a:pt x="87481" y="102739"/>
                  </a:lnTo>
                  <a:lnTo>
                    <a:pt x="85668" y="101576"/>
                  </a:lnTo>
                  <a:lnTo>
                    <a:pt x="85201" y="101276"/>
                  </a:lnTo>
                  <a:lnTo>
                    <a:pt x="84974" y="101131"/>
                  </a:lnTo>
                  <a:lnTo>
                    <a:pt x="82955" y="104492"/>
                  </a:lnTo>
                  <a:lnTo>
                    <a:pt x="82576" y="105123"/>
                  </a:lnTo>
                  <a:lnTo>
                    <a:pt x="82378" y="105000"/>
                  </a:lnTo>
                  <a:lnTo>
                    <a:pt x="81776" y="104626"/>
                  </a:lnTo>
                  <a:lnTo>
                    <a:pt x="81500" y="104455"/>
                  </a:lnTo>
                  <a:lnTo>
                    <a:pt x="81124" y="104221"/>
                  </a:lnTo>
                  <a:lnTo>
                    <a:pt x="80984" y="104134"/>
                  </a:lnTo>
                  <a:lnTo>
                    <a:pt x="79810" y="103404"/>
                  </a:lnTo>
                  <a:lnTo>
                    <a:pt x="79159" y="103000"/>
                  </a:lnTo>
                  <a:lnTo>
                    <a:pt x="78482" y="102579"/>
                  </a:lnTo>
                  <a:lnTo>
                    <a:pt x="77917" y="102228"/>
                  </a:lnTo>
                  <a:lnTo>
                    <a:pt x="75783" y="100902"/>
                  </a:lnTo>
                  <a:lnTo>
                    <a:pt x="74291" y="99975"/>
                  </a:lnTo>
                  <a:lnTo>
                    <a:pt x="73929" y="99750"/>
                  </a:lnTo>
                  <a:lnTo>
                    <a:pt x="73503" y="99485"/>
                  </a:lnTo>
                  <a:lnTo>
                    <a:pt x="70916" y="97878"/>
                  </a:lnTo>
                  <a:lnTo>
                    <a:pt x="64751" y="94047"/>
                  </a:lnTo>
                  <a:lnTo>
                    <a:pt x="64204" y="93707"/>
                  </a:lnTo>
                  <a:lnTo>
                    <a:pt x="63896" y="93516"/>
                  </a:lnTo>
                  <a:lnTo>
                    <a:pt x="60994" y="91712"/>
                  </a:lnTo>
                  <a:lnTo>
                    <a:pt x="60357" y="91317"/>
                  </a:lnTo>
                  <a:lnTo>
                    <a:pt x="59772" y="90953"/>
                  </a:lnTo>
                  <a:lnTo>
                    <a:pt x="58793" y="90345"/>
                  </a:lnTo>
                  <a:lnTo>
                    <a:pt x="57127" y="89310"/>
                  </a:lnTo>
                  <a:lnTo>
                    <a:pt x="56029" y="88628"/>
                  </a:lnTo>
                  <a:lnTo>
                    <a:pt x="55643" y="88387"/>
                  </a:lnTo>
                  <a:lnTo>
                    <a:pt x="52167" y="86588"/>
                  </a:lnTo>
                  <a:lnTo>
                    <a:pt x="51886" y="86329"/>
                  </a:lnTo>
                  <a:lnTo>
                    <a:pt x="50838" y="85360"/>
                  </a:lnTo>
                  <a:lnTo>
                    <a:pt x="50300" y="84863"/>
                  </a:lnTo>
                  <a:lnTo>
                    <a:pt x="49004" y="84100"/>
                  </a:lnTo>
                  <a:lnTo>
                    <a:pt x="48920" y="83893"/>
                  </a:lnTo>
                  <a:lnTo>
                    <a:pt x="48812" y="83625"/>
                  </a:lnTo>
                  <a:lnTo>
                    <a:pt x="46315" y="77446"/>
                  </a:lnTo>
                  <a:lnTo>
                    <a:pt x="45450" y="75306"/>
                  </a:lnTo>
                  <a:lnTo>
                    <a:pt x="42830" y="76316"/>
                  </a:lnTo>
                  <a:lnTo>
                    <a:pt x="39438" y="77789"/>
                  </a:lnTo>
                  <a:lnTo>
                    <a:pt x="38028" y="78105"/>
                  </a:lnTo>
                  <a:lnTo>
                    <a:pt x="37918" y="77965"/>
                  </a:lnTo>
                  <a:lnTo>
                    <a:pt x="37584" y="77542"/>
                  </a:lnTo>
                  <a:lnTo>
                    <a:pt x="35993" y="75527"/>
                  </a:lnTo>
                  <a:lnTo>
                    <a:pt x="35476" y="74871"/>
                  </a:lnTo>
                  <a:lnTo>
                    <a:pt x="33973" y="72968"/>
                  </a:lnTo>
                  <a:lnTo>
                    <a:pt x="33558" y="72443"/>
                  </a:lnTo>
                  <a:lnTo>
                    <a:pt x="32357" y="70896"/>
                  </a:lnTo>
                  <a:lnTo>
                    <a:pt x="31313" y="69552"/>
                  </a:lnTo>
                  <a:lnTo>
                    <a:pt x="31038" y="69205"/>
                  </a:lnTo>
                  <a:lnTo>
                    <a:pt x="30832" y="69018"/>
                  </a:lnTo>
                  <a:lnTo>
                    <a:pt x="30634" y="68837"/>
                  </a:lnTo>
                  <a:lnTo>
                    <a:pt x="27877" y="65193"/>
                  </a:lnTo>
                  <a:lnTo>
                    <a:pt x="27468" y="62893"/>
                  </a:lnTo>
                  <a:lnTo>
                    <a:pt x="26733" y="61932"/>
                  </a:lnTo>
                  <a:lnTo>
                    <a:pt x="26459" y="61495"/>
                  </a:lnTo>
                  <a:lnTo>
                    <a:pt x="25925" y="60648"/>
                  </a:lnTo>
                  <a:lnTo>
                    <a:pt x="25312" y="59674"/>
                  </a:lnTo>
                  <a:lnTo>
                    <a:pt x="24961" y="59117"/>
                  </a:lnTo>
                  <a:lnTo>
                    <a:pt x="24156" y="57838"/>
                  </a:lnTo>
                  <a:lnTo>
                    <a:pt x="23987" y="57621"/>
                  </a:lnTo>
                  <a:lnTo>
                    <a:pt x="23712" y="57265"/>
                  </a:lnTo>
                  <a:lnTo>
                    <a:pt x="22934" y="56266"/>
                  </a:lnTo>
                  <a:lnTo>
                    <a:pt x="20967" y="53600"/>
                  </a:lnTo>
                  <a:lnTo>
                    <a:pt x="19503" y="51797"/>
                  </a:lnTo>
                  <a:lnTo>
                    <a:pt x="19150" y="51363"/>
                  </a:lnTo>
                  <a:lnTo>
                    <a:pt x="18739" y="50855"/>
                  </a:lnTo>
                  <a:lnTo>
                    <a:pt x="17922" y="49849"/>
                  </a:lnTo>
                  <a:lnTo>
                    <a:pt x="16453" y="47931"/>
                  </a:lnTo>
                  <a:lnTo>
                    <a:pt x="14548" y="45713"/>
                  </a:lnTo>
                  <a:lnTo>
                    <a:pt x="14149" y="44983"/>
                  </a:lnTo>
                  <a:lnTo>
                    <a:pt x="14033" y="44772"/>
                  </a:lnTo>
                  <a:lnTo>
                    <a:pt x="13323" y="43474"/>
                  </a:lnTo>
                  <a:lnTo>
                    <a:pt x="12635" y="40878"/>
                  </a:lnTo>
                  <a:lnTo>
                    <a:pt x="12465" y="40233"/>
                  </a:lnTo>
                  <a:lnTo>
                    <a:pt x="12119" y="39155"/>
                  </a:lnTo>
                  <a:lnTo>
                    <a:pt x="11739" y="37970"/>
                  </a:lnTo>
                  <a:lnTo>
                    <a:pt x="11582" y="37479"/>
                  </a:lnTo>
                  <a:lnTo>
                    <a:pt x="11483" y="37190"/>
                  </a:lnTo>
                  <a:lnTo>
                    <a:pt x="11242" y="36480"/>
                  </a:lnTo>
                  <a:lnTo>
                    <a:pt x="3863" y="32293"/>
                  </a:lnTo>
                  <a:lnTo>
                    <a:pt x="2509" y="30695"/>
                  </a:lnTo>
                  <a:lnTo>
                    <a:pt x="0" y="27733"/>
                  </a:lnTo>
                  <a:lnTo>
                    <a:pt x="4346" y="24358"/>
                  </a:lnTo>
                  <a:lnTo>
                    <a:pt x="16249" y="15327"/>
                  </a:lnTo>
                  <a:lnTo>
                    <a:pt x="19527" y="8910"/>
                  </a:lnTo>
                  <a:lnTo>
                    <a:pt x="26674" y="3211"/>
                  </a:lnTo>
                  <a:lnTo>
                    <a:pt x="32221" y="2870"/>
                  </a:lnTo>
                  <a:lnTo>
                    <a:pt x="37119" y="2568"/>
                  </a:lnTo>
                  <a:lnTo>
                    <a:pt x="39920" y="2115"/>
                  </a:lnTo>
                  <a:lnTo>
                    <a:pt x="51923" y="171"/>
                  </a:lnTo>
                  <a:lnTo>
                    <a:pt x="52983" y="0"/>
                  </a:lnTo>
                  <a:lnTo>
                    <a:pt x="63906" y="742"/>
                  </a:lnTo>
                  <a:lnTo>
                    <a:pt x="66021" y="47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19"/>
            <p:cNvSpPr/>
            <p:nvPr/>
          </p:nvSpPr>
          <p:spPr>
            <a:xfrm>
              <a:off x="2429778" y="4016182"/>
              <a:ext cx="139225" cy="101731"/>
            </a:xfrm>
            <a:custGeom>
              <a:avLst/>
              <a:pathLst>
                <a:path w="139225" h="101731">
                  <a:moveTo>
                    <a:pt x="133101" y="32508"/>
                  </a:moveTo>
                  <a:lnTo>
                    <a:pt x="131216" y="35608"/>
                  </a:lnTo>
                  <a:lnTo>
                    <a:pt x="130837" y="36231"/>
                  </a:lnTo>
                  <a:lnTo>
                    <a:pt x="130720" y="36423"/>
                  </a:lnTo>
                  <a:lnTo>
                    <a:pt x="129195" y="38931"/>
                  </a:lnTo>
                  <a:lnTo>
                    <a:pt x="128782" y="39609"/>
                  </a:lnTo>
                  <a:lnTo>
                    <a:pt x="124542" y="46582"/>
                  </a:lnTo>
                  <a:lnTo>
                    <a:pt x="123510" y="48278"/>
                  </a:lnTo>
                  <a:lnTo>
                    <a:pt x="122394" y="50114"/>
                  </a:lnTo>
                  <a:lnTo>
                    <a:pt x="122069" y="50649"/>
                  </a:lnTo>
                  <a:lnTo>
                    <a:pt x="121844" y="51018"/>
                  </a:lnTo>
                  <a:lnTo>
                    <a:pt x="120287" y="53578"/>
                  </a:lnTo>
                  <a:lnTo>
                    <a:pt x="119015" y="55670"/>
                  </a:lnTo>
                  <a:lnTo>
                    <a:pt x="118836" y="55964"/>
                  </a:lnTo>
                  <a:lnTo>
                    <a:pt x="117997" y="57344"/>
                  </a:lnTo>
                  <a:lnTo>
                    <a:pt x="117603" y="57992"/>
                  </a:lnTo>
                  <a:lnTo>
                    <a:pt x="117276" y="58529"/>
                  </a:lnTo>
                  <a:lnTo>
                    <a:pt x="117171" y="58703"/>
                  </a:lnTo>
                  <a:lnTo>
                    <a:pt x="115431" y="61563"/>
                  </a:lnTo>
                  <a:lnTo>
                    <a:pt x="114870" y="62486"/>
                  </a:lnTo>
                  <a:lnTo>
                    <a:pt x="114560" y="62995"/>
                  </a:lnTo>
                  <a:lnTo>
                    <a:pt x="113337" y="65007"/>
                  </a:lnTo>
                  <a:lnTo>
                    <a:pt x="111060" y="68507"/>
                  </a:lnTo>
                  <a:lnTo>
                    <a:pt x="110862" y="68812"/>
                  </a:lnTo>
                  <a:lnTo>
                    <a:pt x="110528" y="69324"/>
                  </a:lnTo>
                  <a:lnTo>
                    <a:pt x="110375" y="69581"/>
                  </a:lnTo>
                  <a:lnTo>
                    <a:pt x="109778" y="70578"/>
                  </a:lnTo>
                  <a:lnTo>
                    <a:pt x="108329" y="72901"/>
                  </a:lnTo>
                  <a:lnTo>
                    <a:pt x="105311" y="77739"/>
                  </a:lnTo>
                  <a:lnTo>
                    <a:pt x="99915" y="86387"/>
                  </a:lnTo>
                  <a:lnTo>
                    <a:pt x="99485" y="87067"/>
                  </a:lnTo>
                  <a:lnTo>
                    <a:pt x="97649" y="89967"/>
                  </a:lnTo>
                  <a:lnTo>
                    <a:pt x="100186" y="91600"/>
                  </a:lnTo>
                  <a:lnTo>
                    <a:pt x="100050" y="91812"/>
                  </a:lnTo>
                  <a:lnTo>
                    <a:pt x="98202" y="94824"/>
                  </a:lnTo>
                  <a:lnTo>
                    <a:pt x="94270" y="101225"/>
                  </a:lnTo>
                  <a:lnTo>
                    <a:pt x="93931" y="101731"/>
                  </a:lnTo>
                  <a:lnTo>
                    <a:pt x="84654" y="96201"/>
                  </a:lnTo>
                  <a:lnTo>
                    <a:pt x="84419" y="96051"/>
                  </a:lnTo>
                  <a:lnTo>
                    <a:pt x="81449" y="94155"/>
                  </a:lnTo>
                  <a:lnTo>
                    <a:pt x="80919" y="93817"/>
                  </a:lnTo>
                  <a:lnTo>
                    <a:pt x="79844" y="93131"/>
                  </a:lnTo>
                  <a:lnTo>
                    <a:pt x="79391" y="92841"/>
                  </a:lnTo>
                  <a:lnTo>
                    <a:pt x="77408" y="91575"/>
                  </a:lnTo>
                  <a:lnTo>
                    <a:pt x="77149" y="91410"/>
                  </a:lnTo>
                  <a:lnTo>
                    <a:pt x="74706" y="89850"/>
                  </a:lnTo>
                  <a:lnTo>
                    <a:pt x="74563" y="89759"/>
                  </a:lnTo>
                  <a:lnTo>
                    <a:pt x="67881" y="85240"/>
                  </a:lnTo>
                  <a:lnTo>
                    <a:pt x="61896" y="81392"/>
                  </a:lnTo>
                  <a:lnTo>
                    <a:pt x="54200" y="76356"/>
                  </a:lnTo>
                  <a:lnTo>
                    <a:pt x="53927" y="76178"/>
                  </a:lnTo>
                  <a:lnTo>
                    <a:pt x="53710" y="76036"/>
                  </a:lnTo>
                  <a:lnTo>
                    <a:pt x="53927" y="75701"/>
                  </a:lnTo>
                  <a:lnTo>
                    <a:pt x="54131" y="75385"/>
                  </a:lnTo>
                  <a:lnTo>
                    <a:pt x="57560" y="69584"/>
                  </a:lnTo>
                  <a:lnTo>
                    <a:pt x="61215" y="63358"/>
                  </a:lnTo>
                  <a:lnTo>
                    <a:pt x="53151" y="58371"/>
                  </a:lnTo>
                  <a:lnTo>
                    <a:pt x="40363" y="50463"/>
                  </a:lnTo>
                  <a:lnTo>
                    <a:pt x="39355" y="49840"/>
                  </a:lnTo>
                  <a:lnTo>
                    <a:pt x="33115" y="45859"/>
                  </a:lnTo>
                  <a:lnTo>
                    <a:pt x="30429" y="44146"/>
                  </a:lnTo>
                  <a:lnTo>
                    <a:pt x="29177" y="43347"/>
                  </a:lnTo>
                  <a:lnTo>
                    <a:pt x="28675" y="43016"/>
                  </a:lnTo>
                  <a:lnTo>
                    <a:pt x="25923" y="41200"/>
                  </a:lnTo>
                  <a:lnTo>
                    <a:pt x="25335" y="40812"/>
                  </a:lnTo>
                  <a:lnTo>
                    <a:pt x="25258" y="40425"/>
                  </a:lnTo>
                  <a:lnTo>
                    <a:pt x="23401" y="39593"/>
                  </a:lnTo>
                  <a:lnTo>
                    <a:pt x="22931" y="39382"/>
                  </a:lnTo>
                  <a:lnTo>
                    <a:pt x="21165" y="38590"/>
                  </a:lnTo>
                  <a:lnTo>
                    <a:pt x="20978" y="38507"/>
                  </a:lnTo>
                  <a:lnTo>
                    <a:pt x="19946" y="38044"/>
                  </a:lnTo>
                  <a:lnTo>
                    <a:pt x="17674" y="37026"/>
                  </a:lnTo>
                  <a:lnTo>
                    <a:pt x="12793" y="35755"/>
                  </a:lnTo>
                  <a:lnTo>
                    <a:pt x="12416" y="35657"/>
                  </a:lnTo>
                  <a:lnTo>
                    <a:pt x="12027" y="35556"/>
                  </a:lnTo>
                  <a:lnTo>
                    <a:pt x="9382" y="35097"/>
                  </a:lnTo>
                  <a:lnTo>
                    <a:pt x="8086" y="35127"/>
                  </a:lnTo>
                  <a:lnTo>
                    <a:pt x="5293" y="35480"/>
                  </a:lnTo>
                  <a:lnTo>
                    <a:pt x="4048" y="33689"/>
                  </a:lnTo>
                  <a:lnTo>
                    <a:pt x="2115" y="30907"/>
                  </a:lnTo>
                  <a:lnTo>
                    <a:pt x="0" y="26945"/>
                  </a:lnTo>
                  <a:lnTo>
                    <a:pt x="347" y="21804"/>
                  </a:lnTo>
                  <a:lnTo>
                    <a:pt x="985" y="18995"/>
                  </a:lnTo>
                  <a:lnTo>
                    <a:pt x="4801" y="16509"/>
                  </a:lnTo>
                  <a:lnTo>
                    <a:pt x="5324" y="16169"/>
                  </a:lnTo>
                  <a:lnTo>
                    <a:pt x="6385" y="13892"/>
                  </a:lnTo>
                  <a:lnTo>
                    <a:pt x="9008" y="15120"/>
                  </a:lnTo>
                  <a:lnTo>
                    <a:pt x="11160" y="16127"/>
                  </a:lnTo>
                  <a:lnTo>
                    <a:pt x="11411" y="16245"/>
                  </a:lnTo>
                  <a:lnTo>
                    <a:pt x="12004" y="16522"/>
                  </a:lnTo>
                  <a:lnTo>
                    <a:pt x="12412" y="16590"/>
                  </a:lnTo>
                  <a:lnTo>
                    <a:pt x="12610" y="16574"/>
                  </a:lnTo>
                  <a:lnTo>
                    <a:pt x="13506" y="16657"/>
                  </a:lnTo>
                  <a:lnTo>
                    <a:pt x="13741" y="16784"/>
                  </a:lnTo>
                  <a:lnTo>
                    <a:pt x="14089" y="16971"/>
                  </a:lnTo>
                  <a:lnTo>
                    <a:pt x="14303" y="17087"/>
                  </a:lnTo>
                  <a:lnTo>
                    <a:pt x="14577" y="17234"/>
                  </a:lnTo>
                  <a:lnTo>
                    <a:pt x="15101" y="17517"/>
                  </a:lnTo>
                  <a:lnTo>
                    <a:pt x="15591" y="17781"/>
                  </a:lnTo>
                  <a:lnTo>
                    <a:pt x="15724" y="17853"/>
                  </a:lnTo>
                  <a:lnTo>
                    <a:pt x="15884" y="17993"/>
                  </a:lnTo>
                  <a:lnTo>
                    <a:pt x="19840" y="18154"/>
                  </a:lnTo>
                  <a:lnTo>
                    <a:pt x="24500" y="19479"/>
                  </a:lnTo>
                  <a:lnTo>
                    <a:pt x="24494" y="19735"/>
                  </a:lnTo>
                  <a:lnTo>
                    <a:pt x="24447" y="21715"/>
                  </a:lnTo>
                  <a:lnTo>
                    <a:pt x="24611" y="21625"/>
                  </a:lnTo>
                  <a:lnTo>
                    <a:pt x="25773" y="20991"/>
                  </a:lnTo>
                  <a:lnTo>
                    <a:pt x="27471" y="20063"/>
                  </a:lnTo>
                  <a:lnTo>
                    <a:pt x="29101" y="19173"/>
                  </a:lnTo>
                  <a:lnTo>
                    <a:pt x="29368" y="18917"/>
                  </a:lnTo>
                  <a:lnTo>
                    <a:pt x="30282" y="18059"/>
                  </a:lnTo>
                  <a:lnTo>
                    <a:pt x="33377" y="17134"/>
                  </a:lnTo>
                  <a:lnTo>
                    <a:pt x="33643" y="17056"/>
                  </a:lnTo>
                  <a:lnTo>
                    <a:pt x="36453" y="16451"/>
                  </a:lnTo>
                  <a:lnTo>
                    <a:pt x="36584" y="16423"/>
                  </a:lnTo>
                  <a:lnTo>
                    <a:pt x="39415" y="15814"/>
                  </a:lnTo>
                  <a:lnTo>
                    <a:pt x="40317" y="15619"/>
                  </a:lnTo>
                  <a:lnTo>
                    <a:pt x="42712" y="15093"/>
                  </a:lnTo>
                  <a:lnTo>
                    <a:pt x="44456" y="13328"/>
                  </a:lnTo>
                  <a:lnTo>
                    <a:pt x="50101" y="16428"/>
                  </a:lnTo>
                  <a:lnTo>
                    <a:pt x="50376" y="16579"/>
                  </a:lnTo>
                  <a:lnTo>
                    <a:pt x="55089" y="19306"/>
                  </a:lnTo>
                  <a:lnTo>
                    <a:pt x="55470" y="19526"/>
                  </a:lnTo>
                  <a:lnTo>
                    <a:pt x="56374" y="20049"/>
                  </a:lnTo>
                  <a:lnTo>
                    <a:pt x="57830" y="20891"/>
                  </a:lnTo>
                  <a:lnTo>
                    <a:pt x="58286" y="20141"/>
                  </a:lnTo>
                  <a:lnTo>
                    <a:pt x="61820" y="21932"/>
                  </a:lnTo>
                  <a:lnTo>
                    <a:pt x="63115" y="22666"/>
                  </a:lnTo>
                  <a:lnTo>
                    <a:pt x="66506" y="24589"/>
                  </a:lnTo>
                  <a:lnTo>
                    <a:pt x="68499" y="25783"/>
                  </a:lnTo>
                  <a:lnTo>
                    <a:pt x="70986" y="27272"/>
                  </a:lnTo>
                  <a:lnTo>
                    <a:pt x="72630" y="28256"/>
                  </a:lnTo>
                  <a:lnTo>
                    <a:pt x="73853" y="28988"/>
                  </a:lnTo>
                  <a:lnTo>
                    <a:pt x="80032" y="32688"/>
                  </a:lnTo>
                  <a:lnTo>
                    <a:pt x="80527" y="32984"/>
                  </a:lnTo>
                  <a:lnTo>
                    <a:pt x="80801" y="32546"/>
                  </a:lnTo>
                  <a:lnTo>
                    <a:pt x="85252" y="25432"/>
                  </a:lnTo>
                  <a:lnTo>
                    <a:pt x="88215" y="20697"/>
                  </a:lnTo>
                  <a:lnTo>
                    <a:pt x="91612" y="15111"/>
                  </a:lnTo>
                  <a:lnTo>
                    <a:pt x="94266" y="10747"/>
                  </a:lnTo>
                  <a:lnTo>
                    <a:pt x="95173" y="9482"/>
                  </a:lnTo>
                  <a:lnTo>
                    <a:pt x="95965" y="8379"/>
                  </a:lnTo>
                  <a:lnTo>
                    <a:pt x="97466" y="6288"/>
                  </a:lnTo>
                  <a:lnTo>
                    <a:pt x="97677" y="5994"/>
                  </a:lnTo>
                  <a:lnTo>
                    <a:pt x="100431" y="2799"/>
                  </a:lnTo>
                  <a:lnTo>
                    <a:pt x="101586" y="1709"/>
                  </a:lnTo>
                  <a:lnTo>
                    <a:pt x="103167" y="219"/>
                  </a:lnTo>
                  <a:lnTo>
                    <a:pt x="103399" y="0"/>
                  </a:lnTo>
                  <a:lnTo>
                    <a:pt x="103641" y="151"/>
                  </a:lnTo>
                  <a:lnTo>
                    <a:pt x="103807" y="256"/>
                  </a:lnTo>
                  <a:lnTo>
                    <a:pt x="105031" y="1025"/>
                  </a:lnTo>
                  <a:lnTo>
                    <a:pt x="110167" y="4250"/>
                  </a:lnTo>
                  <a:lnTo>
                    <a:pt x="115739" y="7750"/>
                  </a:lnTo>
                  <a:lnTo>
                    <a:pt x="116740" y="8379"/>
                  </a:lnTo>
                  <a:lnTo>
                    <a:pt x="121548" y="11399"/>
                  </a:lnTo>
                  <a:lnTo>
                    <a:pt x="121729" y="11513"/>
                  </a:lnTo>
                  <a:lnTo>
                    <a:pt x="126929" y="14808"/>
                  </a:lnTo>
                  <a:lnTo>
                    <a:pt x="127492" y="15165"/>
                  </a:lnTo>
                  <a:lnTo>
                    <a:pt x="128337" y="15701"/>
                  </a:lnTo>
                  <a:lnTo>
                    <a:pt x="133394" y="18905"/>
                  </a:lnTo>
                  <a:lnTo>
                    <a:pt x="133963" y="19266"/>
                  </a:lnTo>
                  <a:lnTo>
                    <a:pt x="139225" y="22600"/>
                  </a:lnTo>
                  <a:lnTo>
                    <a:pt x="138987" y="22982"/>
                  </a:lnTo>
                  <a:lnTo>
                    <a:pt x="138844" y="23213"/>
                  </a:lnTo>
                  <a:lnTo>
                    <a:pt x="137603" y="25208"/>
                  </a:lnTo>
                  <a:lnTo>
                    <a:pt x="137048" y="26100"/>
                  </a:lnTo>
                  <a:lnTo>
                    <a:pt x="134769" y="2976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0"/>
            <p:cNvSpPr/>
            <p:nvPr/>
          </p:nvSpPr>
          <p:spPr>
            <a:xfrm>
              <a:off x="2303485" y="4366515"/>
              <a:ext cx="244186" cy="322292"/>
            </a:xfrm>
            <a:custGeom>
              <a:avLst/>
              <a:pathLst>
                <a:path w="244186" h="322292">
                  <a:moveTo>
                    <a:pt x="175528" y="236398"/>
                  </a:moveTo>
                  <a:lnTo>
                    <a:pt x="171887" y="241765"/>
                  </a:lnTo>
                  <a:lnTo>
                    <a:pt x="170246" y="243721"/>
                  </a:lnTo>
                  <a:lnTo>
                    <a:pt x="169767" y="244293"/>
                  </a:lnTo>
                  <a:lnTo>
                    <a:pt x="168981" y="245230"/>
                  </a:lnTo>
                  <a:lnTo>
                    <a:pt x="167101" y="247472"/>
                  </a:lnTo>
                  <a:lnTo>
                    <a:pt x="162245" y="252606"/>
                  </a:lnTo>
                  <a:lnTo>
                    <a:pt x="160509" y="250653"/>
                  </a:lnTo>
                  <a:lnTo>
                    <a:pt x="159892" y="249957"/>
                  </a:lnTo>
                  <a:lnTo>
                    <a:pt x="159743" y="249790"/>
                  </a:lnTo>
                  <a:lnTo>
                    <a:pt x="157543" y="247315"/>
                  </a:lnTo>
                  <a:lnTo>
                    <a:pt x="156755" y="246427"/>
                  </a:lnTo>
                  <a:lnTo>
                    <a:pt x="151046" y="240003"/>
                  </a:lnTo>
                  <a:lnTo>
                    <a:pt x="130908" y="258660"/>
                  </a:lnTo>
                  <a:lnTo>
                    <a:pt x="121107" y="267740"/>
                  </a:lnTo>
                  <a:lnTo>
                    <a:pt x="121015" y="257690"/>
                  </a:lnTo>
                  <a:lnTo>
                    <a:pt x="117460" y="257804"/>
                  </a:lnTo>
                  <a:lnTo>
                    <a:pt x="115473" y="257868"/>
                  </a:lnTo>
                  <a:lnTo>
                    <a:pt x="113708" y="257925"/>
                  </a:lnTo>
                  <a:lnTo>
                    <a:pt x="110371" y="258033"/>
                  </a:lnTo>
                  <a:lnTo>
                    <a:pt x="110046" y="258043"/>
                  </a:lnTo>
                  <a:lnTo>
                    <a:pt x="108970" y="258078"/>
                  </a:lnTo>
                  <a:lnTo>
                    <a:pt x="106978" y="258142"/>
                  </a:lnTo>
                  <a:lnTo>
                    <a:pt x="105367" y="258193"/>
                  </a:lnTo>
                  <a:lnTo>
                    <a:pt x="102479" y="258286"/>
                  </a:lnTo>
                  <a:lnTo>
                    <a:pt x="99655" y="258226"/>
                  </a:lnTo>
                  <a:lnTo>
                    <a:pt x="99283" y="258218"/>
                  </a:lnTo>
                  <a:lnTo>
                    <a:pt x="98002" y="258191"/>
                  </a:lnTo>
                  <a:lnTo>
                    <a:pt x="95931" y="258147"/>
                  </a:lnTo>
                  <a:lnTo>
                    <a:pt x="94779" y="258122"/>
                  </a:lnTo>
                  <a:lnTo>
                    <a:pt x="93687" y="258099"/>
                  </a:lnTo>
                  <a:lnTo>
                    <a:pt x="93536" y="258847"/>
                  </a:lnTo>
                  <a:lnTo>
                    <a:pt x="91588" y="268466"/>
                  </a:lnTo>
                  <a:lnTo>
                    <a:pt x="91169" y="270532"/>
                  </a:lnTo>
                  <a:lnTo>
                    <a:pt x="88222" y="269853"/>
                  </a:lnTo>
                  <a:lnTo>
                    <a:pt x="86441" y="269442"/>
                  </a:lnTo>
                  <a:lnTo>
                    <a:pt x="85588" y="269246"/>
                  </a:lnTo>
                  <a:lnTo>
                    <a:pt x="85332" y="269187"/>
                  </a:lnTo>
                  <a:lnTo>
                    <a:pt x="79421" y="267824"/>
                  </a:lnTo>
                  <a:lnTo>
                    <a:pt x="79268" y="267789"/>
                  </a:lnTo>
                  <a:lnTo>
                    <a:pt x="78499" y="267612"/>
                  </a:lnTo>
                  <a:lnTo>
                    <a:pt x="77506" y="272565"/>
                  </a:lnTo>
                  <a:lnTo>
                    <a:pt x="76630" y="279529"/>
                  </a:lnTo>
                  <a:lnTo>
                    <a:pt x="76370" y="281663"/>
                  </a:lnTo>
                  <a:lnTo>
                    <a:pt x="76321" y="282476"/>
                  </a:lnTo>
                  <a:lnTo>
                    <a:pt x="76279" y="283181"/>
                  </a:lnTo>
                  <a:lnTo>
                    <a:pt x="76096" y="286238"/>
                  </a:lnTo>
                  <a:lnTo>
                    <a:pt x="76255" y="294355"/>
                  </a:lnTo>
                  <a:lnTo>
                    <a:pt x="76460" y="304753"/>
                  </a:lnTo>
                  <a:lnTo>
                    <a:pt x="76539" y="308765"/>
                  </a:lnTo>
                  <a:lnTo>
                    <a:pt x="76561" y="309895"/>
                  </a:lnTo>
                  <a:lnTo>
                    <a:pt x="75230" y="310140"/>
                  </a:lnTo>
                  <a:lnTo>
                    <a:pt x="74193" y="310331"/>
                  </a:lnTo>
                  <a:lnTo>
                    <a:pt x="66233" y="311797"/>
                  </a:lnTo>
                  <a:lnTo>
                    <a:pt x="57112" y="313476"/>
                  </a:lnTo>
                  <a:lnTo>
                    <a:pt x="47471" y="315251"/>
                  </a:lnTo>
                  <a:lnTo>
                    <a:pt x="36438" y="317283"/>
                  </a:lnTo>
                  <a:lnTo>
                    <a:pt x="21416" y="320049"/>
                  </a:lnTo>
                  <a:lnTo>
                    <a:pt x="12063" y="321771"/>
                  </a:lnTo>
                  <a:lnTo>
                    <a:pt x="9235" y="322292"/>
                  </a:lnTo>
                  <a:lnTo>
                    <a:pt x="8604" y="317288"/>
                  </a:lnTo>
                  <a:lnTo>
                    <a:pt x="8008" y="312556"/>
                  </a:lnTo>
                  <a:lnTo>
                    <a:pt x="7289" y="306854"/>
                  </a:lnTo>
                  <a:lnTo>
                    <a:pt x="6793" y="302913"/>
                  </a:lnTo>
                  <a:lnTo>
                    <a:pt x="6539" y="300736"/>
                  </a:lnTo>
                  <a:lnTo>
                    <a:pt x="5303" y="290143"/>
                  </a:lnTo>
                  <a:lnTo>
                    <a:pt x="4501" y="283272"/>
                  </a:lnTo>
                  <a:lnTo>
                    <a:pt x="1944" y="261358"/>
                  </a:lnTo>
                  <a:lnTo>
                    <a:pt x="1819" y="260286"/>
                  </a:lnTo>
                  <a:lnTo>
                    <a:pt x="1303" y="255272"/>
                  </a:lnTo>
                  <a:lnTo>
                    <a:pt x="1188" y="254162"/>
                  </a:lnTo>
                  <a:lnTo>
                    <a:pt x="1060" y="252918"/>
                  </a:lnTo>
                  <a:lnTo>
                    <a:pt x="992" y="252253"/>
                  </a:lnTo>
                  <a:lnTo>
                    <a:pt x="904" y="251405"/>
                  </a:lnTo>
                  <a:lnTo>
                    <a:pt x="496" y="247446"/>
                  </a:lnTo>
                  <a:lnTo>
                    <a:pt x="64" y="243249"/>
                  </a:lnTo>
                  <a:lnTo>
                    <a:pt x="0" y="242626"/>
                  </a:lnTo>
                  <a:lnTo>
                    <a:pt x="29" y="242084"/>
                  </a:lnTo>
                  <a:lnTo>
                    <a:pt x="54" y="241614"/>
                  </a:lnTo>
                  <a:lnTo>
                    <a:pt x="122" y="240360"/>
                  </a:lnTo>
                  <a:lnTo>
                    <a:pt x="193" y="239060"/>
                  </a:lnTo>
                  <a:lnTo>
                    <a:pt x="1168" y="235019"/>
                  </a:lnTo>
                  <a:lnTo>
                    <a:pt x="1451" y="233842"/>
                  </a:lnTo>
                  <a:lnTo>
                    <a:pt x="1977" y="231665"/>
                  </a:lnTo>
                  <a:lnTo>
                    <a:pt x="2284" y="230392"/>
                  </a:lnTo>
                  <a:lnTo>
                    <a:pt x="3088" y="227059"/>
                  </a:lnTo>
                  <a:lnTo>
                    <a:pt x="4307" y="222001"/>
                  </a:lnTo>
                  <a:lnTo>
                    <a:pt x="5445" y="217285"/>
                  </a:lnTo>
                  <a:lnTo>
                    <a:pt x="6378" y="214275"/>
                  </a:lnTo>
                  <a:lnTo>
                    <a:pt x="7039" y="213321"/>
                  </a:lnTo>
                  <a:lnTo>
                    <a:pt x="8247" y="211578"/>
                  </a:lnTo>
                  <a:lnTo>
                    <a:pt x="8726" y="210888"/>
                  </a:lnTo>
                  <a:lnTo>
                    <a:pt x="8951" y="210616"/>
                  </a:lnTo>
                  <a:lnTo>
                    <a:pt x="9334" y="210153"/>
                  </a:lnTo>
                  <a:lnTo>
                    <a:pt x="10341" y="208937"/>
                  </a:lnTo>
                  <a:lnTo>
                    <a:pt x="13517" y="206787"/>
                  </a:lnTo>
                  <a:lnTo>
                    <a:pt x="17946" y="203790"/>
                  </a:lnTo>
                  <a:lnTo>
                    <a:pt x="18498" y="203417"/>
                  </a:lnTo>
                  <a:lnTo>
                    <a:pt x="19612" y="202663"/>
                  </a:lnTo>
                  <a:lnTo>
                    <a:pt x="20088" y="202340"/>
                  </a:lnTo>
                  <a:lnTo>
                    <a:pt x="21106" y="201556"/>
                  </a:lnTo>
                  <a:lnTo>
                    <a:pt x="23975" y="199346"/>
                  </a:lnTo>
                  <a:lnTo>
                    <a:pt x="26469" y="197423"/>
                  </a:lnTo>
                  <a:lnTo>
                    <a:pt x="28111" y="195637"/>
                  </a:lnTo>
                  <a:lnTo>
                    <a:pt x="28875" y="194806"/>
                  </a:lnTo>
                  <a:lnTo>
                    <a:pt x="29513" y="194112"/>
                  </a:lnTo>
                  <a:lnTo>
                    <a:pt x="29731" y="193790"/>
                  </a:lnTo>
                  <a:lnTo>
                    <a:pt x="30296" y="192955"/>
                  </a:lnTo>
                  <a:lnTo>
                    <a:pt x="30587" y="192525"/>
                  </a:lnTo>
                  <a:lnTo>
                    <a:pt x="35803" y="184817"/>
                  </a:lnTo>
                  <a:lnTo>
                    <a:pt x="35929" y="184631"/>
                  </a:lnTo>
                  <a:lnTo>
                    <a:pt x="36166" y="184281"/>
                  </a:lnTo>
                  <a:lnTo>
                    <a:pt x="36818" y="183318"/>
                  </a:lnTo>
                  <a:lnTo>
                    <a:pt x="37557" y="182225"/>
                  </a:lnTo>
                  <a:lnTo>
                    <a:pt x="38265" y="181179"/>
                  </a:lnTo>
                  <a:lnTo>
                    <a:pt x="39483" y="179379"/>
                  </a:lnTo>
                  <a:lnTo>
                    <a:pt x="41652" y="176175"/>
                  </a:lnTo>
                  <a:lnTo>
                    <a:pt x="41993" y="175670"/>
                  </a:lnTo>
                  <a:lnTo>
                    <a:pt x="42134" y="175462"/>
                  </a:lnTo>
                  <a:lnTo>
                    <a:pt x="42438" y="175013"/>
                  </a:lnTo>
                  <a:lnTo>
                    <a:pt x="47376" y="166986"/>
                  </a:lnTo>
                  <a:lnTo>
                    <a:pt x="52368" y="158869"/>
                  </a:lnTo>
                  <a:lnTo>
                    <a:pt x="52896" y="158011"/>
                  </a:lnTo>
                  <a:lnTo>
                    <a:pt x="52477" y="153059"/>
                  </a:lnTo>
                  <a:lnTo>
                    <a:pt x="52741" y="152611"/>
                  </a:lnTo>
                  <a:lnTo>
                    <a:pt x="55843" y="147352"/>
                  </a:lnTo>
                  <a:lnTo>
                    <a:pt x="58030" y="143643"/>
                  </a:lnTo>
                  <a:lnTo>
                    <a:pt x="62068" y="136798"/>
                  </a:lnTo>
                  <a:lnTo>
                    <a:pt x="67571" y="127771"/>
                  </a:lnTo>
                  <a:lnTo>
                    <a:pt x="68002" y="127064"/>
                  </a:lnTo>
                  <a:lnTo>
                    <a:pt x="68846" y="125679"/>
                  </a:lnTo>
                  <a:lnTo>
                    <a:pt x="69631" y="124414"/>
                  </a:lnTo>
                  <a:lnTo>
                    <a:pt x="76907" y="112686"/>
                  </a:lnTo>
                  <a:lnTo>
                    <a:pt x="77008" y="112523"/>
                  </a:lnTo>
                  <a:lnTo>
                    <a:pt x="82125" y="104276"/>
                  </a:lnTo>
                  <a:lnTo>
                    <a:pt x="89810" y="91935"/>
                  </a:lnTo>
                  <a:lnTo>
                    <a:pt x="97169" y="80118"/>
                  </a:lnTo>
                  <a:lnTo>
                    <a:pt x="97708" y="79251"/>
                  </a:lnTo>
                  <a:lnTo>
                    <a:pt x="99411" y="76518"/>
                  </a:lnTo>
                  <a:lnTo>
                    <a:pt x="109746" y="59921"/>
                  </a:lnTo>
                  <a:lnTo>
                    <a:pt x="113096" y="54482"/>
                  </a:lnTo>
                  <a:lnTo>
                    <a:pt x="120905" y="41801"/>
                  </a:lnTo>
                  <a:lnTo>
                    <a:pt x="121092" y="41536"/>
                  </a:lnTo>
                  <a:lnTo>
                    <a:pt x="121418" y="41073"/>
                  </a:lnTo>
                  <a:lnTo>
                    <a:pt x="121776" y="40563"/>
                  </a:lnTo>
                  <a:lnTo>
                    <a:pt x="124199" y="37117"/>
                  </a:lnTo>
                  <a:lnTo>
                    <a:pt x="140039" y="11787"/>
                  </a:lnTo>
                  <a:lnTo>
                    <a:pt x="140280" y="11410"/>
                  </a:lnTo>
                  <a:lnTo>
                    <a:pt x="140399" y="11241"/>
                  </a:lnTo>
                  <a:lnTo>
                    <a:pt x="141219" y="10077"/>
                  </a:lnTo>
                  <a:lnTo>
                    <a:pt x="141852" y="9179"/>
                  </a:lnTo>
                  <a:lnTo>
                    <a:pt x="142253" y="8609"/>
                  </a:lnTo>
                  <a:lnTo>
                    <a:pt x="142802" y="7718"/>
                  </a:lnTo>
                  <a:lnTo>
                    <a:pt x="143517" y="6556"/>
                  </a:lnTo>
                  <a:lnTo>
                    <a:pt x="145525" y="3295"/>
                  </a:lnTo>
                  <a:lnTo>
                    <a:pt x="147554" y="0"/>
                  </a:lnTo>
                  <a:lnTo>
                    <a:pt x="149687" y="1499"/>
                  </a:lnTo>
                  <a:lnTo>
                    <a:pt x="151948" y="3088"/>
                  </a:lnTo>
                  <a:lnTo>
                    <a:pt x="153417" y="4121"/>
                  </a:lnTo>
                  <a:lnTo>
                    <a:pt x="154440" y="4841"/>
                  </a:lnTo>
                  <a:lnTo>
                    <a:pt x="156558" y="6330"/>
                  </a:lnTo>
                  <a:lnTo>
                    <a:pt x="160804" y="9314"/>
                  </a:lnTo>
                  <a:lnTo>
                    <a:pt x="161472" y="9785"/>
                  </a:lnTo>
                  <a:lnTo>
                    <a:pt x="164295" y="11769"/>
                  </a:lnTo>
                  <a:lnTo>
                    <a:pt x="165397" y="12544"/>
                  </a:lnTo>
                  <a:lnTo>
                    <a:pt x="165649" y="12721"/>
                  </a:lnTo>
                  <a:lnTo>
                    <a:pt x="173259" y="18071"/>
                  </a:lnTo>
                  <a:lnTo>
                    <a:pt x="177005" y="20704"/>
                  </a:lnTo>
                  <a:lnTo>
                    <a:pt x="181893" y="24141"/>
                  </a:lnTo>
                  <a:lnTo>
                    <a:pt x="190263" y="30025"/>
                  </a:lnTo>
                  <a:lnTo>
                    <a:pt x="192262" y="31430"/>
                  </a:lnTo>
                  <a:lnTo>
                    <a:pt x="194858" y="33255"/>
                  </a:lnTo>
                  <a:lnTo>
                    <a:pt x="221572" y="52037"/>
                  </a:lnTo>
                  <a:lnTo>
                    <a:pt x="244037" y="67830"/>
                  </a:lnTo>
                  <a:lnTo>
                    <a:pt x="244186" y="67936"/>
                  </a:lnTo>
                  <a:lnTo>
                    <a:pt x="242954" y="69732"/>
                  </a:lnTo>
                  <a:lnTo>
                    <a:pt x="237964" y="77005"/>
                  </a:lnTo>
                  <a:lnTo>
                    <a:pt x="233482" y="83539"/>
                  </a:lnTo>
                  <a:lnTo>
                    <a:pt x="233351" y="83754"/>
                  </a:lnTo>
                  <a:lnTo>
                    <a:pt x="232240" y="85566"/>
                  </a:lnTo>
                  <a:lnTo>
                    <a:pt x="231196" y="87679"/>
                  </a:lnTo>
                  <a:lnTo>
                    <a:pt x="228264" y="93618"/>
                  </a:lnTo>
                  <a:lnTo>
                    <a:pt x="226708" y="97625"/>
                  </a:lnTo>
                  <a:lnTo>
                    <a:pt x="225238" y="100406"/>
                  </a:lnTo>
                  <a:lnTo>
                    <a:pt x="224993" y="100888"/>
                  </a:lnTo>
                  <a:lnTo>
                    <a:pt x="220593" y="109523"/>
                  </a:lnTo>
                  <a:lnTo>
                    <a:pt x="219404" y="111856"/>
                  </a:lnTo>
                  <a:lnTo>
                    <a:pt x="219351" y="111992"/>
                  </a:lnTo>
                  <a:lnTo>
                    <a:pt x="219213" y="112344"/>
                  </a:lnTo>
                  <a:lnTo>
                    <a:pt x="215095" y="122889"/>
                  </a:lnTo>
                  <a:lnTo>
                    <a:pt x="214348" y="124801"/>
                  </a:lnTo>
                  <a:lnTo>
                    <a:pt x="213656" y="126709"/>
                  </a:lnTo>
                  <a:lnTo>
                    <a:pt x="212900" y="128794"/>
                  </a:lnTo>
                  <a:lnTo>
                    <a:pt x="210938" y="134208"/>
                  </a:lnTo>
                  <a:lnTo>
                    <a:pt x="210765" y="134685"/>
                  </a:lnTo>
                  <a:lnTo>
                    <a:pt x="210437" y="135724"/>
                  </a:lnTo>
                  <a:lnTo>
                    <a:pt x="207903" y="143754"/>
                  </a:lnTo>
                  <a:lnTo>
                    <a:pt x="206772" y="147337"/>
                  </a:lnTo>
                  <a:lnTo>
                    <a:pt x="206027" y="149701"/>
                  </a:lnTo>
                  <a:lnTo>
                    <a:pt x="205398" y="151693"/>
                  </a:lnTo>
                  <a:lnTo>
                    <a:pt x="203812" y="156719"/>
                  </a:lnTo>
                  <a:lnTo>
                    <a:pt x="202586" y="160607"/>
                  </a:lnTo>
                  <a:lnTo>
                    <a:pt x="201401" y="164361"/>
                  </a:lnTo>
                  <a:lnTo>
                    <a:pt x="200062" y="168606"/>
                  </a:lnTo>
                  <a:lnTo>
                    <a:pt x="199315" y="170973"/>
                  </a:lnTo>
                  <a:lnTo>
                    <a:pt x="199196" y="171320"/>
                  </a:lnTo>
                  <a:lnTo>
                    <a:pt x="199093" y="171619"/>
                  </a:lnTo>
                  <a:lnTo>
                    <a:pt x="198991" y="171916"/>
                  </a:lnTo>
                  <a:lnTo>
                    <a:pt x="194824" y="184033"/>
                  </a:lnTo>
                  <a:lnTo>
                    <a:pt x="193849" y="186869"/>
                  </a:lnTo>
                  <a:lnTo>
                    <a:pt x="188741" y="201726"/>
                  </a:lnTo>
                  <a:lnTo>
                    <a:pt x="188686" y="201887"/>
                  </a:lnTo>
                  <a:lnTo>
                    <a:pt x="186121" y="209346"/>
                  </a:lnTo>
                  <a:lnTo>
                    <a:pt x="185685" y="210614"/>
                  </a:lnTo>
                  <a:lnTo>
                    <a:pt x="185632" y="210800"/>
                  </a:lnTo>
                  <a:lnTo>
                    <a:pt x="185318" y="211911"/>
                  </a:lnTo>
                  <a:lnTo>
                    <a:pt x="183888" y="216969"/>
                  </a:lnTo>
                  <a:lnTo>
                    <a:pt x="181586" y="224726"/>
                  </a:lnTo>
                  <a:lnTo>
                    <a:pt x="181309" y="225411"/>
                  </a:lnTo>
                  <a:lnTo>
                    <a:pt x="180047" y="228532"/>
                  </a:lnTo>
                  <a:lnTo>
                    <a:pt x="177163" y="23398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1"/>
            <p:cNvSpPr/>
            <p:nvPr/>
          </p:nvSpPr>
          <p:spPr>
            <a:xfrm>
              <a:off x="2144764" y="4546932"/>
              <a:ext cx="167672" cy="88366"/>
            </a:xfrm>
            <a:custGeom>
              <a:avLst/>
              <a:pathLst>
                <a:path w="167672" h="88366">
                  <a:moveTo>
                    <a:pt x="78576" y="2027"/>
                  </a:moveTo>
                  <a:lnTo>
                    <a:pt x="80256" y="2488"/>
                  </a:lnTo>
                  <a:lnTo>
                    <a:pt x="81562" y="2287"/>
                  </a:lnTo>
                  <a:lnTo>
                    <a:pt x="83934" y="3787"/>
                  </a:lnTo>
                  <a:lnTo>
                    <a:pt x="84497" y="4144"/>
                  </a:lnTo>
                  <a:lnTo>
                    <a:pt x="85102" y="4558"/>
                  </a:lnTo>
                  <a:lnTo>
                    <a:pt x="85344" y="4723"/>
                  </a:lnTo>
                  <a:lnTo>
                    <a:pt x="85652" y="4934"/>
                  </a:lnTo>
                  <a:lnTo>
                    <a:pt x="88427" y="6831"/>
                  </a:lnTo>
                  <a:lnTo>
                    <a:pt x="89945" y="3441"/>
                  </a:lnTo>
                  <a:lnTo>
                    <a:pt x="90383" y="3480"/>
                  </a:lnTo>
                  <a:lnTo>
                    <a:pt x="92029" y="3628"/>
                  </a:lnTo>
                  <a:lnTo>
                    <a:pt x="94100" y="4028"/>
                  </a:lnTo>
                  <a:lnTo>
                    <a:pt x="95088" y="4219"/>
                  </a:lnTo>
                  <a:lnTo>
                    <a:pt x="95249" y="4250"/>
                  </a:lnTo>
                  <a:lnTo>
                    <a:pt x="96329" y="4772"/>
                  </a:lnTo>
                  <a:lnTo>
                    <a:pt x="96659" y="5257"/>
                  </a:lnTo>
                  <a:lnTo>
                    <a:pt x="96918" y="5635"/>
                  </a:lnTo>
                  <a:lnTo>
                    <a:pt x="98355" y="6585"/>
                  </a:lnTo>
                  <a:lnTo>
                    <a:pt x="100372" y="7919"/>
                  </a:lnTo>
                  <a:lnTo>
                    <a:pt x="102079" y="9048"/>
                  </a:lnTo>
                  <a:lnTo>
                    <a:pt x="106715" y="12114"/>
                  </a:lnTo>
                  <a:lnTo>
                    <a:pt x="106653" y="13022"/>
                  </a:lnTo>
                  <a:lnTo>
                    <a:pt x="106605" y="13408"/>
                  </a:lnTo>
                  <a:lnTo>
                    <a:pt x="106571" y="13679"/>
                  </a:lnTo>
                  <a:lnTo>
                    <a:pt x="106155" y="14116"/>
                  </a:lnTo>
                  <a:lnTo>
                    <a:pt x="105047" y="15282"/>
                  </a:lnTo>
                  <a:lnTo>
                    <a:pt x="104258" y="15718"/>
                  </a:lnTo>
                  <a:lnTo>
                    <a:pt x="103284" y="16258"/>
                  </a:lnTo>
                  <a:lnTo>
                    <a:pt x="102691" y="16586"/>
                  </a:lnTo>
                  <a:lnTo>
                    <a:pt x="100944" y="17810"/>
                  </a:lnTo>
                  <a:lnTo>
                    <a:pt x="100664" y="18305"/>
                  </a:lnTo>
                  <a:lnTo>
                    <a:pt x="99541" y="20286"/>
                  </a:lnTo>
                  <a:lnTo>
                    <a:pt x="99283" y="20741"/>
                  </a:lnTo>
                  <a:lnTo>
                    <a:pt x="99079" y="21102"/>
                  </a:lnTo>
                  <a:lnTo>
                    <a:pt x="97004" y="22450"/>
                  </a:lnTo>
                  <a:lnTo>
                    <a:pt x="95090" y="23694"/>
                  </a:lnTo>
                  <a:lnTo>
                    <a:pt x="94340" y="23922"/>
                  </a:lnTo>
                  <a:lnTo>
                    <a:pt x="92832" y="24380"/>
                  </a:lnTo>
                  <a:lnTo>
                    <a:pt x="93433" y="26558"/>
                  </a:lnTo>
                  <a:lnTo>
                    <a:pt x="93691" y="27495"/>
                  </a:lnTo>
                  <a:lnTo>
                    <a:pt x="94235" y="27374"/>
                  </a:lnTo>
                  <a:lnTo>
                    <a:pt x="98984" y="27399"/>
                  </a:lnTo>
                  <a:lnTo>
                    <a:pt x="102015" y="26558"/>
                  </a:lnTo>
                  <a:lnTo>
                    <a:pt x="104184" y="25956"/>
                  </a:lnTo>
                  <a:lnTo>
                    <a:pt x="104773" y="25793"/>
                  </a:lnTo>
                  <a:lnTo>
                    <a:pt x="106368" y="23814"/>
                  </a:lnTo>
                  <a:lnTo>
                    <a:pt x="107258" y="22654"/>
                  </a:lnTo>
                  <a:lnTo>
                    <a:pt x="109917" y="19188"/>
                  </a:lnTo>
                  <a:lnTo>
                    <a:pt x="112338" y="16034"/>
                  </a:lnTo>
                  <a:lnTo>
                    <a:pt x="114317" y="15036"/>
                  </a:lnTo>
                  <a:lnTo>
                    <a:pt x="114567" y="14910"/>
                  </a:lnTo>
                  <a:lnTo>
                    <a:pt x="115565" y="14657"/>
                  </a:lnTo>
                  <a:lnTo>
                    <a:pt x="119223" y="13730"/>
                  </a:lnTo>
                  <a:lnTo>
                    <a:pt x="119692" y="13611"/>
                  </a:lnTo>
                  <a:lnTo>
                    <a:pt x="121666" y="13110"/>
                  </a:lnTo>
                  <a:lnTo>
                    <a:pt x="122339" y="12940"/>
                  </a:lnTo>
                  <a:lnTo>
                    <a:pt x="125612" y="12110"/>
                  </a:lnTo>
                  <a:lnTo>
                    <a:pt x="127202" y="12170"/>
                  </a:lnTo>
                  <a:lnTo>
                    <a:pt x="127791" y="12330"/>
                  </a:lnTo>
                  <a:lnTo>
                    <a:pt x="128980" y="12652"/>
                  </a:lnTo>
                  <a:lnTo>
                    <a:pt x="129577" y="12852"/>
                  </a:lnTo>
                  <a:lnTo>
                    <a:pt x="130201" y="13061"/>
                  </a:lnTo>
                  <a:lnTo>
                    <a:pt x="132120" y="13826"/>
                  </a:lnTo>
                  <a:lnTo>
                    <a:pt x="133811" y="14501"/>
                  </a:lnTo>
                  <a:lnTo>
                    <a:pt x="134028" y="14587"/>
                  </a:lnTo>
                  <a:lnTo>
                    <a:pt x="135732" y="15266"/>
                  </a:lnTo>
                  <a:lnTo>
                    <a:pt x="136119" y="15421"/>
                  </a:lnTo>
                  <a:lnTo>
                    <a:pt x="136952" y="15753"/>
                  </a:lnTo>
                  <a:lnTo>
                    <a:pt x="137986" y="16165"/>
                  </a:lnTo>
                  <a:lnTo>
                    <a:pt x="138335" y="16304"/>
                  </a:lnTo>
                  <a:lnTo>
                    <a:pt x="139754" y="16870"/>
                  </a:lnTo>
                  <a:lnTo>
                    <a:pt x="140442" y="17145"/>
                  </a:lnTo>
                  <a:lnTo>
                    <a:pt x="142589" y="18001"/>
                  </a:lnTo>
                  <a:lnTo>
                    <a:pt x="143185" y="18239"/>
                  </a:lnTo>
                  <a:lnTo>
                    <a:pt x="144491" y="18759"/>
                  </a:lnTo>
                  <a:lnTo>
                    <a:pt x="145556" y="19184"/>
                  </a:lnTo>
                  <a:lnTo>
                    <a:pt x="145732" y="19254"/>
                  </a:lnTo>
                  <a:lnTo>
                    <a:pt x="147594" y="20053"/>
                  </a:lnTo>
                  <a:lnTo>
                    <a:pt x="148707" y="20531"/>
                  </a:lnTo>
                  <a:lnTo>
                    <a:pt x="154610" y="22720"/>
                  </a:lnTo>
                  <a:lnTo>
                    <a:pt x="156168" y="23298"/>
                  </a:lnTo>
                  <a:lnTo>
                    <a:pt x="158774" y="24423"/>
                  </a:lnTo>
                  <a:lnTo>
                    <a:pt x="160734" y="25304"/>
                  </a:lnTo>
                  <a:lnTo>
                    <a:pt x="162926" y="26289"/>
                  </a:lnTo>
                  <a:lnTo>
                    <a:pt x="163168" y="26489"/>
                  </a:lnTo>
                  <a:lnTo>
                    <a:pt x="163762" y="26978"/>
                  </a:lnTo>
                  <a:lnTo>
                    <a:pt x="165545" y="28447"/>
                  </a:lnTo>
                  <a:lnTo>
                    <a:pt x="167672" y="30200"/>
                  </a:lnTo>
                  <a:lnTo>
                    <a:pt x="167447" y="30471"/>
                  </a:lnTo>
                  <a:lnTo>
                    <a:pt x="166968" y="31162"/>
                  </a:lnTo>
                  <a:lnTo>
                    <a:pt x="165760" y="32905"/>
                  </a:lnTo>
                  <a:lnTo>
                    <a:pt x="165099" y="33858"/>
                  </a:lnTo>
                  <a:lnTo>
                    <a:pt x="164166" y="36869"/>
                  </a:lnTo>
                  <a:lnTo>
                    <a:pt x="163028" y="41585"/>
                  </a:lnTo>
                  <a:lnTo>
                    <a:pt x="161809" y="46642"/>
                  </a:lnTo>
                  <a:lnTo>
                    <a:pt x="161005" y="49975"/>
                  </a:lnTo>
                  <a:lnTo>
                    <a:pt x="160698" y="51248"/>
                  </a:lnTo>
                  <a:lnTo>
                    <a:pt x="160172" y="53425"/>
                  </a:lnTo>
                  <a:lnTo>
                    <a:pt x="159889" y="54602"/>
                  </a:lnTo>
                  <a:lnTo>
                    <a:pt x="158914" y="58644"/>
                  </a:lnTo>
                  <a:lnTo>
                    <a:pt x="158843" y="59943"/>
                  </a:lnTo>
                  <a:lnTo>
                    <a:pt x="158775" y="61197"/>
                  </a:lnTo>
                  <a:lnTo>
                    <a:pt x="158750" y="61667"/>
                  </a:lnTo>
                  <a:lnTo>
                    <a:pt x="158721" y="62209"/>
                  </a:lnTo>
                  <a:lnTo>
                    <a:pt x="158785" y="62833"/>
                  </a:lnTo>
                  <a:lnTo>
                    <a:pt x="159217" y="67030"/>
                  </a:lnTo>
                  <a:lnTo>
                    <a:pt x="159625" y="70989"/>
                  </a:lnTo>
                  <a:lnTo>
                    <a:pt x="159713" y="71837"/>
                  </a:lnTo>
                  <a:lnTo>
                    <a:pt x="159781" y="72502"/>
                  </a:lnTo>
                  <a:lnTo>
                    <a:pt x="159909" y="73745"/>
                  </a:lnTo>
                  <a:lnTo>
                    <a:pt x="160024" y="74856"/>
                  </a:lnTo>
                  <a:lnTo>
                    <a:pt x="160540" y="79869"/>
                  </a:lnTo>
                  <a:lnTo>
                    <a:pt x="160665" y="80941"/>
                  </a:lnTo>
                  <a:lnTo>
                    <a:pt x="159569" y="81052"/>
                  </a:lnTo>
                  <a:lnTo>
                    <a:pt x="157189" y="81291"/>
                  </a:lnTo>
                  <a:lnTo>
                    <a:pt x="147231" y="82293"/>
                  </a:lnTo>
                  <a:lnTo>
                    <a:pt x="146717" y="82344"/>
                  </a:lnTo>
                  <a:lnTo>
                    <a:pt x="136839" y="83250"/>
                  </a:lnTo>
                  <a:lnTo>
                    <a:pt x="136102" y="75431"/>
                  </a:lnTo>
                  <a:lnTo>
                    <a:pt x="135926" y="73566"/>
                  </a:lnTo>
                  <a:lnTo>
                    <a:pt x="134982" y="63558"/>
                  </a:lnTo>
                  <a:lnTo>
                    <a:pt x="134852" y="63653"/>
                  </a:lnTo>
                  <a:lnTo>
                    <a:pt x="132336" y="65783"/>
                  </a:lnTo>
                  <a:lnTo>
                    <a:pt x="130557" y="67290"/>
                  </a:lnTo>
                  <a:lnTo>
                    <a:pt x="129157" y="69214"/>
                  </a:lnTo>
                  <a:lnTo>
                    <a:pt x="128778" y="69736"/>
                  </a:lnTo>
                  <a:lnTo>
                    <a:pt x="127182" y="74126"/>
                  </a:lnTo>
                  <a:lnTo>
                    <a:pt x="126649" y="79904"/>
                  </a:lnTo>
                  <a:lnTo>
                    <a:pt x="126348" y="79881"/>
                  </a:lnTo>
                  <a:lnTo>
                    <a:pt x="113721" y="78908"/>
                  </a:lnTo>
                  <a:lnTo>
                    <a:pt x="103747" y="78139"/>
                  </a:lnTo>
                  <a:lnTo>
                    <a:pt x="103432" y="78115"/>
                  </a:lnTo>
                  <a:lnTo>
                    <a:pt x="102421" y="78045"/>
                  </a:lnTo>
                  <a:lnTo>
                    <a:pt x="101904" y="78009"/>
                  </a:lnTo>
                  <a:lnTo>
                    <a:pt x="86297" y="76930"/>
                  </a:lnTo>
                  <a:lnTo>
                    <a:pt x="82997" y="76701"/>
                  </a:lnTo>
                  <a:lnTo>
                    <a:pt x="82228" y="76633"/>
                  </a:lnTo>
                  <a:lnTo>
                    <a:pt x="80138" y="76450"/>
                  </a:lnTo>
                  <a:lnTo>
                    <a:pt x="79717" y="76413"/>
                  </a:lnTo>
                  <a:lnTo>
                    <a:pt x="79279" y="76430"/>
                  </a:lnTo>
                  <a:lnTo>
                    <a:pt x="78413" y="73556"/>
                  </a:lnTo>
                  <a:lnTo>
                    <a:pt x="70581" y="73925"/>
                  </a:lnTo>
                  <a:lnTo>
                    <a:pt x="67055" y="74091"/>
                  </a:lnTo>
                  <a:lnTo>
                    <a:pt x="58854" y="74477"/>
                  </a:lnTo>
                  <a:lnTo>
                    <a:pt x="58073" y="74514"/>
                  </a:lnTo>
                  <a:lnTo>
                    <a:pt x="54612" y="74677"/>
                  </a:lnTo>
                  <a:lnTo>
                    <a:pt x="51703" y="74814"/>
                  </a:lnTo>
                  <a:lnTo>
                    <a:pt x="49978" y="74895"/>
                  </a:lnTo>
                  <a:lnTo>
                    <a:pt x="49307" y="74926"/>
                  </a:lnTo>
                  <a:lnTo>
                    <a:pt x="45695" y="75713"/>
                  </a:lnTo>
                  <a:lnTo>
                    <a:pt x="42866" y="76734"/>
                  </a:lnTo>
                  <a:lnTo>
                    <a:pt x="41513" y="77222"/>
                  </a:lnTo>
                  <a:lnTo>
                    <a:pt x="38185" y="78422"/>
                  </a:lnTo>
                  <a:lnTo>
                    <a:pt x="29939" y="80409"/>
                  </a:lnTo>
                  <a:lnTo>
                    <a:pt x="28322" y="80799"/>
                  </a:lnTo>
                  <a:lnTo>
                    <a:pt x="26634" y="80879"/>
                  </a:lnTo>
                  <a:lnTo>
                    <a:pt x="26118" y="80903"/>
                  </a:lnTo>
                  <a:lnTo>
                    <a:pt x="22270" y="81085"/>
                  </a:lnTo>
                  <a:lnTo>
                    <a:pt x="19783" y="81203"/>
                  </a:lnTo>
                  <a:lnTo>
                    <a:pt x="14537" y="81451"/>
                  </a:lnTo>
                  <a:lnTo>
                    <a:pt x="12487" y="81548"/>
                  </a:lnTo>
                  <a:lnTo>
                    <a:pt x="10852" y="81626"/>
                  </a:lnTo>
                  <a:lnTo>
                    <a:pt x="6025" y="81854"/>
                  </a:lnTo>
                  <a:lnTo>
                    <a:pt x="5795" y="81865"/>
                  </a:lnTo>
                  <a:lnTo>
                    <a:pt x="6551" y="88095"/>
                  </a:lnTo>
                  <a:lnTo>
                    <a:pt x="1969" y="88311"/>
                  </a:lnTo>
                  <a:lnTo>
                    <a:pt x="787" y="88366"/>
                  </a:lnTo>
                  <a:lnTo>
                    <a:pt x="622" y="88253"/>
                  </a:lnTo>
                  <a:lnTo>
                    <a:pt x="320" y="88044"/>
                  </a:lnTo>
                  <a:lnTo>
                    <a:pt x="0" y="85168"/>
                  </a:lnTo>
                  <a:lnTo>
                    <a:pt x="1800" y="82364"/>
                  </a:lnTo>
                  <a:lnTo>
                    <a:pt x="2944" y="80583"/>
                  </a:lnTo>
                  <a:lnTo>
                    <a:pt x="3788" y="79493"/>
                  </a:lnTo>
                  <a:lnTo>
                    <a:pt x="3985" y="79238"/>
                  </a:lnTo>
                  <a:lnTo>
                    <a:pt x="4713" y="78513"/>
                  </a:lnTo>
                  <a:lnTo>
                    <a:pt x="6204" y="77031"/>
                  </a:lnTo>
                  <a:lnTo>
                    <a:pt x="7853" y="76248"/>
                  </a:lnTo>
                  <a:lnTo>
                    <a:pt x="11732" y="75650"/>
                  </a:lnTo>
                  <a:lnTo>
                    <a:pt x="11814" y="71259"/>
                  </a:lnTo>
                  <a:lnTo>
                    <a:pt x="11831" y="70921"/>
                  </a:lnTo>
                  <a:lnTo>
                    <a:pt x="11963" y="68276"/>
                  </a:lnTo>
                  <a:lnTo>
                    <a:pt x="16354" y="60148"/>
                  </a:lnTo>
                  <a:lnTo>
                    <a:pt x="25888" y="57725"/>
                  </a:lnTo>
                  <a:lnTo>
                    <a:pt x="27656" y="58930"/>
                  </a:lnTo>
                  <a:lnTo>
                    <a:pt x="28932" y="58629"/>
                  </a:lnTo>
                  <a:lnTo>
                    <a:pt x="30797" y="50802"/>
                  </a:lnTo>
                  <a:lnTo>
                    <a:pt x="35313" y="50300"/>
                  </a:lnTo>
                  <a:lnTo>
                    <a:pt x="35018" y="47791"/>
                  </a:lnTo>
                  <a:lnTo>
                    <a:pt x="41792" y="47289"/>
                  </a:lnTo>
                  <a:lnTo>
                    <a:pt x="42087" y="46286"/>
                  </a:lnTo>
                  <a:lnTo>
                    <a:pt x="40614" y="45383"/>
                  </a:lnTo>
                  <a:lnTo>
                    <a:pt x="41301" y="43376"/>
                  </a:lnTo>
                  <a:lnTo>
                    <a:pt x="36295" y="40466"/>
                  </a:lnTo>
                  <a:lnTo>
                    <a:pt x="37767" y="36653"/>
                  </a:lnTo>
                  <a:lnTo>
                    <a:pt x="30391" y="34169"/>
                  </a:lnTo>
                  <a:lnTo>
                    <a:pt x="29423" y="33843"/>
                  </a:lnTo>
                  <a:lnTo>
                    <a:pt x="35018" y="22705"/>
                  </a:lnTo>
                  <a:lnTo>
                    <a:pt x="49842" y="11867"/>
                  </a:lnTo>
                  <a:lnTo>
                    <a:pt x="50719" y="12577"/>
                  </a:lnTo>
                  <a:lnTo>
                    <a:pt x="52198" y="13774"/>
                  </a:lnTo>
                  <a:lnTo>
                    <a:pt x="57401" y="12068"/>
                  </a:lnTo>
                  <a:lnTo>
                    <a:pt x="57797" y="7669"/>
                  </a:lnTo>
                  <a:lnTo>
                    <a:pt x="58186" y="3354"/>
                  </a:lnTo>
                  <a:lnTo>
                    <a:pt x="58863" y="3376"/>
                  </a:lnTo>
                  <a:lnTo>
                    <a:pt x="59965" y="3412"/>
                  </a:lnTo>
                  <a:lnTo>
                    <a:pt x="60496" y="3429"/>
                  </a:lnTo>
                  <a:lnTo>
                    <a:pt x="61930" y="156"/>
                  </a:lnTo>
                  <a:lnTo>
                    <a:pt x="66210" y="33"/>
                  </a:lnTo>
                  <a:lnTo>
                    <a:pt x="66680" y="20"/>
                  </a:lnTo>
                  <a:lnTo>
                    <a:pt x="67396" y="0"/>
                  </a:lnTo>
                  <a:lnTo>
                    <a:pt x="70528" y="301"/>
                  </a:lnTo>
                  <a:lnTo>
                    <a:pt x="70877" y="376"/>
                  </a:lnTo>
                  <a:lnTo>
                    <a:pt x="71381" y="484"/>
                  </a:lnTo>
                  <a:lnTo>
                    <a:pt x="72864" y="802"/>
                  </a:lnTo>
                  <a:lnTo>
                    <a:pt x="73720" y="979"/>
                  </a:lnTo>
                  <a:lnTo>
                    <a:pt x="75047" y="1252"/>
                  </a:lnTo>
                  <a:lnTo>
                    <a:pt x="75948" y="1438"/>
                  </a:lnTo>
                  <a:lnTo>
                    <a:pt x="77881" y="1836"/>
                  </a:lnTo>
                  <a:lnTo>
                    <a:pt x="78085" y="189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2"/>
            <p:cNvSpPr/>
            <p:nvPr/>
          </p:nvSpPr>
          <p:spPr>
            <a:xfrm>
              <a:off x="2820025" y="3355192"/>
              <a:ext cx="195699" cy="178946"/>
            </a:xfrm>
            <a:custGeom>
              <a:avLst/>
              <a:pathLst>
                <a:path w="195699" h="178946">
                  <a:moveTo>
                    <a:pt x="189605" y="123121"/>
                  </a:moveTo>
                  <a:lnTo>
                    <a:pt x="186719" y="125981"/>
                  </a:lnTo>
                  <a:lnTo>
                    <a:pt x="179003" y="121225"/>
                  </a:lnTo>
                  <a:lnTo>
                    <a:pt x="183560" y="114135"/>
                  </a:lnTo>
                  <a:lnTo>
                    <a:pt x="172791" y="106697"/>
                  </a:lnTo>
                  <a:lnTo>
                    <a:pt x="171672" y="108142"/>
                  </a:lnTo>
                  <a:lnTo>
                    <a:pt x="171041" y="107652"/>
                  </a:lnTo>
                  <a:lnTo>
                    <a:pt x="157782" y="98836"/>
                  </a:lnTo>
                  <a:lnTo>
                    <a:pt x="157183" y="99924"/>
                  </a:lnTo>
                  <a:lnTo>
                    <a:pt x="153518" y="104873"/>
                  </a:lnTo>
                  <a:lnTo>
                    <a:pt x="149174" y="107941"/>
                  </a:lnTo>
                  <a:lnTo>
                    <a:pt x="148634" y="108322"/>
                  </a:lnTo>
                  <a:lnTo>
                    <a:pt x="147244" y="107209"/>
                  </a:lnTo>
                  <a:lnTo>
                    <a:pt x="141515" y="103412"/>
                  </a:lnTo>
                  <a:lnTo>
                    <a:pt x="140278" y="104661"/>
                  </a:lnTo>
                  <a:lnTo>
                    <a:pt x="139361" y="105533"/>
                  </a:lnTo>
                  <a:lnTo>
                    <a:pt x="139908" y="109273"/>
                  </a:lnTo>
                  <a:lnTo>
                    <a:pt x="140171" y="110931"/>
                  </a:lnTo>
                  <a:lnTo>
                    <a:pt x="147729" y="118183"/>
                  </a:lnTo>
                  <a:lnTo>
                    <a:pt x="146329" y="120050"/>
                  </a:lnTo>
                  <a:lnTo>
                    <a:pt x="146663" y="121055"/>
                  </a:lnTo>
                  <a:lnTo>
                    <a:pt x="152069" y="137337"/>
                  </a:lnTo>
                  <a:lnTo>
                    <a:pt x="150442" y="140232"/>
                  </a:lnTo>
                  <a:lnTo>
                    <a:pt x="147251" y="143619"/>
                  </a:lnTo>
                  <a:lnTo>
                    <a:pt x="143325" y="146379"/>
                  </a:lnTo>
                  <a:lnTo>
                    <a:pt x="138576" y="148791"/>
                  </a:lnTo>
                  <a:lnTo>
                    <a:pt x="123714" y="158025"/>
                  </a:lnTo>
                  <a:lnTo>
                    <a:pt x="119453" y="160585"/>
                  </a:lnTo>
                  <a:lnTo>
                    <a:pt x="116969" y="162077"/>
                  </a:lnTo>
                  <a:lnTo>
                    <a:pt x="108104" y="167469"/>
                  </a:lnTo>
                  <a:lnTo>
                    <a:pt x="107780" y="167732"/>
                  </a:lnTo>
                  <a:lnTo>
                    <a:pt x="106252" y="168974"/>
                  </a:lnTo>
                  <a:lnTo>
                    <a:pt x="105852" y="169300"/>
                  </a:lnTo>
                  <a:lnTo>
                    <a:pt x="105594" y="169510"/>
                  </a:lnTo>
                  <a:lnTo>
                    <a:pt x="105404" y="169664"/>
                  </a:lnTo>
                  <a:lnTo>
                    <a:pt x="104773" y="170109"/>
                  </a:lnTo>
                  <a:lnTo>
                    <a:pt x="101649" y="171855"/>
                  </a:lnTo>
                  <a:lnTo>
                    <a:pt x="99457" y="173081"/>
                  </a:lnTo>
                  <a:lnTo>
                    <a:pt x="95685" y="175190"/>
                  </a:lnTo>
                  <a:lnTo>
                    <a:pt x="95513" y="175286"/>
                  </a:lnTo>
                  <a:lnTo>
                    <a:pt x="90619" y="178022"/>
                  </a:lnTo>
                  <a:lnTo>
                    <a:pt x="88967" y="178946"/>
                  </a:lnTo>
                  <a:lnTo>
                    <a:pt x="87365" y="176188"/>
                  </a:lnTo>
                  <a:lnTo>
                    <a:pt x="85137" y="176230"/>
                  </a:lnTo>
                  <a:lnTo>
                    <a:pt x="83644" y="176259"/>
                  </a:lnTo>
                  <a:lnTo>
                    <a:pt x="83216" y="176258"/>
                  </a:lnTo>
                  <a:lnTo>
                    <a:pt x="82750" y="176257"/>
                  </a:lnTo>
                  <a:lnTo>
                    <a:pt x="80858" y="176134"/>
                  </a:lnTo>
                  <a:lnTo>
                    <a:pt x="78441" y="175976"/>
                  </a:lnTo>
                  <a:lnTo>
                    <a:pt x="72882" y="175614"/>
                  </a:lnTo>
                  <a:lnTo>
                    <a:pt x="65906" y="175158"/>
                  </a:lnTo>
                  <a:lnTo>
                    <a:pt x="58747" y="174747"/>
                  </a:lnTo>
                  <a:lnTo>
                    <a:pt x="51697" y="174342"/>
                  </a:lnTo>
                  <a:lnTo>
                    <a:pt x="51355" y="174325"/>
                  </a:lnTo>
                  <a:lnTo>
                    <a:pt x="48822" y="174201"/>
                  </a:lnTo>
                  <a:lnTo>
                    <a:pt x="48114" y="174166"/>
                  </a:lnTo>
                  <a:lnTo>
                    <a:pt x="47043" y="174113"/>
                  </a:lnTo>
                  <a:lnTo>
                    <a:pt x="46615" y="174092"/>
                  </a:lnTo>
                  <a:lnTo>
                    <a:pt x="45575" y="174041"/>
                  </a:lnTo>
                  <a:lnTo>
                    <a:pt x="44411" y="173984"/>
                  </a:lnTo>
                  <a:lnTo>
                    <a:pt x="42900" y="173909"/>
                  </a:lnTo>
                  <a:lnTo>
                    <a:pt x="41181" y="173825"/>
                  </a:lnTo>
                  <a:lnTo>
                    <a:pt x="40893" y="173810"/>
                  </a:lnTo>
                  <a:lnTo>
                    <a:pt x="40529" y="173792"/>
                  </a:lnTo>
                  <a:lnTo>
                    <a:pt x="37279" y="173632"/>
                  </a:lnTo>
                  <a:lnTo>
                    <a:pt x="36897" y="173614"/>
                  </a:lnTo>
                  <a:lnTo>
                    <a:pt x="36078" y="173573"/>
                  </a:lnTo>
                  <a:lnTo>
                    <a:pt x="36117" y="172997"/>
                  </a:lnTo>
                  <a:lnTo>
                    <a:pt x="36154" y="172452"/>
                  </a:lnTo>
                  <a:lnTo>
                    <a:pt x="36284" y="170896"/>
                  </a:lnTo>
                  <a:lnTo>
                    <a:pt x="36359" y="170013"/>
                  </a:lnTo>
                  <a:lnTo>
                    <a:pt x="36486" y="168500"/>
                  </a:lnTo>
                  <a:lnTo>
                    <a:pt x="36605" y="167074"/>
                  </a:lnTo>
                  <a:lnTo>
                    <a:pt x="36630" y="166783"/>
                  </a:lnTo>
                  <a:lnTo>
                    <a:pt x="36695" y="166008"/>
                  </a:lnTo>
                  <a:lnTo>
                    <a:pt x="35833" y="165938"/>
                  </a:lnTo>
                  <a:lnTo>
                    <a:pt x="35278" y="165894"/>
                  </a:lnTo>
                  <a:lnTo>
                    <a:pt x="34426" y="165825"/>
                  </a:lnTo>
                  <a:lnTo>
                    <a:pt x="30213" y="165487"/>
                  </a:lnTo>
                  <a:lnTo>
                    <a:pt x="27058" y="165233"/>
                  </a:lnTo>
                  <a:lnTo>
                    <a:pt x="26470" y="165186"/>
                  </a:lnTo>
                  <a:lnTo>
                    <a:pt x="12621" y="164072"/>
                  </a:lnTo>
                  <a:lnTo>
                    <a:pt x="12638" y="163788"/>
                  </a:lnTo>
                  <a:lnTo>
                    <a:pt x="12539" y="163519"/>
                  </a:lnTo>
                  <a:lnTo>
                    <a:pt x="12459" y="163303"/>
                  </a:lnTo>
                  <a:lnTo>
                    <a:pt x="12480" y="162962"/>
                  </a:lnTo>
                  <a:lnTo>
                    <a:pt x="12877" y="156609"/>
                  </a:lnTo>
                  <a:lnTo>
                    <a:pt x="13033" y="154101"/>
                  </a:lnTo>
                  <a:lnTo>
                    <a:pt x="12788" y="152919"/>
                  </a:lnTo>
                  <a:lnTo>
                    <a:pt x="12468" y="152264"/>
                  </a:lnTo>
                  <a:lnTo>
                    <a:pt x="12091" y="151492"/>
                  </a:lnTo>
                  <a:lnTo>
                    <a:pt x="11227" y="150409"/>
                  </a:lnTo>
                  <a:lnTo>
                    <a:pt x="10603" y="149702"/>
                  </a:lnTo>
                  <a:lnTo>
                    <a:pt x="3614" y="141794"/>
                  </a:lnTo>
                  <a:lnTo>
                    <a:pt x="2791" y="141043"/>
                  </a:lnTo>
                  <a:lnTo>
                    <a:pt x="2218" y="140520"/>
                  </a:lnTo>
                  <a:lnTo>
                    <a:pt x="674" y="139111"/>
                  </a:lnTo>
                  <a:lnTo>
                    <a:pt x="0" y="138496"/>
                  </a:lnTo>
                  <a:lnTo>
                    <a:pt x="2383" y="134488"/>
                  </a:lnTo>
                  <a:lnTo>
                    <a:pt x="2605" y="134114"/>
                  </a:lnTo>
                  <a:lnTo>
                    <a:pt x="4072" y="131450"/>
                  </a:lnTo>
                  <a:lnTo>
                    <a:pt x="4650" y="130399"/>
                  </a:lnTo>
                  <a:lnTo>
                    <a:pt x="5384" y="129067"/>
                  </a:lnTo>
                  <a:lnTo>
                    <a:pt x="6389" y="127242"/>
                  </a:lnTo>
                  <a:lnTo>
                    <a:pt x="6511" y="127020"/>
                  </a:lnTo>
                  <a:lnTo>
                    <a:pt x="6870" y="126460"/>
                  </a:lnTo>
                  <a:lnTo>
                    <a:pt x="10872" y="120223"/>
                  </a:lnTo>
                  <a:lnTo>
                    <a:pt x="11260" y="119619"/>
                  </a:lnTo>
                  <a:lnTo>
                    <a:pt x="12477" y="117722"/>
                  </a:lnTo>
                  <a:lnTo>
                    <a:pt x="13658" y="115881"/>
                  </a:lnTo>
                  <a:lnTo>
                    <a:pt x="15524" y="112972"/>
                  </a:lnTo>
                  <a:lnTo>
                    <a:pt x="15793" y="112553"/>
                  </a:lnTo>
                  <a:lnTo>
                    <a:pt x="18756" y="107935"/>
                  </a:lnTo>
                  <a:lnTo>
                    <a:pt x="19303" y="107083"/>
                  </a:lnTo>
                  <a:lnTo>
                    <a:pt x="19439" y="106870"/>
                  </a:lnTo>
                  <a:lnTo>
                    <a:pt x="19839" y="106247"/>
                  </a:lnTo>
                  <a:lnTo>
                    <a:pt x="19558" y="106216"/>
                  </a:lnTo>
                  <a:lnTo>
                    <a:pt x="15612" y="105955"/>
                  </a:lnTo>
                  <a:lnTo>
                    <a:pt x="12495" y="103852"/>
                  </a:lnTo>
                  <a:lnTo>
                    <a:pt x="10388" y="102106"/>
                  </a:lnTo>
                  <a:lnTo>
                    <a:pt x="9518" y="100494"/>
                  </a:lnTo>
                  <a:lnTo>
                    <a:pt x="9210" y="99923"/>
                  </a:lnTo>
                  <a:lnTo>
                    <a:pt x="9109" y="99289"/>
                  </a:lnTo>
                  <a:lnTo>
                    <a:pt x="8463" y="93001"/>
                  </a:lnTo>
                  <a:lnTo>
                    <a:pt x="8312" y="91538"/>
                  </a:lnTo>
                  <a:lnTo>
                    <a:pt x="8120" y="89560"/>
                  </a:lnTo>
                  <a:lnTo>
                    <a:pt x="10057" y="86322"/>
                  </a:lnTo>
                  <a:lnTo>
                    <a:pt x="10486" y="85605"/>
                  </a:lnTo>
                  <a:lnTo>
                    <a:pt x="11361" y="84295"/>
                  </a:lnTo>
                  <a:lnTo>
                    <a:pt x="14279" y="84404"/>
                  </a:lnTo>
                  <a:lnTo>
                    <a:pt x="15967" y="84467"/>
                  </a:lnTo>
                  <a:lnTo>
                    <a:pt x="15983" y="84266"/>
                  </a:lnTo>
                  <a:lnTo>
                    <a:pt x="16002" y="84025"/>
                  </a:lnTo>
                  <a:lnTo>
                    <a:pt x="16153" y="82151"/>
                  </a:lnTo>
                  <a:lnTo>
                    <a:pt x="16191" y="81678"/>
                  </a:lnTo>
                  <a:lnTo>
                    <a:pt x="16786" y="74256"/>
                  </a:lnTo>
                  <a:lnTo>
                    <a:pt x="16986" y="74265"/>
                  </a:lnTo>
                  <a:lnTo>
                    <a:pt x="18505" y="74333"/>
                  </a:lnTo>
                  <a:lnTo>
                    <a:pt x="20563" y="74424"/>
                  </a:lnTo>
                  <a:lnTo>
                    <a:pt x="20297" y="80178"/>
                  </a:lnTo>
                  <a:lnTo>
                    <a:pt x="20928" y="80598"/>
                  </a:lnTo>
                  <a:lnTo>
                    <a:pt x="22672" y="81757"/>
                  </a:lnTo>
                  <a:lnTo>
                    <a:pt x="22869" y="81571"/>
                  </a:lnTo>
                  <a:lnTo>
                    <a:pt x="24192" y="80326"/>
                  </a:lnTo>
                  <a:lnTo>
                    <a:pt x="25195" y="79380"/>
                  </a:lnTo>
                  <a:lnTo>
                    <a:pt x="30657" y="74237"/>
                  </a:lnTo>
                  <a:lnTo>
                    <a:pt x="32640" y="72406"/>
                  </a:lnTo>
                  <a:lnTo>
                    <a:pt x="33140" y="71968"/>
                  </a:lnTo>
                  <a:lnTo>
                    <a:pt x="33812" y="71380"/>
                  </a:lnTo>
                  <a:lnTo>
                    <a:pt x="33473" y="67377"/>
                  </a:lnTo>
                  <a:lnTo>
                    <a:pt x="33690" y="67194"/>
                  </a:lnTo>
                  <a:lnTo>
                    <a:pt x="34111" y="66839"/>
                  </a:lnTo>
                  <a:lnTo>
                    <a:pt x="37130" y="64290"/>
                  </a:lnTo>
                  <a:lnTo>
                    <a:pt x="37582" y="63911"/>
                  </a:lnTo>
                  <a:lnTo>
                    <a:pt x="42483" y="59927"/>
                  </a:lnTo>
                  <a:lnTo>
                    <a:pt x="46393" y="56748"/>
                  </a:lnTo>
                  <a:lnTo>
                    <a:pt x="46885" y="57384"/>
                  </a:lnTo>
                  <a:lnTo>
                    <a:pt x="50963" y="62662"/>
                  </a:lnTo>
                  <a:lnTo>
                    <a:pt x="55607" y="59245"/>
                  </a:lnTo>
                  <a:lnTo>
                    <a:pt x="56586" y="58733"/>
                  </a:lnTo>
                  <a:lnTo>
                    <a:pt x="58461" y="57732"/>
                  </a:lnTo>
                  <a:lnTo>
                    <a:pt x="61693" y="56006"/>
                  </a:lnTo>
                  <a:lnTo>
                    <a:pt x="62757" y="55438"/>
                  </a:lnTo>
                  <a:lnTo>
                    <a:pt x="62878" y="55282"/>
                  </a:lnTo>
                  <a:lnTo>
                    <a:pt x="64923" y="52701"/>
                  </a:lnTo>
                  <a:lnTo>
                    <a:pt x="68342" y="52931"/>
                  </a:lnTo>
                  <a:lnTo>
                    <a:pt x="71718" y="53676"/>
                  </a:lnTo>
                  <a:lnTo>
                    <a:pt x="77418" y="54933"/>
                  </a:lnTo>
                  <a:lnTo>
                    <a:pt x="78669" y="52277"/>
                  </a:lnTo>
                  <a:lnTo>
                    <a:pt x="80249" y="48925"/>
                  </a:lnTo>
                  <a:lnTo>
                    <a:pt x="80311" y="48793"/>
                  </a:lnTo>
                  <a:lnTo>
                    <a:pt x="80515" y="48362"/>
                  </a:lnTo>
                  <a:lnTo>
                    <a:pt x="81511" y="46247"/>
                  </a:lnTo>
                  <a:lnTo>
                    <a:pt x="81715" y="45850"/>
                  </a:lnTo>
                  <a:lnTo>
                    <a:pt x="81925" y="45440"/>
                  </a:lnTo>
                  <a:lnTo>
                    <a:pt x="83355" y="42654"/>
                  </a:lnTo>
                  <a:lnTo>
                    <a:pt x="84292" y="41772"/>
                  </a:lnTo>
                  <a:lnTo>
                    <a:pt x="84848" y="41249"/>
                  </a:lnTo>
                  <a:lnTo>
                    <a:pt x="86536" y="40245"/>
                  </a:lnTo>
                  <a:lnTo>
                    <a:pt x="90542" y="38680"/>
                  </a:lnTo>
                  <a:lnTo>
                    <a:pt x="92311" y="38278"/>
                  </a:lnTo>
                  <a:lnTo>
                    <a:pt x="93369" y="38038"/>
                  </a:lnTo>
                  <a:lnTo>
                    <a:pt x="95607" y="38038"/>
                  </a:lnTo>
                  <a:lnTo>
                    <a:pt x="96889" y="38226"/>
                  </a:lnTo>
                  <a:lnTo>
                    <a:pt x="97444" y="33609"/>
                  </a:lnTo>
                  <a:lnTo>
                    <a:pt x="98135" y="27990"/>
                  </a:lnTo>
                  <a:lnTo>
                    <a:pt x="94087" y="23992"/>
                  </a:lnTo>
                  <a:lnTo>
                    <a:pt x="104228" y="16732"/>
                  </a:lnTo>
                  <a:lnTo>
                    <a:pt x="108351" y="12718"/>
                  </a:lnTo>
                  <a:lnTo>
                    <a:pt x="117972" y="8102"/>
                  </a:lnTo>
                  <a:lnTo>
                    <a:pt x="124255" y="4289"/>
                  </a:lnTo>
                  <a:lnTo>
                    <a:pt x="131716" y="1680"/>
                  </a:lnTo>
                  <a:lnTo>
                    <a:pt x="138661" y="0"/>
                  </a:lnTo>
                  <a:lnTo>
                    <a:pt x="141484" y="627"/>
                  </a:lnTo>
                  <a:lnTo>
                    <a:pt x="143815" y="4891"/>
                  </a:lnTo>
                  <a:lnTo>
                    <a:pt x="144920" y="8654"/>
                  </a:lnTo>
                  <a:lnTo>
                    <a:pt x="146024" y="13546"/>
                  </a:lnTo>
                  <a:lnTo>
                    <a:pt x="148233" y="20821"/>
                  </a:lnTo>
                  <a:lnTo>
                    <a:pt x="148724" y="24960"/>
                  </a:lnTo>
                  <a:lnTo>
                    <a:pt x="149583" y="28723"/>
                  </a:lnTo>
                  <a:lnTo>
                    <a:pt x="152160" y="33615"/>
                  </a:lnTo>
                  <a:lnTo>
                    <a:pt x="153264" y="34493"/>
                  </a:lnTo>
                  <a:lnTo>
                    <a:pt x="156332" y="39385"/>
                  </a:lnTo>
                  <a:lnTo>
                    <a:pt x="156578" y="42145"/>
                  </a:lnTo>
                  <a:lnTo>
                    <a:pt x="154737" y="43023"/>
                  </a:lnTo>
                  <a:lnTo>
                    <a:pt x="154001" y="44528"/>
                  </a:lnTo>
                  <a:lnTo>
                    <a:pt x="154246" y="46911"/>
                  </a:lnTo>
                  <a:lnTo>
                    <a:pt x="154491" y="47664"/>
                  </a:lnTo>
                  <a:lnTo>
                    <a:pt x="154770" y="52449"/>
                  </a:lnTo>
                  <a:lnTo>
                    <a:pt x="156861" y="62854"/>
                  </a:lnTo>
                  <a:lnTo>
                    <a:pt x="179955" y="62919"/>
                  </a:lnTo>
                  <a:lnTo>
                    <a:pt x="180760" y="72055"/>
                  </a:lnTo>
                  <a:lnTo>
                    <a:pt x="180839" y="79120"/>
                  </a:lnTo>
                  <a:lnTo>
                    <a:pt x="173505" y="89742"/>
                  </a:lnTo>
                  <a:lnTo>
                    <a:pt x="166631" y="90308"/>
                  </a:lnTo>
                  <a:lnTo>
                    <a:pt x="172294" y="100625"/>
                  </a:lnTo>
                  <a:lnTo>
                    <a:pt x="178233" y="99617"/>
                  </a:lnTo>
                  <a:lnTo>
                    <a:pt x="181743" y="103280"/>
                  </a:lnTo>
                  <a:lnTo>
                    <a:pt x="186619" y="102895"/>
                  </a:lnTo>
                  <a:lnTo>
                    <a:pt x="195699" y="105153"/>
                  </a:lnTo>
                  <a:lnTo>
                    <a:pt x="192509" y="1198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3"/>
            <p:cNvSpPr/>
            <p:nvPr/>
          </p:nvSpPr>
          <p:spPr>
            <a:xfrm>
              <a:off x="3479763" y="2890333"/>
              <a:ext cx="180097" cy="199116"/>
            </a:xfrm>
            <a:custGeom>
              <a:avLst/>
              <a:pathLst>
                <a:path w="180097" h="199116">
                  <a:moveTo>
                    <a:pt x="160566" y="22173"/>
                  </a:moveTo>
                  <a:lnTo>
                    <a:pt x="160402" y="23573"/>
                  </a:lnTo>
                  <a:lnTo>
                    <a:pt x="160359" y="23942"/>
                  </a:lnTo>
                  <a:lnTo>
                    <a:pt x="160263" y="24758"/>
                  </a:lnTo>
                  <a:lnTo>
                    <a:pt x="153878" y="23158"/>
                  </a:lnTo>
                  <a:lnTo>
                    <a:pt x="153070" y="25699"/>
                  </a:lnTo>
                  <a:lnTo>
                    <a:pt x="150698" y="33152"/>
                  </a:lnTo>
                  <a:lnTo>
                    <a:pt x="148736" y="38404"/>
                  </a:lnTo>
                  <a:lnTo>
                    <a:pt x="148224" y="39775"/>
                  </a:lnTo>
                  <a:lnTo>
                    <a:pt x="147612" y="41295"/>
                  </a:lnTo>
                  <a:lnTo>
                    <a:pt x="147399" y="41822"/>
                  </a:lnTo>
                  <a:lnTo>
                    <a:pt x="147870" y="44712"/>
                  </a:lnTo>
                  <a:lnTo>
                    <a:pt x="148931" y="47000"/>
                  </a:lnTo>
                  <a:lnTo>
                    <a:pt x="150073" y="48946"/>
                  </a:lnTo>
                  <a:lnTo>
                    <a:pt x="150344" y="49408"/>
                  </a:lnTo>
                  <a:lnTo>
                    <a:pt x="151228" y="50588"/>
                  </a:lnTo>
                  <a:lnTo>
                    <a:pt x="161656" y="40633"/>
                  </a:lnTo>
                  <a:lnTo>
                    <a:pt x="162360" y="39811"/>
                  </a:lnTo>
                  <a:lnTo>
                    <a:pt x="165070" y="43607"/>
                  </a:lnTo>
                  <a:lnTo>
                    <a:pt x="167131" y="46494"/>
                  </a:lnTo>
                  <a:lnTo>
                    <a:pt x="166656" y="47356"/>
                  </a:lnTo>
                  <a:lnTo>
                    <a:pt x="163774" y="52575"/>
                  </a:lnTo>
                  <a:lnTo>
                    <a:pt x="165921" y="53925"/>
                  </a:lnTo>
                  <a:lnTo>
                    <a:pt x="169874" y="56410"/>
                  </a:lnTo>
                  <a:lnTo>
                    <a:pt x="174582" y="59370"/>
                  </a:lnTo>
                  <a:lnTo>
                    <a:pt x="178092" y="61576"/>
                  </a:lnTo>
                  <a:lnTo>
                    <a:pt x="179137" y="62877"/>
                  </a:lnTo>
                  <a:lnTo>
                    <a:pt x="180097" y="64071"/>
                  </a:lnTo>
                  <a:lnTo>
                    <a:pt x="170811" y="76765"/>
                  </a:lnTo>
                  <a:lnTo>
                    <a:pt x="170719" y="76903"/>
                  </a:lnTo>
                  <a:lnTo>
                    <a:pt x="164880" y="72497"/>
                  </a:lnTo>
                  <a:lnTo>
                    <a:pt x="163935" y="71784"/>
                  </a:lnTo>
                  <a:lnTo>
                    <a:pt x="160897" y="70070"/>
                  </a:lnTo>
                  <a:lnTo>
                    <a:pt x="156139" y="67388"/>
                  </a:lnTo>
                  <a:lnTo>
                    <a:pt x="154325" y="67273"/>
                  </a:lnTo>
                  <a:lnTo>
                    <a:pt x="152464" y="67156"/>
                  </a:lnTo>
                  <a:lnTo>
                    <a:pt x="150537" y="67035"/>
                  </a:lnTo>
                  <a:lnTo>
                    <a:pt x="149786" y="67475"/>
                  </a:lnTo>
                  <a:lnTo>
                    <a:pt x="145171" y="70187"/>
                  </a:lnTo>
                  <a:lnTo>
                    <a:pt x="144179" y="70249"/>
                  </a:lnTo>
                  <a:lnTo>
                    <a:pt x="142401" y="71878"/>
                  </a:lnTo>
                  <a:lnTo>
                    <a:pt x="141316" y="72873"/>
                  </a:lnTo>
                  <a:lnTo>
                    <a:pt x="140727" y="79897"/>
                  </a:lnTo>
                  <a:lnTo>
                    <a:pt x="148605" y="89267"/>
                  </a:lnTo>
                  <a:lnTo>
                    <a:pt x="149979" y="97094"/>
                  </a:lnTo>
                  <a:lnTo>
                    <a:pt x="152531" y="105523"/>
                  </a:lnTo>
                  <a:lnTo>
                    <a:pt x="154298" y="112949"/>
                  </a:lnTo>
                  <a:lnTo>
                    <a:pt x="156851" y="122783"/>
                  </a:lnTo>
                  <a:lnTo>
                    <a:pt x="155476" y="126997"/>
                  </a:lnTo>
                  <a:lnTo>
                    <a:pt x="152924" y="128803"/>
                  </a:lnTo>
                  <a:lnTo>
                    <a:pt x="152568" y="132787"/>
                  </a:lnTo>
                  <a:lnTo>
                    <a:pt x="148089" y="135108"/>
                  </a:lnTo>
                  <a:lnTo>
                    <a:pt x="143916" y="145895"/>
                  </a:lnTo>
                  <a:lnTo>
                    <a:pt x="145566" y="156720"/>
                  </a:lnTo>
                  <a:lnTo>
                    <a:pt x="141050" y="158626"/>
                  </a:lnTo>
                  <a:lnTo>
                    <a:pt x="137246" y="163794"/>
                  </a:lnTo>
                  <a:lnTo>
                    <a:pt x="139725" y="166353"/>
                  </a:lnTo>
                  <a:lnTo>
                    <a:pt x="135381" y="170166"/>
                  </a:lnTo>
                  <a:lnTo>
                    <a:pt x="131572" y="171765"/>
                  </a:lnTo>
                  <a:lnTo>
                    <a:pt x="131818" y="172084"/>
                  </a:lnTo>
                  <a:lnTo>
                    <a:pt x="132149" y="172514"/>
                  </a:lnTo>
                  <a:lnTo>
                    <a:pt x="136150" y="177999"/>
                  </a:lnTo>
                  <a:lnTo>
                    <a:pt x="146888" y="186542"/>
                  </a:lnTo>
                  <a:lnTo>
                    <a:pt x="146597" y="187573"/>
                  </a:lnTo>
                  <a:lnTo>
                    <a:pt x="144536" y="190283"/>
                  </a:lnTo>
                  <a:lnTo>
                    <a:pt x="144332" y="190465"/>
                  </a:lnTo>
                  <a:lnTo>
                    <a:pt x="142538" y="192640"/>
                  </a:lnTo>
                  <a:lnTo>
                    <a:pt x="142249" y="193098"/>
                  </a:lnTo>
                  <a:lnTo>
                    <a:pt x="130547" y="186090"/>
                  </a:lnTo>
                  <a:lnTo>
                    <a:pt x="129048" y="188216"/>
                  </a:lnTo>
                  <a:lnTo>
                    <a:pt x="128623" y="188819"/>
                  </a:lnTo>
                  <a:lnTo>
                    <a:pt x="119465" y="177204"/>
                  </a:lnTo>
                  <a:lnTo>
                    <a:pt x="113497" y="181539"/>
                  </a:lnTo>
                  <a:lnTo>
                    <a:pt x="111651" y="178930"/>
                  </a:lnTo>
                  <a:lnTo>
                    <a:pt x="116128" y="175558"/>
                  </a:lnTo>
                  <a:lnTo>
                    <a:pt x="109805" y="166648"/>
                  </a:lnTo>
                  <a:lnTo>
                    <a:pt x="104095" y="170718"/>
                  </a:lnTo>
                  <a:lnTo>
                    <a:pt x="102748" y="168525"/>
                  </a:lnTo>
                  <a:lnTo>
                    <a:pt x="101206" y="169514"/>
                  </a:lnTo>
                  <a:lnTo>
                    <a:pt x="96930" y="172329"/>
                  </a:lnTo>
                  <a:lnTo>
                    <a:pt x="91121" y="176152"/>
                  </a:lnTo>
                  <a:lnTo>
                    <a:pt x="84850" y="180280"/>
                  </a:lnTo>
                  <a:lnTo>
                    <a:pt x="83952" y="179783"/>
                  </a:lnTo>
                  <a:lnTo>
                    <a:pt x="83749" y="179671"/>
                  </a:lnTo>
                  <a:lnTo>
                    <a:pt x="82722" y="179103"/>
                  </a:lnTo>
                  <a:lnTo>
                    <a:pt x="80270" y="177747"/>
                  </a:lnTo>
                  <a:lnTo>
                    <a:pt x="77377" y="176147"/>
                  </a:lnTo>
                  <a:lnTo>
                    <a:pt x="76155" y="175471"/>
                  </a:lnTo>
                  <a:lnTo>
                    <a:pt x="76002" y="175387"/>
                  </a:lnTo>
                  <a:lnTo>
                    <a:pt x="75136" y="174290"/>
                  </a:lnTo>
                  <a:lnTo>
                    <a:pt x="75222" y="174086"/>
                  </a:lnTo>
                  <a:lnTo>
                    <a:pt x="70962" y="172253"/>
                  </a:lnTo>
                  <a:lnTo>
                    <a:pt x="67614" y="170814"/>
                  </a:lnTo>
                  <a:lnTo>
                    <a:pt x="61221" y="168064"/>
                  </a:lnTo>
                  <a:lnTo>
                    <a:pt x="61000" y="168544"/>
                  </a:lnTo>
                  <a:lnTo>
                    <a:pt x="58104" y="174809"/>
                  </a:lnTo>
                  <a:lnTo>
                    <a:pt x="55390" y="180681"/>
                  </a:lnTo>
                  <a:lnTo>
                    <a:pt x="54036" y="183612"/>
                  </a:lnTo>
                  <a:lnTo>
                    <a:pt x="53367" y="185112"/>
                  </a:lnTo>
                  <a:lnTo>
                    <a:pt x="53336" y="186155"/>
                  </a:lnTo>
                  <a:lnTo>
                    <a:pt x="53318" y="186789"/>
                  </a:lnTo>
                  <a:lnTo>
                    <a:pt x="53256" y="188923"/>
                  </a:lnTo>
                  <a:lnTo>
                    <a:pt x="53236" y="189613"/>
                  </a:lnTo>
                  <a:lnTo>
                    <a:pt x="53365" y="189938"/>
                  </a:lnTo>
                  <a:lnTo>
                    <a:pt x="54652" y="193203"/>
                  </a:lnTo>
                  <a:lnTo>
                    <a:pt x="55316" y="194887"/>
                  </a:lnTo>
                  <a:lnTo>
                    <a:pt x="56306" y="196546"/>
                  </a:lnTo>
                  <a:lnTo>
                    <a:pt x="56838" y="198901"/>
                  </a:lnTo>
                  <a:lnTo>
                    <a:pt x="56929" y="199116"/>
                  </a:lnTo>
                  <a:lnTo>
                    <a:pt x="56670" y="199084"/>
                  </a:lnTo>
                  <a:lnTo>
                    <a:pt x="48578" y="198102"/>
                  </a:lnTo>
                  <a:lnTo>
                    <a:pt x="44042" y="197662"/>
                  </a:lnTo>
                  <a:lnTo>
                    <a:pt x="43611" y="197586"/>
                  </a:lnTo>
                  <a:lnTo>
                    <a:pt x="43020" y="195555"/>
                  </a:lnTo>
                  <a:lnTo>
                    <a:pt x="42669" y="194351"/>
                  </a:lnTo>
                  <a:lnTo>
                    <a:pt x="40489" y="188405"/>
                  </a:lnTo>
                  <a:lnTo>
                    <a:pt x="40472" y="187423"/>
                  </a:lnTo>
                  <a:lnTo>
                    <a:pt x="40402" y="183243"/>
                  </a:lnTo>
                  <a:lnTo>
                    <a:pt x="41022" y="181620"/>
                  </a:lnTo>
                  <a:lnTo>
                    <a:pt x="41281" y="180943"/>
                  </a:lnTo>
                  <a:lnTo>
                    <a:pt x="42348" y="178140"/>
                  </a:lnTo>
                  <a:lnTo>
                    <a:pt x="42520" y="177147"/>
                  </a:lnTo>
                  <a:lnTo>
                    <a:pt x="42946" y="174691"/>
                  </a:lnTo>
                  <a:lnTo>
                    <a:pt x="42999" y="174387"/>
                  </a:lnTo>
                  <a:lnTo>
                    <a:pt x="43082" y="173911"/>
                  </a:lnTo>
                  <a:lnTo>
                    <a:pt x="43300" y="167500"/>
                  </a:lnTo>
                  <a:lnTo>
                    <a:pt x="43376" y="165271"/>
                  </a:lnTo>
                  <a:lnTo>
                    <a:pt x="42940" y="164125"/>
                  </a:lnTo>
                  <a:lnTo>
                    <a:pt x="42680" y="161275"/>
                  </a:lnTo>
                  <a:lnTo>
                    <a:pt x="41402" y="160695"/>
                  </a:lnTo>
                  <a:lnTo>
                    <a:pt x="41068" y="160543"/>
                  </a:lnTo>
                  <a:lnTo>
                    <a:pt x="40072" y="160091"/>
                  </a:lnTo>
                  <a:lnTo>
                    <a:pt x="39337" y="159758"/>
                  </a:lnTo>
                  <a:lnTo>
                    <a:pt x="38922" y="158770"/>
                  </a:lnTo>
                  <a:lnTo>
                    <a:pt x="38645" y="158111"/>
                  </a:lnTo>
                  <a:lnTo>
                    <a:pt x="39355" y="153856"/>
                  </a:lnTo>
                  <a:lnTo>
                    <a:pt x="39186" y="152388"/>
                  </a:lnTo>
                  <a:lnTo>
                    <a:pt x="39100" y="151644"/>
                  </a:lnTo>
                  <a:lnTo>
                    <a:pt x="31762" y="141807"/>
                  </a:lnTo>
                  <a:lnTo>
                    <a:pt x="31762" y="136117"/>
                  </a:lnTo>
                  <a:lnTo>
                    <a:pt x="41598" y="128260"/>
                  </a:lnTo>
                  <a:lnTo>
                    <a:pt x="44936" y="121467"/>
                  </a:lnTo>
                  <a:lnTo>
                    <a:pt x="47930" y="116198"/>
                  </a:lnTo>
                  <a:lnTo>
                    <a:pt x="46605" y="112335"/>
                  </a:lnTo>
                  <a:lnTo>
                    <a:pt x="43414" y="109626"/>
                  </a:lnTo>
                  <a:lnTo>
                    <a:pt x="38899" y="108472"/>
                  </a:lnTo>
                  <a:lnTo>
                    <a:pt x="31045" y="109024"/>
                  </a:lnTo>
                  <a:lnTo>
                    <a:pt x="25646" y="111382"/>
                  </a:lnTo>
                  <a:lnTo>
                    <a:pt x="24093" y="109415"/>
                  </a:lnTo>
                  <a:lnTo>
                    <a:pt x="6846" y="98588"/>
                  </a:lnTo>
                  <a:lnTo>
                    <a:pt x="0" y="97842"/>
                  </a:lnTo>
                  <a:lnTo>
                    <a:pt x="4714" y="92645"/>
                  </a:lnTo>
                  <a:lnTo>
                    <a:pt x="27215" y="91079"/>
                  </a:lnTo>
                  <a:lnTo>
                    <a:pt x="46960" y="89546"/>
                  </a:lnTo>
                  <a:lnTo>
                    <a:pt x="55134" y="88912"/>
                  </a:lnTo>
                  <a:lnTo>
                    <a:pt x="74336" y="85540"/>
                  </a:lnTo>
                  <a:lnTo>
                    <a:pt x="75960" y="82890"/>
                  </a:lnTo>
                  <a:lnTo>
                    <a:pt x="80192" y="75981"/>
                  </a:lnTo>
                  <a:lnTo>
                    <a:pt x="82229" y="72656"/>
                  </a:lnTo>
                  <a:lnTo>
                    <a:pt x="82613" y="63425"/>
                  </a:lnTo>
                  <a:lnTo>
                    <a:pt x="91531" y="58829"/>
                  </a:lnTo>
                  <a:lnTo>
                    <a:pt x="96284" y="61483"/>
                  </a:lnTo>
                  <a:lnTo>
                    <a:pt x="99697" y="63389"/>
                  </a:lnTo>
                  <a:lnTo>
                    <a:pt x="101264" y="60941"/>
                  </a:lnTo>
                  <a:lnTo>
                    <a:pt x="104665" y="55624"/>
                  </a:lnTo>
                  <a:lnTo>
                    <a:pt x="101865" y="44091"/>
                  </a:lnTo>
                  <a:lnTo>
                    <a:pt x="100479" y="38384"/>
                  </a:lnTo>
                  <a:lnTo>
                    <a:pt x="100424" y="38157"/>
                  </a:lnTo>
                  <a:lnTo>
                    <a:pt x="100240" y="37400"/>
                  </a:lnTo>
                  <a:lnTo>
                    <a:pt x="100960" y="35929"/>
                  </a:lnTo>
                  <a:lnTo>
                    <a:pt x="102531" y="35127"/>
                  </a:lnTo>
                  <a:lnTo>
                    <a:pt x="105021" y="35325"/>
                  </a:lnTo>
                  <a:lnTo>
                    <a:pt x="105582" y="35379"/>
                  </a:lnTo>
                  <a:lnTo>
                    <a:pt x="105926" y="35519"/>
                  </a:lnTo>
                  <a:lnTo>
                    <a:pt x="107322" y="36090"/>
                  </a:lnTo>
                  <a:lnTo>
                    <a:pt x="108871" y="38115"/>
                  </a:lnTo>
                  <a:lnTo>
                    <a:pt x="109717" y="39221"/>
                  </a:lnTo>
                  <a:lnTo>
                    <a:pt x="112328" y="40887"/>
                  </a:lnTo>
                  <a:lnTo>
                    <a:pt x="112967" y="41295"/>
                  </a:lnTo>
                  <a:lnTo>
                    <a:pt x="113559" y="41672"/>
                  </a:lnTo>
                  <a:lnTo>
                    <a:pt x="114413" y="41923"/>
                  </a:lnTo>
                  <a:lnTo>
                    <a:pt x="117117" y="42719"/>
                  </a:lnTo>
                  <a:lnTo>
                    <a:pt x="118240" y="42084"/>
                  </a:lnTo>
                  <a:lnTo>
                    <a:pt x="118609" y="41876"/>
                  </a:lnTo>
                  <a:lnTo>
                    <a:pt x="118905" y="41295"/>
                  </a:lnTo>
                  <a:lnTo>
                    <a:pt x="119113" y="40887"/>
                  </a:lnTo>
                  <a:lnTo>
                    <a:pt x="119718" y="39698"/>
                  </a:lnTo>
                  <a:lnTo>
                    <a:pt x="120290" y="38574"/>
                  </a:lnTo>
                  <a:lnTo>
                    <a:pt x="121123" y="36939"/>
                  </a:lnTo>
                  <a:lnTo>
                    <a:pt x="123744" y="36834"/>
                  </a:lnTo>
                  <a:lnTo>
                    <a:pt x="125128" y="36778"/>
                  </a:lnTo>
                  <a:lnTo>
                    <a:pt x="126120" y="36756"/>
                  </a:lnTo>
                  <a:lnTo>
                    <a:pt x="126261" y="36753"/>
                  </a:lnTo>
                  <a:lnTo>
                    <a:pt x="128662" y="36698"/>
                  </a:lnTo>
                  <a:lnTo>
                    <a:pt x="129416" y="36505"/>
                  </a:lnTo>
                  <a:lnTo>
                    <a:pt x="130473" y="34204"/>
                  </a:lnTo>
                  <a:lnTo>
                    <a:pt x="130698" y="33586"/>
                  </a:lnTo>
                  <a:lnTo>
                    <a:pt x="131239" y="32107"/>
                  </a:lnTo>
                  <a:lnTo>
                    <a:pt x="131928" y="30217"/>
                  </a:lnTo>
                  <a:lnTo>
                    <a:pt x="132253" y="29329"/>
                  </a:lnTo>
                  <a:lnTo>
                    <a:pt x="131907" y="28891"/>
                  </a:lnTo>
                  <a:lnTo>
                    <a:pt x="133583" y="25699"/>
                  </a:lnTo>
                  <a:lnTo>
                    <a:pt x="136268" y="20588"/>
                  </a:lnTo>
                  <a:lnTo>
                    <a:pt x="136566" y="19940"/>
                  </a:lnTo>
                  <a:lnTo>
                    <a:pt x="137278" y="18389"/>
                  </a:lnTo>
                  <a:lnTo>
                    <a:pt x="139595" y="14734"/>
                  </a:lnTo>
                  <a:lnTo>
                    <a:pt x="140351" y="13543"/>
                  </a:lnTo>
                  <a:lnTo>
                    <a:pt x="141254" y="12118"/>
                  </a:lnTo>
                  <a:lnTo>
                    <a:pt x="141866" y="10898"/>
                  </a:lnTo>
                  <a:lnTo>
                    <a:pt x="142744" y="9147"/>
                  </a:lnTo>
                  <a:lnTo>
                    <a:pt x="144892" y="4863"/>
                  </a:lnTo>
                  <a:lnTo>
                    <a:pt x="146314" y="2028"/>
                  </a:lnTo>
                  <a:lnTo>
                    <a:pt x="147331" y="0"/>
                  </a:lnTo>
                  <a:lnTo>
                    <a:pt x="151158" y="2028"/>
                  </a:lnTo>
                  <a:lnTo>
                    <a:pt x="152337" y="2653"/>
                  </a:lnTo>
                  <a:lnTo>
                    <a:pt x="155386" y="3128"/>
                  </a:lnTo>
                  <a:lnTo>
                    <a:pt x="166091" y="4795"/>
                  </a:lnTo>
                  <a:lnTo>
                    <a:pt x="165669" y="6121"/>
                  </a:lnTo>
                  <a:lnTo>
                    <a:pt x="164150" y="10898"/>
                  </a:lnTo>
                  <a:lnTo>
                    <a:pt x="163310" y="13543"/>
                  </a:lnTo>
                  <a:lnTo>
                    <a:pt x="161276" y="199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g24"/>
            <p:cNvSpPr/>
            <p:nvPr/>
          </p:nvSpPr>
          <p:spPr>
            <a:xfrm>
              <a:off x="3173987" y="3025464"/>
              <a:ext cx="65476" cy="74276"/>
            </a:xfrm>
            <a:custGeom>
              <a:avLst/>
              <a:pathLst>
                <a:path w="65476" h="74276">
                  <a:moveTo>
                    <a:pt x="46344" y="2468"/>
                  </a:moveTo>
                  <a:lnTo>
                    <a:pt x="50308" y="2024"/>
                  </a:lnTo>
                  <a:lnTo>
                    <a:pt x="53059" y="1715"/>
                  </a:lnTo>
                  <a:lnTo>
                    <a:pt x="55444" y="3197"/>
                  </a:lnTo>
                  <a:lnTo>
                    <a:pt x="56503" y="3855"/>
                  </a:lnTo>
                  <a:lnTo>
                    <a:pt x="65336" y="9343"/>
                  </a:lnTo>
                  <a:lnTo>
                    <a:pt x="65476" y="9430"/>
                  </a:lnTo>
                  <a:lnTo>
                    <a:pt x="63764" y="11745"/>
                  </a:lnTo>
                  <a:lnTo>
                    <a:pt x="62984" y="12937"/>
                  </a:lnTo>
                  <a:lnTo>
                    <a:pt x="62779" y="14327"/>
                  </a:lnTo>
                  <a:lnTo>
                    <a:pt x="61925" y="20122"/>
                  </a:lnTo>
                  <a:lnTo>
                    <a:pt x="59942" y="33578"/>
                  </a:lnTo>
                  <a:lnTo>
                    <a:pt x="59158" y="38902"/>
                  </a:lnTo>
                  <a:lnTo>
                    <a:pt x="58849" y="41009"/>
                  </a:lnTo>
                  <a:lnTo>
                    <a:pt x="58439" y="43784"/>
                  </a:lnTo>
                  <a:lnTo>
                    <a:pt x="56853" y="44692"/>
                  </a:lnTo>
                  <a:lnTo>
                    <a:pt x="55336" y="45560"/>
                  </a:lnTo>
                  <a:lnTo>
                    <a:pt x="54539" y="58387"/>
                  </a:lnTo>
                  <a:lnTo>
                    <a:pt x="54476" y="59414"/>
                  </a:lnTo>
                  <a:lnTo>
                    <a:pt x="54436" y="60057"/>
                  </a:lnTo>
                  <a:lnTo>
                    <a:pt x="54343" y="61328"/>
                  </a:lnTo>
                  <a:lnTo>
                    <a:pt x="53822" y="68486"/>
                  </a:lnTo>
                  <a:lnTo>
                    <a:pt x="53752" y="70184"/>
                  </a:lnTo>
                  <a:lnTo>
                    <a:pt x="53584" y="74276"/>
                  </a:lnTo>
                  <a:lnTo>
                    <a:pt x="43756" y="73664"/>
                  </a:lnTo>
                  <a:lnTo>
                    <a:pt x="38023" y="70858"/>
                  </a:lnTo>
                  <a:lnTo>
                    <a:pt x="36256" y="71861"/>
                  </a:lnTo>
                  <a:lnTo>
                    <a:pt x="35127" y="71610"/>
                  </a:lnTo>
                  <a:lnTo>
                    <a:pt x="32428" y="67647"/>
                  </a:lnTo>
                  <a:lnTo>
                    <a:pt x="30661" y="65640"/>
                  </a:lnTo>
                  <a:lnTo>
                    <a:pt x="28894" y="65038"/>
                  </a:lnTo>
                  <a:lnTo>
                    <a:pt x="26341" y="68600"/>
                  </a:lnTo>
                  <a:lnTo>
                    <a:pt x="25094" y="70876"/>
                  </a:lnTo>
                  <a:lnTo>
                    <a:pt x="24675" y="71640"/>
                  </a:lnTo>
                  <a:lnTo>
                    <a:pt x="24605" y="71767"/>
                  </a:lnTo>
                  <a:lnTo>
                    <a:pt x="23105" y="71253"/>
                  </a:lnTo>
                  <a:lnTo>
                    <a:pt x="19670" y="70077"/>
                  </a:lnTo>
                  <a:lnTo>
                    <a:pt x="16519" y="68361"/>
                  </a:lnTo>
                  <a:lnTo>
                    <a:pt x="13618" y="66262"/>
                  </a:lnTo>
                  <a:lnTo>
                    <a:pt x="11064" y="64897"/>
                  </a:lnTo>
                  <a:lnTo>
                    <a:pt x="9947" y="64865"/>
                  </a:lnTo>
                  <a:lnTo>
                    <a:pt x="9636" y="64856"/>
                  </a:lnTo>
                  <a:lnTo>
                    <a:pt x="8546" y="65240"/>
                  </a:lnTo>
                  <a:lnTo>
                    <a:pt x="6891" y="61232"/>
                  </a:lnTo>
                  <a:lnTo>
                    <a:pt x="0" y="53767"/>
                  </a:lnTo>
                  <a:lnTo>
                    <a:pt x="1376" y="53168"/>
                  </a:lnTo>
                  <a:lnTo>
                    <a:pt x="2005" y="52894"/>
                  </a:lnTo>
                  <a:lnTo>
                    <a:pt x="3828" y="52101"/>
                  </a:lnTo>
                  <a:lnTo>
                    <a:pt x="5499" y="51389"/>
                  </a:lnTo>
                  <a:lnTo>
                    <a:pt x="6161" y="51107"/>
                  </a:lnTo>
                  <a:lnTo>
                    <a:pt x="7526" y="50718"/>
                  </a:lnTo>
                  <a:lnTo>
                    <a:pt x="8813" y="50351"/>
                  </a:lnTo>
                  <a:lnTo>
                    <a:pt x="9436" y="50323"/>
                  </a:lnTo>
                  <a:lnTo>
                    <a:pt x="12330" y="50194"/>
                  </a:lnTo>
                  <a:lnTo>
                    <a:pt x="12864" y="50555"/>
                  </a:lnTo>
                  <a:lnTo>
                    <a:pt x="17827" y="53907"/>
                  </a:lnTo>
                  <a:lnTo>
                    <a:pt x="18672" y="50897"/>
                  </a:lnTo>
                  <a:lnTo>
                    <a:pt x="19306" y="47050"/>
                  </a:lnTo>
                  <a:lnTo>
                    <a:pt x="20201" y="41629"/>
                  </a:lnTo>
                  <a:lnTo>
                    <a:pt x="21384" y="34458"/>
                  </a:lnTo>
                  <a:lnTo>
                    <a:pt x="21460" y="33998"/>
                  </a:lnTo>
                  <a:lnTo>
                    <a:pt x="21970" y="29924"/>
                  </a:lnTo>
                  <a:lnTo>
                    <a:pt x="14666" y="28941"/>
                  </a:lnTo>
                  <a:lnTo>
                    <a:pt x="14331" y="25140"/>
                  </a:lnTo>
                  <a:lnTo>
                    <a:pt x="15041" y="25079"/>
                  </a:lnTo>
                  <a:lnTo>
                    <a:pt x="14462" y="12719"/>
                  </a:lnTo>
                  <a:lnTo>
                    <a:pt x="13856" y="12630"/>
                  </a:lnTo>
                  <a:lnTo>
                    <a:pt x="13835" y="12337"/>
                  </a:lnTo>
                  <a:lnTo>
                    <a:pt x="13474" y="7409"/>
                  </a:lnTo>
                  <a:lnTo>
                    <a:pt x="13499" y="1167"/>
                  </a:lnTo>
                  <a:lnTo>
                    <a:pt x="16186" y="402"/>
                  </a:lnTo>
                  <a:lnTo>
                    <a:pt x="32620" y="0"/>
                  </a:lnTo>
                  <a:lnTo>
                    <a:pt x="35027" y="432"/>
                  </a:lnTo>
                  <a:lnTo>
                    <a:pt x="36023" y="612"/>
                  </a:lnTo>
                  <a:lnTo>
                    <a:pt x="40384" y="1396"/>
                  </a:lnTo>
                  <a:lnTo>
                    <a:pt x="41637" y="16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g25"/>
            <p:cNvSpPr/>
            <p:nvPr/>
          </p:nvSpPr>
          <p:spPr>
            <a:xfrm>
              <a:off x="2574749" y="5124927"/>
              <a:ext cx="169084" cy="152116"/>
            </a:xfrm>
            <a:custGeom>
              <a:avLst/>
              <a:pathLst>
                <a:path w="169084" h="152116">
                  <a:moveTo>
                    <a:pt x="142222" y="42717"/>
                  </a:moveTo>
                  <a:lnTo>
                    <a:pt x="146579" y="43031"/>
                  </a:lnTo>
                  <a:lnTo>
                    <a:pt x="156107" y="42245"/>
                  </a:lnTo>
                  <a:lnTo>
                    <a:pt x="156823" y="42185"/>
                  </a:lnTo>
                  <a:lnTo>
                    <a:pt x="160060" y="41965"/>
                  </a:lnTo>
                  <a:lnTo>
                    <a:pt x="162148" y="41824"/>
                  </a:lnTo>
                  <a:lnTo>
                    <a:pt x="164139" y="42296"/>
                  </a:lnTo>
                  <a:lnTo>
                    <a:pt x="165400" y="42904"/>
                  </a:lnTo>
                  <a:lnTo>
                    <a:pt x="166000" y="43482"/>
                  </a:lnTo>
                  <a:lnTo>
                    <a:pt x="166424" y="44325"/>
                  </a:lnTo>
                  <a:lnTo>
                    <a:pt x="166735" y="45552"/>
                  </a:lnTo>
                  <a:lnTo>
                    <a:pt x="166932" y="47480"/>
                  </a:lnTo>
                  <a:lnTo>
                    <a:pt x="166966" y="47822"/>
                  </a:lnTo>
                  <a:lnTo>
                    <a:pt x="167213" y="82140"/>
                  </a:lnTo>
                  <a:lnTo>
                    <a:pt x="167305" y="83452"/>
                  </a:lnTo>
                  <a:lnTo>
                    <a:pt x="167452" y="85544"/>
                  </a:lnTo>
                  <a:lnTo>
                    <a:pt x="168140" y="95323"/>
                  </a:lnTo>
                  <a:lnTo>
                    <a:pt x="168147" y="95464"/>
                  </a:lnTo>
                  <a:lnTo>
                    <a:pt x="168365" y="99487"/>
                  </a:lnTo>
                  <a:lnTo>
                    <a:pt x="168400" y="100015"/>
                  </a:lnTo>
                  <a:lnTo>
                    <a:pt x="168637" y="103662"/>
                  </a:lnTo>
                  <a:lnTo>
                    <a:pt x="168727" y="105051"/>
                  </a:lnTo>
                  <a:lnTo>
                    <a:pt x="168788" y="105982"/>
                  </a:lnTo>
                  <a:lnTo>
                    <a:pt x="169084" y="110525"/>
                  </a:lnTo>
                  <a:lnTo>
                    <a:pt x="168830" y="125491"/>
                  </a:lnTo>
                  <a:lnTo>
                    <a:pt x="168818" y="126147"/>
                  </a:lnTo>
                  <a:lnTo>
                    <a:pt x="168814" y="126394"/>
                  </a:lnTo>
                  <a:lnTo>
                    <a:pt x="166668" y="126746"/>
                  </a:lnTo>
                  <a:lnTo>
                    <a:pt x="166003" y="126855"/>
                  </a:lnTo>
                  <a:lnTo>
                    <a:pt x="156862" y="128354"/>
                  </a:lnTo>
                  <a:lnTo>
                    <a:pt x="154035" y="128380"/>
                  </a:lnTo>
                  <a:lnTo>
                    <a:pt x="153269" y="128339"/>
                  </a:lnTo>
                  <a:lnTo>
                    <a:pt x="151261" y="128232"/>
                  </a:lnTo>
                  <a:lnTo>
                    <a:pt x="149752" y="128119"/>
                  </a:lnTo>
                  <a:lnTo>
                    <a:pt x="130178" y="126660"/>
                  </a:lnTo>
                  <a:lnTo>
                    <a:pt x="128377" y="126526"/>
                  </a:lnTo>
                  <a:lnTo>
                    <a:pt x="122101" y="126113"/>
                  </a:lnTo>
                  <a:lnTo>
                    <a:pt x="118505" y="125876"/>
                  </a:lnTo>
                  <a:lnTo>
                    <a:pt x="113280" y="125471"/>
                  </a:lnTo>
                  <a:lnTo>
                    <a:pt x="110117" y="125225"/>
                  </a:lnTo>
                  <a:lnTo>
                    <a:pt x="109893" y="125217"/>
                  </a:lnTo>
                  <a:lnTo>
                    <a:pt x="109059" y="125185"/>
                  </a:lnTo>
                  <a:lnTo>
                    <a:pt x="101048" y="124883"/>
                  </a:lnTo>
                  <a:lnTo>
                    <a:pt x="91795" y="125102"/>
                  </a:lnTo>
                  <a:lnTo>
                    <a:pt x="91622" y="125120"/>
                  </a:lnTo>
                  <a:lnTo>
                    <a:pt x="89190" y="125386"/>
                  </a:lnTo>
                  <a:lnTo>
                    <a:pt x="88696" y="125494"/>
                  </a:lnTo>
                  <a:lnTo>
                    <a:pt x="83401" y="126653"/>
                  </a:lnTo>
                  <a:lnTo>
                    <a:pt x="78815" y="128110"/>
                  </a:lnTo>
                  <a:lnTo>
                    <a:pt x="72744" y="130039"/>
                  </a:lnTo>
                  <a:lnTo>
                    <a:pt x="72134" y="130259"/>
                  </a:lnTo>
                  <a:lnTo>
                    <a:pt x="68352" y="131618"/>
                  </a:lnTo>
                  <a:lnTo>
                    <a:pt x="56325" y="135942"/>
                  </a:lnTo>
                  <a:lnTo>
                    <a:pt x="37780" y="142772"/>
                  </a:lnTo>
                  <a:lnTo>
                    <a:pt x="33765" y="144251"/>
                  </a:lnTo>
                  <a:lnTo>
                    <a:pt x="32024" y="144898"/>
                  </a:lnTo>
                  <a:lnTo>
                    <a:pt x="31888" y="144949"/>
                  </a:lnTo>
                  <a:lnTo>
                    <a:pt x="20104" y="149330"/>
                  </a:lnTo>
                  <a:lnTo>
                    <a:pt x="16316" y="150739"/>
                  </a:lnTo>
                  <a:lnTo>
                    <a:pt x="13768" y="151682"/>
                  </a:lnTo>
                  <a:lnTo>
                    <a:pt x="12720" y="151782"/>
                  </a:lnTo>
                  <a:lnTo>
                    <a:pt x="12560" y="151797"/>
                  </a:lnTo>
                  <a:lnTo>
                    <a:pt x="11879" y="151899"/>
                  </a:lnTo>
                  <a:lnTo>
                    <a:pt x="11226" y="151996"/>
                  </a:lnTo>
                  <a:lnTo>
                    <a:pt x="8988" y="152116"/>
                  </a:lnTo>
                  <a:lnTo>
                    <a:pt x="7972" y="152026"/>
                  </a:lnTo>
                  <a:lnTo>
                    <a:pt x="6537" y="151899"/>
                  </a:lnTo>
                  <a:lnTo>
                    <a:pt x="3451" y="151370"/>
                  </a:lnTo>
                  <a:lnTo>
                    <a:pt x="0" y="150474"/>
                  </a:lnTo>
                  <a:lnTo>
                    <a:pt x="2784" y="147516"/>
                  </a:lnTo>
                  <a:lnTo>
                    <a:pt x="7786" y="140473"/>
                  </a:lnTo>
                  <a:lnTo>
                    <a:pt x="8352" y="139677"/>
                  </a:lnTo>
                  <a:lnTo>
                    <a:pt x="9215" y="138048"/>
                  </a:lnTo>
                  <a:lnTo>
                    <a:pt x="9774" y="136800"/>
                  </a:lnTo>
                  <a:lnTo>
                    <a:pt x="12001" y="131188"/>
                  </a:lnTo>
                  <a:lnTo>
                    <a:pt x="12643" y="129198"/>
                  </a:lnTo>
                  <a:lnTo>
                    <a:pt x="13062" y="127897"/>
                  </a:lnTo>
                  <a:lnTo>
                    <a:pt x="13551" y="126073"/>
                  </a:lnTo>
                  <a:lnTo>
                    <a:pt x="13611" y="125850"/>
                  </a:lnTo>
                  <a:lnTo>
                    <a:pt x="13934" y="124352"/>
                  </a:lnTo>
                  <a:lnTo>
                    <a:pt x="14190" y="123160"/>
                  </a:lnTo>
                  <a:lnTo>
                    <a:pt x="14407" y="121868"/>
                  </a:lnTo>
                  <a:lnTo>
                    <a:pt x="15154" y="111312"/>
                  </a:lnTo>
                  <a:lnTo>
                    <a:pt x="14610" y="103000"/>
                  </a:lnTo>
                  <a:lnTo>
                    <a:pt x="14566" y="102334"/>
                  </a:lnTo>
                  <a:lnTo>
                    <a:pt x="14414" y="100012"/>
                  </a:lnTo>
                  <a:lnTo>
                    <a:pt x="13937" y="92714"/>
                  </a:lnTo>
                  <a:lnTo>
                    <a:pt x="13902" y="92172"/>
                  </a:lnTo>
                  <a:lnTo>
                    <a:pt x="13039" y="78995"/>
                  </a:lnTo>
                  <a:lnTo>
                    <a:pt x="12998" y="78364"/>
                  </a:lnTo>
                  <a:lnTo>
                    <a:pt x="12921" y="77180"/>
                  </a:lnTo>
                  <a:lnTo>
                    <a:pt x="12778" y="74993"/>
                  </a:lnTo>
                  <a:lnTo>
                    <a:pt x="12712" y="73988"/>
                  </a:lnTo>
                  <a:lnTo>
                    <a:pt x="12374" y="68999"/>
                  </a:lnTo>
                  <a:lnTo>
                    <a:pt x="12105" y="65043"/>
                  </a:lnTo>
                  <a:lnTo>
                    <a:pt x="12038" y="64041"/>
                  </a:lnTo>
                  <a:lnTo>
                    <a:pt x="11752" y="59825"/>
                  </a:lnTo>
                  <a:lnTo>
                    <a:pt x="11152" y="50975"/>
                  </a:lnTo>
                  <a:lnTo>
                    <a:pt x="17411" y="49989"/>
                  </a:lnTo>
                  <a:lnTo>
                    <a:pt x="21862" y="49288"/>
                  </a:lnTo>
                  <a:lnTo>
                    <a:pt x="25003" y="48383"/>
                  </a:lnTo>
                  <a:lnTo>
                    <a:pt x="26068" y="48076"/>
                  </a:lnTo>
                  <a:lnTo>
                    <a:pt x="26617" y="47919"/>
                  </a:lnTo>
                  <a:lnTo>
                    <a:pt x="27079" y="47806"/>
                  </a:lnTo>
                  <a:lnTo>
                    <a:pt x="28361" y="47494"/>
                  </a:lnTo>
                  <a:lnTo>
                    <a:pt x="33772" y="45373"/>
                  </a:lnTo>
                  <a:lnTo>
                    <a:pt x="34440" y="45111"/>
                  </a:lnTo>
                  <a:lnTo>
                    <a:pt x="34605" y="45046"/>
                  </a:lnTo>
                  <a:lnTo>
                    <a:pt x="40243" y="41241"/>
                  </a:lnTo>
                  <a:lnTo>
                    <a:pt x="45287" y="37837"/>
                  </a:lnTo>
                  <a:lnTo>
                    <a:pt x="47888" y="36082"/>
                  </a:lnTo>
                  <a:lnTo>
                    <a:pt x="48045" y="35975"/>
                  </a:lnTo>
                  <a:lnTo>
                    <a:pt x="48905" y="35395"/>
                  </a:lnTo>
                  <a:lnTo>
                    <a:pt x="49429" y="35042"/>
                  </a:lnTo>
                  <a:lnTo>
                    <a:pt x="56711" y="30127"/>
                  </a:lnTo>
                  <a:lnTo>
                    <a:pt x="57238" y="29771"/>
                  </a:lnTo>
                  <a:lnTo>
                    <a:pt x="64967" y="24556"/>
                  </a:lnTo>
                  <a:lnTo>
                    <a:pt x="65224" y="24382"/>
                  </a:lnTo>
                  <a:lnTo>
                    <a:pt x="73173" y="19018"/>
                  </a:lnTo>
                  <a:lnTo>
                    <a:pt x="73397" y="18866"/>
                  </a:lnTo>
                  <a:lnTo>
                    <a:pt x="81550" y="13364"/>
                  </a:lnTo>
                  <a:lnTo>
                    <a:pt x="82244" y="12896"/>
                  </a:lnTo>
                  <a:lnTo>
                    <a:pt x="82474" y="12741"/>
                  </a:lnTo>
                  <a:lnTo>
                    <a:pt x="82966" y="12409"/>
                  </a:lnTo>
                  <a:lnTo>
                    <a:pt x="83440" y="12187"/>
                  </a:lnTo>
                  <a:lnTo>
                    <a:pt x="85257" y="11339"/>
                  </a:lnTo>
                  <a:lnTo>
                    <a:pt x="88238" y="9947"/>
                  </a:lnTo>
                  <a:lnTo>
                    <a:pt x="112809" y="890"/>
                  </a:lnTo>
                  <a:lnTo>
                    <a:pt x="114596" y="232"/>
                  </a:lnTo>
                  <a:lnTo>
                    <a:pt x="115226" y="0"/>
                  </a:lnTo>
                  <a:lnTo>
                    <a:pt x="115274" y="678"/>
                  </a:lnTo>
                  <a:lnTo>
                    <a:pt x="115425" y="2824"/>
                  </a:lnTo>
                  <a:lnTo>
                    <a:pt x="115475" y="3525"/>
                  </a:lnTo>
                  <a:lnTo>
                    <a:pt x="115681" y="4101"/>
                  </a:lnTo>
                  <a:lnTo>
                    <a:pt x="115966" y="4893"/>
                  </a:lnTo>
                  <a:lnTo>
                    <a:pt x="120532" y="17622"/>
                  </a:lnTo>
                  <a:lnTo>
                    <a:pt x="125445" y="30254"/>
                  </a:lnTo>
                  <a:lnTo>
                    <a:pt x="125571" y="30577"/>
                  </a:lnTo>
                  <a:lnTo>
                    <a:pt x="126250" y="31835"/>
                  </a:lnTo>
                  <a:lnTo>
                    <a:pt x="126438" y="32184"/>
                  </a:lnTo>
                  <a:lnTo>
                    <a:pt x="126861" y="32849"/>
                  </a:lnTo>
                  <a:lnTo>
                    <a:pt x="127714" y="34191"/>
                  </a:lnTo>
                  <a:lnTo>
                    <a:pt x="128869" y="35735"/>
                  </a:lnTo>
                  <a:lnTo>
                    <a:pt x="128994" y="35890"/>
                  </a:lnTo>
                  <a:lnTo>
                    <a:pt x="129972" y="37101"/>
                  </a:lnTo>
                  <a:lnTo>
                    <a:pt x="131788" y="39007"/>
                  </a:lnTo>
                  <a:lnTo>
                    <a:pt x="133748" y="40020"/>
                  </a:lnTo>
                  <a:lnTo>
                    <a:pt x="135127" y="40729"/>
                  </a:lnTo>
                  <a:lnTo>
                    <a:pt x="138050" y="4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g26"/>
            <p:cNvSpPr/>
            <p:nvPr/>
          </p:nvSpPr>
          <p:spPr>
            <a:xfrm>
              <a:off x="2678200" y="5024452"/>
              <a:ext cx="118279" cy="147590"/>
            </a:xfrm>
            <a:custGeom>
              <a:avLst/>
              <a:pathLst>
                <a:path w="118279" h="147590">
                  <a:moveTo>
                    <a:pt x="94355" y="2665"/>
                  </a:moveTo>
                  <a:lnTo>
                    <a:pt x="94528" y="4317"/>
                  </a:lnTo>
                  <a:lnTo>
                    <a:pt x="94552" y="4552"/>
                  </a:lnTo>
                  <a:lnTo>
                    <a:pt x="94597" y="5959"/>
                  </a:lnTo>
                  <a:lnTo>
                    <a:pt x="94603" y="6147"/>
                  </a:lnTo>
                  <a:lnTo>
                    <a:pt x="94626" y="6872"/>
                  </a:lnTo>
                  <a:lnTo>
                    <a:pt x="94706" y="8174"/>
                  </a:lnTo>
                  <a:lnTo>
                    <a:pt x="94772" y="9261"/>
                  </a:lnTo>
                  <a:lnTo>
                    <a:pt x="94871" y="10886"/>
                  </a:lnTo>
                  <a:lnTo>
                    <a:pt x="94865" y="11023"/>
                  </a:lnTo>
                  <a:lnTo>
                    <a:pt x="94847" y="11444"/>
                  </a:lnTo>
                  <a:lnTo>
                    <a:pt x="94809" y="12297"/>
                  </a:lnTo>
                  <a:lnTo>
                    <a:pt x="94733" y="14030"/>
                  </a:lnTo>
                  <a:lnTo>
                    <a:pt x="94715" y="14433"/>
                  </a:lnTo>
                  <a:lnTo>
                    <a:pt x="94631" y="16328"/>
                  </a:lnTo>
                  <a:lnTo>
                    <a:pt x="94517" y="18899"/>
                  </a:lnTo>
                  <a:lnTo>
                    <a:pt x="94442" y="20607"/>
                  </a:lnTo>
                  <a:lnTo>
                    <a:pt x="94589" y="22041"/>
                  </a:lnTo>
                  <a:lnTo>
                    <a:pt x="95038" y="26440"/>
                  </a:lnTo>
                  <a:lnTo>
                    <a:pt x="95909" y="29122"/>
                  </a:lnTo>
                  <a:lnTo>
                    <a:pt x="97202" y="33104"/>
                  </a:lnTo>
                  <a:lnTo>
                    <a:pt x="99864" y="41309"/>
                  </a:lnTo>
                  <a:lnTo>
                    <a:pt x="100025" y="41805"/>
                  </a:lnTo>
                  <a:lnTo>
                    <a:pt x="100365" y="42839"/>
                  </a:lnTo>
                  <a:lnTo>
                    <a:pt x="101788" y="47169"/>
                  </a:lnTo>
                  <a:lnTo>
                    <a:pt x="102867" y="50454"/>
                  </a:lnTo>
                  <a:lnTo>
                    <a:pt x="103315" y="51816"/>
                  </a:lnTo>
                  <a:lnTo>
                    <a:pt x="103969" y="53808"/>
                  </a:lnTo>
                  <a:lnTo>
                    <a:pt x="104640" y="55850"/>
                  </a:lnTo>
                  <a:lnTo>
                    <a:pt x="104871" y="56551"/>
                  </a:lnTo>
                  <a:lnTo>
                    <a:pt x="105270" y="57766"/>
                  </a:lnTo>
                  <a:lnTo>
                    <a:pt x="105883" y="59633"/>
                  </a:lnTo>
                  <a:lnTo>
                    <a:pt x="106035" y="60094"/>
                  </a:lnTo>
                  <a:lnTo>
                    <a:pt x="106515" y="61556"/>
                  </a:lnTo>
                  <a:lnTo>
                    <a:pt x="106577" y="61743"/>
                  </a:lnTo>
                  <a:lnTo>
                    <a:pt x="106226" y="61706"/>
                  </a:lnTo>
                  <a:lnTo>
                    <a:pt x="106545" y="65111"/>
                  </a:lnTo>
                  <a:lnTo>
                    <a:pt x="107170" y="71768"/>
                  </a:lnTo>
                  <a:lnTo>
                    <a:pt x="107186" y="71940"/>
                  </a:lnTo>
                  <a:lnTo>
                    <a:pt x="108344" y="71880"/>
                  </a:lnTo>
                  <a:lnTo>
                    <a:pt x="108452" y="72312"/>
                  </a:lnTo>
                  <a:lnTo>
                    <a:pt x="109330" y="75834"/>
                  </a:lnTo>
                  <a:lnTo>
                    <a:pt x="109534" y="76649"/>
                  </a:lnTo>
                  <a:lnTo>
                    <a:pt x="109601" y="76917"/>
                  </a:lnTo>
                  <a:lnTo>
                    <a:pt x="109921" y="77259"/>
                  </a:lnTo>
                  <a:lnTo>
                    <a:pt x="110362" y="77730"/>
                  </a:lnTo>
                  <a:lnTo>
                    <a:pt x="110500" y="77876"/>
                  </a:lnTo>
                  <a:lnTo>
                    <a:pt x="110955" y="78362"/>
                  </a:lnTo>
                  <a:lnTo>
                    <a:pt x="113872" y="84084"/>
                  </a:lnTo>
                  <a:lnTo>
                    <a:pt x="114193" y="84492"/>
                  </a:lnTo>
                  <a:lnTo>
                    <a:pt x="114324" y="84666"/>
                  </a:lnTo>
                  <a:lnTo>
                    <a:pt x="116351" y="88570"/>
                  </a:lnTo>
                  <a:lnTo>
                    <a:pt x="117009" y="89838"/>
                  </a:lnTo>
                  <a:lnTo>
                    <a:pt x="117170" y="90180"/>
                  </a:lnTo>
                  <a:lnTo>
                    <a:pt x="117264" y="90301"/>
                  </a:lnTo>
                  <a:lnTo>
                    <a:pt x="118279" y="92523"/>
                  </a:lnTo>
                  <a:lnTo>
                    <a:pt x="107982" y="92717"/>
                  </a:lnTo>
                  <a:lnTo>
                    <a:pt x="99146" y="93824"/>
                  </a:lnTo>
                  <a:lnTo>
                    <a:pt x="99288" y="95269"/>
                  </a:lnTo>
                  <a:lnTo>
                    <a:pt x="96921" y="95863"/>
                  </a:lnTo>
                  <a:lnTo>
                    <a:pt x="96790" y="95895"/>
                  </a:lnTo>
                  <a:lnTo>
                    <a:pt x="97128" y="96414"/>
                  </a:lnTo>
                  <a:lnTo>
                    <a:pt x="97685" y="97268"/>
                  </a:lnTo>
                  <a:lnTo>
                    <a:pt x="99235" y="102214"/>
                  </a:lnTo>
                  <a:lnTo>
                    <a:pt x="99908" y="104361"/>
                  </a:lnTo>
                  <a:lnTo>
                    <a:pt x="99994" y="104638"/>
                  </a:lnTo>
                  <a:lnTo>
                    <a:pt x="98369" y="105240"/>
                  </a:lnTo>
                  <a:lnTo>
                    <a:pt x="99247" y="107375"/>
                  </a:lnTo>
                  <a:lnTo>
                    <a:pt x="99702" y="108214"/>
                  </a:lnTo>
                  <a:lnTo>
                    <a:pt x="101455" y="106974"/>
                  </a:lnTo>
                  <a:lnTo>
                    <a:pt x="102869" y="108395"/>
                  </a:lnTo>
                  <a:lnTo>
                    <a:pt x="105673" y="108900"/>
                  </a:lnTo>
                  <a:lnTo>
                    <a:pt x="108382" y="108322"/>
                  </a:lnTo>
                  <a:lnTo>
                    <a:pt x="108900" y="103747"/>
                  </a:lnTo>
                  <a:lnTo>
                    <a:pt x="115616" y="105323"/>
                  </a:lnTo>
                  <a:lnTo>
                    <a:pt x="109224" y="113842"/>
                  </a:lnTo>
                  <a:lnTo>
                    <a:pt x="108813" y="114390"/>
                  </a:lnTo>
                  <a:lnTo>
                    <a:pt x="108493" y="114266"/>
                  </a:lnTo>
                  <a:lnTo>
                    <a:pt x="107989" y="114069"/>
                  </a:lnTo>
                  <a:lnTo>
                    <a:pt x="107209" y="115713"/>
                  </a:lnTo>
                  <a:lnTo>
                    <a:pt x="107016" y="116119"/>
                  </a:lnTo>
                  <a:lnTo>
                    <a:pt x="106945" y="116270"/>
                  </a:lnTo>
                  <a:lnTo>
                    <a:pt x="106744" y="116692"/>
                  </a:lnTo>
                  <a:lnTo>
                    <a:pt x="106378" y="117699"/>
                  </a:lnTo>
                  <a:lnTo>
                    <a:pt x="105540" y="119998"/>
                  </a:lnTo>
                  <a:lnTo>
                    <a:pt x="104606" y="121054"/>
                  </a:lnTo>
                  <a:lnTo>
                    <a:pt x="103263" y="121439"/>
                  </a:lnTo>
                  <a:lnTo>
                    <a:pt x="101863" y="121840"/>
                  </a:lnTo>
                  <a:lnTo>
                    <a:pt x="101855" y="121971"/>
                  </a:lnTo>
                  <a:lnTo>
                    <a:pt x="101724" y="124140"/>
                  </a:lnTo>
                  <a:lnTo>
                    <a:pt x="101710" y="124377"/>
                  </a:lnTo>
                  <a:lnTo>
                    <a:pt x="99901" y="124072"/>
                  </a:lnTo>
                  <a:lnTo>
                    <a:pt x="98652" y="123783"/>
                  </a:lnTo>
                  <a:lnTo>
                    <a:pt x="98065" y="123589"/>
                  </a:lnTo>
                  <a:lnTo>
                    <a:pt x="96461" y="123060"/>
                  </a:lnTo>
                  <a:lnTo>
                    <a:pt x="95245" y="123161"/>
                  </a:lnTo>
                  <a:lnTo>
                    <a:pt x="94815" y="123465"/>
                  </a:lnTo>
                  <a:lnTo>
                    <a:pt x="94434" y="123734"/>
                  </a:lnTo>
                  <a:lnTo>
                    <a:pt x="94208" y="123926"/>
                  </a:lnTo>
                  <a:lnTo>
                    <a:pt x="92162" y="125654"/>
                  </a:lnTo>
                  <a:lnTo>
                    <a:pt x="91584" y="126143"/>
                  </a:lnTo>
                  <a:lnTo>
                    <a:pt x="90412" y="127600"/>
                  </a:lnTo>
                  <a:lnTo>
                    <a:pt x="89958" y="128166"/>
                  </a:lnTo>
                  <a:lnTo>
                    <a:pt x="89486" y="128841"/>
                  </a:lnTo>
                  <a:lnTo>
                    <a:pt x="89764" y="130039"/>
                  </a:lnTo>
                  <a:lnTo>
                    <a:pt x="90266" y="129998"/>
                  </a:lnTo>
                  <a:lnTo>
                    <a:pt x="93623" y="129723"/>
                  </a:lnTo>
                  <a:lnTo>
                    <a:pt x="93988" y="129820"/>
                  </a:lnTo>
                  <a:lnTo>
                    <a:pt x="94650" y="132947"/>
                  </a:lnTo>
                  <a:lnTo>
                    <a:pt x="90846" y="133447"/>
                  </a:lnTo>
                  <a:lnTo>
                    <a:pt x="90454" y="133592"/>
                  </a:lnTo>
                  <a:lnTo>
                    <a:pt x="87058" y="136499"/>
                  </a:lnTo>
                  <a:lnTo>
                    <a:pt x="83195" y="139629"/>
                  </a:lnTo>
                  <a:lnTo>
                    <a:pt x="82023" y="140580"/>
                  </a:lnTo>
                  <a:lnTo>
                    <a:pt x="76095" y="145893"/>
                  </a:lnTo>
                  <a:lnTo>
                    <a:pt x="74202" y="147590"/>
                  </a:lnTo>
                  <a:lnTo>
                    <a:pt x="72104" y="146320"/>
                  </a:lnTo>
                  <a:lnTo>
                    <a:pt x="69173" y="144546"/>
                  </a:lnTo>
                  <a:lnTo>
                    <a:pt x="66741" y="143074"/>
                  </a:lnTo>
                  <a:lnTo>
                    <a:pt x="66115" y="142821"/>
                  </a:lnTo>
                  <a:lnTo>
                    <a:pt x="64118" y="142013"/>
                  </a:lnTo>
                  <a:lnTo>
                    <a:pt x="58483" y="139732"/>
                  </a:lnTo>
                  <a:lnTo>
                    <a:pt x="58588" y="142306"/>
                  </a:lnTo>
                  <a:lnTo>
                    <a:pt x="56609" y="142440"/>
                  </a:lnTo>
                  <a:lnTo>
                    <a:pt x="53372" y="142660"/>
                  </a:lnTo>
                  <a:lnTo>
                    <a:pt x="52656" y="142719"/>
                  </a:lnTo>
                  <a:lnTo>
                    <a:pt x="43127" y="143505"/>
                  </a:lnTo>
                  <a:lnTo>
                    <a:pt x="38771" y="143192"/>
                  </a:lnTo>
                  <a:lnTo>
                    <a:pt x="34599" y="142314"/>
                  </a:lnTo>
                  <a:lnTo>
                    <a:pt x="31675" y="141204"/>
                  </a:lnTo>
                  <a:lnTo>
                    <a:pt x="30297" y="140495"/>
                  </a:lnTo>
                  <a:lnTo>
                    <a:pt x="28337" y="139482"/>
                  </a:lnTo>
                  <a:lnTo>
                    <a:pt x="26521" y="137576"/>
                  </a:lnTo>
                  <a:lnTo>
                    <a:pt x="25534" y="136354"/>
                  </a:lnTo>
                  <a:lnTo>
                    <a:pt x="25418" y="136210"/>
                  </a:lnTo>
                  <a:lnTo>
                    <a:pt x="24263" y="134666"/>
                  </a:lnTo>
                  <a:lnTo>
                    <a:pt x="23410" y="133324"/>
                  </a:lnTo>
                  <a:lnTo>
                    <a:pt x="22987" y="132659"/>
                  </a:lnTo>
                  <a:lnTo>
                    <a:pt x="22791" y="132297"/>
                  </a:lnTo>
                  <a:lnTo>
                    <a:pt x="22104" y="131012"/>
                  </a:lnTo>
                  <a:lnTo>
                    <a:pt x="21993" y="130729"/>
                  </a:lnTo>
                  <a:lnTo>
                    <a:pt x="17081" y="118097"/>
                  </a:lnTo>
                  <a:lnTo>
                    <a:pt x="12509" y="105354"/>
                  </a:lnTo>
                  <a:lnTo>
                    <a:pt x="12230" y="104576"/>
                  </a:lnTo>
                  <a:lnTo>
                    <a:pt x="12023" y="104000"/>
                  </a:lnTo>
                  <a:lnTo>
                    <a:pt x="11974" y="103298"/>
                  </a:lnTo>
                  <a:lnTo>
                    <a:pt x="11823" y="101153"/>
                  </a:lnTo>
                  <a:lnTo>
                    <a:pt x="11775" y="100474"/>
                  </a:lnTo>
                  <a:lnTo>
                    <a:pt x="11688" y="99801"/>
                  </a:lnTo>
                  <a:lnTo>
                    <a:pt x="11658" y="99563"/>
                  </a:lnTo>
                  <a:lnTo>
                    <a:pt x="11532" y="98589"/>
                  </a:lnTo>
                  <a:lnTo>
                    <a:pt x="11448" y="97552"/>
                  </a:lnTo>
                  <a:lnTo>
                    <a:pt x="11396" y="96916"/>
                  </a:lnTo>
                  <a:lnTo>
                    <a:pt x="11361" y="96484"/>
                  </a:lnTo>
                  <a:lnTo>
                    <a:pt x="11717" y="91198"/>
                  </a:lnTo>
                  <a:lnTo>
                    <a:pt x="11753" y="90664"/>
                  </a:lnTo>
                  <a:lnTo>
                    <a:pt x="12207" y="87957"/>
                  </a:lnTo>
                  <a:lnTo>
                    <a:pt x="13049" y="82937"/>
                  </a:lnTo>
                  <a:lnTo>
                    <a:pt x="13122" y="82499"/>
                  </a:lnTo>
                  <a:lnTo>
                    <a:pt x="13207" y="81995"/>
                  </a:lnTo>
                  <a:lnTo>
                    <a:pt x="14502" y="75613"/>
                  </a:lnTo>
                  <a:lnTo>
                    <a:pt x="14716" y="73511"/>
                  </a:lnTo>
                  <a:lnTo>
                    <a:pt x="14776" y="72919"/>
                  </a:lnTo>
                  <a:lnTo>
                    <a:pt x="14876" y="71930"/>
                  </a:lnTo>
                  <a:lnTo>
                    <a:pt x="15052" y="70194"/>
                  </a:lnTo>
                  <a:lnTo>
                    <a:pt x="15060" y="69992"/>
                  </a:lnTo>
                  <a:lnTo>
                    <a:pt x="15170" y="67183"/>
                  </a:lnTo>
                  <a:lnTo>
                    <a:pt x="15248" y="65177"/>
                  </a:lnTo>
                  <a:lnTo>
                    <a:pt x="15209" y="61243"/>
                  </a:lnTo>
                  <a:lnTo>
                    <a:pt x="14524" y="56669"/>
                  </a:lnTo>
                  <a:lnTo>
                    <a:pt x="14109" y="53898"/>
                  </a:lnTo>
                  <a:lnTo>
                    <a:pt x="12971" y="48840"/>
                  </a:lnTo>
                  <a:lnTo>
                    <a:pt x="11749" y="45422"/>
                  </a:lnTo>
                  <a:lnTo>
                    <a:pt x="11487" y="44690"/>
                  </a:lnTo>
                  <a:lnTo>
                    <a:pt x="11224" y="43953"/>
                  </a:lnTo>
                  <a:lnTo>
                    <a:pt x="10789" y="42736"/>
                  </a:lnTo>
                  <a:lnTo>
                    <a:pt x="10575" y="42137"/>
                  </a:lnTo>
                  <a:lnTo>
                    <a:pt x="7815" y="34561"/>
                  </a:lnTo>
                  <a:lnTo>
                    <a:pt x="5858" y="29192"/>
                  </a:lnTo>
                  <a:lnTo>
                    <a:pt x="4527" y="25540"/>
                  </a:lnTo>
                  <a:lnTo>
                    <a:pt x="4470" y="25383"/>
                  </a:lnTo>
                  <a:lnTo>
                    <a:pt x="4308" y="24938"/>
                  </a:lnTo>
                  <a:lnTo>
                    <a:pt x="0" y="12888"/>
                  </a:lnTo>
                  <a:lnTo>
                    <a:pt x="389" y="12774"/>
                  </a:lnTo>
                  <a:lnTo>
                    <a:pt x="9345" y="10147"/>
                  </a:lnTo>
                  <a:lnTo>
                    <a:pt x="9721" y="10054"/>
                  </a:lnTo>
                  <a:lnTo>
                    <a:pt x="11855" y="9522"/>
                  </a:lnTo>
                  <a:lnTo>
                    <a:pt x="18843" y="7781"/>
                  </a:lnTo>
                  <a:lnTo>
                    <a:pt x="23521" y="6615"/>
                  </a:lnTo>
                  <a:lnTo>
                    <a:pt x="25395" y="6211"/>
                  </a:lnTo>
                  <a:lnTo>
                    <a:pt x="29865" y="5247"/>
                  </a:lnTo>
                  <a:lnTo>
                    <a:pt x="31817" y="4830"/>
                  </a:lnTo>
                  <a:lnTo>
                    <a:pt x="39623" y="3966"/>
                  </a:lnTo>
                  <a:lnTo>
                    <a:pt x="45652" y="3245"/>
                  </a:lnTo>
                  <a:lnTo>
                    <a:pt x="48226" y="2938"/>
                  </a:lnTo>
                  <a:lnTo>
                    <a:pt x="49504" y="2687"/>
                  </a:lnTo>
                  <a:lnTo>
                    <a:pt x="53770" y="1851"/>
                  </a:lnTo>
                  <a:lnTo>
                    <a:pt x="55850" y="1444"/>
                  </a:lnTo>
                  <a:lnTo>
                    <a:pt x="56708" y="1276"/>
                  </a:lnTo>
                  <a:lnTo>
                    <a:pt x="61868" y="1204"/>
                  </a:lnTo>
                  <a:lnTo>
                    <a:pt x="66570" y="2081"/>
                  </a:lnTo>
                  <a:lnTo>
                    <a:pt x="67805" y="2311"/>
                  </a:lnTo>
                  <a:lnTo>
                    <a:pt x="73533" y="3717"/>
                  </a:lnTo>
                  <a:lnTo>
                    <a:pt x="75431" y="4032"/>
                  </a:lnTo>
                  <a:lnTo>
                    <a:pt x="82614" y="2495"/>
                  </a:lnTo>
                  <a:lnTo>
                    <a:pt x="84588" y="2073"/>
                  </a:lnTo>
                  <a:lnTo>
                    <a:pt x="86982" y="1534"/>
                  </a:lnTo>
                  <a:lnTo>
                    <a:pt x="92929" y="194"/>
                  </a:lnTo>
                  <a:lnTo>
                    <a:pt x="94076" y="0"/>
                  </a:lnTo>
                  <a:lnTo>
                    <a:pt x="94174" y="9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g27"/>
            <p:cNvSpPr/>
            <p:nvPr/>
          </p:nvSpPr>
          <p:spPr>
            <a:xfrm>
              <a:off x="2381957" y="4960215"/>
              <a:ext cx="311491" cy="215686"/>
            </a:xfrm>
            <a:custGeom>
              <a:avLst/>
              <a:pathLst>
                <a:path w="311491" h="215686">
                  <a:moveTo>
                    <a:pt x="122371" y="62855"/>
                  </a:moveTo>
                  <a:lnTo>
                    <a:pt x="122720" y="63404"/>
                  </a:lnTo>
                  <a:lnTo>
                    <a:pt x="127096" y="60990"/>
                  </a:lnTo>
                  <a:lnTo>
                    <a:pt x="136091" y="56029"/>
                  </a:lnTo>
                  <a:lnTo>
                    <a:pt x="137172" y="55433"/>
                  </a:lnTo>
                  <a:lnTo>
                    <a:pt x="137810" y="55048"/>
                  </a:lnTo>
                  <a:lnTo>
                    <a:pt x="148814" y="48423"/>
                  </a:lnTo>
                  <a:lnTo>
                    <a:pt x="149292" y="48135"/>
                  </a:lnTo>
                  <a:lnTo>
                    <a:pt x="151413" y="46804"/>
                  </a:lnTo>
                  <a:lnTo>
                    <a:pt x="159848" y="41512"/>
                  </a:lnTo>
                  <a:lnTo>
                    <a:pt x="161190" y="40670"/>
                  </a:lnTo>
                  <a:lnTo>
                    <a:pt x="164628" y="38595"/>
                  </a:lnTo>
                  <a:lnTo>
                    <a:pt x="171249" y="34600"/>
                  </a:lnTo>
                  <a:lnTo>
                    <a:pt x="183074" y="27464"/>
                  </a:lnTo>
                  <a:lnTo>
                    <a:pt x="184005" y="26902"/>
                  </a:lnTo>
                  <a:lnTo>
                    <a:pt x="191427" y="22629"/>
                  </a:lnTo>
                  <a:lnTo>
                    <a:pt x="192659" y="21919"/>
                  </a:lnTo>
                  <a:lnTo>
                    <a:pt x="194109" y="21084"/>
                  </a:lnTo>
                  <a:lnTo>
                    <a:pt x="195617" y="20216"/>
                  </a:lnTo>
                  <a:lnTo>
                    <a:pt x="196679" y="22315"/>
                  </a:lnTo>
                  <a:lnTo>
                    <a:pt x="196977" y="22904"/>
                  </a:lnTo>
                  <a:lnTo>
                    <a:pt x="206349" y="41433"/>
                  </a:lnTo>
                  <a:lnTo>
                    <a:pt x="207134" y="42978"/>
                  </a:lnTo>
                  <a:lnTo>
                    <a:pt x="214027" y="56531"/>
                  </a:lnTo>
                  <a:lnTo>
                    <a:pt x="214334" y="57133"/>
                  </a:lnTo>
                  <a:lnTo>
                    <a:pt x="214672" y="57799"/>
                  </a:lnTo>
                  <a:lnTo>
                    <a:pt x="215759" y="59936"/>
                  </a:lnTo>
                  <a:lnTo>
                    <a:pt x="215941" y="60294"/>
                  </a:lnTo>
                  <a:lnTo>
                    <a:pt x="216262" y="60924"/>
                  </a:lnTo>
                  <a:lnTo>
                    <a:pt x="216395" y="61186"/>
                  </a:lnTo>
                  <a:lnTo>
                    <a:pt x="218758" y="65832"/>
                  </a:lnTo>
                  <a:lnTo>
                    <a:pt x="219138" y="66593"/>
                  </a:lnTo>
                  <a:lnTo>
                    <a:pt x="219891" y="66320"/>
                  </a:lnTo>
                  <a:lnTo>
                    <a:pt x="230671" y="62407"/>
                  </a:lnTo>
                  <a:lnTo>
                    <a:pt x="230980" y="62295"/>
                  </a:lnTo>
                  <a:lnTo>
                    <a:pt x="249752" y="55482"/>
                  </a:lnTo>
                  <a:lnTo>
                    <a:pt x="250267" y="55295"/>
                  </a:lnTo>
                  <a:lnTo>
                    <a:pt x="271990" y="47411"/>
                  </a:lnTo>
                  <a:lnTo>
                    <a:pt x="282987" y="43420"/>
                  </a:lnTo>
                  <a:lnTo>
                    <a:pt x="283456" y="43249"/>
                  </a:lnTo>
                  <a:lnTo>
                    <a:pt x="284648" y="46569"/>
                  </a:lnTo>
                  <a:lnTo>
                    <a:pt x="285535" y="49040"/>
                  </a:lnTo>
                  <a:lnTo>
                    <a:pt x="285778" y="49718"/>
                  </a:lnTo>
                  <a:lnTo>
                    <a:pt x="286678" y="52225"/>
                  </a:lnTo>
                  <a:lnTo>
                    <a:pt x="286798" y="52557"/>
                  </a:lnTo>
                  <a:lnTo>
                    <a:pt x="287482" y="54464"/>
                  </a:lnTo>
                  <a:lnTo>
                    <a:pt x="287581" y="54741"/>
                  </a:lnTo>
                  <a:lnTo>
                    <a:pt x="295621" y="77137"/>
                  </a:lnTo>
                  <a:lnTo>
                    <a:pt x="295676" y="77291"/>
                  </a:lnTo>
                  <a:lnTo>
                    <a:pt x="296243" y="77125"/>
                  </a:lnTo>
                  <a:lnTo>
                    <a:pt x="300551" y="89175"/>
                  </a:lnTo>
                  <a:lnTo>
                    <a:pt x="300714" y="89620"/>
                  </a:lnTo>
                  <a:lnTo>
                    <a:pt x="300770" y="89776"/>
                  </a:lnTo>
                  <a:lnTo>
                    <a:pt x="302109" y="93449"/>
                  </a:lnTo>
                  <a:lnTo>
                    <a:pt x="304058" y="98798"/>
                  </a:lnTo>
                  <a:lnTo>
                    <a:pt x="306818" y="106374"/>
                  </a:lnTo>
                  <a:lnTo>
                    <a:pt x="307032" y="106972"/>
                  </a:lnTo>
                  <a:lnTo>
                    <a:pt x="307467" y="108190"/>
                  </a:lnTo>
                  <a:lnTo>
                    <a:pt x="307730" y="108926"/>
                  </a:lnTo>
                  <a:lnTo>
                    <a:pt x="307992" y="109659"/>
                  </a:lnTo>
                  <a:lnTo>
                    <a:pt x="309214" y="113077"/>
                  </a:lnTo>
                  <a:lnTo>
                    <a:pt x="310353" y="118134"/>
                  </a:lnTo>
                  <a:lnTo>
                    <a:pt x="310767" y="120905"/>
                  </a:lnTo>
                  <a:lnTo>
                    <a:pt x="311452" y="125480"/>
                  </a:lnTo>
                  <a:lnTo>
                    <a:pt x="311491" y="129413"/>
                  </a:lnTo>
                  <a:lnTo>
                    <a:pt x="311413" y="131420"/>
                  </a:lnTo>
                  <a:lnTo>
                    <a:pt x="311303" y="134229"/>
                  </a:lnTo>
                  <a:lnTo>
                    <a:pt x="311295" y="134431"/>
                  </a:lnTo>
                  <a:lnTo>
                    <a:pt x="311119" y="136166"/>
                  </a:lnTo>
                  <a:lnTo>
                    <a:pt x="311019" y="137155"/>
                  </a:lnTo>
                  <a:lnTo>
                    <a:pt x="310959" y="137748"/>
                  </a:lnTo>
                  <a:lnTo>
                    <a:pt x="310745" y="139849"/>
                  </a:lnTo>
                  <a:lnTo>
                    <a:pt x="309450" y="146231"/>
                  </a:lnTo>
                  <a:lnTo>
                    <a:pt x="309365" y="146736"/>
                  </a:lnTo>
                  <a:lnTo>
                    <a:pt x="309292" y="147174"/>
                  </a:lnTo>
                  <a:lnTo>
                    <a:pt x="308450" y="152193"/>
                  </a:lnTo>
                  <a:lnTo>
                    <a:pt x="307997" y="154901"/>
                  </a:lnTo>
                  <a:lnTo>
                    <a:pt x="307961" y="155434"/>
                  </a:lnTo>
                  <a:lnTo>
                    <a:pt x="307604" y="160721"/>
                  </a:lnTo>
                  <a:lnTo>
                    <a:pt x="307639" y="161153"/>
                  </a:lnTo>
                  <a:lnTo>
                    <a:pt x="307691" y="161789"/>
                  </a:lnTo>
                  <a:lnTo>
                    <a:pt x="307775" y="162825"/>
                  </a:lnTo>
                  <a:lnTo>
                    <a:pt x="307901" y="163800"/>
                  </a:lnTo>
                  <a:lnTo>
                    <a:pt x="307931" y="164038"/>
                  </a:lnTo>
                  <a:lnTo>
                    <a:pt x="308018" y="164711"/>
                  </a:lnTo>
                  <a:lnTo>
                    <a:pt x="307388" y="164943"/>
                  </a:lnTo>
                  <a:lnTo>
                    <a:pt x="305601" y="165602"/>
                  </a:lnTo>
                  <a:lnTo>
                    <a:pt x="281030" y="174658"/>
                  </a:lnTo>
                  <a:lnTo>
                    <a:pt x="278048" y="176050"/>
                  </a:lnTo>
                  <a:lnTo>
                    <a:pt x="276232" y="176899"/>
                  </a:lnTo>
                  <a:lnTo>
                    <a:pt x="275757" y="177120"/>
                  </a:lnTo>
                  <a:lnTo>
                    <a:pt x="275265" y="177452"/>
                  </a:lnTo>
                  <a:lnTo>
                    <a:pt x="275035" y="177607"/>
                  </a:lnTo>
                  <a:lnTo>
                    <a:pt x="274342" y="178075"/>
                  </a:lnTo>
                  <a:lnTo>
                    <a:pt x="266189" y="183578"/>
                  </a:lnTo>
                  <a:lnTo>
                    <a:pt x="265884" y="183783"/>
                  </a:lnTo>
                  <a:lnTo>
                    <a:pt x="258015" y="189094"/>
                  </a:lnTo>
                  <a:lnTo>
                    <a:pt x="257758" y="189267"/>
                  </a:lnTo>
                  <a:lnTo>
                    <a:pt x="250030" y="194483"/>
                  </a:lnTo>
                  <a:lnTo>
                    <a:pt x="249503" y="194838"/>
                  </a:lnTo>
                  <a:lnTo>
                    <a:pt x="242221" y="199753"/>
                  </a:lnTo>
                  <a:lnTo>
                    <a:pt x="241697" y="200107"/>
                  </a:lnTo>
                  <a:lnTo>
                    <a:pt x="240837" y="200687"/>
                  </a:lnTo>
                  <a:lnTo>
                    <a:pt x="240679" y="200793"/>
                  </a:lnTo>
                  <a:lnTo>
                    <a:pt x="238079" y="202548"/>
                  </a:lnTo>
                  <a:lnTo>
                    <a:pt x="233035" y="205952"/>
                  </a:lnTo>
                  <a:lnTo>
                    <a:pt x="227396" y="209757"/>
                  </a:lnTo>
                  <a:lnTo>
                    <a:pt x="227232" y="209822"/>
                  </a:lnTo>
                  <a:lnTo>
                    <a:pt x="226564" y="210084"/>
                  </a:lnTo>
                  <a:lnTo>
                    <a:pt x="221153" y="212206"/>
                  </a:lnTo>
                  <a:lnTo>
                    <a:pt x="219870" y="212518"/>
                  </a:lnTo>
                  <a:lnTo>
                    <a:pt x="219408" y="212630"/>
                  </a:lnTo>
                  <a:lnTo>
                    <a:pt x="218759" y="212817"/>
                  </a:lnTo>
                  <a:lnTo>
                    <a:pt x="217795" y="213095"/>
                  </a:lnTo>
                  <a:lnTo>
                    <a:pt x="214654" y="213999"/>
                  </a:lnTo>
                  <a:lnTo>
                    <a:pt x="210203" y="214700"/>
                  </a:lnTo>
                  <a:lnTo>
                    <a:pt x="203944" y="215686"/>
                  </a:lnTo>
                  <a:lnTo>
                    <a:pt x="203879" y="214727"/>
                  </a:lnTo>
                  <a:lnTo>
                    <a:pt x="203168" y="204365"/>
                  </a:lnTo>
                  <a:lnTo>
                    <a:pt x="202948" y="201159"/>
                  </a:lnTo>
                  <a:lnTo>
                    <a:pt x="201986" y="196502"/>
                  </a:lnTo>
                  <a:lnTo>
                    <a:pt x="201348" y="193413"/>
                  </a:lnTo>
                  <a:lnTo>
                    <a:pt x="201083" y="192128"/>
                  </a:lnTo>
                  <a:lnTo>
                    <a:pt x="197254" y="181993"/>
                  </a:lnTo>
                  <a:lnTo>
                    <a:pt x="196033" y="179913"/>
                  </a:lnTo>
                  <a:lnTo>
                    <a:pt x="190943" y="171242"/>
                  </a:lnTo>
                  <a:lnTo>
                    <a:pt x="190564" y="170596"/>
                  </a:lnTo>
                  <a:lnTo>
                    <a:pt x="189891" y="169450"/>
                  </a:lnTo>
                  <a:lnTo>
                    <a:pt x="178999" y="152243"/>
                  </a:lnTo>
                  <a:lnTo>
                    <a:pt x="178765" y="151874"/>
                  </a:lnTo>
                  <a:lnTo>
                    <a:pt x="178213" y="151001"/>
                  </a:lnTo>
                  <a:lnTo>
                    <a:pt x="177372" y="149673"/>
                  </a:lnTo>
                  <a:lnTo>
                    <a:pt x="172854" y="142536"/>
                  </a:lnTo>
                  <a:lnTo>
                    <a:pt x="167547" y="134152"/>
                  </a:lnTo>
                  <a:lnTo>
                    <a:pt x="159361" y="121222"/>
                  </a:lnTo>
                  <a:lnTo>
                    <a:pt x="154045" y="112824"/>
                  </a:lnTo>
                  <a:lnTo>
                    <a:pt x="153385" y="111781"/>
                  </a:lnTo>
                  <a:lnTo>
                    <a:pt x="150055" y="113951"/>
                  </a:lnTo>
                  <a:lnTo>
                    <a:pt x="149218" y="114497"/>
                  </a:lnTo>
                  <a:lnTo>
                    <a:pt x="142657" y="118774"/>
                  </a:lnTo>
                  <a:lnTo>
                    <a:pt x="142504" y="118534"/>
                  </a:lnTo>
                  <a:lnTo>
                    <a:pt x="139456" y="120586"/>
                  </a:lnTo>
                  <a:lnTo>
                    <a:pt x="139187" y="120767"/>
                  </a:lnTo>
                  <a:lnTo>
                    <a:pt x="133444" y="124329"/>
                  </a:lnTo>
                  <a:lnTo>
                    <a:pt x="129566" y="126386"/>
                  </a:lnTo>
                  <a:lnTo>
                    <a:pt x="127407" y="127327"/>
                  </a:lnTo>
                  <a:lnTo>
                    <a:pt x="126228" y="127841"/>
                  </a:lnTo>
                  <a:lnTo>
                    <a:pt x="122178" y="128625"/>
                  </a:lnTo>
                  <a:lnTo>
                    <a:pt x="115954" y="128592"/>
                  </a:lnTo>
                  <a:lnTo>
                    <a:pt x="109580" y="127623"/>
                  </a:lnTo>
                  <a:lnTo>
                    <a:pt x="109398" y="127596"/>
                  </a:lnTo>
                  <a:lnTo>
                    <a:pt x="99416" y="126080"/>
                  </a:lnTo>
                  <a:lnTo>
                    <a:pt x="98105" y="125910"/>
                  </a:lnTo>
                  <a:lnTo>
                    <a:pt x="95859" y="126070"/>
                  </a:lnTo>
                  <a:lnTo>
                    <a:pt x="93943" y="126568"/>
                  </a:lnTo>
                  <a:lnTo>
                    <a:pt x="91916" y="127772"/>
                  </a:lnTo>
                  <a:lnTo>
                    <a:pt x="90628" y="129265"/>
                  </a:lnTo>
                  <a:lnTo>
                    <a:pt x="90252" y="130083"/>
                  </a:lnTo>
                  <a:lnTo>
                    <a:pt x="89915" y="124981"/>
                  </a:lnTo>
                  <a:lnTo>
                    <a:pt x="88933" y="120767"/>
                  </a:lnTo>
                  <a:lnTo>
                    <a:pt x="88051" y="118067"/>
                  </a:lnTo>
                  <a:lnTo>
                    <a:pt x="79055" y="98283"/>
                  </a:lnTo>
                  <a:lnTo>
                    <a:pt x="74707" y="88722"/>
                  </a:lnTo>
                  <a:lnTo>
                    <a:pt x="73830" y="86793"/>
                  </a:lnTo>
                  <a:lnTo>
                    <a:pt x="72920" y="84976"/>
                  </a:lnTo>
                  <a:lnTo>
                    <a:pt x="47002" y="97515"/>
                  </a:lnTo>
                  <a:lnTo>
                    <a:pt x="46633" y="97694"/>
                  </a:lnTo>
                  <a:lnTo>
                    <a:pt x="46494" y="97754"/>
                  </a:lnTo>
                  <a:lnTo>
                    <a:pt x="40436" y="100390"/>
                  </a:lnTo>
                  <a:lnTo>
                    <a:pt x="37798" y="101143"/>
                  </a:lnTo>
                  <a:lnTo>
                    <a:pt x="35589" y="101394"/>
                  </a:lnTo>
                  <a:lnTo>
                    <a:pt x="31416" y="101206"/>
                  </a:lnTo>
                  <a:lnTo>
                    <a:pt x="27208" y="99663"/>
                  </a:lnTo>
                  <a:lnTo>
                    <a:pt x="25281" y="98383"/>
                  </a:lnTo>
                  <a:lnTo>
                    <a:pt x="22152" y="95749"/>
                  </a:lnTo>
                  <a:lnTo>
                    <a:pt x="20490" y="93068"/>
                  </a:lnTo>
                  <a:lnTo>
                    <a:pt x="18318" y="87965"/>
                  </a:lnTo>
                  <a:lnTo>
                    <a:pt x="16062" y="88676"/>
                  </a:lnTo>
                  <a:lnTo>
                    <a:pt x="14990" y="85306"/>
                  </a:lnTo>
                  <a:lnTo>
                    <a:pt x="10021" y="69682"/>
                  </a:lnTo>
                  <a:lnTo>
                    <a:pt x="3151" y="48082"/>
                  </a:lnTo>
                  <a:lnTo>
                    <a:pt x="0" y="38174"/>
                  </a:lnTo>
                  <a:lnTo>
                    <a:pt x="1138" y="37797"/>
                  </a:lnTo>
                  <a:lnTo>
                    <a:pt x="12546" y="34015"/>
                  </a:lnTo>
                  <a:lnTo>
                    <a:pt x="12715" y="33959"/>
                  </a:lnTo>
                  <a:lnTo>
                    <a:pt x="23371" y="30427"/>
                  </a:lnTo>
                  <a:lnTo>
                    <a:pt x="34140" y="26857"/>
                  </a:lnTo>
                  <a:lnTo>
                    <a:pt x="42817" y="23980"/>
                  </a:lnTo>
                  <a:lnTo>
                    <a:pt x="43632" y="23503"/>
                  </a:lnTo>
                  <a:lnTo>
                    <a:pt x="45407" y="22462"/>
                  </a:lnTo>
                  <a:lnTo>
                    <a:pt x="50631" y="19399"/>
                  </a:lnTo>
                  <a:lnTo>
                    <a:pt x="52451" y="18332"/>
                  </a:lnTo>
                  <a:lnTo>
                    <a:pt x="63692" y="11741"/>
                  </a:lnTo>
                  <a:lnTo>
                    <a:pt x="69086" y="8578"/>
                  </a:lnTo>
                  <a:lnTo>
                    <a:pt x="69246" y="8485"/>
                  </a:lnTo>
                  <a:lnTo>
                    <a:pt x="75135" y="5032"/>
                  </a:lnTo>
                  <a:lnTo>
                    <a:pt x="82671" y="614"/>
                  </a:lnTo>
                  <a:lnTo>
                    <a:pt x="83718" y="0"/>
                  </a:lnTo>
                  <a:lnTo>
                    <a:pt x="90243" y="10610"/>
                  </a:lnTo>
                  <a:lnTo>
                    <a:pt x="96539" y="20849"/>
                  </a:lnTo>
                  <a:lnTo>
                    <a:pt x="106783" y="37506"/>
                  </a:lnTo>
                  <a:lnTo>
                    <a:pt x="116194" y="528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28"/>
            <p:cNvSpPr/>
            <p:nvPr/>
          </p:nvSpPr>
          <p:spPr>
            <a:xfrm>
              <a:off x="2456126" y="4883902"/>
              <a:ext cx="234177" cy="142906"/>
            </a:xfrm>
            <a:custGeom>
              <a:avLst/>
              <a:pathLst>
                <a:path w="234177" h="142906">
                  <a:moveTo>
                    <a:pt x="232724" y="51216"/>
                  </a:moveTo>
                  <a:lnTo>
                    <a:pt x="233135" y="52184"/>
                  </a:lnTo>
                  <a:lnTo>
                    <a:pt x="233854" y="53878"/>
                  </a:lnTo>
                  <a:lnTo>
                    <a:pt x="234177" y="54739"/>
                  </a:lnTo>
                  <a:lnTo>
                    <a:pt x="232001" y="55180"/>
                  </a:lnTo>
                  <a:lnTo>
                    <a:pt x="231353" y="55311"/>
                  </a:lnTo>
                  <a:lnTo>
                    <a:pt x="224081" y="58013"/>
                  </a:lnTo>
                  <a:lnTo>
                    <a:pt x="223779" y="58125"/>
                  </a:lnTo>
                  <a:lnTo>
                    <a:pt x="223322" y="58295"/>
                  </a:lnTo>
                  <a:lnTo>
                    <a:pt x="222099" y="58749"/>
                  </a:lnTo>
                  <a:lnTo>
                    <a:pt x="220299" y="59418"/>
                  </a:lnTo>
                  <a:lnTo>
                    <a:pt x="219830" y="59592"/>
                  </a:lnTo>
                  <a:lnTo>
                    <a:pt x="214863" y="61438"/>
                  </a:lnTo>
                  <a:lnTo>
                    <a:pt x="214366" y="61622"/>
                  </a:lnTo>
                  <a:lnTo>
                    <a:pt x="213952" y="61777"/>
                  </a:lnTo>
                  <a:lnTo>
                    <a:pt x="213592" y="61913"/>
                  </a:lnTo>
                  <a:lnTo>
                    <a:pt x="213252" y="62042"/>
                  </a:lnTo>
                  <a:lnTo>
                    <a:pt x="212221" y="62432"/>
                  </a:lnTo>
                  <a:lnTo>
                    <a:pt x="211479" y="62713"/>
                  </a:lnTo>
                  <a:lnTo>
                    <a:pt x="211211" y="62815"/>
                  </a:lnTo>
                  <a:lnTo>
                    <a:pt x="203753" y="65639"/>
                  </a:lnTo>
                  <a:lnTo>
                    <a:pt x="203518" y="65729"/>
                  </a:lnTo>
                  <a:lnTo>
                    <a:pt x="203236" y="65835"/>
                  </a:lnTo>
                  <a:lnTo>
                    <a:pt x="200446" y="66892"/>
                  </a:lnTo>
                  <a:lnTo>
                    <a:pt x="194472" y="69155"/>
                  </a:lnTo>
                  <a:lnTo>
                    <a:pt x="191586" y="70248"/>
                  </a:lnTo>
                  <a:lnTo>
                    <a:pt x="191289" y="70361"/>
                  </a:lnTo>
                  <a:lnTo>
                    <a:pt x="191965" y="72099"/>
                  </a:lnTo>
                  <a:lnTo>
                    <a:pt x="195723" y="81775"/>
                  </a:lnTo>
                  <a:lnTo>
                    <a:pt x="205244" y="108300"/>
                  </a:lnTo>
                  <a:lnTo>
                    <a:pt x="205437" y="108835"/>
                  </a:lnTo>
                  <a:lnTo>
                    <a:pt x="209287" y="119563"/>
                  </a:lnTo>
                  <a:lnTo>
                    <a:pt x="208817" y="119733"/>
                  </a:lnTo>
                  <a:lnTo>
                    <a:pt x="197821" y="123724"/>
                  </a:lnTo>
                  <a:lnTo>
                    <a:pt x="176098" y="131609"/>
                  </a:lnTo>
                  <a:lnTo>
                    <a:pt x="175583" y="131795"/>
                  </a:lnTo>
                  <a:lnTo>
                    <a:pt x="156811" y="138608"/>
                  </a:lnTo>
                  <a:lnTo>
                    <a:pt x="156502" y="138720"/>
                  </a:lnTo>
                  <a:lnTo>
                    <a:pt x="145632" y="142666"/>
                  </a:lnTo>
                  <a:lnTo>
                    <a:pt x="144969" y="142906"/>
                  </a:lnTo>
                  <a:lnTo>
                    <a:pt x="144589" y="142145"/>
                  </a:lnTo>
                  <a:lnTo>
                    <a:pt x="142225" y="137499"/>
                  </a:lnTo>
                  <a:lnTo>
                    <a:pt x="142092" y="137237"/>
                  </a:lnTo>
                  <a:lnTo>
                    <a:pt x="141772" y="136608"/>
                  </a:lnTo>
                  <a:lnTo>
                    <a:pt x="141590" y="136250"/>
                  </a:lnTo>
                  <a:lnTo>
                    <a:pt x="140452" y="134013"/>
                  </a:lnTo>
                  <a:lnTo>
                    <a:pt x="140164" y="133446"/>
                  </a:lnTo>
                  <a:lnTo>
                    <a:pt x="139858" y="132844"/>
                  </a:lnTo>
                  <a:lnTo>
                    <a:pt x="132965" y="119291"/>
                  </a:lnTo>
                  <a:lnTo>
                    <a:pt x="132161" y="117710"/>
                  </a:lnTo>
                  <a:lnTo>
                    <a:pt x="122808" y="99217"/>
                  </a:lnTo>
                  <a:lnTo>
                    <a:pt x="122510" y="98628"/>
                  </a:lnTo>
                  <a:lnTo>
                    <a:pt x="121448" y="96529"/>
                  </a:lnTo>
                  <a:lnTo>
                    <a:pt x="119940" y="97397"/>
                  </a:lnTo>
                  <a:lnTo>
                    <a:pt x="118490" y="98233"/>
                  </a:lnTo>
                  <a:lnTo>
                    <a:pt x="117258" y="98942"/>
                  </a:lnTo>
                  <a:lnTo>
                    <a:pt x="109836" y="103215"/>
                  </a:lnTo>
                  <a:lnTo>
                    <a:pt x="108905" y="103777"/>
                  </a:lnTo>
                  <a:lnTo>
                    <a:pt x="97080" y="110913"/>
                  </a:lnTo>
                  <a:lnTo>
                    <a:pt x="90459" y="114908"/>
                  </a:lnTo>
                  <a:lnTo>
                    <a:pt x="87021" y="116983"/>
                  </a:lnTo>
                  <a:lnTo>
                    <a:pt x="85679" y="117825"/>
                  </a:lnTo>
                  <a:lnTo>
                    <a:pt x="77244" y="123118"/>
                  </a:lnTo>
                  <a:lnTo>
                    <a:pt x="75123" y="124449"/>
                  </a:lnTo>
                  <a:lnTo>
                    <a:pt x="74645" y="124736"/>
                  </a:lnTo>
                  <a:lnTo>
                    <a:pt x="63641" y="131362"/>
                  </a:lnTo>
                  <a:lnTo>
                    <a:pt x="62907" y="131799"/>
                  </a:lnTo>
                  <a:lnTo>
                    <a:pt x="61847" y="132383"/>
                  </a:lnTo>
                  <a:lnTo>
                    <a:pt x="52927" y="137303"/>
                  </a:lnTo>
                  <a:lnTo>
                    <a:pt x="48551" y="139717"/>
                  </a:lnTo>
                  <a:lnTo>
                    <a:pt x="48202" y="139169"/>
                  </a:lnTo>
                  <a:lnTo>
                    <a:pt x="42025" y="129124"/>
                  </a:lnTo>
                  <a:lnTo>
                    <a:pt x="32614" y="113820"/>
                  </a:lnTo>
                  <a:lnTo>
                    <a:pt x="22370" y="97162"/>
                  </a:lnTo>
                  <a:lnTo>
                    <a:pt x="16074" y="86923"/>
                  </a:lnTo>
                  <a:lnTo>
                    <a:pt x="9549" y="76313"/>
                  </a:lnTo>
                  <a:lnTo>
                    <a:pt x="8502" y="76927"/>
                  </a:lnTo>
                  <a:lnTo>
                    <a:pt x="8036" y="76000"/>
                  </a:lnTo>
                  <a:lnTo>
                    <a:pt x="6221" y="72383"/>
                  </a:lnTo>
                  <a:lnTo>
                    <a:pt x="5775" y="71494"/>
                  </a:lnTo>
                  <a:lnTo>
                    <a:pt x="3519" y="67000"/>
                  </a:lnTo>
                  <a:lnTo>
                    <a:pt x="2429" y="64201"/>
                  </a:lnTo>
                  <a:lnTo>
                    <a:pt x="2349" y="63947"/>
                  </a:lnTo>
                  <a:lnTo>
                    <a:pt x="1097" y="60000"/>
                  </a:lnTo>
                  <a:lnTo>
                    <a:pt x="692" y="58722"/>
                  </a:lnTo>
                  <a:lnTo>
                    <a:pt x="73" y="56361"/>
                  </a:lnTo>
                  <a:lnTo>
                    <a:pt x="0" y="56081"/>
                  </a:lnTo>
                  <a:lnTo>
                    <a:pt x="580" y="55942"/>
                  </a:lnTo>
                  <a:lnTo>
                    <a:pt x="3180" y="55321"/>
                  </a:lnTo>
                  <a:lnTo>
                    <a:pt x="4809" y="54932"/>
                  </a:lnTo>
                  <a:lnTo>
                    <a:pt x="5399" y="54791"/>
                  </a:lnTo>
                  <a:lnTo>
                    <a:pt x="16013" y="52257"/>
                  </a:lnTo>
                  <a:lnTo>
                    <a:pt x="16507" y="52113"/>
                  </a:lnTo>
                  <a:lnTo>
                    <a:pt x="19577" y="51219"/>
                  </a:lnTo>
                  <a:lnTo>
                    <a:pt x="27086" y="49030"/>
                  </a:lnTo>
                  <a:lnTo>
                    <a:pt x="34856" y="46942"/>
                  </a:lnTo>
                  <a:lnTo>
                    <a:pt x="36120" y="46603"/>
                  </a:lnTo>
                  <a:lnTo>
                    <a:pt x="39869" y="45595"/>
                  </a:lnTo>
                  <a:lnTo>
                    <a:pt x="42589" y="44864"/>
                  </a:lnTo>
                  <a:lnTo>
                    <a:pt x="43893" y="44524"/>
                  </a:lnTo>
                  <a:lnTo>
                    <a:pt x="55004" y="41630"/>
                  </a:lnTo>
                  <a:lnTo>
                    <a:pt x="57750" y="40914"/>
                  </a:lnTo>
                  <a:lnTo>
                    <a:pt x="58302" y="40771"/>
                  </a:lnTo>
                  <a:lnTo>
                    <a:pt x="69747" y="33720"/>
                  </a:lnTo>
                  <a:lnTo>
                    <a:pt x="70485" y="33266"/>
                  </a:lnTo>
                  <a:lnTo>
                    <a:pt x="79427" y="27882"/>
                  </a:lnTo>
                  <a:lnTo>
                    <a:pt x="79801" y="27656"/>
                  </a:lnTo>
                  <a:lnTo>
                    <a:pt x="80301" y="27355"/>
                  </a:lnTo>
                  <a:lnTo>
                    <a:pt x="81803" y="29820"/>
                  </a:lnTo>
                  <a:lnTo>
                    <a:pt x="82643" y="31197"/>
                  </a:lnTo>
                  <a:lnTo>
                    <a:pt x="82883" y="31591"/>
                  </a:lnTo>
                  <a:lnTo>
                    <a:pt x="83670" y="32882"/>
                  </a:lnTo>
                  <a:lnTo>
                    <a:pt x="83959" y="33356"/>
                  </a:lnTo>
                  <a:lnTo>
                    <a:pt x="84281" y="33885"/>
                  </a:lnTo>
                  <a:lnTo>
                    <a:pt x="84547" y="34320"/>
                  </a:lnTo>
                  <a:lnTo>
                    <a:pt x="84653" y="34493"/>
                  </a:lnTo>
                  <a:lnTo>
                    <a:pt x="85046" y="35129"/>
                  </a:lnTo>
                  <a:lnTo>
                    <a:pt x="85615" y="36053"/>
                  </a:lnTo>
                  <a:lnTo>
                    <a:pt x="85932" y="36566"/>
                  </a:lnTo>
                  <a:lnTo>
                    <a:pt x="86086" y="36815"/>
                  </a:lnTo>
                  <a:lnTo>
                    <a:pt x="87596" y="39264"/>
                  </a:lnTo>
                  <a:lnTo>
                    <a:pt x="88048" y="39997"/>
                  </a:lnTo>
                  <a:lnTo>
                    <a:pt x="89471" y="42304"/>
                  </a:lnTo>
                  <a:lnTo>
                    <a:pt x="89650" y="42594"/>
                  </a:lnTo>
                  <a:lnTo>
                    <a:pt x="89760" y="42773"/>
                  </a:lnTo>
                  <a:lnTo>
                    <a:pt x="94713" y="50395"/>
                  </a:lnTo>
                  <a:lnTo>
                    <a:pt x="95354" y="51383"/>
                  </a:lnTo>
                  <a:lnTo>
                    <a:pt x="104490" y="45631"/>
                  </a:lnTo>
                  <a:lnTo>
                    <a:pt x="104813" y="45432"/>
                  </a:lnTo>
                  <a:lnTo>
                    <a:pt x="112977" y="40412"/>
                  </a:lnTo>
                  <a:lnTo>
                    <a:pt x="119388" y="36469"/>
                  </a:lnTo>
                  <a:lnTo>
                    <a:pt x="119521" y="36388"/>
                  </a:lnTo>
                  <a:lnTo>
                    <a:pt x="120605" y="35721"/>
                  </a:lnTo>
                  <a:lnTo>
                    <a:pt x="124895" y="33083"/>
                  </a:lnTo>
                  <a:lnTo>
                    <a:pt x="131025" y="29313"/>
                  </a:lnTo>
                  <a:lnTo>
                    <a:pt x="133139" y="28520"/>
                  </a:lnTo>
                  <a:lnTo>
                    <a:pt x="137912" y="26729"/>
                  </a:lnTo>
                  <a:lnTo>
                    <a:pt x="138056" y="26674"/>
                  </a:lnTo>
                  <a:lnTo>
                    <a:pt x="138685" y="26439"/>
                  </a:lnTo>
                  <a:lnTo>
                    <a:pt x="140959" y="25585"/>
                  </a:lnTo>
                  <a:lnTo>
                    <a:pt x="141443" y="25404"/>
                  </a:lnTo>
                  <a:lnTo>
                    <a:pt x="150441" y="22027"/>
                  </a:lnTo>
                  <a:lnTo>
                    <a:pt x="159569" y="18601"/>
                  </a:lnTo>
                  <a:lnTo>
                    <a:pt x="159732" y="18540"/>
                  </a:lnTo>
                  <a:lnTo>
                    <a:pt x="160230" y="18353"/>
                  </a:lnTo>
                  <a:lnTo>
                    <a:pt x="170607" y="14459"/>
                  </a:lnTo>
                  <a:lnTo>
                    <a:pt x="170986" y="14322"/>
                  </a:lnTo>
                  <a:lnTo>
                    <a:pt x="171121" y="14274"/>
                  </a:lnTo>
                  <a:lnTo>
                    <a:pt x="173045" y="13582"/>
                  </a:lnTo>
                  <a:lnTo>
                    <a:pt x="183063" y="9979"/>
                  </a:lnTo>
                  <a:lnTo>
                    <a:pt x="191968" y="6777"/>
                  </a:lnTo>
                  <a:lnTo>
                    <a:pt x="202735" y="2905"/>
                  </a:lnTo>
                  <a:lnTo>
                    <a:pt x="210421" y="141"/>
                  </a:lnTo>
                  <a:lnTo>
                    <a:pt x="210816" y="0"/>
                  </a:lnTo>
                  <a:lnTo>
                    <a:pt x="211236" y="746"/>
                  </a:lnTo>
                  <a:lnTo>
                    <a:pt x="215469" y="8261"/>
                  </a:lnTo>
                  <a:lnTo>
                    <a:pt x="215547" y="8456"/>
                  </a:lnTo>
                  <a:lnTo>
                    <a:pt x="220536" y="20876"/>
                  </a:lnTo>
                  <a:lnTo>
                    <a:pt x="229103" y="42203"/>
                  </a:lnTo>
                  <a:lnTo>
                    <a:pt x="229375" y="42878"/>
                  </a:lnTo>
                  <a:lnTo>
                    <a:pt x="230982" y="468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29"/>
            <p:cNvSpPr/>
            <p:nvPr/>
          </p:nvSpPr>
          <p:spPr>
            <a:xfrm>
              <a:off x="2806459" y="5156231"/>
              <a:ext cx="208335" cy="226472"/>
            </a:xfrm>
            <a:custGeom>
              <a:avLst/>
              <a:pathLst>
                <a:path w="208335" h="226472">
                  <a:moveTo>
                    <a:pt x="208259" y="126342"/>
                  </a:moveTo>
                  <a:lnTo>
                    <a:pt x="205278" y="133491"/>
                  </a:lnTo>
                  <a:lnTo>
                    <a:pt x="192222" y="131183"/>
                  </a:lnTo>
                  <a:lnTo>
                    <a:pt x="182895" y="149446"/>
                  </a:lnTo>
                  <a:lnTo>
                    <a:pt x="182405" y="154262"/>
                  </a:lnTo>
                  <a:lnTo>
                    <a:pt x="176711" y="162992"/>
                  </a:lnTo>
                  <a:lnTo>
                    <a:pt x="168170" y="177542"/>
                  </a:lnTo>
                  <a:lnTo>
                    <a:pt x="154230" y="192193"/>
                  </a:lnTo>
                  <a:lnTo>
                    <a:pt x="144609" y="194099"/>
                  </a:lnTo>
                  <a:lnTo>
                    <a:pt x="134988" y="195003"/>
                  </a:lnTo>
                  <a:lnTo>
                    <a:pt x="140093" y="202328"/>
                  </a:lnTo>
                  <a:lnTo>
                    <a:pt x="133516" y="207445"/>
                  </a:lnTo>
                  <a:lnTo>
                    <a:pt x="147456" y="209954"/>
                  </a:lnTo>
                  <a:lnTo>
                    <a:pt x="151200" y="214970"/>
                  </a:lnTo>
                  <a:lnTo>
                    <a:pt x="150740" y="215332"/>
                  </a:lnTo>
                  <a:lnTo>
                    <a:pt x="148683" y="216950"/>
                  </a:lnTo>
                  <a:lnTo>
                    <a:pt x="146828" y="218410"/>
                  </a:lnTo>
                  <a:lnTo>
                    <a:pt x="141927" y="222070"/>
                  </a:lnTo>
                  <a:lnTo>
                    <a:pt x="141715" y="222468"/>
                  </a:lnTo>
                  <a:lnTo>
                    <a:pt x="139500" y="219746"/>
                  </a:lnTo>
                  <a:lnTo>
                    <a:pt x="138995" y="219397"/>
                  </a:lnTo>
                  <a:lnTo>
                    <a:pt x="138137" y="218804"/>
                  </a:lnTo>
                  <a:lnTo>
                    <a:pt x="136071" y="217375"/>
                  </a:lnTo>
                  <a:lnTo>
                    <a:pt x="135644" y="217081"/>
                  </a:lnTo>
                  <a:lnTo>
                    <a:pt x="135424" y="216929"/>
                  </a:lnTo>
                  <a:lnTo>
                    <a:pt x="134383" y="216582"/>
                  </a:lnTo>
                  <a:lnTo>
                    <a:pt x="132050" y="215807"/>
                  </a:lnTo>
                  <a:lnTo>
                    <a:pt x="126641" y="214644"/>
                  </a:lnTo>
                  <a:lnTo>
                    <a:pt x="124009" y="214592"/>
                  </a:lnTo>
                  <a:lnTo>
                    <a:pt x="123090" y="214912"/>
                  </a:lnTo>
                  <a:lnTo>
                    <a:pt x="121170" y="215580"/>
                  </a:lnTo>
                  <a:lnTo>
                    <a:pt x="118837" y="216254"/>
                  </a:lnTo>
                  <a:lnTo>
                    <a:pt x="117333" y="216004"/>
                  </a:lnTo>
                  <a:lnTo>
                    <a:pt x="109861" y="214761"/>
                  </a:lnTo>
                  <a:lnTo>
                    <a:pt x="108135" y="214609"/>
                  </a:lnTo>
                  <a:lnTo>
                    <a:pt x="108115" y="214922"/>
                  </a:lnTo>
                  <a:lnTo>
                    <a:pt x="107616" y="222583"/>
                  </a:lnTo>
                  <a:lnTo>
                    <a:pt x="107572" y="223259"/>
                  </a:lnTo>
                  <a:lnTo>
                    <a:pt x="100988" y="223180"/>
                  </a:lnTo>
                  <a:lnTo>
                    <a:pt x="91367" y="223662"/>
                  </a:lnTo>
                  <a:lnTo>
                    <a:pt x="86194" y="224491"/>
                  </a:lnTo>
                  <a:lnTo>
                    <a:pt x="79059" y="225634"/>
                  </a:lnTo>
                  <a:lnTo>
                    <a:pt x="78841" y="225669"/>
                  </a:lnTo>
                  <a:lnTo>
                    <a:pt x="73043" y="226083"/>
                  </a:lnTo>
                  <a:lnTo>
                    <a:pt x="67610" y="226472"/>
                  </a:lnTo>
                  <a:lnTo>
                    <a:pt x="59717" y="226472"/>
                  </a:lnTo>
                  <a:lnTo>
                    <a:pt x="51064" y="225973"/>
                  </a:lnTo>
                  <a:lnTo>
                    <a:pt x="49272" y="225870"/>
                  </a:lnTo>
                  <a:lnTo>
                    <a:pt x="49066" y="225847"/>
                  </a:lnTo>
                  <a:lnTo>
                    <a:pt x="39573" y="224826"/>
                  </a:lnTo>
                  <a:lnTo>
                    <a:pt x="30777" y="222779"/>
                  </a:lnTo>
                  <a:lnTo>
                    <a:pt x="26025" y="221374"/>
                  </a:lnTo>
                  <a:lnTo>
                    <a:pt x="25836" y="221322"/>
                  </a:lnTo>
                  <a:lnTo>
                    <a:pt x="20624" y="219882"/>
                  </a:lnTo>
                  <a:lnTo>
                    <a:pt x="18761" y="219367"/>
                  </a:lnTo>
                  <a:lnTo>
                    <a:pt x="0" y="212283"/>
                  </a:lnTo>
                  <a:lnTo>
                    <a:pt x="325" y="211621"/>
                  </a:lnTo>
                  <a:lnTo>
                    <a:pt x="1875" y="208467"/>
                  </a:lnTo>
                  <a:lnTo>
                    <a:pt x="9299" y="191032"/>
                  </a:lnTo>
                  <a:lnTo>
                    <a:pt x="11876" y="182127"/>
                  </a:lnTo>
                  <a:lnTo>
                    <a:pt x="14980" y="168643"/>
                  </a:lnTo>
                  <a:lnTo>
                    <a:pt x="16441" y="162295"/>
                  </a:lnTo>
                  <a:lnTo>
                    <a:pt x="16625" y="161497"/>
                  </a:lnTo>
                  <a:lnTo>
                    <a:pt x="16680" y="161242"/>
                  </a:lnTo>
                  <a:lnTo>
                    <a:pt x="18774" y="151573"/>
                  </a:lnTo>
                  <a:lnTo>
                    <a:pt x="23428" y="130076"/>
                  </a:lnTo>
                  <a:lnTo>
                    <a:pt x="26295" y="116839"/>
                  </a:lnTo>
                  <a:lnTo>
                    <a:pt x="26505" y="116104"/>
                  </a:lnTo>
                  <a:lnTo>
                    <a:pt x="26982" y="114439"/>
                  </a:lnTo>
                  <a:lnTo>
                    <a:pt x="30369" y="102607"/>
                  </a:lnTo>
                  <a:lnTo>
                    <a:pt x="33252" y="97276"/>
                  </a:lnTo>
                  <a:lnTo>
                    <a:pt x="36397" y="93615"/>
                  </a:lnTo>
                  <a:lnTo>
                    <a:pt x="36894" y="93037"/>
                  </a:lnTo>
                  <a:lnTo>
                    <a:pt x="37670" y="92133"/>
                  </a:lnTo>
                  <a:lnTo>
                    <a:pt x="40331" y="89938"/>
                  </a:lnTo>
                  <a:lnTo>
                    <a:pt x="46123" y="85747"/>
                  </a:lnTo>
                  <a:lnTo>
                    <a:pt x="48589" y="83962"/>
                  </a:lnTo>
                  <a:lnTo>
                    <a:pt x="48939" y="83709"/>
                  </a:lnTo>
                  <a:lnTo>
                    <a:pt x="49739" y="82674"/>
                  </a:lnTo>
                  <a:lnTo>
                    <a:pt x="50604" y="81558"/>
                  </a:lnTo>
                  <a:lnTo>
                    <a:pt x="50991" y="80415"/>
                  </a:lnTo>
                  <a:lnTo>
                    <a:pt x="51152" y="79942"/>
                  </a:lnTo>
                  <a:lnTo>
                    <a:pt x="51358" y="79336"/>
                  </a:lnTo>
                  <a:lnTo>
                    <a:pt x="58815" y="74124"/>
                  </a:lnTo>
                  <a:lnTo>
                    <a:pt x="59168" y="73877"/>
                  </a:lnTo>
                  <a:lnTo>
                    <a:pt x="76335" y="61878"/>
                  </a:lnTo>
                  <a:lnTo>
                    <a:pt x="91426" y="51330"/>
                  </a:lnTo>
                  <a:lnTo>
                    <a:pt x="91683" y="51151"/>
                  </a:lnTo>
                  <a:lnTo>
                    <a:pt x="91942" y="50970"/>
                  </a:lnTo>
                  <a:lnTo>
                    <a:pt x="93320" y="50051"/>
                  </a:lnTo>
                  <a:lnTo>
                    <a:pt x="95386" y="48446"/>
                  </a:lnTo>
                  <a:lnTo>
                    <a:pt x="96388" y="47668"/>
                  </a:lnTo>
                  <a:lnTo>
                    <a:pt x="97666" y="45982"/>
                  </a:lnTo>
                  <a:lnTo>
                    <a:pt x="101524" y="40892"/>
                  </a:lnTo>
                  <a:lnTo>
                    <a:pt x="101665" y="40706"/>
                  </a:lnTo>
                  <a:lnTo>
                    <a:pt x="105216" y="33967"/>
                  </a:lnTo>
                  <a:lnTo>
                    <a:pt x="105370" y="33674"/>
                  </a:lnTo>
                  <a:lnTo>
                    <a:pt x="105799" y="32861"/>
                  </a:lnTo>
                  <a:lnTo>
                    <a:pt x="106398" y="31726"/>
                  </a:lnTo>
                  <a:lnTo>
                    <a:pt x="107021" y="30590"/>
                  </a:lnTo>
                  <a:lnTo>
                    <a:pt x="107245" y="30181"/>
                  </a:lnTo>
                  <a:lnTo>
                    <a:pt x="108818" y="27315"/>
                  </a:lnTo>
                  <a:lnTo>
                    <a:pt x="109826" y="25478"/>
                  </a:lnTo>
                  <a:lnTo>
                    <a:pt x="112182" y="22010"/>
                  </a:lnTo>
                  <a:lnTo>
                    <a:pt x="115763" y="18157"/>
                  </a:lnTo>
                  <a:lnTo>
                    <a:pt x="122620" y="12679"/>
                  </a:lnTo>
                  <a:lnTo>
                    <a:pt x="133293" y="5872"/>
                  </a:lnTo>
                  <a:lnTo>
                    <a:pt x="141400" y="700"/>
                  </a:lnTo>
                  <a:lnTo>
                    <a:pt x="142499" y="0"/>
                  </a:lnTo>
                  <a:lnTo>
                    <a:pt x="143559" y="1671"/>
                  </a:lnTo>
                  <a:lnTo>
                    <a:pt x="148202" y="8992"/>
                  </a:lnTo>
                  <a:lnTo>
                    <a:pt x="148681" y="9724"/>
                  </a:lnTo>
                  <a:lnTo>
                    <a:pt x="151728" y="14383"/>
                  </a:lnTo>
                  <a:lnTo>
                    <a:pt x="153671" y="17355"/>
                  </a:lnTo>
                  <a:lnTo>
                    <a:pt x="154108" y="18023"/>
                  </a:lnTo>
                  <a:lnTo>
                    <a:pt x="158917" y="25377"/>
                  </a:lnTo>
                  <a:lnTo>
                    <a:pt x="159469" y="26220"/>
                  </a:lnTo>
                  <a:lnTo>
                    <a:pt x="164044" y="33149"/>
                  </a:lnTo>
                  <a:lnTo>
                    <a:pt x="164535" y="33892"/>
                  </a:lnTo>
                  <a:lnTo>
                    <a:pt x="165050" y="34672"/>
                  </a:lnTo>
                  <a:lnTo>
                    <a:pt x="172636" y="38506"/>
                  </a:lnTo>
                  <a:lnTo>
                    <a:pt x="181588" y="43030"/>
                  </a:lnTo>
                  <a:lnTo>
                    <a:pt x="191359" y="47967"/>
                  </a:lnTo>
                  <a:lnTo>
                    <a:pt x="190841" y="49017"/>
                  </a:lnTo>
                  <a:lnTo>
                    <a:pt x="187378" y="56035"/>
                  </a:lnTo>
                  <a:lnTo>
                    <a:pt x="184996" y="60863"/>
                  </a:lnTo>
                  <a:lnTo>
                    <a:pt x="182238" y="66452"/>
                  </a:lnTo>
                  <a:lnTo>
                    <a:pt x="181696" y="67549"/>
                  </a:lnTo>
                  <a:lnTo>
                    <a:pt x="181136" y="68683"/>
                  </a:lnTo>
                  <a:lnTo>
                    <a:pt x="180894" y="69175"/>
                  </a:lnTo>
                  <a:lnTo>
                    <a:pt x="180548" y="69876"/>
                  </a:lnTo>
                  <a:lnTo>
                    <a:pt x="179964" y="71059"/>
                  </a:lnTo>
                  <a:lnTo>
                    <a:pt x="175497" y="80112"/>
                  </a:lnTo>
                  <a:lnTo>
                    <a:pt x="175192" y="80729"/>
                  </a:lnTo>
                  <a:lnTo>
                    <a:pt x="172818" y="85541"/>
                  </a:lnTo>
                  <a:lnTo>
                    <a:pt x="172606" y="85967"/>
                  </a:lnTo>
                  <a:lnTo>
                    <a:pt x="173138" y="86218"/>
                  </a:lnTo>
                  <a:lnTo>
                    <a:pt x="179159" y="89058"/>
                  </a:lnTo>
                  <a:lnTo>
                    <a:pt x="186140" y="92351"/>
                  </a:lnTo>
                  <a:lnTo>
                    <a:pt x="190262" y="94296"/>
                  </a:lnTo>
                  <a:lnTo>
                    <a:pt x="190557" y="94431"/>
                  </a:lnTo>
                  <a:lnTo>
                    <a:pt x="194557" y="96048"/>
                  </a:lnTo>
                  <a:lnTo>
                    <a:pt x="196840" y="96664"/>
                  </a:lnTo>
                  <a:lnTo>
                    <a:pt x="204604" y="104806"/>
                  </a:lnTo>
                  <a:lnTo>
                    <a:pt x="199696" y="117169"/>
                  </a:lnTo>
                  <a:lnTo>
                    <a:pt x="204722" y="123791"/>
                  </a:lnTo>
                  <a:lnTo>
                    <a:pt x="208335" y="126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0"/>
            <p:cNvSpPr/>
            <p:nvPr/>
          </p:nvSpPr>
          <p:spPr>
            <a:xfrm>
              <a:off x="2457398" y="5247911"/>
              <a:ext cx="375356" cy="220662"/>
            </a:xfrm>
            <a:custGeom>
              <a:avLst/>
              <a:pathLst>
                <a:path w="375356" h="220662">
                  <a:moveTo>
                    <a:pt x="314360" y="4455"/>
                  </a:moveTo>
                  <a:lnTo>
                    <a:pt x="325512" y="11278"/>
                  </a:lnTo>
                  <a:lnTo>
                    <a:pt x="328995" y="12623"/>
                  </a:lnTo>
                  <a:lnTo>
                    <a:pt x="350077" y="17194"/>
                  </a:lnTo>
                  <a:lnTo>
                    <a:pt x="359955" y="19640"/>
                  </a:lnTo>
                  <a:lnTo>
                    <a:pt x="367418" y="22314"/>
                  </a:lnTo>
                  <a:lnTo>
                    <a:pt x="375356" y="25159"/>
                  </a:lnTo>
                  <a:lnTo>
                    <a:pt x="372489" y="38395"/>
                  </a:lnTo>
                  <a:lnTo>
                    <a:pt x="367835" y="59893"/>
                  </a:lnTo>
                  <a:lnTo>
                    <a:pt x="365741" y="69561"/>
                  </a:lnTo>
                  <a:lnTo>
                    <a:pt x="365686" y="69817"/>
                  </a:lnTo>
                  <a:lnTo>
                    <a:pt x="365502" y="70615"/>
                  </a:lnTo>
                  <a:lnTo>
                    <a:pt x="364041" y="76962"/>
                  </a:lnTo>
                  <a:lnTo>
                    <a:pt x="360937" y="90446"/>
                  </a:lnTo>
                  <a:lnTo>
                    <a:pt x="358360" y="99352"/>
                  </a:lnTo>
                  <a:lnTo>
                    <a:pt x="350936" y="116787"/>
                  </a:lnTo>
                  <a:lnTo>
                    <a:pt x="349379" y="119954"/>
                  </a:lnTo>
                  <a:lnTo>
                    <a:pt x="349052" y="120620"/>
                  </a:lnTo>
                  <a:lnTo>
                    <a:pt x="348233" y="120351"/>
                  </a:lnTo>
                  <a:lnTo>
                    <a:pt x="346675" y="119841"/>
                  </a:lnTo>
                  <a:lnTo>
                    <a:pt x="338841" y="118294"/>
                  </a:lnTo>
                  <a:lnTo>
                    <a:pt x="333826" y="117304"/>
                  </a:lnTo>
                  <a:lnTo>
                    <a:pt x="329851" y="117013"/>
                  </a:lnTo>
                  <a:lnTo>
                    <a:pt x="324988" y="116657"/>
                  </a:lnTo>
                  <a:lnTo>
                    <a:pt x="319784" y="116277"/>
                  </a:lnTo>
                  <a:lnTo>
                    <a:pt x="296757" y="115988"/>
                  </a:lnTo>
                  <a:lnTo>
                    <a:pt x="296629" y="115987"/>
                  </a:lnTo>
                  <a:lnTo>
                    <a:pt x="295364" y="115984"/>
                  </a:lnTo>
                  <a:lnTo>
                    <a:pt x="291040" y="115973"/>
                  </a:lnTo>
                  <a:lnTo>
                    <a:pt x="290576" y="115972"/>
                  </a:lnTo>
                  <a:lnTo>
                    <a:pt x="262863" y="115902"/>
                  </a:lnTo>
                  <a:lnTo>
                    <a:pt x="258651" y="115891"/>
                  </a:lnTo>
                  <a:lnTo>
                    <a:pt x="254790" y="115835"/>
                  </a:lnTo>
                  <a:lnTo>
                    <a:pt x="254222" y="115827"/>
                  </a:lnTo>
                  <a:lnTo>
                    <a:pt x="248253" y="116277"/>
                  </a:lnTo>
                  <a:lnTo>
                    <a:pt x="245077" y="116992"/>
                  </a:lnTo>
                  <a:lnTo>
                    <a:pt x="242693" y="117529"/>
                  </a:lnTo>
                  <a:lnTo>
                    <a:pt x="237164" y="119070"/>
                  </a:lnTo>
                  <a:lnTo>
                    <a:pt x="235547" y="119644"/>
                  </a:lnTo>
                  <a:lnTo>
                    <a:pt x="233009" y="120544"/>
                  </a:lnTo>
                  <a:lnTo>
                    <a:pt x="226496" y="122854"/>
                  </a:lnTo>
                  <a:lnTo>
                    <a:pt x="226182" y="122965"/>
                  </a:lnTo>
                  <a:lnTo>
                    <a:pt x="221048" y="124786"/>
                  </a:lnTo>
                  <a:lnTo>
                    <a:pt x="216931" y="126054"/>
                  </a:lnTo>
                  <a:lnTo>
                    <a:pt x="216461" y="126199"/>
                  </a:lnTo>
                  <a:lnTo>
                    <a:pt x="206126" y="129570"/>
                  </a:lnTo>
                  <a:lnTo>
                    <a:pt x="205732" y="129690"/>
                  </a:lnTo>
                  <a:lnTo>
                    <a:pt x="201571" y="130951"/>
                  </a:lnTo>
                  <a:lnTo>
                    <a:pt x="196827" y="131786"/>
                  </a:lnTo>
                  <a:lnTo>
                    <a:pt x="193914" y="131972"/>
                  </a:lnTo>
                  <a:lnTo>
                    <a:pt x="192074" y="132090"/>
                  </a:lnTo>
                  <a:lnTo>
                    <a:pt x="186200" y="131833"/>
                  </a:lnTo>
                  <a:lnTo>
                    <a:pt x="174385" y="130378"/>
                  </a:lnTo>
                  <a:lnTo>
                    <a:pt x="164536" y="129164"/>
                  </a:lnTo>
                  <a:lnTo>
                    <a:pt x="164304" y="129136"/>
                  </a:lnTo>
                  <a:lnTo>
                    <a:pt x="163272" y="128992"/>
                  </a:lnTo>
                  <a:lnTo>
                    <a:pt x="154628" y="127787"/>
                  </a:lnTo>
                  <a:lnTo>
                    <a:pt x="154279" y="127741"/>
                  </a:lnTo>
                  <a:lnTo>
                    <a:pt x="152352" y="127485"/>
                  </a:lnTo>
                  <a:lnTo>
                    <a:pt x="144869" y="126493"/>
                  </a:lnTo>
                  <a:lnTo>
                    <a:pt x="144701" y="126470"/>
                  </a:lnTo>
                  <a:lnTo>
                    <a:pt x="134635" y="125692"/>
                  </a:lnTo>
                  <a:lnTo>
                    <a:pt x="133587" y="133649"/>
                  </a:lnTo>
                  <a:lnTo>
                    <a:pt x="131094" y="152590"/>
                  </a:lnTo>
                  <a:lnTo>
                    <a:pt x="131047" y="152947"/>
                  </a:lnTo>
                  <a:lnTo>
                    <a:pt x="130969" y="153540"/>
                  </a:lnTo>
                  <a:lnTo>
                    <a:pt x="130393" y="157912"/>
                  </a:lnTo>
                  <a:lnTo>
                    <a:pt x="129173" y="167181"/>
                  </a:lnTo>
                  <a:lnTo>
                    <a:pt x="128702" y="170759"/>
                  </a:lnTo>
                  <a:lnTo>
                    <a:pt x="128533" y="172044"/>
                  </a:lnTo>
                  <a:lnTo>
                    <a:pt x="128713" y="175630"/>
                  </a:lnTo>
                  <a:lnTo>
                    <a:pt x="128778" y="176936"/>
                  </a:lnTo>
                  <a:lnTo>
                    <a:pt x="129392" y="180323"/>
                  </a:lnTo>
                  <a:lnTo>
                    <a:pt x="130402" y="183487"/>
                  </a:lnTo>
                  <a:lnTo>
                    <a:pt x="132767" y="190900"/>
                  </a:lnTo>
                  <a:lnTo>
                    <a:pt x="123850" y="194303"/>
                  </a:lnTo>
                  <a:lnTo>
                    <a:pt x="123662" y="194377"/>
                  </a:lnTo>
                  <a:lnTo>
                    <a:pt x="123147" y="194578"/>
                  </a:lnTo>
                  <a:lnTo>
                    <a:pt x="115225" y="197676"/>
                  </a:lnTo>
                  <a:lnTo>
                    <a:pt x="110463" y="199538"/>
                  </a:lnTo>
                  <a:lnTo>
                    <a:pt x="101648" y="202986"/>
                  </a:lnTo>
                  <a:lnTo>
                    <a:pt x="100205" y="203550"/>
                  </a:lnTo>
                  <a:lnTo>
                    <a:pt x="91408" y="206991"/>
                  </a:lnTo>
                  <a:lnTo>
                    <a:pt x="85023" y="209488"/>
                  </a:lnTo>
                  <a:lnTo>
                    <a:pt x="81950" y="210690"/>
                  </a:lnTo>
                  <a:lnTo>
                    <a:pt x="81466" y="210879"/>
                  </a:lnTo>
                  <a:lnTo>
                    <a:pt x="80666" y="211192"/>
                  </a:lnTo>
                  <a:lnTo>
                    <a:pt x="78263" y="212132"/>
                  </a:lnTo>
                  <a:lnTo>
                    <a:pt x="67199" y="216459"/>
                  </a:lnTo>
                  <a:lnTo>
                    <a:pt x="56451" y="220662"/>
                  </a:lnTo>
                  <a:lnTo>
                    <a:pt x="53479" y="212196"/>
                  </a:lnTo>
                  <a:lnTo>
                    <a:pt x="53272" y="211604"/>
                  </a:lnTo>
                  <a:lnTo>
                    <a:pt x="53103" y="211124"/>
                  </a:lnTo>
                  <a:lnTo>
                    <a:pt x="52297" y="208827"/>
                  </a:lnTo>
                  <a:lnTo>
                    <a:pt x="52100" y="208265"/>
                  </a:lnTo>
                  <a:lnTo>
                    <a:pt x="50010" y="202313"/>
                  </a:lnTo>
                  <a:lnTo>
                    <a:pt x="49694" y="201411"/>
                  </a:lnTo>
                  <a:lnTo>
                    <a:pt x="47939" y="196414"/>
                  </a:lnTo>
                  <a:lnTo>
                    <a:pt x="45744" y="190160"/>
                  </a:lnTo>
                  <a:lnTo>
                    <a:pt x="45203" y="188619"/>
                  </a:lnTo>
                  <a:lnTo>
                    <a:pt x="38915" y="190160"/>
                  </a:lnTo>
                  <a:lnTo>
                    <a:pt x="29025" y="192410"/>
                  </a:lnTo>
                  <a:lnTo>
                    <a:pt x="25823" y="193139"/>
                  </a:lnTo>
                  <a:lnTo>
                    <a:pt x="11767" y="179906"/>
                  </a:lnTo>
                  <a:lnTo>
                    <a:pt x="11091" y="179269"/>
                  </a:lnTo>
                  <a:lnTo>
                    <a:pt x="10805" y="179000"/>
                  </a:lnTo>
                  <a:lnTo>
                    <a:pt x="11493" y="178302"/>
                  </a:lnTo>
                  <a:lnTo>
                    <a:pt x="19546" y="170139"/>
                  </a:lnTo>
                  <a:lnTo>
                    <a:pt x="19137" y="169818"/>
                  </a:lnTo>
                  <a:lnTo>
                    <a:pt x="2286" y="153422"/>
                  </a:lnTo>
                  <a:lnTo>
                    <a:pt x="1818" y="152966"/>
                  </a:lnTo>
                  <a:lnTo>
                    <a:pt x="0" y="151197"/>
                  </a:lnTo>
                  <a:lnTo>
                    <a:pt x="617" y="150527"/>
                  </a:lnTo>
                  <a:lnTo>
                    <a:pt x="6714" y="143910"/>
                  </a:lnTo>
                  <a:lnTo>
                    <a:pt x="9562" y="140819"/>
                  </a:lnTo>
                  <a:lnTo>
                    <a:pt x="12848" y="137253"/>
                  </a:lnTo>
                  <a:lnTo>
                    <a:pt x="18829" y="130762"/>
                  </a:lnTo>
                  <a:lnTo>
                    <a:pt x="29302" y="119396"/>
                  </a:lnTo>
                  <a:lnTo>
                    <a:pt x="36858" y="111195"/>
                  </a:lnTo>
                  <a:lnTo>
                    <a:pt x="43789" y="103673"/>
                  </a:lnTo>
                  <a:lnTo>
                    <a:pt x="50565" y="96319"/>
                  </a:lnTo>
                  <a:lnTo>
                    <a:pt x="56602" y="89768"/>
                  </a:lnTo>
                  <a:lnTo>
                    <a:pt x="60629" y="85397"/>
                  </a:lnTo>
                  <a:lnTo>
                    <a:pt x="61787" y="84140"/>
                  </a:lnTo>
                  <a:lnTo>
                    <a:pt x="64894" y="80768"/>
                  </a:lnTo>
                  <a:lnTo>
                    <a:pt x="77213" y="68905"/>
                  </a:lnTo>
                  <a:lnTo>
                    <a:pt x="79685" y="66764"/>
                  </a:lnTo>
                  <a:lnTo>
                    <a:pt x="80747" y="65845"/>
                  </a:lnTo>
                  <a:lnTo>
                    <a:pt x="80967" y="65669"/>
                  </a:lnTo>
                  <a:lnTo>
                    <a:pt x="85855" y="61764"/>
                  </a:lnTo>
                  <a:lnTo>
                    <a:pt x="90322" y="58195"/>
                  </a:lnTo>
                  <a:lnTo>
                    <a:pt x="91749" y="57055"/>
                  </a:lnTo>
                  <a:lnTo>
                    <a:pt x="93850" y="55218"/>
                  </a:lnTo>
                  <a:lnTo>
                    <a:pt x="96842" y="52602"/>
                  </a:lnTo>
                  <a:lnTo>
                    <a:pt x="100867" y="48275"/>
                  </a:lnTo>
                  <a:lnTo>
                    <a:pt x="101281" y="47829"/>
                  </a:lnTo>
                  <a:lnTo>
                    <a:pt x="101567" y="47522"/>
                  </a:lnTo>
                  <a:lnTo>
                    <a:pt x="103129" y="45610"/>
                  </a:lnTo>
                  <a:lnTo>
                    <a:pt x="103422" y="45252"/>
                  </a:lnTo>
                  <a:lnTo>
                    <a:pt x="111284" y="35631"/>
                  </a:lnTo>
                  <a:lnTo>
                    <a:pt x="117350" y="27490"/>
                  </a:lnTo>
                  <a:lnTo>
                    <a:pt x="120801" y="28385"/>
                  </a:lnTo>
                  <a:lnTo>
                    <a:pt x="123887" y="28915"/>
                  </a:lnTo>
                  <a:lnTo>
                    <a:pt x="125322" y="29042"/>
                  </a:lnTo>
                  <a:lnTo>
                    <a:pt x="126338" y="29132"/>
                  </a:lnTo>
                  <a:lnTo>
                    <a:pt x="128576" y="29011"/>
                  </a:lnTo>
                  <a:lnTo>
                    <a:pt x="129229" y="28914"/>
                  </a:lnTo>
                  <a:lnTo>
                    <a:pt x="129911" y="28813"/>
                  </a:lnTo>
                  <a:lnTo>
                    <a:pt x="130070" y="28797"/>
                  </a:lnTo>
                  <a:lnTo>
                    <a:pt x="131134" y="28696"/>
                  </a:lnTo>
                  <a:lnTo>
                    <a:pt x="133666" y="27754"/>
                  </a:lnTo>
                  <a:lnTo>
                    <a:pt x="137455" y="26346"/>
                  </a:lnTo>
                  <a:lnTo>
                    <a:pt x="149238" y="21964"/>
                  </a:lnTo>
                  <a:lnTo>
                    <a:pt x="149374" y="21914"/>
                  </a:lnTo>
                  <a:lnTo>
                    <a:pt x="151115" y="21267"/>
                  </a:lnTo>
                  <a:lnTo>
                    <a:pt x="155131" y="19788"/>
                  </a:lnTo>
                  <a:lnTo>
                    <a:pt x="173675" y="12958"/>
                  </a:lnTo>
                  <a:lnTo>
                    <a:pt x="185703" y="8634"/>
                  </a:lnTo>
                  <a:lnTo>
                    <a:pt x="189484" y="7274"/>
                  </a:lnTo>
                  <a:lnTo>
                    <a:pt x="190094" y="7055"/>
                  </a:lnTo>
                  <a:lnTo>
                    <a:pt x="196165" y="5125"/>
                  </a:lnTo>
                  <a:lnTo>
                    <a:pt x="200751" y="3668"/>
                  </a:lnTo>
                  <a:lnTo>
                    <a:pt x="206046" y="2509"/>
                  </a:lnTo>
                  <a:lnTo>
                    <a:pt x="206540" y="2401"/>
                  </a:lnTo>
                  <a:lnTo>
                    <a:pt x="208972" y="2136"/>
                  </a:lnTo>
                  <a:lnTo>
                    <a:pt x="209145" y="2117"/>
                  </a:lnTo>
                  <a:lnTo>
                    <a:pt x="218399" y="1899"/>
                  </a:lnTo>
                  <a:lnTo>
                    <a:pt x="226409" y="2201"/>
                  </a:lnTo>
                  <a:lnTo>
                    <a:pt x="227243" y="2232"/>
                  </a:lnTo>
                  <a:lnTo>
                    <a:pt x="227467" y="2241"/>
                  </a:lnTo>
                  <a:lnTo>
                    <a:pt x="230630" y="2486"/>
                  </a:lnTo>
                  <a:lnTo>
                    <a:pt x="235855" y="2891"/>
                  </a:lnTo>
                  <a:lnTo>
                    <a:pt x="239451" y="3128"/>
                  </a:lnTo>
                  <a:lnTo>
                    <a:pt x="245727" y="3541"/>
                  </a:lnTo>
                  <a:lnTo>
                    <a:pt x="247528" y="3676"/>
                  </a:lnTo>
                  <a:lnTo>
                    <a:pt x="267102" y="5135"/>
                  </a:lnTo>
                  <a:lnTo>
                    <a:pt x="268611" y="5247"/>
                  </a:lnTo>
                  <a:lnTo>
                    <a:pt x="270620" y="5355"/>
                  </a:lnTo>
                  <a:lnTo>
                    <a:pt x="271482" y="5395"/>
                  </a:lnTo>
                  <a:lnTo>
                    <a:pt x="274212" y="5369"/>
                  </a:lnTo>
                  <a:lnTo>
                    <a:pt x="283353" y="3871"/>
                  </a:lnTo>
                  <a:lnTo>
                    <a:pt x="284018" y="3762"/>
                  </a:lnTo>
                  <a:lnTo>
                    <a:pt x="286164" y="3410"/>
                  </a:lnTo>
                  <a:lnTo>
                    <a:pt x="286772" y="3310"/>
                  </a:lnTo>
                  <a:lnTo>
                    <a:pt x="288680" y="2736"/>
                  </a:lnTo>
                  <a:lnTo>
                    <a:pt x="289616" y="2455"/>
                  </a:lnTo>
                  <a:lnTo>
                    <a:pt x="291763" y="1809"/>
                  </a:lnTo>
                  <a:lnTo>
                    <a:pt x="293448" y="1302"/>
                  </a:lnTo>
                  <a:lnTo>
                    <a:pt x="296846" y="280"/>
                  </a:lnTo>
                  <a:lnTo>
                    <a:pt x="299831" y="0"/>
                  </a:lnTo>
                  <a:lnTo>
                    <a:pt x="303208" y="160"/>
                  </a:lnTo>
                  <a:lnTo>
                    <a:pt x="305799" y="883"/>
                  </a:lnTo>
                  <a:lnTo>
                    <a:pt x="311101" y="2793"/>
                  </a:lnTo>
                  <a:lnTo>
                    <a:pt x="311925" y="309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1"/>
            <p:cNvSpPr/>
            <p:nvPr/>
          </p:nvSpPr>
          <p:spPr>
            <a:xfrm>
              <a:off x="2736683" y="5051260"/>
              <a:ext cx="333350" cy="221810"/>
            </a:xfrm>
            <a:custGeom>
              <a:avLst/>
              <a:pathLst>
                <a:path w="333350" h="221810">
                  <a:moveTo>
                    <a:pt x="322069" y="0"/>
                  </a:moveTo>
                  <a:lnTo>
                    <a:pt x="327174" y="3110"/>
                  </a:lnTo>
                  <a:lnTo>
                    <a:pt x="327174" y="4916"/>
                  </a:lnTo>
                  <a:lnTo>
                    <a:pt x="325792" y="6419"/>
                  </a:lnTo>
                  <a:lnTo>
                    <a:pt x="328756" y="12896"/>
                  </a:lnTo>
                  <a:lnTo>
                    <a:pt x="330350" y="16364"/>
                  </a:lnTo>
                  <a:lnTo>
                    <a:pt x="333350" y="23155"/>
                  </a:lnTo>
                  <a:lnTo>
                    <a:pt x="332930" y="23946"/>
                  </a:lnTo>
                  <a:lnTo>
                    <a:pt x="321715" y="18359"/>
                  </a:lnTo>
                  <a:lnTo>
                    <a:pt x="317591" y="16770"/>
                  </a:lnTo>
                  <a:lnTo>
                    <a:pt x="316249" y="16505"/>
                  </a:lnTo>
                  <a:lnTo>
                    <a:pt x="315965" y="16572"/>
                  </a:lnTo>
                  <a:lnTo>
                    <a:pt x="314717" y="16866"/>
                  </a:lnTo>
                  <a:lnTo>
                    <a:pt x="314437" y="17013"/>
                  </a:lnTo>
                  <a:lnTo>
                    <a:pt x="313021" y="17757"/>
                  </a:lnTo>
                  <a:lnTo>
                    <a:pt x="311786" y="19107"/>
                  </a:lnTo>
                  <a:lnTo>
                    <a:pt x="311206" y="20623"/>
                  </a:lnTo>
                  <a:lnTo>
                    <a:pt x="310853" y="22357"/>
                  </a:lnTo>
                  <a:lnTo>
                    <a:pt x="310429" y="24717"/>
                  </a:lnTo>
                  <a:lnTo>
                    <a:pt x="309180" y="28980"/>
                  </a:lnTo>
                  <a:lnTo>
                    <a:pt x="307790" y="32496"/>
                  </a:lnTo>
                  <a:lnTo>
                    <a:pt x="306637" y="33393"/>
                  </a:lnTo>
                  <a:lnTo>
                    <a:pt x="300604" y="38083"/>
                  </a:lnTo>
                  <a:lnTo>
                    <a:pt x="297588" y="40732"/>
                  </a:lnTo>
                  <a:lnTo>
                    <a:pt x="295703" y="42674"/>
                  </a:lnTo>
                  <a:lnTo>
                    <a:pt x="294549" y="43863"/>
                  </a:lnTo>
                  <a:lnTo>
                    <a:pt x="293112" y="48342"/>
                  </a:lnTo>
                  <a:lnTo>
                    <a:pt x="293097" y="50221"/>
                  </a:lnTo>
                  <a:lnTo>
                    <a:pt x="293088" y="51425"/>
                  </a:lnTo>
                  <a:lnTo>
                    <a:pt x="293119" y="54459"/>
                  </a:lnTo>
                  <a:lnTo>
                    <a:pt x="290975" y="54751"/>
                  </a:lnTo>
                  <a:lnTo>
                    <a:pt x="286138" y="56132"/>
                  </a:lnTo>
                  <a:lnTo>
                    <a:pt x="284830" y="56873"/>
                  </a:lnTo>
                  <a:lnTo>
                    <a:pt x="280285" y="59448"/>
                  </a:lnTo>
                  <a:lnTo>
                    <a:pt x="276849" y="62657"/>
                  </a:lnTo>
                  <a:lnTo>
                    <a:pt x="276083" y="63372"/>
                  </a:lnTo>
                  <a:lnTo>
                    <a:pt x="275887" y="63553"/>
                  </a:lnTo>
                  <a:lnTo>
                    <a:pt x="275150" y="64241"/>
                  </a:lnTo>
                  <a:lnTo>
                    <a:pt x="274784" y="64583"/>
                  </a:lnTo>
                  <a:lnTo>
                    <a:pt x="269716" y="69318"/>
                  </a:lnTo>
                  <a:lnTo>
                    <a:pt x="267225" y="71644"/>
                  </a:lnTo>
                  <a:lnTo>
                    <a:pt x="255354" y="82729"/>
                  </a:lnTo>
                  <a:lnTo>
                    <a:pt x="255006" y="83055"/>
                  </a:lnTo>
                  <a:lnTo>
                    <a:pt x="253694" y="84115"/>
                  </a:lnTo>
                  <a:lnTo>
                    <a:pt x="249891" y="87192"/>
                  </a:lnTo>
                  <a:lnTo>
                    <a:pt x="244943" y="89913"/>
                  </a:lnTo>
                  <a:lnTo>
                    <a:pt x="244295" y="90082"/>
                  </a:lnTo>
                  <a:lnTo>
                    <a:pt x="234829" y="92555"/>
                  </a:lnTo>
                  <a:lnTo>
                    <a:pt x="234026" y="92765"/>
                  </a:lnTo>
                  <a:lnTo>
                    <a:pt x="233233" y="92972"/>
                  </a:lnTo>
                  <a:lnTo>
                    <a:pt x="233039" y="93056"/>
                  </a:lnTo>
                  <a:lnTo>
                    <a:pt x="230767" y="94042"/>
                  </a:lnTo>
                  <a:lnTo>
                    <a:pt x="228459" y="95044"/>
                  </a:lnTo>
                  <a:lnTo>
                    <a:pt x="226519" y="95886"/>
                  </a:lnTo>
                  <a:lnTo>
                    <a:pt x="223763" y="97643"/>
                  </a:lnTo>
                  <a:lnTo>
                    <a:pt x="219051" y="100649"/>
                  </a:lnTo>
                  <a:lnTo>
                    <a:pt x="213069" y="104464"/>
                  </a:lnTo>
                  <a:lnTo>
                    <a:pt x="212276" y="104970"/>
                  </a:lnTo>
                  <a:lnTo>
                    <a:pt x="211177" y="105671"/>
                  </a:lnTo>
                  <a:lnTo>
                    <a:pt x="203069" y="110842"/>
                  </a:lnTo>
                  <a:lnTo>
                    <a:pt x="192396" y="117650"/>
                  </a:lnTo>
                  <a:lnTo>
                    <a:pt x="185539" y="123127"/>
                  </a:lnTo>
                  <a:lnTo>
                    <a:pt x="181958" y="126981"/>
                  </a:lnTo>
                  <a:lnTo>
                    <a:pt x="179602" y="130449"/>
                  </a:lnTo>
                  <a:lnTo>
                    <a:pt x="178594" y="132285"/>
                  </a:lnTo>
                  <a:lnTo>
                    <a:pt x="177022" y="135152"/>
                  </a:lnTo>
                  <a:lnTo>
                    <a:pt x="176797" y="135561"/>
                  </a:lnTo>
                  <a:lnTo>
                    <a:pt x="176154" y="136734"/>
                  </a:lnTo>
                  <a:lnTo>
                    <a:pt x="175575" y="137832"/>
                  </a:lnTo>
                  <a:lnTo>
                    <a:pt x="175147" y="138645"/>
                  </a:lnTo>
                  <a:lnTo>
                    <a:pt x="174992" y="138938"/>
                  </a:lnTo>
                  <a:lnTo>
                    <a:pt x="171441" y="145677"/>
                  </a:lnTo>
                  <a:lnTo>
                    <a:pt x="171300" y="145863"/>
                  </a:lnTo>
                  <a:lnTo>
                    <a:pt x="167442" y="150953"/>
                  </a:lnTo>
                  <a:lnTo>
                    <a:pt x="166165" y="152638"/>
                  </a:lnTo>
                  <a:lnTo>
                    <a:pt x="165162" y="153417"/>
                  </a:lnTo>
                  <a:lnTo>
                    <a:pt x="163097" y="155022"/>
                  </a:lnTo>
                  <a:lnTo>
                    <a:pt x="161718" y="155941"/>
                  </a:lnTo>
                  <a:lnTo>
                    <a:pt x="161459" y="156121"/>
                  </a:lnTo>
                  <a:lnTo>
                    <a:pt x="161202" y="156301"/>
                  </a:lnTo>
                  <a:lnTo>
                    <a:pt x="146111" y="166849"/>
                  </a:lnTo>
                  <a:lnTo>
                    <a:pt x="128944" y="178848"/>
                  </a:lnTo>
                  <a:lnTo>
                    <a:pt x="128591" y="179095"/>
                  </a:lnTo>
                  <a:lnTo>
                    <a:pt x="121134" y="184307"/>
                  </a:lnTo>
                  <a:lnTo>
                    <a:pt x="120928" y="184913"/>
                  </a:lnTo>
                  <a:lnTo>
                    <a:pt x="120768" y="185386"/>
                  </a:lnTo>
                  <a:lnTo>
                    <a:pt x="120380" y="186528"/>
                  </a:lnTo>
                  <a:lnTo>
                    <a:pt x="119516" y="187645"/>
                  </a:lnTo>
                  <a:lnTo>
                    <a:pt x="118715" y="188680"/>
                  </a:lnTo>
                  <a:lnTo>
                    <a:pt x="118365" y="188933"/>
                  </a:lnTo>
                  <a:lnTo>
                    <a:pt x="115899" y="190718"/>
                  </a:lnTo>
                  <a:lnTo>
                    <a:pt x="110108" y="194909"/>
                  </a:lnTo>
                  <a:lnTo>
                    <a:pt x="107446" y="197104"/>
                  </a:lnTo>
                  <a:lnTo>
                    <a:pt x="106670" y="198008"/>
                  </a:lnTo>
                  <a:lnTo>
                    <a:pt x="106174" y="198586"/>
                  </a:lnTo>
                  <a:lnTo>
                    <a:pt x="103029" y="202247"/>
                  </a:lnTo>
                  <a:lnTo>
                    <a:pt x="100145" y="207578"/>
                  </a:lnTo>
                  <a:lnTo>
                    <a:pt x="96758" y="219410"/>
                  </a:lnTo>
                  <a:lnTo>
                    <a:pt x="96281" y="221075"/>
                  </a:lnTo>
                  <a:lnTo>
                    <a:pt x="96071" y="221810"/>
                  </a:lnTo>
                  <a:lnTo>
                    <a:pt x="88133" y="218965"/>
                  </a:lnTo>
                  <a:lnTo>
                    <a:pt x="80670" y="216291"/>
                  </a:lnTo>
                  <a:lnTo>
                    <a:pt x="70792" y="213845"/>
                  </a:lnTo>
                  <a:lnTo>
                    <a:pt x="49711" y="209274"/>
                  </a:lnTo>
                  <a:lnTo>
                    <a:pt x="46227" y="207930"/>
                  </a:lnTo>
                  <a:lnTo>
                    <a:pt x="35075" y="201106"/>
                  </a:lnTo>
                  <a:lnTo>
                    <a:pt x="32640" y="199742"/>
                  </a:lnTo>
                  <a:lnTo>
                    <a:pt x="31816" y="199444"/>
                  </a:lnTo>
                  <a:lnTo>
                    <a:pt x="26515" y="197534"/>
                  </a:lnTo>
                  <a:lnTo>
                    <a:pt x="23923" y="196811"/>
                  </a:lnTo>
                  <a:lnTo>
                    <a:pt x="20546" y="196651"/>
                  </a:lnTo>
                  <a:lnTo>
                    <a:pt x="17562" y="196932"/>
                  </a:lnTo>
                  <a:lnTo>
                    <a:pt x="14163" y="197954"/>
                  </a:lnTo>
                  <a:lnTo>
                    <a:pt x="12478" y="198461"/>
                  </a:lnTo>
                  <a:lnTo>
                    <a:pt x="10331" y="199106"/>
                  </a:lnTo>
                  <a:lnTo>
                    <a:pt x="9395" y="199388"/>
                  </a:lnTo>
                  <a:lnTo>
                    <a:pt x="7487" y="199962"/>
                  </a:lnTo>
                  <a:lnTo>
                    <a:pt x="6880" y="200061"/>
                  </a:lnTo>
                  <a:lnTo>
                    <a:pt x="6884" y="199814"/>
                  </a:lnTo>
                  <a:lnTo>
                    <a:pt x="6895" y="199158"/>
                  </a:lnTo>
                  <a:lnTo>
                    <a:pt x="7149" y="184192"/>
                  </a:lnTo>
                  <a:lnTo>
                    <a:pt x="6854" y="179649"/>
                  </a:lnTo>
                  <a:lnTo>
                    <a:pt x="6793" y="178718"/>
                  </a:lnTo>
                  <a:lnTo>
                    <a:pt x="6703" y="177329"/>
                  </a:lnTo>
                  <a:lnTo>
                    <a:pt x="6465" y="173682"/>
                  </a:lnTo>
                  <a:lnTo>
                    <a:pt x="6431" y="173153"/>
                  </a:lnTo>
                  <a:lnTo>
                    <a:pt x="6213" y="169131"/>
                  </a:lnTo>
                  <a:lnTo>
                    <a:pt x="6205" y="168990"/>
                  </a:lnTo>
                  <a:lnTo>
                    <a:pt x="5518" y="159211"/>
                  </a:lnTo>
                  <a:lnTo>
                    <a:pt x="5371" y="157119"/>
                  </a:lnTo>
                  <a:lnTo>
                    <a:pt x="5279" y="155807"/>
                  </a:lnTo>
                  <a:lnTo>
                    <a:pt x="5032" y="121489"/>
                  </a:lnTo>
                  <a:lnTo>
                    <a:pt x="4997" y="121147"/>
                  </a:lnTo>
                  <a:lnTo>
                    <a:pt x="4801" y="119219"/>
                  </a:lnTo>
                  <a:lnTo>
                    <a:pt x="4490" y="117992"/>
                  </a:lnTo>
                  <a:lnTo>
                    <a:pt x="4066" y="117149"/>
                  </a:lnTo>
                  <a:lnTo>
                    <a:pt x="3465" y="116571"/>
                  </a:lnTo>
                  <a:lnTo>
                    <a:pt x="2205" y="115963"/>
                  </a:lnTo>
                  <a:lnTo>
                    <a:pt x="105" y="115498"/>
                  </a:lnTo>
                  <a:lnTo>
                    <a:pt x="0" y="112924"/>
                  </a:lnTo>
                  <a:lnTo>
                    <a:pt x="5635" y="115205"/>
                  </a:lnTo>
                  <a:lnTo>
                    <a:pt x="7632" y="116013"/>
                  </a:lnTo>
                  <a:lnTo>
                    <a:pt x="8258" y="116266"/>
                  </a:lnTo>
                  <a:lnTo>
                    <a:pt x="10690" y="117738"/>
                  </a:lnTo>
                  <a:lnTo>
                    <a:pt x="13621" y="119512"/>
                  </a:lnTo>
                  <a:lnTo>
                    <a:pt x="15719" y="120782"/>
                  </a:lnTo>
                  <a:lnTo>
                    <a:pt x="17612" y="119085"/>
                  </a:lnTo>
                  <a:lnTo>
                    <a:pt x="23540" y="113772"/>
                  </a:lnTo>
                  <a:lnTo>
                    <a:pt x="24712" y="112821"/>
                  </a:lnTo>
                  <a:lnTo>
                    <a:pt x="28674" y="109611"/>
                  </a:lnTo>
                  <a:lnTo>
                    <a:pt x="32082" y="106689"/>
                  </a:lnTo>
                  <a:lnTo>
                    <a:pt x="32362" y="106639"/>
                  </a:lnTo>
                  <a:lnTo>
                    <a:pt x="36167" y="106140"/>
                  </a:lnTo>
                  <a:lnTo>
                    <a:pt x="35505" y="103012"/>
                  </a:lnTo>
                  <a:lnTo>
                    <a:pt x="35043" y="102923"/>
                  </a:lnTo>
                  <a:lnTo>
                    <a:pt x="31783" y="103190"/>
                  </a:lnTo>
                  <a:lnTo>
                    <a:pt x="31281" y="103231"/>
                  </a:lnTo>
                  <a:lnTo>
                    <a:pt x="31003" y="102033"/>
                  </a:lnTo>
                  <a:lnTo>
                    <a:pt x="31475" y="101358"/>
                  </a:lnTo>
                  <a:lnTo>
                    <a:pt x="31929" y="100792"/>
                  </a:lnTo>
                  <a:lnTo>
                    <a:pt x="33101" y="99335"/>
                  </a:lnTo>
                  <a:lnTo>
                    <a:pt x="33679" y="98846"/>
                  </a:lnTo>
                  <a:lnTo>
                    <a:pt x="35725" y="97118"/>
                  </a:lnTo>
                  <a:lnTo>
                    <a:pt x="35951" y="96927"/>
                  </a:lnTo>
                  <a:lnTo>
                    <a:pt x="36332" y="96657"/>
                  </a:lnTo>
                  <a:lnTo>
                    <a:pt x="36870" y="96276"/>
                  </a:lnTo>
                  <a:lnTo>
                    <a:pt x="37978" y="96252"/>
                  </a:lnTo>
                  <a:lnTo>
                    <a:pt x="39582" y="96781"/>
                  </a:lnTo>
                  <a:lnTo>
                    <a:pt x="40169" y="96975"/>
                  </a:lnTo>
                  <a:lnTo>
                    <a:pt x="41418" y="97264"/>
                  </a:lnTo>
                  <a:lnTo>
                    <a:pt x="43227" y="97569"/>
                  </a:lnTo>
                  <a:lnTo>
                    <a:pt x="43241" y="97332"/>
                  </a:lnTo>
                  <a:lnTo>
                    <a:pt x="43372" y="95163"/>
                  </a:lnTo>
                  <a:lnTo>
                    <a:pt x="43380" y="95032"/>
                  </a:lnTo>
                  <a:lnTo>
                    <a:pt x="44779" y="94631"/>
                  </a:lnTo>
                  <a:lnTo>
                    <a:pt x="46195" y="94225"/>
                  </a:lnTo>
                  <a:lnTo>
                    <a:pt x="47097" y="93081"/>
                  </a:lnTo>
                  <a:lnTo>
                    <a:pt x="47895" y="90891"/>
                  </a:lnTo>
                  <a:lnTo>
                    <a:pt x="48261" y="89884"/>
                  </a:lnTo>
                  <a:lnTo>
                    <a:pt x="48462" y="89462"/>
                  </a:lnTo>
                  <a:lnTo>
                    <a:pt x="48533" y="89311"/>
                  </a:lnTo>
                  <a:lnTo>
                    <a:pt x="48726" y="88905"/>
                  </a:lnTo>
                  <a:lnTo>
                    <a:pt x="49506" y="87261"/>
                  </a:lnTo>
                  <a:lnTo>
                    <a:pt x="50010" y="87458"/>
                  </a:lnTo>
                  <a:lnTo>
                    <a:pt x="50330" y="87582"/>
                  </a:lnTo>
                  <a:lnTo>
                    <a:pt x="50741" y="87034"/>
                  </a:lnTo>
                  <a:lnTo>
                    <a:pt x="57133" y="78515"/>
                  </a:lnTo>
                  <a:lnTo>
                    <a:pt x="63740" y="70544"/>
                  </a:lnTo>
                  <a:lnTo>
                    <a:pt x="68770" y="72416"/>
                  </a:lnTo>
                  <a:lnTo>
                    <a:pt x="71715" y="85260"/>
                  </a:lnTo>
                  <a:lnTo>
                    <a:pt x="76918" y="93488"/>
                  </a:lnTo>
                  <a:lnTo>
                    <a:pt x="81041" y="95896"/>
                  </a:lnTo>
                  <a:lnTo>
                    <a:pt x="97926" y="95495"/>
                  </a:lnTo>
                  <a:lnTo>
                    <a:pt x="105093" y="99609"/>
                  </a:lnTo>
                  <a:lnTo>
                    <a:pt x="114026" y="91481"/>
                  </a:lnTo>
                  <a:lnTo>
                    <a:pt x="120702" y="97602"/>
                  </a:lnTo>
                  <a:lnTo>
                    <a:pt x="114713" y="104727"/>
                  </a:lnTo>
                  <a:lnTo>
                    <a:pt x="120702" y="120882"/>
                  </a:lnTo>
                  <a:lnTo>
                    <a:pt x="110197" y="125599"/>
                  </a:lnTo>
                  <a:lnTo>
                    <a:pt x="115442" y="139867"/>
                  </a:lnTo>
                  <a:lnTo>
                    <a:pt x="113917" y="142846"/>
                  </a:lnTo>
                  <a:lnTo>
                    <a:pt x="111282" y="150927"/>
                  </a:lnTo>
                  <a:lnTo>
                    <a:pt x="116991" y="152723"/>
                  </a:lnTo>
                  <a:lnTo>
                    <a:pt x="125336" y="142622"/>
                  </a:lnTo>
                  <a:lnTo>
                    <a:pt x="136316" y="142173"/>
                  </a:lnTo>
                  <a:lnTo>
                    <a:pt x="140268" y="139479"/>
                  </a:lnTo>
                  <a:lnTo>
                    <a:pt x="144221" y="132521"/>
                  </a:lnTo>
                  <a:lnTo>
                    <a:pt x="155640" y="123991"/>
                  </a:lnTo>
                  <a:lnTo>
                    <a:pt x="165961" y="123767"/>
                  </a:lnTo>
                  <a:lnTo>
                    <a:pt x="169373" y="121842"/>
                  </a:lnTo>
                  <a:lnTo>
                    <a:pt x="169352" y="117165"/>
                  </a:lnTo>
                  <a:lnTo>
                    <a:pt x="164821" y="111423"/>
                  </a:lnTo>
                  <a:lnTo>
                    <a:pt x="163290" y="94332"/>
                  </a:lnTo>
                  <a:lnTo>
                    <a:pt x="157025" y="88270"/>
                  </a:lnTo>
                  <a:lnTo>
                    <a:pt x="156587" y="84734"/>
                  </a:lnTo>
                  <a:lnTo>
                    <a:pt x="159373" y="79772"/>
                  </a:lnTo>
                  <a:lnTo>
                    <a:pt x="169036" y="67876"/>
                  </a:lnTo>
                  <a:lnTo>
                    <a:pt x="176370" y="68885"/>
                  </a:lnTo>
                  <a:lnTo>
                    <a:pt x="177935" y="74443"/>
                  </a:lnTo>
                  <a:lnTo>
                    <a:pt x="181705" y="74202"/>
                  </a:lnTo>
                  <a:lnTo>
                    <a:pt x="187595" y="73118"/>
                  </a:lnTo>
                  <a:lnTo>
                    <a:pt x="192072" y="70469"/>
                  </a:lnTo>
                  <a:lnTo>
                    <a:pt x="194310" y="66134"/>
                  </a:lnTo>
                  <a:lnTo>
                    <a:pt x="193014" y="61197"/>
                  </a:lnTo>
                  <a:lnTo>
                    <a:pt x="188537" y="58909"/>
                  </a:lnTo>
                  <a:lnTo>
                    <a:pt x="185710" y="56501"/>
                  </a:lnTo>
                  <a:lnTo>
                    <a:pt x="185828" y="36151"/>
                  </a:lnTo>
                  <a:lnTo>
                    <a:pt x="196666" y="32659"/>
                  </a:lnTo>
                  <a:lnTo>
                    <a:pt x="199258" y="32899"/>
                  </a:lnTo>
                  <a:lnTo>
                    <a:pt x="217282" y="17607"/>
                  </a:lnTo>
                  <a:lnTo>
                    <a:pt x="213512" y="13392"/>
                  </a:lnTo>
                  <a:lnTo>
                    <a:pt x="219402" y="8937"/>
                  </a:lnTo>
                  <a:lnTo>
                    <a:pt x="231115" y="8346"/>
                  </a:lnTo>
                  <a:lnTo>
                    <a:pt x="269450" y="44553"/>
                  </a:lnTo>
                  <a:lnTo>
                    <a:pt x="273376" y="42044"/>
                  </a:lnTo>
                  <a:lnTo>
                    <a:pt x="278874" y="39636"/>
                  </a:lnTo>
                  <a:lnTo>
                    <a:pt x="298115" y="23982"/>
                  </a:lnTo>
                  <a:lnTo>
                    <a:pt x="307147" y="12944"/>
                  </a:lnTo>
                  <a:lnTo>
                    <a:pt x="307343" y="5117"/>
                  </a:lnTo>
                  <a:lnTo>
                    <a:pt x="308129" y="1304"/>
                  </a:lnTo>
                  <a:lnTo>
                    <a:pt x="316866" y="1906"/>
                  </a:lnTo>
                  <a:lnTo>
                    <a:pt x="319124" y="2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g32"/>
            <p:cNvSpPr/>
            <p:nvPr/>
          </p:nvSpPr>
          <p:spPr>
            <a:xfrm>
              <a:off x="2948959" y="5027444"/>
              <a:ext cx="236350" cy="225780"/>
            </a:xfrm>
            <a:custGeom>
              <a:avLst/>
              <a:pathLst>
                <a:path w="236350" h="225780">
                  <a:moveTo>
                    <a:pt x="210198" y="10270"/>
                  </a:moveTo>
                  <a:lnTo>
                    <a:pt x="213496" y="12618"/>
                  </a:lnTo>
                  <a:lnTo>
                    <a:pt x="214437" y="12610"/>
                  </a:lnTo>
                  <a:lnTo>
                    <a:pt x="220388" y="12558"/>
                  </a:lnTo>
                  <a:lnTo>
                    <a:pt x="221448" y="10691"/>
                  </a:lnTo>
                  <a:lnTo>
                    <a:pt x="223505" y="10598"/>
                  </a:lnTo>
                  <a:lnTo>
                    <a:pt x="224099" y="10571"/>
                  </a:lnTo>
                  <a:lnTo>
                    <a:pt x="226337" y="13762"/>
                  </a:lnTo>
                  <a:lnTo>
                    <a:pt x="228410" y="13698"/>
                  </a:lnTo>
                  <a:lnTo>
                    <a:pt x="230225" y="13641"/>
                  </a:lnTo>
                  <a:lnTo>
                    <a:pt x="235408" y="14906"/>
                  </a:lnTo>
                  <a:lnTo>
                    <a:pt x="236350" y="20385"/>
                  </a:lnTo>
                  <a:lnTo>
                    <a:pt x="229046" y="25442"/>
                  </a:lnTo>
                  <a:lnTo>
                    <a:pt x="226042" y="25984"/>
                  </a:lnTo>
                  <a:lnTo>
                    <a:pt x="222096" y="30379"/>
                  </a:lnTo>
                  <a:lnTo>
                    <a:pt x="213378" y="39771"/>
                  </a:lnTo>
                  <a:lnTo>
                    <a:pt x="200361" y="54342"/>
                  </a:lnTo>
                  <a:lnTo>
                    <a:pt x="183103" y="67768"/>
                  </a:lnTo>
                  <a:lnTo>
                    <a:pt x="187226" y="73487"/>
                  </a:lnTo>
                  <a:lnTo>
                    <a:pt x="186814" y="74090"/>
                  </a:lnTo>
                  <a:lnTo>
                    <a:pt x="158187" y="98172"/>
                  </a:lnTo>
                  <a:lnTo>
                    <a:pt x="153534" y="104494"/>
                  </a:lnTo>
                  <a:lnTo>
                    <a:pt x="148350" y="108588"/>
                  </a:lnTo>
                  <a:lnTo>
                    <a:pt x="146583" y="107565"/>
                  </a:lnTo>
                  <a:lnTo>
                    <a:pt x="136864" y="111177"/>
                  </a:lnTo>
                  <a:lnTo>
                    <a:pt x="135510" y="110334"/>
                  </a:lnTo>
                  <a:lnTo>
                    <a:pt x="124848" y="112863"/>
                  </a:lnTo>
                  <a:lnTo>
                    <a:pt x="122139" y="115873"/>
                  </a:lnTo>
                  <a:lnTo>
                    <a:pt x="119959" y="115271"/>
                  </a:lnTo>
                  <a:lnTo>
                    <a:pt x="120564" y="128110"/>
                  </a:lnTo>
                  <a:lnTo>
                    <a:pt x="122942" y="130377"/>
                  </a:lnTo>
                  <a:lnTo>
                    <a:pt x="127558" y="134779"/>
                  </a:lnTo>
                  <a:lnTo>
                    <a:pt x="129148" y="133574"/>
                  </a:lnTo>
                  <a:lnTo>
                    <a:pt x="131361" y="134063"/>
                  </a:lnTo>
                  <a:lnTo>
                    <a:pt x="139515" y="135862"/>
                  </a:lnTo>
                  <a:lnTo>
                    <a:pt x="148233" y="142304"/>
                  </a:lnTo>
                  <a:lnTo>
                    <a:pt x="149574" y="146163"/>
                  </a:lnTo>
                  <a:lnTo>
                    <a:pt x="149823" y="146880"/>
                  </a:lnTo>
                  <a:lnTo>
                    <a:pt x="150023" y="147017"/>
                  </a:lnTo>
                  <a:lnTo>
                    <a:pt x="155006" y="150432"/>
                  </a:lnTo>
                  <a:lnTo>
                    <a:pt x="156638" y="163887"/>
                  </a:lnTo>
                  <a:lnTo>
                    <a:pt x="154007" y="166415"/>
                  </a:lnTo>
                  <a:lnTo>
                    <a:pt x="153439" y="165848"/>
                  </a:lnTo>
                  <a:lnTo>
                    <a:pt x="152201" y="164609"/>
                  </a:lnTo>
                  <a:lnTo>
                    <a:pt x="150276" y="164489"/>
                  </a:lnTo>
                  <a:lnTo>
                    <a:pt x="146742" y="166255"/>
                  </a:lnTo>
                  <a:lnTo>
                    <a:pt x="142355" y="167729"/>
                  </a:lnTo>
                  <a:lnTo>
                    <a:pt x="133009" y="164277"/>
                  </a:lnTo>
                  <a:lnTo>
                    <a:pt x="128886" y="164277"/>
                  </a:lnTo>
                  <a:lnTo>
                    <a:pt x="128847" y="172907"/>
                  </a:lnTo>
                  <a:lnTo>
                    <a:pt x="115917" y="168141"/>
                  </a:lnTo>
                  <a:lnTo>
                    <a:pt x="114072" y="166478"/>
                  </a:lnTo>
                  <a:lnTo>
                    <a:pt x="113247" y="165733"/>
                  </a:lnTo>
                  <a:lnTo>
                    <a:pt x="111322" y="166135"/>
                  </a:lnTo>
                  <a:lnTo>
                    <a:pt x="107553" y="172356"/>
                  </a:lnTo>
                  <a:lnTo>
                    <a:pt x="107553" y="174523"/>
                  </a:lnTo>
                  <a:lnTo>
                    <a:pt x="109037" y="173693"/>
                  </a:lnTo>
                  <a:lnTo>
                    <a:pt x="109202" y="173600"/>
                  </a:lnTo>
                  <a:lnTo>
                    <a:pt x="110380" y="175687"/>
                  </a:lnTo>
                  <a:lnTo>
                    <a:pt x="110316" y="175836"/>
                  </a:lnTo>
                  <a:lnTo>
                    <a:pt x="109830" y="176972"/>
                  </a:lnTo>
                  <a:lnTo>
                    <a:pt x="112674" y="179198"/>
                  </a:lnTo>
                  <a:lnTo>
                    <a:pt x="114189" y="180384"/>
                  </a:lnTo>
                  <a:lnTo>
                    <a:pt x="112893" y="182952"/>
                  </a:lnTo>
                  <a:lnTo>
                    <a:pt x="117841" y="186244"/>
                  </a:lnTo>
                  <a:lnTo>
                    <a:pt x="117616" y="186674"/>
                  </a:lnTo>
                  <a:lnTo>
                    <a:pt x="115692" y="191370"/>
                  </a:lnTo>
                  <a:lnTo>
                    <a:pt x="115446" y="192184"/>
                  </a:lnTo>
                  <a:lnTo>
                    <a:pt x="104097" y="185602"/>
                  </a:lnTo>
                  <a:lnTo>
                    <a:pt x="102644" y="187488"/>
                  </a:lnTo>
                  <a:lnTo>
                    <a:pt x="96400" y="183434"/>
                  </a:lnTo>
                  <a:lnTo>
                    <a:pt x="97029" y="186404"/>
                  </a:lnTo>
                  <a:lnTo>
                    <a:pt x="95929" y="187368"/>
                  </a:lnTo>
                  <a:lnTo>
                    <a:pt x="96086" y="189696"/>
                  </a:lnTo>
                  <a:lnTo>
                    <a:pt x="96008" y="193067"/>
                  </a:lnTo>
                  <a:lnTo>
                    <a:pt x="94712" y="195355"/>
                  </a:lnTo>
                  <a:lnTo>
                    <a:pt x="90981" y="197282"/>
                  </a:lnTo>
                  <a:lnTo>
                    <a:pt x="90118" y="199289"/>
                  </a:lnTo>
                  <a:lnTo>
                    <a:pt x="90275" y="203664"/>
                  </a:lnTo>
                  <a:lnTo>
                    <a:pt x="89136" y="206313"/>
                  </a:lnTo>
                  <a:lnTo>
                    <a:pt x="85680" y="207838"/>
                  </a:lnTo>
                  <a:lnTo>
                    <a:pt x="82382" y="207076"/>
                  </a:lnTo>
                  <a:lnTo>
                    <a:pt x="78298" y="201095"/>
                  </a:lnTo>
                  <a:lnTo>
                    <a:pt x="73900" y="204707"/>
                  </a:lnTo>
                  <a:lnTo>
                    <a:pt x="73444" y="205670"/>
                  </a:lnTo>
                  <a:lnTo>
                    <a:pt x="72683" y="207276"/>
                  </a:lnTo>
                  <a:lnTo>
                    <a:pt x="81106" y="212012"/>
                  </a:lnTo>
                  <a:lnTo>
                    <a:pt x="81668" y="212921"/>
                  </a:lnTo>
                  <a:lnTo>
                    <a:pt x="83638" y="216107"/>
                  </a:lnTo>
                  <a:lnTo>
                    <a:pt x="86380" y="216156"/>
                  </a:lnTo>
                  <a:lnTo>
                    <a:pt x="97147" y="216347"/>
                  </a:lnTo>
                  <a:lnTo>
                    <a:pt x="97775" y="225178"/>
                  </a:lnTo>
                  <a:lnTo>
                    <a:pt x="70758" y="225780"/>
                  </a:lnTo>
                  <a:lnTo>
                    <a:pt x="69580" y="223572"/>
                  </a:lnTo>
                  <a:lnTo>
                    <a:pt x="57829" y="222562"/>
                  </a:lnTo>
                  <a:lnTo>
                    <a:pt x="54280" y="224329"/>
                  </a:lnTo>
                  <a:lnTo>
                    <a:pt x="54340" y="225450"/>
                  </a:lnTo>
                  <a:lnTo>
                    <a:pt x="52058" y="224834"/>
                  </a:lnTo>
                  <a:lnTo>
                    <a:pt x="48005" y="223196"/>
                  </a:lnTo>
                  <a:lnTo>
                    <a:pt x="47763" y="223082"/>
                  </a:lnTo>
                  <a:lnTo>
                    <a:pt x="43640" y="221137"/>
                  </a:lnTo>
                  <a:lnTo>
                    <a:pt x="36659" y="217844"/>
                  </a:lnTo>
                  <a:lnTo>
                    <a:pt x="30638" y="215004"/>
                  </a:lnTo>
                  <a:lnTo>
                    <a:pt x="30106" y="214753"/>
                  </a:lnTo>
                  <a:lnTo>
                    <a:pt x="30318" y="214327"/>
                  </a:lnTo>
                  <a:lnTo>
                    <a:pt x="32693" y="209515"/>
                  </a:lnTo>
                  <a:lnTo>
                    <a:pt x="32997" y="208899"/>
                  </a:lnTo>
                  <a:lnTo>
                    <a:pt x="37465" y="199845"/>
                  </a:lnTo>
                  <a:lnTo>
                    <a:pt x="38048" y="198662"/>
                  </a:lnTo>
                  <a:lnTo>
                    <a:pt x="38394" y="197961"/>
                  </a:lnTo>
                  <a:lnTo>
                    <a:pt x="38637" y="197470"/>
                  </a:lnTo>
                  <a:lnTo>
                    <a:pt x="39196" y="196335"/>
                  </a:lnTo>
                  <a:lnTo>
                    <a:pt x="39738" y="195238"/>
                  </a:lnTo>
                  <a:lnTo>
                    <a:pt x="42496" y="189649"/>
                  </a:lnTo>
                  <a:lnTo>
                    <a:pt x="44878" y="184821"/>
                  </a:lnTo>
                  <a:lnTo>
                    <a:pt x="48341" y="177803"/>
                  </a:lnTo>
                  <a:lnTo>
                    <a:pt x="48859" y="176753"/>
                  </a:lnTo>
                  <a:lnTo>
                    <a:pt x="39088" y="171816"/>
                  </a:lnTo>
                  <a:lnTo>
                    <a:pt x="30136" y="167292"/>
                  </a:lnTo>
                  <a:lnTo>
                    <a:pt x="22551" y="163459"/>
                  </a:lnTo>
                  <a:lnTo>
                    <a:pt x="22035" y="162679"/>
                  </a:lnTo>
                  <a:lnTo>
                    <a:pt x="21545" y="161935"/>
                  </a:lnTo>
                  <a:lnTo>
                    <a:pt x="16969" y="155006"/>
                  </a:lnTo>
                  <a:lnTo>
                    <a:pt x="16417" y="154163"/>
                  </a:lnTo>
                  <a:lnTo>
                    <a:pt x="11609" y="146810"/>
                  </a:lnTo>
                  <a:lnTo>
                    <a:pt x="11171" y="146141"/>
                  </a:lnTo>
                  <a:lnTo>
                    <a:pt x="9228" y="143169"/>
                  </a:lnTo>
                  <a:lnTo>
                    <a:pt x="6181" y="138510"/>
                  </a:lnTo>
                  <a:lnTo>
                    <a:pt x="5661" y="137714"/>
                  </a:lnTo>
                  <a:lnTo>
                    <a:pt x="1059" y="130457"/>
                  </a:lnTo>
                  <a:lnTo>
                    <a:pt x="0" y="128786"/>
                  </a:lnTo>
                  <a:lnTo>
                    <a:pt x="793" y="128280"/>
                  </a:lnTo>
                  <a:lnTo>
                    <a:pt x="6775" y="124464"/>
                  </a:lnTo>
                  <a:lnTo>
                    <a:pt x="11487" y="121459"/>
                  </a:lnTo>
                  <a:lnTo>
                    <a:pt x="14242" y="119701"/>
                  </a:lnTo>
                  <a:lnTo>
                    <a:pt x="16183" y="118859"/>
                  </a:lnTo>
                  <a:lnTo>
                    <a:pt x="18491" y="117858"/>
                  </a:lnTo>
                  <a:lnTo>
                    <a:pt x="20763" y="116872"/>
                  </a:lnTo>
                  <a:lnTo>
                    <a:pt x="20957" y="116787"/>
                  </a:lnTo>
                  <a:lnTo>
                    <a:pt x="21750" y="116580"/>
                  </a:lnTo>
                  <a:lnTo>
                    <a:pt x="22553" y="116370"/>
                  </a:lnTo>
                  <a:lnTo>
                    <a:pt x="32019" y="113898"/>
                  </a:lnTo>
                  <a:lnTo>
                    <a:pt x="32667" y="113729"/>
                  </a:lnTo>
                  <a:lnTo>
                    <a:pt x="37615" y="111007"/>
                  </a:lnTo>
                  <a:lnTo>
                    <a:pt x="41418" y="107931"/>
                  </a:lnTo>
                  <a:lnTo>
                    <a:pt x="42730" y="106870"/>
                  </a:lnTo>
                  <a:lnTo>
                    <a:pt x="43078" y="106545"/>
                  </a:lnTo>
                  <a:lnTo>
                    <a:pt x="54949" y="95459"/>
                  </a:lnTo>
                  <a:lnTo>
                    <a:pt x="57438" y="93131"/>
                  </a:lnTo>
                  <a:lnTo>
                    <a:pt x="62508" y="88399"/>
                  </a:lnTo>
                  <a:lnTo>
                    <a:pt x="62874" y="88057"/>
                  </a:lnTo>
                  <a:lnTo>
                    <a:pt x="63612" y="87370"/>
                  </a:lnTo>
                  <a:lnTo>
                    <a:pt x="63807" y="87187"/>
                  </a:lnTo>
                  <a:lnTo>
                    <a:pt x="64572" y="86472"/>
                  </a:lnTo>
                  <a:lnTo>
                    <a:pt x="68008" y="83264"/>
                  </a:lnTo>
                  <a:lnTo>
                    <a:pt x="72553" y="80688"/>
                  </a:lnTo>
                  <a:lnTo>
                    <a:pt x="73861" y="79947"/>
                  </a:lnTo>
                  <a:lnTo>
                    <a:pt x="78699" y="78566"/>
                  </a:lnTo>
                  <a:lnTo>
                    <a:pt x="80843" y="78274"/>
                  </a:lnTo>
                  <a:lnTo>
                    <a:pt x="80812" y="75240"/>
                  </a:lnTo>
                  <a:lnTo>
                    <a:pt x="80821" y="74036"/>
                  </a:lnTo>
                  <a:lnTo>
                    <a:pt x="80836" y="72158"/>
                  </a:lnTo>
                  <a:lnTo>
                    <a:pt x="82273" y="67678"/>
                  </a:lnTo>
                  <a:lnTo>
                    <a:pt x="83427" y="66489"/>
                  </a:lnTo>
                  <a:lnTo>
                    <a:pt x="85312" y="64547"/>
                  </a:lnTo>
                  <a:lnTo>
                    <a:pt x="88328" y="61898"/>
                  </a:lnTo>
                  <a:lnTo>
                    <a:pt x="94360" y="57208"/>
                  </a:lnTo>
                  <a:lnTo>
                    <a:pt x="95514" y="56311"/>
                  </a:lnTo>
                  <a:lnTo>
                    <a:pt x="96904" y="52795"/>
                  </a:lnTo>
                  <a:lnTo>
                    <a:pt x="98153" y="48532"/>
                  </a:lnTo>
                  <a:lnTo>
                    <a:pt x="98577" y="46172"/>
                  </a:lnTo>
                  <a:lnTo>
                    <a:pt x="98930" y="44438"/>
                  </a:lnTo>
                  <a:lnTo>
                    <a:pt x="99519" y="42897"/>
                  </a:lnTo>
                  <a:lnTo>
                    <a:pt x="100745" y="41572"/>
                  </a:lnTo>
                  <a:lnTo>
                    <a:pt x="102161" y="40829"/>
                  </a:lnTo>
                  <a:lnTo>
                    <a:pt x="102441" y="40681"/>
                  </a:lnTo>
                  <a:lnTo>
                    <a:pt x="103688" y="40387"/>
                  </a:lnTo>
                  <a:lnTo>
                    <a:pt x="103972" y="40320"/>
                  </a:lnTo>
                  <a:lnTo>
                    <a:pt x="105315" y="40585"/>
                  </a:lnTo>
                  <a:lnTo>
                    <a:pt x="109438" y="42174"/>
                  </a:lnTo>
                  <a:lnTo>
                    <a:pt x="120653" y="47762"/>
                  </a:lnTo>
                  <a:lnTo>
                    <a:pt x="121074" y="46971"/>
                  </a:lnTo>
                  <a:lnTo>
                    <a:pt x="118074" y="40179"/>
                  </a:lnTo>
                  <a:lnTo>
                    <a:pt x="116480" y="36712"/>
                  </a:lnTo>
                  <a:lnTo>
                    <a:pt x="120444" y="39304"/>
                  </a:lnTo>
                  <a:lnTo>
                    <a:pt x="123944" y="41819"/>
                  </a:lnTo>
                  <a:lnTo>
                    <a:pt x="127939" y="45534"/>
                  </a:lnTo>
                  <a:lnTo>
                    <a:pt x="127820" y="49261"/>
                  </a:lnTo>
                  <a:lnTo>
                    <a:pt x="136876" y="49379"/>
                  </a:lnTo>
                  <a:lnTo>
                    <a:pt x="137483" y="40301"/>
                  </a:lnTo>
                  <a:lnTo>
                    <a:pt x="148729" y="38760"/>
                  </a:lnTo>
                  <a:lnTo>
                    <a:pt x="163745" y="35773"/>
                  </a:lnTo>
                  <a:lnTo>
                    <a:pt x="173924" y="31984"/>
                  </a:lnTo>
                  <a:lnTo>
                    <a:pt x="183254" y="27071"/>
                  </a:lnTo>
                  <a:lnTo>
                    <a:pt x="185013" y="25466"/>
                  </a:lnTo>
                  <a:lnTo>
                    <a:pt x="184762" y="19365"/>
                  </a:lnTo>
                  <a:lnTo>
                    <a:pt x="185610" y="16796"/>
                  </a:lnTo>
                  <a:lnTo>
                    <a:pt x="192692" y="7211"/>
                  </a:lnTo>
                  <a:lnTo>
                    <a:pt x="200969" y="0"/>
                  </a:lnTo>
                  <a:lnTo>
                    <a:pt x="207203" y="3813"/>
                  </a:lnTo>
                  <a:lnTo>
                    <a:pt x="207126" y="6944"/>
                  </a:lnTo>
                  <a:lnTo>
                    <a:pt x="207076" y="894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3"/>
            <p:cNvSpPr/>
            <p:nvPr/>
          </p:nvSpPr>
          <p:spPr>
            <a:xfrm>
              <a:off x="2397689" y="5373603"/>
              <a:ext cx="233659" cy="177629"/>
            </a:xfrm>
            <a:custGeom>
              <a:avLst/>
              <a:pathLst>
                <a:path w="233659" h="177629">
                  <a:moveTo>
                    <a:pt x="80599" y="155814"/>
                  </a:moveTo>
                  <a:lnTo>
                    <a:pt x="77107" y="156432"/>
                  </a:lnTo>
                  <a:lnTo>
                    <a:pt x="72160" y="158212"/>
                  </a:lnTo>
                  <a:lnTo>
                    <a:pt x="68395" y="159567"/>
                  </a:lnTo>
                  <a:lnTo>
                    <a:pt x="47239" y="163810"/>
                  </a:lnTo>
                  <a:lnTo>
                    <a:pt x="44179" y="164664"/>
                  </a:lnTo>
                  <a:lnTo>
                    <a:pt x="30273" y="168547"/>
                  </a:lnTo>
                  <a:lnTo>
                    <a:pt x="27306" y="169914"/>
                  </a:lnTo>
                  <a:lnTo>
                    <a:pt x="25542" y="169644"/>
                  </a:lnTo>
                  <a:lnTo>
                    <a:pt x="12895" y="177629"/>
                  </a:lnTo>
                  <a:lnTo>
                    <a:pt x="10499" y="170868"/>
                  </a:lnTo>
                  <a:lnTo>
                    <a:pt x="2589" y="159600"/>
                  </a:lnTo>
                  <a:lnTo>
                    <a:pt x="821" y="155904"/>
                  </a:lnTo>
                  <a:lnTo>
                    <a:pt x="292" y="154550"/>
                  </a:lnTo>
                  <a:lnTo>
                    <a:pt x="230" y="149658"/>
                  </a:lnTo>
                  <a:lnTo>
                    <a:pt x="970" y="146074"/>
                  </a:lnTo>
                  <a:lnTo>
                    <a:pt x="5505" y="134759"/>
                  </a:lnTo>
                  <a:lnTo>
                    <a:pt x="5660" y="134372"/>
                  </a:lnTo>
                  <a:lnTo>
                    <a:pt x="6080" y="133496"/>
                  </a:lnTo>
                  <a:lnTo>
                    <a:pt x="7263" y="130489"/>
                  </a:lnTo>
                  <a:lnTo>
                    <a:pt x="9740" y="124196"/>
                  </a:lnTo>
                  <a:lnTo>
                    <a:pt x="12721" y="120169"/>
                  </a:lnTo>
                  <a:lnTo>
                    <a:pt x="13158" y="119757"/>
                  </a:lnTo>
                  <a:lnTo>
                    <a:pt x="18620" y="114600"/>
                  </a:lnTo>
                  <a:lnTo>
                    <a:pt x="18348" y="114488"/>
                  </a:lnTo>
                  <a:lnTo>
                    <a:pt x="14775" y="113019"/>
                  </a:lnTo>
                  <a:lnTo>
                    <a:pt x="0" y="106944"/>
                  </a:lnTo>
                  <a:lnTo>
                    <a:pt x="1362" y="103931"/>
                  </a:lnTo>
                  <a:lnTo>
                    <a:pt x="2369" y="101706"/>
                  </a:lnTo>
                  <a:lnTo>
                    <a:pt x="6418" y="92754"/>
                  </a:lnTo>
                  <a:lnTo>
                    <a:pt x="6934" y="91613"/>
                  </a:lnTo>
                  <a:lnTo>
                    <a:pt x="8442" y="88280"/>
                  </a:lnTo>
                  <a:lnTo>
                    <a:pt x="10563" y="83122"/>
                  </a:lnTo>
                  <a:lnTo>
                    <a:pt x="10665" y="82874"/>
                  </a:lnTo>
                  <a:lnTo>
                    <a:pt x="10842" y="82444"/>
                  </a:lnTo>
                  <a:lnTo>
                    <a:pt x="11034" y="81978"/>
                  </a:lnTo>
                  <a:lnTo>
                    <a:pt x="11233" y="81583"/>
                  </a:lnTo>
                  <a:lnTo>
                    <a:pt x="11899" y="80263"/>
                  </a:lnTo>
                  <a:lnTo>
                    <a:pt x="13795" y="76501"/>
                  </a:lnTo>
                  <a:lnTo>
                    <a:pt x="15707" y="73789"/>
                  </a:lnTo>
                  <a:lnTo>
                    <a:pt x="15946" y="73468"/>
                  </a:lnTo>
                  <a:lnTo>
                    <a:pt x="17576" y="71285"/>
                  </a:lnTo>
                  <a:lnTo>
                    <a:pt x="19735" y="68392"/>
                  </a:lnTo>
                  <a:lnTo>
                    <a:pt x="20089" y="67981"/>
                  </a:lnTo>
                  <a:lnTo>
                    <a:pt x="21321" y="66552"/>
                  </a:lnTo>
                  <a:lnTo>
                    <a:pt x="31151" y="56301"/>
                  </a:lnTo>
                  <a:lnTo>
                    <a:pt x="31332" y="56111"/>
                  </a:lnTo>
                  <a:lnTo>
                    <a:pt x="49820" y="36345"/>
                  </a:lnTo>
                  <a:lnTo>
                    <a:pt x="50282" y="35851"/>
                  </a:lnTo>
                  <a:lnTo>
                    <a:pt x="50583" y="35521"/>
                  </a:lnTo>
                  <a:lnTo>
                    <a:pt x="53427" y="32400"/>
                  </a:lnTo>
                  <a:lnTo>
                    <a:pt x="59709" y="25505"/>
                  </a:lnTo>
                  <a:lnTo>
                    <a:pt x="61527" y="27274"/>
                  </a:lnTo>
                  <a:lnTo>
                    <a:pt x="61995" y="27729"/>
                  </a:lnTo>
                  <a:lnTo>
                    <a:pt x="78847" y="44126"/>
                  </a:lnTo>
                  <a:lnTo>
                    <a:pt x="79255" y="44446"/>
                  </a:lnTo>
                  <a:lnTo>
                    <a:pt x="71203" y="52610"/>
                  </a:lnTo>
                  <a:lnTo>
                    <a:pt x="70514" y="53307"/>
                  </a:lnTo>
                  <a:lnTo>
                    <a:pt x="70800" y="53577"/>
                  </a:lnTo>
                  <a:lnTo>
                    <a:pt x="71477" y="54213"/>
                  </a:lnTo>
                  <a:lnTo>
                    <a:pt x="85532" y="67447"/>
                  </a:lnTo>
                  <a:lnTo>
                    <a:pt x="88734" y="66718"/>
                  </a:lnTo>
                  <a:lnTo>
                    <a:pt x="98624" y="64467"/>
                  </a:lnTo>
                  <a:lnTo>
                    <a:pt x="104913" y="62927"/>
                  </a:lnTo>
                  <a:lnTo>
                    <a:pt x="105454" y="64467"/>
                  </a:lnTo>
                  <a:lnTo>
                    <a:pt x="107649" y="70721"/>
                  </a:lnTo>
                  <a:lnTo>
                    <a:pt x="109403" y="75718"/>
                  </a:lnTo>
                  <a:lnTo>
                    <a:pt x="109752" y="76712"/>
                  </a:lnTo>
                  <a:lnTo>
                    <a:pt x="111809" y="82573"/>
                  </a:lnTo>
                  <a:lnTo>
                    <a:pt x="112007" y="83135"/>
                  </a:lnTo>
                  <a:lnTo>
                    <a:pt x="112837" y="85500"/>
                  </a:lnTo>
                  <a:lnTo>
                    <a:pt x="112981" y="85912"/>
                  </a:lnTo>
                  <a:lnTo>
                    <a:pt x="113189" y="86504"/>
                  </a:lnTo>
                  <a:lnTo>
                    <a:pt x="116161" y="94970"/>
                  </a:lnTo>
                  <a:lnTo>
                    <a:pt x="126909" y="90766"/>
                  </a:lnTo>
                  <a:lnTo>
                    <a:pt x="137972" y="86439"/>
                  </a:lnTo>
                  <a:lnTo>
                    <a:pt x="140375" y="85500"/>
                  </a:lnTo>
                  <a:lnTo>
                    <a:pt x="141176" y="85187"/>
                  </a:lnTo>
                  <a:lnTo>
                    <a:pt x="141660" y="84997"/>
                  </a:lnTo>
                  <a:lnTo>
                    <a:pt x="144732" y="83796"/>
                  </a:lnTo>
                  <a:lnTo>
                    <a:pt x="151118" y="81299"/>
                  </a:lnTo>
                  <a:lnTo>
                    <a:pt x="159915" y="77858"/>
                  </a:lnTo>
                  <a:lnTo>
                    <a:pt x="161358" y="77294"/>
                  </a:lnTo>
                  <a:lnTo>
                    <a:pt x="170173" y="73846"/>
                  </a:lnTo>
                  <a:lnTo>
                    <a:pt x="174935" y="71984"/>
                  </a:lnTo>
                  <a:lnTo>
                    <a:pt x="182857" y="68886"/>
                  </a:lnTo>
                  <a:lnTo>
                    <a:pt x="183372" y="68684"/>
                  </a:lnTo>
                  <a:lnTo>
                    <a:pt x="183560" y="68611"/>
                  </a:lnTo>
                  <a:lnTo>
                    <a:pt x="192477" y="65207"/>
                  </a:lnTo>
                  <a:lnTo>
                    <a:pt x="190111" y="57795"/>
                  </a:lnTo>
                  <a:lnTo>
                    <a:pt x="189101" y="54631"/>
                  </a:lnTo>
                  <a:lnTo>
                    <a:pt x="188488" y="51244"/>
                  </a:lnTo>
                  <a:lnTo>
                    <a:pt x="188422" y="49937"/>
                  </a:lnTo>
                  <a:lnTo>
                    <a:pt x="188259" y="46227"/>
                  </a:lnTo>
                  <a:lnTo>
                    <a:pt x="188412" y="45066"/>
                  </a:lnTo>
                  <a:lnTo>
                    <a:pt x="188883" y="41488"/>
                  </a:lnTo>
                  <a:lnTo>
                    <a:pt x="190103" y="32219"/>
                  </a:lnTo>
                  <a:lnTo>
                    <a:pt x="190679" y="27847"/>
                  </a:lnTo>
                  <a:lnTo>
                    <a:pt x="190757" y="27254"/>
                  </a:lnTo>
                  <a:lnTo>
                    <a:pt x="190804" y="26898"/>
                  </a:lnTo>
                  <a:lnTo>
                    <a:pt x="193297" y="7957"/>
                  </a:lnTo>
                  <a:lnTo>
                    <a:pt x="194345" y="0"/>
                  </a:lnTo>
                  <a:lnTo>
                    <a:pt x="204411" y="778"/>
                  </a:lnTo>
                  <a:lnTo>
                    <a:pt x="204621" y="806"/>
                  </a:lnTo>
                  <a:lnTo>
                    <a:pt x="212062" y="1793"/>
                  </a:lnTo>
                  <a:lnTo>
                    <a:pt x="213989" y="2048"/>
                  </a:lnTo>
                  <a:lnTo>
                    <a:pt x="213091" y="11075"/>
                  </a:lnTo>
                  <a:lnTo>
                    <a:pt x="213106" y="11530"/>
                  </a:lnTo>
                  <a:lnTo>
                    <a:pt x="213333" y="18271"/>
                  </a:lnTo>
                  <a:lnTo>
                    <a:pt x="215120" y="26142"/>
                  </a:lnTo>
                  <a:lnTo>
                    <a:pt x="218087" y="38533"/>
                  </a:lnTo>
                  <a:lnTo>
                    <a:pt x="220048" y="47830"/>
                  </a:lnTo>
                  <a:lnTo>
                    <a:pt x="220104" y="48096"/>
                  </a:lnTo>
                  <a:lnTo>
                    <a:pt x="222367" y="58065"/>
                  </a:lnTo>
                  <a:lnTo>
                    <a:pt x="224794" y="68756"/>
                  </a:lnTo>
                  <a:lnTo>
                    <a:pt x="224917" y="69299"/>
                  </a:lnTo>
                  <a:lnTo>
                    <a:pt x="229757" y="90619"/>
                  </a:lnTo>
                  <a:lnTo>
                    <a:pt x="232311" y="102524"/>
                  </a:lnTo>
                  <a:lnTo>
                    <a:pt x="232915" y="105528"/>
                  </a:lnTo>
                  <a:lnTo>
                    <a:pt x="233001" y="105957"/>
                  </a:lnTo>
                  <a:lnTo>
                    <a:pt x="233659" y="109702"/>
                  </a:lnTo>
                  <a:lnTo>
                    <a:pt x="233398" y="109786"/>
                  </a:lnTo>
                  <a:lnTo>
                    <a:pt x="227160" y="111806"/>
                  </a:lnTo>
                  <a:lnTo>
                    <a:pt x="209455" y="117539"/>
                  </a:lnTo>
                  <a:lnTo>
                    <a:pt x="209185" y="117627"/>
                  </a:lnTo>
                  <a:lnTo>
                    <a:pt x="208179" y="117952"/>
                  </a:lnTo>
                  <a:lnTo>
                    <a:pt x="206644" y="118434"/>
                  </a:lnTo>
                  <a:lnTo>
                    <a:pt x="190458" y="123514"/>
                  </a:lnTo>
                  <a:lnTo>
                    <a:pt x="187645" y="124396"/>
                  </a:lnTo>
                  <a:lnTo>
                    <a:pt x="183412" y="127154"/>
                  </a:lnTo>
                  <a:lnTo>
                    <a:pt x="182993" y="127427"/>
                  </a:lnTo>
                  <a:lnTo>
                    <a:pt x="178186" y="130056"/>
                  </a:lnTo>
                  <a:lnTo>
                    <a:pt x="172174" y="133345"/>
                  </a:lnTo>
                  <a:lnTo>
                    <a:pt x="168112" y="135566"/>
                  </a:lnTo>
                  <a:lnTo>
                    <a:pt x="166126" y="136441"/>
                  </a:lnTo>
                  <a:lnTo>
                    <a:pt x="162083" y="138222"/>
                  </a:lnTo>
                  <a:lnTo>
                    <a:pt x="154744" y="141454"/>
                  </a:lnTo>
                  <a:lnTo>
                    <a:pt x="152440" y="142534"/>
                  </a:lnTo>
                  <a:lnTo>
                    <a:pt x="151876" y="142797"/>
                  </a:lnTo>
                  <a:lnTo>
                    <a:pt x="146262" y="145426"/>
                  </a:lnTo>
                  <a:lnTo>
                    <a:pt x="144871" y="146077"/>
                  </a:lnTo>
                  <a:lnTo>
                    <a:pt x="133127" y="147811"/>
                  </a:lnTo>
                  <a:lnTo>
                    <a:pt x="124923" y="149022"/>
                  </a:lnTo>
                  <a:lnTo>
                    <a:pt x="123992" y="149178"/>
                  </a:lnTo>
                  <a:lnTo>
                    <a:pt x="118865" y="150042"/>
                  </a:lnTo>
                  <a:lnTo>
                    <a:pt x="117448" y="150281"/>
                  </a:lnTo>
                  <a:lnTo>
                    <a:pt x="112794" y="151066"/>
                  </a:lnTo>
                  <a:lnTo>
                    <a:pt x="106850" y="152067"/>
                  </a:lnTo>
                  <a:lnTo>
                    <a:pt x="104612" y="152444"/>
                  </a:lnTo>
                  <a:lnTo>
                    <a:pt x="102967" y="152722"/>
                  </a:lnTo>
                  <a:lnTo>
                    <a:pt x="102783" y="152725"/>
                  </a:lnTo>
                  <a:lnTo>
                    <a:pt x="100331" y="152764"/>
                  </a:lnTo>
                  <a:lnTo>
                    <a:pt x="99770" y="152773"/>
                  </a:lnTo>
                  <a:lnTo>
                    <a:pt x="97585" y="152808"/>
                  </a:lnTo>
                  <a:lnTo>
                    <a:pt x="97230" y="152863"/>
                  </a:lnTo>
                  <a:lnTo>
                    <a:pt x="91434" y="153896"/>
                  </a:lnTo>
                  <a:lnTo>
                    <a:pt x="88893" y="154346"/>
                  </a:lnTo>
                  <a:lnTo>
                    <a:pt x="87124" y="154662"/>
                  </a:lnTo>
                  <a:lnTo>
                    <a:pt x="85935" y="154870"/>
                  </a:lnTo>
                  <a:lnTo>
                    <a:pt x="84515" y="15512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g34"/>
            <p:cNvSpPr/>
            <p:nvPr/>
          </p:nvSpPr>
          <p:spPr>
            <a:xfrm>
              <a:off x="2610780" y="5363739"/>
              <a:ext cx="197117" cy="119538"/>
            </a:xfrm>
            <a:custGeom>
              <a:avLst/>
              <a:pathLst>
                <a:path w="197117" h="119538">
                  <a:moveTo>
                    <a:pt x="193972" y="15389"/>
                  </a:moveTo>
                  <a:lnTo>
                    <a:pt x="194184" y="23402"/>
                  </a:lnTo>
                  <a:lnTo>
                    <a:pt x="194770" y="45514"/>
                  </a:lnTo>
                  <a:lnTo>
                    <a:pt x="194797" y="46545"/>
                  </a:lnTo>
                  <a:lnTo>
                    <a:pt x="194832" y="47136"/>
                  </a:lnTo>
                  <a:lnTo>
                    <a:pt x="194884" y="48005"/>
                  </a:lnTo>
                  <a:lnTo>
                    <a:pt x="194980" y="49617"/>
                  </a:lnTo>
                  <a:lnTo>
                    <a:pt x="195425" y="57074"/>
                  </a:lnTo>
                  <a:lnTo>
                    <a:pt x="195480" y="57998"/>
                  </a:lnTo>
                  <a:lnTo>
                    <a:pt x="195516" y="58831"/>
                  </a:lnTo>
                  <a:lnTo>
                    <a:pt x="196865" y="89967"/>
                  </a:lnTo>
                  <a:lnTo>
                    <a:pt x="196936" y="91619"/>
                  </a:lnTo>
                  <a:lnTo>
                    <a:pt x="196940" y="91784"/>
                  </a:lnTo>
                  <a:lnTo>
                    <a:pt x="197087" y="99000"/>
                  </a:lnTo>
                  <a:lnTo>
                    <a:pt x="197117" y="100448"/>
                  </a:lnTo>
                  <a:lnTo>
                    <a:pt x="196474" y="100450"/>
                  </a:lnTo>
                  <a:lnTo>
                    <a:pt x="195055" y="100440"/>
                  </a:lnTo>
                  <a:lnTo>
                    <a:pt x="194270" y="100435"/>
                  </a:lnTo>
                  <a:lnTo>
                    <a:pt x="191766" y="100380"/>
                  </a:lnTo>
                  <a:lnTo>
                    <a:pt x="189562" y="99997"/>
                  </a:lnTo>
                  <a:lnTo>
                    <a:pt x="187061" y="99562"/>
                  </a:lnTo>
                  <a:lnTo>
                    <a:pt x="182671" y="98799"/>
                  </a:lnTo>
                  <a:lnTo>
                    <a:pt x="175478" y="98986"/>
                  </a:lnTo>
                  <a:lnTo>
                    <a:pt x="174916" y="99000"/>
                  </a:lnTo>
                  <a:lnTo>
                    <a:pt x="168844" y="100241"/>
                  </a:lnTo>
                  <a:lnTo>
                    <a:pt x="167831" y="100448"/>
                  </a:lnTo>
                  <a:lnTo>
                    <a:pt x="167496" y="100517"/>
                  </a:lnTo>
                  <a:lnTo>
                    <a:pt x="161172" y="101810"/>
                  </a:lnTo>
                  <a:lnTo>
                    <a:pt x="158245" y="102418"/>
                  </a:lnTo>
                  <a:lnTo>
                    <a:pt x="155380" y="103014"/>
                  </a:lnTo>
                  <a:lnTo>
                    <a:pt x="147131" y="103945"/>
                  </a:lnTo>
                  <a:lnTo>
                    <a:pt x="145428" y="104137"/>
                  </a:lnTo>
                  <a:lnTo>
                    <a:pt x="140262" y="104720"/>
                  </a:lnTo>
                  <a:lnTo>
                    <a:pt x="130770" y="105013"/>
                  </a:lnTo>
                  <a:lnTo>
                    <a:pt x="118718" y="103840"/>
                  </a:lnTo>
                  <a:lnTo>
                    <a:pt x="117743" y="103746"/>
                  </a:lnTo>
                  <a:lnTo>
                    <a:pt x="116508" y="103826"/>
                  </a:lnTo>
                  <a:lnTo>
                    <a:pt x="112006" y="104118"/>
                  </a:lnTo>
                  <a:lnTo>
                    <a:pt x="102629" y="103135"/>
                  </a:lnTo>
                  <a:lnTo>
                    <a:pt x="100685" y="102931"/>
                  </a:lnTo>
                  <a:lnTo>
                    <a:pt x="100113" y="102871"/>
                  </a:lnTo>
                  <a:lnTo>
                    <a:pt x="95193" y="104175"/>
                  </a:lnTo>
                  <a:lnTo>
                    <a:pt x="92160" y="104980"/>
                  </a:lnTo>
                  <a:lnTo>
                    <a:pt x="85154" y="107041"/>
                  </a:lnTo>
                  <a:lnTo>
                    <a:pt x="78182" y="108379"/>
                  </a:lnTo>
                  <a:lnTo>
                    <a:pt x="77784" y="108455"/>
                  </a:lnTo>
                  <a:lnTo>
                    <a:pt x="70503" y="109659"/>
                  </a:lnTo>
                  <a:lnTo>
                    <a:pt x="63484" y="110820"/>
                  </a:lnTo>
                  <a:lnTo>
                    <a:pt x="60636" y="111808"/>
                  </a:lnTo>
                  <a:lnTo>
                    <a:pt x="56971" y="113080"/>
                  </a:lnTo>
                  <a:lnTo>
                    <a:pt x="47040" y="116527"/>
                  </a:lnTo>
                  <a:lnTo>
                    <a:pt x="41821" y="117673"/>
                  </a:lnTo>
                  <a:lnTo>
                    <a:pt x="37898" y="118534"/>
                  </a:lnTo>
                  <a:lnTo>
                    <a:pt x="20657" y="119538"/>
                  </a:lnTo>
                  <a:lnTo>
                    <a:pt x="19910" y="115822"/>
                  </a:lnTo>
                  <a:lnTo>
                    <a:pt x="19823" y="115393"/>
                  </a:lnTo>
                  <a:lnTo>
                    <a:pt x="19279" y="112376"/>
                  </a:lnTo>
                  <a:lnTo>
                    <a:pt x="16666" y="100483"/>
                  </a:lnTo>
                  <a:lnTo>
                    <a:pt x="11826" y="79164"/>
                  </a:lnTo>
                  <a:lnTo>
                    <a:pt x="11702" y="78621"/>
                  </a:lnTo>
                  <a:lnTo>
                    <a:pt x="9275" y="67926"/>
                  </a:lnTo>
                  <a:lnTo>
                    <a:pt x="7012" y="57960"/>
                  </a:lnTo>
                  <a:lnTo>
                    <a:pt x="6956" y="57695"/>
                  </a:lnTo>
                  <a:lnTo>
                    <a:pt x="4996" y="48397"/>
                  </a:lnTo>
                  <a:lnTo>
                    <a:pt x="2029" y="36007"/>
                  </a:lnTo>
                  <a:lnTo>
                    <a:pt x="242" y="28136"/>
                  </a:lnTo>
                  <a:lnTo>
                    <a:pt x="15" y="21395"/>
                  </a:lnTo>
                  <a:lnTo>
                    <a:pt x="0" y="20940"/>
                  </a:lnTo>
                  <a:lnTo>
                    <a:pt x="898" y="11913"/>
                  </a:lnTo>
                  <a:lnTo>
                    <a:pt x="1261" y="11961"/>
                  </a:lnTo>
                  <a:lnTo>
                    <a:pt x="9890" y="13164"/>
                  </a:lnTo>
                  <a:lnTo>
                    <a:pt x="10922" y="13308"/>
                  </a:lnTo>
                  <a:lnTo>
                    <a:pt x="11154" y="13337"/>
                  </a:lnTo>
                  <a:lnTo>
                    <a:pt x="21004" y="14550"/>
                  </a:lnTo>
                  <a:lnTo>
                    <a:pt x="32818" y="16005"/>
                  </a:lnTo>
                  <a:lnTo>
                    <a:pt x="38692" y="16262"/>
                  </a:lnTo>
                  <a:lnTo>
                    <a:pt x="40532" y="16145"/>
                  </a:lnTo>
                  <a:lnTo>
                    <a:pt x="43446" y="15958"/>
                  </a:lnTo>
                  <a:lnTo>
                    <a:pt x="48189" y="15124"/>
                  </a:lnTo>
                  <a:lnTo>
                    <a:pt x="52350" y="13862"/>
                  </a:lnTo>
                  <a:lnTo>
                    <a:pt x="52744" y="13743"/>
                  </a:lnTo>
                  <a:lnTo>
                    <a:pt x="63080" y="10371"/>
                  </a:lnTo>
                  <a:lnTo>
                    <a:pt x="63549" y="10227"/>
                  </a:lnTo>
                  <a:lnTo>
                    <a:pt x="67666" y="8958"/>
                  </a:lnTo>
                  <a:lnTo>
                    <a:pt x="72800" y="7137"/>
                  </a:lnTo>
                  <a:lnTo>
                    <a:pt x="73114" y="7026"/>
                  </a:lnTo>
                  <a:lnTo>
                    <a:pt x="79627" y="4716"/>
                  </a:lnTo>
                  <a:lnTo>
                    <a:pt x="82165" y="3816"/>
                  </a:lnTo>
                  <a:lnTo>
                    <a:pt x="83782" y="3243"/>
                  </a:lnTo>
                  <a:lnTo>
                    <a:pt x="89311" y="1701"/>
                  </a:lnTo>
                  <a:lnTo>
                    <a:pt x="91695" y="1164"/>
                  </a:lnTo>
                  <a:lnTo>
                    <a:pt x="94871" y="449"/>
                  </a:lnTo>
                  <a:lnTo>
                    <a:pt x="100840" y="0"/>
                  </a:lnTo>
                  <a:lnTo>
                    <a:pt x="101408" y="8"/>
                  </a:lnTo>
                  <a:lnTo>
                    <a:pt x="105269" y="64"/>
                  </a:lnTo>
                  <a:lnTo>
                    <a:pt x="109481" y="74"/>
                  </a:lnTo>
                  <a:lnTo>
                    <a:pt x="137194" y="144"/>
                  </a:lnTo>
                  <a:lnTo>
                    <a:pt x="137658" y="146"/>
                  </a:lnTo>
                  <a:lnTo>
                    <a:pt x="141982" y="157"/>
                  </a:lnTo>
                  <a:lnTo>
                    <a:pt x="143247" y="160"/>
                  </a:lnTo>
                  <a:lnTo>
                    <a:pt x="143375" y="160"/>
                  </a:lnTo>
                  <a:lnTo>
                    <a:pt x="166402" y="449"/>
                  </a:lnTo>
                  <a:lnTo>
                    <a:pt x="171606" y="830"/>
                  </a:lnTo>
                  <a:lnTo>
                    <a:pt x="176469" y="1186"/>
                  </a:lnTo>
                  <a:lnTo>
                    <a:pt x="180444" y="1477"/>
                  </a:lnTo>
                  <a:lnTo>
                    <a:pt x="185459" y="2467"/>
                  </a:lnTo>
                  <a:lnTo>
                    <a:pt x="193293" y="4013"/>
                  </a:lnTo>
                  <a:lnTo>
                    <a:pt x="194851" y="4524"/>
                  </a:lnTo>
                  <a:lnTo>
                    <a:pt x="194626" y="5007"/>
                  </a:lnTo>
                  <a:lnTo>
                    <a:pt x="194556" y="5155"/>
                  </a:lnTo>
                  <a:lnTo>
                    <a:pt x="194144" y="9189"/>
                  </a:lnTo>
                  <a:lnTo>
                    <a:pt x="194123" y="9739"/>
                  </a:lnTo>
                  <a:lnTo>
                    <a:pt x="194006" y="12796"/>
                  </a:lnTo>
                  <a:lnTo>
                    <a:pt x="193946" y="143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5"/>
            <p:cNvSpPr/>
            <p:nvPr/>
          </p:nvSpPr>
          <p:spPr>
            <a:xfrm>
              <a:off x="3266940" y="4290537"/>
              <a:ext cx="105886" cy="127815"/>
            </a:xfrm>
            <a:custGeom>
              <a:avLst/>
              <a:pathLst>
                <a:path w="105886" h="127815">
                  <a:moveTo>
                    <a:pt x="7215" y="64868"/>
                  </a:moveTo>
                  <a:lnTo>
                    <a:pt x="3235" y="57162"/>
                  </a:lnTo>
                  <a:lnTo>
                    <a:pt x="2096" y="52174"/>
                  </a:lnTo>
                  <a:lnTo>
                    <a:pt x="5888" y="51961"/>
                  </a:lnTo>
                  <a:lnTo>
                    <a:pt x="7360" y="47746"/>
                  </a:lnTo>
                  <a:lnTo>
                    <a:pt x="9422" y="44661"/>
                  </a:lnTo>
                  <a:lnTo>
                    <a:pt x="7434" y="40446"/>
                  </a:lnTo>
                  <a:lnTo>
                    <a:pt x="11336" y="32995"/>
                  </a:lnTo>
                  <a:lnTo>
                    <a:pt x="11115" y="30512"/>
                  </a:lnTo>
                  <a:lnTo>
                    <a:pt x="12525" y="29155"/>
                  </a:lnTo>
                  <a:lnTo>
                    <a:pt x="8738" y="19332"/>
                  </a:lnTo>
                  <a:lnTo>
                    <a:pt x="7084" y="18364"/>
                  </a:lnTo>
                  <a:lnTo>
                    <a:pt x="1991" y="9154"/>
                  </a:lnTo>
                  <a:lnTo>
                    <a:pt x="0" y="594"/>
                  </a:lnTo>
                  <a:lnTo>
                    <a:pt x="2795" y="33"/>
                  </a:lnTo>
                  <a:lnTo>
                    <a:pt x="6764" y="0"/>
                  </a:lnTo>
                  <a:lnTo>
                    <a:pt x="7696" y="241"/>
                  </a:lnTo>
                  <a:lnTo>
                    <a:pt x="8480" y="5751"/>
                  </a:lnTo>
                  <a:lnTo>
                    <a:pt x="9009" y="7675"/>
                  </a:lnTo>
                  <a:lnTo>
                    <a:pt x="13202" y="13914"/>
                  </a:lnTo>
                  <a:lnTo>
                    <a:pt x="15769" y="18319"/>
                  </a:lnTo>
                  <a:lnTo>
                    <a:pt x="20041" y="30606"/>
                  </a:lnTo>
                  <a:lnTo>
                    <a:pt x="21575" y="31758"/>
                  </a:lnTo>
                  <a:lnTo>
                    <a:pt x="24932" y="27688"/>
                  </a:lnTo>
                  <a:lnTo>
                    <a:pt x="29189" y="31700"/>
                  </a:lnTo>
                  <a:lnTo>
                    <a:pt x="29467" y="31426"/>
                  </a:lnTo>
                  <a:lnTo>
                    <a:pt x="29780" y="31117"/>
                  </a:lnTo>
                  <a:lnTo>
                    <a:pt x="30249" y="30656"/>
                  </a:lnTo>
                  <a:lnTo>
                    <a:pt x="33313" y="35027"/>
                  </a:lnTo>
                  <a:lnTo>
                    <a:pt x="33313" y="36080"/>
                  </a:lnTo>
                  <a:lnTo>
                    <a:pt x="35890" y="41875"/>
                  </a:lnTo>
                  <a:lnTo>
                    <a:pt x="35154" y="43305"/>
                  </a:lnTo>
                  <a:lnTo>
                    <a:pt x="37289" y="48799"/>
                  </a:lnTo>
                  <a:lnTo>
                    <a:pt x="42708" y="48228"/>
                  </a:lnTo>
                  <a:lnTo>
                    <a:pt x="43895" y="56220"/>
                  </a:lnTo>
                  <a:lnTo>
                    <a:pt x="45341" y="56115"/>
                  </a:lnTo>
                  <a:lnTo>
                    <a:pt x="53869" y="55497"/>
                  </a:lnTo>
                  <a:lnTo>
                    <a:pt x="54654" y="60073"/>
                  </a:lnTo>
                  <a:lnTo>
                    <a:pt x="54971" y="62165"/>
                  </a:lnTo>
                  <a:lnTo>
                    <a:pt x="56411" y="64619"/>
                  </a:lnTo>
                  <a:lnTo>
                    <a:pt x="59504" y="66826"/>
                  </a:lnTo>
                  <a:lnTo>
                    <a:pt x="62235" y="68659"/>
                  </a:lnTo>
                  <a:lnTo>
                    <a:pt x="65345" y="73299"/>
                  </a:lnTo>
                  <a:lnTo>
                    <a:pt x="67455" y="76459"/>
                  </a:lnTo>
                  <a:lnTo>
                    <a:pt x="68879" y="77714"/>
                  </a:lnTo>
                  <a:lnTo>
                    <a:pt x="71430" y="79497"/>
                  </a:lnTo>
                  <a:lnTo>
                    <a:pt x="82441" y="94377"/>
                  </a:lnTo>
                  <a:lnTo>
                    <a:pt x="84961" y="97646"/>
                  </a:lnTo>
                  <a:lnTo>
                    <a:pt x="87308" y="100271"/>
                  </a:lnTo>
                  <a:lnTo>
                    <a:pt x="90575" y="106663"/>
                  </a:lnTo>
                  <a:lnTo>
                    <a:pt x="94747" y="116698"/>
                  </a:lnTo>
                  <a:lnTo>
                    <a:pt x="102846" y="120913"/>
                  </a:lnTo>
                  <a:lnTo>
                    <a:pt x="105886" y="124218"/>
                  </a:lnTo>
                  <a:lnTo>
                    <a:pt x="102645" y="127815"/>
                  </a:lnTo>
                  <a:lnTo>
                    <a:pt x="98526" y="125227"/>
                  </a:lnTo>
                  <a:lnTo>
                    <a:pt x="87335" y="117300"/>
                  </a:lnTo>
                  <a:lnTo>
                    <a:pt x="82966" y="112785"/>
                  </a:lnTo>
                  <a:lnTo>
                    <a:pt x="85421" y="110978"/>
                  </a:lnTo>
                  <a:lnTo>
                    <a:pt x="82426" y="107918"/>
                  </a:lnTo>
                  <a:lnTo>
                    <a:pt x="80512" y="106262"/>
                  </a:lnTo>
                  <a:lnTo>
                    <a:pt x="79972" y="105861"/>
                  </a:lnTo>
                  <a:lnTo>
                    <a:pt x="78892" y="105208"/>
                  </a:lnTo>
                  <a:lnTo>
                    <a:pt x="75741" y="108338"/>
                  </a:lnTo>
                  <a:lnTo>
                    <a:pt x="75315" y="107952"/>
                  </a:lnTo>
                  <a:lnTo>
                    <a:pt x="58156" y="93255"/>
                  </a:lnTo>
                  <a:lnTo>
                    <a:pt x="56659" y="91157"/>
                  </a:lnTo>
                  <a:lnTo>
                    <a:pt x="48251" y="85542"/>
                  </a:lnTo>
                  <a:lnTo>
                    <a:pt x="41669" y="78764"/>
                  </a:lnTo>
                  <a:lnTo>
                    <a:pt x="33268" y="75552"/>
                  </a:lnTo>
                  <a:lnTo>
                    <a:pt x="31740" y="73132"/>
                  </a:lnTo>
                  <a:lnTo>
                    <a:pt x="30526" y="66715"/>
                  </a:lnTo>
                  <a:lnTo>
                    <a:pt x="26459" y="69626"/>
                  </a:lnTo>
                  <a:lnTo>
                    <a:pt x="23774" y="6652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g36"/>
            <p:cNvSpPr/>
            <p:nvPr/>
          </p:nvSpPr>
          <p:spPr>
            <a:xfrm>
              <a:off x="2887150" y="3792925"/>
              <a:ext cx="136498" cy="132610"/>
            </a:xfrm>
            <a:custGeom>
              <a:avLst/>
              <a:pathLst>
                <a:path w="136498" h="132610">
                  <a:moveTo>
                    <a:pt x="103290" y="107804"/>
                  </a:moveTo>
                  <a:lnTo>
                    <a:pt x="102774" y="108560"/>
                  </a:lnTo>
                  <a:lnTo>
                    <a:pt x="98524" y="115066"/>
                  </a:lnTo>
                  <a:lnTo>
                    <a:pt x="94322" y="121167"/>
                  </a:lnTo>
                  <a:lnTo>
                    <a:pt x="90382" y="127134"/>
                  </a:lnTo>
                  <a:lnTo>
                    <a:pt x="88147" y="130760"/>
                  </a:lnTo>
                  <a:lnTo>
                    <a:pt x="87751" y="130991"/>
                  </a:lnTo>
                  <a:lnTo>
                    <a:pt x="84970" y="132610"/>
                  </a:lnTo>
                  <a:lnTo>
                    <a:pt x="82146" y="130666"/>
                  </a:lnTo>
                  <a:lnTo>
                    <a:pt x="69709" y="122100"/>
                  </a:lnTo>
                  <a:lnTo>
                    <a:pt x="69107" y="121685"/>
                  </a:lnTo>
                  <a:lnTo>
                    <a:pt x="68391" y="121192"/>
                  </a:lnTo>
                  <a:lnTo>
                    <a:pt x="64648" y="118784"/>
                  </a:lnTo>
                  <a:lnTo>
                    <a:pt x="63448" y="117953"/>
                  </a:lnTo>
                  <a:lnTo>
                    <a:pt x="57145" y="113586"/>
                  </a:lnTo>
                  <a:lnTo>
                    <a:pt x="48692" y="107946"/>
                  </a:lnTo>
                  <a:lnTo>
                    <a:pt x="32375" y="96425"/>
                  </a:lnTo>
                  <a:lnTo>
                    <a:pt x="29798" y="94807"/>
                  </a:lnTo>
                  <a:lnTo>
                    <a:pt x="20868" y="88882"/>
                  </a:lnTo>
                  <a:lnTo>
                    <a:pt x="13266" y="83616"/>
                  </a:lnTo>
                  <a:lnTo>
                    <a:pt x="3760" y="76722"/>
                  </a:lnTo>
                  <a:lnTo>
                    <a:pt x="2432" y="75759"/>
                  </a:lnTo>
                  <a:lnTo>
                    <a:pt x="1155" y="74833"/>
                  </a:lnTo>
                  <a:lnTo>
                    <a:pt x="0" y="73985"/>
                  </a:lnTo>
                  <a:lnTo>
                    <a:pt x="498" y="73234"/>
                  </a:lnTo>
                  <a:lnTo>
                    <a:pt x="3743" y="68341"/>
                  </a:lnTo>
                  <a:lnTo>
                    <a:pt x="5022" y="66413"/>
                  </a:lnTo>
                  <a:lnTo>
                    <a:pt x="10020" y="59588"/>
                  </a:lnTo>
                  <a:lnTo>
                    <a:pt x="10764" y="58572"/>
                  </a:lnTo>
                  <a:lnTo>
                    <a:pt x="12742" y="55872"/>
                  </a:lnTo>
                  <a:lnTo>
                    <a:pt x="14949" y="52664"/>
                  </a:lnTo>
                  <a:lnTo>
                    <a:pt x="17650" y="48738"/>
                  </a:lnTo>
                  <a:lnTo>
                    <a:pt x="18623" y="47325"/>
                  </a:lnTo>
                  <a:lnTo>
                    <a:pt x="20861" y="44072"/>
                  </a:lnTo>
                  <a:lnTo>
                    <a:pt x="29137" y="32045"/>
                  </a:lnTo>
                  <a:lnTo>
                    <a:pt x="29686" y="31247"/>
                  </a:lnTo>
                  <a:lnTo>
                    <a:pt x="32506" y="27149"/>
                  </a:lnTo>
                  <a:lnTo>
                    <a:pt x="35297" y="22956"/>
                  </a:lnTo>
                  <a:lnTo>
                    <a:pt x="35568" y="22548"/>
                  </a:lnTo>
                  <a:lnTo>
                    <a:pt x="36886" y="20569"/>
                  </a:lnTo>
                  <a:lnTo>
                    <a:pt x="45460" y="7687"/>
                  </a:lnTo>
                  <a:lnTo>
                    <a:pt x="49409" y="1756"/>
                  </a:lnTo>
                  <a:lnTo>
                    <a:pt x="49914" y="997"/>
                  </a:lnTo>
                  <a:lnTo>
                    <a:pt x="50578" y="0"/>
                  </a:lnTo>
                  <a:lnTo>
                    <a:pt x="50822" y="169"/>
                  </a:lnTo>
                  <a:lnTo>
                    <a:pt x="55265" y="3234"/>
                  </a:lnTo>
                  <a:lnTo>
                    <a:pt x="63493" y="8910"/>
                  </a:lnTo>
                  <a:lnTo>
                    <a:pt x="64504" y="9607"/>
                  </a:lnTo>
                  <a:lnTo>
                    <a:pt x="80023" y="20314"/>
                  </a:lnTo>
                  <a:lnTo>
                    <a:pt x="82756" y="22130"/>
                  </a:lnTo>
                  <a:lnTo>
                    <a:pt x="99113" y="33513"/>
                  </a:lnTo>
                  <a:lnTo>
                    <a:pt x="115140" y="44325"/>
                  </a:lnTo>
                  <a:lnTo>
                    <a:pt x="115427" y="44551"/>
                  </a:lnTo>
                  <a:lnTo>
                    <a:pt x="115735" y="44793"/>
                  </a:lnTo>
                  <a:lnTo>
                    <a:pt x="117991" y="46566"/>
                  </a:lnTo>
                  <a:lnTo>
                    <a:pt x="118333" y="46835"/>
                  </a:lnTo>
                  <a:lnTo>
                    <a:pt x="119640" y="47528"/>
                  </a:lnTo>
                  <a:lnTo>
                    <a:pt x="134931" y="57963"/>
                  </a:lnTo>
                  <a:lnTo>
                    <a:pt x="136046" y="58724"/>
                  </a:lnTo>
                  <a:lnTo>
                    <a:pt x="136498" y="59035"/>
                  </a:lnTo>
                  <a:lnTo>
                    <a:pt x="136187" y="59500"/>
                  </a:lnTo>
                  <a:lnTo>
                    <a:pt x="135431" y="60633"/>
                  </a:lnTo>
                  <a:lnTo>
                    <a:pt x="131276" y="66860"/>
                  </a:lnTo>
                  <a:lnTo>
                    <a:pt x="127091" y="72972"/>
                  </a:lnTo>
                  <a:lnTo>
                    <a:pt x="123030" y="78902"/>
                  </a:lnTo>
                  <a:lnTo>
                    <a:pt x="119110" y="84549"/>
                  </a:lnTo>
                  <a:lnTo>
                    <a:pt x="114784" y="90863"/>
                  </a:lnTo>
                  <a:lnTo>
                    <a:pt x="110935" y="96536"/>
                  </a:lnTo>
                  <a:lnTo>
                    <a:pt x="108826" y="99645"/>
                  </a:lnTo>
                  <a:lnTo>
                    <a:pt x="108576" y="100013"/>
                  </a:lnTo>
                  <a:lnTo>
                    <a:pt x="106868" y="10256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7"/>
            <p:cNvSpPr/>
            <p:nvPr/>
          </p:nvSpPr>
          <p:spPr>
            <a:xfrm>
              <a:off x="2917977" y="4068496"/>
              <a:ext cx="178825" cy="125947"/>
            </a:xfrm>
            <a:custGeom>
              <a:avLst/>
              <a:pathLst>
                <a:path w="178825" h="125947">
                  <a:moveTo>
                    <a:pt x="126807" y="57960"/>
                  </a:moveTo>
                  <a:lnTo>
                    <a:pt x="142759" y="68890"/>
                  </a:lnTo>
                  <a:lnTo>
                    <a:pt x="145450" y="70734"/>
                  </a:lnTo>
                  <a:lnTo>
                    <a:pt x="149065" y="73210"/>
                  </a:lnTo>
                  <a:lnTo>
                    <a:pt x="150688" y="74322"/>
                  </a:lnTo>
                  <a:lnTo>
                    <a:pt x="152176" y="75342"/>
                  </a:lnTo>
                  <a:lnTo>
                    <a:pt x="154257" y="76768"/>
                  </a:lnTo>
                  <a:lnTo>
                    <a:pt x="155919" y="77907"/>
                  </a:lnTo>
                  <a:lnTo>
                    <a:pt x="156218" y="78112"/>
                  </a:lnTo>
                  <a:lnTo>
                    <a:pt x="160073" y="80753"/>
                  </a:lnTo>
                  <a:lnTo>
                    <a:pt x="161201" y="81526"/>
                  </a:lnTo>
                  <a:lnTo>
                    <a:pt x="166225" y="84968"/>
                  </a:lnTo>
                  <a:lnTo>
                    <a:pt x="166842" y="85391"/>
                  </a:lnTo>
                  <a:lnTo>
                    <a:pt x="171120" y="88322"/>
                  </a:lnTo>
                  <a:lnTo>
                    <a:pt x="171370" y="88478"/>
                  </a:lnTo>
                  <a:lnTo>
                    <a:pt x="171949" y="88891"/>
                  </a:lnTo>
                  <a:lnTo>
                    <a:pt x="178825" y="93602"/>
                  </a:lnTo>
                  <a:lnTo>
                    <a:pt x="178738" y="93736"/>
                  </a:lnTo>
                  <a:lnTo>
                    <a:pt x="178529" y="94054"/>
                  </a:lnTo>
                  <a:lnTo>
                    <a:pt x="172822" y="102771"/>
                  </a:lnTo>
                  <a:lnTo>
                    <a:pt x="172113" y="102312"/>
                  </a:lnTo>
                  <a:lnTo>
                    <a:pt x="169282" y="100328"/>
                  </a:lnTo>
                  <a:lnTo>
                    <a:pt x="167459" y="98915"/>
                  </a:lnTo>
                  <a:lnTo>
                    <a:pt x="162817" y="105961"/>
                  </a:lnTo>
                  <a:lnTo>
                    <a:pt x="162715" y="106127"/>
                  </a:lnTo>
                  <a:lnTo>
                    <a:pt x="159888" y="110714"/>
                  </a:lnTo>
                  <a:lnTo>
                    <a:pt x="156727" y="115844"/>
                  </a:lnTo>
                  <a:lnTo>
                    <a:pt x="154801" y="118328"/>
                  </a:lnTo>
                  <a:lnTo>
                    <a:pt x="154096" y="119154"/>
                  </a:lnTo>
                  <a:lnTo>
                    <a:pt x="153807" y="119494"/>
                  </a:lnTo>
                  <a:lnTo>
                    <a:pt x="151635" y="121827"/>
                  </a:lnTo>
                  <a:lnTo>
                    <a:pt x="150616" y="123069"/>
                  </a:lnTo>
                  <a:lnTo>
                    <a:pt x="147892" y="125302"/>
                  </a:lnTo>
                  <a:lnTo>
                    <a:pt x="147115" y="125947"/>
                  </a:lnTo>
                  <a:lnTo>
                    <a:pt x="146635" y="125353"/>
                  </a:lnTo>
                  <a:lnTo>
                    <a:pt x="145908" y="124651"/>
                  </a:lnTo>
                  <a:lnTo>
                    <a:pt x="144573" y="123858"/>
                  </a:lnTo>
                  <a:lnTo>
                    <a:pt x="143405" y="123236"/>
                  </a:lnTo>
                  <a:lnTo>
                    <a:pt x="140961" y="121139"/>
                  </a:lnTo>
                  <a:lnTo>
                    <a:pt x="140138" y="120434"/>
                  </a:lnTo>
                  <a:lnTo>
                    <a:pt x="139783" y="119405"/>
                  </a:lnTo>
                  <a:lnTo>
                    <a:pt x="139697" y="118151"/>
                  </a:lnTo>
                  <a:lnTo>
                    <a:pt x="139071" y="115624"/>
                  </a:lnTo>
                  <a:lnTo>
                    <a:pt x="138960" y="115178"/>
                  </a:lnTo>
                  <a:lnTo>
                    <a:pt x="138801" y="114676"/>
                  </a:lnTo>
                  <a:lnTo>
                    <a:pt x="138822" y="114213"/>
                  </a:lnTo>
                  <a:lnTo>
                    <a:pt x="138852" y="113546"/>
                  </a:lnTo>
                  <a:lnTo>
                    <a:pt x="138776" y="112230"/>
                  </a:lnTo>
                  <a:lnTo>
                    <a:pt x="137954" y="111453"/>
                  </a:lnTo>
                  <a:lnTo>
                    <a:pt x="136383" y="110399"/>
                  </a:lnTo>
                  <a:lnTo>
                    <a:pt x="135128" y="109596"/>
                  </a:lnTo>
                  <a:lnTo>
                    <a:pt x="134261" y="108906"/>
                  </a:lnTo>
                  <a:lnTo>
                    <a:pt x="133215" y="108162"/>
                  </a:lnTo>
                  <a:lnTo>
                    <a:pt x="132162" y="107414"/>
                  </a:lnTo>
                  <a:lnTo>
                    <a:pt x="131267" y="106417"/>
                  </a:lnTo>
                  <a:lnTo>
                    <a:pt x="130404" y="104946"/>
                  </a:lnTo>
                  <a:lnTo>
                    <a:pt x="130300" y="104769"/>
                  </a:lnTo>
                  <a:lnTo>
                    <a:pt x="128918" y="102414"/>
                  </a:lnTo>
                  <a:lnTo>
                    <a:pt x="128768" y="102400"/>
                  </a:lnTo>
                  <a:lnTo>
                    <a:pt x="128401" y="102365"/>
                  </a:lnTo>
                  <a:lnTo>
                    <a:pt x="128908" y="100972"/>
                  </a:lnTo>
                  <a:lnTo>
                    <a:pt x="127546" y="98653"/>
                  </a:lnTo>
                  <a:lnTo>
                    <a:pt x="125837" y="95636"/>
                  </a:lnTo>
                  <a:lnTo>
                    <a:pt x="125213" y="95981"/>
                  </a:lnTo>
                  <a:lnTo>
                    <a:pt x="121002" y="98308"/>
                  </a:lnTo>
                  <a:lnTo>
                    <a:pt x="120101" y="99008"/>
                  </a:lnTo>
                  <a:lnTo>
                    <a:pt x="119780" y="99257"/>
                  </a:lnTo>
                  <a:lnTo>
                    <a:pt x="115441" y="101528"/>
                  </a:lnTo>
                  <a:lnTo>
                    <a:pt x="114948" y="100239"/>
                  </a:lnTo>
                  <a:lnTo>
                    <a:pt x="114150" y="96990"/>
                  </a:lnTo>
                  <a:lnTo>
                    <a:pt x="113800" y="97177"/>
                  </a:lnTo>
                  <a:lnTo>
                    <a:pt x="112455" y="97899"/>
                  </a:lnTo>
                  <a:lnTo>
                    <a:pt x="109958" y="98564"/>
                  </a:lnTo>
                  <a:lnTo>
                    <a:pt x="107651" y="99104"/>
                  </a:lnTo>
                  <a:lnTo>
                    <a:pt x="107090" y="99275"/>
                  </a:lnTo>
                  <a:lnTo>
                    <a:pt x="106127" y="99569"/>
                  </a:lnTo>
                  <a:lnTo>
                    <a:pt x="100529" y="101279"/>
                  </a:lnTo>
                  <a:lnTo>
                    <a:pt x="99740" y="101545"/>
                  </a:lnTo>
                  <a:lnTo>
                    <a:pt x="99162" y="100755"/>
                  </a:lnTo>
                  <a:lnTo>
                    <a:pt x="97784" y="99099"/>
                  </a:lnTo>
                  <a:lnTo>
                    <a:pt x="96508" y="98326"/>
                  </a:lnTo>
                  <a:lnTo>
                    <a:pt x="93871" y="96733"/>
                  </a:lnTo>
                  <a:lnTo>
                    <a:pt x="93717" y="96632"/>
                  </a:lnTo>
                  <a:lnTo>
                    <a:pt x="91720" y="98867"/>
                  </a:lnTo>
                  <a:lnTo>
                    <a:pt x="91066" y="99599"/>
                  </a:lnTo>
                  <a:lnTo>
                    <a:pt x="90410" y="99802"/>
                  </a:lnTo>
                  <a:lnTo>
                    <a:pt x="89439" y="99181"/>
                  </a:lnTo>
                  <a:lnTo>
                    <a:pt x="85103" y="96408"/>
                  </a:lnTo>
                  <a:lnTo>
                    <a:pt x="84414" y="95523"/>
                  </a:lnTo>
                  <a:lnTo>
                    <a:pt x="83628" y="95010"/>
                  </a:lnTo>
                  <a:lnTo>
                    <a:pt x="79149" y="92083"/>
                  </a:lnTo>
                  <a:lnTo>
                    <a:pt x="78170" y="91444"/>
                  </a:lnTo>
                  <a:lnTo>
                    <a:pt x="77108" y="90959"/>
                  </a:lnTo>
                  <a:lnTo>
                    <a:pt x="76720" y="90782"/>
                  </a:lnTo>
                  <a:lnTo>
                    <a:pt x="75791" y="90358"/>
                  </a:lnTo>
                  <a:lnTo>
                    <a:pt x="75627" y="90238"/>
                  </a:lnTo>
                  <a:lnTo>
                    <a:pt x="70811" y="86707"/>
                  </a:lnTo>
                  <a:lnTo>
                    <a:pt x="69919" y="86053"/>
                  </a:lnTo>
                  <a:lnTo>
                    <a:pt x="69044" y="85481"/>
                  </a:lnTo>
                  <a:lnTo>
                    <a:pt x="68780" y="85308"/>
                  </a:lnTo>
                  <a:lnTo>
                    <a:pt x="68288" y="84987"/>
                  </a:lnTo>
                  <a:lnTo>
                    <a:pt x="63934" y="82142"/>
                  </a:lnTo>
                  <a:lnTo>
                    <a:pt x="63580" y="81899"/>
                  </a:lnTo>
                  <a:lnTo>
                    <a:pt x="62998" y="81501"/>
                  </a:lnTo>
                  <a:lnTo>
                    <a:pt x="57377" y="77654"/>
                  </a:lnTo>
                  <a:lnTo>
                    <a:pt x="57192" y="77527"/>
                  </a:lnTo>
                  <a:lnTo>
                    <a:pt x="55085" y="76084"/>
                  </a:lnTo>
                  <a:lnTo>
                    <a:pt x="49885" y="72525"/>
                  </a:lnTo>
                  <a:lnTo>
                    <a:pt x="45251" y="69353"/>
                  </a:lnTo>
                  <a:lnTo>
                    <a:pt x="43613" y="68232"/>
                  </a:lnTo>
                  <a:lnTo>
                    <a:pt x="41168" y="71658"/>
                  </a:lnTo>
                  <a:lnTo>
                    <a:pt x="40665" y="72363"/>
                  </a:lnTo>
                  <a:lnTo>
                    <a:pt x="38663" y="75314"/>
                  </a:lnTo>
                  <a:lnTo>
                    <a:pt x="38090" y="76191"/>
                  </a:lnTo>
                  <a:lnTo>
                    <a:pt x="34783" y="81143"/>
                  </a:lnTo>
                  <a:lnTo>
                    <a:pt x="34160" y="80683"/>
                  </a:lnTo>
                  <a:lnTo>
                    <a:pt x="26916" y="75326"/>
                  </a:lnTo>
                  <a:lnTo>
                    <a:pt x="26767" y="75216"/>
                  </a:lnTo>
                  <a:lnTo>
                    <a:pt x="9244" y="61490"/>
                  </a:lnTo>
                  <a:lnTo>
                    <a:pt x="9109" y="61384"/>
                  </a:lnTo>
                  <a:lnTo>
                    <a:pt x="3329" y="56917"/>
                  </a:lnTo>
                  <a:lnTo>
                    <a:pt x="881" y="55024"/>
                  </a:lnTo>
                  <a:lnTo>
                    <a:pt x="293" y="54569"/>
                  </a:lnTo>
                  <a:lnTo>
                    <a:pt x="0" y="54343"/>
                  </a:lnTo>
                  <a:lnTo>
                    <a:pt x="6743" y="44773"/>
                  </a:lnTo>
                  <a:lnTo>
                    <a:pt x="7224" y="44091"/>
                  </a:lnTo>
                  <a:lnTo>
                    <a:pt x="7433" y="43794"/>
                  </a:lnTo>
                  <a:lnTo>
                    <a:pt x="7555" y="43648"/>
                  </a:lnTo>
                  <a:lnTo>
                    <a:pt x="7933" y="43196"/>
                  </a:lnTo>
                  <a:lnTo>
                    <a:pt x="11393" y="39061"/>
                  </a:lnTo>
                  <a:lnTo>
                    <a:pt x="11693" y="38702"/>
                  </a:lnTo>
                  <a:lnTo>
                    <a:pt x="15402" y="33671"/>
                  </a:lnTo>
                  <a:lnTo>
                    <a:pt x="17418" y="30821"/>
                  </a:lnTo>
                  <a:lnTo>
                    <a:pt x="19349" y="28092"/>
                  </a:lnTo>
                  <a:lnTo>
                    <a:pt x="20725" y="26103"/>
                  </a:lnTo>
                  <a:lnTo>
                    <a:pt x="26315" y="18025"/>
                  </a:lnTo>
                  <a:lnTo>
                    <a:pt x="27566" y="16217"/>
                  </a:lnTo>
                  <a:lnTo>
                    <a:pt x="31432" y="10824"/>
                  </a:lnTo>
                  <a:lnTo>
                    <a:pt x="33160" y="8208"/>
                  </a:lnTo>
                  <a:lnTo>
                    <a:pt x="34315" y="6459"/>
                  </a:lnTo>
                  <a:lnTo>
                    <a:pt x="36594" y="3140"/>
                  </a:lnTo>
                  <a:lnTo>
                    <a:pt x="38241" y="739"/>
                  </a:lnTo>
                  <a:lnTo>
                    <a:pt x="38749" y="0"/>
                  </a:lnTo>
                  <a:lnTo>
                    <a:pt x="38901" y="101"/>
                  </a:lnTo>
                  <a:lnTo>
                    <a:pt x="39678" y="469"/>
                  </a:lnTo>
                  <a:lnTo>
                    <a:pt x="39977" y="610"/>
                  </a:lnTo>
                  <a:lnTo>
                    <a:pt x="40476" y="955"/>
                  </a:lnTo>
                  <a:lnTo>
                    <a:pt x="51715" y="8719"/>
                  </a:lnTo>
                  <a:lnTo>
                    <a:pt x="56514" y="12035"/>
                  </a:lnTo>
                  <a:lnTo>
                    <a:pt x="56865" y="12277"/>
                  </a:lnTo>
                  <a:lnTo>
                    <a:pt x="57228" y="12527"/>
                  </a:lnTo>
                  <a:lnTo>
                    <a:pt x="63229" y="16673"/>
                  </a:lnTo>
                  <a:lnTo>
                    <a:pt x="63440" y="16820"/>
                  </a:lnTo>
                  <a:lnTo>
                    <a:pt x="67196" y="19414"/>
                  </a:lnTo>
                  <a:lnTo>
                    <a:pt x="69189" y="20791"/>
                  </a:lnTo>
                  <a:lnTo>
                    <a:pt x="69318" y="20880"/>
                  </a:lnTo>
                  <a:lnTo>
                    <a:pt x="75257" y="24983"/>
                  </a:lnTo>
                  <a:lnTo>
                    <a:pt x="75896" y="25425"/>
                  </a:lnTo>
                  <a:lnTo>
                    <a:pt x="80862" y="28855"/>
                  </a:lnTo>
                  <a:lnTo>
                    <a:pt x="81187" y="29080"/>
                  </a:lnTo>
                  <a:lnTo>
                    <a:pt x="81359" y="29199"/>
                  </a:lnTo>
                  <a:lnTo>
                    <a:pt x="83603" y="30749"/>
                  </a:lnTo>
                  <a:lnTo>
                    <a:pt x="86738" y="32915"/>
                  </a:lnTo>
                  <a:lnTo>
                    <a:pt x="87075" y="33148"/>
                  </a:lnTo>
                  <a:lnTo>
                    <a:pt x="88661" y="34244"/>
                  </a:lnTo>
                  <a:lnTo>
                    <a:pt x="91548" y="35538"/>
                  </a:lnTo>
                  <a:lnTo>
                    <a:pt x="93081" y="36045"/>
                  </a:lnTo>
                  <a:lnTo>
                    <a:pt x="94383" y="36476"/>
                  </a:lnTo>
                  <a:lnTo>
                    <a:pt x="94634" y="36588"/>
                  </a:lnTo>
                  <a:lnTo>
                    <a:pt x="95770" y="37093"/>
                  </a:lnTo>
                  <a:lnTo>
                    <a:pt x="95955" y="37176"/>
                  </a:lnTo>
                  <a:lnTo>
                    <a:pt x="96654" y="37487"/>
                  </a:lnTo>
                  <a:lnTo>
                    <a:pt x="97438" y="37836"/>
                  </a:lnTo>
                  <a:lnTo>
                    <a:pt x="97757" y="38055"/>
                  </a:lnTo>
                  <a:lnTo>
                    <a:pt x="98300" y="38427"/>
                  </a:lnTo>
                  <a:lnTo>
                    <a:pt x="102169" y="41078"/>
                  </a:lnTo>
                  <a:lnTo>
                    <a:pt x="102545" y="41335"/>
                  </a:lnTo>
                  <a:lnTo>
                    <a:pt x="106732" y="44204"/>
                  </a:lnTo>
                  <a:lnTo>
                    <a:pt x="111406" y="47407"/>
                  </a:lnTo>
                  <a:lnTo>
                    <a:pt x="113388" y="48765"/>
                  </a:lnTo>
                  <a:lnTo>
                    <a:pt x="116793" y="51098"/>
                  </a:lnTo>
                  <a:lnTo>
                    <a:pt x="126309" y="576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g38"/>
            <p:cNvSpPr/>
            <p:nvPr/>
          </p:nvSpPr>
          <p:spPr>
            <a:xfrm>
              <a:off x="2796454" y="4073166"/>
              <a:ext cx="156356" cy="170512"/>
            </a:xfrm>
            <a:custGeom>
              <a:avLst/>
              <a:pathLst>
                <a:path w="156356" h="170512">
                  <a:moveTo>
                    <a:pt x="86151" y="170512"/>
                  </a:moveTo>
                  <a:lnTo>
                    <a:pt x="85738" y="170157"/>
                  </a:lnTo>
                  <a:lnTo>
                    <a:pt x="79482" y="164797"/>
                  </a:lnTo>
                  <a:lnTo>
                    <a:pt x="76809" y="162507"/>
                  </a:lnTo>
                  <a:lnTo>
                    <a:pt x="74538" y="160638"/>
                  </a:lnTo>
                  <a:lnTo>
                    <a:pt x="64714" y="152553"/>
                  </a:lnTo>
                  <a:lnTo>
                    <a:pt x="64486" y="152362"/>
                  </a:lnTo>
                  <a:lnTo>
                    <a:pt x="57332" y="146371"/>
                  </a:lnTo>
                  <a:lnTo>
                    <a:pt x="54518" y="144189"/>
                  </a:lnTo>
                  <a:lnTo>
                    <a:pt x="55051" y="143475"/>
                  </a:lnTo>
                  <a:lnTo>
                    <a:pt x="54758" y="143269"/>
                  </a:lnTo>
                  <a:lnTo>
                    <a:pt x="45222" y="136552"/>
                  </a:lnTo>
                  <a:lnTo>
                    <a:pt x="36695" y="130355"/>
                  </a:lnTo>
                  <a:lnTo>
                    <a:pt x="28100" y="124109"/>
                  </a:lnTo>
                  <a:lnTo>
                    <a:pt x="27932" y="123987"/>
                  </a:lnTo>
                  <a:lnTo>
                    <a:pt x="18997" y="117494"/>
                  </a:lnTo>
                  <a:lnTo>
                    <a:pt x="18680" y="117263"/>
                  </a:lnTo>
                  <a:lnTo>
                    <a:pt x="12411" y="112708"/>
                  </a:lnTo>
                  <a:lnTo>
                    <a:pt x="12181" y="112540"/>
                  </a:lnTo>
                  <a:lnTo>
                    <a:pt x="11914" y="112346"/>
                  </a:lnTo>
                  <a:lnTo>
                    <a:pt x="3502" y="106233"/>
                  </a:lnTo>
                  <a:lnTo>
                    <a:pt x="3123" y="105957"/>
                  </a:lnTo>
                  <a:lnTo>
                    <a:pt x="2485" y="105493"/>
                  </a:lnTo>
                  <a:lnTo>
                    <a:pt x="0" y="103687"/>
                  </a:lnTo>
                  <a:lnTo>
                    <a:pt x="1321" y="101924"/>
                  </a:lnTo>
                  <a:lnTo>
                    <a:pt x="1662" y="101469"/>
                  </a:lnTo>
                  <a:lnTo>
                    <a:pt x="1778" y="101315"/>
                  </a:lnTo>
                  <a:lnTo>
                    <a:pt x="1952" y="101082"/>
                  </a:lnTo>
                  <a:lnTo>
                    <a:pt x="7468" y="93360"/>
                  </a:lnTo>
                  <a:lnTo>
                    <a:pt x="7714" y="93016"/>
                  </a:lnTo>
                  <a:lnTo>
                    <a:pt x="8905" y="91349"/>
                  </a:lnTo>
                  <a:lnTo>
                    <a:pt x="14442" y="83598"/>
                  </a:lnTo>
                  <a:lnTo>
                    <a:pt x="17213" y="79719"/>
                  </a:lnTo>
                  <a:lnTo>
                    <a:pt x="17796" y="78903"/>
                  </a:lnTo>
                  <a:lnTo>
                    <a:pt x="18232" y="78292"/>
                  </a:lnTo>
                  <a:lnTo>
                    <a:pt x="18699" y="77639"/>
                  </a:lnTo>
                  <a:lnTo>
                    <a:pt x="19458" y="76577"/>
                  </a:lnTo>
                  <a:lnTo>
                    <a:pt x="23245" y="71275"/>
                  </a:lnTo>
                  <a:lnTo>
                    <a:pt x="23921" y="70328"/>
                  </a:lnTo>
                  <a:lnTo>
                    <a:pt x="29902" y="61957"/>
                  </a:lnTo>
                  <a:lnTo>
                    <a:pt x="30174" y="61577"/>
                  </a:lnTo>
                  <a:lnTo>
                    <a:pt x="30920" y="60532"/>
                  </a:lnTo>
                  <a:lnTo>
                    <a:pt x="33750" y="56571"/>
                  </a:lnTo>
                  <a:lnTo>
                    <a:pt x="36638" y="52527"/>
                  </a:lnTo>
                  <a:lnTo>
                    <a:pt x="37024" y="51952"/>
                  </a:lnTo>
                  <a:lnTo>
                    <a:pt x="38436" y="49848"/>
                  </a:lnTo>
                  <a:lnTo>
                    <a:pt x="40499" y="46775"/>
                  </a:lnTo>
                  <a:lnTo>
                    <a:pt x="41803" y="44832"/>
                  </a:lnTo>
                  <a:lnTo>
                    <a:pt x="43474" y="42342"/>
                  </a:lnTo>
                  <a:lnTo>
                    <a:pt x="43576" y="42191"/>
                  </a:lnTo>
                  <a:lnTo>
                    <a:pt x="43769" y="41903"/>
                  </a:lnTo>
                  <a:lnTo>
                    <a:pt x="43896" y="41714"/>
                  </a:lnTo>
                  <a:lnTo>
                    <a:pt x="45475" y="39361"/>
                  </a:lnTo>
                  <a:lnTo>
                    <a:pt x="45970" y="38624"/>
                  </a:lnTo>
                  <a:lnTo>
                    <a:pt x="54939" y="25261"/>
                  </a:lnTo>
                  <a:lnTo>
                    <a:pt x="55689" y="24145"/>
                  </a:lnTo>
                  <a:lnTo>
                    <a:pt x="56548" y="22864"/>
                  </a:lnTo>
                  <a:lnTo>
                    <a:pt x="59157" y="18977"/>
                  </a:lnTo>
                  <a:lnTo>
                    <a:pt x="59563" y="18372"/>
                  </a:lnTo>
                  <a:lnTo>
                    <a:pt x="59810" y="18012"/>
                  </a:lnTo>
                  <a:lnTo>
                    <a:pt x="72162" y="0"/>
                  </a:lnTo>
                  <a:lnTo>
                    <a:pt x="76319" y="2892"/>
                  </a:lnTo>
                  <a:lnTo>
                    <a:pt x="77106" y="3439"/>
                  </a:lnTo>
                  <a:lnTo>
                    <a:pt x="82250" y="7018"/>
                  </a:lnTo>
                  <a:lnTo>
                    <a:pt x="85151" y="9013"/>
                  </a:lnTo>
                  <a:lnTo>
                    <a:pt x="85302" y="9117"/>
                  </a:lnTo>
                  <a:lnTo>
                    <a:pt x="85884" y="9517"/>
                  </a:lnTo>
                  <a:lnTo>
                    <a:pt x="87918" y="10915"/>
                  </a:lnTo>
                  <a:lnTo>
                    <a:pt x="91505" y="13381"/>
                  </a:lnTo>
                  <a:lnTo>
                    <a:pt x="97554" y="17539"/>
                  </a:lnTo>
                  <a:lnTo>
                    <a:pt x="97708" y="17645"/>
                  </a:lnTo>
                  <a:lnTo>
                    <a:pt x="103485" y="21616"/>
                  </a:lnTo>
                  <a:lnTo>
                    <a:pt x="103647" y="21728"/>
                  </a:lnTo>
                  <a:lnTo>
                    <a:pt x="103980" y="21957"/>
                  </a:lnTo>
                  <a:lnTo>
                    <a:pt x="106517" y="23700"/>
                  </a:lnTo>
                  <a:lnTo>
                    <a:pt x="109433" y="25705"/>
                  </a:lnTo>
                  <a:lnTo>
                    <a:pt x="115352" y="29774"/>
                  </a:lnTo>
                  <a:lnTo>
                    <a:pt x="115493" y="29871"/>
                  </a:lnTo>
                  <a:lnTo>
                    <a:pt x="119123" y="32366"/>
                  </a:lnTo>
                  <a:lnTo>
                    <a:pt x="121382" y="33919"/>
                  </a:lnTo>
                  <a:lnTo>
                    <a:pt x="128956" y="39125"/>
                  </a:lnTo>
                  <a:lnTo>
                    <a:pt x="128747" y="39422"/>
                  </a:lnTo>
                  <a:lnTo>
                    <a:pt x="128266" y="40104"/>
                  </a:lnTo>
                  <a:lnTo>
                    <a:pt x="121522" y="49673"/>
                  </a:lnTo>
                  <a:lnTo>
                    <a:pt x="121816" y="49900"/>
                  </a:lnTo>
                  <a:lnTo>
                    <a:pt x="122404" y="50355"/>
                  </a:lnTo>
                  <a:lnTo>
                    <a:pt x="124852" y="52247"/>
                  </a:lnTo>
                  <a:lnTo>
                    <a:pt x="130632" y="56715"/>
                  </a:lnTo>
                  <a:lnTo>
                    <a:pt x="130767" y="56821"/>
                  </a:lnTo>
                  <a:lnTo>
                    <a:pt x="148290" y="70546"/>
                  </a:lnTo>
                  <a:lnTo>
                    <a:pt x="148439" y="70656"/>
                  </a:lnTo>
                  <a:lnTo>
                    <a:pt x="155683" y="76013"/>
                  </a:lnTo>
                  <a:lnTo>
                    <a:pt x="156356" y="76511"/>
                  </a:lnTo>
                  <a:lnTo>
                    <a:pt x="155377" y="77956"/>
                  </a:lnTo>
                  <a:lnTo>
                    <a:pt x="154468" y="79298"/>
                  </a:lnTo>
                  <a:lnTo>
                    <a:pt x="141876" y="97885"/>
                  </a:lnTo>
                  <a:lnTo>
                    <a:pt x="128650" y="117409"/>
                  </a:lnTo>
                  <a:lnTo>
                    <a:pt x="129189" y="117768"/>
                  </a:lnTo>
                  <a:lnTo>
                    <a:pt x="130550" y="118664"/>
                  </a:lnTo>
                  <a:lnTo>
                    <a:pt x="130376" y="118869"/>
                  </a:lnTo>
                  <a:lnTo>
                    <a:pt x="129628" y="119757"/>
                  </a:lnTo>
                  <a:lnTo>
                    <a:pt x="115957" y="135976"/>
                  </a:lnTo>
                  <a:lnTo>
                    <a:pt x="115482" y="136540"/>
                  </a:lnTo>
                  <a:lnTo>
                    <a:pt x="114878" y="137254"/>
                  </a:lnTo>
                  <a:lnTo>
                    <a:pt x="114554" y="137637"/>
                  </a:lnTo>
                  <a:lnTo>
                    <a:pt x="112786" y="139666"/>
                  </a:lnTo>
                  <a:lnTo>
                    <a:pt x="102157" y="151864"/>
                  </a:lnTo>
                  <a:lnTo>
                    <a:pt x="101863" y="152201"/>
                  </a:lnTo>
                  <a:lnTo>
                    <a:pt x="101384" y="152751"/>
                  </a:lnTo>
                  <a:lnTo>
                    <a:pt x="100840" y="153391"/>
                  </a:lnTo>
                  <a:lnTo>
                    <a:pt x="100130" y="154226"/>
                  </a:lnTo>
                  <a:lnTo>
                    <a:pt x="99547" y="154912"/>
                  </a:lnTo>
                  <a:lnTo>
                    <a:pt x="93098" y="162499"/>
                  </a:lnTo>
                  <a:lnTo>
                    <a:pt x="92825" y="162820"/>
                  </a:lnTo>
                  <a:lnTo>
                    <a:pt x="92570" y="163114"/>
                  </a:lnTo>
                  <a:lnTo>
                    <a:pt x="88411" y="167907"/>
                  </a:lnTo>
                  <a:lnTo>
                    <a:pt x="87754" y="168665"/>
                  </a:lnTo>
                  <a:lnTo>
                    <a:pt x="87108" y="169409"/>
                  </a:lnTo>
                  <a:lnTo>
                    <a:pt x="86341" y="17029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g39"/>
            <p:cNvSpPr/>
            <p:nvPr/>
          </p:nvSpPr>
          <p:spPr>
            <a:xfrm>
              <a:off x="2668483" y="4389074"/>
              <a:ext cx="313559" cy="342032"/>
            </a:xfrm>
            <a:custGeom>
              <a:avLst/>
              <a:pathLst>
                <a:path w="313559" h="342032">
                  <a:moveTo>
                    <a:pt x="289763" y="109645"/>
                  </a:moveTo>
                  <a:lnTo>
                    <a:pt x="291580" y="109707"/>
                  </a:lnTo>
                  <a:lnTo>
                    <a:pt x="291869" y="109692"/>
                  </a:lnTo>
                  <a:lnTo>
                    <a:pt x="293427" y="109612"/>
                  </a:lnTo>
                  <a:lnTo>
                    <a:pt x="293731" y="109596"/>
                  </a:lnTo>
                  <a:lnTo>
                    <a:pt x="294326" y="109565"/>
                  </a:lnTo>
                  <a:lnTo>
                    <a:pt x="295062" y="109596"/>
                  </a:lnTo>
                  <a:lnTo>
                    <a:pt x="300480" y="109820"/>
                  </a:lnTo>
                  <a:lnTo>
                    <a:pt x="303135" y="109967"/>
                  </a:lnTo>
                  <a:lnTo>
                    <a:pt x="303603" y="109992"/>
                  </a:lnTo>
                  <a:lnTo>
                    <a:pt x="310113" y="110112"/>
                  </a:lnTo>
                  <a:lnTo>
                    <a:pt x="311020" y="110147"/>
                  </a:lnTo>
                  <a:lnTo>
                    <a:pt x="311583" y="110169"/>
                  </a:lnTo>
                  <a:lnTo>
                    <a:pt x="312718" y="110213"/>
                  </a:lnTo>
                  <a:lnTo>
                    <a:pt x="313140" y="110229"/>
                  </a:lnTo>
                  <a:lnTo>
                    <a:pt x="313559" y="110245"/>
                  </a:lnTo>
                  <a:lnTo>
                    <a:pt x="313427" y="119073"/>
                  </a:lnTo>
                  <a:lnTo>
                    <a:pt x="313403" y="119313"/>
                  </a:lnTo>
                  <a:lnTo>
                    <a:pt x="313318" y="120164"/>
                  </a:lnTo>
                  <a:lnTo>
                    <a:pt x="313297" y="120378"/>
                  </a:lnTo>
                  <a:lnTo>
                    <a:pt x="313283" y="120516"/>
                  </a:lnTo>
                  <a:lnTo>
                    <a:pt x="313185" y="121492"/>
                  </a:lnTo>
                  <a:lnTo>
                    <a:pt x="313100" y="122342"/>
                  </a:lnTo>
                  <a:lnTo>
                    <a:pt x="313012" y="122989"/>
                  </a:lnTo>
                  <a:lnTo>
                    <a:pt x="312790" y="124618"/>
                  </a:lnTo>
                  <a:lnTo>
                    <a:pt x="312624" y="125827"/>
                  </a:lnTo>
                  <a:lnTo>
                    <a:pt x="312452" y="127088"/>
                  </a:lnTo>
                  <a:lnTo>
                    <a:pt x="312418" y="127334"/>
                  </a:lnTo>
                  <a:lnTo>
                    <a:pt x="312307" y="127484"/>
                  </a:lnTo>
                  <a:lnTo>
                    <a:pt x="311469" y="128607"/>
                  </a:lnTo>
                  <a:lnTo>
                    <a:pt x="311151" y="129034"/>
                  </a:lnTo>
                  <a:lnTo>
                    <a:pt x="310930" y="129715"/>
                  </a:lnTo>
                  <a:lnTo>
                    <a:pt x="310717" y="130375"/>
                  </a:lnTo>
                  <a:lnTo>
                    <a:pt x="310658" y="130557"/>
                  </a:lnTo>
                  <a:lnTo>
                    <a:pt x="310614" y="130693"/>
                  </a:lnTo>
                  <a:lnTo>
                    <a:pt x="310379" y="131521"/>
                  </a:lnTo>
                  <a:lnTo>
                    <a:pt x="310306" y="131782"/>
                  </a:lnTo>
                  <a:lnTo>
                    <a:pt x="309855" y="133374"/>
                  </a:lnTo>
                  <a:lnTo>
                    <a:pt x="308291" y="138904"/>
                  </a:lnTo>
                  <a:lnTo>
                    <a:pt x="306006" y="136271"/>
                  </a:lnTo>
                  <a:lnTo>
                    <a:pt x="304889" y="134983"/>
                  </a:lnTo>
                  <a:lnTo>
                    <a:pt x="303011" y="133179"/>
                  </a:lnTo>
                  <a:lnTo>
                    <a:pt x="298779" y="130614"/>
                  </a:lnTo>
                  <a:lnTo>
                    <a:pt x="296088" y="135352"/>
                  </a:lnTo>
                  <a:lnTo>
                    <a:pt x="295662" y="136021"/>
                  </a:lnTo>
                  <a:lnTo>
                    <a:pt x="295301" y="136589"/>
                  </a:lnTo>
                  <a:lnTo>
                    <a:pt x="293854" y="138864"/>
                  </a:lnTo>
                  <a:lnTo>
                    <a:pt x="293661" y="139172"/>
                  </a:lnTo>
                  <a:lnTo>
                    <a:pt x="293143" y="139998"/>
                  </a:lnTo>
                  <a:lnTo>
                    <a:pt x="293548" y="140853"/>
                  </a:lnTo>
                  <a:lnTo>
                    <a:pt x="293899" y="141594"/>
                  </a:lnTo>
                  <a:lnTo>
                    <a:pt x="295089" y="142824"/>
                  </a:lnTo>
                  <a:lnTo>
                    <a:pt x="296717" y="144616"/>
                  </a:lnTo>
                  <a:lnTo>
                    <a:pt x="297482" y="145796"/>
                  </a:lnTo>
                  <a:lnTo>
                    <a:pt x="297617" y="146825"/>
                  </a:lnTo>
                  <a:lnTo>
                    <a:pt x="297723" y="147929"/>
                  </a:lnTo>
                  <a:lnTo>
                    <a:pt x="297750" y="148213"/>
                  </a:lnTo>
                  <a:lnTo>
                    <a:pt x="297881" y="149590"/>
                  </a:lnTo>
                  <a:lnTo>
                    <a:pt x="297971" y="150230"/>
                  </a:lnTo>
                  <a:lnTo>
                    <a:pt x="297891" y="150433"/>
                  </a:lnTo>
                  <a:lnTo>
                    <a:pt x="297777" y="150588"/>
                  </a:lnTo>
                  <a:lnTo>
                    <a:pt x="296422" y="152423"/>
                  </a:lnTo>
                  <a:lnTo>
                    <a:pt x="294619" y="155639"/>
                  </a:lnTo>
                  <a:lnTo>
                    <a:pt x="293044" y="158447"/>
                  </a:lnTo>
                  <a:lnTo>
                    <a:pt x="292318" y="160514"/>
                  </a:lnTo>
                  <a:lnTo>
                    <a:pt x="291415" y="161723"/>
                  </a:lnTo>
                  <a:lnTo>
                    <a:pt x="291214" y="161994"/>
                  </a:lnTo>
                  <a:lnTo>
                    <a:pt x="290154" y="163554"/>
                  </a:lnTo>
                  <a:lnTo>
                    <a:pt x="289986" y="163800"/>
                  </a:lnTo>
                  <a:lnTo>
                    <a:pt x="287632" y="167212"/>
                  </a:lnTo>
                  <a:lnTo>
                    <a:pt x="286698" y="168566"/>
                  </a:lnTo>
                  <a:lnTo>
                    <a:pt x="286178" y="169605"/>
                  </a:lnTo>
                  <a:lnTo>
                    <a:pt x="286055" y="169792"/>
                  </a:lnTo>
                  <a:lnTo>
                    <a:pt x="285450" y="170718"/>
                  </a:lnTo>
                  <a:lnTo>
                    <a:pt x="284549" y="171690"/>
                  </a:lnTo>
                  <a:lnTo>
                    <a:pt x="279841" y="172590"/>
                  </a:lnTo>
                  <a:lnTo>
                    <a:pt x="275952" y="173333"/>
                  </a:lnTo>
                  <a:lnTo>
                    <a:pt x="275893" y="167613"/>
                  </a:lnTo>
                  <a:lnTo>
                    <a:pt x="271946" y="168637"/>
                  </a:lnTo>
                  <a:lnTo>
                    <a:pt x="266704" y="174176"/>
                  </a:lnTo>
                  <a:lnTo>
                    <a:pt x="260737" y="180427"/>
                  </a:lnTo>
                  <a:lnTo>
                    <a:pt x="253820" y="173251"/>
                  </a:lnTo>
                  <a:lnTo>
                    <a:pt x="252492" y="174222"/>
                  </a:lnTo>
                  <a:lnTo>
                    <a:pt x="252003" y="174581"/>
                  </a:lnTo>
                  <a:lnTo>
                    <a:pt x="250077" y="175990"/>
                  </a:lnTo>
                  <a:lnTo>
                    <a:pt x="245300" y="168673"/>
                  </a:lnTo>
                  <a:lnTo>
                    <a:pt x="244478" y="167415"/>
                  </a:lnTo>
                  <a:lnTo>
                    <a:pt x="240934" y="161989"/>
                  </a:lnTo>
                  <a:lnTo>
                    <a:pt x="238879" y="158841"/>
                  </a:lnTo>
                  <a:lnTo>
                    <a:pt x="237901" y="158542"/>
                  </a:lnTo>
                  <a:lnTo>
                    <a:pt x="234193" y="157407"/>
                  </a:lnTo>
                  <a:lnTo>
                    <a:pt x="227887" y="155476"/>
                  </a:lnTo>
                  <a:lnTo>
                    <a:pt x="227130" y="155172"/>
                  </a:lnTo>
                  <a:lnTo>
                    <a:pt x="224016" y="153924"/>
                  </a:lnTo>
                  <a:lnTo>
                    <a:pt x="223732" y="153905"/>
                  </a:lnTo>
                  <a:lnTo>
                    <a:pt x="218125" y="153523"/>
                  </a:lnTo>
                  <a:lnTo>
                    <a:pt x="215573" y="166166"/>
                  </a:lnTo>
                  <a:lnTo>
                    <a:pt x="228139" y="183225"/>
                  </a:lnTo>
                  <a:lnTo>
                    <a:pt x="248488" y="187142"/>
                  </a:lnTo>
                  <a:lnTo>
                    <a:pt x="252660" y="201692"/>
                  </a:lnTo>
                  <a:lnTo>
                    <a:pt x="217810" y="206710"/>
                  </a:lnTo>
                  <a:lnTo>
                    <a:pt x="218965" y="186865"/>
                  </a:lnTo>
                  <a:lnTo>
                    <a:pt x="216064" y="179653"/>
                  </a:lnTo>
                  <a:lnTo>
                    <a:pt x="213844" y="176981"/>
                  </a:lnTo>
                  <a:lnTo>
                    <a:pt x="203302" y="164701"/>
                  </a:lnTo>
                  <a:lnTo>
                    <a:pt x="204486" y="180010"/>
                  </a:lnTo>
                  <a:lnTo>
                    <a:pt x="193576" y="192184"/>
                  </a:lnTo>
                  <a:lnTo>
                    <a:pt x="196528" y="213429"/>
                  </a:lnTo>
                  <a:lnTo>
                    <a:pt x="207837" y="216319"/>
                  </a:lnTo>
                  <a:lnTo>
                    <a:pt x="207837" y="222581"/>
                  </a:lnTo>
                  <a:lnTo>
                    <a:pt x="215377" y="226434"/>
                  </a:lnTo>
                  <a:lnTo>
                    <a:pt x="217261" y="242088"/>
                  </a:lnTo>
                  <a:lnTo>
                    <a:pt x="221267" y="252684"/>
                  </a:lnTo>
                  <a:lnTo>
                    <a:pt x="223858" y="260872"/>
                  </a:lnTo>
                  <a:lnTo>
                    <a:pt x="220705" y="266551"/>
                  </a:lnTo>
                  <a:lnTo>
                    <a:pt x="228806" y="280620"/>
                  </a:lnTo>
                  <a:lnTo>
                    <a:pt x="236817" y="283510"/>
                  </a:lnTo>
                  <a:lnTo>
                    <a:pt x="246477" y="285196"/>
                  </a:lnTo>
                  <a:lnTo>
                    <a:pt x="250718" y="290735"/>
                  </a:lnTo>
                  <a:lnTo>
                    <a:pt x="253310" y="298923"/>
                  </a:lnTo>
                  <a:lnTo>
                    <a:pt x="251189" y="306630"/>
                  </a:lnTo>
                  <a:lnTo>
                    <a:pt x="259671" y="313373"/>
                  </a:lnTo>
                  <a:lnTo>
                    <a:pt x="259671" y="317467"/>
                  </a:lnTo>
                  <a:lnTo>
                    <a:pt x="271216" y="323970"/>
                  </a:lnTo>
                  <a:lnTo>
                    <a:pt x="266739" y="333844"/>
                  </a:lnTo>
                  <a:lnTo>
                    <a:pt x="244356" y="321561"/>
                  </a:lnTo>
                  <a:lnTo>
                    <a:pt x="232576" y="342032"/>
                  </a:lnTo>
                  <a:lnTo>
                    <a:pt x="218204" y="334566"/>
                  </a:lnTo>
                  <a:lnTo>
                    <a:pt x="221031" y="326619"/>
                  </a:lnTo>
                  <a:lnTo>
                    <a:pt x="224094" y="319635"/>
                  </a:lnTo>
                  <a:lnTo>
                    <a:pt x="228099" y="312410"/>
                  </a:lnTo>
                  <a:lnTo>
                    <a:pt x="230691" y="307352"/>
                  </a:lnTo>
                  <a:lnTo>
                    <a:pt x="228099" y="304463"/>
                  </a:lnTo>
                  <a:lnTo>
                    <a:pt x="221738" y="304463"/>
                  </a:lnTo>
                  <a:lnTo>
                    <a:pt x="215612" y="304222"/>
                  </a:lnTo>
                  <a:lnTo>
                    <a:pt x="206895" y="301573"/>
                  </a:lnTo>
                  <a:lnTo>
                    <a:pt x="199355" y="296997"/>
                  </a:lnTo>
                  <a:lnTo>
                    <a:pt x="191580" y="291939"/>
                  </a:lnTo>
                  <a:lnTo>
                    <a:pt x="184276" y="284714"/>
                  </a:lnTo>
                  <a:lnTo>
                    <a:pt x="179093" y="272191"/>
                  </a:lnTo>
                  <a:lnTo>
                    <a:pt x="176501" y="265689"/>
                  </a:lnTo>
                  <a:lnTo>
                    <a:pt x="173202" y="260150"/>
                  </a:lnTo>
                  <a:lnTo>
                    <a:pt x="172496" y="252684"/>
                  </a:lnTo>
                  <a:lnTo>
                    <a:pt x="170611" y="247868"/>
                  </a:lnTo>
                  <a:lnTo>
                    <a:pt x="167077" y="241606"/>
                  </a:lnTo>
                  <a:lnTo>
                    <a:pt x="168255" y="234381"/>
                  </a:lnTo>
                  <a:lnTo>
                    <a:pt x="168490" y="227397"/>
                  </a:lnTo>
                  <a:lnTo>
                    <a:pt x="164485" y="217282"/>
                  </a:lnTo>
                  <a:lnTo>
                    <a:pt x="170499" y="192783"/>
                  </a:lnTo>
                  <a:lnTo>
                    <a:pt x="156510" y="179989"/>
                  </a:lnTo>
                  <a:lnTo>
                    <a:pt x="144044" y="181301"/>
                  </a:lnTo>
                  <a:lnTo>
                    <a:pt x="138644" y="184914"/>
                  </a:lnTo>
                  <a:lnTo>
                    <a:pt x="142375" y="199363"/>
                  </a:lnTo>
                  <a:lnTo>
                    <a:pt x="140411" y="204581"/>
                  </a:lnTo>
                  <a:lnTo>
                    <a:pt x="140961" y="211102"/>
                  </a:lnTo>
                  <a:lnTo>
                    <a:pt x="143593" y="210056"/>
                  </a:lnTo>
                  <a:lnTo>
                    <a:pt x="147937" y="216227"/>
                  </a:lnTo>
                  <a:lnTo>
                    <a:pt x="135788" y="223226"/>
                  </a:lnTo>
                  <a:lnTo>
                    <a:pt x="135322" y="221809"/>
                  </a:lnTo>
                  <a:lnTo>
                    <a:pt x="129711" y="206688"/>
                  </a:lnTo>
                  <a:lnTo>
                    <a:pt x="131224" y="203400"/>
                  </a:lnTo>
                  <a:lnTo>
                    <a:pt x="127572" y="203231"/>
                  </a:lnTo>
                  <a:lnTo>
                    <a:pt x="125626" y="200737"/>
                  </a:lnTo>
                  <a:lnTo>
                    <a:pt x="125011" y="199948"/>
                  </a:lnTo>
                  <a:lnTo>
                    <a:pt x="123930" y="197244"/>
                  </a:lnTo>
                  <a:lnTo>
                    <a:pt x="123362" y="195822"/>
                  </a:lnTo>
                  <a:lnTo>
                    <a:pt x="121297" y="188776"/>
                  </a:lnTo>
                  <a:lnTo>
                    <a:pt x="120763" y="188517"/>
                  </a:lnTo>
                  <a:lnTo>
                    <a:pt x="117827" y="187020"/>
                  </a:lnTo>
                  <a:lnTo>
                    <a:pt x="116969" y="185704"/>
                  </a:lnTo>
                  <a:lnTo>
                    <a:pt x="115257" y="184567"/>
                  </a:lnTo>
                  <a:lnTo>
                    <a:pt x="104155" y="173277"/>
                  </a:lnTo>
                  <a:lnTo>
                    <a:pt x="100405" y="170988"/>
                  </a:lnTo>
                  <a:lnTo>
                    <a:pt x="96754" y="168590"/>
                  </a:lnTo>
                  <a:lnTo>
                    <a:pt x="96531" y="168745"/>
                  </a:lnTo>
                  <a:lnTo>
                    <a:pt x="91546" y="165305"/>
                  </a:lnTo>
                  <a:lnTo>
                    <a:pt x="90641" y="164681"/>
                  </a:lnTo>
                  <a:lnTo>
                    <a:pt x="89385" y="163798"/>
                  </a:lnTo>
                  <a:lnTo>
                    <a:pt x="88625" y="163239"/>
                  </a:lnTo>
                  <a:lnTo>
                    <a:pt x="88839" y="162865"/>
                  </a:lnTo>
                  <a:lnTo>
                    <a:pt x="88969" y="162459"/>
                  </a:lnTo>
                  <a:lnTo>
                    <a:pt x="89465" y="160917"/>
                  </a:lnTo>
                  <a:lnTo>
                    <a:pt x="89633" y="160395"/>
                  </a:lnTo>
                  <a:lnTo>
                    <a:pt x="89962" y="159863"/>
                  </a:lnTo>
                  <a:lnTo>
                    <a:pt x="90068" y="159691"/>
                  </a:lnTo>
                  <a:lnTo>
                    <a:pt x="90223" y="159481"/>
                  </a:lnTo>
                  <a:lnTo>
                    <a:pt x="93776" y="154630"/>
                  </a:lnTo>
                  <a:lnTo>
                    <a:pt x="91774" y="153253"/>
                  </a:lnTo>
                  <a:lnTo>
                    <a:pt x="74342" y="141263"/>
                  </a:lnTo>
                  <a:lnTo>
                    <a:pt x="62578" y="133172"/>
                  </a:lnTo>
                  <a:lnTo>
                    <a:pt x="46671" y="122230"/>
                  </a:lnTo>
                  <a:lnTo>
                    <a:pt x="46049" y="121803"/>
                  </a:lnTo>
                  <a:lnTo>
                    <a:pt x="44621" y="120821"/>
                  </a:lnTo>
                  <a:lnTo>
                    <a:pt x="34603" y="113930"/>
                  </a:lnTo>
                  <a:lnTo>
                    <a:pt x="29145" y="110176"/>
                  </a:lnTo>
                  <a:lnTo>
                    <a:pt x="22970" y="105928"/>
                  </a:lnTo>
                  <a:lnTo>
                    <a:pt x="20937" y="104530"/>
                  </a:lnTo>
                  <a:lnTo>
                    <a:pt x="15419" y="100735"/>
                  </a:lnTo>
                  <a:lnTo>
                    <a:pt x="2139" y="91601"/>
                  </a:lnTo>
                  <a:lnTo>
                    <a:pt x="0" y="90000"/>
                  </a:lnTo>
                  <a:lnTo>
                    <a:pt x="751" y="88900"/>
                  </a:lnTo>
                  <a:lnTo>
                    <a:pt x="922" y="88649"/>
                  </a:lnTo>
                  <a:lnTo>
                    <a:pt x="1551" y="87728"/>
                  </a:lnTo>
                  <a:lnTo>
                    <a:pt x="1761" y="87419"/>
                  </a:lnTo>
                  <a:lnTo>
                    <a:pt x="2135" y="86872"/>
                  </a:lnTo>
                  <a:lnTo>
                    <a:pt x="3418" y="84994"/>
                  </a:lnTo>
                  <a:lnTo>
                    <a:pt x="5065" y="82581"/>
                  </a:lnTo>
                  <a:lnTo>
                    <a:pt x="5600" y="81799"/>
                  </a:lnTo>
                  <a:lnTo>
                    <a:pt x="8222" y="77958"/>
                  </a:lnTo>
                  <a:lnTo>
                    <a:pt x="9770" y="75691"/>
                  </a:lnTo>
                  <a:lnTo>
                    <a:pt x="10566" y="74525"/>
                  </a:lnTo>
                  <a:lnTo>
                    <a:pt x="13432" y="70328"/>
                  </a:lnTo>
                  <a:lnTo>
                    <a:pt x="15555" y="67219"/>
                  </a:lnTo>
                  <a:lnTo>
                    <a:pt x="15960" y="66626"/>
                  </a:lnTo>
                  <a:lnTo>
                    <a:pt x="16304" y="66165"/>
                  </a:lnTo>
                  <a:lnTo>
                    <a:pt x="18765" y="62868"/>
                  </a:lnTo>
                  <a:lnTo>
                    <a:pt x="19692" y="61625"/>
                  </a:lnTo>
                  <a:lnTo>
                    <a:pt x="20237" y="60828"/>
                  </a:lnTo>
                  <a:lnTo>
                    <a:pt x="22369" y="57713"/>
                  </a:lnTo>
                  <a:lnTo>
                    <a:pt x="22493" y="57531"/>
                  </a:lnTo>
                  <a:lnTo>
                    <a:pt x="23210" y="56483"/>
                  </a:lnTo>
                  <a:lnTo>
                    <a:pt x="24248" y="54966"/>
                  </a:lnTo>
                  <a:lnTo>
                    <a:pt x="26021" y="52291"/>
                  </a:lnTo>
                  <a:lnTo>
                    <a:pt x="26663" y="51323"/>
                  </a:lnTo>
                  <a:lnTo>
                    <a:pt x="27571" y="49952"/>
                  </a:lnTo>
                  <a:lnTo>
                    <a:pt x="29198" y="47498"/>
                  </a:lnTo>
                  <a:lnTo>
                    <a:pt x="30934" y="44878"/>
                  </a:lnTo>
                  <a:lnTo>
                    <a:pt x="31618" y="43846"/>
                  </a:lnTo>
                  <a:lnTo>
                    <a:pt x="32223" y="43058"/>
                  </a:lnTo>
                  <a:lnTo>
                    <a:pt x="34950" y="39502"/>
                  </a:lnTo>
                  <a:lnTo>
                    <a:pt x="36924" y="36746"/>
                  </a:lnTo>
                  <a:lnTo>
                    <a:pt x="37636" y="35752"/>
                  </a:lnTo>
                  <a:lnTo>
                    <a:pt x="38167" y="35010"/>
                  </a:lnTo>
                  <a:lnTo>
                    <a:pt x="38457" y="34605"/>
                  </a:lnTo>
                  <a:lnTo>
                    <a:pt x="39593" y="33174"/>
                  </a:lnTo>
                  <a:lnTo>
                    <a:pt x="40535" y="31988"/>
                  </a:lnTo>
                  <a:lnTo>
                    <a:pt x="42150" y="29954"/>
                  </a:lnTo>
                  <a:lnTo>
                    <a:pt x="47741" y="22496"/>
                  </a:lnTo>
                  <a:lnTo>
                    <a:pt x="47954" y="22263"/>
                  </a:lnTo>
                  <a:lnTo>
                    <a:pt x="48118" y="22082"/>
                  </a:lnTo>
                  <a:lnTo>
                    <a:pt x="49193" y="20903"/>
                  </a:lnTo>
                  <a:lnTo>
                    <a:pt x="49569" y="20490"/>
                  </a:lnTo>
                  <a:lnTo>
                    <a:pt x="49763" y="20277"/>
                  </a:lnTo>
                  <a:lnTo>
                    <a:pt x="49886" y="20143"/>
                  </a:lnTo>
                  <a:lnTo>
                    <a:pt x="50107" y="19921"/>
                  </a:lnTo>
                  <a:lnTo>
                    <a:pt x="50391" y="19635"/>
                  </a:lnTo>
                  <a:lnTo>
                    <a:pt x="52119" y="17901"/>
                  </a:lnTo>
                  <a:lnTo>
                    <a:pt x="53660" y="16355"/>
                  </a:lnTo>
                  <a:lnTo>
                    <a:pt x="53997" y="16017"/>
                  </a:lnTo>
                  <a:lnTo>
                    <a:pt x="62840" y="7475"/>
                  </a:lnTo>
                  <a:lnTo>
                    <a:pt x="64800" y="6269"/>
                  </a:lnTo>
                  <a:lnTo>
                    <a:pt x="66507" y="5219"/>
                  </a:lnTo>
                  <a:lnTo>
                    <a:pt x="67520" y="4612"/>
                  </a:lnTo>
                  <a:lnTo>
                    <a:pt x="68379" y="4210"/>
                  </a:lnTo>
                  <a:lnTo>
                    <a:pt x="71043" y="2962"/>
                  </a:lnTo>
                  <a:lnTo>
                    <a:pt x="71445" y="2774"/>
                  </a:lnTo>
                  <a:lnTo>
                    <a:pt x="77370" y="0"/>
                  </a:lnTo>
                  <a:lnTo>
                    <a:pt x="78273" y="2364"/>
                  </a:lnTo>
                  <a:lnTo>
                    <a:pt x="78766" y="3655"/>
                  </a:lnTo>
                  <a:lnTo>
                    <a:pt x="79556" y="5724"/>
                  </a:lnTo>
                  <a:lnTo>
                    <a:pt x="79666" y="6012"/>
                  </a:lnTo>
                  <a:lnTo>
                    <a:pt x="80084" y="7107"/>
                  </a:lnTo>
                  <a:lnTo>
                    <a:pt x="80700" y="8116"/>
                  </a:lnTo>
                  <a:lnTo>
                    <a:pt x="80921" y="8648"/>
                  </a:lnTo>
                  <a:lnTo>
                    <a:pt x="86625" y="22373"/>
                  </a:lnTo>
                  <a:lnTo>
                    <a:pt x="86904" y="23044"/>
                  </a:lnTo>
                  <a:lnTo>
                    <a:pt x="91156" y="33275"/>
                  </a:lnTo>
                  <a:lnTo>
                    <a:pt x="92507" y="36371"/>
                  </a:lnTo>
                  <a:lnTo>
                    <a:pt x="93147" y="37840"/>
                  </a:lnTo>
                  <a:lnTo>
                    <a:pt x="93659" y="38883"/>
                  </a:lnTo>
                  <a:lnTo>
                    <a:pt x="95956" y="43564"/>
                  </a:lnTo>
                  <a:lnTo>
                    <a:pt x="96762" y="44844"/>
                  </a:lnTo>
                  <a:lnTo>
                    <a:pt x="97814" y="46513"/>
                  </a:lnTo>
                  <a:lnTo>
                    <a:pt x="98064" y="46909"/>
                  </a:lnTo>
                  <a:lnTo>
                    <a:pt x="98212" y="47144"/>
                  </a:lnTo>
                  <a:lnTo>
                    <a:pt x="99423" y="48503"/>
                  </a:lnTo>
                  <a:lnTo>
                    <a:pt x="101556" y="50896"/>
                  </a:lnTo>
                  <a:lnTo>
                    <a:pt x="101746" y="51109"/>
                  </a:lnTo>
                  <a:lnTo>
                    <a:pt x="102454" y="51904"/>
                  </a:lnTo>
                  <a:lnTo>
                    <a:pt x="103336" y="52588"/>
                  </a:lnTo>
                  <a:lnTo>
                    <a:pt x="105108" y="53962"/>
                  </a:lnTo>
                  <a:lnTo>
                    <a:pt x="107896" y="56124"/>
                  </a:lnTo>
                  <a:lnTo>
                    <a:pt x="109232" y="56979"/>
                  </a:lnTo>
                  <a:lnTo>
                    <a:pt x="111242" y="58265"/>
                  </a:lnTo>
                  <a:lnTo>
                    <a:pt x="116726" y="60534"/>
                  </a:lnTo>
                  <a:lnTo>
                    <a:pt x="118579" y="61031"/>
                  </a:lnTo>
                  <a:lnTo>
                    <a:pt x="119887" y="61381"/>
                  </a:lnTo>
                  <a:lnTo>
                    <a:pt x="122548" y="62095"/>
                  </a:lnTo>
                  <a:lnTo>
                    <a:pt x="123919" y="62231"/>
                  </a:lnTo>
                  <a:lnTo>
                    <a:pt x="125065" y="62345"/>
                  </a:lnTo>
                  <a:lnTo>
                    <a:pt x="125544" y="62393"/>
                  </a:lnTo>
                  <a:lnTo>
                    <a:pt x="125934" y="62431"/>
                  </a:lnTo>
                  <a:lnTo>
                    <a:pt x="126325" y="62470"/>
                  </a:lnTo>
                  <a:lnTo>
                    <a:pt x="127198" y="62519"/>
                  </a:lnTo>
                  <a:lnTo>
                    <a:pt x="127564" y="62540"/>
                  </a:lnTo>
                  <a:lnTo>
                    <a:pt x="128351" y="62584"/>
                  </a:lnTo>
                  <a:lnTo>
                    <a:pt x="128753" y="62607"/>
                  </a:lnTo>
                  <a:lnTo>
                    <a:pt x="129772" y="62664"/>
                  </a:lnTo>
                  <a:lnTo>
                    <a:pt x="131358" y="62753"/>
                  </a:lnTo>
                  <a:lnTo>
                    <a:pt x="133563" y="62921"/>
                  </a:lnTo>
                  <a:lnTo>
                    <a:pt x="133784" y="62938"/>
                  </a:lnTo>
                  <a:lnTo>
                    <a:pt x="134818" y="63017"/>
                  </a:lnTo>
                  <a:lnTo>
                    <a:pt x="138259" y="63279"/>
                  </a:lnTo>
                  <a:lnTo>
                    <a:pt x="140569" y="63456"/>
                  </a:lnTo>
                  <a:lnTo>
                    <a:pt x="141389" y="63531"/>
                  </a:lnTo>
                  <a:lnTo>
                    <a:pt x="141724" y="63562"/>
                  </a:lnTo>
                  <a:lnTo>
                    <a:pt x="144542" y="63822"/>
                  </a:lnTo>
                  <a:lnTo>
                    <a:pt x="145331" y="63895"/>
                  </a:lnTo>
                  <a:lnTo>
                    <a:pt x="145549" y="63915"/>
                  </a:lnTo>
                  <a:lnTo>
                    <a:pt x="146980" y="64047"/>
                  </a:lnTo>
                  <a:lnTo>
                    <a:pt x="149100" y="64243"/>
                  </a:lnTo>
                  <a:lnTo>
                    <a:pt x="151005" y="64419"/>
                  </a:lnTo>
                  <a:lnTo>
                    <a:pt x="152548" y="64561"/>
                  </a:lnTo>
                  <a:lnTo>
                    <a:pt x="154006" y="64696"/>
                  </a:lnTo>
                  <a:lnTo>
                    <a:pt x="154410" y="64733"/>
                  </a:lnTo>
                  <a:lnTo>
                    <a:pt x="155409" y="64825"/>
                  </a:lnTo>
                  <a:lnTo>
                    <a:pt x="155963" y="64876"/>
                  </a:lnTo>
                  <a:lnTo>
                    <a:pt x="156998" y="64972"/>
                  </a:lnTo>
                  <a:lnTo>
                    <a:pt x="157717" y="65038"/>
                  </a:lnTo>
                  <a:lnTo>
                    <a:pt x="157906" y="65056"/>
                  </a:lnTo>
                  <a:lnTo>
                    <a:pt x="158687" y="65103"/>
                  </a:lnTo>
                  <a:lnTo>
                    <a:pt x="159283" y="65139"/>
                  </a:lnTo>
                  <a:lnTo>
                    <a:pt x="159619" y="65159"/>
                  </a:lnTo>
                  <a:lnTo>
                    <a:pt x="159838" y="65172"/>
                  </a:lnTo>
                  <a:lnTo>
                    <a:pt x="161830" y="65384"/>
                  </a:lnTo>
                  <a:lnTo>
                    <a:pt x="162832" y="65491"/>
                  </a:lnTo>
                  <a:lnTo>
                    <a:pt x="163660" y="65584"/>
                  </a:lnTo>
                  <a:lnTo>
                    <a:pt x="164573" y="65717"/>
                  </a:lnTo>
                  <a:lnTo>
                    <a:pt x="165408" y="65838"/>
                  </a:lnTo>
                  <a:lnTo>
                    <a:pt x="166428" y="65918"/>
                  </a:lnTo>
                  <a:lnTo>
                    <a:pt x="167419" y="65997"/>
                  </a:lnTo>
                  <a:lnTo>
                    <a:pt x="167748" y="66039"/>
                  </a:lnTo>
                  <a:lnTo>
                    <a:pt x="168811" y="66174"/>
                  </a:lnTo>
                  <a:lnTo>
                    <a:pt x="169502" y="66262"/>
                  </a:lnTo>
                  <a:lnTo>
                    <a:pt x="170388" y="66375"/>
                  </a:lnTo>
                  <a:lnTo>
                    <a:pt x="171141" y="66471"/>
                  </a:lnTo>
                  <a:lnTo>
                    <a:pt x="171986" y="66579"/>
                  </a:lnTo>
                  <a:lnTo>
                    <a:pt x="172593" y="66687"/>
                  </a:lnTo>
                  <a:lnTo>
                    <a:pt x="173526" y="66853"/>
                  </a:lnTo>
                  <a:lnTo>
                    <a:pt x="173839" y="66990"/>
                  </a:lnTo>
                  <a:lnTo>
                    <a:pt x="175364" y="67658"/>
                  </a:lnTo>
                  <a:lnTo>
                    <a:pt x="176672" y="68623"/>
                  </a:lnTo>
                  <a:lnTo>
                    <a:pt x="176838" y="68746"/>
                  </a:lnTo>
                  <a:lnTo>
                    <a:pt x="177573" y="69289"/>
                  </a:lnTo>
                  <a:lnTo>
                    <a:pt x="178977" y="70468"/>
                  </a:lnTo>
                  <a:lnTo>
                    <a:pt x="182654" y="73554"/>
                  </a:lnTo>
                  <a:lnTo>
                    <a:pt x="182946" y="73810"/>
                  </a:lnTo>
                  <a:lnTo>
                    <a:pt x="185157" y="75750"/>
                  </a:lnTo>
                  <a:lnTo>
                    <a:pt x="185357" y="75925"/>
                  </a:lnTo>
                  <a:lnTo>
                    <a:pt x="187668" y="77952"/>
                  </a:lnTo>
                  <a:lnTo>
                    <a:pt x="188274" y="78485"/>
                  </a:lnTo>
                  <a:lnTo>
                    <a:pt x="188802" y="78948"/>
                  </a:lnTo>
                  <a:lnTo>
                    <a:pt x="190152" y="80090"/>
                  </a:lnTo>
                  <a:lnTo>
                    <a:pt x="190344" y="80252"/>
                  </a:lnTo>
                  <a:lnTo>
                    <a:pt x="190882" y="80707"/>
                  </a:lnTo>
                  <a:lnTo>
                    <a:pt x="191153" y="80937"/>
                  </a:lnTo>
                  <a:lnTo>
                    <a:pt x="193010" y="82607"/>
                  </a:lnTo>
                  <a:lnTo>
                    <a:pt x="195987" y="84642"/>
                  </a:lnTo>
                  <a:lnTo>
                    <a:pt x="196764" y="85027"/>
                  </a:lnTo>
                  <a:lnTo>
                    <a:pt x="197006" y="85146"/>
                  </a:lnTo>
                  <a:lnTo>
                    <a:pt x="197575" y="85428"/>
                  </a:lnTo>
                  <a:lnTo>
                    <a:pt x="198061" y="85682"/>
                  </a:lnTo>
                  <a:lnTo>
                    <a:pt x="198359" y="85838"/>
                  </a:lnTo>
                  <a:lnTo>
                    <a:pt x="199122" y="86236"/>
                  </a:lnTo>
                  <a:lnTo>
                    <a:pt x="200167" y="86783"/>
                  </a:lnTo>
                  <a:lnTo>
                    <a:pt x="200991" y="87213"/>
                  </a:lnTo>
                  <a:lnTo>
                    <a:pt x="201165" y="87304"/>
                  </a:lnTo>
                  <a:lnTo>
                    <a:pt x="204737" y="88675"/>
                  </a:lnTo>
                  <a:lnTo>
                    <a:pt x="210661" y="90681"/>
                  </a:lnTo>
                  <a:lnTo>
                    <a:pt x="211356" y="90760"/>
                  </a:lnTo>
                  <a:lnTo>
                    <a:pt x="211692" y="90799"/>
                  </a:lnTo>
                  <a:lnTo>
                    <a:pt x="213815" y="91042"/>
                  </a:lnTo>
                  <a:lnTo>
                    <a:pt x="217689" y="91305"/>
                  </a:lnTo>
                  <a:lnTo>
                    <a:pt x="225036" y="91802"/>
                  </a:lnTo>
                  <a:lnTo>
                    <a:pt x="227383" y="92017"/>
                  </a:lnTo>
                  <a:lnTo>
                    <a:pt x="228060" y="92079"/>
                  </a:lnTo>
                  <a:lnTo>
                    <a:pt x="229753" y="92849"/>
                  </a:lnTo>
                  <a:lnTo>
                    <a:pt x="239097" y="97105"/>
                  </a:lnTo>
                  <a:lnTo>
                    <a:pt x="240220" y="97617"/>
                  </a:lnTo>
                  <a:lnTo>
                    <a:pt x="244248" y="99717"/>
                  </a:lnTo>
                  <a:lnTo>
                    <a:pt x="244596" y="99899"/>
                  </a:lnTo>
                  <a:lnTo>
                    <a:pt x="246129" y="100698"/>
                  </a:lnTo>
                  <a:lnTo>
                    <a:pt x="246600" y="100944"/>
                  </a:lnTo>
                  <a:lnTo>
                    <a:pt x="247029" y="101144"/>
                  </a:lnTo>
                  <a:lnTo>
                    <a:pt x="251089" y="103044"/>
                  </a:lnTo>
                  <a:lnTo>
                    <a:pt x="251556" y="103263"/>
                  </a:lnTo>
                  <a:lnTo>
                    <a:pt x="254182" y="104492"/>
                  </a:lnTo>
                  <a:lnTo>
                    <a:pt x="254612" y="104693"/>
                  </a:lnTo>
                  <a:lnTo>
                    <a:pt x="256351" y="105507"/>
                  </a:lnTo>
                  <a:lnTo>
                    <a:pt x="257241" y="105924"/>
                  </a:lnTo>
                  <a:lnTo>
                    <a:pt x="261779" y="108049"/>
                  </a:lnTo>
                  <a:lnTo>
                    <a:pt x="262375" y="108086"/>
                  </a:lnTo>
                  <a:lnTo>
                    <a:pt x="263228" y="108139"/>
                  </a:lnTo>
                  <a:lnTo>
                    <a:pt x="272970" y="108741"/>
                  </a:lnTo>
                  <a:lnTo>
                    <a:pt x="275907" y="108922"/>
                  </a:lnTo>
                  <a:lnTo>
                    <a:pt x="283946" y="109419"/>
                  </a:lnTo>
                  <a:lnTo>
                    <a:pt x="284252" y="109438"/>
                  </a:lnTo>
                  <a:lnTo>
                    <a:pt x="284996" y="109483"/>
                  </a:lnTo>
                  <a:lnTo>
                    <a:pt x="285233" y="109491"/>
                  </a:lnTo>
                  <a:lnTo>
                    <a:pt x="285947" y="109515"/>
                  </a:lnTo>
                  <a:lnTo>
                    <a:pt x="286989" y="109551"/>
                  </a:lnTo>
                  <a:lnTo>
                    <a:pt x="288123" y="109589"/>
                  </a:lnTo>
                  <a:lnTo>
                    <a:pt x="289519" y="10963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g40"/>
            <p:cNvSpPr/>
            <p:nvPr/>
          </p:nvSpPr>
          <p:spPr>
            <a:xfrm>
              <a:off x="2935939" y="4546464"/>
              <a:ext cx="113100" cy="97920"/>
            </a:xfrm>
            <a:custGeom>
              <a:avLst/>
              <a:pathLst>
                <a:path w="113100" h="97920">
                  <a:moveTo>
                    <a:pt x="85367" y="8575"/>
                  </a:moveTo>
                  <a:lnTo>
                    <a:pt x="87016" y="14716"/>
                  </a:lnTo>
                  <a:lnTo>
                    <a:pt x="89444" y="12273"/>
                  </a:lnTo>
                  <a:lnTo>
                    <a:pt x="94512" y="7175"/>
                  </a:lnTo>
                  <a:lnTo>
                    <a:pt x="95019" y="7559"/>
                  </a:lnTo>
                  <a:lnTo>
                    <a:pt x="95269" y="7713"/>
                  </a:lnTo>
                  <a:lnTo>
                    <a:pt x="95652" y="7878"/>
                  </a:lnTo>
                  <a:lnTo>
                    <a:pt x="99169" y="9388"/>
                  </a:lnTo>
                  <a:lnTo>
                    <a:pt x="100236" y="9756"/>
                  </a:lnTo>
                  <a:lnTo>
                    <a:pt x="102255" y="10452"/>
                  </a:lnTo>
                  <a:lnTo>
                    <a:pt x="102759" y="10626"/>
                  </a:lnTo>
                  <a:lnTo>
                    <a:pt x="105409" y="11538"/>
                  </a:lnTo>
                  <a:lnTo>
                    <a:pt x="105565" y="11591"/>
                  </a:lnTo>
                  <a:lnTo>
                    <a:pt x="105118" y="13748"/>
                  </a:lnTo>
                  <a:lnTo>
                    <a:pt x="106732" y="14486"/>
                  </a:lnTo>
                  <a:lnTo>
                    <a:pt x="103166" y="22450"/>
                  </a:lnTo>
                  <a:lnTo>
                    <a:pt x="100024" y="27708"/>
                  </a:lnTo>
                  <a:lnTo>
                    <a:pt x="113100" y="37061"/>
                  </a:lnTo>
                  <a:lnTo>
                    <a:pt x="103656" y="52634"/>
                  </a:lnTo>
                  <a:lnTo>
                    <a:pt x="92465" y="60311"/>
                  </a:lnTo>
                  <a:lnTo>
                    <a:pt x="69935" y="43152"/>
                  </a:lnTo>
                  <a:lnTo>
                    <a:pt x="69346" y="31261"/>
                  </a:lnTo>
                  <a:lnTo>
                    <a:pt x="69199" y="30357"/>
                  </a:lnTo>
                  <a:lnTo>
                    <a:pt x="64486" y="32465"/>
                  </a:lnTo>
                  <a:lnTo>
                    <a:pt x="64879" y="37131"/>
                  </a:lnTo>
                  <a:lnTo>
                    <a:pt x="63701" y="41295"/>
                  </a:lnTo>
                  <a:lnTo>
                    <a:pt x="62768" y="48520"/>
                  </a:lnTo>
                  <a:lnTo>
                    <a:pt x="59627" y="52333"/>
                  </a:lnTo>
                  <a:lnTo>
                    <a:pt x="60216" y="61364"/>
                  </a:lnTo>
                  <a:lnTo>
                    <a:pt x="62818" y="67686"/>
                  </a:lnTo>
                  <a:lnTo>
                    <a:pt x="61100" y="74409"/>
                  </a:lnTo>
                  <a:lnTo>
                    <a:pt x="55847" y="81032"/>
                  </a:lnTo>
                  <a:lnTo>
                    <a:pt x="43969" y="90765"/>
                  </a:lnTo>
                  <a:lnTo>
                    <a:pt x="38157" y="93806"/>
                  </a:lnTo>
                  <a:lnTo>
                    <a:pt x="35605" y="97920"/>
                  </a:lnTo>
                  <a:lnTo>
                    <a:pt x="27457" y="89792"/>
                  </a:lnTo>
                  <a:lnTo>
                    <a:pt x="22744" y="85578"/>
                  </a:lnTo>
                  <a:lnTo>
                    <a:pt x="14204" y="87886"/>
                  </a:lnTo>
                  <a:lnTo>
                    <a:pt x="12731" y="79958"/>
                  </a:lnTo>
                  <a:lnTo>
                    <a:pt x="17836" y="76045"/>
                  </a:lnTo>
                  <a:lnTo>
                    <a:pt x="16265" y="71830"/>
                  </a:lnTo>
                  <a:lnTo>
                    <a:pt x="12338" y="74941"/>
                  </a:lnTo>
                  <a:lnTo>
                    <a:pt x="5859" y="67616"/>
                  </a:lnTo>
                  <a:lnTo>
                    <a:pt x="9491" y="64405"/>
                  </a:lnTo>
                  <a:lnTo>
                    <a:pt x="5764" y="59622"/>
                  </a:lnTo>
                  <a:lnTo>
                    <a:pt x="10494" y="55614"/>
                  </a:lnTo>
                  <a:lnTo>
                    <a:pt x="7430" y="49253"/>
                  </a:lnTo>
                  <a:lnTo>
                    <a:pt x="4485" y="38215"/>
                  </a:lnTo>
                  <a:lnTo>
                    <a:pt x="951" y="36208"/>
                  </a:lnTo>
                  <a:lnTo>
                    <a:pt x="0" y="31347"/>
                  </a:lnTo>
                  <a:lnTo>
                    <a:pt x="3430" y="29731"/>
                  </a:lnTo>
                  <a:lnTo>
                    <a:pt x="3801" y="27866"/>
                  </a:lnTo>
                  <a:lnTo>
                    <a:pt x="4136" y="26179"/>
                  </a:lnTo>
                  <a:lnTo>
                    <a:pt x="6728" y="25637"/>
                  </a:lnTo>
                  <a:lnTo>
                    <a:pt x="7289" y="25081"/>
                  </a:lnTo>
                  <a:lnTo>
                    <a:pt x="12618" y="19797"/>
                  </a:lnTo>
                  <a:lnTo>
                    <a:pt x="12559" y="17689"/>
                  </a:lnTo>
                  <a:lnTo>
                    <a:pt x="12403" y="15197"/>
                  </a:lnTo>
                  <a:lnTo>
                    <a:pt x="17093" y="14300"/>
                  </a:lnTo>
                  <a:lnTo>
                    <a:pt x="17994" y="13328"/>
                  </a:lnTo>
                  <a:lnTo>
                    <a:pt x="18599" y="12403"/>
                  </a:lnTo>
                  <a:lnTo>
                    <a:pt x="18721" y="12215"/>
                  </a:lnTo>
                  <a:lnTo>
                    <a:pt x="20657" y="13009"/>
                  </a:lnTo>
                  <a:lnTo>
                    <a:pt x="20900" y="13134"/>
                  </a:lnTo>
                  <a:lnTo>
                    <a:pt x="21252" y="13313"/>
                  </a:lnTo>
                  <a:lnTo>
                    <a:pt x="22307" y="13855"/>
                  </a:lnTo>
                  <a:lnTo>
                    <a:pt x="23162" y="14398"/>
                  </a:lnTo>
                  <a:lnTo>
                    <a:pt x="36201" y="26287"/>
                  </a:lnTo>
                  <a:lnTo>
                    <a:pt x="37226" y="27150"/>
                  </a:lnTo>
                  <a:lnTo>
                    <a:pt x="42907" y="31682"/>
                  </a:lnTo>
                  <a:lnTo>
                    <a:pt x="43803" y="32533"/>
                  </a:lnTo>
                  <a:lnTo>
                    <a:pt x="44419" y="33130"/>
                  </a:lnTo>
                  <a:lnTo>
                    <a:pt x="46996" y="30408"/>
                  </a:lnTo>
                  <a:lnTo>
                    <a:pt x="49538" y="27533"/>
                  </a:lnTo>
                  <a:lnTo>
                    <a:pt x="49880" y="27264"/>
                  </a:lnTo>
                  <a:lnTo>
                    <a:pt x="50353" y="26893"/>
                  </a:lnTo>
                  <a:lnTo>
                    <a:pt x="50611" y="26647"/>
                  </a:lnTo>
                  <a:lnTo>
                    <a:pt x="52301" y="25037"/>
                  </a:lnTo>
                  <a:lnTo>
                    <a:pt x="55452" y="21820"/>
                  </a:lnTo>
                  <a:lnTo>
                    <a:pt x="57810" y="19811"/>
                  </a:lnTo>
                  <a:lnTo>
                    <a:pt x="59156" y="18368"/>
                  </a:lnTo>
                  <a:lnTo>
                    <a:pt x="60205" y="16921"/>
                  </a:lnTo>
                  <a:lnTo>
                    <a:pt x="61271" y="17582"/>
                  </a:lnTo>
                  <a:lnTo>
                    <a:pt x="61707" y="17872"/>
                  </a:lnTo>
                  <a:lnTo>
                    <a:pt x="63871" y="19187"/>
                  </a:lnTo>
                  <a:lnTo>
                    <a:pt x="65354" y="20200"/>
                  </a:lnTo>
                  <a:lnTo>
                    <a:pt x="66941" y="17881"/>
                  </a:lnTo>
                  <a:lnTo>
                    <a:pt x="67759" y="16688"/>
                  </a:lnTo>
                  <a:lnTo>
                    <a:pt x="68888" y="17491"/>
                  </a:lnTo>
                  <a:lnTo>
                    <a:pt x="69722" y="16638"/>
                  </a:lnTo>
                  <a:lnTo>
                    <a:pt x="72638" y="18520"/>
                  </a:lnTo>
                  <a:lnTo>
                    <a:pt x="77359" y="13275"/>
                  </a:lnTo>
                  <a:lnTo>
                    <a:pt x="77263" y="12238"/>
                  </a:lnTo>
                  <a:lnTo>
                    <a:pt x="77241" y="12002"/>
                  </a:lnTo>
                  <a:lnTo>
                    <a:pt x="73164" y="8075"/>
                  </a:lnTo>
                  <a:lnTo>
                    <a:pt x="74822" y="5694"/>
                  </a:lnTo>
                  <a:lnTo>
                    <a:pt x="75705" y="3547"/>
                  </a:lnTo>
                  <a:lnTo>
                    <a:pt x="75830" y="3264"/>
                  </a:lnTo>
                  <a:lnTo>
                    <a:pt x="76234" y="2353"/>
                  </a:lnTo>
                  <a:lnTo>
                    <a:pt x="77276" y="0"/>
                  </a:lnTo>
                  <a:lnTo>
                    <a:pt x="84271" y="279"/>
                  </a:lnTo>
                  <a:lnTo>
                    <a:pt x="85384" y="521"/>
                  </a:lnTo>
                  <a:lnTo>
                    <a:pt x="85673" y="644"/>
                  </a:lnTo>
                  <a:lnTo>
                    <a:pt x="85460" y="3330"/>
                  </a:lnTo>
                  <a:lnTo>
                    <a:pt x="85288" y="5365"/>
                  </a:lnTo>
                  <a:lnTo>
                    <a:pt x="85274" y="5969"/>
                  </a:lnTo>
                  <a:lnTo>
                    <a:pt x="85255" y="6789"/>
                  </a:lnTo>
                  <a:lnTo>
                    <a:pt x="85249" y="7050"/>
                  </a:lnTo>
                  <a:lnTo>
                    <a:pt x="85295" y="764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g41"/>
            <p:cNvSpPr/>
            <p:nvPr/>
          </p:nvSpPr>
          <p:spPr>
            <a:xfrm>
              <a:off x="2488853" y="4366922"/>
              <a:ext cx="315418" cy="273247"/>
            </a:xfrm>
            <a:custGeom>
              <a:avLst/>
              <a:pathLst>
                <a:path w="315418" h="273247">
                  <a:moveTo>
                    <a:pt x="271176" y="187458"/>
                  </a:moveTo>
                  <a:lnTo>
                    <a:pt x="276161" y="190897"/>
                  </a:lnTo>
                  <a:lnTo>
                    <a:pt x="276383" y="190742"/>
                  </a:lnTo>
                  <a:lnTo>
                    <a:pt x="280034" y="193140"/>
                  </a:lnTo>
                  <a:lnTo>
                    <a:pt x="283784" y="195430"/>
                  </a:lnTo>
                  <a:lnTo>
                    <a:pt x="294887" y="206719"/>
                  </a:lnTo>
                  <a:lnTo>
                    <a:pt x="296598" y="207856"/>
                  </a:lnTo>
                  <a:lnTo>
                    <a:pt x="297523" y="209273"/>
                  </a:lnTo>
                  <a:lnTo>
                    <a:pt x="300393" y="210669"/>
                  </a:lnTo>
                  <a:lnTo>
                    <a:pt x="300927" y="210929"/>
                  </a:lnTo>
                  <a:lnTo>
                    <a:pt x="302992" y="217974"/>
                  </a:lnTo>
                  <a:lnTo>
                    <a:pt x="303560" y="219396"/>
                  </a:lnTo>
                  <a:lnTo>
                    <a:pt x="304716" y="222196"/>
                  </a:lnTo>
                  <a:lnTo>
                    <a:pt x="305256" y="222889"/>
                  </a:lnTo>
                  <a:lnTo>
                    <a:pt x="307201" y="225383"/>
                  </a:lnTo>
                  <a:lnTo>
                    <a:pt x="310853" y="225552"/>
                  </a:lnTo>
                  <a:lnTo>
                    <a:pt x="309340" y="228841"/>
                  </a:lnTo>
                  <a:lnTo>
                    <a:pt x="314952" y="243961"/>
                  </a:lnTo>
                  <a:lnTo>
                    <a:pt x="315418" y="245378"/>
                  </a:lnTo>
                  <a:lnTo>
                    <a:pt x="312332" y="246088"/>
                  </a:lnTo>
                  <a:lnTo>
                    <a:pt x="299041" y="245397"/>
                  </a:lnTo>
                  <a:lnTo>
                    <a:pt x="298298" y="254078"/>
                  </a:lnTo>
                  <a:lnTo>
                    <a:pt x="283659" y="253737"/>
                  </a:lnTo>
                  <a:lnTo>
                    <a:pt x="284126" y="265882"/>
                  </a:lnTo>
                  <a:lnTo>
                    <a:pt x="285126" y="266499"/>
                  </a:lnTo>
                  <a:lnTo>
                    <a:pt x="285097" y="268105"/>
                  </a:lnTo>
                  <a:lnTo>
                    <a:pt x="285022" y="272249"/>
                  </a:lnTo>
                  <a:lnTo>
                    <a:pt x="284393" y="272847"/>
                  </a:lnTo>
                  <a:lnTo>
                    <a:pt x="283184" y="272874"/>
                  </a:lnTo>
                  <a:lnTo>
                    <a:pt x="282265" y="272895"/>
                  </a:lnTo>
                  <a:lnTo>
                    <a:pt x="281202" y="272920"/>
                  </a:lnTo>
                  <a:lnTo>
                    <a:pt x="280201" y="272942"/>
                  </a:lnTo>
                  <a:lnTo>
                    <a:pt x="279953" y="272948"/>
                  </a:lnTo>
                  <a:lnTo>
                    <a:pt x="278460" y="272982"/>
                  </a:lnTo>
                  <a:lnTo>
                    <a:pt x="278054" y="272992"/>
                  </a:lnTo>
                  <a:lnTo>
                    <a:pt x="277323" y="273008"/>
                  </a:lnTo>
                  <a:lnTo>
                    <a:pt x="276184" y="273034"/>
                  </a:lnTo>
                  <a:lnTo>
                    <a:pt x="275927" y="273040"/>
                  </a:lnTo>
                  <a:lnTo>
                    <a:pt x="275701" y="273045"/>
                  </a:lnTo>
                  <a:lnTo>
                    <a:pt x="274199" y="273080"/>
                  </a:lnTo>
                  <a:lnTo>
                    <a:pt x="273243" y="273101"/>
                  </a:lnTo>
                  <a:lnTo>
                    <a:pt x="272856" y="273110"/>
                  </a:lnTo>
                  <a:lnTo>
                    <a:pt x="271486" y="273142"/>
                  </a:lnTo>
                  <a:lnTo>
                    <a:pt x="270399" y="273167"/>
                  </a:lnTo>
                  <a:lnTo>
                    <a:pt x="269922" y="273177"/>
                  </a:lnTo>
                  <a:lnTo>
                    <a:pt x="268950" y="273200"/>
                  </a:lnTo>
                  <a:lnTo>
                    <a:pt x="268244" y="273216"/>
                  </a:lnTo>
                  <a:lnTo>
                    <a:pt x="267489" y="273233"/>
                  </a:lnTo>
                  <a:lnTo>
                    <a:pt x="266893" y="273247"/>
                  </a:lnTo>
                  <a:lnTo>
                    <a:pt x="266191" y="273243"/>
                  </a:lnTo>
                  <a:lnTo>
                    <a:pt x="263610" y="270481"/>
                  </a:lnTo>
                  <a:lnTo>
                    <a:pt x="257946" y="264420"/>
                  </a:lnTo>
                  <a:lnTo>
                    <a:pt x="256647" y="263029"/>
                  </a:lnTo>
                  <a:lnTo>
                    <a:pt x="253198" y="260631"/>
                  </a:lnTo>
                  <a:lnTo>
                    <a:pt x="250278" y="258601"/>
                  </a:lnTo>
                  <a:lnTo>
                    <a:pt x="249933" y="258361"/>
                  </a:lnTo>
                  <a:lnTo>
                    <a:pt x="248377" y="257279"/>
                  </a:lnTo>
                  <a:lnTo>
                    <a:pt x="248240" y="257184"/>
                  </a:lnTo>
                  <a:lnTo>
                    <a:pt x="247899" y="256947"/>
                  </a:lnTo>
                  <a:lnTo>
                    <a:pt x="247530" y="256690"/>
                  </a:lnTo>
                  <a:lnTo>
                    <a:pt x="246860" y="256234"/>
                  </a:lnTo>
                  <a:lnTo>
                    <a:pt x="246269" y="255833"/>
                  </a:lnTo>
                  <a:lnTo>
                    <a:pt x="245942" y="255611"/>
                  </a:lnTo>
                  <a:lnTo>
                    <a:pt x="245399" y="255241"/>
                  </a:lnTo>
                  <a:lnTo>
                    <a:pt x="245205" y="255110"/>
                  </a:lnTo>
                  <a:lnTo>
                    <a:pt x="244801" y="254835"/>
                  </a:lnTo>
                  <a:lnTo>
                    <a:pt x="244569" y="254677"/>
                  </a:lnTo>
                  <a:lnTo>
                    <a:pt x="244283" y="254483"/>
                  </a:lnTo>
                  <a:lnTo>
                    <a:pt x="244009" y="254296"/>
                  </a:lnTo>
                  <a:lnTo>
                    <a:pt x="243760" y="254127"/>
                  </a:lnTo>
                  <a:lnTo>
                    <a:pt x="243602" y="254019"/>
                  </a:lnTo>
                  <a:lnTo>
                    <a:pt x="243234" y="253769"/>
                  </a:lnTo>
                  <a:lnTo>
                    <a:pt x="242666" y="253383"/>
                  </a:lnTo>
                  <a:lnTo>
                    <a:pt x="242247" y="253098"/>
                  </a:lnTo>
                  <a:lnTo>
                    <a:pt x="241902" y="252863"/>
                  </a:lnTo>
                  <a:lnTo>
                    <a:pt x="241740" y="252754"/>
                  </a:lnTo>
                  <a:lnTo>
                    <a:pt x="241496" y="252587"/>
                  </a:lnTo>
                  <a:lnTo>
                    <a:pt x="241186" y="252377"/>
                  </a:lnTo>
                  <a:lnTo>
                    <a:pt x="240875" y="252165"/>
                  </a:lnTo>
                  <a:lnTo>
                    <a:pt x="239492" y="251225"/>
                  </a:lnTo>
                  <a:lnTo>
                    <a:pt x="239149" y="250986"/>
                  </a:lnTo>
                  <a:lnTo>
                    <a:pt x="235588" y="248510"/>
                  </a:lnTo>
                  <a:lnTo>
                    <a:pt x="230214" y="244774"/>
                  </a:lnTo>
                  <a:lnTo>
                    <a:pt x="229497" y="244223"/>
                  </a:lnTo>
                  <a:lnTo>
                    <a:pt x="229812" y="243529"/>
                  </a:lnTo>
                  <a:lnTo>
                    <a:pt x="230000" y="243117"/>
                  </a:lnTo>
                  <a:lnTo>
                    <a:pt x="230090" y="242918"/>
                  </a:lnTo>
                  <a:lnTo>
                    <a:pt x="230310" y="242447"/>
                  </a:lnTo>
                  <a:lnTo>
                    <a:pt x="230525" y="242118"/>
                  </a:lnTo>
                  <a:lnTo>
                    <a:pt x="230688" y="241870"/>
                  </a:lnTo>
                  <a:lnTo>
                    <a:pt x="231154" y="241157"/>
                  </a:lnTo>
                  <a:lnTo>
                    <a:pt x="231238" y="241030"/>
                  </a:lnTo>
                  <a:lnTo>
                    <a:pt x="232953" y="238400"/>
                  </a:lnTo>
                  <a:lnTo>
                    <a:pt x="232694" y="238269"/>
                  </a:lnTo>
                  <a:lnTo>
                    <a:pt x="231831" y="237833"/>
                  </a:lnTo>
                  <a:lnTo>
                    <a:pt x="231684" y="237759"/>
                  </a:lnTo>
                  <a:lnTo>
                    <a:pt x="229891" y="236853"/>
                  </a:lnTo>
                  <a:lnTo>
                    <a:pt x="216155" y="229915"/>
                  </a:lnTo>
                  <a:lnTo>
                    <a:pt x="215875" y="229774"/>
                  </a:lnTo>
                  <a:lnTo>
                    <a:pt x="205628" y="218484"/>
                  </a:lnTo>
                  <a:lnTo>
                    <a:pt x="199481" y="211711"/>
                  </a:lnTo>
                  <a:lnTo>
                    <a:pt x="185402" y="221378"/>
                  </a:lnTo>
                  <a:lnTo>
                    <a:pt x="176264" y="227652"/>
                  </a:lnTo>
                  <a:lnTo>
                    <a:pt x="172559" y="230196"/>
                  </a:lnTo>
                  <a:lnTo>
                    <a:pt x="171863" y="230674"/>
                  </a:lnTo>
                  <a:lnTo>
                    <a:pt x="164301" y="235867"/>
                  </a:lnTo>
                  <a:lnTo>
                    <a:pt x="163822" y="236196"/>
                  </a:lnTo>
                  <a:lnTo>
                    <a:pt x="162712" y="236958"/>
                  </a:lnTo>
                  <a:lnTo>
                    <a:pt x="154680" y="242460"/>
                  </a:lnTo>
                  <a:lnTo>
                    <a:pt x="154542" y="242530"/>
                  </a:lnTo>
                  <a:lnTo>
                    <a:pt x="150089" y="244779"/>
                  </a:lnTo>
                  <a:lnTo>
                    <a:pt x="147470" y="246102"/>
                  </a:lnTo>
                  <a:lnTo>
                    <a:pt x="145481" y="246127"/>
                  </a:lnTo>
                  <a:lnTo>
                    <a:pt x="141393" y="246178"/>
                  </a:lnTo>
                  <a:lnTo>
                    <a:pt x="138940" y="246208"/>
                  </a:lnTo>
                  <a:lnTo>
                    <a:pt x="130757" y="241915"/>
                  </a:lnTo>
                  <a:lnTo>
                    <a:pt x="130529" y="241796"/>
                  </a:lnTo>
                  <a:lnTo>
                    <a:pt x="129026" y="241007"/>
                  </a:lnTo>
                  <a:lnTo>
                    <a:pt x="126575" y="239820"/>
                  </a:lnTo>
                  <a:lnTo>
                    <a:pt x="125746" y="239467"/>
                  </a:lnTo>
                  <a:lnTo>
                    <a:pt x="125054" y="239172"/>
                  </a:lnTo>
                  <a:lnTo>
                    <a:pt x="124769" y="239068"/>
                  </a:lnTo>
                  <a:lnTo>
                    <a:pt x="123987" y="239068"/>
                  </a:lnTo>
                  <a:lnTo>
                    <a:pt x="123673" y="239068"/>
                  </a:lnTo>
                  <a:lnTo>
                    <a:pt x="123164" y="239068"/>
                  </a:lnTo>
                  <a:lnTo>
                    <a:pt x="122966" y="239125"/>
                  </a:lnTo>
                  <a:lnTo>
                    <a:pt x="122375" y="239295"/>
                  </a:lnTo>
                  <a:lnTo>
                    <a:pt x="121867" y="239441"/>
                  </a:lnTo>
                  <a:lnTo>
                    <a:pt x="121396" y="239577"/>
                  </a:lnTo>
                  <a:lnTo>
                    <a:pt x="121250" y="239619"/>
                  </a:lnTo>
                  <a:lnTo>
                    <a:pt x="118881" y="241032"/>
                  </a:lnTo>
                  <a:lnTo>
                    <a:pt x="118130" y="241479"/>
                  </a:lnTo>
                  <a:lnTo>
                    <a:pt x="116412" y="242504"/>
                  </a:lnTo>
                  <a:lnTo>
                    <a:pt x="115359" y="243131"/>
                  </a:lnTo>
                  <a:lnTo>
                    <a:pt x="113887" y="243784"/>
                  </a:lnTo>
                  <a:lnTo>
                    <a:pt x="112020" y="244131"/>
                  </a:lnTo>
                  <a:lnTo>
                    <a:pt x="109739" y="243934"/>
                  </a:lnTo>
                  <a:lnTo>
                    <a:pt x="108339" y="243491"/>
                  </a:lnTo>
                  <a:lnTo>
                    <a:pt x="106581" y="242935"/>
                  </a:lnTo>
                  <a:lnTo>
                    <a:pt x="105229" y="242508"/>
                  </a:lnTo>
                  <a:lnTo>
                    <a:pt x="104962" y="242423"/>
                  </a:lnTo>
                  <a:lnTo>
                    <a:pt x="103294" y="241896"/>
                  </a:lnTo>
                  <a:lnTo>
                    <a:pt x="102861" y="241759"/>
                  </a:lnTo>
                  <a:lnTo>
                    <a:pt x="102425" y="242871"/>
                  </a:lnTo>
                  <a:lnTo>
                    <a:pt x="101537" y="242508"/>
                  </a:lnTo>
                  <a:lnTo>
                    <a:pt x="101315" y="242417"/>
                  </a:lnTo>
                  <a:lnTo>
                    <a:pt x="100841" y="242223"/>
                  </a:lnTo>
                  <a:lnTo>
                    <a:pt x="100040" y="241896"/>
                  </a:lnTo>
                  <a:lnTo>
                    <a:pt x="98089" y="241098"/>
                  </a:lnTo>
                  <a:lnTo>
                    <a:pt x="97715" y="240945"/>
                  </a:lnTo>
                  <a:lnTo>
                    <a:pt x="96507" y="240451"/>
                  </a:lnTo>
                  <a:lnTo>
                    <a:pt x="94239" y="239524"/>
                  </a:lnTo>
                  <a:lnTo>
                    <a:pt x="83559" y="235157"/>
                  </a:lnTo>
                  <a:lnTo>
                    <a:pt x="79299" y="233415"/>
                  </a:lnTo>
                  <a:lnTo>
                    <a:pt x="75958" y="232049"/>
                  </a:lnTo>
                  <a:lnTo>
                    <a:pt x="74433" y="231425"/>
                  </a:lnTo>
                  <a:lnTo>
                    <a:pt x="74108" y="231293"/>
                  </a:lnTo>
                  <a:lnTo>
                    <a:pt x="73416" y="231010"/>
                  </a:lnTo>
                  <a:lnTo>
                    <a:pt x="72709" y="230760"/>
                  </a:lnTo>
                  <a:lnTo>
                    <a:pt x="70673" y="230040"/>
                  </a:lnTo>
                  <a:lnTo>
                    <a:pt x="69936" y="229780"/>
                  </a:lnTo>
                  <a:lnTo>
                    <a:pt x="67463" y="228906"/>
                  </a:lnTo>
                  <a:lnTo>
                    <a:pt x="66707" y="228638"/>
                  </a:lnTo>
                  <a:lnTo>
                    <a:pt x="66022" y="228396"/>
                  </a:lnTo>
                  <a:lnTo>
                    <a:pt x="63495" y="227503"/>
                  </a:lnTo>
                  <a:lnTo>
                    <a:pt x="63054" y="227347"/>
                  </a:lnTo>
                  <a:lnTo>
                    <a:pt x="62474" y="227142"/>
                  </a:lnTo>
                  <a:lnTo>
                    <a:pt x="61636" y="226845"/>
                  </a:lnTo>
                  <a:lnTo>
                    <a:pt x="50803" y="224165"/>
                  </a:lnTo>
                  <a:lnTo>
                    <a:pt x="39960" y="221481"/>
                  </a:lnTo>
                  <a:lnTo>
                    <a:pt x="27543" y="218408"/>
                  </a:lnTo>
                  <a:lnTo>
                    <a:pt x="23716" y="217461"/>
                  </a:lnTo>
                  <a:lnTo>
                    <a:pt x="22711" y="217212"/>
                  </a:lnTo>
                  <a:lnTo>
                    <a:pt x="22184" y="217067"/>
                  </a:lnTo>
                  <a:lnTo>
                    <a:pt x="21784" y="216957"/>
                  </a:lnTo>
                  <a:lnTo>
                    <a:pt x="20158" y="216509"/>
                  </a:lnTo>
                  <a:lnTo>
                    <a:pt x="19748" y="216396"/>
                  </a:lnTo>
                  <a:lnTo>
                    <a:pt x="17352" y="215735"/>
                  </a:lnTo>
                  <a:lnTo>
                    <a:pt x="14627" y="215044"/>
                  </a:lnTo>
                  <a:lnTo>
                    <a:pt x="13488" y="214755"/>
                  </a:lnTo>
                  <a:lnTo>
                    <a:pt x="10331" y="213953"/>
                  </a:lnTo>
                  <a:lnTo>
                    <a:pt x="3655" y="212258"/>
                  </a:lnTo>
                  <a:lnTo>
                    <a:pt x="2470" y="211957"/>
                  </a:lnTo>
                  <a:lnTo>
                    <a:pt x="0" y="211330"/>
                  </a:lnTo>
                  <a:lnTo>
                    <a:pt x="264" y="210393"/>
                  </a:lnTo>
                  <a:lnTo>
                    <a:pt x="317" y="210207"/>
                  </a:lnTo>
                  <a:lnTo>
                    <a:pt x="753" y="208939"/>
                  </a:lnTo>
                  <a:lnTo>
                    <a:pt x="3325" y="201457"/>
                  </a:lnTo>
                  <a:lnTo>
                    <a:pt x="3373" y="201318"/>
                  </a:lnTo>
                  <a:lnTo>
                    <a:pt x="8489" y="186440"/>
                  </a:lnTo>
                  <a:lnTo>
                    <a:pt x="9464" y="183604"/>
                  </a:lnTo>
                  <a:lnTo>
                    <a:pt x="13630" y="171487"/>
                  </a:lnTo>
                  <a:lnTo>
                    <a:pt x="13770" y="171080"/>
                  </a:lnTo>
                  <a:lnTo>
                    <a:pt x="13835" y="170891"/>
                  </a:lnTo>
                  <a:lnTo>
                    <a:pt x="13951" y="170554"/>
                  </a:lnTo>
                  <a:lnTo>
                    <a:pt x="14694" y="168199"/>
                  </a:lnTo>
                  <a:lnTo>
                    <a:pt x="16033" y="163954"/>
                  </a:lnTo>
                  <a:lnTo>
                    <a:pt x="17218" y="160200"/>
                  </a:lnTo>
                  <a:lnTo>
                    <a:pt x="18444" y="156312"/>
                  </a:lnTo>
                  <a:lnTo>
                    <a:pt x="20031" y="151285"/>
                  </a:lnTo>
                  <a:lnTo>
                    <a:pt x="20659" y="149294"/>
                  </a:lnTo>
                  <a:lnTo>
                    <a:pt x="21405" y="146930"/>
                  </a:lnTo>
                  <a:lnTo>
                    <a:pt x="22535" y="143347"/>
                  </a:lnTo>
                  <a:lnTo>
                    <a:pt x="25076" y="135295"/>
                  </a:lnTo>
                  <a:lnTo>
                    <a:pt x="25405" y="134255"/>
                  </a:lnTo>
                  <a:lnTo>
                    <a:pt x="25578" y="133778"/>
                  </a:lnTo>
                  <a:lnTo>
                    <a:pt x="27545" y="128353"/>
                  </a:lnTo>
                  <a:lnTo>
                    <a:pt x="28296" y="126280"/>
                  </a:lnTo>
                  <a:lnTo>
                    <a:pt x="28980" y="124393"/>
                  </a:lnTo>
                  <a:lnTo>
                    <a:pt x="29727" y="122481"/>
                  </a:lnTo>
                  <a:lnTo>
                    <a:pt x="33845" y="111937"/>
                  </a:lnTo>
                  <a:lnTo>
                    <a:pt x="33983" y="111584"/>
                  </a:lnTo>
                  <a:lnTo>
                    <a:pt x="34036" y="111449"/>
                  </a:lnTo>
                  <a:lnTo>
                    <a:pt x="35225" y="109115"/>
                  </a:lnTo>
                  <a:lnTo>
                    <a:pt x="39625" y="100481"/>
                  </a:lnTo>
                  <a:lnTo>
                    <a:pt x="39889" y="99964"/>
                  </a:lnTo>
                  <a:lnTo>
                    <a:pt x="41340" y="97218"/>
                  </a:lnTo>
                  <a:lnTo>
                    <a:pt x="42896" y="93211"/>
                  </a:lnTo>
                  <a:lnTo>
                    <a:pt x="45829" y="87271"/>
                  </a:lnTo>
                  <a:lnTo>
                    <a:pt x="46872" y="85158"/>
                  </a:lnTo>
                  <a:lnTo>
                    <a:pt x="47983" y="83346"/>
                  </a:lnTo>
                  <a:lnTo>
                    <a:pt x="48115" y="83131"/>
                  </a:lnTo>
                  <a:lnTo>
                    <a:pt x="52597" y="76598"/>
                  </a:lnTo>
                  <a:lnTo>
                    <a:pt x="57586" y="69324"/>
                  </a:lnTo>
                  <a:lnTo>
                    <a:pt x="58819" y="67528"/>
                  </a:lnTo>
                  <a:lnTo>
                    <a:pt x="59741" y="66184"/>
                  </a:lnTo>
                  <a:lnTo>
                    <a:pt x="60917" y="64469"/>
                  </a:lnTo>
                  <a:lnTo>
                    <a:pt x="62392" y="62319"/>
                  </a:lnTo>
                  <a:lnTo>
                    <a:pt x="62926" y="61541"/>
                  </a:lnTo>
                  <a:lnTo>
                    <a:pt x="64600" y="59101"/>
                  </a:lnTo>
                  <a:lnTo>
                    <a:pt x="73002" y="46877"/>
                  </a:lnTo>
                  <a:lnTo>
                    <a:pt x="73694" y="46170"/>
                  </a:lnTo>
                  <a:lnTo>
                    <a:pt x="74407" y="45441"/>
                  </a:lnTo>
                  <a:lnTo>
                    <a:pt x="75400" y="44426"/>
                  </a:lnTo>
                  <a:lnTo>
                    <a:pt x="75851" y="43965"/>
                  </a:lnTo>
                  <a:lnTo>
                    <a:pt x="76232" y="43576"/>
                  </a:lnTo>
                  <a:lnTo>
                    <a:pt x="76813" y="42982"/>
                  </a:lnTo>
                  <a:lnTo>
                    <a:pt x="77449" y="42331"/>
                  </a:lnTo>
                  <a:lnTo>
                    <a:pt x="77772" y="42001"/>
                  </a:lnTo>
                  <a:lnTo>
                    <a:pt x="77966" y="41803"/>
                  </a:lnTo>
                  <a:lnTo>
                    <a:pt x="78595" y="41160"/>
                  </a:lnTo>
                  <a:lnTo>
                    <a:pt x="78762" y="40990"/>
                  </a:lnTo>
                  <a:lnTo>
                    <a:pt x="79313" y="40556"/>
                  </a:lnTo>
                  <a:lnTo>
                    <a:pt x="80233" y="39831"/>
                  </a:lnTo>
                  <a:lnTo>
                    <a:pt x="80697" y="39465"/>
                  </a:lnTo>
                  <a:lnTo>
                    <a:pt x="82059" y="38391"/>
                  </a:lnTo>
                  <a:lnTo>
                    <a:pt x="82894" y="37733"/>
                  </a:lnTo>
                  <a:lnTo>
                    <a:pt x="83378" y="37351"/>
                  </a:lnTo>
                  <a:lnTo>
                    <a:pt x="84025" y="36841"/>
                  </a:lnTo>
                  <a:lnTo>
                    <a:pt x="84835" y="36203"/>
                  </a:lnTo>
                  <a:lnTo>
                    <a:pt x="85462" y="35708"/>
                  </a:lnTo>
                  <a:lnTo>
                    <a:pt x="87329" y="34236"/>
                  </a:lnTo>
                  <a:lnTo>
                    <a:pt x="88281" y="33486"/>
                  </a:lnTo>
                  <a:lnTo>
                    <a:pt x="88951" y="32958"/>
                  </a:lnTo>
                  <a:lnTo>
                    <a:pt x="89369" y="32628"/>
                  </a:lnTo>
                  <a:lnTo>
                    <a:pt x="90816" y="31487"/>
                  </a:lnTo>
                  <a:lnTo>
                    <a:pt x="91225" y="31165"/>
                  </a:lnTo>
                  <a:lnTo>
                    <a:pt x="91961" y="30584"/>
                  </a:lnTo>
                  <a:lnTo>
                    <a:pt x="92487" y="30170"/>
                  </a:lnTo>
                  <a:lnTo>
                    <a:pt x="94341" y="28708"/>
                  </a:lnTo>
                  <a:lnTo>
                    <a:pt x="94659" y="28457"/>
                  </a:lnTo>
                  <a:lnTo>
                    <a:pt x="95831" y="27534"/>
                  </a:lnTo>
                  <a:lnTo>
                    <a:pt x="96428" y="27062"/>
                  </a:lnTo>
                  <a:lnTo>
                    <a:pt x="97902" y="25900"/>
                  </a:lnTo>
                  <a:lnTo>
                    <a:pt x="98688" y="25281"/>
                  </a:lnTo>
                  <a:lnTo>
                    <a:pt x="99020" y="25019"/>
                  </a:lnTo>
                  <a:lnTo>
                    <a:pt x="99681" y="24534"/>
                  </a:lnTo>
                  <a:lnTo>
                    <a:pt x="100187" y="24162"/>
                  </a:lnTo>
                  <a:lnTo>
                    <a:pt x="101534" y="23174"/>
                  </a:lnTo>
                  <a:lnTo>
                    <a:pt x="102628" y="22371"/>
                  </a:lnTo>
                  <a:lnTo>
                    <a:pt x="104798" y="20778"/>
                  </a:lnTo>
                  <a:lnTo>
                    <a:pt x="105869" y="19993"/>
                  </a:lnTo>
                  <a:lnTo>
                    <a:pt x="106123" y="19806"/>
                  </a:lnTo>
                  <a:lnTo>
                    <a:pt x="108455" y="18095"/>
                  </a:lnTo>
                  <a:lnTo>
                    <a:pt x="108593" y="17994"/>
                  </a:lnTo>
                  <a:lnTo>
                    <a:pt x="109806" y="17104"/>
                  </a:lnTo>
                  <a:lnTo>
                    <a:pt x="110415" y="16656"/>
                  </a:lnTo>
                  <a:lnTo>
                    <a:pt x="110864" y="16327"/>
                  </a:lnTo>
                  <a:lnTo>
                    <a:pt x="111375" y="15952"/>
                  </a:lnTo>
                  <a:lnTo>
                    <a:pt x="111915" y="15556"/>
                  </a:lnTo>
                  <a:lnTo>
                    <a:pt x="112152" y="15382"/>
                  </a:lnTo>
                  <a:lnTo>
                    <a:pt x="112569" y="15076"/>
                  </a:lnTo>
                  <a:lnTo>
                    <a:pt x="112711" y="14972"/>
                  </a:lnTo>
                  <a:lnTo>
                    <a:pt x="113062" y="14714"/>
                  </a:lnTo>
                  <a:lnTo>
                    <a:pt x="113724" y="14228"/>
                  </a:lnTo>
                  <a:lnTo>
                    <a:pt x="114202" y="13877"/>
                  </a:lnTo>
                  <a:lnTo>
                    <a:pt x="114551" y="13621"/>
                  </a:lnTo>
                  <a:lnTo>
                    <a:pt x="115004" y="13289"/>
                  </a:lnTo>
                  <a:lnTo>
                    <a:pt x="116255" y="12371"/>
                  </a:lnTo>
                  <a:lnTo>
                    <a:pt x="117237" y="11650"/>
                  </a:lnTo>
                  <a:lnTo>
                    <a:pt x="117490" y="11464"/>
                  </a:lnTo>
                  <a:lnTo>
                    <a:pt x="117818" y="11223"/>
                  </a:lnTo>
                  <a:lnTo>
                    <a:pt x="118495" y="10727"/>
                  </a:lnTo>
                  <a:lnTo>
                    <a:pt x="119481" y="10003"/>
                  </a:lnTo>
                  <a:lnTo>
                    <a:pt x="119803" y="9767"/>
                  </a:lnTo>
                  <a:lnTo>
                    <a:pt x="120964" y="8915"/>
                  </a:lnTo>
                  <a:lnTo>
                    <a:pt x="122216" y="7996"/>
                  </a:lnTo>
                  <a:lnTo>
                    <a:pt x="122413" y="7851"/>
                  </a:lnTo>
                  <a:lnTo>
                    <a:pt x="122571" y="7735"/>
                  </a:lnTo>
                  <a:lnTo>
                    <a:pt x="122897" y="7496"/>
                  </a:lnTo>
                  <a:lnTo>
                    <a:pt x="123291" y="7207"/>
                  </a:lnTo>
                  <a:lnTo>
                    <a:pt x="123577" y="6997"/>
                  </a:lnTo>
                  <a:lnTo>
                    <a:pt x="123761" y="6862"/>
                  </a:lnTo>
                  <a:lnTo>
                    <a:pt x="123981" y="6700"/>
                  </a:lnTo>
                  <a:lnTo>
                    <a:pt x="124381" y="6407"/>
                  </a:lnTo>
                  <a:lnTo>
                    <a:pt x="124581" y="6261"/>
                  </a:lnTo>
                  <a:lnTo>
                    <a:pt x="124842" y="6069"/>
                  </a:lnTo>
                  <a:lnTo>
                    <a:pt x="125192" y="5812"/>
                  </a:lnTo>
                  <a:lnTo>
                    <a:pt x="125493" y="5591"/>
                  </a:lnTo>
                  <a:lnTo>
                    <a:pt x="125867" y="5316"/>
                  </a:lnTo>
                  <a:lnTo>
                    <a:pt x="126421" y="4910"/>
                  </a:lnTo>
                  <a:lnTo>
                    <a:pt x="126715" y="4695"/>
                  </a:lnTo>
                  <a:lnTo>
                    <a:pt x="126984" y="4497"/>
                  </a:lnTo>
                  <a:lnTo>
                    <a:pt x="127208" y="4333"/>
                  </a:lnTo>
                  <a:lnTo>
                    <a:pt x="127519" y="4104"/>
                  </a:lnTo>
                  <a:lnTo>
                    <a:pt x="127806" y="3893"/>
                  </a:lnTo>
                  <a:lnTo>
                    <a:pt x="127951" y="3787"/>
                  </a:lnTo>
                  <a:lnTo>
                    <a:pt x="128995" y="3021"/>
                  </a:lnTo>
                  <a:lnTo>
                    <a:pt x="129457" y="2682"/>
                  </a:lnTo>
                  <a:lnTo>
                    <a:pt x="129672" y="2524"/>
                  </a:lnTo>
                  <a:lnTo>
                    <a:pt x="130207" y="2132"/>
                  </a:lnTo>
                  <a:lnTo>
                    <a:pt x="132265" y="621"/>
                  </a:lnTo>
                  <a:lnTo>
                    <a:pt x="132624" y="358"/>
                  </a:lnTo>
                  <a:lnTo>
                    <a:pt x="133178" y="0"/>
                  </a:lnTo>
                  <a:lnTo>
                    <a:pt x="133379" y="279"/>
                  </a:lnTo>
                  <a:lnTo>
                    <a:pt x="137056" y="5392"/>
                  </a:lnTo>
                  <a:lnTo>
                    <a:pt x="139292" y="8501"/>
                  </a:lnTo>
                  <a:lnTo>
                    <a:pt x="142945" y="13582"/>
                  </a:lnTo>
                  <a:lnTo>
                    <a:pt x="154257" y="29312"/>
                  </a:lnTo>
                  <a:lnTo>
                    <a:pt x="166684" y="46594"/>
                  </a:lnTo>
                  <a:lnTo>
                    <a:pt x="166886" y="46874"/>
                  </a:lnTo>
                  <a:lnTo>
                    <a:pt x="166521" y="47145"/>
                  </a:lnTo>
                  <a:lnTo>
                    <a:pt x="155896" y="55028"/>
                  </a:lnTo>
                  <a:lnTo>
                    <a:pt x="147920" y="60946"/>
                  </a:lnTo>
                  <a:lnTo>
                    <a:pt x="147731" y="61086"/>
                  </a:lnTo>
                  <a:lnTo>
                    <a:pt x="139388" y="67276"/>
                  </a:lnTo>
                  <a:lnTo>
                    <a:pt x="145116" y="75354"/>
                  </a:lnTo>
                  <a:lnTo>
                    <a:pt x="145777" y="76286"/>
                  </a:lnTo>
                  <a:lnTo>
                    <a:pt x="151179" y="83905"/>
                  </a:lnTo>
                  <a:lnTo>
                    <a:pt x="151538" y="84411"/>
                  </a:lnTo>
                  <a:lnTo>
                    <a:pt x="157065" y="92205"/>
                  </a:lnTo>
                  <a:lnTo>
                    <a:pt x="157305" y="92544"/>
                  </a:lnTo>
                  <a:lnTo>
                    <a:pt x="157789" y="93091"/>
                  </a:lnTo>
                  <a:lnTo>
                    <a:pt x="160228" y="95852"/>
                  </a:lnTo>
                  <a:lnTo>
                    <a:pt x="162688" y="98635"/>
                  </a:lnTo>
                  <a:lnTo>
                    <a:pt x="163308" y="99210"/>
                  </a:lnTo>
                  <a:lnTo>
                    <a:pt x="166256" y="101942"/>
                  </a:lnTo>
                  <a:lnTo>
                    <a:pt x="167940" y="103502"/>
                  </a:lnTo>
                  <a:lnTo>
                    <a:pt x="169756" y="104869"/>
                  </a:lnTo>
                  <a:lnTo>
                    <a:pt x="178198" y="111226"/>
                  </a:lnTo>
                  <a:lnTo>
                    <a:pt x="179276" y="112038"/>
                  </a:lnTo>
                  <a:lnTo>
                    <a:pt x="179569" y="112240"/>
                  </a:lnTo>
                  <a:lnTo>
                    <a:pt x="181769" y="113753"/>
                  </a:lnTo>
                  <a:lnTo>
                    <a:pt x="195049" y="122887"/>
                  </a:lnTo>
                  <a:lnTo>
                    <a:pt x="200566" y="126682"/>
                  </a:lnTo>
                  <a:lnTo>
                    <a:pt x="202600" y="128081"/>
                  </a:lnTo>
                  <a:lnTo>
                    <a:pt x="208775" y="132328"/>
                  </a:lnTo>
                  <a:lnTo>
                    <a:pt x="214233" y="136082"/>
                  </a:lnTo>
                  <a:lnTo>
                    <a:pt x="224251" y="142973"/>
                  </a:lnTo>
                  <a:lnTo>
                    <a:pt x="225806" y="144042"/>
                  </a:lnTo>
                  <a:lnTo>
                    <a:pt x="226300" y="144382"/>
                  </a:lnTo>
                  <a:lnTo>
                    <a:pt x="242208" y="155324"/>
                  </a:lnTo>
                  <a:lnTo>
                    <a:pt x="253972" y="163415"/>
                  </a:lnTo>
                  <a:lnTo>
                    <a:pt x="271404" y="175405"/>
                  </a:lnTo>
                  <a:lnTo>
                    <a:pt x="273406" y="176783"/>
                  </a:lnTo>
                  <a:lnTo>
                    <a:pt x="269852" y="181633"/>
                  </a:lnTo>
                  <a:lnTo>
                    <a:pt x="269698" y="181844"/>
                  </a:lnTo>
                  <a:lnTo>
                    <a:pt x="269592" y="182015"/>
                  </a:lnTo>
                  <a:lnTo>
                    <a:pt x="269262" y="182547"/>
                  </a:lnTo>
                  <a:lnTo>
                    <a:pt x="269094" y="183070"/>
                  </a:lnTo>
                  <a:lnTo>
                    <a:pt x="268599" y="184611"/>
                  </a:lnTo>
                  <a:lnTo>
                    <a:pt x="268468" y="185017"/>
                  </a:lnTo>
                  <a:lnTo>
                    <a:pt x="268245" y="185409"/>
                  </a:lnTo>
                  <a:lnTo>
                    <a:pt x="269014" y="185950"/>
                  </a:lnTo>
                  <a:lnTo>
                    <a:pt x="270271" y="18683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g42"/>
            <p:cNvSpPr/>
            <p:nvPr/>
          </p:nvSpPr>
          <p:spPr>
            <a:xfrm>
              <a:off x="3285026" y="3575472"/>
              <a:ext cx="358596" cy="301762"/>
            </a:xfrm>
            <a:custGeom>
              <a:avLst/>
              <a:pathLst>
                <a:path w="358596" h="301762">
                  <a:moveTo>
                    <a:pt x="112658" y="201835"/>
                  </a:moveTo>
                  <a:lnTo>
                    <a:pt x="111718" y="206573"/>
                  </a:lnTo>
                  <a:lnTo>
                    <a:pt x="110736" y="212343"/>
                  </a:lnTo>
                  <a:lnTo>
                    <a:pt x="110981" y="217611"/>
                  </a:lnTo>
                  <a:lnTo>
                    <a:pt x="100919" y="216106"/>
                  </a:lnTo>
                  <a:lnTo>
                    <a:pt x="93802" y="213096"/>
                  </a:lnTo>
                  <a:lnTo>
                    <a:pt x="89384" y="205570"/>
                  </a:lnTo>
                  <a:lnTo>
                    <a:pt x="75149" y="195284"/>
                  </a:lnTo>
                  <a:lnTo>
                    <a:pt x="64685" y="184545"/>
                  </a:lnTo>
                  <a:lnTo>
                    <a:pt x="64391" y="181829"/>
                  </a:lnTo>
                  <a:lnTo>
                    <a:pt x="64278" y="176286"/>
                  </a:lnTo>
                  <a:lnTo>
                    <a:pt x="55680" y="159495"/>
                  </a:lnTo>
                  <a:lnTo>
                    <a:pt x="52809" y="157588"/>
                  </a:lnTo>
                  <a:lnTo>
                    <a:pt x="49315" y="151120"/>
                  </a:lnTo>
                  <a:lnTo>
                    <a:pt x="48760" y="140250"/>
                  </a:lnTo>
                  <a:lnTo>
                    <a:pt x="48749" y="140035"/>
                  </a:lnTo>
                  <a:lnTo>
                    <a:pt x="49906" y="137417"/>
                  </a:lnTo>
                  <a:lnTo>
                    <a:pt x="50574" y="137074"/>
                  </a:lnTo>
                  <a:lnTo>
                    <a:pt x="50349" y="136414"/>
                  </a:lnTo>
                  <a:lnTo>
                    <a:pt x="48474" y="130902"/>
                  </a:lnTo>
                  <a:lnTo>
                    <a:pt x="45743" y="132416"/>
                  </a:lnTo>
                  <a:lnTo>
                    <a:pt x="43991" y="128883"/>
                  </a:lnTo>
                  <a:lnTo>
                    <a:pt x="42408" y="126287"/>
                  </a:lnTo>
                  <a:lnTo>
                    <a:pt x="39012" y="119983"/>
                  </a:lnTo>
                  <a:lnTo>
                    <a:pt x="38191" y="119375"/>
                  </a:lnTo>
                  <a:lnTo>
                    <a:pt x="33355" y="115668"/>
                  </a:lnTo>
                  <a:lnTo>
                    <a:pt x="30881" y="113340"/>
                  </a:lnTo>
                  <a:lnTo>
                    <a:pt x="30582" y="111979"/>
                  </a:lnTo>
                  <a:lnTo>
                    <a:pt x="30449" y="111373"/>
                  </a:lnTo>
                  <a:lnTo>
                    <a:pt x="30776" y="107491"/>
                  </a:lnTo>
                  <a:lnTo>
                    <a:pt x="30881" y="106236"/>
                  </a:lnTo>
                  <a:lnTo>
                    <a:pt x="30667" y="105506"/>
                  </a:lnTo>
                  <a:lnTo>
                    <a:pt x="29954" y="103085"/>
                  </a:lnTo>
                  <a:lnTo>
                    <a:pt x="28015" y="100937"/>
                  </a:lnTo>
                  <a:lnTo>
                    <a:pt x="25423" y="98449"/>
                  </a:lnTo>
                  <a:lnTo>
                    <a:pt x="25268" y="98302"/>
                  </a:lnTo>
                  <a:lnTo>
                    <a:pt x="25000" y="98048"/>
                  </a:lnTo>
                  <a:lnTo>
                    <a:pt x="22548" y="95719"/>
                  </a:lnTo>
                  <a:lnTo>
                    <a:pt x="21988" y="94903"/>
                  </a:lnTo>
                  <a:lnTo>
                    <a:pt x="20890" y="93302"/>
                  </a:lnTo>
                  <a:lnTo>
                    <a:pt x="18778" y="88220"/>
                  </a:lnTo>
                  <a:lnTo>
                    <a:pt x="18112" y="87162"/>
                  </a:lnTo>
                  <a:lnTo>
                    <a:pt x="17509" y="86553"/>
                  </a:lnTo>
                  <a:lnTo>
                    <a:pt x="16234" y="85685"/>
                  </a:lnTo>
                  <a:lnTo>
                    <a:pt x="15953" y="85473"/>
                  </a:lnTo>
                  <a:lnTo>
                    <a:pt x="15183" y="84893"/>
                  </a:lnTo>
                  <a:lnTo>
                    <a:pt x="13996" y="83999"/>
                  </a:lnTo>
                  <a:lnTo>
                    <a:pt x="12696" y="82817"/>
                  </a:lnTo>
                  <a:lnTo>
                    <a:pt x="11645" y="81861"/>
                  </a:lnTo>
                  <a:lnTo>
                    <a:pt x="11435" y="81670"/>
                  </a:lnTo>
                  <a:lnTo>
                    <a:pt x="10225" y="80570"/>
                  </a:lnTo>
                  <a:lnTo>
                    <a:pt x="9971" y="80376"/>
                  </a:lnTo>
                  <a:lnTo>
                    <a:pt x="9772" y="80170"/>
                  </a:lnTo>
                  <a:lnTo>
                    <a:pt x="8451" y="78157"/>
                  </a:lnTo>
                  <a:lnTo>
                    <a:pt x="7548" y="77201"/>
                  </a:lnTo>
                  <a:lnTo>
                    <a:pt x="6072" y="75542"/>
                  </a:lnTo>
                  <a:lnTo>
                    <a:pt x="5489" y="74475"/>
                  </a:lnTo>
                  <a:lnTo>
                    <a:pt x="4546" y="72864"/>
                  </a:lnTo>
                  <a:lnTo>
                    <a:pt x="4270" y="70717"/>
                  </a:lnTo>
                  <a:lnTo>
                    <a:pt x="2830" y="69606"/>
                  </a:lnTo>
                  <a:lnTo>
                    <a:pt x="2682" y="69566"/>
                  </a:lnTo>
                  <a:lnTo>
                    <a:pt x="2428" y="69497"/>
                  </a:lnTo>
                  <a:lnTo>
                    <a:pt x="1480" y="69240"/>
                  </a:lnTo>
                  <a:lnTo>
                    <a:pt x="326" y="68187"/>
                  </a:lnTo>
                  <a:lnTo>
                    <a:pt x="0" y="67837"/>
                  </a:lnTo>
                  <a:lnTo>
                    <a:pt x="705" y="67248"/>
                  </a:lnTo>
                  <a:lnTo>
                    <a:pt x="3732" y="64721"/>
                  </a:lnTo>
                  <a:lnTo>
                    <a:pt x="8197" y="60748"/>
                  </a:lnTo>
                  <a:lnTo>
                    <a:pt x="8050" y="60573"/>
                  </a:lnTo>
                  <a:lnTo>
                    <a:pt x="7936" y="60437"/>
                  </a:lnTo>
                  <a:lnTo>
                    <a:pt x="7191" y="59548"/>
                  </a:lnTo>
                  <a:lnTo>
                    <a:pt x="6728" y="58997"/>
                  </a:lnTo>
                  <a:lnTo>
                    <a:pt x="6563" y="58799"/>
                  </a:lnTo>
                  <a:lnTo>
                    <a:pt x="5733" y="57951"/>
                  </a:lnTo>
                  <a:lnTo>
                    <a:pt x="4281" y="56467"/>
                  </a:lnTo>
                  <a:lnTo>
                    <a:pt x="3751" y="55925"/>
                  </a:lnTo>
                  <a:lnTo>
                    <a:pt x="3306" y="55470"/>
                  </a:lnTo>
                  <a:lnTo>
                    <a:pt x="2806" y="54959"/>
                  </a:lnTo>
                  <a:lnTo>
                    <a:pt x="4423" y="52795"/>
                  </a:lnTo>
                  <a:lnTo>
                    <a:pt x="5836" y="51400"/>
                  </a:lnTo>
                  <a:lnTo>
                    <a:pt x="6461" y="50885"/>
                  </a:lnTo>
                  <a:lnTo>
                    <a:pt x="7054" y="50396"/>
                  </a:lnTo>
                  <a:lnTo>
                    <a:pt x="7169" y="49952"/>
                  </a:lnTo>
                  <a:lnTo>
                    <a:pt x="7235" y="49698"/>
                  </a:lnTo>
                  <a:lnTo>
                    <a:pt x="7306" y="49425"/>
                  </a:lnTo>
                  <a:lnTo>
                    <a:pt x="7363" y="49207"/>
                  </a:lnTo>
                  <a:lnTo>
                    <a:pt x="7819" y="48470"/>
                  </a:lnTo>
                  <a:lnTo>
                    <a:pt x="11313" y="43330"/>
                  </a:lnTo>
                  <a:lnTo>
                    <a:pt x="11849" y="42541"/>
                  </a:lnTo>
                  <a:lnTo>
                    <a:pt x="12308" y="41867"/>
                  </a:lnTo>
                  <a:lnTo>
                    <a:pt x="14743" y="37306"/>
                  </a:lnTo>
                  <a:lnTo>
                    <a:pt x="15144" y="36554"/>
                  </a:lnTo>
                  <a:lnTo>
                    <a:pt x="16480" y="34610"/>
                  </a:lnTo>
                  <a:lnTo>
                    <a:pt x="23655" y="24170"/>
                  </a:lnTo>
                  <a:lnTo>
                    <a:pt x="25524" y="21450"/>
                  </a:lnTo>
                  <a:lnTo>
                    <a:pt x="28194" y="17565"/>
                  </a:lnTo>
                  <a:lnTo>
                    <a:pt x="28558" y="17036"/>
                  </a:lnTo>
                  <a:lnTo>
                    <a:pt x="28883" y="16562"/>
                  </a:lnTo>
                  <a:lnTo>
                    <a:pt x="29912" y="15018"/>
                  </a:lnTo>
                  <a:lnTo>
                    <a:pt x="31008" y="13373"/>
                  </a:lnTo>
                  <a:lnTo>
                    <a:pt x="32949" y="10459"/>
                  </a:lnTo>
                  <a:lnTo>
                    <a:pt x="36445" y="5212"/>
                  </a:lnTo>
                  <a:lnTo>
                    <a:pt x="37948" y="2956"/>
                  </a:lnTo>
                  <a:lnTo>
                    <a:pt x="39464" y="681"/>
                  </a:lnTo>
                  <a:lnTo>
                    <a:pt x="40018" y="0"/>
                  </a:lnTo>
                  <a:lnTo>
                    <a:pt x="40375" y="961"/>
                  </a:lnTo>
                  <a:lnTo>
                    <a:pt x="40777" y="2046"/>
                  </a:lnTo>
                  <a:lnTo>
                    <a:pt x="41640" y="4370"/>
                  </a:lnTo>
                  <a:lnTo>
                    <a:pt x="42035" y="5434"/>
                  </a:lnTo>
                  <a:lnTo>
                    <a:pt x="42127" y="5620"/>
                  </a:lnTo>
                  <a:lnTo>
                    <a:pt x="43435" y="8263"/>
                  </a:lnTo>
                  <a:lnTo>
                    <a:pt x="43898" y="9199"/>
                  </a:lnTo>
                  <a:lnTo>
                    <a:pt x="44735" y="10891"/>
                  </a:lnTo>
                  <a:lnTo>
                    <a:pt x="44892" y="11159"/>
                  </a:lnTo>
                  <a:lnTo>
                    <a:pt x="45520" y="12238"/>
                  </a:lnTo>
                  <a:lnTo>
                    <a:pt x="47005" y="14786"/>
                  </a:lnTo>
                  <a:lnTo>
                    <a:pt x="50420" y="20649"/>
                  </a:lnTo>
                  <a:lnTo>
                    <a:pt x="50695" y="21120"/>
                  </a:lnTo>
                  <a:lnTo>
                    <a:pt x="53927" y="26669"/>
                  </a:lnTo>
                  <a:lnTo>
                    <a:pt x="54024" y="26829"/>
                  </a:lnTo>
                  <a:lnTo>
                    <a:pt x="57081" y="31916"/>
                  </a:lnTo>
                  <a:lnTo>
                    <a:pt x="57940" y="33346"/>
                  </a:lnTo>
                  <a:lnTo>
                    <a:pt x="59506" y="36440"/>
                  </a:lnTo>
                  <a:lnTo>
                    <a:pt x="59838" y="37096"/>
                  </a:lnTo>
                  <a:lnTo>
                    <a:pt x="60631" y="38664"/>
                  </a:lnTo>
                  <a:lnTo>
                    <a:pt x="62792" y="42320"/>
                  </a:lnTo>
                  <a:lnTo>
                    <a:pt x="63732" y="43912"/>
                  </a:lnTo>
                  <a:lnTo>
                    <a:pt x="68109" y="46072"/>
                  </a:lnTo>
                  <a:lnTo>
                    <a:pt x="68895" y="48043"/>
                  </a:lnTo>
                  <a:lnTo>
                    <a:pt x="69130" y="48633"/>
                  </a:lnTo>
                  <a:lnTo>
                    <a:pt x="69459" y="49459"/>
                  </a:lnTo>
                  <a:lnTo>
                    <a:pt x="70395" y="50380"/>
                  </a:lnTo>
                  <a:lnTo>
                    <a:pt x="71116" y="51089"/>
                  </a:lnTo>
                  <a:lnTo>
                    <a:pt x="71945" y="52351"/>
                  </a:lnTo>
                  <a:lnTo>
                    <a:pt x="72232" y="52788"/>
                  </a:lnTo>
                  <a:lnTo>
                    <a:pt x="73161" y="54384"/>
                  </a:lnTo>
                  <a:lnTo>
                    <a:pt x="72938" y="54583"/>
                  </a:lnTo>
                  <a:lnTo>
                    <a:pt x="70700" y="56585"/>
                  </a:lnTo>
                  <a:lnTo>
                    <a:pt x="70395" y="56857"/>
                  </a:lnTo>
                  <a:lnTo>
                    <a:pt x="67604" y="59354"/>
                  </a:lnTo>
                  <a:lnTo>
                    <a:pt x="67301" y="59616"/>
                  </a:lnTo>
                  <a:lnTo>
                    <a:pt x="69049" y="61878"/>
                  </a:lnTo>
                  <a:lnTo>
                    <a:pt x="70395" y="63621"/>
                  </a:lnTo>
                  <a:lnTo>
                    <a:pt x="72534" y="66389"/>
                  </a:lnTo>
                  <a:lnTo>
                    <a:pt x="73357" y="67454"/>
                  </a:lnTo>
                  <a:lnTo>
                    <a:pt x="75563" y="69120"/>
                  </a:lnTo>
                  <a:lnTo>
                    <a:pt x="76428" y="69774"/>
                  </a:lnTo>
                  <a:lnTo>
                    <a:pt x="77029" y="70414"/>
                  </a:lnTo>
                  <a:lnTo>
                    <a:pt x="78641" y="72131"/>
                  </a:lnTo>
                  <a:lnTo>
                    <a:pt x="79255" y="72784"/>
                  </a:lnTo>
                  <a:lnTo>
                    <a:pt x="82164" y="75188"/>
                  </a:lnTo>
                  <a:lnTo>
                    <a:pt x="82214" y="76306"/>
                  </a:lnTo>
                  <a:lnTo>
                    <a:pt x="92573" y="77583"/>
                  </a:lnTo>
                  <a:lnTo>
                    <a:pt x="95227" y="77889"/>
                  </a:lnTo>
                  <a:lnTo>
                    <a:pt x="99086" y="78602"/>
                  </a:lnTo>
                  <a:lnTo>
                    <a:pt x="99963" y="85133"/>
                  </a:lnTo>
                  <a:lnTo>
                    <a:pt x="101967" y="84968"/>
                  </a:lnTo>
                  <a:lnTo>
                    <a:pt x="103614" y="85228"/>
                  </a:lnTo>
                  <a:lnTo>
                    <a:pt x="106583" y="85696"/>
                  </a:lnTo>
                  <a:lnTo>
                    <a:pt x="107376" y="85821"/>
                  </a:lnTo>
                  <a:lnTo>
                    <a:pt x="108190" y="85949"/>
                  </a:lnTo>
                  <a:lnTo>
                    <a:pt x="112455" y="86857"/>
                  </a:lnTo>
                  <a:lnTo>
                    <a:pt x="113041" y="86982"/>
                  </a:lnTo>
                  <a:lnTo>
                    <a:pt x="114219" y="87434"/>
                  </a:lnTo>
                  <a:lnTo>
                    <a:pt x="114424" y="87513"/>
                  </a:lnTo>
                  <a:lnTo>
                    <a:pt x="117221" y="88587"/>
                  </a:lnTo>
                  <a:lnTo>
                    <a:pt x="121118" y="90083"/>
                  </a:lnTo>
                  <a:lnTo>
                    <a:pt x="121804" y="90346"/>
                  </a:lnTo>
                  <a:lnTo>
                    <a:pt x="122217" y="90505"/>
                  </a:lnTo>
                  <a:lnTo>
                    <a:pt x="121606" y="92832"/>
                  </a:lnTo>
                  <a:lnTo>
                    <a:pt x="125258" y="95120"/>
                  </a:lnTo>
                  <a:lnTo>
                    <a:pt x="131688" y="99847"/>
                  </a:lnTo>
                  <a:lnTo>
                    <a:pt x="134879" y="101854"/>
                  </a:lnTo>
                  <a:lnTo>
                    <a:pt x="141652" y="100599"/>
                  </a:lnTo>
                  <a:lnTo>
                    <a:pt x="145818" y="101385"/>
                  </a:lnTo>
                  <a:lnTo>
                    <a:pt x="162213" y="107105"/>
                  </a:lnTo>
                  <a:lnTo>
                    <a:pt x="169420" y="107295"/>
                  </a:lnTo>
                  <a:lnTo>
                    <a:pt x="172155" y="107367"/>
                  </a:lnTo>
                  <a:lnTo>
                    <a:pt x="179080" y="107549"/>
                  </a:lnTo>
                  <a:lnTo>
                    <a:pt x="185086" y="107707"/>
                  </a:lnTo>
                  <a:lnTo>
                    <a:pt x="187941" y="112321"/>
                  </a:lnTo>
                  <a:lnTo>
                    <a:pt x="188357" y="130042"/>
                  </a:lnTo>
                  <a:lnTo>
                    <a:pt x="183105" y="130092"/>
                  </a:lnTo>
                  <a:lnTo>
                    <a:pt x="182762" y="135862"/>
                  </a:lnTo>
                  <a:lnTo>
                    <a:pt x="182958" y="147502"/>
                  </a:lnTo>
                  <a:lnTo>
                    <a:pt x="209888" y="148312"/>
                  </a:lnTo>
                  <a:lnTo>
                    <a:pt x="209904" y="151362"/>
                  </a:lnTo>
                  <a:lnTo>
                    <a:pt x="223454" y="152712"/>
                  </a:lnTo>
                  <a:lnTo>
                    <a:pt x="223822" y="152748"/>
                  </a:lnTo>
                  <a:lnTo>
                    <a:pt x="223978" y="151747"/>
                  </a:lnTo>
                  <a:lnTo>
                    <a:pt x="227807" y="152124"/>
                  </a:lnTo>
                  <a:lnTo>
                    <a:pt x="233476" y="141888"/>
                  </a:lnTo>
                  <a:lnTo>
                    <a:pt x="237452" y="143168"/>
                  </a:lnTo>
                  <a:lnTo>
                    <a:pt x="242901" y="137674"/>
                  </a:lnTo>
                  <a:lnTo>
                    <a:pt x="250705" y="144447"/>
                  </a:lnTo>
                  <a:lnTo>
                    <a:pt x="253798" y="147759"/>
                  </a:lnTo>
                  <a:lnTo>
                    <a:pt x="256890" y="153328"/>
                  </a:lnTo>
                  <a:lnTo>
                    <a:pt x="261013" y="162284"/>
                  </a:lnTo>
                  <a:lnTo>
                    <a:pt x="260571" y="177862"/>
                  </a:lnTo>
                  <a:lnTo>
                    <a:pt x="262559" y="181023"/>
                  </a:lnTo>
                  <a:lnTo>
                    <a:pt x="263737" y="185840"/>
                  </a:lnTo>
                  <a:lnTo>
                    <a:pt x="263737" y="190205"/>
                  </a:lnTo>
                  <a:lnTo>
                    <a:pt x="260351" y="194570"/>
                  </a:lnTo>
                  <a:lnTo>
                    <a:pt x="257847" y="195473"/>
                  </a:lnTo>
                  <a:lnTo>
                    <a:pt x="253006" y="188773"/>
                  </a:lnTo>
                  <a:lnTo>
                    <a:pt x="252860" y="188572"/>
                  </a:lnTo>
                  <a:lnTo>
                    <a:pt x="251455" y="189050"/>
                  </a:lnTo>
                  <a:lnTo>
                    <a:pt x="250563" y="189354"/>
                  </a:lnTo>
                  <a:lnTo>
                    <a:pt x="249267" y="190137"/>
                  </a:lnTo>
                  <a:lnTo>
                    <a:pt x="247441" y="191100"/>
                  </a:lnTo>
                  <a:lnTo>
                    <a:pt x="245969" y="191401"/>
                  </a:lnTo>
                  <a:lnTo>
                    <a:pt x="245026" y="192124"/>
                  </a:lnTo>
                  <a:lnTo>
                    <a:pt x="244614" y="193208"/>
                  </a:lnTo>
                  <a:lnTo>
                    <a:pt x="243259" y="194050"/>
                  </a:lnTo>
                  <a:lnTo>
                    <a:pt x="241728" y="194412"/>
                  </a:lnTo>
                  <a:lnTo>
                    <a:pt x="238527" y="198004"/>
                  </a:lnTo>
                  <a:lnTo>
                    <a:pt x="237899" y="201055"/>
                  </a:lnTo>
                  <a:lnTo>
                    <a:pt x="238771" y="205367"/>
                  </a:lnTo>
                  <a:lnTo>
                    <a:pt x="242297" y="210688"/>
                  </a:lnTo>
                  <a:lnTo>
                    <a:pt x="245282" y="214702"/>
                  </a:lnTo>
                  <a:lnTo>
                    <a:pt x="248097" y="216716"/>
                  </a:lnTo>
                  <a:lnTo>
                    <a:pt x="248046" y="218735"/>
                  </a:lnTo>
                  <a:lnTo>
                    <a:pt x="244826" y="224355"/>
                  </a:lnTo>
                  <a:lnTo>
                    <a:pt x="261005" y="222830"/>
                  </a:lnTo>
                  <a:lnTo>
                    <a:pt x="265076" y="217760"/>
                  </a:lnTo>
                  <a:lnTo>
                    <a:pt x="273175" y="218663"/>
                  </a:lnTo>
                  <a:lnTo>
                    <a:pt x="276115" y="220107"/>
                  </a:lnTo>
                  <a:lnTo>
                    <a:pt x="279696" y="221866"/>
                  </a:lnTo>
                  <a:lnTo>
                    <a:pt x="281660" y="222268"/>
                  </a:lnTo>
                  <a:lnTo>
                    <a:pt x="283702" y="222669"/>
                  </a:lnTo>
                  <a:lnTo>
                    <a:pt x="286372" y="223392"/>
                  </a:lnTo>
                  <a:lnTo>
                    <a:pt x="288649" y="223873"/>
                  </a:lnTo>
                  <a:lnTo>
                    <a:pt x="291766" y="223974"/>
                  </a:lnTo>
                  <a:lnTo>
                    <a:pt x="293597" y="224034"/>
                  </a:lnTo>
                  <a:lnTo>
                    <a:pt x="299173" y="223713"/>
                  </a:lnTo>
                  <a:lnTo>
                    <a:pt x="304828" y="223392"/>
                  </a:lnTo>
                  <a:lnTo>
                    <a:pt x="308048" y="222749"/>
                  </a:lnTo>
                  <a:lnTo>
                    <a:pt x="310168" y="220742"/>
                  </a:lnTo>
                  <a:lnTo>
                    <a:pt x="313310" y="221706"/>
                  </a:lnTo>
                  <a:lnTo>
                    <a:pt x="315587" y="223632"/>
                  </a:lnTo>
                  <a:lnTo>
                    <a:pt x="317708" y="225720"/>
                  </a:lnTo>
                  <a:lnTo>
                    <a:pt x="318964" y="226763"/>
                  </a:lnTo>
                  <a:lnTo>
                    <a:pt x="321006" y="226522"/>
                  </a:lnTo>
                  <a:lnTo>
                    <a:pt x="326236" y="230123"/>
                  </a:lnTo>
                  <a:lnTo>
                    <a:pt x="326868" y="230558"/>
                  </a:lnTo>
                  <a:lnTo>
                    <a:pt x="327055" y="230687"/>
                  </a:lnTo>
                  <a:lnTo>
                    <a:pt x="332316" y="234309"/>
                  </a:lnTo>
                  <a:lnTo>
                    <a:pt x="335221" y="237761"/>
                  </a:lnTo>
                  <a:lnTo>
                    <a:pt x="337263" y="241213"/>
                  </a:lnTo>
                  <a:lnTo>
                    <a:pt x="338834" y="244584"/>
                  </a:lnTo>
                  <a:lnTo>
                    <a:pt x="342447" y="249000"/>
                  </a:lnTo>
                  <a:lnTo>
                    <a:pt x="346217" y="254539"/>
                  </a:lnTo>
                  <a:lnTo>
                    <a:pt x="348180" y="261844"/>
                  </a:lnTo>
                  <a:lnTo>
                    <a:pt x="349201" y="264734"/>
                  </a:lnTo>
                  <a:lnTo>
                    <a:pt x="349358" y="267544"/>
                  </a:lnTo>
                  <a:lnTo>
                    <a:pt x="348887" y="269390"/>
                  </a:lnTo>
                  <a:lnTo>
                    <a:pt x="348337" y="271477"/>
                  </a:lnTo>
                  <a:lnTo>
                    <a:pt x="347944" y="274447"/>
                  </a:lnTo>
                  <a:lnTo>
                    <a:pt x="347944" y="277016"/>
                  </a:lnTo>
                  <a:lnTo>
                    <a:pt x="347541" y="279020"/>
                  </a:lnTo>
                  <a:lnTo>
                    <a:pt x="348076" y="279022"/>
                  </a:lnTo>
                  <a:lnTo>
                    <a:pt x="355712" y="279059"/>
                  </a:lnTo>
                  <a:lnTo>
                    <a:pt x="358596" y="278933"/>
                  </a:lnTo>
                  <a:lnTo>
                    <a:pt x="357737" y="280564"/>
                  </a:lnTo>
                  <a:lnTo>
                    <a:pt x="355957" y="283135"/>
                  </a:lnTo>
                  <a:lnTo>
                    <a:pt x="354301" y="284829"/>
                  </a:lnTo>
                  <a:lnTo>
                    <a:pt x="351233" y="287086"/>
                  </a:lnTo>
                  <a:lnTo>
                    <a:pt x="348963" y="288780"/>
                  </a:lnTo>
                  <a:lnTo>
                    <a:pt x="347797" y="290473"/>
                  </a:lnTo>
                  <a:lnTo>
                    <a:pt x="346140" y="292292"/>
                  </a:lnTo>
                  <a:lnTo>
                    <a:pt x="344361" y="293985"/>
                  </a:lnTo>
                  <a:lnTo>
                    <a:pt x="342275" y="295804"/>
                  </a:lnTo>
                  <a:lnTo>
                    <a:pt x="333010" y="300947"/>
                  </a:lnTo>
                  <a:lnTo>
                    <a:pt x="330740" y="301762"/>
                  </a:lnTo>
                  <a:lnTo>
                    <a:pt x="320555" y="296243"/>
                  </a:lnTo>
                  <a:lnTo>
                    <a:pt x="316806" y="294577"/>
                  </a:lnTo>
                  <a:lnTo>
                    <a:pt x="315847" y="294151"/>
                  </a:lnTo>
                  <a:lnTo>
                    <a:pt x="315246" y="294039"/>
                  </a:lnTo>
                  <a:lnTo>
                    <a:pt x="314331" y="293653"/>
                  </a:lnTo>
                  <a:lnTo>
                    <a:pt x="313676" y="293377"/>
                  </a:lnTo>
                  <a:lnTo>
                    <a:pt x="312962" y="293190"/>
                  </a:lnTo>
                  <a:lnTo>
                    <a:pt x="310927" y="292655"/>
                  </a:lnTo>
                  <a:lnTo>
                    <a:pt x="309074" y="292248"/>
                  </a:lnTo>
                  <a:lnTo>
                    <a:pt x="308077" y="292029"/>
                  </a:lnTo>
                  <a:lnTo>
                    <a:pt x="304801" y="291310"/>
                  </a:lnTo>
                  <a:lnTo>
                    <a:pt x="302170" y="290166"/>
                  </a:lnTo>
                  <a:lnTo>
                    <a:pt x="297497" y="287898"/>
                  </a:lnTo>
                  <a:lnTo>
                    <a:pt x="294385" y="286965"/>
                  </a:lnTo>
                  <a:lnTo>
                    <a:pt x="291391" y="286112"/>
                  </a:lnTo>
                  <a:lnTo>
                    <a:pt x="287415" y="286062"/>
                  </a:lnTo>
                  <a:lnTo>
                    <a:pt x="281427" y="286212"/>
                  </a:lnTo>
                  <a:lnTo>
                    <a:pt x="279709" y="286012"/>
                  </a:lnTo>
                  <a:lnTo>
                    <a:pt x="279085" y="285777"/>
                  </a:lnTo>
                  <a:lnTo>
                    <a:pt x="276911" y="284958"/>
                  </a:lnTo>
                  <a:lnTo>
                    <a:pt x="274078" y="284003"/>
                  </a:lnTo>
                  <a:lnTo>
                    <a:pt x="272530" y="283481"/>
                  </a:lnTo>
                  <a:lnTo>
                    <a:pt x="269135" y="282337"/>
                  </a:lnTo>
                  <a:lnTo>
                    <a:pt x="267053" y="281635"/>
                  </a:lnTo>
                  <a:lnTo>
                    <a:pt x="229160" y="274611"/>
                  </a:lnTo>
                  <a:lnTo>
                    <a:pt x="228252" y="274592"/>
                  </a:lnTo>
                  <a:lnTo>
                    <a:pt x="220462" y="274432"/>
                  </a:lnTo>
                  <a:lnTo>
                    <a:pt x="224047" y="267668"/>
                  </a:lnTo>
                  <a:lnTo>
                    <a:pt x="223262" y="265561"/>
                  </a:lnTo>
                  <a:lnTo>
                    <a:pt x="222378" y="261748"/>
                  </a:lnTo>
                  <a:lnTo>
                    <a:pt x="220611" y="256329"/>
                  </a:lnTo>
                  <a:lnTo>
                    <a:pt x="219630" y="250409"/>
                  </a:lnTo>
                  <a:lnTo>
                    <a:pt x="219388" y="248724"/>
                  </a:lnTo>
                  <a:lnTo>
                    <a:pt x="218550" y="242883"/>
                  </a:lnTo>
                  <a:lnTo>
                    <a:pt x="216429" y="238771"/>
                  </a:lnTo>
                  <a:lnTo>
                    <a:pt x="215703" y="237364"/>
                  </a:lnTo>
                  <a:lnTo>
                    <a:pt x="212954" y="233852"/>
                  </a:lnTo>
                  <a:lnTo>
                    <a:pt x="209813" y="231644"/>
                  </a:lnTo>
                  <a:lnTo>
                    <a:pt x="207554" y="228648"/>
                  </a:lnTo>
                  <a:lnTo>
                    <a:pt x="206180" y="226827"/>
                  </a:lnTo>
                  <a:lnTo>
                    <a:pt x="203235" y="219803"/>
                  </a:lnTo>
                  <a:lnTo>
                    <a:pt x="199897" y="217294"/>
                  </a:lnTo>
                  <a:lnTo>
                    <a:pt x="194793" y="215288"/>
                  </a:lnTo>
                  <a:lnTo>
                    <a:pt x="187374" y="213061"/>
                  </a:lnTo>
                  <a:lnTo>
                    <a:pt x="180748" y="209449"/>
                  </a:lnTo>
                  <a:lnTo>
                    <a:pt x="174843" y="207367"/>
                  </a:lnTo>
                  <a:lnTo>
                    <a:pt x="166322" y="201668"/>
                  </a:lnTo>
                  <a:lnTo>
                    <a:pt x="162147" y="197810"/>
                  </a:lnTo>
                  <a:lnTo>
                    <a:pt x="160213" y="196022"/>
                  </a:lnTo>
                  <a:lnTo>
                    <a:pt x="159642" y="195494"/>
                  </a:lnTo>
                  <a:lnTo>
                    <a:pt x="157730" y="193733"/>
                  </a:lnTo>
                  <a:lnTo>
                    <a:pt x="157292" y="193417"/>
                  </a:lnTo>
                  <a:lnTo>
                    <a:pt x="157058" y="193249"/>
                  </a:lnTo>
                  <a:lnTo>
                    <a:pt x="154698" y="191549"/>
                  </a:lnTo>
                  <a:lnTo>
                    <a:pt x="154494" y="191262"/>
                  </a:lnTo>
                  <a:lnTo>
                    <a:pt x="153143" y="189365"/>
                  </a:lnTo>
                  <a:lnTo>
                    <a:pt x="151596" y="188968"/>
                  </a:lnTo>
                  <a:lnTo>
                    <a:pt x="150332" y="188643"/>
                  </a:lnTo>
                  <a:lnTo>
                    <a:pt x="149160" y="187791"/>
                  </a:lnTo>
                  <a:lnTo>
                    <a:pt x="148504" y="187314"/>
                  </a:lnTo>
                  <a:lnTo>
                    <a:pt x="148192" y="187087"/>
                  </a:lnTo>
                  <a:lnTo>
                    <a:pt x="138150" y="188327"/>
                  </a:lnTo>
                  <a:lnTo>
                    <a:pt x="136926" y="188478"/>
                  </a:lnTo>
                  <a:lnTo>
                    <a:pt x="136145" y="188353"/>
                  </a:lnTo>
                  <a:lnTo>
                    <a:pt x="135105" y="188187"/>
                  </a:lnTo>
                  <a:lnTo>
                    <a:pt x="131192" y="187617"/>
                  </a:lnTo>
                  <a:lnTo>
                    <a:pt x="130937" y="187553"/>
                  </a:lnTo>
                  <a:lnTo>
                    <a:pt x="127489" y="186429"/>
                  </a:lnTo>
                  <a:lnTo>
                    <a:pt x="127398" y="186637"/>
                  </a:lnTo>
                  <a:lnTo>
                    <a:pt x="126381" y="187484"/>
                  </a:lnTo>
                  <a:lnTo>
                    <a:pt x="125568" y="187547"/>
                  </a:lnTo>
                  <a:lnTo>
                    <a:pt x="121377" y="187874"/>
                  </a:lnTo>
                  <a:lnTo>
                    <a:pt x="121025" y="187901"/>
                  </a:lnTo>
                  <a:lnTo>
                    <a:pt x="118999" y="186890"/>
                  </a:lnTo>
                  <a:lnTo>
                    <a:pt x="118841" y="186970"/>
                  </a:lnTo>
                  <a:lnTo>
                    <a:pt x="118212" y="187901"/>
                  </a:lnTo>
                  <a:lnTo>
                    <a:pt x="117887" y="188381"/>
                  </a:lnTo>
                  <a:lnTo>
                    <a:pt x="116445" y="190790"/>
                  </a:lnTo>
                  <a:lnTo>
                    <a:pt x="116343" y="190961"/>
                  </a:lnTo>
                  <a:lnTo>
                    <a:pt x="115852" y="191780"/>
                  </a:lnTo>
                  <a:lnTo>
                    <a:pt x="115727" y="191989"/>
                  </a:lnTo>
                  <a:lnTo>
                    <a:pt x="115156" y="192943"/>
                  </a:lnTo>
                  <a:lnTo>
                    <a:pt x="114713" y="194981"/>
                  </a:lnTo>
                  <a:lnTo>
                    <a:pt x="114606" y="195471"/>
                  </a:lnTo>
                  <a:lnTo>
                    <a:pt x="114177" y="196641"/>
                  </a:lnTo>
                  <a:lnTo>
                    <a:pt x="113315" y="198988"/>
                  </a:lnTo>
                  <a:lnTo>
                    <a:pt x="112669" y="200959"/>
                  </a:lnTo>
                  <a:lnTo>
                    <a:pt x="112435" y="2016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g43"/>
            <p:cNvSpPr/>
            <p:nvPr/>
          </p:nvSpPr>
          <p:spPr>
            <a:xfrm>
              <a:off x="2778226" y="5025680"/>
              <a:ext cx="119297" cy="107202"/>
            </a:xfrm>
            <a:custGeom>
              <a:avLst/>
              <a:pathLst>
                <a:path w="119297" h="107202">
                  <a:moveTo>
                    <a:pt x="80446" y="6250"/>
                  </a:moveTo>
                  <a:lnTo>
                    <a:pt x="80963" y="6805"/>
                  </a:lnTo>
                  <a:lnTo>
                    <a:pt x="81928" y="7129"/>
                  </a:lnTo>
                  <a:lnTo>
                    <a:pt x="82156" y="8010"/>
                  </a:lnTo>
                  <a:lnTo>
                    <a:pt x="82774" y="8075"/>
                  </a:lnTo>
                  <a:lnTo>
                    <a:pt x="85138" y="8326"/>
                  </a:lnTo>
                  <a:lnTo>
                    <a:pt x="86164" y="7611"/>
                  </a:lnTo>
                  <a:lnTo>
                    <a:pt x="86799" y="7168"/>
                  </a:lnTo>
                  <a:lnTo>
                    <a:pt x="90645" y="4487"/>
                  </a:lnTo>
                  <a:lnTo>
                    <a:pt x="90894" y="4384"/>
                  </a:lnTo>
                  <a:lnTo>
                    <a:pt x="91642" y="5687"/>
                  </a:lnTo>
                  <a:lnTo>
                    <a:pt x="90324" y="8626"/>
                  </a:lnTo>
                  <a:lnTo>
                    <a:pt x="90898" y="8411"/>
                  </a:lnTo>
                  <a:lnTo>
                    <a:pt x="91097" y="8336"/>
                  </a:lnTo>
                  <a:lnTo>
                    <a:pt x="92702" y="11309"/>
                  </a:lnTo>
                  <a:lnTo>
                    <a:pt x="93218" y="12265"/>
                  </a:lnTo>
                  <a:lnTo>
                    <a:pt x="95461" y="13032"/>
                  </a:lnTo>
                  <a:lnTo>
                    <a:pt x="96076" y="13243"/>
                  </a:lnTo>
                  <a:lnTo>
                    <a:pt x="96251" y="13303"/>
                  </a:lnTo>
                  <a:lnTo>
                    <a:pt x="97989" y="16038"/>
                  </a:lnTo>
                  <a:lnTo>
                    <a:pt x="95565" y="17011"/>
                  </a:lnTo>
                  <a:lnTo>
                    <a:pt x="95111" y="17194"/>
                  </a:lnTo>
                  <a:lnTo>
                    <a:pt x="91469" y="18657"/>
                  </a:lnTo>
                  <a:lnTo>
                    <a:pt x="92794" y="20664"/>
                  </a:lnTo>
                  <a:lnTo>
                    <a:pt x="94057" y="20458"/>
                  </a:lnTo>
                  <a:lnTo>
                    <a:pt x="94804" y="20697"/>
                  </a:lnTo>
                  <a:lnTo>
                    <a:pt x="95559" y="20939"/>
                  </a:lnTo>
                  <a:lnTo>
                    <a:pt x="96178" y="21865"/>
                  </a:lnTo>
                  <a:lnTo>
                    <a:pt x="96354" y="22129"/>
                  </a:lnTo>
                  <a:lnTo>
                    <a:pt x="97503" y="22369"/>
                  </a:lnTo>
                  <a:lnTo>
                    <a:pt x="97495" y="23065"/>
                  </a:lnTo>
                  <a:lnTo>
                    <a:pt x="108407" y="25253"/>
                  </a:lnTo>
                  <a:lnTo>
                    <a:pt x="110626" y="25092"/>
                  </a:lnTo>
                  <a:lnTo>
                    <a:pt x="112207" y="24248"/>
                  </a:lnTo>
                  <a:lnTo>
                    <a:pt x="112393" y="24149"/>
                  </a:lnTo>
                  <a:lnTo>
                    <a:pt x="112472" y="23667"/>
                  </a:lnTo>
                  <a:lnTo>
                    <a:pt x="112871" y="23376"/>
                  </a:lnTo>
                  <a:lnTo>
                    <a:pt x="115417" y="21520"/>
                  </a:lnTo>
                  <a:lnTo>
                    <a:pt x="118413" y="25003"/>
                  </a:lnTo>
                  <a:lnTo>
                    <a:pt x="117761" y="25577"/>
                  </a:lnTo>
                  <a:lnTo>
                    <a:pt x="117524" y="25785"/>
                  </a:lnTo>
                  <a:lnTo>
                    <a:pt x="115927" y="27188"/>
                  </a:lnTo>
                  <a:lnTo>
                    <a:pt x="116172" y="34001"/>
                  </a:lnTo>
                  <a:lnTo>
                    <a:pt x="113884" y="34529"/>
                  </a:lnTo>
                  <a:lnTo>
                    <a:pt x="115913" y="40234"/>
                  </a:lnTo>
                  <a:lnTo>
                    <a:pt x="116315" y="41366"/>
                  </a:lnTo>
                  <a:lnTo>
                    <a:pt x="117743" y="45382"/>
                  </a:lnTo>
                  <a:lnTo>
                    <a:pt x="119215" y="55835"/>
                  </a:lnTo>
                  <a:lnTo>
                    <a:pt x="119297" y="56356"/>
                  </a:lnTo>
                  <a:lnTo>
                    <a:pt x="117937" y="56331"/>
                  </a:lnTo>
                  <a:lnTo>
                    <a:pt x="112788" y="56236"/>
                  </a:lnTo>
                  <a:lnTo>
                    <a:pt x="114761" y="59547"/>
                  </a:lnTo>
                  <a:lnTo>
                    <a:pt x="116646" y="59066"/>
                  </a:lnTo>
                  <a:lnTo>
                    <a:pt x="117759" y="61098"/>
                  </a:lnTo>
                  <a:lnTo>
                    <a:pt x="118715" y="62845"/>
                  </a:lnTo>
                  <a:lnTo>
                    <a:pt x="111704" y="69475"/>
                  </a:lnTo>
                  <a:lnTo>
                    <a:pt x="101043" y="74202"/>
                  </a:lnTo>
                  <a:lnTo>
                    <a:pt x="100602" y="78326"/>
                  </a:lnTo>
                  <a:lnTo>
                    <a:pt x="99242" y="78546"/>
                  </a:lnTo>
                  <a:lnTo>
                    <a:pt x="97032" y="78904"/>
                  </a:lnTo>
                  <a:lnTo>
                    <a:pt x="92172" y="83420"/>
                  </a:lnTo>
                  <a:lnTo>
                    <a:pt x="88196" y="88477"/>
                  </a:lnTo>
                  <a:lnTo>
                    <a:pt x="85487" y="92511"/>
                  </a:lnTo>
                  <a:lnTo>
                    <a:pt x="82039" y="101149"/>
                  </a:lnTo>
                  <a:lnTo>
                    <a:pt x="78536" y="102114"/>
                  </a:lnTo>
                  <a:lnTo>
                    <a:pt x="79141" y="104705"/>
                  </a:lnTo>
                  <a:lnTo>
                    <a:pt x="79247" y="105178"/>
                  </a:lnTo>
                  <a:lnTo>
                    <a:pt x="79567" y="106599"/>
                  </a:lnTo>
                  <a:lnTo>
                    <a:pt x="79656" y="107202"/>
                  </a:lnTo>
                  <a:lnTo>
                    <a:pt x="75744" y="107038"/>
                  </a:lnTo>
                  <a:lnTo>
                    <a:pt x="72263" y="103559"/>
                  </a:lnTo>
                  <a:lnTo>
                    <a:pt x="70909" y="102987"/>
                  </a:lnTo>
                  <a:lnTo>
                    <a:pt x="65696" y="102656"/>
                  </a:lnTo>
                  <a:lnTo>
                    <a:pt x="59423" y="102445"/>
                  </a:lnTo>
                  <a:lnTo>
                    <a:pt x="51471" y="102897"/>
                  </a:lnTo>
                  <a:lnTo>
                    <a:pt x="50669" y="103047"/>
                  </a:lnTo>
                  <a:lnTo>
                    <a:pt x="49284" y="103307"/>
                  </a:lnTo>
                  <a:lnTo>
                    <a:pt x="42528" y="103021"/>
                  </a:lnTo>
                  <a:lnTo>
                    <a:pt x="37282" y="98328"/>
                  </a:lnTo>
                  <a:lnTo>
                    <a:pt x="36528" y="97941"/>
                  </a:lnTo>
                  <a:lnTo>
                    <a:pt x="31475" y="95346"/>
                  </a:lnTo>
                  <a:lnTo>
                    <a:pt x="31037" y="95121"/>
                  </a:lnTo>
                  <a:lnTo>
                    <a:pt x="30620" y="94906"/>
                  </a:lnTo>
                  <a:lnTo>
                    <a:pt x="27860" y="91476"/>
                  </a:lnTo>
                  <a:lnTo>
                    <a:pt x="27428" y="91298"/>
                  </a:lnTo>
                  <a:lnTo>
                    <a:pt x="25522" y="90515"/>
                  </a:lnTo>
                  <a:lnTo>
                    <a:pt x="22727" y="88146"/>
                  </a:lnTo>
                  <a:lnTo>
                    <a:pt x="23176" y="87549"/>
                  </a:lnTo>
                  <a:lnTo>
                    <a:pt x="23441" y="87196"/>
                  </a:lnTo>
                  <a:lnTo>
                    <a:pt x="21460" y="86821"/>
                  </a:lnTo>
                  <a:lnTo>
                    <a:pt x="17209" y="89088"/>
                  </a:lnTo>
                  <a:lnTo>
                    <a:pt x="17144" y="88951"/>
                  </a:lnTo>
                  <a:lnTo>
                    <a:pt x="16982" y="88605"/>
                  </a:lnTo>
                  <a:lnTo>
                    <a:pt x="16325" y="87341"/>
                  </a:lnTo>
                  <a:lnTo>
                    <a:pt x="14287" y="83415"/>
                  </a:lnTo>
                  <a:lnTo>
                    <a:pt x="14167" y="83263"/>
                  </a:lnTo>
                  <a:lnTo>
                    <a:pt x="13846" y="82855"/>
                  </a:lnTo>
                  <a:lnTo>
                    <a:pt x="10930" y="77133"/>
                  </a:lnTo>
                  <a:lnTo>
                    <a:pt x="10474" y="76647"/>
                  </a:lnTo>
                  <a:lnTo>
                    <a:pt x="10337" y="76501"/>
                  </a:lnTo>
                  <a:lnTo>
                    <a:pt x="9895" y="76030"/>
                  </a:lnTo>
                  <a:lnTo>
                    <a:pt x="9575" y="75689"/>
                  </a:lnTo>
                  <a:lnTo>
                    <a:pt x="9508" y="75420"/>
                  </a:lnTo>
                  <a:lnTo>
                    <a:pt x="9305" y="74605"/>
                  </a:lnTo>
                  <a:lnTo>
                    <a:pt x="8426" y="71083"/>
                  </a:lnTo>
                  <a:lnTo>
                    <a:pt x="8318" y="70651"/>
                  </a:lnTo>
                  <a:lnTo>
                    <a:pt x="7160" y="70711"/>
                  </a:lnTo>
                  <a:lnTo>
                    <a:pt x="7144" y="70540"/>
                  </a:lnTo>
                  <a:lnTo>
                    <a:pt x="6519" y="63883"/>
                  </a:lnTo>
                  <a:lnTo>
                    <a:pt x="6200" y="60478"/>
                  </a:lnTo>
                  <a:lnTo>
                    <a:pt x="6551" y="60515"/>
                  </a:lnTo>
                  <a:lnTo>
                    <a:pt x="6489" y="60328"/>
                  </a:lnTo>
                  <a:lnTo>
                    <a:pt x="6009" y="58866"/>
                  </a:lnTo>
                  <a:lnTo>
                    <a:pt x="5857" y="58404"/>
                  </a:lnTo>
                  <a:lnTo>
                    <a:pt x="5244" y="56538"/>
                  </a:lnTo>
                  <a:lnTo>
                    <a:pt x="4845" y="55323"/>
                  </a:lnTo>
                  <a:lnTo>
                    <a:pt x="4614" y="54621"/>
                  </a:lnTo>
                  <a:lnTo>
                    <a:pt x="3943" y="52579"/>
                  </a:lnTo>
                  <a:lnTo>
                    <a:pt x="3289" y="50588"/>
                  </a:lnTo>
                  <a:lnTo>
                    <a:pt x="2841" y="49225"/>
                  </a:lnTo>
                  <a:lnTo>
                    <a:pt x="1762" y="45940"/>
                  </a:lnTo>
                  <a:lnTo>
                    <a:pt x="327" y="41574"/>
                  </a:lnTo>
                  <a:lnTo>
                    <a:pt x="0" y="40576"/>
                  </a:lnTo>
                  <a:lnTo>
                    <a:pt x="2904" y="39570"/>
                  </a:lnTo>
                  <a:lnTo>
                    <a:pt x="4085" y="39161"/>
                  </a:lnTo>
                  <a:lnTo>
                    <a:pt x="4327" y="39077"/>
                  </a:lnTo>
                  <a:lnTo>
                    <a:pt x="8658" y="37576"/>
                  </a:lnTo>
                  <a:lnTo>
                    <a:pt x="8836" y="37515"/>
                  </a:lnTo>
                  <a:lnTo>
                    <a:pt x="9114" y="37418"/>
                  </a:lnTo>
                  <a:lnTo>
                    <a:pt x="12518" y="36239"/>
                  </a:lnTo>
                  <a:lnTo>
                    <a:pt x="15019" y="35372"/>
                  </a:lnTo>
                  <a:lnTo>
                    <a:pt x="16133" y="34986"/>
                  </a:lnTo>
                  <a:lnTo>
                    <a:pt x="17602" y="34477"/>
                  </a:lnTo>
                  <a:lnTo>
                    <a:pt x="18965" y="34005"/>
                  </a:lnTo>
                  <a:lnTo>
                    <a:pt x="19576" y="33793"/>
                  </a:lnTo>
                  <a:lnTo>
                    <a:pt x="24675" y="32026"/>
                  </a:lnTo>
                  <a:lnTo>
                    <a:pt x="25555" y="31721"/>
                  </a:lnTo>
                  <a:lnTo>
                    <a:pt x="26668" y="31336"/>
                  </a:lnTo>
                  <a:lnTo>
                    <a:pt x="26488" y="30818"/>
                  </a:lnTo>
                  <a:lnTo>
                    <a:pt x="28407" y="29538"/>
                  </a:lnTo>
                  <a:lnTo>
                    <a:pt x="29592" y="28748"/>
                  </a:lnTo>
                  <a:lnTo>
                    <a:pt x="29822" y="28594"/>
                  </a:lnTo>
                  <a:lnTo>
                    <a:pt x="31953" y="27173"/>
                  </a:lnTo>
                  <a:lnTo>
                    <a:pt x="35408" y="24869"/>
                  </a:lnTo>
                  <a:lnTo>
                    <a:pt x="36935" y="23850"/>
                  </a:lnTo>
                  <a:lnTo>
                    <a:pt x="39228" y="22321"/>
                  </a:lnTo>
                  <a:lnTo>
                    <a:pt x="41574" y="20756"/>
                  </a:lnTo>
                  <a:lnTo>
                    <a:pt x="42976" y="19821"/>
                  </a:lnTo>
                  <a:lnTo>
                    <a:pt x="44843" y="18576"/>
                  </a:lnTo>
                  <a:lnTo>
                    <a:pt x="46358" y="17565"/>
                  </a:lnTo>
                  <a:lnTo>
                    <a:pt x="47561" y="16763"/>
                  </a:lnTo>
                  <a:lnTo>
                    <a:pt x="50143" y="15041"/>
                  </a:lnTo>
                  <a:lnTo>
                    <a:pt x="50671" y="15893"/>
                  </a:lnTo>
                  <a:lnTo>
                    <a:pt x="50880" y="16249"/>
                  </a:lnTo>
                  <a:lnTo>
                    <a:pt x="51011" y="16167"/>
                  </a:lnTo>
                  <a:lnTo>
                    <a:pt x="51508" y="15852"/>
                  </a:lnTo>
                  <a:lnTo>
                    <a:pt x="51787" y="15675"/>
                  </a:lnTo>
                  <a:lnTo>
                    <a:pt x="52445" y="15259"/>
                  </a:lnTo>
                  <a:lnTo>
                    <a:pt x="52713" y="15089"/>
                  </a:lnTo>
                  <a:lnTo>
                    <a:pt x="53838" y="14377"/>
                  </a:lnTo>
                  <a:lnTo>
                    <a:pt x="54309" y="14078"/>
                  </a:lnTo>
                  <a:lnTo>
                    <a:pt x="55575" y="13276"/>
                  </a:lnTo>
                  <a:lnTo>
                    <a:pt x="56007" y="13003"/>
                  </a:lnTo>
                  <a:lnTo>
                    <a:pt x="56443" y="12727"/>
                  </a:lnTo>
                  <a:lnTo>
                    <a:pt x="56734" y="12543"/>
                  </a:lnTo>
                  <a:lnTo>
                    <a:pt x="56984" y="12386"/>
                  </a:lnTo>
                  <a:lnTo>
                    <a:pt x="57515" y="12059"/>
                  </a:lnTo>
                  <a:lnTo>
                    <a:pt x="57808" y="11878"/>
                  </a:lnTo>
                  <a:lnTo>
                    <a:pt x="59194" y="11024"/>
                  </a:lnTo>
                  <a:lnTo>
                    <a:pt x="60651" y="10127"/>
                  </a:lnTo>
                  <a:lnTo>
                    <a:pt x="62234" y="9152"/>
                  </a:lnTo>
                  <a:lnTo>
                    <a:pt x="62850" y="8773"/>
                  </a:lnTo>
                  <a:lnTo>
                    <a:pt x="65125" y="7371"/>
                  </a:lnTo>
                  <a:lnTo>
                    <a:pt x="66508" y="6519"/>
                  </a:lnTo>
                  <a:lnTo>
                    <a:pt x="66678" y="6781"/>
                  </a:lnTo>
                  <a:lnTo>
                    <a:pt x="66944" y="6581"/>
                  </a:lnTo>
                  <a:lnTo>
                    <a:pt x="68066" y="5737"/>
                  </a:lnTo>
                  <a:lnTo>
                    <a:pt x="69213" y="4875"/>
                  </a:lnTo>
                  <a:lnTo>
                    <a:pt x="69593" y="4589"/>
                  </a:lnTo>
                  <a:lnTo>
                    <a:pt x="71253" y="3342"/>
                  </a:lnTo>
                  <a:lnTo>
                    <a:pt x="71971" y="2802"/>
                  </a:lnTo>
                  <a:lnTo>
                    <a:pt x="74823" y="658"/>
                  </a:lnTo>
                  <a:lnTo>
                    <a:pt x="75254" y="334"/>
                  </a:lnTo>
                  <a:lnTo>
                    <a:pt x="75700" y="0"/>
                  </a:lnTo>
                  <a:lnTo>
                    <a:pt x="76407" y="967"/>
                  </a:lnTo>
                  <a:lnTo>
                    <a:pt x="77583" y="2576"/>
                  </a:lnTo>
                  <a:lnTo>
                    <a:pt x="79618" y="53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g44"/>
            <p:cNvSpPr/>
            <p:nvPr/>
          </p:nvSpPr>
          <p:spPr>
            <a:xfrm>
              <a:off x="2825562" y="3744621"/>
              <a:ext cx="112528" cy="135096"/>
            </a:xfrm>
            <a:custGeom>
              <a:avLst/>
              <a:pathLst>
                <a:path w="112528" h="135096">
                  <a:moveTo>
                    <a:pt x="82449" y="92376"/>
                  </a:moveTo>
                  <a:lnTo>
                    <a:pt x="80211" y="95629"/>
                  </a:lnTo>
                  <a:lnTo>
                    <a:pt x="79238" y="97042"/>
                  </a:lnTo>
                  <a:lnTo>
                    <a:pt x="76537" y="100968"/>
                  </a:lnTo>
                  <a:lnTo>
                    <a:pt x="74330" y="104176"/>
                  </a:lnTo>
                  <a:lnTo>
                    <a:pt x="72352" y="106876"/>
                  </a:lnTo>
                  <a:lnTo>
                    <a:pt x="71608" y="107892"/>
                  </a:lnTo>
                  <a:lnTo>
                    <a:pt x="66610" y="114717"/>
                  </a:lnTo>
                  <a:lnTo>
                    <a:pt x="65331" y="116645"/>
                  </a:lnTo>
                  <a:lnTo>
                    <a:pt x="62085" y="121538"/>
                  </a:lnTo>
                  <a:lnTo>
                    <a:pt x="61583" y="122296"/>
                  </a:lnTo>
                  <a:lnTo>
                    <a:pt x="58364" y="126956"/>
                  </a:lnTo>
                  <a:lnTo>
                    <a:pt x="57665" y="128414"/>
                  </a:lnTo>
                  <a:lnTo>
                    <a:pt x="56097" y="131561"/>
                  </a:lnTo>
                  <a:lnTo>
                    <a:pt x="49867" y="133771"/>
                  </a:lnTo>
                  <a:lnTo>
                    <a:pt x="47262" y="134479"/>
                  </a:lnTo>
                  <a:lnTo>
                    <a:pt x="46175" y="134775"/>
                  </a:lnTo>
                  <a:lnTo>
                    <a:pt x="44040" y="135021"/>
                  </a:lnTo>
                  <a:lnTo>
                    <a:pt x="43387" y="135096"/>
                  </a:lnTo>
                  <a:lnTo>
                    <a:pt x="43450" y="134685"/>
                  </a:lnTo>
                  <a:lnTo>
                    <a:pt x="43679" y="133188"/>
                  </a:lnTo>
                  <a:lnTo>
                    <a:pt x="43854" y="132441"/>
                  </a:lnTo>
                  <a:lnTo>
                    <a:pt x="42723" y="131561"/>
                  </a:lnTo>
                  <a:lnTo>
                    <a:pt x="37836" y="127759"/>
                  </a:lnTo>
                  <a:lnTo>
                    <a:pt x="37415" y="127403"/>
                  </a:lnTo>
                  <a:lnTo>
                    <a:pt x="36658" y="126837"/>
                  </a:lnTo>
                  <a:lnTo>
                    <a:pt x="33127" y="130760"/>
                  </a:lnTo>
                  <a:lnTo>
                    <a:pt x="31922" y="132099"/>
                  </a:lnTo>
                  <a:lnTo>
                    <a:pt x="23947" y="125584"/>
                  </a:lnTo>
                  <a:lnTo>
                    <a:pt x="19176" y="121618"/>
                  </a:lnTo>
                  <a:lnTo>
                    <a:pt x="18646" y="121177"/>
                  </a:lnTo>
                  <a:lnTo>
                    <a:pt x="15312" y="124814"/>
                  </a:lnTo>
                  <a:lnTo>
                    <a:pt x="6354" y="117025"/>
                  </a:lnTo>
                  <a:lnTo>
                    <a:pt x="4708" y="115595"/>
                  </a:lnTo>
                  <a:lnTo>
                    <a:pt x="4461" y="115379"/>
                  </a:lnTo>
                  <a:lnTo>
                    <a:pt x="4844" y="114940"/>
                  </a:lnTo>
                  <a:lnTo>
                    <a:pt x="665" y="111145"/>
                  </a:lnTo>
                  <a:lnTo>
                    <a:pt x="0" y="110406"/>
                  </a:lnTo>
                  <a:lnTo>
                    <a:pt x="322" y="109757"/>
                  </a:lnTo>
                  <a:lnTo>
                    <a:pt x="1131" y="108129"/>
                  </a:lnTo>
                  <a:lnTo>
                    <a:pt x="1754" y="106876"/>
                  </a:lnTo>
                  <a:lnTo>
                    <a:pt x="2141" y="106191"/>
                  </a:lnTo>
                  <a:lnTo>
                    <a:pt x="2220" y="106050"/>
                  </a:lnTo>
                  <a:lnTo>
                    <a:pt x="2387" y="105563"/>
                  </a:lnTo>
                  <a:lnTo>
                    <a:pt x="2612" y="104908"/>
                  </a:lnTo>
                  <a:lnTo>
                    <a:pt x="3135" y="103382"/>
                  </a:lnTo>
                  <a:lnTo>
                    <a:pt x="3521" y="102258"/>
                  </a:lnTo>
                  <a:lnTo>
                    <a:pt x="5048" y="97802"/>
                  </a:lnTo>
                  <a:lnTo>
                    <a:pt x="5360" y="96894"/>
                  </a:lnTo>
                  <a:lnTo>
                    <a:pt x="5900" y="95318"/>
                  </a:lnTo>
                  <a:lnTo>
                    <a:pt x="6611" y="93246"/>
                  </a:lnTo>
                  <a:lnTo>
                    <a:pt x="6932" y="92307"/>
                  </a:lnTo>
                  <a:lnTo>
                    <a:pt x="8890" y="93169"/>
                  </a:lnTo>
                  <a:lnTo>
                    <a:pt x="9338" y="93367"/>
                  </a:lnTo>
                  <a:lnTo>
                    <a:pt x="11702" y="90928"/>
                  </a:lnTo>
                  <a:lnTo>
                    <a:pt x="12360" y="90250"/>
                  </a:lnTo>
                  <a:lnTo>
                    <a:pt x="14013" y="88544"/>
                  </a:lnTo>
                  <a:lnTo>
                    <a:pt x="14823" y="87709"/>
                  </a:lnTo>
                  <a:lnTo>
                    <a:pt x="15571" y="86937"/>
                  </a:lnTo>
                  <a:lnTo>
                    <a:pt x="17019" y="85443"/>
                  </a:lnTo>
                  <a:lnTo>
                    <a:pt x="17291" y="85440"/>
                  </a:lnTo>
                  <a:lnTo>
                    <a:pt x="17719" y="85863"/>
                  </a:lnTo>
                  <a:lnTo>
                    <a:pt x="22270" y="90359"/>
                  </a:lnTo>
                  <a:lnTo>
                    <a:pt x="22879" y="91115"/>
                  </a:lnTo>
                  <a:lnTo>
                    <a:pt x="23451" y="91825"/>
                  </a:lnTo>
                  <a:lnTo>
                    <a:pt x="24108" y="92524"/>
                  </a:lnTo>
                  <a:lnTo>
                    <a:pt x="25886" y="94414"/>
                  </a:lnTo>
                  <a:lnTo>
                    <a:pt x="26087" y="94308"/>
                  </a:lnTo>
                  <a:lnTo>
                    <a:pt x="28811" y="92869"/>
                  </a:lnTo>
                  <a:lnTo>
                    <a:pt x="26102" y="89999"/>
                  </a:lnTo>
                  <a:lnTo>
                    <a:pt x="25570" y="88782"/>
                  </a:lnTo>
                  <a:lnTo>
                    <a:pt x="24858" y="87149"/>
                  </a:lnTo>
                  <a:lnTo>
                    <a:pt x="22922" y="82711"/>
                  </a:lnTo>
                  <a:lnTo>
                    <a:pt x="22583" y="81935"/>
                  </a:lnTo>
                  <a:lnTo>
                    <a:pt x="22214" y="81088"/>
                  </a:lnTo>
                  <a:lnTo>
                    <a:pt x="22068" y="80234"/>
                  </a:lnTo>
                  <a:lnTo>
                    <a:pt x="22004" y="79863"/>
                  </a:lnTo>
                  <a:lnTo>
                    <a:pt x="21939" y="79483"/>
                  </a:lnTo>
                  <a:lnTo>
                    <a:pt x="22607" y="78138"/>
                  </a:lnTo>
                  <a:lnTo>
                    <a:pt x="22853" y="77789"/>
                  </a:lnTo>
                  <a:lnTo>
                    <a:pt x="26691" y="72350"/>
                  </a:lnTo>
                  <a:lnTo>
                    <a:pt x="14836" y="64138"/>
                  </a:lnTo>
                  <a:lnTo>
                    <a:pt x="15148" y="63652"/>
                  </a:lnTo>
                  <a:lnTo>
                    <a:pt x="15442" y="63196"/>
                  </a:lnTo>
                  <a:lnTo>
                    <a:pt x="18957" y="57723"/>
                  </a:lnTo>
                  <a:lnTo>
                    <a:pt x="19366" y="57122"/>
                  </a:lnTo>
                  <a:lnTo>
                    <a:pt x="19983" y="56217"/>
                  </a:lnTo>
                  <a:lnTo>
                    <a:pt x="21283" y="54308"/>
                  </a:lnTo>
                  <a:lnTo>
                    <a:pt x="23223" y="51460"/>
                  </a:lnTo>
                  <a:lnTo>
                    <a:pt x="25602" y="48174"/>
                  </a:lnTo>
                  <a:lnTo>
                    <a:pt x="25831" y="47857"/>
                  </a:lnTo>
                  <a:lnTo>
                    <a:pt x="26725" y="46622"/>
                  </a:lnTo>
                  <a:lnTo>
                    <a:pt x="27336" y="45778"/>
                  </a:lnTo>
                  <a:lnTo>
                    <a:pt x="27453" y="45617"/>
                  </a:lnTo>
                  <a:lnTo>
                    <a:pt x="27695" y="45222"/>
                  </a:lnTo>
                  <a:lnTo>
                    <a:pt x="28239" y="44439"/>
                  </a:lnTo>
                  <a:lnTo>
                    <a:pt x="31798" y="39322"/>
                  </a:lnTo>
                  <a:lnTo>
                    <a:pt x="35539" y="33802"/>
                  </a:lnTo>
                  <a:lnTo>
                    <a:pt x="35784" y="33441"/>
                  </a:lnTo>
                  <a:lnTo>
                    <a:pt x="39828" y="27461"/>
                  </a:lnTo>
                  <a:lnTo>
                    <a:pt x="40462" y="26503"/>
                  </a:lnTo>
                  <a:lnTo>
                    <a:pt x="42353" y="23647"/>
                  </a:lnTo>
                  <a:lnTo>
                    <a:pt x="42458" y="23489"/>
                  </a:lnTo>
                  <a:lnTo>
                    <a:pt x="43310" y="22202"/>
                  </a:lnTo>
                  <a:lnTo>
                    <a:pt x="43814" y="21440"/>
                  </a:lnTo>
                  <a:lnTo>
                    <a:pt x="45986" y="18202"/>
                  </a:lnTo>
                  <a:lnTo>
                    <a:pt x="47839" y="15439"/>
                  </a:lnTo>
                  <a:lnTo>
                    <a:pt x="48137" y="14983"/>
                  </a:lnTo>
                  <a:lnTo>
                    <a:pt x="49003" y="13655"/>
                  </a:lnTo>
                  <a:lnTo>
                    <a:pt x="49911" y="12263"/>
                  </a:lnTo>
                  <a:lnTo>
                    <a:pt x="52857" y="7745"/>
                  </a:lnTo>
                  <a:lnTo>
                    <a:pt x="53021" y="7492"/>
                  </a:lnTo>
                  <a:lnTo>
                    <a:pt x="53298" y="7072"/>
                  </a:lnTo>
                  <a:lnTo>
                    <a:pt x="57939" y="185"/>
                  </a:lnTo>
                  <a:lnTo>
                    <a:pt x="58064" y="0"/>
                  </a:lnTo>
                  <a:lnTo>
                    <a:pt x="58411" y="237"/>
                  </a:lnTo>
                  <a:lnTo>
                    <a:pt x="69992" y="8176"/>
                  </a:lnTo>
                  <a:lnTo>
                    <a:pt x="78588" y="14070"/>
                  </a:lnTo>
                  <a:lnTo>
                    <a:pt x="79896" y="14966"/>
                  </a:lnTo>
                  <a:lnTo>
                    <a:pt x="80157" y="15143"/>
                  </a:lnTo>
                  <a:lnTo>
                    <a:pt x="80397" y="15306"/>
                  </a:lnTo>
                  <a:lnTo>
                    <a:pt x="81465" y="16032"/>
                  </a:lnTo>
                  <a:lnTo>
                    <a:pt x="82163" y="16506"/>
                  </a:lnTo>
                  <a:lnTo>
                    <a:pt x="77836" y="23079"/>
                  </a:lnTo>
                  <a:lnTo>
                    <a:pt x="77566" y="23489"/>
                  </a:lnTo>
                  <a:lnTo>
                    <a:pt x="77367" y="23792"/>
                  </a:lnTo>
                  <a:lnTo>
                    <a:pt x="98407" y="38120"/>
                  </a:lnTo>
                  <a:lnTo>
                    <a:pt x="99685" y="38998"/>
                  </a:lnTo>
                  <a:lnTo>
                    <a:pt x="104381" y="42223"/>
                  </a:lnTo>
                  <a:lnTo>
                    <a:pt x="105549" y="43019"/>
                  </a:lnTo>
                  <a:lnTo>
                    <a:pt x="112528" y="47774"/>
                  </a:lnTo>
                  <a:lnTo>
                    <a:pt x="112166" y="48304"/>
                  </a:lnTo>
                  <a:lnTo>
                    <a:pt x="111501" y="49301"/>
                  </a:lnTo>
                  <a:lnTo>
                    <a:pt x="110996" y="50060"/>
                  </a:lnTo>
                  <a:lnTo>
                    <a:pt x="107048" y="55991"/>
                  </a:lnTo>
                  <a:lnTo>
                    <a:pt x="98474" y="68873"/>
                  </a:lnTo>
                  <a:lnTo>
                    <a:pt x="97156" y="70852"/>
                  </a:lnTo>
                  <a:lnTo>
                    <a:pt x="96847" y="71316"/>
                  </a:lnTo>
                  <a:lnTo>
                    <a:pt x="94094" y="75453"/>
                  </a:lnTo>
                  <a:lnTo>
                    <a:pt x="91274" y="79551"/>
                  </a:lnTo>
                  <a:lnTo>
                    <a:pt x="90725" y="8034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g45"/>
            <p:cNvSpPr/>
            <p:nvPr/>
          </p:nvSpPr>
          <p:spPr>
            <a:xfrm>
              <a:off x="3145063" y="3423599"/>
              <a:ext cx="124216" cy="125560"/>
            </a:xfrm>
            <a:custGeom>
              <a:avLst/>
              <a:pathLst>
                <a:path w="124216" h="125560">
                  <a:moveTo>
                    <a:pt x="69348" y="22349"/>
                  </a:moveTo>
                  <a:lnTo>
                    <a:pt x="73073" y="24536"/>
                  </a:lnTo>
                  <a:lnTo>
                    <a:pt x="74417" y="25266"/>
                  </a:lnTo>
                  <a:lnTo>
                    <a:pt x="75144" y="25661"/>
                  </a:lnTo>
                  <a:lnTo>
                    <a:pt x="77905" y="27161"/>
                  </a:lnTo>
                  <a:lnTo>
                    <a:pt x="77775" y="29792"/>
                  </a:lnTo>
                  <a:lnTo>
                    <a:pt x="78013" y="29780"/>
                  </a:lnTo>
                  <a:lnTo>
                    <a:pt x="79639" y="30693"/>
                  </a:lnTo>
                  <a:lnTo>
                    <a:pt x="79944" y="30864"/>
                  </a:lnTo>
                  <a:lnTo>
                    <a:pt x="81056" y="33190"/>
                  </a:lnTo>
                  <a:lnTo>
                    <a:pt x="82344" y="34193"/>
                  </a:lnTo>
                  <a:lnTo>
                    <a:pt x="84235" y="37054"/>
                  </a:lnTo>
                  <a:lnTo>
                    <a:pt x="84346" y="37214"/>
                  </a:lnTo>
                  <a:lnTo>
                    <a:pt x="86224" y="37982"/>
                  </a:lnTo>
                  <a:lnTo>
                    <a:pt x="86571" y="38648"/>
                  </a:lnTo>
                  <a:lnTo>
                    <a:pt x="86667" y="40571"/>
                  </a:lnTo>
                  <a:lnTo>
                    <a:pt x="86704" y="41312"/>
                  </a:lnTo>
                  <a:lnTo>
                    <a:pt x="89506" y="43187"/>
                  </a:lnTo>
                  <a:lnTo>
                    <a:pt x="90314" y="43727"/>
                  </a:lnTo>
                  <a:lnTo>
                    <a:pt x="94204" y="46330"/>
                  </a:lnTo>
                  <a:lnTo>
                    <a:pt x="101827" y="51431"/>
                  </a:lnTo>
                  <a:lnTo>
                    <a:pt x="102536" y="51905"/>
                  </a:lnTo>
                  <a:lnTo>
                    <a:pt x="110194" y="57029"/>
                  </a:lnTo>
                  <a:lnTo>
                    <a:pt x="110713" y="57376"/>
                  </a:lnTo>
                  <a:lnTo>
                    <a:pt x="122012" y="64937"/>
                  </a:lnTo>
                  <a:lnTo>
                    <a:pt x="122391" y="65190"/>
                  </a:lnTo>
                  <a:lnTo>
                    <a:pt x="123795" y="66130"/>
                  </a:lnTo>
                  <a:lnTo>
                    <a:pt x="124216" y="66412"/>
                  </a:lnTo>
                  <a:lnTo>
                    <a:pt x="123873" y="66915"/>
                  </a:lnTo>
                  <a:lnTo>
                    <a:pt x="123654" y="67237"/>
                  </a:lnTo>
                  <a:lnTo>
                    <a:pt x="123447" y="67541"/>
                  </a:lnTo>
                  <a:lnTo>
                    <a:pt x="122997" y="68188"/>
                  </a:lnTo>
                  <a:lnTo>
                    <a:pt x="122684" y="68639"/>
                  </a:lnTo>
                  <a:lnTo>
                    <a:pt x="107960" y="89841"/>
                  </a:lnTo>
                  <a:lnTo>
                    <a:pt x="107406" y="90639"/>
                  </a:lnTo>
                  <a:lnTo>
                    <a:pt x="107174" y="90975"/>
                  </a:lnTo>
                  <a:lnTo>
                    <a:pt x="106207" y="92377"/>
                  </a:lnTo>
                  <a:lnTo>
                    <a:pt x="104713" y="94543"/>
                  </a:lnTo>
                  <a:lnTo>
                    <a:pt x="92958" y="111583"/>
                  </a:lnTo>
                  <a:lnTo>
                    <a:pt x="91526" y="113660"/>
                  </a:lnTo>
                  <a:lnTo>
                    <a:pt x="90982" y="114448"/>
                  </a:lnTo>
                  <a:lnTo>
                    <a:pt x="90161" y="115473"/>
                  </a:lnTo>
                  <a:lnTo>
                    <a:pt x="88488" y="114328"/>
                  </a:lnTo>
                  <a:lnTo>
                    <a:pt x="84757" y="111775"/>
                  </a:lnTo>
                  <a:lnTo>
                    <a:pt x="77185" y="106595"/>
                  </a:lnTo>
                  <a:lnTo>
                    <a:pt x="76363" y="106032"/>
                  </a:lnTo>
                  <a:lnTo>
                    <a:pt x="73021" y="103745"/>
                  </a:lnTo>
                  <a:lnTo>
                    <a:pt x="70645" y="102119"/>
                  </a:lnTo>
                  <a:lnTo>
                    <a:pt x="69148" y="101095"/>
                  </a:lnTo>
                  <a:lnTo>
                    <a:pt x="68781" y="100844"/>
                  </a:lnTo>
                  <a:lnTo>
                    <a:pt x="52597" y="125122"/>
                  </a:lnTo>
                  <a:lnTo>
                    <a:pt x="52305" y="125560"/>
                  </a:lnTo>
                  <a:lnTo>
                    <a:pt x="45653" y="120945"/>
                  </a:lnTo>
                  <a:lnTo>
                    <a:pt x="42308" y="118625"/>
                  </a:lnTo>
                  <a:lnTo>
                    <a:pt x="39878" y="118627"/>
                  </a:lnTo>
                  <a:lnTo>
                    <a:pt x="38948" y="118628"/>
                  </a:lnTo>
                  <a:lnTo>
                    <a:pt x="36767" y="119323"/>
                  </a:lnTo>
                  <a:lnTo>
                    <a:pt x="36290" y="119476"/>
                  </a:lnTo>
                  <a:lnTo>
                    <a:pt x="34189" y="120146"/>
                  </a:lnTo>
                  <a:lnTo>
                    <a:pt x="31778" y="121374"/>
                  </a:lnTo>
                  <a:lnTo>
                    <a:pt x="31098" y="122297"/>
                  </a:lnTo>
                  <a:lnTo>
                    <a:pt x="30607" y="121832"/>
                  </a:lnTo>
                  <a:lnTo>
                    <a:pt x="28729" y="120052"/>
                  </a:lnTo>
                  <a:lnTo>
                    <a:pt x="28146" y="119560"/>
                  </a:lnTo>
                  <a:lnTo>
                    <a:pt x="29181" y="118051"/>
                  </a:lnTo>
                  <a:lnTo>
                    <a:pt x="29333" y="117830"/>
                  </a:lnTo>
                  <a:lnTo>
                    <a:pt x="28931" y="117437"/>
                  </a:lnTo>
                  <a:lnTo>
                    <a:pt x="26643" y="115199"/>
                  </a:lnTo>
                  <a:lnTo>
                    <a:pt x="26019" y="115798"/>
                  </a:lnTo>
                  <a:lnTo>
                    <a:pt x="25155" y="117030"/>
                  </a:lnTo>
                  <a:lnTo>
                    <a:pt x="23755" y="116503"/>
                  </a:lnTo>
                  <a:lnTo>
                    <a:pt x="22872" y="116523"/>
                  </a:lnTo>
                  <a:lnTo>
                    <a:pt x="21929" y="116965"/>
                  </a:lnTo>
                  <a:lnTo>
                    <a:pt x="19730" y="118349"/>
                  </a:lnTo>
                  <a:lnTo>
                    <a:pt x="18584" y="119071"/>
                  </a:lnTo>
                  <a:lnTo>
                    <a:pt x="20222" y="115942"/>
                  </a:lnTo>
                  <a:lnTo>
                    <a:pt x="21920" y="112700"/>
                  </a:lnTo>
                  <a:lnTo>
                    <a:pt x="17350" y="109762"/>
                  </a:lnTo>
                  <a:lnTo>
                    <a:pt x="17083" y="108601"/>
                  </a:lnTo>
                  <a:lnTo>
                    <a:pt x="16671" y="106677"/>
                  </a:lnTo>
                  <a:lnTo>
                    <a:pt x="17883" y="106272"/>
                  </a:lnTo>
                  <a:lnTo>
                    <a:pt x="22057" y="104879"/>
                  </a:lnTo>
                  <a:lnTo>
                    <a:pt x="22273" y="104807"/>
                  </a:lnTo>
                  <a:lnTo>
                    <a:pt x="21431" y="100795"/>
                  </a:lnTo>
                  <a:lnTo>
                    <a:pt x="21140" y="99411"/>
                  </a:lnTo>
                  <a:lnTo>
                    <a:pt x="20753" y="96374"/>
                  </a:lnTo>
                  <a:lnTo>
                    <a:pt x="21095" y="95199"/>
                  </a:lnTo>
                  <a:lnTo>
                    <a:pt x="21254" y="94296"/>
                  </a:lnTo>
                  <a:lnTo>
                    <a:pt x="20825" y="92088"/>
                  </a:lnTo>
                  <a:lnTo>
                    <a:pt x="21031" y="91705"/>
                  </a:lnTo>
                  <a:lnTo>
                    <a:pt x="21406" y="90458"/>
                  </a:lnTo>
                  <a:lnTo>
                    <a:pt x="19571" y="83661"/>
                  </a:lnTo>
                  <a:lnTo>
                    <a:pt x="18545" y="80333"/>
                  </a:lnTo>
                  <a:lnTo>
                    <a:pt x="18744" y="76730"/>
                  </a:lnTo>
                  <a:lnTo>
                    <a:pt x="18530" y="74327"/>
                  </a:lnTo>
                  <a:lnTo>
                    <a:pt x="18018" y="72716"/>
                  </a:lnTo>
                  <a:lnTo>
                    <a:pt x="17705" y="71305"/>
                  </a:lnTo>
                  <a:lnTo>
                    <a:pt x="17274" y="69362"/>
                  </a:lnTo>
                  <a:lnTo>
                    <a:pt x="16548" y="64611"/>
                  </a:lnTo>
                  <a:lnTo>
                    <a:pt x="16457" y="60823"/>
                  </a:lnTo>
                  <a:lnTo>
                    <a:pt x="16190" y="57693"/>
                  </a:lnTo>
                  <a:lnTo>
                    <a:pt x="16045" y="55990"/>
                  </a:lnTo>
                  <a:lnTo>
                    <a:pt x="15901" y="54908"/>
                  </a:lnTo>
                  <a:lnTo>
                    <a:pt x="15415" y="51270"/>
                  </a:lnTo>
                  <a:lnTo>
                    <a:pt x="14835" y="46289"/>
                  </a:lnTo>
                  <a:lnTo>
                    <a:pt x="13397" y="44390"/>
                  </a:lnTo>
                  <a:lnTo>
                    <a:pt x="10847" y="41022"/>
                  </a:lnTo>
                  <a:lnTo>
                    <a:pt x="3543" y="28659"/>
                  </a:lnTo>
                  <a:lnTo>
                    <a:pt x="0" y="16681"/>
                  </a:lnTo>
                  <a:lnTo>
                    <a:pt x="1583" y="12655"/>
                  </a:lnTo>
                  <a:lnTo>
                    <a:pt x="2574" y="12368"/>
                  </a:lnTo>
                  <a:lnTo>
                    <a:pt x="4489" y="13221"/>
                  </a:lnTo>
                  <a:lnTo>
                    <a:pt x="6198" y="14888"/>
                  </a:lnTo>
                  <a:lnTo>
                    <a:pt x="7139" y="15679"/>
                  </a:lnTo>
                  <a:lnTo>
                    <a:pt x="7478" y="15715"/>
                  </a:lnTo>
                  <a:lnTo>
                    <a:pt x="9054" y="15880"/>
                  </a:lnTo>
                  <a:lnTo>
                    <a:pt x="11066" y="16683"/>
                  </a:lnTo>
                  <a:lnTo>
                    <a:pt x="13420" y="18287"/>
                  </a:lnTo>
                  <a:lnTo>
                    <a:pt x="13864" y="18589"/>
                  </a:lnTo>
                  <a:lnTo>
                    <a:pt x="15827" y="20546"/>
                  </a:lnTo>
                  <a:lnTo>
                    <a:pt x="17202" y="22001"/>
                  </a:lnTo>
                  <a:lnTo>
                    <a:pt x="18429" y="22603"/>
                  </a:lnTo>
                  <a:lnTo>
                    <a:pt x="19950" y="22553"/>
                  </a:lnTo>
                  <a:lnTo>
                    <a:pt x="21637" y="20792"/>
                  </a:lnTo>
                  <a:lnTo>
                    <a:pt x="22552" y="18941"/>
                  </a:lnTo>
                  <a:lnTo>
                    <a:pt x="22503" y="17335"/>
                  </a:lnTo>
                  <a:lnTo>
                    <a:pt x="22462" y="17007"/>
                  </a:lnTo>
                  <a:lnTo>
                    <a:pt x="22385" y="16394"/>
                  </a:lnTo>
                  <a:lnTo>
                    <a:pt x="22257" y="15378"/>
                  </a:lnTo>
                  <a:lnTo>
                    <a:pt x="22620" y="13951"/>
                  </a:lnTo>
                  <a:lnTo>
                    <a:pt x="22945" y="12669"/>
                  </a:lnTo>
                  <a:lnTo>
                    <a:pt x="23921" y="11067"/>
                  </a:lnTo>
                  <a:lnTo>
                    <a:pt x="24564" y="10010"/>
                  </a:lnTo>
                  <a:lnTo>
                    <a:pt x="27362" y="7852"/>
                  </a:lnTo>
                  <a:lnTo>
                    <a:pt x="30157" y="6679"/>
                  </a:lnTo>
                  <a:lnTo>
                    <a:pt x="30946" y="6347"/>
                  </a:lnTo>
                  <a:lnTo>
                    <a:pt x="32418" y="5093"/>
                  </a:lnTo>
                  <a:lnTo>
                    <a:pt x="33396" y="4387"/>
                  </a:lnTo>
                  <a:lnTo>
                    <a:pt x="34087" y="3889"/>
                  </a:lnTo>
                  <a:lnTo>
                    <a:pt x="35314" y="2735"/>
                  </a:lnTo>
                  <a:lnTo>
                    <a:pt x="35512" y="1221"/>
                  </a:lnTo>
                  <a:lnTo>
                    <a:pt x="36620" y="1171"/>
                  </a:lnTo>
                  <a:lnTo>
                    <a:pt x="36959" y="1155"/>
                  </a:lnTo>
                  <a:lnTo>
                    <a:pt x="39501" y="646"/>
                  </a:lnTo>
                  <a:lnTo>
                    <a:pt x="41948" y="156"/>
                  </a:lnTo>
                  <a:lnTo>
                    <a:pt x="42731" y="0"/>
                  </a:lnTo>
                  <a:lnTo>
                    <a:pt x="43465" y="137"/>
                  </a:lnTo>
                  <a:lnTo>
                    <a:pt x="43885" y="216"/>
                  </a:lnTo>
                  <a:lnTo>
                    <a:pt x="44623" y="1251"/>
                  </a:lnTo>
                  <a:lnTo>
                    <a:pt x="45850" y="2973"/>
                  </a:lnTo>
                  <a:lnTo>
                    <a:pt x="47913" y="5869"/>
                  </a:lnTo>
                  <a:lnTo>
                    <a:pt x="48590" y="6350"/>
                  </a:lnTo>
                  <a:lnTo>
                    <a:pt x="49527" y="7352"/>
                  </a:lnTo>
                  <a:lnTo>
                    <a:pt x="51437" y="9550"/>
                  </a:lnTo>
                  <a:lnTo>
                    <a:pt x="52138" y="10358"/>
                  </a:lnTo>
                  <a:lnTo>
                    <a:pt x="52537" y="10683"/>
                  </a:lnTo>
                  <a:lnTo>
                    <a:pt x="56570" y="13976"/>
                  </a:lnTo>
                  <a:lnTo>
                    <a:pt x="57793" y="14974"/>
                  </a:lnTo>
                  <a:lnTo>
                    <a:pt x="62136" y="18361"/>
                  </a:lnTo>
                  <a:lnTo>
                    <a:pt x="63431" y="19371"/>
                  </a:lnTo>
                  <a:lnTo>
                    <a:pt x="64723" y="19960"/>
                  </a:lnTo>
                  <a:lnTo>
                    <a:pt x="65026" y="20098"/>
                  </a:lnTo>
                  <a:lnTo>
                    <a:pt x="65864" y="20659"/>
                  </a:lnTo>
                  <a:lnTo>
                    <a:pt x="66123" y="20833"/>
                  </a:lnTo>
                  <a:lnTo>
                    <a:pt x="66344" y="20910"/>
                  </a:lnTo>
                  <a:lnTo>
                    <a:pt x="67636" y="21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g46"/>
            <p:cNvSpPr/>
            <p:nvPr/>
          </p:nvSpPr>
          <p:spPr>
            <a:xfrm>
              <a:off x="2793608" y="3487238"/>
              <a:ext cx="189989" cy="136689"/>
            </a:xfrm>
            <a:custGeom>
              <a:avLst/>
              <a:pathLst>
                <a:path w="189989" h="136689">
                  <a:moveTo>
                    <a:pt x="30031" y="9748"/>
                  </a:moveTo>
                  <a:lnTo>
                    <a:pt x="37020" y="17657"/>
                  </a:lnTo>
                  <a:lnTo>
                    <a:pt x="37644" y="18363"/>
                  </a:lnTo>
                  <a:lnTo>
                    <a:pt x="38508" y="19447"/>
                  </a:lnTo>
                  <a:lnTo>
                    <a:pt x="38885" y="20218"/>
                  </a:lnTo>
                  <a:lnTo>
                    <a:pt x="39254" y="20972"/>
                  </a:lnTo>
                  <a:lnTo>
                    <a:pt x="39450" y="22056"/>
                  </a:lnTo>
                  <a:lnTo>
                    <a:pt x="39294" y="24564"/>
                  </a:lnTo>
                  <a:lnTo>
                    <a:pt x="38897" y="30917"/>
                  </a:lnTo>
                  <a:lnTo>
                    <a:pt x="38893" y="31303"/>
                  </a:lnTo>
                  <a:lnTo>
                    <a:pt x="38956" y="31474"/>
                  </a:lnTo>
                  <a:lnTo>
                    <a:pt x="39055" y="31742"/>
                  </a:lnTo>
                  <a:lnTo>
                    <a:pt x="39038" y="32027"/>
                  </a:lnTo>
                  <a:lnTo>
                    <a:pt x="52887" y="33140"/>
                  </a:lnTo>
                  <a:lnTo>
                    <a:pt x="53475" y="33187"/>
                  </a:lnTo>
                  <a:lnTo>
                    <a:pt x="56630" y="33441"/>
                  </a:lnTo>
                  <a:lnTo>
                    <a:pt x="60843" y="33780"/>
                  </a:lnTo>
                  <a:lnTo>
                    <a:pt x="61734" y="33851"/>
                  </a:lnTo>
                  <a:lnTo>
                    <a:pt x="62250" y="33893"/>
                  </a:lnTo>
                  <a:lnTo>
                    <a:pt x="63112" y="33966"/>
                  </a:lnTo>
                  <a:lnTo>
                    <a:pt x="63042" y="34796"/>
                  </a:lnTo>
                  <a:lnTo>
                    <a:pt x="63021" y="35045"/>
                  </a:lnTo>
                  <a:lnTo>
                    <a:pt x="62903" y="36454"/>
                  </a:lnTo>
                  <a:lnTo>
                    <a:pt x="62776" y="37968"/>
                  </a:lnTo>
                  <a:lnTo>
                    <a:pt x="62701" y="38851"/>
                  </a:lnTo>
                  <a:lnTo>
                    <a:pt x="62569" y="40421"/>
                  </a:lnTo>
                  <a:lnTo>
                    <a:pt x="62534" y="40952"/>
                  </a:lnTo>
                  <a:lnTo>
                    <a:pt x="62495" y="41528"/>
                  </a:lnTo>
                  <a:lnTo>
                    <a:pt x="63314" y="41568"/>
                  </a:lnTo>
                  <a:lnTo>
                    <a:pt x="63696" y="41587"/>
                  </a:lnTo>
                  <a:lnTo>
                    <a:pt x="66946" y="41747"/>
                  </a:lnTo>
                  <a:lnTo>
                    <a:pt x="67310" y="41765"/>
                  </a:lnTo>
                  <a:lnTo>
                    <a:pt x="67598" y="41779"/>
                  </a:lnTo>
                  <a:lnTo>
                    <a:pt x="69317" y="41864"/>
                  </a:lnTo>
                  <a:lnTo>
                    <a:pt x="70915" y="41942"/>
                  </a:lnTo>
                  <a:lnTo>
                    <a:pt x="71992" y="41995"/>
                  </a:lnTo>
                  <a:lnTo>
                    <a:pt x="73032" y="42047"/>
                  </a:lnTo>
                  <a:lnTo>
                    <a:pt x="73460" y="42068"/>
                  </a:lnTo>
                  <a:lnTo>
                    <a:pt x="74531" y="42120"/>
                  </a:lnTo>
                  <a:lnTo>
                    <a:pt x="75239" y="42155"/>
                  </a:lnTo>
                  <a:lnTo>
                    <a:pt x="77772" y="42280"/>
                  </a:lnTo>
                  <a:lnTo>
                    <a:pt x="78117" y="42297"/>
                  </a:lnTo>
                  <a:lnTo>
                    <a:pt x="85164" y="42702"/>
                  </a:lnTo>
                  <a:lnTo>
                    <a:pt x="92372" y="43116"/>
                  </a:lnTo>
                  <a:lnTo>
                    <a:pt x="99299" y="43568"/>
                  </a:lnTo>
                  <a:lnTo>
                    <a:pt x="104858" y="43931"/>
                  </a:lnTo>
                  <a:lnTo>
                    <a:pt x="107275" y="44088"/>
                  </a:lnTo>
                  <a:lnTo>
                    <a:pt x="109167" y="44212"/>
                  </a:lnTo>
                  <a:lnTo>
                    <a:pt x="109666" y="44213"/>
                  </a:lnTo>
                  <a:lnTo>
                    <a:pt x="110061" y="44213"/>
                  </a:lnTo>
                  <a:lnTo>
                    <a:pt x="111554" y="44185"/>
                  </a:lnTo>
                  <a:lnTo>
                    <a:pt x="113782" y="44142"/>
                  </a:lnTo>
                  <a:lnTo>
                    <a:pt x="115443" y="46867"/>
                  </a:lnTo>
                  <a:lnTo>
                    <a:pt x="117036" y="45976"/>
                  </a:lnTo>
                  <a:lnTo>
                    <a:pt x="121930" y="43240"/>
                  </a:lnTo>
                  <a:lnTo>
                    <a:pt x="122102" y="43144"/>
                  </a:lnTo>
                  <a:lnTo>
                    <a:pt x="125874" y="41036"/>
                  </a:lnTo>
                  <a:lnTo>
                    <a:pt x="128066" y="39810"/>
                  </a:lnTo>
                  <a:lnTo>
                    <a:pt x="131392" y="37931"/>
                  </a:lnTo>
                  <a:lnTo>
                    <a:pt x="131821" y="37619"/>
                  </a:lnTo>
                  <a:lnTo>
                    <a:pt x="132011" y="37464"/>
                  </a:lnTo>
                  <a:lnTo>
                    <a:pt x="132269" y="37254"/>
                  </a:lnTo>
                  <a:lnTo>
                    <a:pt x="132669" y="36929"/>
                  </a:lnTo>
                  <a:lnTo>
                    <a:pt x="134197" y="35687"/>
                  </a:lnTo>
                  <a:lnTo>
                    <a:pt x="134521" y="35424"/>
                  </a:lnTo>
                  <a:lnTo>
                    <a:pt x="143386" y="30031"/>
                  </a:lnTo>
                  <a:lnTo>
                    <a:pt x="145870" y="28540"/>
                  </a:lnTo>
                  <a:lnTo>
                    <a:pt x="150131" y="25980"/>
                  </a:lnTo>
                  <a:lnTo>
                    <a:pt x="164993" y="16746"/>
                  </a:lnTo>
                  <a:lnTo>
                    <a:pt x="169742" y="14333"/>
                  </a:lnTo>
                  <a:lnTo>
                    <a:pt x="173668" y="11574"/>
                  </a:lnTo>
                  <a:lnTo>
                    <a:pt x="176859" y="8187"/>
                  </a:lnTo>
                  <a:lnTo>
                    <a:pt x="178485" y="5291"/>
                  </a:lnTo>
                  <a:lnTo>
                    <a:pt x="178086" y="8689"/>
                  </a:lnTo>
                  <a:lnTo>
                    <a:pt x="179313" y="17093"/>
                  </a:lnTo>
                  <a:lnTo>
                    <a:pt x="181031" y="23490"/>
                  </a:lnTo>
                  <a:lnTo>
                    <a:pt x="181522" y="27127"/>
                  </a:lnTo>
                  <a:lnTo>
                    <a:pt x="182626" y="31894"/>
                  </a:lnTo>
                  <a:lnTo>
                    <a:pt x="183025" y="35407"/>
                  </a:lnTo>
                  <a:lnTo>
                    <a:pt x="183080" y="35737"/>
                  </a:lnTo>
                  <a:lnTo>
                    <a:pt x="183437" y="37935"/>
                  </a:lnTo>
                  <a:lnTo>
                    <a:pt x="183688" y="39474"/>
                  </a:lnTo>
                  <a:lnTo>
                    <a:pt x="184350" y="44405"/>
                  </a:lnTo>
                  <a:lnTo>
                    <a:pt x="184574" y="46075"/>
                  </a:lnTo>
                  <a:lnTo>
                    <a:pt x="184632" y="46619"/>
                  </a:lnTo>
                  <a:lnTo>
                    <a:pt x="185572" y="50081"/>
                  </a:lnTo>
                  <a:lnTo>
                    <a:pt x="188149" y="53719"/>
                  </a:lnTo>
                  <a:lnTo>
                    <a:pt x="189989" y="58485"/>
                  </a:lnTo>
                  <a:lnTo>
                    <a:pt x="189253" y="60743"/>
                  </a:lnTo>
                  <a:lnTo>
                    <a:pt x="186676" y="64631"/>
                  </a:lnTo>
                  <a:lnTo>
                    <a:pt x="183851" y="69668"/>
                  </a:lnTo>
                  <a:lnTo>
                    <a:pt x="180251" y="71993"/>
                  </a:lnTo>
                  <a:lnTo>
                    <a:pt x="179397" y="72545"/>
                  </a:lnTo>
                  <a:lnTo>
                    <a:pt x="176204" y="74986"/>
                  </a:lnTo>
                  <a:lnTo>
                    <a:pt x="170499" y="77180"/>
                  </a:lnTo>
                  <a:lnTo>
                    <a:pt x="166852" y="78583"/>
                  </a:lnTo>
                  <a:lnTo>
                    <a:pt x="158271" y="84482"/>
                  </a:lnTo>
                  <a:lnTo>
                    <a:pt x="154703" y="95215"/>
                  </a:lnTo>
                  <a:lnTo>
                    <a:pt x="154187" y="96765"/>
                  </a:lnTo>
                  <a:lnTo>
                    <a:pt x="152366" y="105458"/>
                  </a:lnTo>
                  <a:lnTo>
                    <a:pt x="152008" y="107365"/>
                  </a:lnTo>
                  <a:lnTo>
                    <a:pt x="151956" y="107643"/>
                  </a:lnTo>
                  <a:lnTo>
                    <a:pt x="151791" y="108521"/>
                  </a:lnTo>
                  <a:lnTo>
                    <a:pt x="152255" y="108699"/>
                  </a:lnTo>
                  <a:lnTo>
                    <a:pt x="151410" y="110468"/>
                  </a:lnTo>
                  <a:lnTo>
                    <a:pt x="147035" y="119465"/>
                  </a:lnTo>
                  <a:lnTo>
                    <a:pt x="146516" y="120539"/>
                  </a:lnTo>
                  <a:lnTo>
                    <a:pt x="146411" y="120774"/>
                  </a:lnTo>
                  <a:lnTo>
                    <a:pt x="143975" y="126212"/>
                  </a:lnTo>
                  <a:lnTo>
                    <a:pt x="141656" y="131391"/>
                  </a:lnTo>
                  <a:lnTo>
                    <a:pt x="138863" y="130087"/>
                  </a:lnTo>
                  <a:lnTo>
                    <a:pt x="138624" y="130544"/>
                  </a:lnTo>
                  <a:lnTo>
                    <a:pt x="138020" y="131703"/>
                  </a:lnTo>
                  <a:lnTo>
                    <a:pt x="135310" y="136689"/>
                  </a:lnTo>
                  <a:lnTo>
                    <a:pt x="128366" y="128668"/>
                  </a:lnTo>
                  <a:lnTo>
                    <a:pt x="125000" y="124781"/>
                  </a:lnTo>
                  <a:lnTo>
                    <a:pt x="124766" y="124510"/>
                  </a:lnTo>
                  <a:lnTo>
                    <a:pt x="118790" y="117608"/>
                  </a:lnTo>
                  <a:lnTo>
                    <a:pt x="116012" y="114398"/>
                  </a:lnTo>
                  <a:lnTo>
                    <a:pt x="114558" y="113269"/>
                  </a:lnTo>
                  <a:lnTo>
                    <a:pt x="113838" y="112710"/>
                  </a:lnTo>
                  <a:lnTo>
                    <a:pt x="111268" y="112120"/>
                  </a:lnTo>
                  <a:lnTo>
                    <a:pt x="109161" y="111636"/>
                  </a:lnTo>
                  <a:lnTo>
                    <a:pt x="103824" y="110412"/>
                  </a:lnTo>
                  <a:lnTo>
                    <a:pt x="101947" y="109960"/>
                  </a:lnTo>
                  <a:lnTo>
                    <a:pt x="102048" y="107241"/>
                  </a:lnTo>
                  <a:lnTo>
                    <a:pt x="101341" y="107199"/>
                  </a:lnTo>
                  <a:lnTo>
                    <a:pt x="100957" y="107176"/>
                  </a:lnTo>
                  <a:lnTo>
                    <a:pt x="98586" y="107036"/>
                  </a:lnTo>
                  <a:lnTo>
                    <a:pt x="98090" y="107007"/>
                  </a:lnTo>
                  <a:lnTo>
                    <a:pt x="97885" y="106994"/>
                  </a:lnTo>
                  <a:lnTo>
                    <a:pt x="97277" y="106959"/>
                  </a:lnTo>
                  <a:lnTo>
                    <a:pt x="94898" y="106818"/>
                  </a:lnTo>
                  <a:lnTo>
                    <a:pt x="90800" y="106575"/>
                  </a:lnTo>
                  <a:lnTo>
                    <a:pt x="88157" y="106419"/>
                  </a:lnTo>
                  <a:lnTo>
                    <a:pt x="87452" y="106358"/>
                  </a:lnTo>
                  <a:lnTo>
                    <a:pt x="82737" y="105950"/>
                  </a:lnTo>
                  <a:lnTo>
                    <a:pt x="82336" y="105922"/>
                  </a:lnTo>
                  <a:lnTo>
                    <a:pt x="80708" y="106178"/>
                  </a:lnTo>
                  <a:lnTo>
                    <a:pt x="80334" y="106538"/>
                  </a:lnTo>
                  <a:lnTo>
                    <a:pt x="79910" y="106946"/>
                  </a:lnTo>
                  <a:lnTo>
                    <a:pt x="74094" y="106394"/>
                  </a:lnTo>
                  <a:lnTo>
                    <a:pt x="73129" y="105840"/>
                  </a:lnTo>
                  <a:lnTo>
                    <a:pt x="72916" y="105717"/>
                  </a:lnTo>
                  <a:lnTo>
                    <a:pt x="72670" y="105704"/>
                  </a:lnTo>
                  <a:lnTo>
                    <a:pt x="65641" y="105336"/>
                  </a:lnTo>
                  <a:lnTo>
                    <a:pt x="59024" y="104989"/>
                  </a:lnTo>
                  <a:lnTo>
                    <a:pt x="56153" y="104700"/>
                  </a:lnTo>
                  <a:lnTo>
                    <a:pt x="56459" y="104259"/>
                  </a:lnTo>
                  <a:lnTo>
                    <a:pt x="57156" y="103258"/>
                  </a:lnTo>
                  <a:lnTo>
                    <a:pt x="57307" y="103026"/>
                  </a:lnTo>
                  <a:lnTo>
                    <a:pt x="57482" y="102609"/>
                  </a:lnTo>
                  <a:lnTo>
                    <a:pt x="57581" y="102373"/>
                  </a:lnTo>
                  <a:lnTo>
                    <a:pt x="57735" y="102005"/>
                  </a:lnTo>
                  <a:lnTo>
                    <a:pt x="57858" y="101712"/>
                  </a:lnTo>
                  <a:lnTo>
                    <a:pt x="58292" y="100676"/>
                  </a:lnTo>
                  <a:lnTo>
                    <a:pt x="58372" y="100483"/>
                  </a:lnTo>
                  <a:lnTo>
                    <a:pt x="58533" y="99580"/>
                  </a:lnTo>
                  <a:lnTo>
                    <a:pt x="58597" y="99221"/>
                  </a:lnTo>
                  <a:lnTo>
                    <a:pt x="58670" y="98815"/>
                  </a:lnTo>
                  <a:lnTo>
                    <a:pt x="58740" y="98424"/>
                  </a:lnTo>
                  <a:lnTo>
                    <a:pt x="59270" y="90182"/>
                  </a:lnTo>
                  <a:lnTo>
                    <a:pt x="59294" y="89816"/>
                  </a:lnTo>
                  <a:lnTo>
                    <a:pt x="59340" y="89096"/>
                  </a:lnTo>
                  <a:lnTo>
                    <a:pt x="59395" y="88240"/>
                  </a:lnTo>
                  <a:lnTo>
                    <a:pt x="59407" y="88059"/>
                  </a:lnTo>
                  <a:lnTo>
                    <a:pt x="59438" y="87577"/>
                  </a:lnTo>
                  <a:lnTo>
                    <a:pt x="59449" y="87394"/>
                  </a:lnTo>
                  <a:lnTo>
                    <a:pt x="59484" y="86857"/>
                  </a:lnTo>
                  <a:lnTo>
                    <a:pt x="59616" y="84386"/>
                  </a:lnTo>
                  <a:lnTo>
                    <a:pt x="59625" y="84208"/>
                  </a:lnTo>
                  <a:lnTo>
                    <a:pt x="59731" y="82220"/>
                  </a:lnTo>
                  <a:lnTo>
                    <a:pt x="59747" y="81921"/>
                  </a:lnTo>
                  <a:lnTo>
                    <a:pt x="59764" y="81600"/>
                  </a:lnTo>
                  <a:lnTo>
                    <a:pt x="59805" y="80836"/>
                  </a:lnTo>
                  <a:lnTo>
                    <a:pt x="59921" y="78677"/>
                  </a:lnTo>
                  <a:lnTo>
                    <a:pt x="60070" y="75881"/>
                  </a:lnTo>
                  <a:lnTo>
                    <a:pt x="51404" y="75301"/>
                  </a:lnTo>
                  <a:lnTo>
                    <a:pt x="51439" y="74796"/>
                  </a:lnTo>
                  <a:lnTo>
                    <a:pt x="51454" y="74569"/>
                  </a:lnTo>
                  <a:lnTo>
                    <a:pt x="51525" y="73551"/>
                  </a:lnTo>
                  <a:lnTo>
                    <a:pt x="51640" y="71875"/>
                  </a:lnTo>
                  <a:lnTo>
                    <a:pt x="51687" y="71190"/>
                  </a:lnTo>
                  <a:lnTo>
                    <a:pt x="51698" y="71033"/>
                  </a:lnTo>
                  <a:lnTo>
                    <a:pt x="51724" y="70656"/>
                  </a:lnTo>
                  <a:lnTo>
                    <a:pt x="51785" y="69776"/>
                  </a:lnTo>
                  <a:lnTo>
                    <a:pt x="51814" y="69353"/>
                  </a:lnTo>
                  <a:lnTo>
                    <a:pt x="51849" y="68838"/>
                  </a:lnTo>
                  <a:lnTo>
                    <a:pt x="52028" y="66246"/>
                  </a:lnTo>
                  <a:lnTo>
                    <a:pt x="52049" y="65946"/>
                  </a:lnTo>
                  <a:lnTo>
                    <a:pt x="52103" y="65155"/>
                  </a:lnTo>
                  <a:lnTo>
                    <a:pt x="52115" y="64984"/>
                  </a:lnTo>
                  <a:lnTo>
                    <a:pt x="44299" y="64579"/>
                  </a:lnTo>
                  <a:lnTo>
                    <a:pt x="44522" y="66246"/>
                  </a:lnTo>
                  <a:lnTo>
                    <a:pt x="44589" y="66749"/>
                  </a:lnTo>
                  <a:lnTo>
                    <a:pt x="44668" y="67344"/>
                  </a:lnTo>
                  <a:lnTo>
                    <a:pt x="44712" y="67729"/>
                  </a:lnTo>
                  <a:lnTo>
                    <a:pt x="45435" y="74186"/>
                  </a:lnTo>
                  <a:lnTo>
                    <a:pt x="41818" y="74045"/>
                  </a:lnTo>
                  <a:lnTo>
                    <a:pt x="41762" y="73148"/>
                  </a:lnTo>
                  <a:lnTo>
                    <a:pt x="32726" y="73639"/>
                  </a:lnTo>
                  <a:lnTo>
                    <a:pt x="32453" y="72833"/>
                  </a:lnTo>
                  <a:lnTo>
                    <a:pt x="32288" y="72344"/>
                  </a:lnTo>
                  <a:lnTo>
                    <a:pt x="32123" y="71858"/>
                  </a:lnTo>
                  <a:lnTo>
                    <a:pt x="31986" y="71451"/>
                  </a:lnTo>
                  <a:lnTo>
                    <a:pt x="31607" y="70333"/>
                  </a:lnTo>
                  <a:lnTo>
                    <a:pt x="31513" y="70054"/>
                  </a:lnTo>
                  <a:lnTo>
                    <a:pt x="31077" y="68769"/>
                  </a:lnTo>
                  <a:lnTo>
                    <a:pt x="30740" y="67968"/>
                  </a:lnTo>
                  <a:lnTo>
                    <a:pt x="30348" y="67038"/>
                  </a:lnTo>
                  <a:lnTo>
                    <a:pt x="29717" y="65539"/>
                  </a:lnTo>
                  <a:lnTo>
                    <a:pt x="29659" y="65402"/>
                  </a:lnTo>
                  <a:lnTo>
                    <a:pt x="29430" y="64858"/>
                  </a:lnTo>
                  <a:lnTo>
                    <a:pt x="28943" y="63702"/>
                  </a:lnTo>
                  <a:lnTo>
                    <a:pt x="28781" y="63551"/>
                  </a:lnTo>
                  <a:lnTo>
                    <a:pt x="28460" y="63252"/>
                  </a:lnTo>
                  <a:lnTo>
                    <a:pt x="27973" y="62799"/>
                  </a:lnTo>
                  <a:lnTo>
                    <a:pt x="27524" y="62381"/>
                  </a:lnTo>
                  <a:lnTo>
                    <a:pt x="27123" y="62008"/>
                  </a:lnTo>
                  <a:lnTo>
                    <a:pt x="26573" y="61496"/>
                  </a:lnTo>
                  <a:lnTo>
                    <a:pt x="24969" y="60004"/>
                  </a:lnTo>
                  <a:lnTo>
                    <a:pt x="25068" y="59625"/>
                  </a:lnTo>
                  <a:lnTo>
                    <a:pt x="25473" y="58079"/>
                  </a:lnTo>
                  <a:lnTo>
                    <a:pt x="25910" y="56409"/>
                  </a:lnTo>
                  <a:lnTo>
                    <a:pt x="25894" y="55808"/>
                  </a:lnTo>
                  <a:lnTo>
                    <a:pt x="25839" y="53681"/>
                  </a:lnTo>
                  <a:lnTo>
                    <a:pt x="24374" y="50843"/>
                  </a:lnTo>
                  <a:lnTo>
                    <a:pt x="23772" y="49649"/>
                  </a:lnTo>
                  <a:lnTo>
                    <a:pt x="22129" y="48593"/>
                  </a:lnTo>
                  <a:lnTo>
                    <a:pt x="20289" y="46710"/>
                  </a:lnTo>
                  <a:lnTo>
                    <a:pt x="17882" y="44832"/>
                  </a:lnTo>
                  <a:lnTo>
                    <a:pt x="16138" y="40113"/>
                  </a:lnTo>
                  <a:lnTo>
                    <a:pt x="16041" y="39849"/>
                  </a:lnTo>
                  <a:lnTo>
                    <a:pt x="15795" y="39185"/>
                  </a:lnTo>
                  <a:lnTo>
                    <a:pt x="13526" y="36574"/>
                  </a:lnTo>
                  <a:lnTo>
                    <a:pt x="12053" y="33965"/>
                  </a:lnTo>
                  <a:lnTo>
                    <a:pt x="11906" y="32711"/>
                  </a:lnTo>
                  <a:lnTo>
                    <a:pt x="11614" y="32179"/>
                  </a:lnTo>
                  <a:lnTo>
                    <a:pt x="4763" y="31555"/>
                  </a:lnTo>
                  <a:lnTo>
                    <a:pt x="7496" y="24833"/>
                  </a:lnTo>
                  <a:lnTo>
                    <a:pt x="4446" y="24591"/>
                  </a:lnTo>
                  <a:lnTo>
                    <a:pt x="2941" y="24471"/>
                  </a:lnTo>
                  <a:lnTo>
                    <a:pt x="3105" y="22726"/>
                  </a:lnTo>
                  <a:lnTo>
                    <a:pt x="3491" y="18611"/>
                  </a:lnTo>
                  <a:lnTo>
                    <a:pt x="0" y="17023"/>
                  </a:lnTo>
                  <a:lnTo>
                    <a:pt x="1023" y="15677"/>
                  </a:lnTo>
                  <a:lnTo>
                    <a:pt x="2522" y="13880"/>
                  </a:lnTo>
                  <a:lnTo>
                    <a:pt x="2680" y="13690"/>
                  </a:lnTo>
                  <a:lnTo>
                    <a:pt x="8665" y="6511"/>
                  </a:lnTo>
                  <a:lnTo>
                    <a:pt x="8059" y="4957"/>
                  </a:lnTo>
                  <a:lnTo>
                    <a:pt x="7890" y="4524"/>
                  </a:lnTo>
                  <a:lnTo>
                    <a:pt x="9269" y="3148"/>
                  </a:lnTo>
                  <a:lnTo>
                    <a:pt x="12793" y="5920"/>
                  </a:lnTo>
                  <a:lnTo>
                    <a:pt x="13069" y="6137"/>
                  </a:lnTo>
                  <a:lnTo>
                    <a:pt x="16743" y="9389"/>
                  </a:lnTo>
                  <a:lnTo>
                    <a:pt x="18324" y="10788"/>
                  </a:lnTo>
                  <a:lnTo>
                    <a:pt x="19310" y="11602"/>
                  </a:lnTo>
                  <a:lnTo>
                    <a:pt x="19509" y="11431"/>
                  </a:lnTo>
                  <a:lnTo>
                    <a:pt x="19997" y="11013"/>
                  </a:lnTo>
                  <a:lnTo>
                    <a:pt x="20709" y="10404"/>
                  </a:lnTo>
                  <a:lnTo>
                    <a:pt x="21538" y="8577"/>
                  </a:lnTo>
                  <a:lnTo>
                    <a:pt x="18996" y="6465"/>
                  </a:lnTo>
                  <a:lnTo>
                    <a:pt x="16319" y="4241"/>
                  </a:lnTo>
                  <a:lnTo>
                    <a:pt x="15145" y="3265"/>
                  </a:lnTo>
                  <a:lnTo>
                    <a:pt x="15049" y="3095"/>
                  </a:lnTo>
                  <a:lnTo>
                    <a:pt x="16902" y="463"/>
                  </a:lnTo>
                  <a:lnTo>
                    <a:pt x="17221" y="0"/>
                  </a:lnTo>
                  <a:lnTo>
                    <a:pt x="25731" y="5969"/>
                  </a:lnTo>
                  <a:lnTo>
                    <a:pt x="26416" y="6450"/>
                  </a:lnTo>
                  <a:lnTo>
                    <a:pt x="27091" y="7065"/>
                  </a:lnTo>
                  <a:lnTo>
                    <a:pt x="28635" y="8475"/>
                  </a:lnTo>
                  <a:lnTo>
                    <a:pt x="29208" y="899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g47"/>
            <p:cNvSpPr/>
            <p:nvPr/>
          </p:nvSpPr>
          <p:spPr>
            <a:xfrm>
              <a:off x="2844027" y="3591938"/>
              <a:ext cx="187314" cy="113192"/>
            </a:xfrm>
            <a:custGeom>
              <a:avLst/>
              <a:pathLst>
                <a:path w="187314" h="113192">
                  <a:moveTo>
                    <a:pt x="23675" y="1694"/>
                  </a:moveTo>
                  <a:lnTo>
                    <a:pt x="29491" y="2246"/>
                  </a:lnTo>
                  <a:lnTo>
                    <a:pt x="29915" y="1838"/>
                  </a:lnTo>
                  <a:lnTo>
                    <a:pt x="30289" y="1478"/>
                  </a:lnTo>
                  <a:lnTo>
                    <a:pt x="31946" y="1217"/>
                  </a:lnTo>
                  <a:lnTo>
                    <a:pt x="32318" y="1249"/>
                  </a:lnTo>
                  <a:lnTo>
                    <a:pt x="37034" y="1658"/>
                  </a:lnTo>
                  <a:lnTo>
                    <a:pt x="37738" y="1719"/>
                  </a:lnTo>
                  <a:lnTo>
                    <a:pt x="40382" y="1875"/>
                  </a:lnTo>
                  <a:lnTo>
                    <a:pt x="44479" y="2117"/>
                  </a:lnTo>
                  <a:lnTo>
                    <a:pt x="46858" y="2258"/>
                  </a:lnTo>
                  <a:lnTo>
                    <a:pt x="47466" y="2294"/>
                  </a:lnTo>
                  <a:lnTo>
                    <a:pt x="47671" y="2306"/>
                  </a:lnTo>
                  <a:lnTo>
                    <a:pt x="48167" y="2336"/>
                  </a:lnTo>
                  <a:lnTo>
                    <a:pt x="50538" y="2476"/>
                  </a:lnTo>
                  <a:lnTo>
                    <a:pt x="50922" y="2499"/>
                  </a:lnTo>
                  <a:lnTo>
                    <a:pt x="51629" y="2540"/>
                  </a:lnTo>
                  <a:lnTo>
                    <a:pt x="51527" y="5280"/>
                  </a:lnTo>
                  <a:lnTo>
                    <a:pt x="53406" y="5711"/>
                  </a:lnTo>
                  <a:lnTo>
                    <a:pt x="58742" y="6936"/>
                  </a:lnTo>
                  <a:lnTo>
                    <a:pt x="60849" y="7420"/>
                  </a:lnTo>
                  <a:lnTo>
                    <a:pt x="63419" y="8009"/>
                  </a:lnTo>
                  <a:lnTo>
                    <a:pt x="64139" y="8569"/>
                  </a:lnTo>
                  <a:lnTo>
                    <a:pt x="65597" y="9703"/>
                  </a:lnTo>
                  <a:lnTo>
                    <a:pt x="68372" y="12907"/>
                  </a:lnTo>
                  <a:lnTo>
                    <a:pt x="74347" y="19810"/>
                  </a:lnTo>
                  <a:lnTo>
                    <a:pt x="74581" y="20080"/>
                  </a:lnTo>
                  <a:lnTo>
                    <a:pt x="77947" y="23968"/>
                  </a:lnTo>
                  <a:lnTo>
                    <a:pt x="84959" y="32067"/>
                  </a:lnTo>
                  <a:lnTo>
                    <a:pt x="87601" y="27003"/>
                  </a:lnTo>
                  <a:lnTo>
                    <a:pt x="88205" y="25844"/>
                  </a:lnTo>
                  <a:lnTo>
                    <a:pt x="88472" y="25400"/>
                  </a:lnTo>
                  <a:lnTo>
                    <a:pt x="91237" y="26690"/>
                  </a:lnTo>
                  <a:lnTo>
                    <a:pt x="93556" y="21512"/>
                  </a:lnTo>
                  <a:lnTo>
                    <a:pt x="95992" y="16074"/>
                  </a:lnTo>
                  <a:lnTo>
                    <a:pt x="96139" y="15745"/>
                  </a:lnTo>
                  <a:lnTo>
                    <a:pt x="96616" y="14765"/>
                  </a:lnTo>
                  <a:lnTo>
                    <a:pt x="101017" y="5714"/>
                  </a:lnTo>
                  <a:lnTo>
                    <a:pt x="101836" y="3998"/>
                  </a:lnTo>
                  <a:lnTo>
                    <a:pt x="106988" y="6514"/>
                  </a:lnTo>
                  <a:lnTo>
                    <a:pt x="107961" y="6989"/>
                  </a:lnTo>
                  <a:lnTo>
                    <a:pt x="109268" y="7571"/>
                  </a:lnTo>
                  <a:lnTo>
                    <a:pt x="112376" y="8954"/>
                  </a:lnTo>
                  <a:lnTo>
                    <a:pt x="114828" y="10046"/>
                  </a:lnTo>
                  <a:lnTo>
                    <a:pt x="115579" y="10381"/>
                  </a:lnTo>
                  <a:lnTo>
                    <a:pt x="114778" y="12448"/>
                  </a:lnTo>
                  <a:lnTo>
                    <a:pt x="114474" y="13233"/>
                  </a:lnTo>
                  <a:lnTo>
                    <a:pt x="115574" y="13735"/>
                  </a:lnTo>
                  <a:lnTo>
                    <a:pt x="120701" y="16077"/>
                  </a:lnTo>
                  <a:lnTo>
                    <a:pt x="122837" y="12628"/>
                  </a:lnTo>
                  <a:lnTo>
                    <a:pt x="123792" y="12366"/>
                  </a:lnTo>
                  <a:lnTo>
                    <a:pt x="124109" y="12280"/>
                  </a:lnTo>
                  <a:lnTo>
                    <a:pt x="124869" y="12072"/>
                  </a:lnTo>
                  <a:lnTo>
                    <a:pt x="125686" y="11553"/>
                  </a:lnTo>
                  <a:lnTo>
                    <a:pt x="125823" y="11408"/>
                  </a:lnTo>
                  <a:lnTo>
                    <a:pt x="126232" y="10949"/>
                  </a:lnTo>
                  <a:lnTo>
                    <a:pt x="126594" y="11057"/>
                  </a:lnTo>
                  <a:lnTo>
                    <a:pt x="130714" y="11948"/>
                  </a:lnTo>
                  <a:lnTo>
                    <a:pt x="131119" y="12036"/>
                  </a:lnTo>
                  <a:lnTo>
                    <a:pt x="135303" y="12942"/>
                  </a:lnTo>
                  <a:lnTo>
                    <a:pt x="135942" y="13080"/>
                  </a:lnTo>
                  <a:lnTo>
                    <a:pt x="136927" y="13289"/>
                  </a:lnTo>
                  <a:lnTo>
                    <a:pt x="140170" y="13929"/>
                  </a:lnTo>
                  <a:lnTo>
                    <a:pt x="140446" y="13991"/>
                  </a:lnTo>
                  <a:lnTo>
                    <a:pt x="142417" y="17680"/>
                  </a:lnTo>
                  <a:lnTo>
                    <a:pt x="142979" y="18733"/>
                  </a:lnTo>
                  <a:lnTo>
                    <a:pt x="142224" y="19199"/>
                  </a:lnTo>
                  <a:lnTo>
                    <a:pt x="141929" y="19381"/>
                  </a:lnTo>
                  <a:lnTo>
                    <a:pt x="143287" y="21116"/>
                  </a:lnTo>
                  <a:lnTo>
                    <a:pt x="144017" y="22048"/>
                  </a:lnTo>
                  <a:lnTo>
                    <a:pt x="143043" y="22725"/>
                  </a:lnTo>
                  <a:lnTo>
                    <a:pt x="143320" y="23315"/>
                  </a:lnTo>
                  <a:lnTo>
                    <a:pt x="143483" y="23697"/>
                  </a:lnTo>
                  <a:lnTo>
                    <a:pt x="143811" y="24504"/>
                  </a:lnTo>
                  <a:lnTo>
                    <a:pt x="143915" y="24845"/>
                  </a:lnTo>
                  <a:lnTo>
                    <a:pt x="144080" y="25390"/>
                  </a:lnTo>
                  <a:lnTo>
                    <a:pt x="144220" y="25850"/>
                  </a:lnTo>
                  <a:lnTo>
                    <a:pt x="144323" y="26190"/>
                  </a:lnTo>
                  <a:lnTo>
                    <a:pt x="144479" y="26790"/>
                  </a:lnTo>
                  <a:lnTo>
                    <a:pt x="144730" y="27751"/>
                  </a:lnTo>
                  <a:lnTo>
                    <a:pt x="145225" y="29655"/>
                  </a:lnTo>
                  <a:lnTo>
                    <a:pt x="146149" y="33201"/>
                  </a:lnTo>
                  <a:lnTo>
                    <a:pt x="146299" y="33779"/>
                  </a:lnTo>
                  <a:lnTo>
                    <a:pt x="146423" y="34011"/>
                  </a:lnTo>
                  <a:lnTo>
                    <a:pt x="146509" y="34170"/>
                  </a:lnTo>
                  <a:lnTo>
                    <a:pt x="146790" y="34695"/>
                  </a:lnTo>
                  <a:lnTo>
                    <a:pt x="149991" y="38551"/>
                  </a:lnTo>
                  <a:lnTo>
                    <a:pt x="151038" y="39812"/>
                  </a:lnTo>
                  <a:lnTo>
                    <a:pt x="151588" y="40475"/>
                  </a:lnTo>
                  <a:lnTo>
                    <a:pt x="151622" y="40741"/>
                  </a:lnTo>
                  <a:lnTo>
                    <a:pt x="151384" y="40927"/>
                  </a:lnTo>
                  <a:lnTo>
                    <a:pt x="151135" y="41120"/>
                  </a:lnTo>
                  <a:lnTo>
                    <a:pt x="149601" y="42317"/>
                  </a:lnTo>
                  <a:lnTo>
                    <a:pt x="150391" y="42334"/>
                  </a:lnTo>
                  <a:lnTo>
                    <a:pt x="150524" y="42308"/>
                  </a:lnTo>
                  <a:lnTo>
                    <a:pt x="150912" y="42232"/>
                  </a:lnTo>
                  <a:lnTo>
                    <a:pt x="151628" y="42092"/>
                  </a:lnTo>
                  <a:lnTo>
                    <a:pt x="152062" y="42007"/>
                  </a:lnTo>
                  <a:lnTo>
                    <a:pt x="152317" y="41957"/>
                  </a:lnTo>
                  <a:lnTo>
                    <a:pt x="152679" y="41887"/>
                  </a:lnTo>
                  <a:lnTo>
                    <a:pt x="153086" y="41807"/>
                  </a:lnTo>
                  <a:lnTo>
                    <a:pt x="153619" y="41703"/>
                  </a:lnTo>
                  <a:lnTo>
                    <a:pt x="153853" y="41657"/>
                  </a:lnTo>
                  <a:lnTo>
                    <a:pt x="154666" y="41498"/>
                  </a:lnTo>
                  <a:lnTo>
                    <a:pt x="155404" y="41354"/>
                  </a:lnTo>
                  <a:lnTo>
                    <a:pt x="156721" y="41096"/>
                  </a:lnTo>
                  <a:lnTo>
                    <a:pt x="157463" y="40951"/>
                  </a:lnTo>
                  <a:lnTo>
                    <a:pt x="158570" y="40734"/>
                  </a:lnTo>
                  <a:lnTo>
                    <a:pt x="159531" y="40403"/>
                  </a:lnTo>
                  <a:lnTo>
                    <a:pt x="159560" y="39946"/>
                  </a:lnTo>
                  <a:lnTo>
                    <a:pt x="159589" y="39534"/>
                  </a:lnTo>
                  <a:lnTo>
                    <a:pt x="162835" y="39107"/>
                  </a:lnTo>
                  <a:lnTo>
                    <a:pt x="164479" y="35413"/>
                  </a:lnTo>
                  <a:lnTo>
                    <a:pt x="166348" y="35742"/>
                  </a:lnTo>
                  <a:lnTo>
                    <a:pt x="168907" y="36192"/>
                  </a:lnTo>
                  <a:lnTo>
                    <a:pt x="169334" y="36467"/>
                  </a:lnTo>
                  <a:lnTo>
                    <a:pt x="170070" y="36942"/>
                  </a:lnTo>
                  <a:lnTo>
                    <a:pt x="170202" y="37027"/>
                  </a:lnTo>
                  <a:lnTo>
                    <a:pt x="170729" y="37367"/>
                  </a:lnTo>
                  <a:lnTo>
                    <a:pt x="171239" y="37696"/>
                  </a:lnTo>
                  <a:lnTo>
                    <a:pt x="171444" y="37828"/>
                  </a:lnTo>
                  <a:lnTo>
                    <a:pt x="171833" y="38079"/>
                  </a:lnTo>
                  <a:lnTo>
                    <a:pt x="172445" y="38651"/>
                  </a:lnTo>
                  <a:lnTo>
                    <a:pt x="173433" y="39573"/>
                  </a:lnTo>
                  <a:lnTo>
                    <a:pt x="175161" y="41188"/>
                  </a:lnTo>
                  <a:lnTo>
                    <a:pt x="175846" y="41828"/>
                  </a:lnTo>
                  <a:lnTo>
                    <a:pt x="176106" y="42132"/>
                  </a:lnTo>
                  <a:lnTo>
                    <a:pt x="175281" y="42433"/>
                  </a:lnTo>
                  <a:lnTo>
                    <a:pt x="175015" y="42530"/>
                  </a:lnTo>
                  <a:lnTo>
                    <a:pt x="173829" y="42963"/>
                  </a:lnTo>
                  <a:lnTo>
                    <a:pt x="172063" y="43608"/>
                  </a:lnTo>
                  <a:lnTo>
                    <a:pt x="169921" y="44390"/>
                  </a:lnTo>
                  <a:lnTo>
                    <a:pt x="169584" y="44471"/>
                  </a:lnTo>
                  <a:lnTo>
                    <a:pt x="166274" y="45268"/>
                  </a:lnTo>
                  <a:lnTo>
                    <a:pt x="165650" y="45418"/>
                  </a:lnTo>
                  <a:lnTo>
                    <a:pt x="165271" y="45563"/>
                  </a:lnTo>
                  <a:lnTo>
                    <a:pt x="164860" y="45719"/>
                  </a:lnTo>
                  <a:lnTo>
                    <a:pt x="164595" y="45820"/>
                  </a:lnTo>
                  <a:lnTo>
                    <a:pt x="164420" y="46017"/>
                  </a:lnTo>
                  <a:lnTo>
                    <a:pt x="163961" y="46537"/>
                  </a:lnTo>
                  <a:lnTo>
                    <a:pt x="164177" y="46682"/>
                  </a:lnTo>
                  <a:lnTo>
                    <a:pt x="164392" y="46826"/>
                  </a:lnTo>
                  <a:lnTo>
                    <a:pt x="169325" y="50139"/>
                  </a:lnTo>
                  <a:lnTo>
                    <a:pt x="174699" y="53748"/>
                  </a:lnTo>
                  <a:lnTo>
                    <a:pt x="174852" y="53850"/>
                  </a:lnTo>
                  <a:lnTo>
                    <a:pt x="175395" y="54215"/>
                  </a:lnTo>
                  <a:lnTo>
                    <a:pt x="179697" y="57104"/>
                  </a:lnTo>
                  <a:lnTo>
                    <a:pt x="187314" y="62220"/>
                  </a:lnTo>
                  <a:lnTo>
                    <a:pt x="186848" y="62946"/>
                  </a:lnTo>
                  <a:lnTo>
                    <a:pt x="186436" y="63568"/>
                  </a:lnTo>
                  <a:lnTo>
                    <a:pt x="178880" y="74952"/>
                  </a:lnTo>
                  <a:lnTo>
                    <a:pt x="174706" y="81240"/>
                  </a:lnTo>
                  <a:lnTo>
                    <a:pt x="173252" y="83431"/>
                  </a:lnTo>
                  <a:lnTo>
                    <a:pt x="171265" y="86425"/>
                  </a:lnTo>
                  <a:lnTo>
                    <a:pt x="166561" y="93512"/>
                  </a:lnTo>
                  <a:lnTo>
                    <a:pt x="157365" y="107367"/>
                  </a:lnTo>
                  <a:lnTo>
                    <a:pt x="154645" y="111465"/>
                  </a:lnTo>
                  <a:lnTo>
                    <a:pt x="153357" y="113192"/>
                  </a:lnTo>
                  <a:lnTo>
                    <a:pt x="148173" y="109705"/>
                  </a:lnTo>
                  <a:lnTo>
                    <a:pt x="140477" y="104526"/>
                  </a:lnTo>
                  <a:lnTo>
                    <a:pt x="140102" y="104271"/>
                  </a:lnTo>
                  <a:lnTo>
                    <a:pt x="118773" y="89732"/>
                  </a:lnTo>
                  <a:lnTo>
                    <a:pt x="117875" y="89120"/>
                  </a:lnTo>
                  <a:lnTo>
                    <a:pt x="116931" y="88476"/>
                  </a:lnTo>
                  <a:lnTo>
                    <a:pt x="115702" y="87639"/>
                  </a:lnTo>
                  <a:lnTo>
                    <a:pt x="115525" y="87518"/>
                  </a:lnTo>
                  <a:lnTo>
                    <a:pt x="93775" y="72692"/>
                  </a:lnTo>
                  <a:lnTo>
                    <a:pt x="93505" y="72508"/>
                  </a:lnTo>
                  <a:lnTo>
                    <a:pt x="87581" y="68470"/>
                  </a:lnTo>
                  <a:lnTo>
                    <a:pt x="81694" y="64457"/>
                  </a:lnTo>
                  <a:lnTo>
                    <a:pt x="77920" y="61884"/>
                  </a:lnTo>
                  <a:lnTo>
                    <a:pt x="75952" y="60542"/>
                  </a:lnTo>
                  <a:lnTo>
                    <a:pt x="71247" y="57335"/>
                  </a:lnTo>
                  <a:lnTo>
                    <a:pt x="69865" y="56451"/>
                  </a:lnTo>
                  <a:lnTo>
                    <a:pt x="69613" y="56274"/>
                  </a:lnTo>
                  <a:lnTo>
                    <a:pt x="69172" y="55962"/>
                  </a:lnTo>
                  <a:lnTo>
                    <a:pt x="66464" y="54051"/>
                  </a:lnTo>
                  <a:lnTo>
                    <a:pt x="64551" y="52701"/>
                  </a:lnTo>
                  <a:lnTo>
                    <a:pt x="62548" y="51287"/>
                  </a:lnTo>
                  <a:lnTo>
                    <a:pt x="61024" y="50212"/>
                  </a:lnTo>
                  <a:lnTo>
                    <a:pt x="55814" y="46536"/>
                  </a:lnTo>
                  <a:lnTo>
                    <a:pt x="54292" y="45462"/>
                  </a:lnTo>
                  <a:lnTo>
                    <a:pt x="50104" y="42506"/>
                  </a:lnTo>
                  <a:lnTo>
                    <a:pt x="48755" y="41554"/>
                  </a:lnTo>
                  <a:lnTo>
                    <a:pt x="48341" y="41262"/>
                  </a:lnTo>
                  <a:lnTo>
                    <a:pt x="47984" y="41011"/>
                  </a:lnTo>
                  <a:lnTo>
                    <a:pt x="47396" y="40606"/>
                  </a:lnTo>
                  <a:lnTo>
                    <a:pt x="41762" y="36726"/>
                  </a:lnTo>
                  <a:lnTo>
                    <a:pt x="39256" y="35000"/>
                  </a:lnTo>
                  <a:lnTo>
                    <a:pt x="26616" y="26295"/>
                  </a:lnTo>
                  <a:lnTo>
                    <a:pt x="25552" y="25563"/>
                  </a:lnTo>
                  <a:lnTo>
                    <a:pt x="24919" y="25127"/>
                  </a:lnTo>
                  <a:lnTo>
                    <a:pt x="23761" y="24329"/>
                  </a:lnTo>
                  <a:lnTo>
                    <a:pt x="22950" y="23770"/>
                  </a:lnTo>
                  <a:lnTo>
                    <a:pt x="22356" y="23362"/>
                  </a:lnTo>
                  <a:lnTo>
                    <a:pt x="22164" y="23229"/>
                  </a:lnTo>
                  <a:lnTo>
                    <a:pt x="22010" y="23126"/>
                  </a:lnTo>
                  <a:lnTo>
                    <a:pt x="21272" y="22633"/>
                  </a:lnTo>
                  <a:lnTo>
                    <a:pt x="21092" y="22512"/>
                  </a:lnTo>
                  <a:lnTo>
                    <a:pt x="11448" y="16060"/>
                  </a:lnTo>
                  <a:lnTo>
                    <a:pt x="8913" y="14365"/>
                  </a:lnTo>
                  <a:lnTo>
                    <a:pt x="6322" y="12631"/>
                  </a:lnTo>
                  <a:lnTo>
                    <a:pt x="2748" y="10240"/>
                  </a:lnTo>
                  <a:lnTo>
                    <a:pt x="2447" y="10039"/>
                  </a:lnTo>
                  <a:lnTo>
                    <a:pt x="0" y="8265"/>
                  </a:lnTo>
                  <a:lnTo>
                    <a:pt x="570" y="7443"/>
                  </a:lnTo>
                  <a:lnTo>
                    <a:pt x="5734" y="0"/>
                  </a:lnTo>
                  <a:lnTo>
                    <a:pt x="8606" y="289"/>
                  </a:lnTo>
                  <a:lnTo>
                    <a:pt x="15222" y="635"/>
                  </a:lnTo>
                  <a:lnTo>
                    <a:pt x="22252" y="1003"/>
                  </a:lnTo>
                  <a:lnTo>
                    <a:pt x="22497" y="1016"/>
                  </a:lnTo>
                  <a:lnTo>
                    <a:pt x="22710" y="11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g48"/>
            <p:cNvSpPr/>
            <p:nvPr/>
          </p:nvSpPr>
          <p:spPr>
            <a:xfrm>
              <a:off x="2945400" y="3541842"/>
              <a:ext cx="141650" cy="112310"/>
            </a:xfrm>
            <a:custGeom>
              <a:avLst/>
              <a:pathLst>
                <a:path w="141650" h="112310">
                  <a:moveTo>
                    <a:pt x="88755" y="4476"/>
                  </a:moveTo>
                  <a:lnTo>
                    <a:pt x="87908" y="6049"/>
                  </a:lnTo>
                  <a:lnTo>
                    <a:pt x="87578" y="6662"/>
                  </a:lnTo>
                  <a:lnTo>
                    <a:pt x="89659" y="8042"/>
                  </a:lnTo>
                  <a:lnTo>
                    <a:pt x="91528" y="9282"/>
                  </a:lnTo>
                  <a:lnTo>
                    <a:pt x="93323" y="10473"/>
                  </a:lnTo>
                  <a:lnTo>
                    <a:pt x="94322" y="11136"/>
                  </a:lnTo>
                  <a:lnTo>
                    <a:pt x="95158" y="11691"/>
                  </a:lnTo>
                  <a:lnTo>
                    <a:pt x="95896" y="12181"/>
                  </a:lnTo>
                  <a:lnTo>
                    <a:pt x="96068" y="12295"/>
                  </a:lnTo>
                  <a:lnTo>
                    <a:pt x="99481" y="14567"/>
                  </a:lnTo>
                  <a:lnTo>
                    <a:pt x="101565" y="15875"/>
                  </a:lnTo>
                  <a:lnTo>
                    <a:pt x="102158" y="14989"/>
                  </a:lnTo>
                  <a:lnTo>
                    <a:pt x="107126" y="18394"/>
                  </a:lnTo>
                  <a:lnTo>
                    <a:pt x="108159" y="19102"/>
                  </a:lnTo>
                  <a:lnTo>
                    <a:pt x="109040" y="19706"/>
                  </a:lnTo>
                  <a:lnTo>
                    <a:pt x="110635" y="20798"/>
                  </a:lnTo>
                  <a:lnTo>
                    <a:pt x="113247" y="22589"/>
                  </a:lnTo>
                  <a:lnTo>
                    <a:pt x="113489" y="22755"/>
                  </a:lnTo>
                  <a:lnTo>
                    <a:pt x="119496" y="26872"/>
                  </a:lnTo>
                  <a:lnTo>
                    <a:pt x="123275" y="29462"/>
                  </a:lnTo>
                  <a:lnTo>
                    <a:pt x="124266" y="30141"/>
                  </a:lnTo>
                  <a:lnTo>
                    <a:pt x="125216" y="30792"/>
                  </a:lnTo>
                  <a:lnTo>
                    <a:pt x="125907" y="31222"/>
                  </a:lnTo>
                  <a:lnTo>
                    <a:pt x="126477" y="31578"/>
                  </a:lnTo>
                  <a:lnTo>
                    <a:pt x="127624" y="32259"/>
                  </a:lnTo>
                  <a:lnTo>
                    <a:pt x="130372" y="33893"/>
                  </a:lnTo>
                  <a:lnTo>
                    <a:pt x="130523" y="33982"/>
                  </a:lnTo>
                  <a:lnTo>
                    <a:pt x="130674" y="34072"/>
                  </a:lnTo>
                  <a:lnTo>
                    <a:pt x="131871" y="38312"/>
                  </a:lnTo>
                  <a:lnTo>
                    <a:pt x="132342" y="39957"/>
                  </a:lnTo>
                  <a:lnTo>
                    <a:pt x="132709" y="41238"/>
                  </a:lnTo>
                  <a:lnTo>
                    <a:pt x="132869" y="41798"/>
                  </a:lnTo>
                  <a:lnTo>
                    <a:pt x="133930" y="45502"/>
                  </a:lnTo>
                  <a:lnTo>
                    <a:pt x="134110" y="46131"/>
                  </a:lnTo>
                  <a:lnTo>
                    <a:pt x="134523" y="47573"/>
                  </a:lnTo>
                  <a:lnTo>
                    <a:pt x="135981" y="52666"/>
                  </a:lnTo>
                  <a:lnTo>
                    <a:pt x="137871" y="59265"/>
                  </a:lnTo>
                  <a:lnTo>
                    <a:pt x="138144" y="60220"/>
                  </a:lnTo>
                  <a:lnTo>
                    <a:pt x="140379" y="68024"/>
                  </a:lnTo>
                  <a:lnTo>
                    <a:pt x="140597" y="68785"/>
                  </a:lnTo>
                  <a:lnTo>
                    <a:pt x="140960" y="70050"/>
                  </a:lnTo>
                  <a:lnTo>
                    <a:pt x="141237" y="71018"/>
                  </a:lnTo>
                  <a:lnTo>
                    <a:pt x="141369" y="71479"/>
                  </a:lnTo>
                  <a:lnTo>
                    <a:pt x="141650" y="72458"/>
                  </a:lnTo>
                  <a:lnTo>
                    <a:pt x="141045" y="72620"/>
                  </a:lnTo>
                  <a:lnTo>
                    <a:pt x="140178" y="72852"/>
                  </a:lnTo>
                  <a:lnTo>
                    <a:pt x="129844" y="75618"/>
                  </a:lnTo>
                  <a:lnTo>
                    <a:pt x="127587" y="76306"/>
                  </a:lnTo>
                  <a:lnTo>
                    <a:pt x="126347" y="76684"/>
                  </a:lnTo>
                  <a:lnTo>
                    <a:pt x="125590" y="76970"/>
                  </a:lnTo>
                  <a:lnTo>
                    <a:pt x="121868" y="78378"/>
                  </a:lnTo>
                  <a:lnTo>
                    <a:pt x="117818" y="80161"/>
                  </a:lnTo>
                  <a:lnTo>
                    <a:pt x="113891" y="81890"/>
                  </a:lnTo>
                  <a:lnTo>
                    <a:pt x="110367" y="83707"/>
                  </a:lnTo>
                  <a:lnTo>
                    <a:pt x="108789" y="84520"/>
                  </a:lnTo>
                  <a:lnTo>
                    <a:pt x="105215" y="87823"/>
                  </a:lnTo>
                  <a:lnTo>
                    <a:pt x="102769" y="90475"/>
                  </a:lnTo>
                  <a:lnTo>
                    <a:pt x="101339" y="92026"/>
                  </a:lnTo>
                  <a:lnTo>
                    <a:pt x="99571" y="93944"/>
                  </a:lnTo>
                  <a:lnTo>
                    <a:pt x="99122" y="94475"/>
                  </a:lnTo>
                  <a:lnTo>
                    <a:pt x="93386" y="101264"/>
                  </a:lnTo>
                  <a:lnTo>
                    <a:pt x="92151" y="103095"/>
                  </a:lnTo>
                  <a:lnTo>
                    <a:pt x="91199" y="104507"/>
                  </a:lnTo>
                  <a:lnTo>
                    <a:pt x="91100" y="104653"/>
                  </a:lnTo>
                  <a:lnTo>
                    <a:pt x="90829" y="105055"/>
                  </a:lnTo>
                  <a:lnTo>
                    <a:pt x="90578" y="105427"/>
                  </a:lnTo>
                  <a:lnTo>
                    <a:pt x="90460" y="105603"/>
                  </a:lnTo>
                  <a:lnTo>
                    <a:pt x="90162" y="106045"/>
                  </a:lnTo>
                  <a:lnTo>
                    <a:pt x="88806" y="108054"/>
                  </a:lnTo>
                  <a:lnTo>
                    <a:pt x="86766" y="111079"/>
                  </a:lnTo>
                  <a:lnTo>
                    <a:pt x="86479" y="111504"/>
                  </a:lnTo>
                  <a:lnTo>
                    <a:pt x="86086" y="112087"/>
                  </a:lnTo>
                  <a:lnTo>
                    <a:pt x="85932" y="112310"/>
                  </a:lnTo>
                  <a:lnTo>
                    <a:pt x="78324" y="107200"/>
                  </a:lnTo>
                  <a:lnTo>
                    <a:pt x="74022" y="104312"/>
                  </a:lnTo>
                  <a:lnTo>
                    <a:pt x="73479" y="103947"/>
                  </a:lnTo>
                  <a:lnTo>
                    <a:pt x="73326" y="103844"/>
                  </a:lnTo>
                  <a:lnTo>
                    <a:pt x="67953" y="100235"/>
                  </a:lnTo>
                  <a:lnTo>
                    <a:pt x="63020" y="96923"/>
                  </a:lnTo>
                  <a:lnTo>
                    <a:pt x="62803" y="96777"/>
                  </a:lnTo>
                  <a:lnTo>
                    <a:pt x="62588" y="96633"/>
                  </a:lnTo>
                  <a:lnTo>
                    <a:pt x="63047" y="96114"/>
                  </a:lnTo>
                  <a:lnTo>
                    <a:pt x="63222" y="95916"/>
                  </a:lnTo>
                  <a:lnTo>
                    <a:pt x="63596" y="95774"/>
                  </a:lnTo>
                  <a:lnTo>
                    <a:pt x="63898" y="95659"/>
                  </a:lnTo>
                  <a:lnTo>
                    <a:pt x="64277" y="95515"/>
                  </a:lnTo>
                  <a:lnTo>
                    <a:pt x="64901" y="95365"/>
                  </a:lnTo>
                  <a:lnTo>
                    <a:pt x="68365" y="94530"/>
                  </a:lnTo>
                  <a:lnTo>
                    <a:pt x="68548" y="94486"/>
                  </a:lnTo>
                  <a:lnTo>
                    <a:pt x="70690" y="93704"/>
                  </a:lnTo>
                  <a:lnTo>
                    <a:pt x="72456" y="93059"/>
                  </a:lnTo>
                  <a:lnTo>
                    <a:pt x="73643" y="92626"/>
                  </a:lnTo>
                  <a:lnTo>
                    <a:pt x="73908" y="92529"/>
                  </a:lnTo>
                  <a:lnTo>
                    <a:pt x="74780" y="92211"/>
                  </a:lnTo>
                  <a:lnTo>
                    <a:pt x="74473" y="91924"/>
                  </a:lnTo>
                  <a:lnTo>
                    <a:pt x="73788" y="91285"/>
                  </a:lnTo>
                  <a:lnTo>
                    <a:pt x="72060" y="89670"/>
                  </a:lnTo>
                  <a:lnTo>
                    <a:pt x="71072" y="88747"/>
                  </a:lnTo>
                  <a:lnTo>
                    <a:pt x="70460" y="88175"/>
                  </a:lnTo>
                  <a:lnTo>
                    <a:pt x="70035" y="87901"/>
                  </a:lnTo>
                  <a:lnTo>
                    <a:pt x="69866" y="87792"/>
                  </a:lnTo>
                  <a:lnTo>
                    <a:pt x="69356" y="87463"/>
                  </a:lnTo>
                  <a:lnTo>
                    <a:pt x="68829" y="87124"/>
                  </a:lnTo>
                  <a:lnTo>
                    <a:pt x="68697" y="87038"/>
                  </a:lnTo>
                  <a:lnTo>
                    <a:pt x="67961" y="86563"/>
                  </a:lnTo>
                  <a:lnTo>
                    <a:pt x="67534" y="86289"/>
                  </a:lnTo>
                  <a:lnTo>
                    <a:pt x="64975" y="85838"/>
                  </a:lnTo>
                  <a:lnTo>
                    <a:pt x="63106" y="85509"/>
                  </a:lnTo>
                  <a:lnTo>
                    <a:pt x="61406" y="89329"/>
                  </a:lnTo>
                  <a:lnTo>
                    <a:pt x="58216" y="89630"/>
                  </a:lnTo>
                  <a:lnTo>
                    <a:pt x="58167" y="90361"/>
                  </a:lnTo>
                  <a:lnTo>
                    <a:pt x="58148" y="90644"/>
                  </a:lnTo>
                  <a:lnTo>
                    <a:pt x="57197" y="90830"/>
                  </a:lnTo>
                  <a:lnTo>
                    <a:pt x="55977" y="91069"/>
                  </a:lnTo>
                  <a:lnTo>
                    <a:pt x="55348" y="91192"/>
                  </a:lnTo>
                  <a:lnTo>
                    <a:pt x="54031" y="91450"/>
                  </a:lnTo>
                  <a:lnTo>
                    <a:pt x="53293" y="91594"/>
                  </a:lnTo>
                  <a:lnTo>
                    <a:pt x="52480" y="91753"/>
                  </a:lnTo>
                  <a:lnTo>
                    <a:pt x="52246" y="91799"/>
                  </a:lnTo>
                  <a:lnTo>
                    <a:pt x="51713" y="91903"/>
                  </a:lnTo>
                  <a:lnTo>
                    <a:pt x="51307" y="91983"/>
                  </a:lnTo>
                  <a:lnTo>
                    <a:pt x="50944" y="92054"/>
                  </a:lnTo>
                  <a:lnTo>
                    <a:pt x="50564" y="92128"/>
                  </a:lnTo>
                  <a:lnTo>
                    <a:pt x="50255" y="92189"/>
                  </a:lnTo>
                  <a:lnTo>
                    <a:pt x="49539" y="92329"/>
                  </a:lnTo>
                  <a:lnTo>
                    <a:pt x="49151" y="92404"/>
                  </a:lnTo>
                  <a:lnTo>
                    <a:pt x="49018" y="92430"/>
                  </a:lnTo>
                  <a:lnTo>
                    <a:pt x="48420" y="92263"/>
                  </a:lnTo>
                  <a:lnTo>
                    <a:pt x="49762" y="91217"/>
                  </a:lnTo>
                  <a:lnTo>
                    <a:pt x="50011" y="91023"/>
                  </a:lnTo>
                  <a:lnTo>
                    <a:pt x="50362" y="90749"/>
                  </a:lnTo>
                  <a:lnTo>
                    <a:pt x="50215" y="90571"/>
                  </a:lnTo>
                  <a:lnTo>
                    <a:pt x="49620" y="89855"/>
                  </a:lnTo>
                  <a:lnTo>
                    <a:pt x="48618" y="88647"/>
                  </a:lnTo>
                  <a:lnTo>
                    <a:pt x="45417" y="84791"/>
                  </a:lnTo>
                  <a:lnTo>
                    <a:pt x="45132" y="84260"/>
                  </a:lnTo>
                  <a:lnTo>
                    <a:pt x="45050" y="84107"/>
                  </a:lnTo>
                  <a:lnTo>
                    <a:pt x="44926" y="83875"/>
                  </a:lnTo>
                  <a:lnTo>
                    <a:pt x="44776" y="83297"/>
                  </a:lnTo>
                  <a:lnTo>
                    <a:pt x="43837" y="79690"/>
                  </a:lnTo>
                  <a:lnTo>
                    <a:pt x="43357" y="77847"/>
                  </a:lnTo>
                  <a:lnTo>
                    <a:pt x="43107" y="76886"/>
                  </a:lnTo>
                  <a:lnTo>
                    <a:pt x="42920" y="76185"/>
                  </a:lnTo>
                  <a:lnTo>
                    <a:pt x="42847" y="75946"/>
                  </a:lnTo>
                  <a:lnTo>
                    <a:pt x="42708" y="75487"/>
                  </a:lnTo>
                  <a:lnTo>
                    <a:pt x="42505" y="74818"/>
                  </a:lnTo>
                  <a:lnTo>
                    <a:pt x="42398" y="74468"/>
                  </a:lnTo>
                  <a:lnTo>
                    <a:pt x="42044" y="73640"/>
                  </a:lnTo>
                  <a:lnTo>
                    <a:pt x="41932" y="73377"/>
                  </a:lnTo>
                  <a:lnTo>
                    <a:pt x="41713" y="72778"/>
                  </a:lnTo>
                  <a:lnTo>
                    <a:pt x="42617" y="72110"/>
                  </a:lnTo>
                  <a:lnTo>
                    <a:pt x="41914" y="71212"/>
                  </a:lnTo>
                  <a:lnTo>
                    <a:pt x="40556" y="69477"/>
                  </a:lnTo>
                  <a:lnTo>
                    <a:pt x="40851" y="69295"/>
                  </a:lnTo>
                  <a:lnTo>
                    <a:pt x="41606" y="68829"/>
                  </a:lnTo>
                  <a:lnTo>
                    <a:pt x="41002" y="67698"/>
                  </a:lnTo>
                  <a:lnTo>
                    <a:pt x="39073" y="64087"/>
                  </a:lnTo>
                  <a:lnTo>
                    <a:pt x="38797" y="64025"/>
                  </a:lnTo>
                  <a:lnTo>
                    <a:pt x="35554" y="63385"/>
                  </a:lnTo>
                  <a:lnTo>
                    <a:pt x="34569" y="63176"/>
                  </a:lnTo>
                  <a:lnTo>
                    <a:pt x="33930" y="63038"/>
                  </a:lnTo>
                  <a:lnTo>
                    <a:pt x="29746" y="62133"/>
                  </a:lnTo>
                  <a:lnTo>
                    <a:pt x="29341" y="62045"/>
                  </a:lnTo>
                  <a:lnTo>
                    <a:pt x="25131" y="61126"/>
                  </a:lnTo>
                  <a:lnTo>
                    <a:pt x="24859" y="61045"/>
                  </a:lnTo>
                  <a:lnTo>
                    <a:pt x="24450" y="61504"/>
                  </a:lnTo>
                  <a:lnTo>
                    <a:pt x="24226" y="61741"/>
                  </a:lnTo>
                  <a:lnTo>
                    <a:pt x="23496" y="62168"/>
                  </a:lnTo>
                  <a:lnTo>
                    <a:pt x="22736" y="62376"/>
                  </a:lnTo>
                  <a:lnTo>
                    <a:pt x="22419" y="62463"/>
                  </a:lnTo>
                  <a:lnTo>
                    <a:pt x="21464" y="62724"/>
                  </a:lnTo>
                  <a:lnTo>
                    <a:pt x="19328" y="66173"/>
                  </a:lnTo>
                  <a:lnTo>
                    <a:pt x="14201" y="63831"/>
                  </a:lnTo>
                  <a:lnTo>
                    <a:pt x="13101" y="63329"/>
                  </a:lnTo>
                  <a:lnTo>
                    <a:pt x="13405" y="62544"/>
                  </a:lnTo>
                  <a:lnTo>
                    <a:pt x="14206" y="60477"/>
                  </a:lnTo>
                  <a:lnTo>
                    <a:pt x="13455" y="60142"/>
                  </a:lnTo>
                  <a:lnTo>
                    <a:pt x="11003" y="59051"/>
                  </a:lnTo>
                  <a:lnTo>
                    <a:pt x="7895" y="57667"/>
                  </a:lnTo>
                  <a:lnTo>
                    <a:pt x="6588" y="57085"/>
                  </a:lnTo>
                  <a:lnTo>
                    <a:pt x="5615" y="56610"/>
                  </a:lnTo>
                  <a:lnTo>
                    <a:pt x="464" y="54095"/>
                  </a:lnTo>
                  <a:lnTo>
                    <a:pt x="0" y="53917"/>
                  </a:lnTo>
                  <a:lnTo>
                    <a:pt x="164" y="53039"/>
                  </a:lnTo>
                  <a:lnTo>
                    <a:pt x="216" y="52761"/>
                  </a:lnTo>
                  <a:lnTo>
                    <a:pt x="574" y="50854"/>
                  </a:lnTo>
                  <a:lnTo>
                    <a:pt x="2395" y="42161"/>
                  </a:lnTo>
                  <a:lnTo>
                    <a:pt x="2911" y="40611"/>
                  </a:lnTo>
                  <a:lnTo>
                    <a:pt x="6479" y="29878"/>
                  </a:lnTo>
                  <a:lnTo>
                    <a:pt x="15060" y="23979"/>
                  </a:lnTo>
                  <a:lnTo>
                    <a:pt x="18707" y="22576"/>
                  </a:lnTo>
                  <a:lnTo>
                    <a:pt x="24413" y="20381"/>
                  </a:lnTo>
                  <a:lnTo>
                    <a:pt x="27606" y="17941"/>
                  </a:lnTo>
                  <a:lnTo>
                    <a:pt x="28459" y="17389"/>
                  </a:lnTo>
                  <a:lnTo>
                    <a:pt x="32059" y="15063"/>
                  </a:lnTo>
                  <a:lnTo>
                    <a:pt x="34884" y="10027"/>
                  </a:lnTo>
                  <a:lnTo>
                    <a:pt x="37461" y="6139"/>
                  </a:lnTo>
                  <a:lnTo>
                    <a:pt x="41265" y="5637"/>
                  </a:lnTo>
                  <a:lnTo>
                    <a:pt x="45192" y="5261"/>
                  </a:lnTo>
                  <a:lnTo>
                    <a:pt x="49364" y="4634"/>
                  </a:lnTo>
                  <a:lnTo>
                    <a:pt x="53659" y="4634"/>
                  </a:lnTo>
                  <a:lnTo>
                    <a:pt x="61466" y="5859"/>
                  </a:lnTo>
                  <a:lnTo>
                    <a:pt x="61766" y="4642"/>
                  </a:lnTo>
                  <a:lnTo>
                    <a:pt x="62908" y="0"/>
                  </a:lnTo>
                  <a:lnTo>
                    <a:pt x="63252" y="113"/>
                  </a:lnTo>
                  <a:lnTo>
                    <a:pt x="65739" y="538"/>
                  </a:lnTo>
                  <a:lnTo>
                    <a:pt x="68641" y="1035"/>
                  </a:lnTo>
                  <a:lnTo>
                    <a:pt x="68971" y="1091"/>
                  </a:lnTo>
                  <a:lnTo>
                    <a:pt x="69774" y="1229"/>
                  </a:lnTo>
                  <a:lnTo>
                    <a:pt x="69961" y="1261"/>
                  </a:lnTo>
                  <a:lnTo>
                    <a:pt x="71184" y="1470"/>
                  </a:lnTo>
                  <a:lnTo>
                    <a:pt x="80842" y="3122"/>
                  </a:lnTo>
                  <a:lnTo>
                    <a:pt x="85450" y="3911"/>
                  </a:lnTo>
                  <a:lnTo>
                    <a:pt x="87793" y="4312"/>
                  </a:lnTo>
                  <a:lnTo>
                    <a:pt x="88553" y="44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g49"/>
            <p:cNvSpPr/>
            <p:nvPr/>
          </p:nvSpPr>
          <p:spPr>
            <a:xfrm>
              <a:off x="2959387" y="3454029"/>
              <a:ext cx="198159" cy="160271"/>
            </a:xfrm>
            <a:custGeom>
              <a:avLst/>
              <a:pathLst>
                <a:path w="198159" h="160271">
                  <a:moveTo>
                    <a:pt x="31679" y="8816"/>
                  </a:moveTo>
                  <a:lnTo>
                    <a:pt x="32310" y="9306"/>
                  </a:lnTo>
                  <a:lnTo>
                    <a:pt x="33429" y="7861"/>
                  </a:lnTo>
                  <a:lnTo>
                    <a:pt x="44198" y="15299"/>
                  </a:lnTo>
                  <a:lnTo>
                    <a:pt x="39641" y="22388"/>
                  </a:lnTo>
                  <a:lnTo>
                    <a:pt x="47357" y="27144"/>
                  </a:lnTo>
                  <a:lnTo>
                    <a:pt x="50243" y="24284"/>
                  </a:lnTo>
                  <a:lnTo>
                    <a:pt x="56174" y="24912"/>
                  </a:lnTo>
                  <a:lnTo>
                    <a:pt x="56545" y="25106"/>
                  </a:lnTo>
                  <a:lnTo>
                    <a:pt x="63076" y="28519"/>
                  </a:lnTo>
                  <a:lnTo>
                    <a:pt x="64880" y="29982"/>
                  </a:lnTo>
                  <a:lnTo>
                    <a:pt x="65302" y="30324"/>
                  </a:lnTo>
                  <a:lnTo>
                    <a:pt x="65669" y="30622"/>
                  </a:lnTo>
                  <a:lnTo>
                    <a:pt x="66743" y="31559"/>
                  </a:lnTo>
                  <a:lnTo>
                    <a:pt x="67174" y="31821"/>
                  </a:lnTo>
                  <a:lnTo>
                    <a:pt x="67685" y="32132"/>
                  </a:lnTo>
                  <a:lnTo>
                    <a:pt x="74848" y="36489"/>
                  </a:lnTo>
                  <a:lnTo>
                    <a:pt x="75289" y="36778"/>
                  </a:lnTo>
                  <a:lnTo>
                    <a:pt x="75659" y="37020"/>
                  </a:lnTo>
                  <a:lnTo>
                    <a:pt x="76032" y="37264"/>
                  </a:lnTo>
                  <a:lnTo>
                    <a:pt x="78417" y="38822"/>
                  </a:lnTo>
                  <a:lnTo>
                    <a:pt x="85473" y="43185"/>
                  </a:lnTo>
                  <a:lnTo>
                    <a:pt x="85948" y="43479"/>
                  </a:lnTo>
                  <a:lnTo>
                    <a:pt x="86493" y="43855"/>
                  </a:lnTo>
                  <a:lnTo>
                    <a:pt x="87925" y="44844"/>
                  </a:lnTo>
                  <a:lnTo>
                    <a:pt x="88121" y="44968"/>
                  </a:lnTo>
                  <a:lnTo>
                    <a:pt x="91994" y="47431"/>
                  </a:lnTo>
                  <a:lnTo>
                    <a:pt x="92168" y="47542"/>
                  </a:lnTo>
                  <a:lnTo>
                    <a:pt x="93410" y="48332"/>
                  </a:lnTo>
                  <a:lnTo>
                    <a:pt x="93717" y="48527"/>
                  </a:lnTo>
                  <a:lnTo>
                    <a:pt x="94864" y="49287"/>
                  </a:lnTo>
                  <a:lnTo>
                    <a:pt x="95438" y="49667"/>
                  </a:lnTo>
                  <a:lnTo>
                    <a:pt x="96533" y="50392"/>
                  </a:lnTo>
                  <a:lnTo>
                    <a:pt x="101236" y="53508"/>
                  </a:lnTo>
                  <a:lnTo>
                    <a:pt x="101475" y="53664"/>
                  </a:lnTo>
                  <a:lnTo>
                    <a:pt x="101906" y="53946"/>
                  </a:lnTo>
                  <a:lnTo>
                    <a:pt x="107120" y="57362"/>
                  </a:lnTo>
                  <a:lnTo>
                    <a:pt x="107509" y="57617"/>
                  </a:lnTo>
                  <a:lnTo>
                    <a:pt x="109506" y="58924"/>
                  </a:lnTo>
                  <a:lnTo>
                    <a:pt x="113785" y="61727"/>
                  </a:lnTo>
                  <a:lnTo>
                    <a:pt x="116069" y="58210"/>
                  </a:lnTo>
                  <a:lnTo>
                    <a:pt x="116637" y="57335"/>
                  </a:lnTo>
                  <a:lnTo>
                    <a:pt x="117967" y="55286"/>
                  </a:lnTo>
                  <a:lnTo>
                    <a:pt x="118668" y="54439"/>
                  </a:lnTo>
                  <a:lnTo>
                    <a:pt x="119100" y="54779"/>
                  </a:lnTo>
                  <a:lnTo>
                    <a:pt x="122605" y="56774"/>
                  </a:lnTo>
                  <a:lnTo>
                    <a:pt x="123946" y="57538"/>
                  </a:lnTo>
                  <a:lnTo>
                    <a:pt x="124353" y="57769"/>
                  </a:lnTo>
                  <a:lnTo>
                    <a:pt x="127298" y="59445"/>
                  </a:lnTo>
                  <a:lnTo>
                    <a:pt x="129776" y="60624"/>
                  </a:lnTo>
                  <a:lnTo>
                    <a:pt x="129979" y="60690"/>
                  </a:lnTo>
                  <a:lnTo>
                    <a:pt x="131114" y="61055"/>
                  </a:lnTo>
                  <a:lnTo>
                    <a:pt x="132034" y="61352"/>
                  </a:lnTo>
                  <a:lnTo>
                    <a:pt x="133905" y="61656"/>
                  </a:lnTo>
                  <a:lnTo>
                    <a:pt x="134298" y="61625"/>
                  </a:lnTo>
                  <a:lnTo>
                    <a:pt x="134686" y="61334"/>
                  </a:lnTo>
                  <a:lnTo>
                    <a:pt x="134930" y="61151"/>
                  </a:lnTo>
                  <a:lnTo>
                    <a:pt x="135740" y="60073"/>
                  </a:lnTo>
                  <a:lnTo>
                    <a:pt x="136624" y="57790"/>
                  </a:lnTo>
                  <a:lnTo>
                    <a:pt x="136667" y="55969"/>
                  </a:lnTo>
                  <a:lnTo>
                    <a:pt x="136668" y="55643"/>
                  </a:lnTo>
                  <a:lnTo>
                    <a:pt x="136326" y="48875"/>
                  </a:lnTo>
                  <a:lnTo>
                    <a:pt x="136310" y="48572"/>
                  </a:lnTo>
                  <a:lnTo>
                    <a:pt x="136145" y="45303"/>
                  </a:lnTo>
                  <a:lnTo>
                    <a:pt x="136106" y="44544"/>
                  </a:lnTo>
                  <a:lnTo>
                    <a:pt x="135978" y="42006"/>
                  </a:lnTo>
                  <a:lnTo>
                    <a:pt x="135962" y="41691"/>
                  </a:lnTo>
                  <a:lnTo>
                    <a:pt x="135942" y="41308"/>
                  </a:lnTo>
                  <a:lnTo>
                    <a:pt x="141879" y="37075"/>
                  </a:lnTo>
                  <a:lnTo>
                    <a:pt x="143635" y="35823"/>
                  </a:lnTo>
                  <a:lnTo>
                    <a:pt x="148785" y="32151"/>
                  </a:lnTo>
                  <a:lnTo>
                    <a:pt x="150237" y="34638"/>
                  </a:lnTo>
                  <a:lnTo>
                    <a:pt x="151106" y="36125"/>
                  </a:lnTo>
                  <a:lnTo>
                    <a:pt x="151599" y="36970"/>
                  </a:lnTo>
                  <a:lnTo>
                    <a:pt x="151887" y="37463"/>
                  </a:lnTo>
                  <a:lnTo>
                    <a:pt x="154587" y="42086"/>
                  </a:lnTo>
                  <a:lnTo>
                    <a:pt x="154834" y="42627"/>
                  </a:lnTo>
                  <a:lnTo>
                    <a:pt x="156030" y="45247"/>
                  </a:lnTo>
                  <a:lnTo>
                    <a:pt x="156912" y="47809"/>
                  </a:lnTo>
                  <a:lnTo>
                    <a:pt x="157016" y="48110"/>
                  </a:lnTo>
                  <a:lnTo>
                    <a:pt x="157731" y="50196"/>
                  </a:lnTo>
                  <a:lnTo>
                    <a:pt x="158123" y="51464"/>
                  </a:lnTo>
                  <a:lnTo>
                    <a:pt x="159488" y="55873"/>
                  </a:lnTo>
                  <a:lnTo>
                    <a:pt x="159922" y="57275"/>
                  </a:lnTo>
                  <a:lnTo>
                    <a:pt x="159964" y="57409"/>
                  </a:lnTo>
                  <a:lnTo>
                    <a:pt x="160092" y="57822"/>
                  </a:lnTo>
                  <a:lnTo>
                    <a:pt x="160639" y="59364"/>
                  </a:lnTo>
                  <a:lnTo>
                    <a:pt x="161544" y="61916"/>
                  </a:lnTo>
                  <a:lnTo>
                    <a:pt x="162117" y="63966"/>
                  </a:lnTo>
                  <a:lnTo>
                    <a:pt x="162255" y="64458"/>
                  </a:lnTo>
                  <a:lnTo>
                    <a:pt x="163046" y="67288"/>
                  </a:lnTo>
                  <a:lnTo>
                    <a:pt x="163524" y="68997"/>
                  </a:lnTo>
                  <a:lnTo>
                    <a:pt x="163803" y="69998"/>
                  </a:lnTo>
                  <a:lnTo>
                    <a:pt x="165168" y="74881"/>
                  </a:lnTo>
                  <a:lnTo>
                    <a:pt x="165759" y="76993"/>
                  </a:lnTo>
                  <a:lnTo>
                    <a:pt x="166021" y="77932"/>
                  </a:lnTo>
                  <a:lnTo>
                    <a:pt x="167568" y="83344"/>
                  </a:lnTo>
                  <a:lnTo>
                    <a:pt x="168694" y="87280"/>
                  </a:lnTo>
                  <a:lnTo>
                    <a:pt x="168789" y="87615"/>
                  </a:lnTo>
                  <a:lnTo>
                    <a:pt x="169201" y="89228"/>
                  </a:lnTo>
                  <a:lnTo>
                    <a:pt x="169241" y="89385"/>
                  </a:lnTo>
                  <a:lnTo>
                    <a:pt x="171102" y="96673"/>
                  </a:lnTo>
                  <a:lnTo>
                    <a:pt x="171329" y="97564"/>
                  </a:lnTo>
                  <a:lnTo>
                    <a:pt x="171396" y="97825"/>
                  </a:lnTo>
                  <a:lnTo>
                    <a:pt x="172116" y="100645"/>
                  </a:lnTo>
                  <a:lnTo>
                    <a:pt x="172635" y="102678"/>
                  </a:lnTo>
                  <a:lnTo>
                    <a:pt x="173889" y="107590"/>
                  </a:lnTo>
                  <a:lnTo>
                    <a:pt x="173926" y="107737"/>
                  </a:lnTo>
                  <a:lnTo>
                    <a:pt x="174128" y="108529"/>
                  </a:lnTo>
                  <a:lnTo>
                    <a:pt x="174238" y="108958"/>
                  </a:lnTo>
                  <a:lnTo>
                    <a:pt x="174444" y="109748"/>
                  </a:lnTo>
                  <a:lnTo>
                    <a:pt x="174558" y="110181"/>
                  </a:lnTo>
                  <a:lnTo>
                    <a:pt x="175408" y="113432"/>
                  </a:lnTo>
                  <a:lnTo>
                    <a:pt x="176220" y="116534"/>
                  </a:lnTo>
                  <a:lnTo>
                    <a:pt x="176388" y="117177"/>
                  </a:lnTo>
                  <a:lnTo>
                    <a:pt x="177507" y="118200"/>
                  </a:lnTo>
                  <a:lnTo>
                    <a:pt x="177803" y="118405"/>
                  </a:lnTo>
                  <a:lnTo>
                    <a:pt x="178505" y="118891"/>
                  </a:lnTo>
                  <a:lnTo>
                    <a:pt x="180334" y="120157"/>
                  </a:lnTo>
                  <a:lnTo>
                    <a:pt x="184578" y="121802"/>
                  </a:lnTo>
                  <a:lnTo>
                    <a:pt x="185380" y="122549"/>
                  </a:lnTo>
                  <a:lnTo>
                    <a:pt x="191492" y="128243"/>
                  </a:lnTo>
                  <a:lnTo>
                    <a:pt x="191838" y="128565"/>
                  </a:lnTo>
                  <a:lnTo>
                    <a:pt x="192323" y="129017"/>
                  </a:lnTo>
                  <a:lnTo>
                    <a:pt x="192687" y="129356"/>
                  </a:lnTo>
                  <a:lnTo>
                    <a:pt x="196009" y="132450"/>
                  </a:lnTo>
                  <a:lnTo>
                    <a:pt x="198159" y="134453"/>
                  </a:lnTo>
                  <a:lnTo>
                    <a:pt x="191366" y="136478"/>
                  </a:lnTo>
                  <a:lnTo>
                    <a:pt x="189240" y="137111"/>
                  </a:lnTo>
                  <a:lnTo>
                    <a:pt x="179174" y="140110"/>
                  </a:lnTo>
                  <a:lnTo>
                    <a:pt x="171787" y="142311"/>
                  </a:lnTo>
                  <a:lnTo>
                    <a:pt x="168011" y="143436"/>
                  </a:lnTo>
                  <a:lnTo>
                    <a:pt x="165633" y="144145"/>
                  </a:lnTo>
                  <a:lnTo>
                    <a:pt x="161758" y="145300"/>
                  </a:lnTo>
                  <a:lnTo>
                    <a:pt x="155731" y="147095"/>
                  </a:lnTo>
                  <a:lnTo>
                    <a:pt x="147431" y="149568"/>
                  </a:lnTo>
                  <a:lnTo>
                    <a:pt x="147516" y="149864"/>
                  </a:lnTo>
                  <a:lnTo>
                    <a:pt x="148493" y="153230"/>
                  </a:lnTo>
                  <a:lnTo>
                    <a:pt x="148770" y="154228"/>
                  </a:lnTo>
                  <a:lnTo>
                    <a:pt x="147260" y="154651"/>
                  </a:lnTo>
                  <a:lnTo>
                    <a:pt x="146903" y="154754"/>
                  </a:lnTo>
                  <a:lnTo>
                    <a:pt x="145953" y="155029"/>
                  </a:lnTo>
                  <a:lnTo>
                    <a:pt x="144845" y="155351"/>
                  </a:lnTo>
                  <a:lnTo>
                    <a:pt x="143177" y="155834"/>
                  </a:lnTo>
                  <a:lnTo>
                    <a:pt x="130338" y="159555"/>
                  </a:lnTo>
                  <a:lnTo>
                    <a:pt x="127663" y="160271"/>
                  </a:lnTo>
                  <a:lnTo>
                    <a:pt x="127356" y="159200"/>
                  </a:lnTo>
                  <a:lnTo>
                    <a:pt x="127250" y="158831"/>
                  </a:lnTo>
                  <a:lnTo>
                    <a:pt x="126973" y="157862"/>
                  </a:lnTo>
                  <a:lnTo>
                    <a:pt x="126610" y="156598"/>
                  </a:lnTo>
                  <a:lnTo>
                    <a:pt x="126392" y="155837"/>
                  </a:lnTo>
                  <a:lnTo>
                    <a:pt x="124157" y="148032"/>
                  </a:lnTo>
                  <a:lnTo>
                    <a:pt x="123884" y="147077"/>
                  </a:lnTo>
                  <a:lnTo>
                    <a:pt x="121994" y="140478"/>
                  </a:lnTo>
                  <a:lnTo>
                    <a:pt x="120536" y="135386"/>
                  </a:lnTo>
                  <a:lnTo>
                    <a:pt x="120104" y="133879"/>
                  </a:lnTo>
                  <a:lnTo>
                    <a:pt x="119943" y="133314"/>
                  </a:lnTo>
                  <a:lnTo>
                    <a:pt x="118882" y="129611"/>
                  </a:lnTo>
                  <a:lnTo>
                    <a:pt x="118722" y="129051"/>
                  </a:lnTo>
                  <a:lnTo>
                    <a:pt x="118355" y="127770"/>
                  </a:lnTo>
                  <a:lnTo>
                    <a:pt x="117884" y="126124"/>
                  </a:lnTo>
                  <a:lnTo>
                    <a:pt x="116688" y="121885"/>
                  </a:lnTo>
                  <a:lnTo>
                    <a:pt x="116536" y="121795"/>
                  </a:lnTo>
                  <a:lnTo>
                    <a:pt x="116385" y="121706"/>
                  </a:lnTo>
                  <a:lnTo>
                    <a:pt x="113637" y="120072"/>
                  </a:lnTo>
                  <a:lnTo>
                    <a:pt x="112491" y="119390"/>
                  </a:lnTo>
                  <a:lnTo>
                    <a:pt x="111920" y="119035"/>
                  </a:lnTo>
                  <a:lnTo>
                    <a:pt x="111229" y="118605"/>
                  </a:lnTo>
                  <a:lnTo>
                    <a:pt x="110279" y="117954"/>
                  </a:lnTo>
                  <a:lnTo>
                    <a:pt x="109288" y="117274"/>
                  </a:lnTo>
                  <a:lnTo>
                    <a:pt x="105509" y="114685"/>
                  </a:lnTo>
                  <a:lnTo>
                    <a:pt x="99502" y="110568"/>
                  </a:lnTo>
                  <a:lnTo>
                    <a:pt x="99260" y="110402"/>
                  </a:lnTo>
                  <a:lnTo>
                    <a:pt x="96648" y="108611"/>
                  </a:lnTo>
                  <a:lnTo>
                    <a:pt x="95053" y="107519"/>
                  </a:lnTo>
                  <a:lnTo>
                    <a:pt x="94172" y="106914"/>
                  </a:lnTo>
                  <a:lnTo>
                    <a:pt x="93139" y="106207"/>
                  </a:lnTo>
                  <a:lnTo>
                    <a:pt x="88171" y="102802"/>
                  </a:lnTo>
                  <a:lnTo>
                    <a:pt x="87541" y="103743"/>
                  </a:lnTo>
                  <a:lnTo>
                    <a:pt x="85427" y="102335"/>
                  </a:lnTo>
                  <a:lnTo>
                    <a:pt x="82081" y="100107"/>
                  </a:lnTo>
                  <a:lnTo>
                    <a:pt x="81909" y="99994"/>
                  </a:lnTo>
                  <a:lnTo>
                    <a:pt x="81171" y="99503"/>
                  </a:lnTo>
                  <a:lnTo>
                    <a:pt x="80335" y="98949"/>
                  </a:lnTo>
                  <a:lnTo>
                    <a:pt x="79336" y="98286"/>
                  </a:lnTo>
                  <a:lnTo>
                    <a:pt x="77541" y="97095"/>
                  </a:lnTo>
                  <a:lnTo>
                    <a:pt x="75672" y="95855"/>
                  </a:lnTo>
                  <a:lnTo>
                    <a:pt x="73591" y="94474"/>
                  </a:lnTo>
                  <a:lnTo>
                    <a:pt x="73921" y="93862"/>
                  </a:lnTo>
                  <a:lnTo>
                    <a:pt x="74768" y="92289"/>
                  </a:lnTo>
                  <a:lnTo>
                    <a:pt x="74566" y="92254"/>
                  </a:lnTo>
                  <a:lnTo>
                    <a:pt x="73806" y="92124"/>
                  </a:lnTo>
                  <a:lnTo>
                    <a:pt x="71463" y="91724"/>
                  </a:lnTo>
                  <a:lnTo>
                    <a:pt x="66855" y="90935"/>
                  </a:lnTo>
                  <a:lnTo>
                    <a:pt x="57197" y="89283"/>
                  </a:lnTo>
                  <a:lnTo>
                    <a:pt x="55974" y="89073"/>
                  </a:lnTo>
                  <a:lnTo>
                    <a:pt x="55787" y="89041"/>
                  </a:lnTo>
                  <a:lnTo>
                    <a:pt x="54984" y="88904"/>
                  </a:lnTo>
                  <a:lnTo>
                    <a:pt x="54654" y="88847"/>
                  </a:lnTo>
                  <a:lnTo>
                    <a:pt x="51753" y="88351"/>
                  </a:lnTo>
                  <a:lnTo>
                    <a:pt x="49265" y="87925"/>
                  </a:lnTo>
                  <a:lnTo>
                    <a:pt x="48921" y="87812"/>
                  </a:lnTo>
                  <a:lnTo>
                    <a:pt x="47779" y="92454"/>
                  </a:lnTo>
                  <a:lnTo>
                    <a:pt x="47479" y="93672"/>
                  </a:lnTo>
                  <a:lnTo>
                    <a:pt x="39672" y="92446"/>
                  </a:lnTo>
                  <a:lnTo>
                    <a:pt x="35377" y="92446"/>
                  </a:lnTo>
                  <a:lnTo>
                    <a:pt x="31205" y="93074"/>
                  </a:lnTo>
                  <a:lnTo>
                    <a:pt x="27278" y="93450"/>
                  </a:lnTo>
                  <a:lnTo>
                    <a:pt x="23474" y="93952"/>
                  </a:lnTo>
                  <a:lnTo>
                    <a:pt x="24210" y="91694"/>
                  </a:lnTo>
                  <a:lnTo>
                    <a:pt x="22370" y="86927"/>
                  </a:lnTo>
                  <a:lnTo>
                    <a:pt x="19793" y="83290"/>
                  </a:lnTo>
                  <a:lnTo>
                    <a:pt x="18853" y="79828"/>
                  </a:lnTo>
                  <a:lnTo>
                    <a:pt x="18795" y="79284"/>
                  </a:lnTo>
                  <a:lnTo>
                    <a:pt x="18571" y="77614"/>
                  </a:lnTo>
                  <a:lnTo>
                    <a:pt x="17909" y="72682"/>
                  </a:lnTo>
                  <a:lnTo>
                    <a:pt x="17658" y="71143"/>
                  </a:lnTo>
                  <a:lnTo>
                    <a:pt x="17301" y="68946"/>
                  </a:lnTo>
                  <a:lnTo>
                    <a:pt x="17259" y="68587"/>
                  </a:lnTo>
                  <a:lnTo>
                    <a:pt x="16848" y="65102"/>
                  </a:lnTo>
                  <a:lnTo>
                    <a:pt x="15743" y="60336"/>
                  </a:lnTo>
                  <a:lnTo>
                    <a:pt x="15252" y="56698"/>
                  </a:lnTo>
                  <a:lnTo>
                    <a:pt x="13534" y="50301"/>
                  </a:lnTo>
                  <a:lnTo>
                    <a:pt x="12307" y="41897"/>
                  </a:lnTo>
                  <a:lnTo>
                    <a:pt x="12707" y="38500"/>
                  </a:lnTo>
                  <a:lnTo>
                    <a:pt x="7301" y="22218"/>
                  </a:lnTo>
                  <a:lnTo>
                    <a:pt x="6967" y="21214"/>
                  </a:lnTo>
                  <a:lnTo>
                    <a:pt x="8367" y="19346"/>
                  </a:lnTo>
                  <a:lnTo>
                    <a:pt x="809" y="12094"/>
                  </a:lnTo>
                  <a:lnTo>
                    <a:pt x="546" y="10436"/>
                  </a:lnTo>
                  <a:lnTo>
                    <a:pt x="0" y="6696"/>
                  </a:lnTo>
                  <a:lnTo>
                    <a:pt x="916" y="5824"/>
                  </a:lnTo>
                  <a:lnTo>
                    <a:pt x="2153" y="4575"/>
                  </a:lnTo>
                  <a:lnTo>
                    <a:pt x="3758" y="5638"/>
                  </a:lnTo>
                  <a:lnTo>
                    <a:pt x="6490" y="7450"/>
                  </a:lnTo>
                  <a:lnTo>
                    <a:pt x="7882" y="8373"/>
                  </a:lnTo>
                  <a:lnTo>
                    <a:pt x="9272" y="9486"/>
                  </a:lnTo>
                  <a:lnTo>
                    <a:pt x="14156" y="6036"/>
                  </a:lnTo>
                  <a:lnTo>
                    <a:pt x="17821" y="1087"/>
                  </a:lnTo>
                  <a:lnTo>
                    <a:pt x="1842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g50"/>
            <p:cNvSpPr/>
            <p:nvPr/>
          </p:nvSpPr>
          <p:spPr>
            <a:xfrm>
              <a:off x="3106824" y="3440369"/>
              <a:ext cx="128477" cy="210594"/>
            </a:xfrm>
            <a:custGeom>
              <a:avLst/>
              <a:pathLst>
                <a:path w="128477" h="210594">
                  <a:moveTo>
                    <a:pt x="53074" y="29519"/>
                  </a:moveTo>
                  <a:lnTo>
                    <a:pt x="53664" y="34577"/>
                  </a:lnTo>
                  <a:lnTo>
                    <a:pt x="54139" y="38138"/>
                  </a:lnTo>
                  <a:lnTo>
                    <a:pt x="54284" y="39220"/>
                  </a:lnTo>
                  <a:lnTo>
                    <a:pt x="54429" y="40923"/>
                  </a:lnTo>
                  <a:lnTo>
                    <a:pt x="54695" y="44053"/>
                  </a:lnTo>
                  <a:lnTo>
                    <a:pt x="54786" y="47841"/>
                  </a:lnTo>
                  <a:lnTo>
                    <a:pt x="55512" y="52593"/>
                  </a:lnTo>
                  <a:lnTo>
                    <a:pt x="55943" y="54535"/>
                  </a:lnTo>
                  <a:lnTo>
                    <a:pt x="56257" y="55946"/>
                  </a:lnTo>
                  <a:lnTo>
                    <a:pt x="56768" y="57557"/>
                  </a:lnTo>
                  <a:lnTo>
                    <a:pt x="56983" y="59960"/>
                  </a:lnTo>
                  <a:lnTo>
                    <a:pt x="56783" y="63563"/>
                  </a:lnTo>
                  <a:lnTo>
                    <a:pt x="57810" y="66891"/>
                  </a:lnTo>
                  <a:lnTo>
                    <a:pt x="59645" y="73689"/>
                  </a:lnTo>
                  <a:lnTo>
                    <a:pt x="59270" y="74935"/>
                  </a:lnTo>
                  <a:lnTo>
                    <a:pt x="59063" y="75318"/>
                  </a:lnTo>
                  <a:lnTo>
                    <a:pt x="59493" y="77526"/>
                  </a:lnTo>
                  <a:lnTo>
                    <a:pt x="59333" y="78429"/>
                  </a:lnTo>
                  <a:lnTo>
                    <a:pt x="58992" y="79604"/>
                  </a:lnTo>
                  <a:lnTo>
                    <a:pt x="59379" y="82641"/>
                  </a:lnTo>
                  <a:lnTo>
                    <a:pt x="59670" y="84026"/>
                  </a:lnTo>
                  <a:lnTo>
                    <a:pt x="60511" y="88037"/>
                  </a:lnTo>
                  <a:lnTo>
                    <a:pt x="60296" y="88109"/>
                  </a:lnTo>
                  <a:lnTo>
                    <a:pt x="56121" y="89502"/>
                  </a:lnTo>
                  <a:lnTo>
                    <a:pt x="54910" y="89907"/>
                  </a:lnTo>
                  <a:lnTo>
                    <a:pt x="55322" y="91832"/>
                  </a:lnTo>
                  <a:lnTo>
                    <a:pt x="55588" y="92992"/>
                  </a:lnTo>
                  <a:lnTo>
                    <a:pt x="60159" y="95930"/>
                  </a:lnTo>
                  <a:lnTo>
                    <a:pt x="58461" y="99172"/>
                  </a:lnTo>
                  <a:lnTo>
                    <a:pt x="56822" y="102302"/>
                  </a:lnTo>
                  <a:lnTo>
                    <a:pt x="57969" y="101579"/>
                  </a:lnTo>
                  <a:lnTo>
                    <a:pt x="60168" y="100195"/>
                  </a:lnTo>
                  <a:lnTo>
                    <a:pt x="61110" y="99753"/>
                  </a:lnTo>
                  <a:lnTo>
                    <a:pt x="61994" y="99733"/>
                  </a:lnTo>
                  <a:lnTo>
                    <a:pt x="63394" y="100261"/>
                  </a:lnTo>
                  <a:lnTo>
                    <a:pt x="64258" y="99028"/>
                  </a:lnTo>
                  <a:lnTo>
                    <a:pt x="64881" y="98429"/>
                  </a:lnTo>
                  <a:lnTo>
                    <a:pt x="67169" y="100667"/>
                  </a:lnTo>
                  <a:lnTo>
                    <a:pt x="67571" y="101060"/>
                  </a:lnTo>
                  <a:lnTo>
                    <a:pt x="67420" y="101281"/>
                  </a:lnTo>
                  <a:lnTo>
                    <a:pt x="66385" y="102790"/>
                  </a:lnTo>
                  <a:lnTo>
                    <a:pt x="66967" y="103283"/>
                  </a:lnTo>
                  <a:lnTo>
                    <a:pt x="68846" y="105062"/>
                  </a:lnTo>
                  <a:lnTo>
                    <a:pt x="69337" y="105527"/>
                  </a:lnTo>
                  <a:lnTo>
                    <a:pt x="70017" y="104604"/>
                  </a:lnTo>
                  <a:lnTo>
                    <a:pt x="72428" y="103376"/>
                  </a:lnTo>
                  <a:lnTo>
                    <a:pt x="74528" y="102706"/>
                  </a:lnTo>
                  <a:lnTo>
                    <a:pt x="75005" y="102554"/>
                  </a:lnTo>
                  <a:lnTo>
                    <a:pt x="77187" y="101858"/>
                  </a:lnTo>
                  <a:lnTo>
                    <a:pt x="78117" y="101857"/>
                  </a:lnTo>
                  <a:lnTo>
                    <a:pt x="80547" y="101855"/>
                  </a:lnTo>
                  <a:lnTo>
                    <a:pt x="83891" y="104175"/>
                  </a:lnTo>
                  <a:lnTo>
                    <a:pt x="90558" y="108768"/>
                  </a:lnTo>
                  <a:lnTo>
                    <a:pt x="90835" y="108352"/>
                  </a:lnTo>
                  <a:lnTo>
                    <a:pt x="107020" y="84074"/>
                  </a:lnTo>
                  <a:lnTo>
                    <a:pt x="107386" y="84325"/>
                  </a:lnTo>
                  <a:lnTo>
                    <a:pt x="108884" y="85350"/>
                  </a:lnTo>
                  <a:lnTo>
                    <a:pt x="111259" y="86975"/>
                  </a:lnTo>
                  <a:lnTo>
                    <a:pt x="114601" y="89262"/>
                  </a:lnTo>
                  <a:lnTo>
                    <a:pt x="115424" y="89825"/>
                  </a:lnTo>
                  <a:lnTo>
                    <a:pt x="122995" y="95005"/>
                  </a:lnTo>
                  <a:lnTo>
                    <a:pt x="126726" y="97558"/>
                  </a:lnTo>
                  <a:lnTo>
                    <a:pt x="128477" y="98756"/>
                  </a:lnTo>
                  <a:lnTo>
                    <a:pt x="128033" y="99400"/>
                  </a:lnTo>
                  <a:lnTo>
                    <a:pt x="119752" y="111405"/>
                  </a:lnTo>
                  <a:lnTo>
                    <a:pt x="119387" y="111940"/>
                  </a:lnTo>
                  <a:lnTo>
                    <a:pt x="112324" y="122309"/>
                  </a:lnTo>
                  <a:lnTo>
                    <a:pt x="112123" y="122604"/>
                  </a:lnTo>
                  <a:lnTo>
                    <a:pt x="111758" y="123140"/>
                  </a:lnTo>
                  <a:lnTo>
                    <a:pt x="111588" y="123389"/>
                  </a:lnTo>
                  <a:lnTo>
                    <a:pt x="111351" y="123737"/>
                  </a:lnTo>
                  <a:lnTo>
                    <a:pt x="110443" y="125070"/>
                  </a:lnTo>
                  <a:lnTo>
                    <a:pt x="95555" y="146925"/>
                  </a:lnTo>
                  <a:lnTo>
                    <a:pt x="95412" y="147136"/>
                  </a:lnTo>
                  <a:lnTo>
                    <a:pt x="94939" y="147864"/>
                  </a:lnTo>
                  <a:lnTo>
                    <a:pt x="93861" y="149524"/>
                  </a:lnTo>
                  <a:lnTo>
                    <a:pt x="92301" y="151928"/>
                  </a:lnTo>
                  <a:lnTo>
                    <a:pt x="88126" y="158361"/>
                  </a:lnTo>
                  <a:lnTo>
                    <a:pt x="87010" y="160080"/>
                  </a:lnTo>
                  <a:lnTo>
                    <a:pt x="85164" y="163412"/>
                  </a:lnTo>
                  <a:lnTo>
                    <a:pt x="84766" y="163811"/>
                  </a:lnTo>
                  <a:lnTo>
                    <a:pt x="83138" y="165395"/>
                  </a:lnTo>
                  <a:lnTo>
                    <a:pt x="82993" y="165476"/>
                  </a:lnTo>
                  <a:lnTo>
                    <a:pt x="82559" y="165716"/>
                  </a:lnTo>
                  <a:lnTo>
                    <a:pt x="81291" y="166419"/>
                  </a:lnTo>
                  <a:lnTo>
                    <a:pt x="80390" y="166764"/>
                  </a:lnTo>
                  <a:lnTo>
                    <a:pt x="78597" y="167337"/>
                  </a:lnTo>
                  <a:lnTo>
                    <a:pt x="78760" y="167788"/>
                  </a:lnTo>
                  <a:lnTo>
                    <a:pt x="79001" y="168451"/>
                  </a:lnTo>
                  <a:lnTo>
                    <a:pt x="79113" y="168759"/>
                  </a:lnTo>
                  <a:lnTo>
                    <a:pt x="79479" y="169768"/>
                  </a:lnTo>
                  <a:lnTo>
                    <a:pt x="79622" y="170163"/>
                  </a:lnTo>
                  <a:lnTo>
                    <a:pt x="79942" y="171044"/>
                  </a:lnTo>
                  <a:lnTo>
                    <a:pt x="80816" y="173454"/>
                  </a:lnTo>
                  <a:lnTo>
                    <a:pt x="80974" y="173889"/>
                  </a:lnTo>
                  <a:lnTo>
                    <a:pt x="82290" y="175880"/>
                  </a:lnTo>
                  <a:lnTo>
                    <a:pt x="85761" y="178940"/>
                  </a:lnTo>
                  <a:lnTo>
                    <a:pt x="85945" y="179102"/>
                  </a:lnTo>
                  <a:lnTo>
                    <a:pt x="86728" y="179792"/>
                  </a:lnTo>
                  <a:lnTo>
                    <a:pt x="89888" y="182577"/>
                  </a:lnTo>
                  <a:lnTo>
                    <a:pt x="92887" y="185221"/>
                  </a:lnTo>
                  <a:lnTo>
                    <a:pt x="93046" y="185361"/>
                  </a:lnTo>
                  <a:lnTo>
                    <a:pt x="93228" y="185521"/>
                  </a:lnTo>
                  <a:lnTo>
                    <a:pt x="93788" y="186015"/>
                  </a:lnTo>
                  <a:lnTo>
                    <a:pt x="94239" y="186413"/>
                  </a:lnTo>
                  <a:lnTo>
                    <a:pt x="95491" y="187484"/>
                  </a:lnTo>
                  <a:lnTo>
                    <a:pt x="97563" y="189256"/>
                  </a:lnTo>
                  <a:lnTo>
                    <a:pt x="99179" y="190638"/>
                  </a:lnTo>
                  <a:lnTo>
                    <a:pt x="99682" y="191068"/>
                  </a:lnTo>
                  <a:lnTo>
                    <a:pt x="99810" y="191172"/>
                  </a:lnTo>
                  <a:lnTo>
                    <a:pt x="100037" y="191356"/>
                  </a:lnTo>
                  <a:lnTo>
                    <a:pt x="100669" y="191866"/>
                  </a:lnTo>
                  <a:lnTo>
                    <a:pt x="101010" y="192142"/>
                  </a:lnTo>
                  <a:lnTo>
                    <a:pt x="100511" y="192350"/>
                  </a:lnTo>
                  <a:lnTo>
                    <a:pt x="99203" y="192897"/>
                  </a:lnTo>
                  <a:lnTo>
                    <a:pt x="96579" y="193994"/>
                  </a:lnTo>
                  <a:lnTo>
                    <a:pt x="96416" y="194062"/>
                  </a:lnTo>
                  <a:lnTo>
                    <a:pt x="93552" y="195118"/>
                  </a:lnTo>
                  <a:lnTo>
                    <a:pt x="87434" y="197374"/>
                  </a:lnTo>
                  <a:lnTo>
                    <a:pt x="81929" y="199004"/>
                  </a:lnTo>
                  <a:lnTo>
                    <a:pt x="79964" y="199586"/>
                  </a:lnTo>
                  <a:lnTo>
                    <a:pt x="74395" y="201233"/>
                  </a:lnTo>
                  <a:lnTo>
                    <a:pt x="67628" y="203018"/>
                  </a:lnTo>
                  <a:lnTo>
                    <a:pt x="64096" y="204472"/>
                  </a:lnTo>
                  <a:lnTo>
                    <a:pt x="61959" y="205351"/>
                  </a:lnTo>
                  <a:lnTo>
                    <a:pt x="59290" y="206856"/>
                  </a:lnTo>
                  <a:lnTo>
                    <a:pt x="55553" y="208964"/>
                  </a:lnTo>
                  <a:lnTo>
                    <a:pt x="53500" y="210594"/>
                  </a:lnTo>
                  <a:lnTo>
                    <a:pt x="52839" y="210081"/>
                  </a:lnTo>
                  <a:lnTo>
                    <a:pt x="48267" y="206534"/>
                  </a:lnTo>
                  <a:lnTo>
                    <a:pt x="47595" y="206013"/>
                  </a:lnTo>
                  <a:lnTo>
                    <a:pt x="47281" y="205769"/>
                  </a:lnTo>
                  <a:lnTo>
                    <a:pt x="45365" y="199616"/>
                  </a:lnTo>
                  <a:lnTo>
                    <a:pt x="45274" y="199323"/>
                  </a:lnTo>
                  <a:lnTo>
                    <a:pt x="40206" y="200731"/>
                  </a:lnTo>
                  <a:lnTo>
                    <a:pt x="39232" y="196959"/>
                  </a:lnTo>
                  <a:lnTo>
                    <a:pt x="38452" y="193934"/>
                  </a:lnTo>
                  <a:lnTo>
                    <a:pt x="38373" y="193640"/>
                  </a:lnTo>
                  <a:lnTo>
                    <a:pt x="38204" y="193010"/>
                  </a:lnTo>
                  <a:lnTo>
                    <a:pt x="36484" y="186587"/>
                  </a:lnTo>
                  <a:lnTo>
                    <a:pt x="36370" y="186160"/>
                  </a:lnTo>
                  <a:lnTo>
                    <a:pt x="36236" y="185659"/>
                  </a:lnTo>
                  <a:lnTo>
                    <a:pt x="34462" y="179037"/>
                  </a:lnTo>
                  <a:lnTo>
                    <a:pt x="34304" y="178446"/>
                  </a:lnTo>
                  <a:lnTo>
                    <a:pt x="32887" y="173154"/>
                  </a:lnTo>
                  <a:lnTo>
                    <a:pt x="32570" y="171970"/>
                  </a:lnTo>
                  <a:lnTo>
                    <a:pt x="32534" y="171838"/>
                  </a:lnTo>
                  <a:lnTo>
                    <a:pt x="32337" y="171101"/>
                  </a:lnTo>
                  <a:lnTo>
                    <a:pt x="29372" y="160031"/>
                  </a:lnTo>
                  <a:lnTo>
                    <a:pt x="29127" y="160100"/>
                  </a:lnTo>
                  <a:lnTo>
                    <a:pt x="24916" y="161279"/>
                  </a:lnTo>
                  <a:lnTo>
                    <a:pt x="1338" y="167869"/>
                  </a:lnTo>
                  <a:lnTo>
                    <a:pt x="1056" y="166891"/>
                  </a:lnTo>
                  <a:lnTo>
                    <a:pt x="79" y="163524"/>
                  </a:lnTo>
                  <a:lnTo>
                    <a:pt x="0" y="163227"/>
                  </a:lnTo>
                  <a:lnTo>
                    <a:pt x="8294" y="160756"/>
                  </a:lnTo>
                  <a:lnTo>
                    <a:pt x="14321" y="158960"/>
                  </a:lnTo>
                  <a:lnTo>
                    <a:pt x="18196" y="157805"/>
                  </a:lnTo>
                  <a:lnTo>
                    <a:pt x="20573" y="157097"/>
                  </a:lnTo>
                  <a:lnTo>
                    <a:pt x="24350" y="155971"/>
                  </a:lnTo>
                  <a:lnTo>
                    <a:pt x="31737" y="153771"/>
                  </a:lnTo>
                  <a:lnTo>
                    <a:pt x="41803" y="150771"/>
                  </a:lnTo>
                  <a:lnTo>
                    <a:pt x="43929" y="150138"/>
                  </a:lnTo>
                  <a:lnTo>
                    <a:pt x="50722" y="148114"/>
                  </a:lnTo>
                  <a:lnTo>
                    <a:pt x="48572" y="146111"/>
                  </a:lnTo>
                  <a:lnTo>
                    <a:pt x="45250" y="143017"/>
                  </a:lnTo>
                  <a:lnTo>
                    <a:pt x="44647" y="142455"/>
                  </a:lnTo>
                  <a:lnTo>
                    <a:pt x="44401" y="142225"/>
                  </a:lnTo>
                  <a:lnTo>
                    <a:pt x="44055" y="141903"/>
                  </a:lnTo>
                  <a:lnTo>
                    <a:pt x="37827" y="136102"/>
                  </a:lnTo>
                  <a:lnTo>
                    <a:pt x="37140" y="135462"/>
                  </a:lnTo>
                  <a:lnTo>
                    <a:pt x="32897" y="133817"/>
                  </a:lnTo>
                  <a:lnTo>
                    <a:pt x="31067" y="132551"/>
                  </a:lnTo>
                  <a:lnTo>
                    <a:pt x="30366" y="132065"/>
                  </a:lnTo>
                  <a:lnTo>
                    <a:pt x="30070" y="131861"/>
                  </a:lnTo>
                  <a:lnTo>
                    <a:pt x="28951" y="130837"/>
                  </a:lnTo>
                  <a:lnTo>
                    <a:pt x="28782" y="130194"/>
                  </a:lnTo>
                  <a:lnTo>
                    <a:pt x="27971" y="127092"/>
                  </a:lnTo>
                  <a:lnTo>
                    <a:pt x="27120" y="123841"/>
                  </a:lnTo>
                  <a:lnTo>
                    <a:pt x="27007" y="123408"/>
                  </a:lnTo>
                  <a:lnTo>
                    <a:pt x="26801" y="122619"/>
                  </a:lnTo>
                  <a:lnTo>
                    <a:pt x="26691" y="122189"/>
                  </a:lnTo>
                  <a:lnTo>
                    <a:pt x="26489" y="121398"/>
                  </a:lnTo>
                  <a:lnTo>
                    <a:pt x="26451" y="121250"/>
                  </a:lnTo>
                  <a:lnTo>
                    <a:pt x="25197" y="116338"/>
                  </a:lnTo>
                  <a:lnTo>
                    <a:pt x="24678" y="114305"/>
                  </a:lnTo>
                  <a:lnTo>
                    <a:pt x="23959" y="111485"/>
                  </a:lnTo>
                  <a:lnTo>
                    <a:pt x="23892" y="111224"/>
                  </a:lnTo>
                  <a:lnTo>
                    <a:pt x="23664" y="110333"/>
                  </a:lnTo>
                  <a:lnTo>
                    <a:pt x="21804" y="103045"/>
                  </a:lnTo>
                  <a:lnTo>
                    <a:pt x="21764" y="102888"/>
                  </a:lnTo>
                  <a:lnTo>
                    <a:pt x="21352" y="101275"/>
                  </a:lnTo>
                  <a:lnTo>
                    <a:pt x="21256" y="100941"/>
                  </a:lnTo>
                  <a:lnTo>
                    <a:pt x="20104" y="96909"/>
                  </a:lnTo>
                  <a:lnTo>
                    <a:pt x="18584" y="91592"/>
                  </a:lnTo>
                  <a:lnTo>
                    <a:pt x="18301" y="90580"/>
                  </a:lnTo>
                  <a:lnTo>
                    <a:pt x="17731" y="88542"/>
                  </a:lnTo>
                  <a:lnTo>
                    <a:pt x="16366" y="83658"/>
                  </a:lnTo>
                  <a:lnTo>
                    <a:pt x="16086" y="82658"/>
                  </a:lnTo>
                  <a:lnTo>
                    <a:pt x="15609" y="80948"/>
                  </a:lnTo>
                  <a:lnTo>
                    <a:pt x="14818" y="78118"/>
                  </a:lnTo>
                  <a:lnTo>
                    <a:pt x="14680" y="77626"/>
                  </a:lnTo>
                  <a:lnTo>
                    <a:pt x="14107" y="75577"/>
                  </a:lnTo>
                  <a:lnTo>
                    <a:pt x="13201" y="73025"/>
                  </a:lnTo>
                  <a:lnTo>
                    <a:pt x="12654" y="71483"/>
                  </a:lnTo>
                  <a:lnTo>
                    <a:pt x="12526" y="71069"/>
                  </a:lnTo>
                  <a:lnTo>
                    <a:pt x="12485" y="70936"/>
                  </a:lnTo>
                  <a:lnTo>
                    <a:pt x="12051" y="69533"/>
                  </a:lnTo>
                  <a:lnTo>
                    <a:pt x="10686" y="65124"/>
                  </a:lnTo>
                  <a:lnTo>
                    <a:pt x="10271" y="63784"/>
                  </a:lnTo>
                  <a:lnTo>
                    <a:pt x="9578" y="61771"/>
                  </a:lnTo>
                  <a:lnTo>
                    <a:pt x="9475" y="61469"/>
                  </a:lnTo>
                  <a:lnTo>
                    <a:pt x="8592" y="58907"/>
                  </a:lnTo>
                  <a:lnTo>
                    <a:pt x="7389" y="56270"/>
                  </a:lnTo>
                  <a:lnTo>
                    <a:pt x="7149" y="55746"/>
                  </a:lnTo>
                  <a:lnTo>
                    <a:pt x="4450" y="51124"/>
                  </a:lnTo>
                  <a:lnTo>
                    <a:pt x="4161" y="50630"/>
                  </a:lnTo>
                  <a:lnTo>
                    <a:pt x="3668" y="49786"/>
                  </a:lnTo>
                  <a:lnTo>
                    <a:pt x="2800" y="48299"/>
                  </a:lnTo>
                  <a:lnTo>
                    <a:pt x="1347" y="45812"/>
                  </a:lnTo>
                  <a:lnTo>
                    <a:pt x="968" y="45255"/>
                  </a:lnTo>
                  <a:lnTo>
                    <a:pt x="3108" y="43860"/>
                  </a:lnTo>
                  <a:lnTo>
                    <a:pt x="3570" y="43559"/>
                  </a:lnTo>
                  <a:lnTo>
                    <a:pt x="6513" y="41641"/>
                  </a:lnTo>
                  <a:lnTo>
                    <a:pt x="6822" y="41474"/>
                  </a:lnTo>
                  <a:lnTo>
                    <a:pt x="9387" y="40091"/>
                  </a:lnTo>
                  <a:lnTo>
                    <a:pt x="11878" y="38748"/>
                  </a:lnTo>
                  <a:lnTo>
                    <a:pt x="16629" y="36254"/>
                  </a:lnTo>
                  <a:lnTo>
                    <a:pt x="20620" y="34158"/>
                  </a:lnTo>
                  <a:lnTo>
                    <a:pt x="23129" y="32841"/>
                  </a:lnTo>
                  <a:lnTo>
                    <a:pt x="22717" y="32274"/>
                  </a:lnTo>
                  <a:lnTo>
                    <a:pt x="21981" y="31672"/>
                  </a:lnTo>
                  <a:lnTo>
                    <a:pt x="20861" y="31266"/>
                  </a:lnTo>
                  <a:lnTo>
                    <a:pt x="20523" y="31170"/>
                  </a:lnTo>
                  <a:lnTo>
                    <a:pt x="20169" y="31070"/>
                  </a:lnTo>
                  <a:lnTo>
                    <a:pt x="14594" y="31824"/>
                  </a:lnTo>
                  <a:lnTo>
                    <a:pt x="15044" y="29142"/>
                  </a:lnTo>
                  <a:lnTo>
                    <a:pt x="15078" y="28944"/>
                  </a:lnTo>
                  <a:lnTo>
                    <a:pt x="15204" y="28192"/>
                  </a:lnTo>
                  <a:lnTo>
                    <a:pt x="15166" y="27559"/>
                  </a:lnTo>
                  <a:lnTo>
                    <a:pt x="15143" y="27186"/>
                  </a:lnTo>
                  <a:lnTo>
                    <a:pt x="15083" y="26197"/>
                  </a:lnTo>
                  <a:lnTo>
                    <a:pt x="15063" y="25863"/>
                  </a:lnTo>
                  <a:lnTo>
                    <a:pt x="15047" y="25591"/>
                  </a:lnTo>
                  <a:lnTo>
                    <a:pt x="14981" y="24627"/>
                  </a:lnTo>
                  <a:lnTo>
                    <a:pt x="31381" y="23285"/>
                  </a:lnTo>
                  <a:lnTo>
                    <a:pt x="28905" y="11344"/>
                  </a:lnTo>
                  <a:lnTo>
                    <a:pt x="28298" y="8417"/>
                  </a:lnTo>
                  <a:lnTo>
                    <a:pt x="27211" y="1374"/>
                  </a:lnTo>
                  <a:lnTo>
                    <a:pt x="38205" y="0"/>
                  </a:lnTo>
                  <a:lnTo>
                    <a:pt x="41781" y="11889"/>
                  </a:lnTo>
                  <a:lnTo>
                    <a:pt x="49085" y="24252"/>
                  </a:lnTo>
                  <a:lnTo>
                    <a:pt x="51636" y="276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g51"/>
            <p:cNvSpPr/>
            <p:nvPr/>
          </p:nvSpPr>
          <p:spPr>
            <a:xfrm>
              <a:off x="2937760" y="3705197"/>
              <a:ext cx="145221" cy="146761"/>
            </a:xfrm>
            <a:custGeom>
              <a:avLst/>
              <a:pathLst>
                <a:path w="145221" h="146761">
                  <a:moveTo>
                    <a:pt x="132495" y="77675"/>
                  </a:moveTo>
                  <a:lnTo>
                    <a:pt x="132019" y="78384"/>
                  </a:lnTo>
                  <a:lnTo>
                    <a:pt x="131869" y="78292"/>
                  </a:lnTo>
                  <a:lnTo>
                    <a:pt x="127646" y="84583"/>
                  </a:lnTo>
                  <a:lnTo>
                    <a:pt x="125688" y="87453"/>
                  </a:lnTo>
                  <a:lnTo>
                    <a:pt x="123524" y="90624"/>
                  </a:lnTo>
                  <a:lnTo>
                    <a:pt x="119698" y="96365"/>
                  </a:lnTo>
                  <a:lnTo>
                    <a:pt x="117168" y="100083"/>
                  </a:lnTo>
                  <a:lnTo>
                    <a:pt x="115531" y="102489"/>
                  </a:lnTo>
                  <a:lnTo>
                    <a:pt x="113379" y="105651"/>
                  </a:lnTo>
                  <a:lnTo>
                    <a:pt x="111189" y="108870"/>
                  </a:lnTo>
                  <a:lnTo>
                    <a:pt x="107130" y="115028"/>
                  </a:lnTo>
                  <a:lnTo>
                    <a:pt x="103255" y="120786"/>
                  </a:lnTo>
                  <a:lnTo>
                    <a:pt x="99021" y="126889"/>
                  </a:lnTo>
                  <a:lnTo>
                    <a:pt x="94937" y="133110"/>
                  </a:lnTo>
                  <a:lnTo>
                    <a:pt x="91030" y="138930"/>
                  </a:lnTo>
                  <a:lnTo>
                    <a:pt x="87571" y="144198"/>
                  </a:lnTo>
                  <a:lnTo>
                    <a:pt x="86185" y="146309"/>
                  </a:lnTo>
                  <a:lnTo>
                    <a:pt x="85888" y="146761"/>
                  </a:lnTo>
                  <a:lnTo>
                    <a:pt x="85436" y="146452"/>
                  </a:lnTo>
                  <a:lnTo>
                    <a:pt x="84320" y="145691"/>
                  </a:lnTo>
                  <a:lnTo>
                    <a:pt x="69030" y="135256"/>
                  </a:lnTo>
                  <a:lnTo>
                    <a:pt x="67723" y="134563"/>
                  </a:lnTo>
                  <a:lnTo>
                    <a:pt x="67380" y="134294"/>
                  </a:lnTo>
                  <a:lnTo>
                    <a:pt x="65125" y="132521"/>
                  </a:lnTo>
                  <a:lnTo>
                    <a:pt x="64817" y="132278"/>
                  </a:lnTo>
                  <a:lnTo>
                    <a:pt x="64530" y="132053"/>
                  </a:lnTo>
                  <a:lnTo>
                    <a:pt x="48502" y="121241"/>
                  </a:lnTo>
                  <a:lnTo>
                    <a:pt x="32145" y="109857"/>
                  </a:lnTo>
                  <a:lnTo>
                    <a:pt x="29412" y="108042"/>
                  </a:lnTo>
                  <a:lnTo>
                    <a:pt x="13893" y="97335"/>
                  </a:lnTo>
                  <a:lnTo>
                    <a:pt x="12880" y="96636"/>
                  </a:lnTo>
                  <a:lnTo>
                    <a:pt x="4654" y="90961"/>
                  </a:lnTo>
                  <a:lnTo>
                    <a:pt x="212" y="87896"/>
                  </a:lnTo>
                  <a:lnTo>
                    <a:pt x="0" y="87680"/>
                  </a:lnTo>
                  <a:lnTo>
                    <a:pt x="329" y="87197"/>
                  </a:lnTo>
                  <a:lnTo>
                    <a:pt x="826" y="86470"/>
                  </a:lnTo>
                  <a:lnTo>
                    <a:pt x="14657" y="66222"/>
                  </a:lnTo>
                  <a:lnTo>
                    <a:pt x="14954" y="65785"/>
                  </a:lnTo>
                  <a:lnTo>
                    <a:pt x="15966" y="64299"/>
                  </a:lnTo>
                  <a:lnTo>
                    <a:pt x="16072" y="64142"/>
                  </a:lnTo>
                  <a:lnTo>
                    <a:pt x="29327" y="44664"/>
                  </a:lnTo>
                  <a:lnTo>
                    <a:pt x="29714" y="44096"/>
                  </a:lnTo>
                  <a:lnTo>
                    <a:pt x="32711" y="39692"/>
                  </a:lnTo>
                  <a:lnTo>
                    <a:pt x="37167" y="33144"/>
                  </a:lnTo>
                  <a:lnTo>
                    <a:pt x="41971" y="26083"/>
                  </a:lnTo>
                  <a:lnTo>
                    <a:pt x="42143" y="25831"/>
                  </a:lnTo>
                  <a:lnTo>
                    <a:pt x="42409" y="25440"/>
                  </a:lnTo>
                  <a:lnTo>
                    <a:pt x="44065" y="23007"/>
                  </a:lnTo>
                  <a:lnTo>
                    <a:pt x="44613" y="22201"/>
                  </a:lnTo>
                  <a:lnTo>
                    <a:pt x="57658" y="3031"/>
                  </a:lnTo>
                  <a:lnTo>
                    <a:pt x="58473" y="1834"/>
                  </a:lnTo>
                  <a:lnTo>
                    <a:pt x="59577" y="212"/>
                  </a:lnTo>
                  <a:lnTo>
                    <a:pt x="59722" y="0"/>
                  </a:lnTo>
                  <a:lnTo>
                    <a:pt x="64169" y="3024"/>
                  </a:lnTo>
                  <a:lnTo>
                    <a:pt x="66129" y="4357"/>
                  </a:lnTo>
                  <a:lnTo>
                    <a:pt x="72562" y="8733"/>
                  </a:lnTo>
                  <a:lnTo>
                    <a:pt x="72849" y="8928"/>
                  </a:lnTo>
                  <a:lnTo>
                    <a:pt x="84431" y="16806"/>
                  </a:lnTo>
                  <a:lnTo>
                    <a:pt x="88573" y="19623"/>
                  </a:lnTo>
                  <a:lnTo>
                    <a:pt x="88714" y="19719"/>
                  </a:lnTo>
                  <a:lnTo>
                    <a:pt x="89054" y="19950"/>
                  </a:lnTo>
                  <a:lnTo>
                    <a:pt x="91152" y="21378"/>
                  </a:lnTo>
                  <a:lnTo>
                    <a:pt x="91307" y="21483"/>
                  </a:lnTo>
                  <a:lnTo>
                    <a:pt x="91766" y="21795"/>
                  </a:lnTo>
                  <a:lnTo>
                    <a:pt x="107389" y="32421"/>
                  </a:lnTo>
                  <a:lnTo>
                    <a:pt x="108219" y="32986"/>
                  </a:lnTo>
                  <a:lnTo>
                    <a:pt x="117936" y="39595"/>
                  </a:lnTo>
                  <a:lnTo>
                    <a:pt x="123601" y="43448"/>
                  </a:lnTo>
                  <a:lnTo>
                    <a:pt x="123926" y="43669"/>
                  </a:lnTo>
                  <a:lnTo>
                    <a:pt x="124194" y="43852"/>
                  </a:lnTo>
                  <a:lnTo>
                    <a:pt x="124551" y="44094"/>
                  </a:lnTo>
                  <a:lnTo>
                    <a:pt x="124808" y="44269"/>
                  </a:lnTo>
                  <a:lnTo>
                    <a:pt x="127174" y="45878"/>
                  </a:lnTo>
                  <a:lnTo>
                    <a:pt x="127623" y="46186"/>
                  </a:lnTo>
                  <a:lnTo>
                    <a:pt x="127786" y="46301"/>
                  </a:lnTo>
                  <a:lnTo>
                    <a:pt x="128014" y="46462"/>
                  </a:lnTo>
                  <a:lnTo>
                    <a:pt x="138588" y="53943"/>
                  </a:lnTo>
                  <a:lnTo>
                    <a:pt x="142410" y="56647"/>
                  </a:lnTo>
                  <a:lnTo>
                    <a:pt x="144686" y="58258"/>
                  </a:lnTo>
                  <a:lnTo>
                    <a:pt x="145102" y="58552"/>
                  </a:lnTo>
                  <a:lnTo>
                    <a:pt x="145221" y="58720"/>
                  </a:lnTo>
                  <a:lnTo>
                    <a:pt x="144422" y="59910"/>
                  </a:lnTo>
                  <a:lnTo>
                    <a:pt x="143901" y="60685"/>
                  </a:lnTo>
                  <a:lnTo>
                    <a:pt x="140086" y="66368"/>
                  </a:lnTo>
                  <a:lnTo>
                    <a:pt x="136043" y="72390"/>
                  </a:lnTo>
                  <a:lnTo>
                    <a:pt x="135905" y="72596"/>
                  </a:lnTo>
                  <a:lnTo>
                    <a:pt x="132668" y="77418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g52"/>
            <p:cNvSpPr/>
            <p:nvPr/>
          </p:nvSpPr>
          <p:spPr>
            <a:xfrm>
              <a:off x="3023649" y="3783489"/>
              <a:ext cx="154544" cy="113024"/>
            </a:xfrm>
            <a:custGeom>
              <a:avLst/>
              <a:pathLst>
                <a:path w="154544" h="113024">
                  <a:moveTo>
                    <a:pt x="74914" y="20071"/>
                  </a:moveTo>
                  <a:lnTo>
                    <a:pt x="76061" y="20848"/>
                  </a:lnTo>
                  <a:lnTo>
                    <a:pt x="76236" y="20565"/>
                  </a:lnTo>
                  <a:lnTo>
                    <a:pt x="76240" y="20969"/>
                  </a:lnTo>
                  <a:lnTo>
                    <a:pt x="99668" y="36839"/>
                  </a:lnTo>
                  <a:lnTo>
                    <a:pt x="101025" y="37758"/>
                  </a:lnTo>
                  <a:lnTo>
                    <a:pt x="101634" y="38170"/>
                  </a:lnTo>
                  <a:lnTo>
                    <a:pt x="104220" y="39922"/>
                  </a:lnTo>
                  <a:lnTo>
                    <a:pt x="104374" y="40027"/>
                  </a:lnTo>
                  <a:lnTo>
                    <a:pt x="104653" y="40215"/>
                  </a:lnTo>
                  <a:lnTo>
                    <a:pt x="102587" y="43218"/>
                  </a:lnTo>
                  <a:lnTo>
                    <a:pt x="100595" y="46112"/>
                  </a:lnTo>
                  <a:lnTo>
                    <a:pt x="105985" y="49902"/>
                  </a:lnTo>
                  <a:lnTo>
                    <a:pt x="106864" y="50520"/>
                  </a:lnTo>
                  <a:lnTo>
                    <a:pt x="110532" y="53038"/>
                  </a:lnTo>
                  <a:lnTo>
                    <a:pt x="112219" y="54190"/>
                  </a:lnTo>
                  <a:lnTo>
                    <a:pt x="115712" y="56582"/>
                  </a:lnTo>
                  <a:lnTo>
                    <a:pt x="119167" y="58967"/>
                  </a:lnTo>
                  <a:lnTo>
                    <a:pt x="122847" y="61459"/>
                  </a:lnTo>
                  <a:lnTo>
                    <a:pt x="123720" y="62029"/>
                  </a:lnTo>
                  <a:lnTo>
                    <a:pt x="124358" y="62446"/>
                  </a:lnTo>
                  <a:lnTo>
                    <a:pt x="129188" y="65907"/>
                  </a:lnTo>
                  <a:lnTo>
                    <a:pt x="129703" y="66208"/>
                  </a:lnTo>
                  <a:lnTo>
                    <a:pt x="130606" y="66611"/>
                  </a:lnTo>
                  <a:lnTo>
                    <a:pt x="131784" y="66943"/>
                  </a:lnTo>
                  <a:lnTo>
                    <a:pt x="132873" y="67183"/>
                  </a:lnTo>
                  <a:lnTo>
                    <a:pt x="133698" y="67575"/>
                  </a:lnTo>
                  <a:lnTo>
                    <a:pt x="133815" y="68707"/>
                  </a:lnTo>
                  <a:lnTo>
                    <a:pt x="134175" y="72182"/>
                  </a:lnTo>
                  <a:lnTo>
                    <a:pt x="138722" y="72455"/>
                  </a:lnTo>
                  <a:lnTo>
                    <a:pt x="140066" y="72741"/>
                  </a:lnTo>
                  <a:lnTo>
                    <a:pt x="143900" y="74107"/>
                  </a:lnTo>
                  <a:lnTo>
                    <a:pt x="145416" y="74647"/>
                  </a:lnTo>
                  <a:lnTo>
                    <a:pt x="146391" y="75357"/>
                  </a:lnTo>
                  <a:lnTo>
                    <a:pt x="149782" y="77825"/>
                  </a:lnTo>
                  <a:lnTo>
                    <a:pt x="154119" y="80858"/>
                  </a:lnTo>
                  <a:lnTo>
                    <a:pt x="154544" y="81179"/>
                  </a:lnTo>
                  <a:lnTo>
                    <a:pt x="154406" y="81440"/>
                  </a:lnTo>
                  <a:lnTo>
                    <a:pt x="149198" y="91246"/>
                  </a:lnTo>
                  <a:lnTo>
                    <a:pt x="148362" y="93309"/>
                  </a:lnTo>
                  <a:lnTo>
                    <a:pt x="148396" y="93641"/>
                  </a:lnTo>
                  <a:lnTo>
                    <a:pt x="149164" y="101163"/>
                  </a:lnTo>
                  <a:lnTo>
                    <a:pt x="149093" y="101559"/>
                  </a:lnTo>
                  <a:lnTo>
                    <a:pt x="148026" y="107547"/>
                  </a:lnTo>
                  <a:lnTo>
                    <a:pt x="147997" y="107713"/>
                  </a:lnTo>
                  <a:lnTo>
                    <a:pt x="141898" y="104185"/>
                  </a:lnTo>
                  <a:lnTo>
                    <a:pt x="134826" y="100713"/>
                  </a:lnTo>
                  <a:lnTo>
                    <a:pt x="134322" y="101582"/>
                  </a:lnTo>
                  <a:lnTo>
                    <a:pt x="130939" y="107417"/>
                  </a:lnTo>
                  <a:lnTo>
                    <a:pt x="128115" y="113024"/>
                  </a:lnTo>
                  <a:lnTo>
                    <a:pt x="122734" y="111353"/>
                  </a:lnTo>
                  <a:lnTo>
                    <a:pt x="116991" y="109569"/>
                  </a:lnTo>
                  <a:lnTo>
                    <a:pt x="115867" y="109732"/>
                  </a:lnTo>
                  <a:lnTo>
                    <a:pt x="112219" y="109055"/>
                  </a:lnTo>
                  <a:lnTo>
                    <a:pt x="108867" y="108722"/>
                  </a:lnTo>
                  <a:lnTo>
                    <a:pt x="106161" y="107547"/>
                  </a:lnTo>
                  <a:lnTo>
                    <a:pt x="102589" y="106580"/>
                  </a:lnTo>
                  <a:lnTo>
                    <a:pt x="100967" y="106095"/>
                  </a:lnTo>
                  <a:lnTo>
                    <a:pt x="100901" y="105075"/>
                  </a:lnTo>
                  <a:lnTo>
                    <a:pt x="97504" y="103991"/>
                  </a:lnTo>
                  <a:lnTo>
                    <a:pt x="94089" y="102671"/>
                  </a:lnTo>
                  <a:lnTo>
                    <a:pt x="90110" y="102336"/>
                  </a:lnTo>
                  <a:lnTo>
                    <a:pt x="87098" y="102326"/>
                  </a:lnTo>
                  <a:lnTo>
                    <a:pt x="85665" y="102205"/>
                  </a:lnTo>
                  <a:lnTo>
                    <a:pt x="83607" y="101934"/>
                  </a:lnTo>
                  <a:lnTo>
                    <a:pt x="81407" y="101643"/>
                  </a:lnTo>
                  <a:lnTo>
                    <a:pt x="80276" y="101311"/>
                  </a:lnTo>
                  <a:lnTo>
                    <a:pt x="78483" y="101123"/>
                  </a:lnTo>
                  <a:lnTo>
                    <a:pt x="70476" y="100693"/>
                  </a:lnTo>
                  <a:lnTo>
                    <a:pt x="59358" y="99745"/>
                  </a:lnTo>
                  <a:lnTo>
                    <a:pt x="58935" y="98357"/>
                  </a:lnTo>
                  <a:lnTo>
                    <a:pt x="58982" y="94472"/>
                  </a:lnTo>
                  <a:lnTo>
                    <a:pt x="60844" y="91644"/>
                  </a:lnTo>
                  <a:lnTo>
                    <a:pt x="64611" y="85124"/>
                  </a:lnTo>
                  <a:lnTo>
                    <a:pt x="65168" y="84161"/>
                  </a:lnTo>
                  <a:lnTo>
                    <a:pt x="60318" y="81017"/>
                  </a:lnTo>
                  <a:lnTo>
                    <a:pt x="59328" y="80327"/>
                  </a:lnTo>
                  <a:lnTo>
                    <a:pt x="55977" y="78284"/>
                  </a:lnTo>
                  <a:lnTo>
                    <a:pt x="49875" y="73855"/>
                  </a:lnTo>
                  <a:lnTo>
                    <a:pt x="47356" y="77529"/>
                  </a:lnTo>
                  <a:lnTo>
                    <a:pt x="45840" y="79742"/>
                  </a:lnTo>
                  <a:lnTo>
                    <a:pt x="41744" y="85719"/>
                  </a:lnTo>
                  <a:lnTo>
                    <a:pt x="38116" y="91013"/>
                  </a:lnTo>
                  <a:lnTo>
                    <a:pt x="36496" y="93372"/>
                  </a:lnTo>
                  <a:lnTo>
                    <a:pt x="35993" y="93030"/>
                  </a:lnTo>
                  <a:lnTo>
                    <a:pt x="19908" y="82067"/>
                  </a:lnTo>
                  <a:lnTo>
                    <a:pt x="19598" y="81860"/>
                  </a:lnTo>
                  <a:lnTo>
                    <a:pt x="18081" y="80849"/>
                  </a:lnTo>
                  <a:lnTo>
                    <a:pt x="17379" y="80381"/>
                  </a:lnTo>
                  <a:lnTo>
                    <a:pt x="16693" y="79910"/>
                  </a:lnTo>
                  <a:lnTo>
                    <a:pt x="1534" y="69521"/>
                  </a:lnTo>
                  <a:lnTo>
                    <a:pt x="442" y="68772"/>
                  </a:lnTo>
                  <a:lnTo>
                    <a:pt x="0" y="68469"/>
                  </a:lnTo>
                  <a:lnTo>
                    <a:pt x="297" y="68016"/>
                  </a:lnTo>
                  <a:lnTo>
                    <a:pt x="1682" y="65906"/>
                  </a:lnTo>
                  <a:lnTo>
                    <a:pt x="5141" y="60638"/>
                  </a:lnTo>
                  <a:lnTo>
                    <a:pt x="9048" y="54818"/>
                  </a:lnTo>
                  <a:lnTo>
                    <a:pt x="13132" y="48597"/>
                  </a:lnTo>
                  <a:lnTo>
                    <a:pt x="17367" y="42494"/>
                  </a:lnTo>
                  <a:lnTo>
                    <a:pt x="21241" y="36736"/>
                  </a:lnTo>
                  <a:lnTo>
                    <a:pt x="25300" y="30577"/>
                  </a:lnTo>
                  <a:lnTo>
                    <a:pt x="27491" y="27359"/>
                  </a:lnTo>
                  <a:lnTo>
                    <a:pt x="29642" y="24197"/>
                  </a:lnTo>
                  <a:lnTo>
                    <a:pt x="31279" y="21791"/>
                  </a:lnTo>
                  <a:lnTo>
                    <a:pt x="33809" y="18073"/>
                  </a:lnTo>
                  <a:lnTo>
                    <a:pt x="37635" y="12332"/>
                  </a:lnTo>
                  <a:lnTo>
                    <a:pt x="39800" y="9160"/>
                  </a:lnTo>
                  <a:lnTo>
                    <a:pt x="41758" y="6291"/>
                  </a:lnTo>
                  <a:lnTo>
                    <a:pt x="45981" y="0"/>
                  </a:lnTo>
                  <a:lnTo>
                    <a:pt x="46130" y="92"/>
                  </a:lnTo>
                  <a:lnTo>
                    <a:pt x="46595" y="414"/>
                  </a:lnTo>
                  <a:lnTo>
                    <a:pt x="50491" y="3119"/>
                  </a:lnTo>
                  <a:lnTo>
                    <a:pt x="59175" y="9147"/>
                  </a:lnTo>
                  <a:lnTo>
                    <a:pt x="61086" y="10473"/>
                  </a:lnTo>
                  <a:lnTo>
                    <a:pt x="64914" y="13130"/>
                  </a:lnTo>
                  <a:lnTo>
                    <a:pt x="65337" y="1342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g53"/>
            <p:cNvSpPr/>
            <p:nvPr/>
          </p:nvSpPr>
          <p:spPr>
            <a:xfrm>
              <a:off x="2977546" y="3851959"/>
              <a:ext cx="220517" cy="125232"/>
            </a:xfrm>
            <a:custGeom>
              <a:avLst/>
              <a:pathLst>
                <a:path w="220517" h="125232">
                  <a:moveTo>
                    <a:pt x="82601" y="24904"/>
                  </a:moveTo>
                  <a:lnTo>
                    <a:pt x="84219" y="22543"/>
                  </a:lnTo>
                  <a:lnTo>
                    <a:pt x="87847" y="17250"/>
                  </a:lnTo>
                  <a:lnTo>
                    <a:pt x="91943" y="11273"/>
                  </a:lnTo>
                  <a:lnTo>
                    <a:pt x="93459" y="9060"/>
                  </a:lnTo>
                  <a:lnTo>
                    <a:pt x="95978" y="5384"/>
                  </a:lnTo>
                  <a:lnTo>
                    <a:pt x="102080" y="9815"/>
                  </a:lnTo>
                  <a:lnTo>
                    <a:pt x="105431" y="11857"/>
                  </a:lnTo>
                  <a:lnTo>
                    <a:pt x="106421" y="12548"/>
                  </a:lnTo>
                  <a:lnTo>
                    <a:pt x="111271" y="15692"/>
                  </a:lnTo>
                  <a:lnTo>
                    <a:pt x="110714" y="16655"/>
                  </a:lnTo>
                  <a:lnTo>
                    <a:pt x="106946" y="23175"/>
                  </a:lnTo>
                  <a:lnTo>
                    <a:pt x="105085" y="26002"/>
                  </a:lnTo>
                  <a:lnTo>
                    <a:pt x="105037" y="29888"/>
                  </a:lnTo>
                  <a:lnTo>
                    <a:pt x="105461" y="31276"/>
                  </a:lnTo>
                  <a:lnTo>
                    <a:pt x="116582" y="32223"/>
                  </a:lnTo>
                  <a:lnTo>
                    <a:pt x="124589" y="32653"/>
                  </a:lnTo>
                  <a:lnTo>
                    <a:pt x="126379" y="32841"/>
                  </a:lnTo>
                  <a:lnTo>
                    <a:pt x="127510" y="33174"/>
                  </a:lnTo>
                  <a:lnTo>
                    <a:pt x="129710" y="33464"/>
                  </a:lnTo>
                  <a:lnTo>
                    <a:pt x="131771" y="33736"/>
                  </a:lnTo>
                  <a:lnTo>
                    <a:pt x="133204" y="33856"/>
                  </a:lnTo>
                  <a:lnTo>
                    <a:pt x="136216" y="33866"/>
                  </a:lnTo>
                  <a:lnTo>
                    <a:pt x="140192" y="34201"/>
                  </a:lnTo>
                  <a:lnTo>
                    <a:pt x="143610" y="35523"/>
                  </a:lnTo>
                  <a:lnTo>
                    <a:pt x="147004" y="36606"/>
                  </a:lnTo>
                  <a:lnTo>
                    <a:pt x="147070" y="37626"/>
                  </a:lnTo>
                  <a:lnTo>
                    <a:pt x="148695" y="38111"/>
                  </a:lnTo>
                  <a:lnTo>
                    <a:pt x="152264" y="39077"/>
                  </a:lnTo>
                  <a:lnTo>
                    <a:pt x="154970" y="40252"/>
                  </a:lnTo>
                  <a:lnTo>
                    <a:pt x="158322" y="40586"/>
                  </a:lnTo>
                  <a:lnTo>
                    <a:pt x="161970" y="41263"/>
                  </a:lnTo>
                  <a:lnTo>
                    <a:pt x="163095" y="41100"/>
                  </a:lnTo>
                  <a:lnTo>
                    <a:pt x="168837" y="42883"/>
                  </a:lnTo>
                  <a:lnTo>
                    <a:pt x="174219" y="44554"/>
                  </a:lnTo>
                  <a:lnTo>
                    <a:pt x="177042" y="38948"/>
                  </a:lnTo>
                  <a:lnTo>
                    <a:pt x="180425" y="33113"/>
                  </a:lnTo>
                  <a:lnTo>
                    <a:pt x="180932" y="32244"/>
                  </a:lnTo>
                  <a:lnTo>
                    <a:pt x="188001" y="35716"/>
                  </a:lnTo>
                  <a:lnTo>
                    <a:pt x="194099" y="39243"/>
                  </a:lnTo>
                  <a:lnTo>
                    <a:pt x="206044" y="46153"/>
                  </a:lnTo>
                  <a:lnTo>
                    <a:pt x="211485" y="50100"/>
                  </a:lnTo>
                  <a:lnTo>
                    <a:pt x="220517" y="58328"/>
                  </a:lnTo>
                  <a:lnTo>
                    <a:pt x="220517" y="64349"/>
                  </a:lnTo>
                  <a:lnTo>
                    <a:pt x="218243" y="71671"/>
                  </a:lnTo>
                  <a:lnTo>
                    <a:pt x="218853" y="79718"/>
                  </a:lnTo>
                  <a:lnTo>
                    <a:pt x="219224" y="84615"/>
                  </a:lnTo>
                  <a:lnTo>
                    <a:pt x="199583" y="87720"/>
                  </a:lnTo>
                  <a:lnTo>
                    <a:pt x="197207" y="93715"/>
                  </a:lnTo>
                  <a:lnTo>
                    <a:pt x="183071" y="95404"/>
                  </a:lnTo>
                  <a:lnTo>
                    <a:pt x="161394" y="87994"/>
                  </a:lnTo>
                  <a:lnTo>
                    <a:pt x="141839" y="84382"/>
                  </a:lnTo>
                  <a:lnTo>
                    <a:pt x="140365" y="83166"/>
                  </a:lnTo>
                  <a:lnTo>
                    <a:pt x="139794" y="82696"/>
                  </a:lnTo>
                  <a:lnTo>
                    <a:pt x="121022" y="67218"/>
                  </a:lnTo>
                  <a:lnTo>
                    <a:pt x="120361" y="67725"/>
                  </a:lnTo>
                  <a:lnTo>
                    <a:pt x="117822" y="69677"/>
                  </a:lnTo>
                  <a:lnTo>
                    <a:pt x="115464" y="73077"/>
                  </a:lnTo>
                  <a:lnTo>
                    <a:pt x="114179" y="75263"/>
                  </a:lnTo>
                  <a:lnTo>
                    <a:pt x="111930" y="79086"/>
                  </a:lnTo>
                  <a:lnTo>
                    <a:pt x="108301" y="84763"/>
                  </a:lnTo>
                  <a:lnTo>
                    <a:pt x="104778" y="89916"/>
                  </a:lnTo>
                  <a:lnTo>
                    <a:pt x="102666" y="90328"/>
                  </a:lnTo>
                  <a:lnTo>
                    <a:pt x="98793" y="89207"/>
                  </a:lnTo>
                  <a:lnTo>
                    <a:pt x="91521" y="87230"/>
                  </a:lnTo>
                  <a:lnTo>
                    <a:pt x="80944" y="83513"/>
                  </a:lnTo>
                  <a:lnTo>
                    <a:pt x="75570" y="82036"/>
                  </a:lnTo>
                  <a:lnTo>
                    <a:pt x="70417" y="78831"/>
                  </a:lnTo>
                  <a:lnTo>
                    <a:pt x="64973" y="75445"/>
                  </a:lnTo>
                  <a:lnTo>
                    <a:pt x="59857" y="72263"/>
                  </a:lnTo>
                  <a:lnTo>
                    <a:pt x="58962" y="73695"/>
                  </a:lnTo>
                  <a:lnTo>
                    <a:pt x="57010" y="76820"/>
                  </a:lnTo>
                  <a:lnTo>
                    <a:pt x="62429" y="80593"/>
                  </a:lnTo>
                  <a:lnTo>
                    <a:pt x="68574" y="83402"/>
                  </a:lnTo>
                  <a:lnTo>
                    <a:pt x="74268" y="85289"/>
                  </a:lnTo>
                  <a:lnTo>
                    <a:pt x="76173" y="85630"/>
                  </a:lnTo>
                  <a:lnTo>
                    <a:pt x="87207" y="90105"/>
                  </a:lnTo>
                  <a:lnTo>
                    <a:pt x="86716" y="96166"/>
                  </a:lnTo>
                  <a:lnTo>
                    <a:pt x="86304" y="97390"/>
                  </a:lnTo>
                  <a:lnTo>
                    <a:pt x="84985" y="100052"/>
                  </a:lnTo>
                  <a:lnTo>
                    <a:pt x="83788" y="103175"/>
                  </a:lnTo>
                  <a:lnTo>
                    <a:pt x="78800" y="103715"/>
                  </a:lnTo>
                  <a:lnTo>
                    <a:pt x="63275" y="105801"/>
                  </a:lnTo>
                  <a:lnTo>
                    <a:pt x="61430" y="109204"/>
                  </a:lnTo>
                  <a:lnTo>
                    <a:pt x="50655" y="125232"/>
                  </a:lnTo>
                  <a:lnTo>
                    <a:pt x="45013" y="121267"/>
                  </a:lnTo>
                  <a:lnTo>
                    <a:pt x="38948" y="117005"/>
                  </a:lnTo>
                  <a:lnTo>
                    <a:pt x="32798" y="112725"/>
                  </a:lnTo>
                  <a:lnTo>
                    <a:pt x="26146" y="108222"/>
                  </a:lnTo>
                  <a:lnTo>
                    <a:pt x="32130" y="99344"/>
                  </a:lnTo>
                  <a:lnTo>
                    <a:pt x="34184" y="96597"/>
                  </a:lnTo>
                  <a:lnTo>
                    <a:pt x="36606" y="93356"/>
                  </a:lnTo>
                  <a:lnTo>
                    <a:pt x="33725" y="91567"/>
                  </a:lnTo>
                  <a:lnTo>
                    <a:pt x="21238" y="82746"/>
                  </a:lnTo>
                  <a:lnTo>
                    <a:pt x="16682" y="79727"/>
                  </a:lnTo>
                  <a:lnTo>
                    <a:pt x="13675" y="77736"/>
                  </a:lnTo>
                  <a:lnTo>
                    <a:pt x="3782" y="71042"/>
                  </a:lnTo>
                  <a:lnTo>
                    <a:pt x="441" y="68421"/>
                  </a:lnTo>
                  <a:lnTo>
                    <a:pt x="0" y="68073"/>
                  </a:lnTo>
                  <a:lnTo>
                    <a:pt x="3926" y="62132"/>
                  </a:lnTo>
                  <a:lnTo>
                    <a:pt x="8128" y="56031"/>
                  </a:lnTo>
                  <a:lnTo>
                    <a:pt x="12381" y="49526"/>
                  </a:lnTo>
                  <a:lnTo>
                    <a:pt x="12894" y="48771"/>
                  </a:lnTo>
                  <a:lnTo>
                    <a:pt x="16472" y="43526"/>
                  </a:lnTo>
                  <a:lnTo>
                    <a:pt x="18179" y="40980"/>
                  </a:lnTo>
                  <a:lnTo>
                    <a:pt x="18429" y="40611"/>
                  </a:lnTo>
                  <a:lnTo>
                    <a:pt x="20538" y="37502"/>
                  </a:lnTo>
                  <a:lnTo>
                    <a:pt x="24387" y="31829"/>
                  </a:lnTo>
                  <a:lnTo>
                    <a:pt x="28714" y="25515"/>
                  </a:lnTo>
                  <a:lnTo>
                    <a:pt x="32633" y="19868"/>
                  </a:lnTo>
                  <a:lnTo>
                    <a:pt x="36694" y="13938"/>
                  </a:lnTo>
                  <a:lnTo>
                    <a:pt x="40880" y="7826"/>
                  </a:lnTo>
                  <a:lnTo>
                    <a:pt x="45035" y="1599"/>
                  </a:lnTo>
                  <a:lnTo>
                    <a:pt x="45791" y="467"/>
                  </a:lnTo>
                  <a:lnTo>
                    <a:pt x="46102" y="0"/>
                  </a:lnTo>
                  <a:lnTo>
                    <a:pt x="46545" y="303"/>
                  </a:lnTo>
                  <a:lnTo>
                    <a:pt x="47637" y="1051"/>
                  </a:lnTo>
                  <a:lnTo>
                    <a:pt x="62796" y="11441"/>
                  </a:lnTo>
                  <a:lnTo>
                    <a:pt x="63482" y="11912"/>
                  </a:lnTo>
                  <a:lnTo>
                    <a:pt x="64184" y="12379"/>
                  </a:lnTo>
                  <a:lnTo>
                    <a:pt x="65701" y="13391"/>
                  </a:lnTo>
                  <a:lnTo>
                    <a:pt x="66011" y="13598"/>
                  </a:lnTo>
                  <a:lnTo>
                    <a:pt x="82096" y="245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g54"/>
            <p:cNvSpPr/>
            <p:nvPr/>
          </p:nvSpPr>
          <p:spPr>
            <a:xfrm>
              <a:off x="2993325" y="3961164"/>
              <a:ext cx="186982" cy="124486"/>
            </a:xfrm>
            <a:custGeom>
              <a:avLst/>
              <a:pathLst>
                <a:path w="186982" h="124486">
                  <a:moveTo>
                    <a:pt x="45651" y="0"/>
                  </a:moveTo>
                  <a:lnTo>
                    <a:pt x="51921" y="3611"/>
                  </a:lnTo>
                  <a:lnTo>
                    <a:pt x="52832" y="3547"/>
                  </a:lnTo>
                  <a:lnTo>
                    <a:pt x="58204" y="7339"/>
                  </a:lnTo>
                  <a:lnTo>
                    <a:pt x="58294" y="7657"/>
                  </a:lnTo>
                  <a:lnTo>
                    <a:pt x="64010" y="11647"/>
                  </a:lnTo>
                  <a:lnTo>
                    <a:pt x="70173" y="15709"/>
                  </a:lnTo>
                  <a:lnTo>
                    <a:pt x="76585" y="19502"/>
                  </a:lnTo>
                  <a:lnTo>
                    <a:pt x="82350" y="23516"/>
                  </a:lnTo>
                  <a:lnTo>
                    <a:pt x="88373" y="27615"/>
                  </a:lnTo>
                  <a:lnTo>
                    <a:pt x="94805" y="31993"/>
                  </a:lnTo>
                  <a:lnTo>
                    <a:pt x="95135" y="33181"/>
                  </a:lnTo>
                  <a:lnTo>
                    <a:pt x="98473" y="34648"/>
                  </a:lnTo>
                  <a:lnTo>
                    <a:pt x="96415" y="37896"/>
                  </a:lnTo>
                  <a:lnTo>
                    <a:pt x="102484" y="41792"/>
                  </a:lnTo>
                  <a:lnTo>
                    <a:pt x="115674" y="50367"/>
                  </a:lnTo>
                  <a:lnTo>
                    <a:pt x="119744" y="52934"/>
                  </a:lnTo>
                  <a:lnTo>
                    <a:pt x="123543" y="55007"/>
                  </a:lnTo>
                  <a:lnTo>
                    <a:pt x="124951" y="55564"/>
                  </a:lnTo>
                  <a:lnTo>
                    <a:pt x="126622" y="56227"/>
                  </a:lnTo>
                  <a:lnTo>
                    <a:pt x="129292" y="57142"/>
                  </a:lnTo>
                  <a:lnTo>
                    <a:pt x="137130" y="57495"/>
                  </a:lnTo>
                  <a:lnTo>
                    <a:pt x="144234" y="56660"/>
                  </a:lnTo>
                  <a:lnTo>
                    <a:pt x="145407" y="60163"/>
                  </a:lnTo>
                  <a:lnTo>
                    <a:pt x="154772" y="56103"/>
                  </a:lnTo>
                  <a:lnTo>
                    <a:pt x="166093" y="58742"/>
                  </a:lnTo>
                  <a:lnTo>
                    <a:pt x="177642" y="70387"/>
                  </a:lnTo>
                  <a:lnTo>
                    <a:pt x="186037" y="78851"/>
                  </a:lnTo>
                  <a:lnTo>
                    <a:pt x="186982" y="79804"/>
                  </a:lnTo>
                  <a:lnTo>
                    <a:pt x="186161" y="80479"/>
                  </a:lnTo>
                  <a:lnTo>
                    <a:pt x="182962" y="83108"/>
                  </a:lnTo>
                  <a:lnTo>
                    <a:pt x="181747" y="84196"/>
                  </a:lnTo>
                  <a:lnTo>
                    <a:pt x="179618" y="86105"/>
                  </a:lnTo>
                  <a:lnTo>
                    <a:pt x="178799" y="86911"/>
                  </a:lnTo>
                  <a:lnTo>
                    <a:pt x="171863" y="93739"/>
                  </a:lnTo>
                  <a:lnTo>
                    <a:pt x="172814" y="94702"/>
                  </a:lnTo>
                  <a:lnTo>
                    <a:pt x="175797" y="97721"/>
                  </a:lnTo>
                  <a:lnTo>
                    <a:pt x="176849" y="105847"/>
                  </a:lnTo>
                  <a:lnTo>
                    <a:pt x="176374" y="107005"/>
                  </a:lnTo>
                  <a:lnTo>
                    <a:pt x="170899" y="105375"/>
                  </a:lnTo>
                  <a:lnTo>
                    <a:pt x="170081" y="105132"/>
                  </a:lnTo>
                  <a:lnTo>
                    <a:pt x="169056" y="104934"/>
                  </a:lnTo>
                  <a:lnTo>
                    <a:pt x="168896" y="104904"/>
                  </a:lnTo>
                  <a:lnTo>
                    <a:pt x="168450" y="104818"/>
                  </a:lnTo>
                  <a:lnTo>
                    <a:pt x="167506" y="104636"/>
                  </a:lnTo>
                  <a:lnTo>
                    <a:pt x="166301" y="104404"/>
                  </a:lnTo>
                  <a:lnTo>
                    <a:pt x="162031" y="103777"/>
                  </a:lnTo>
                  <a:lnTo>
                    <a:pt x="161516" y="103792"/>
                  </a:lnTo>
                  <a:lnTo>
                    <a:pt x="161304" y="103798"/>
                  </a:lnTo>
                  <a:lnTo>
                    <a:pt x="159405" y="103852"/>
                  </a:lnTo>
                  <a:lnTo>
                    <a:pt x="158813" y="103777"/>
                  </a:lnTo>
                  <a:lnTo>
                    <a:pt x="158441" y="103730"/>
                  </a:lnTo>
                  <a:lnTo>
                    <a:pt x="156975" y="103544"/>
                  </a:lnTo>
                  <a:lnTo>
                    <a:pt x="156603" y="103497"/>
                  </a:lnTo>
                  <a:lnTo>
                    <a:pt x="156045" y="103463"/>
                  </a:lnTo>
                  <a:lnTo>
                    <a:pt x="153481" y="103309"/>
                  </a:lnTo>
                  <a:lnTo>
                    <a:pt x="152602" y="104859"/>
                  </a:lnTo>
                  <a:lnTo>
                    <a:pt x="151920" y="106060"/>
                  </a:lnTo>
                  <a:lnTo>
                    <a:pt x="151429" y="106762"/>
                  </a:lnTo>
                  <a:lnTo>
                    <a:pt x="150701" y="106983"/>
                  </a:lnTo>
                  <a:lnTo>
                    <a:pt x="149858" y="107239"/>
                  </a:lnTo>
                  <a:lnTo>
                    <a:pt x="148704" y="106988"/>
                  </a:lnTo>
                  <a:lnTo>
                    <a:pt x="147625" y="106687"/>
                  </a:lnTo>
                  <a:lnTo>
                    <a:pt x="146879" y="106307"/>
                  </a:lnTo>
                  <a:lnTo>
                    <a:pt x="141121" y="103376"/>
                  </a:lnTo>
                  <a:lnTo>
                    <a:pt x="133927" y="102084"/>
                  </a:lnTo>
                  <a:lnTo>
                    <a:pt x="133489" y="102011"/>
                  </a:lnTo>
                  <a:lnTo>
                    <a:pt x="133307" y="103145"/>
                  </a:lnTo>
                  <a:lnTo>
                    <a:pt x="132224" y="109886"/>
                  </a:lnTo>
                  <a:lnTo>
                    <a:pt x="129937" y="109631"/>
                  </a:lnTo>
                  <a:lnTo>
                    <a:pt x="129769" y="110019"/>
                  </a:lnTo>
                  <a:lnTo>
                    <a:pt x="129065" y="111638"/>
                  </a:lnTo>
                  <a:lnTo>
                    <a:pt x="128525" y="112878"/>
                  </a:lnTo>
                  <a:lnTo>
                    <a:pt x="128144" y="113706"/>
                  </a:lnTo>
                  <a:lnTo>
                    <a:pt x="127875" y="114075"/>
                  </a:lnTo>
                  <a:lnTo>
                    <a:pt x="127062" y="115185"/>
                  </a:lnTo>
                  <a:lnTo>
                    <a:pt x="126797" y="115366"/>
                  </a:lnTo>
                  <a:lnTo>
                    <a:pt x="126346" y="115550"/>
                  </a:lnTo>
                  <a:lnTo>
                    <a:pt x="126001" y="115759"/>
                  </a:lnTo>
                  <a:lnTo>
                    <a:pt x="125560" y="116429"/>
                  </a:lnTo>
                  <a:lnTo>
                    <a:pt x="124336" y="118290"/>
                  </a:lnTo>
                  <a:lnTo>
                    <a:pt x="124250" y="118421"/>
                  </a:lnTo>
                  <a:lnTo>
                    <a:pt x="122304" y="121379"/>
                  </a:lnTo>
                  <a:lnTo>
                    <a:pt x="120260" y="124486"/>
                  </a:lnTo>
                  <a:lnTo>
                    <a:pt x="119442" y="123950"/>
                  </a:lnTo>
                  <a:lnTo>
                    <a:pt x="117434" y="122634"/>
                  </a:lnTo>
                  <a:lnTo>
                    <a:pt x="115140" y="121131"/>
                  </a:lnTo>
                  <a:lnTo>
                    <a:pt x="113831" y="120273"/>
                  </a:lnTo>
                  <a:lnTo>
                    <a:pt x="113512" y="120064"/>
                  </a:lnTo>
                  <a:lnTo>
                    <a:pt x="107842" y="116349"/>
                  </a:lnTo>
                  <a:lnTo>
                    <a:pt x="101757" y="112361"/>
                  </a:lnTo>
                  <a:lnTo>
                    <a:pt x="99612" y="110955"/>
                  </a:lnTo>
                  <a:lnTo>
                    <a:pt x="96705" y="108613"/>
                  </a:lnTo>
                  <a:lnTo>
                    <a:pt x="96495" y="108371"/>
                  </a:lnTo>
                  <a:lnTo>
                    <a:pt x="96366" y="108126"/>
                  </a:lnTo>
                  <a:lnTo>
                    <a:pt x="96025" y="107476"/>
                  </a:lnTo>
                  <a:lnTo>
                    <a:pt x="95882" y="107203"/>
                  </a:lnTo>
                  <a:lnTo>
                    <a:pt x="95807" y="107061"/>
                  </a:lnTo>
                  <a:lnTo>
                    <a:pt x="95415" y="106314"/>
                  </a:lnTo>
                  <a:lnTo>
                    <a:pt x="91405" y="103221"/>
                  </a:lnTo>
                  <a:lnTo>
                    <a:pt x="90402" y="102447"/>
                  </a:lnTo>
                  <a:lnTo>
                    <a:pt x="90212" y="102301"/>
                  </a:lnTo>
                  <a:lnTo>
                    <a:pt x="89966" y="102132"/>
                  </a:lnTo>
                  <a:lnTo>
                    <a:pt x="81324" y="96217"/>
                  </a:lnTo>
                  <a:lnTo>
                    <a:pt x="80319" y="95529"/>
                  </a:lnTo>
                  <a:lnTo>
                    <a:pt x="80797" y="94818"/>
                  </a:lnTo>
                  <a:lnTo>
                    <a:pt x="81225" y="94122"/>
                  </a:lnTo>
                  <a:lnTo>
                    <a:pt x="75301" y="90046"/>
                  </a:lnTo>
                  <a:lnTo>
                    <a:pt x="75165" y="89952"/>
                  </a:lnTo>
                  <a:lnTo>
                    <a:pt x="73557" y="88846"/>
                  </a:lnTo>
                  <a:lnTo>
                    <a:pt x="68770" y="85553"/>
                  </a:lnTo>
                  <a:lnTo>
                    <a:pt x="69407" y="84608"/>
                  </a:lnTo>
                  <a:lnTo>
                    <a:pt x="71740" y="81454"/>
                  </a:lnTo>
                  <a:lnTo>
                    <a:pt x="71470" y="81283"/>
                  </a:lnTo>
                  <a:lnTo>
                    <a:pt x="66943" y="78435"/>
                  </a:lnTo>
                  <a:lnTo>
                    <a:pt x="65111" y="77282"/>
                  </a:lnTo>
                  <a:lnTo>
                    <a:pt x="64497" y="76896"/>
                  </a:lnTo>
                  <a:lnTo>
                    <a:pt x="64908" y="76325"/>
                  </a:lnTo>
                  <a:lnTo>
                    <a:pt x="64345" y="75919"/>
                  </a:lnTo>
                  <a:lnTo>
                    <a:pt x="58492" y="71707"/>
                  </a:lnTo>
                  <a:lnTo>
                    <a:pt x="58844" y="71216"/>
                  </a:lnTo>
                  <a:lnTo>
                    <a:pt x="52807" y="66982"/>
                  </a:lnTo>
                  <a:lnTo>
                    <a:pt x="53126" y="66492"/>
                  </a:lnTo>
                  <a:lnTo>
                    <a:pt x="53276" y="66261"/>
                  </a:lnTo>
                  <a:lnTo>
                    <a:pt x="47966" y="62633"/>
                  </a:lnTo>
                  <a:lnTo>
                    <a:pt x="47437" y="62272"/>
                  </a:lnTo>
                  <a:lnTo>
                    <a:pt x="47188" y="62102"/>
                  </a:lnTo>
                  <a:lnTo>
                    <a:pt x="46802" y="61839"/>
                  </a:lnTo>
                  <a:lnTo>
                    <a:pt x="46492" y="61631"/>
                  </a:lnTo>
                  <a:lnTo>
                    <a:pt x="41462" y="58103"/>
                  </a:lnTo>
                  <a:lnTo>
                    <a:pt x="41299" y="57988"/>
                  </a:lnTo>
                  <a:lnTo>
                    <a:pt x="39090" y="56439"/>
                  </a:lnTo>
                  <a:lnTo>
                    <a:pt x="36411" y="54559"/>
                  </a:lnTo>
                  <a:lnTo>
                    <a:pt x="35412" y="53860"/>
                  </a:lnTo>
                  <a:lnTo>
                    <a:pt x="29709" y="49869"/>
                  </a:lnTo>
                  <a:lnTo>
                    <a:pt x="24141" y="45973"/>
                  </a:lnTo>
                  <a:lnTo>
                    <a:pt x="23576" y="45595"/>
                  </a:lnTo>
                  <a:lnTo>
                    <a:pt x="23387" y="45469"/>
                  </a:lnTo>
                  <a:lnTo>
                    <a:pt x="17606" y="41606"/>
                  </a:lnTo>
                  <a:lnTo>
                    <a:pt x="11526" y="37544"/>
                  </a:lnTo>
                  <a:lnTo>
                    <a:pt x="5804" y="33742"/>
                  </a:lnTo>
                  <a:lnTo>
                    <a:pt x="1027" y="30568"/>
                  </a:lnTo>
                  <a:lnTo>
                    <a:pt x="0" y="29674"/>
                  </a:lnTo>
                  <a:lnTo>
                    <a:pt x="183" y="29392"/>
                  </a:lnTo>
                  <a:lnTo>
                    <a:pt x="7539" y="18111"/>
                  </a:lnTo>
                  <a:lnTo>
                    <a:pt x="12865" y="9945"/>
                  </a:lnTo>
                  <a:lnTo>
                    <a:pt x="17034" y="3530"/>
                  </a:lnTo>
                  <a:lnTo>
                    <a:pt x="23170" y="7800"/>
                  </a:lnTo>
                  <a:lnTo>
                    <a:pt x="29234" y="12062"/>
                  </a:lnTo>
                  <a:lnTo>
                    <a:pt x="34878" y="16029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g55"/>
            <p:cNvSpPr/>
            <p:nvPr/>
          </p:nvSpPr>
          <p:spPr>
            <a:xfrm>
              <a:off x="2736600" y="3860043"/>
              <a:ext cx="191258" cy="168933"/>
            </a:xfrm>
            <a:custGeom>
              <a:avLst/>
              <a:pathLst>
                <a:path w="191258" h="168933">
                  <a:moveTo>
                    <a:pt x="95316" y="1604"/>
                  </a:moveTo>
                  <a:lnTo>
                    <a:pt x="104274" y="9392"/>
                  </a:lnTo>
                  <a:lnTo>
                    <a:pt x="107608" y="5755"/>
                  </a:lnTo>
                  <a:lnTo>
                    <a:pt x="108139" y="6197"/>
                  </a:lnTo>
                  <a:lnTo>
                    <a:pt x="112909" y="10163"/>
                  </a:lnTo>
                  <a:lnTo>
                    <a:pt x="120884" y="16677"/>
                  </a:lnTo>
                  <a:lnTo>
                    <a:pt x="122089" y="15338"/>
                  </a:lnTo>
                  <a:lnTo>
                    <a:pt x="125659" y="11372"/>
                  </a:lnTo>
                  <a:lnTo>
                    <a:pt x="126377" y="11981"/>
                  </a:lnTo>
                  <a:lnTo>
                    <a:pt x="126798" y="12338"/>
                  </a:lnTo>
                  <a:lnTo>
                    <a:pt x="131685" y="16139"/>
                  </a:lnTo>
                  <a:lnTo>
                    <a:pt x="132742" y="17105"/>
                  </a:lnTo>
                  <a:lnTo>
                    <a:pt x="132641" y="17766"/>
                  </a:lnTo>
                  <a:lnTo>
                    <a:pt x="132412" y="19263"/>
                  </a:lnTo>
                  <a:lnTo>
                    <a:pt x="132349" y="19674"/>
                  </a:lnTo>
                  <a:lnTo>
                    <a:pt x="133002" y="19599"/>
                  </a:lnTo>
                  <a:lnTo>
                    <a:pt x="135138" y="19353"/>
                  </a:lnTo>
                  <a:lnTo>
                    <a:pt x="136224" y="19057"/>
                  </a:lnTo>
                  <a:lnTo>
                    <a:pt x="138829" y="18349"/>
                  </a:lnTo>
                  <a:lnTo>
                    <a:pt x="145133" y="16113"/>
                  </a:lnTo>
                  <a:lnTo>
                    <a:pt x="146657" y="12930"/>
                  </a:lnTo>
                  <a:lnTo>
                    <a:pt x="147326" y="11534"/>
                  </a:lnTo>
                  <a:lnTo>
                    <a:pt x="147191" y="15646"/>
                  </a:lnTo>
                  <a:lnTo>
                    <a:pt x="147132" y="17456"/>
                  </a:lnTo>
                  <a:lnTo>
                    <a:pt x="147011" y="21135"/>
                  </a:lnTo>
                  <a:lnTo>
                    <a:pt x="147577" y="25374"/>
                  </a:lnTo>
                  <a:lnTo>
                    <a:pt x="149618" y="29806"/>
                  </a:lnTo>
                  <a:lnTo>
                    <a:pt x="150614" y="31969"/>
                  </a:lnTo>
                  <a:lnTo>
                    <a:pt x="155297" y="42140"/>
                  </a:lnTo>
                  <a:lnTo>
                    <a:pt x="156327" y="44376"/>
                  </a:lnTo>
                  <a:lnTo>
                    <a:pt x="156540" y="44838"/>
                  </a:lnTo>
                  <a:lnTo>
                    <a:pt x="156778" y="45356"/>
                  </a:lnTo>
                  <a:lnTo>
                    <a:pt x="165045" y="62590"/>
                  </a:lnTo>
                  <a:lnTo>
                    <a:pt x="177712" y="88996"/>
                  </a:lnTo>
                  <a:lnTo>
                    <a:pt x="188794" y="111792"/>
                  </a:lnTo>
                  <a:lnTo>
                    <a:pt x="190159" y="114599"/>
                  </a:lnTo>
                  <a:lnTo>
                    <a:pt x="190944" y="117449"/>
                  </a:lnTo>
                  <a:lnTo>
                    <a:pt x="191258" y="119094"/>
                  </a:lnTo>
                  <a:lnTo>
                    <a:pt x="191219" y="122306"/>
                  </a:lnTo>
                  <a:lnTo>
                    <a:pt x="191164" y="124991"/>
                  </a:lnTo>
                  <a:lnTo>
                    <a:pt x="189224" y="129777"/>
                  </a:lnTo>
                  <a:lnTo>
                    <a:pt x="177070" y="147599"/>
                  </a:lnTo>
                  <a:lnTo>
                    <a:pt x="176493" y="148429"/>
                  </a:lnTo>
                  <a:lnTo>
                    <a:pt x="162856" y="168047"/>
                  </a:lnTo>
                  <a:lnTo>
                    <a:pt x="162240" y="168933"/>
                  </a:lnTo>
                  <a:lnTo>
                    <a:pt x="159522" y="167328"/>
                  </a:lnTo>
                  <a:lnTo>
                    <a:pt x="155402" y="164894"/>
                  </a:lnTo>
                  <a:lnTo>
                    <a:pt x="148556" y="160849"/>
                  </a:lnTo>
                  <a:lnTo>
                    <a:pt x="142386" y="156674"/>
                  </a:lnTo>
                  <a:lnTo>
                    <a:pt x="136290" y="152548"/>
                  </a:lnTo>
                  <a:lnTo>
                    <a:pt x="130542" y="148658"/>
                  </a:lnTo>
                  <a:lnTo>
                    <a:pt x="128337" y="147166"/>
                  </a:lnTo>
                  <a:lnTo>
                    <a:pt x="124345" y="144464"/>
                  </a:lnTo>
                  <a:lnTo>
                    <a:pt x="119141" y="140943"/>
                  </a:lnTo>
                  <a:lnTo>
                    <a:pt x="114186" y="137589"/>
                  </a:lnTo>
                  <a:lnTo>
                    <a:pt x="112572" y="136497"/>
                  </a:lnTo>
                  <a:lnTo>
                    <a:pt x="106054" y="132086"/>
                  </a:lnTo>
                  <a:lnTo>
                    <a:pt x="104897" y="131303"/>
                  </a:lnTo>
                  <a:lnTo>
                    <a:pt x="104720" y="131183"/>
                  </a:lnTo>
                  <a:lnTo>
                    <a:pt x="104450" y="131139"/>
                  </a:lnTo>
                  <a:lnTo>
                    <a:pt x="103607" y="132555"/>
                  </a:lnTo>
                  <a:lnTo>
                    <a:pt x="97046" y="128895"/>
                  </a:lnTo>
                  <a:lnTo>
                    <a:pt x="91069" y="125561"/>
                  </a:lnTo>
                  <a:lnTo>
                    <a:pt x="84731" y="122025"/>
                  </a:lnTo>
                  <a:lnTo>
                    <a:pt x="78881" y="118762"/>
                  </a:lnTo>
                  <a:lnTo>
                    <a:pt x="72444" y="115171"/>
                  </a:lnTo>
                  <a:lnTo>
                    <a:pt x="65796" y="111463"/>
                  </a:lnTo>
                  <a:lnTo>
                    <a:pt x="59402" y="107896"/>
                  </a:lnTo>
                  <a:lnTo>
                    <a:pt x="58859" y="107593"/>
                  </a:lnTo>
                  <a:lnTo>
                    <a:pt x="56267" y="105378"/>
                  </a:lnTo>
                  <a:lnTo>
                    <a:pt x="56158" y="105084"/>
                  </a:lnTo>
                  <a:lnTo>
                    <a:pt x="56012" y="104692"/>
                  </a:lnTo>
                  <a:lnTo>
                    <a:pt x="55724" y="103916"/>
                  </a:lnTo>
                  <a:lnTo>
                    <a:pt x="55293" y="102759"/>
                  </a:lnTo>
                  <a:lnTo>
                    <a:pt x="55717" y="102685"/>
                  </a:lnTo>
                  <a:lnTo>
                    <a:pt x="57261" y="102412"/>
                  </a:lnTo>
                  <a:lnTo>
                    <a:pt x="58378" y="102134"/>
                  </a:lnTo>
                  <a:lnTo>
                    <a:pt x="59860" y="101287"/>
                  </a:lnTo>
                  <a:lnTo>
                    <a:pt x="61733" y="100134"/>
                  </a:lnTo>
                  <a:lnTo>
                    <a:pt x="63821" y="98689"/>
                  </a:lnTo>
                  <a:lnTo>
                    <a:pt x="65688" y="97204"/>
                  </a:lnTo>
                  <a:lnTo>
                    <a:pt x="66684" y="96331"/>
                  </a:lnTo>
                  <a:lnTo>
                    <a:pt x="66273" y="95981"/>
                  </a:lnTo>
                  <a:lnTo>
                    <a:pt x="64363" y="94353"/>
                  </a:lnTo>
                  <a:lnTo>
                    <a:pt x="59582" y="90278"/>
                  </a:lnTo>
                  <a:lnTo>
                    <a:pt x="59164" y="89922"/>
                  </a:lnTo>
                  <a:lnTo>
                    <a:pt x="57043" y="88114"/>
                  </a:lnTo>
                  <a:lnTo>
                    <a:pt x="53213" y="84850"/>
                  </a:lnTo>
                  <a:lnTo>
                    <a:pt x="52696" y="84410"/>
                  </a:lnTo>
                  <a:lnTo>
                    <a:pt x="51637" y="83506"/>
                  </a:lnTo>
                  <a:lnTo>
                    <a:pt x="49812" y="81951"/>
                  </a:lnTo>
                  <a:lnTo>
                    <a:pt x="49418" y="81615"/>
                  </a:lnTo>
                  <a:lnTo>
                    <a:pt x="46501" y="79129"/>
                  </a:lnTo>
                  <a:lnTo>
                    <a:pt x="44085" y="77070"/>
                  </a:lnTo>
                  <a:lnTo>
                    <a:pt x="40443" y="73967"/>
                  </a:lnTo>
                  <a:lnTo>
                    <a:pt x="39943" y="73540"/>
                  </a:lnTo>
                  <a:lnTo>
                    <a:pt x="37542" y="71493"/>
                  </a:lnTo>
                  <a:lnTo>
                    <a:pt x="34493" y="68895"/>
                  </a:lnTo>
                  <a:lnTo>
                    <a:pt x="32899" y="70741"/>
                  </a:lnTo>
                  <a:lnTo>
                    <a:pt x="31387" y="72492"/>
                  </a:lnTo>
                  <a:lnTo>
                    <a:pt x="30843" y="73063"/>
                  </a:lnTo>
                  <a:lnTo>
                    <a:pt x="26791" y="69582"/>
                  </a:lnTo>
                  <a:lnTo>
                    <a:pt x="24719" y="67802"/>
                  </a:lnTo>
                  <a:lnTo>
                    <a:pt x="21162" y="64746"/>
                  </a:lnTo>
                  <a:lnTo>
                    <a:pt x="16515" y="60754"/>
                  </a:lnTo>
                  <a:lnTo>
                    <a:pt x="16046" y="60352"/>
                  </a:lnTo>
                  <a:lnTo>
                    <a:pt x="15851" y="60184"/>
                  </a:lnTo>
                  <a:lnTo>
                    <a:pt x="10900" y="55931"/>
                  </a:lnTo>
                  <a:lnTo>
                    <a:pt x="10375" y="55480"/>
                  </a:lnTo>
                  <a:lnTo>
                    <a:pt x="2569" y="48774"/>
                  </a:lnTo>
                  <a:lnTo>
                    <a:pt x="2423" y="48649"/>
                  </a:lnTo>
                  <a:lnTo>
                    <a:pt x="0" y="46365"/>
                  </a:lnTo>
                  <a:lnTo>
                    <a:pt x="127" y="46200"/>
                  </a:lnTo>
                  <a:lnTo>
                    <a:pt x="2152" y="43568"/>
                  </a:lnTo>
                  <a:lnTo>
                    <a:pt x="4322" y="40995"/>
                  </a:lnTo>
                  <a:lnTo>
                    <a:pt x="4783" y="40448"/>
                  </a:lnTo>
                  <a:lnTo>
                    <a:pt x="5097" y="40076"/>
                  </a:lnTo>
                  <a:lnTo>
                    <a:pt x="11735" y="32374"/>
                  </a:lnTo>
                  <a:lnTo>
                    <a:pt x="12162" y="31878"/>
                  </a:lnTo>
                  <a:lnTo>
                    <a:pt x="17165" y="35710"/>
                  </a:lnTo>
                  <a:lnTo>
                    <a:pt x="23583" y="40538"/>
                  </a:lnTo>
                  <a:lnTo>
                    <a:pt x="26801" y="42959"/>
                  </a:lnTo>
                  <a:lnTo>
                    <a:pt x="34132" y="48980"/>
                  </a:lnTo>
                  <a:lnTo>
                    <a:pt x="37474" y="51725"/>
                  </a:lnTo>
                  <a:lnTo>
                    <a:pt x="43836" y="57643"/>
                  </a:lnTo>
                  <a:lnTo>
                    <a:pt x="48543" y="51998"/>
                  </a:lnTo>
                  <a:lnTo>
                    <a:pt x="56371" y="42610"/>
                  </a:lnTo>
                  <a:lnTo>
                    <a:pt x="60659" y="37681"/>
                  </a:lnTo>
                  <a:lnTo>
                    <a:pt x="65953" y="31469"/>
                  </a:lnTo>
                  <a:lnTo>
                    <a:pt x="66332" y="31023"/>
                  </a:lnTo>
                  <a:lnTo>
                    <a:pt x="70715" y="25880"/>
                  </a:lnTo>
                  <a:lnTo>
                    <a:pt x="74105" y="21901"/>
                  </a:lnTo>
                  <a:lnTo>
                    <a:pt x="82507" y="12041"/>
                  </a:lnTo>
                  <a:lnTo>
                    <a:pt x="84618" y="9750"/>
                  </a:lnTo>
                  <a:lnTo>
                    <a:pt x="85724" y="8549"/>
                  </a:lnTo>
                  <a:lnTo>
                    <a:pt x="88329" y="5721"/>
                  </a:lnTo>
                  <a:lnTo>
                    <a:pt x="88963" y="5033"/>
                  </a:lnTo>
                  <a:lnTo>
                    <a:pt x="90192" y="3660"/>
                  </a:lnTo>
                  <a:lnTo>
                    <a:pt x="93471" y="0"/>
                  </a:lnTo>
                  <a:lnTo>
                    <a:pt x="93670" y="17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g56"/>
            <p:cNvSpPr/>
            <p:nvPr/>
          </p:nvSpPr>
          <p:spPr>
            <a:xfrm>
              <a:off x="3185422" y="3490081"/>
              <a:ext cx="160893" cy="228080"/>
            </a:xfrm>
            <a:custGeom>
              <a:avLst/>
              <a:pathLst>
                <a:path w="160893" h="228080">
                  <a:moveTo>
                    <a:pt x="132959" y="201060"/>
                  </a:moveTo>
                  <a:lnTo>
                    <a:pt x="137795" y="204766"/>
                  </a:lnTo>
                  <a:lnTo>
                    <a:pt x="138616" y="205375"/>
                  </a:lnTo>
                  <a:lnTo>
                    <a:pt x="142012" y="211678"/>
                  </a:lnTo>
                  <a:lnTo>
                    <a:pt x="143596" y="214274"/>
                  </a:lnTo>
                  <a:lnTo>
                    <a:pt x="133527" y="215520"/>
                  </a:lnTo>
                  <a:lnTo>
                    <a:pt x="127997" y="216634"/>
                  </a:lnTo>
                  <a:lnTo>
                    <a:pt x="124491" y="217662"/>
                  </a:lnTo>
                  <a:lnTo>
                    <a:pt x="123467" y="217962"/>
                  </a:lnTo>
                  <a:lnTo>
                    <a:pt x="123594" y="219469"/>
                  </a:lnTo>
                  <a:lnTo>
                    <a:pt x="123640" y="220024"/>
                  </a:lnTo>
                  <a:lnTo>
                    <a:pt x="123231" y="220155"/>
                  </a:lnTo>
                  <a:lnTo>
                    <a:pt x="122891" y="220264"/>
                  </a:lnTo>
                  <a:lnTo>
                    <a:pt x="119137" y="221467"/>
                  </a:lnTo>
                  <a:lnTo>
                    <a:pt x="117354" y="222038"/>
                  </a:lnTo>
                  <a:lnTo>
                    <a:pt x="116874" y="222153"/>
                  </a:lnTo>
                  <a:lnTo>
                    <a:pt x="115012" y="222598"/>
                  </a:lnTo>
                  <a:lnTo>
                    <a:pt x="114012" y="222837"/>
                  </a:lnTo>
                  <a:lnTo>
                    <a:pt x="112462" y="223207"/>
                  </a:lnTo>
                  <a:lnTo>
                    <a:pt x="106328" y="225258"/>
                  </a:lnTo>
                  <a:lnTo>
                    <a:pt x="102997" y="226372"/>
                  </a:lnTo>
                  <a:lnTo>
                    <a:pt x="102633" y="226493"/>
                  </a:lnTo>
                  <a:lnTo>
                    <a:pt x="98537" y="227657"/>
                  </a:lnTo>
                  <a:lnTo>
                    <a:pt x="96119" y="228080"/>
                  </a:lnTo>
                  <a:lnTo>
                    <a:pt x="95596" y="226840"/>
                  </a:lnTo>
                  <a:lnTo>
                    <a:pt x="95433" y="226454"/>
                  </a:lnTo>
                  <a:lnTo>
                    <a:pt x="94887" y="225160"/>
                  </a:lnTo>
                  <a:lnTo>
                    <a:pt x="94832" y="225029"/>
                  </a:lnTo>
                  <a:lnTo>
                    <a:pt x="94652" y="224604"/>
                  </a:lnTo>
                  <a:lnTo>
                    <a:pt x="94388" y="223977"/>
                  </a:lnTo>
                  <a:lnTo>
                    <a:pt x="92891" y="220428"/>
                  </a:lnTo>
                  <a:lnTo>
                    <a:pt x="91851" y="217965"/>
                  </a:lnTo>
                  <a:lnTo>
                    <a:pt x="91394" y="216882"/>
                  </a:lnTo>
                  <a:lnTo>
                    <a:pt x="91142" y="216284"/>
                  </a:lnTo>
                  <a:lnTo>
                    <a:pt x="88688" y="214177"/>
                  </a:lnTo>
                  <a:lnTo>
                    <a:pt x="88170" y="214123"/>
                  </a:lnTo>
                  <a:lnTo>
                    <a:pt x="85208" y="213817"/>
                  </a:lnTo>
                  <a:lnTo>
                    <a:pt x="84665" y="213761"/>
                  </a:lnTo>
                  <a:lnTo>
                    <a:pt x="80441" y="213324"/>
                  </a:lnTo>
                  <a:lnTo>
                    <a:pt x="78907" y="212035"/>
                  </a:lnTo>
                  <a:lnTo>
                    <a:pt x="78529" y="211730"/>
                  </a:lnTo>
                  <a:lnTo>
                    <a:pt x="75287" y="209110"/>
                  </a:lnTo>
                  <a:lnTo>
                    <a:pt x="75048" y="209019"/>
                  </a:lnTo>
                  <a:lnTo>
                    <a:pt x="74261" y="208720"/>
                  </a:lnTo>
                  <a:lnTo>
                    <a:pt x="73766" y="208531"/>
                  </a:lnTo>
                  <a:lnTo>
                    <a:pt x="73549" y="208449"/>
                  </a:lnTo>
                  <a:lnTo>
                    <a:pt x="71560" y="207693"/>
                  </a:lnTo>
                  <a:lnTo>
                    <a:pt x="70338" y="207229"/>
                  </a:lnTo>
                  <a:lnTo>
                    <a:pt x="69741" y="207002"/>
                  </a:lnTo>
                  <a:lnTo>
                    <a:pt x="68355" y="206381"/>
                  </a:lnTo>
                  <a:lnTo>
                    <a:pt x="64212" y="204522"/>
                  </a:lnTo>
                  <a:lnTo>
                    <a:pt x="62385" y="203702"/>
                  </a:lnTo>
                  <a:lnTo>
                    <a:pt x="61743" y="203414"/>
                  </a:lnTo>
                  <a:lnTo>
                    <a:pt x="58794" y="204176"/>
                  </a:lnTo>
                  <a:lnTo>
                    <a:pt x="53701" y="206748"/>
                  </a:lnTo>
                  <a:lnTo>
                    <a:pt x="52799" y="206939"/>
                  </a:lnTo>
                  <a:lnTo>
                    <a:pt x="51044" y="207311"/>
                  </a:lnTo>
                  <a:lnTo>
                    <a:pt x="50705" y="207383"/>
                  </a:lnTo>
                  <a:lnTo>
                    <a:pt x="48813" y="207784"/>
                  </a:lnTo>
                  <a:lnTo>
                    <a:pt x="48670" y="207814"/>
                  </a:lnTo>
                  <a:lnTo>
                    <a:pt x="45357" y="207751"/>
                  </a:lnTo>
                  <a:lnTo>
                    <a:pt x="45160" y="207744"/>
                  </a:lnTo>
                  <a:lnTo>
                    <a:pt x="43448" y="207683"/>
                  </a:lnTo>
                  <a:lnTo>
                    <a:pt x="41220" y="207344"/>
                  </a:lnTo>
                  <a:lnTo>
                    <a:pt x="41002" y="207652"/>
                  </a:lnTo>
                  <a:lnTo>
                    <a:pt x="39070" y="210381"/>
                  </a:lnTo>
                  <a:lnTo>
                    <a:pt x="33974" y="207977"/>
                  </a:lnTo>
                  <a:lnTo>
                    <a:pt x="31343" y="206736"/>
                  </a:lnTo>
                  <a:lnTo>
                    <a:pt x="30003" y="206104"/>
                  </a:lnTo>
                  <a:lnTo>
                    <a:pt x="29542" y="205940"/>
                  </a:lnTo>
                  <a:lnTo>
                    <a:pt x="26185" y="205055"/>
                  </a:lnTo>
                  <a:lnTo>
                    <a:pt x="30182" y="199295"/>
                  </a:lnTo>
                  <a:lnTo>
                    <a:pt x="34571" y="192761"/>
                  </a:lnTo>
                  <a:lnTo>
                    <a:pt x="39935" y="184775"/>
                  </a:lnTo>
                  <a:lnTo>
                    <a:pt x="42952" y="180362"/>
                  </a:lnTo>
                  <a:lnTo>
                    <a:pt x="45544" y="176571"/>
                  </a:lnTo>
                  <a:lnTo>
                    <a:pt x="47409" y="173843"/>
                  </a:lnTo>
                  <a:lnTo>
                    <a:pt x="47749" y="173346"/>
                  </a:lnTo>
                  <a:lnTo>
                    <a:pt x="48414" y="172373"/>
                  </a:lnTo>
                  <a:lnTo>
                    <a:pt x="48682" y="171277"/>
                  </a:lnTo>
                  <a:lnTo>
                    <a:pt x="49146" y="169375"/>
                  </a:lnTo>
                  <a:lnTo>
                    <a:pt x="49058" y="169006"/>
                  </a:lnTo>
                  <a:lnTo>
                    <a:pt x="48704" y="167540"/>
                  </a:lnTo>
                  <a:lnTo>
                    <a:pt x="48669" y="167393"/>
                  </a:lnTo>
                  <a:lnTo>
                    <a:pt x="48552" y="166907"/>
                  </a:lnTo>
                  <a:lnTo>
                    <a:pt x="48508" y="166726"/>
                  </a:lnTo>
                  <a:lnTo>
                    <a:pt x="48455" y="166352"/>
                  </a:lnTo>
                  <a:lnTo>
                    <a:pt x="48318" y="165395"/>
                  </a:lnTo>
                  <a:lnTo>
                    <a:pt x="48289" y="165194"/>
                  </a:lnTo>
                  <a:lnTo>
                    <a:pt x="47744" y="163869"/>
                  </a:lnTo>
                  <a:lnTo>
                    <a:pt x="45941" y="162339"/>
                  </a:lnTo>
                  <a:lnTo>
                    <a:pt x="45258" y="161759"/>
                  </a:lnTo>
                  <a:lnTo>
                    <a:pt x="45013" y="161551"/>
                  </a:lnTo>
                  <a:lnTo>
                    <a:pt x="42742" y="159623"/>
                  </a:lnTo>
                  <a:lnTo>
                    <a:pt x="41768" y="158797"/>
                  </a:lnTo>
                  <a:lnTo>
                    <a:pt x="41028" y="158168"/>
                  </a:lnTo>
                  <a:lnTo>
                    <a:pt x="39870" y="157185"/>
                  </a:lnTo>
                  <a:lnTo>
                    <a:pt x="39615" y="156969"/>
                  </a:lnTo>
                  <a:lnTo>
                    <a:pt x="36088" y="153760"/>
                  </a:lnTo>
                  <a:lnTo>
                    <a:pt x="34816" y="152603"/>
                  </a:lnTo>
                  <a:lnTo>
                    <a:pt x="34076" y="151929"/>
                  </a:lnTo>
                  <a:lnTo>
                    <a:pt x="33380" y="151296"/>
                  </a:lnTo>
                  <a:lnTo>
                    <a:pt x="33199" y="151150"/>
                  </a:lnTo>
                  <a:lnTo>
                    <a:pt x="32626" y="150686"/>
                  </a:lnTo>
                  <a:lnTo>
                    <a:pt x="32226" y="150362"/>
                  </a:lnTo>
                  <a:lnTo>
                    <a:pt x="31472" y="149753"/>
                  </a:lnTo>
                  <a:lnTo>
                    <a:pt x="26346" y="145609"/>
                  </a:lnTo>
                  <a:lnTo>
                    <a:pt x="25267" y="144737"/>
                  </a:lnTo>
                  <a:lnTo>
                    <a:pt x="22886" y="142812"/>
                  </a:lnTo>
                  <a:lnTo>
                    <a:pt x="22413" y="142430"/>
                  </a:lnTo>
                  <a:lnTo>
                    <a:pt x="21955" y="142060"/>
                  </a:lnTo>
                  <a:lnTo>
                    <a:pt x="21440" y="141644"/>
                  </a:lnTo>
                  <a:lnTo>
                    <a:pt x="21213" y="141460"/>
                  </a:lnTo>
                  <a:lnTo>
                    <a:pt x="21085" y="141357"/>
                  </a:lnTo>
                  <a:lnTo>
                    <a:pt x="20582" y="140926"/>
                  </a:lnTo>
                  <a:lnTo>
                    <a:pt x="18966" y="139544"/>
                  </a:lnTo>
                  <a:lnTo>
                    <a:pt x="16894" y="137772"/>
                  </a:lnTo>
                  <a:lnTo>
                    <a:pt x="15642" y="136701"/>
                  </a:lnTo>
                  <a:lnTo>
                    <a:pt x="15191" y="136304"/>
                  </a:lnTo>
                  <a:lnTo>
                    <a:pt x="14631" y="135810"/>
                  </a:lnTo>
                  <a:lnTo>
                    <a:pt x="14449" y="135649"/>
                  </a:lnTo>
                  <a:lnTo>
                    <a:pt x="14290" y="135509"/>
                  </a:lnTo>
                  <a:lnTo>
                    <a:pt x="11290" y="132866"/>
                  </a:lnTo>
                  <a:lnTo>
                    <a:pt x="8062" y="130020"/>
                  </a:lnTo>
                  <a:lnTo>
                    <a:pt x="7348" y="129390"/>
                  </a:lnTo>
                  <a:lnTo>
                    <a:pt x="7164" y="129228"/>
                  </a:lnTo>
                  <a:lnTo>
                    <a:pt x="3693" y="126168"/>
                  </a:lnTo>
                  <a:lnTo>
                    <a:pt x="2377" y="124177"/>
                  </a:lnTo>
                  <a:lnTo>
                    <a:pt x="2219" y="123743"/>
                  </a:lnTo>
                  <a:lnTo>
                    <a:pt x="1345" y="121333"/>
                  </a:lnTo>
                  <a:lnTo>
                    <a:pt x="1025" y="120452"/>
                  </a:lnTo>
                  <a:lnTo>
                    <a:pt x="882" y="120056"/>
                  </a:lnTo>
                  <a:lnTo>
                    <a:pt x="515" y="119047"/>
                  </a:lnTo>
                  <a:lnTo>
                    <a:pt x="404" y="118740"/>
                  </a:lnTo>
                  <a:lnTo>
                    <a:pt x="163" y="118077"/>
                  </a:lnTo>
                  <a:lnTo>
                    <a:pt x="0" y="117625"/>
                  </a:lnTo>
                  <a:lnTo>
                    <a:pt x="1856" y="117028"/>
                  </a:lnTo>
                  <a:lnTo>
                    <a:pt x="2738" y="116683"/>
                  </a:lnTo>
                  <a:lnTo>
                    <a:pt x="3962" y="116005"/>
                  </a:lnTo>
                  <a:lnTo>
                    <a:pt x="4396" y="115764"/>
                  </a:lnTo>
                  <a:lnTo>
                    <a:pt x="4541" y="115683"/>
                  </a:lnTo>
                  <a:lnTo>
                    <a:pt x="6169" y="114099"/>
                  </a:lnTo>
                  <a:lnTo>
                    <a:pt x="6631" y="113585"/>
                  </a:lnTo>
                  <a:lnTo>
                    <a:pt x="8413" y="110369"/>
                  </a:lnTo>
                  <a:lnTo>
                    <a:pt x="9529" y="108650"/>
                  </a:lnTo>
                  <a:lnTo>
                    <a:pt x="13704" y="102217"/>
                  </a:lnTo>
                  <a:lnTo>
                    <a:pt x="15264" y="99813"/>
                  </a:lnTo>
                  <a:lnTo>
                    <a:pt x="16425" y="98024"/>
                  </a:lnTo>
                  <a:lnTo>
                    <a:pt x="16815" y="97424"/>
                  </a:lnTo>
                  <a:lnTo>
                    <a:pt x="16958" y="97214"/>
                  </a:lnTo>
                  <a:lnTo>
                    <a:pt x="31846" y="75359"/>
                  </a:lnTo>
                  <a:lnTo>
                    <a:pt x="32754" y="74025"/>
                  </a:lnTo>
                  <a:lnTo>
                    <a:pt x="32991" y="73677"/>
                  </a:lnTo>
                  <a:lnTo>
                    <a:pt x="33161" y="73428"/>
                  </a:lnTo>
                  <a:lnTo>
                    <a:pt x="33526" y="72893"/>
                  </a:lnTo>
                  <a:lnTo>
                    <a:pt x="33727" y="72597"/>
                  </a:lnTo>
                  <a:lnTo>
                    <a:pt x="40790" y="62228"/>
                  </a:lnTo>
                  <a:lnTo>
                    <a:pt x="41155" y="61693"/>
                  </a:lnTo>
                  <a:lnTo>
                    <a:pt x="49436" y="49688"/>
                  </a:lnTo>
                  <a:lnTo>
                    <a:pt x="49882" y="49042"/>
                  </a:lnTo>
                  <a:lnTo>
                    <a:pt x="50624" y="47966"/>
                  </a:lnTo>
                  <a:lnTo>
                    <a:pt x="51167" y="47178"/>
                  </a:lnTo>
                  <a:lnTo>
                    <a:pt x="52600" y="45101"/>
                  </a:lnTo>
                  <a:lnTo>
                    <a:pt x="64354" y="28061"/>
                  </a:lnTo>
                  <a:lnTo>
                    <a:pt x="65848" y="25896"/>
                  </a:lnTo>
                  <a:lnTo>
                    <a:pt x="66816" y="24494"/>
                  </a:lnTo>
                  <a:lnTo>
                    <a:pt x="67047" y="24158"/>
                  </a:lnTo>
                  <a:lnTo>
                    <a:pt x="67601" y="23360"/>
                  </a:lnTo>
                  <a:lnTo>
                    <a:pt x="82325" y="2158"/>
                  </a:lnTo>
                  <a:lnTo>
                    <a:pt x="82639" y="1707"/>
                  </a:lnTo>
                  <a:lnTo>
                    <a:pt x="83088" y="1060"/>
                  </a:lnTo>
                  <a:lnTo>
                    <a:pt x="83296" y="755"/>
                  </a:lnTo>
                  <a:lnTo>
                    <a:pt x="83515" y="434"/>
                  </a:lnTo>
                  <a:lnTo>
                    <a:pt x="83957" y="0"/>
                  </a:lnTo>
                  <a:lnTo>
                    <a:pt x="95608" y="8095"/>
                  </a:lnTo>
                  <a:lnTo>
                    <a:pt x="96048" y="8403"/>
                  </a:lnTo>
                  <a:lnTo>
                    <a:pt x="102540" y="12950"/>
                  </a:lnTo>
                  <a:lnTo>
                    <a:pt x="103773" y="13813"/>
                  </a:lnTo>
                  <a:lnTo>
                    <a:pt x="104090" y="14035"/>
                  </a:lnTo>
                  <a:lnTo>
                    <a:pt x="111684" y="19352"/>
                  </a:lnTo>
                  <a:lnTo>
                    <a:pt x="112003" y="19576"/>
                  </a:lnTo>
                  <a:lnTo>
                    <a:pt x="120124" y="25263"/>
                  </a:lnTo>
                  <a:lnTo>
                    <a:pt x="120536" y="25550"/>
                  </a:lnTo>
                  <a:lnTo>
                    <a:pt x="136274" y="36535"/>
                  </a:lnTo>
                  <a:lnTo>
                    <a:pt x="144392" y="42202"/>
                  </a:lnTo>
                  <a:lnTo>
                    <a:pt x="152353" y="47758"/>
                  </a:lnTo>
                  <a:lnTo>
                    <a:pt x="152657" y="47978"/>
                  </a:lnTo>
                  <a:lnTo>
                    <a:pt x="153239" y="48397"/>
                  </a:lnTo>
                  <a:lnTo>
                    <a:pt x="153896" y="48871"/>
                  </a:lnTo>
                  <a:lnTo>
                    <a:pt x="155298" y="49882"/>
                  </a:lnTo>
                  <a:lnTo>
                    <a:pt x="155714" y="50167"/>
                  </a:lnTo>
                  <a:lnTo>
                    <a:pt x="160089" y="53167"/>
                  </a:lnTo>
                  <a:lnTo>
                    <a:pt x="160893" y="53719"/>
                  </a:lnTo>
                  <a:lnTo>
                    <a:pt x="160747" y="53935"/>
                  </a:lnTo>
                  <a:lnTo>
                    <a:pt x="151733" y="67288"/>
                  </a:lnTo>
                  <a:lnTo>
                    <a:pt x="149827" y="70110"/>
                  </a:lnTo>
                  <a:lnTo>
                    <a:pt x="149267" y="70940"/>
                  </a:lnTo>
                  <a:lnTo>
                    <a:pt x="144207" y="78435"/>
                  </a:lnTo>
                  <a:lnTo>
                    <a:pt x="141189" y="82905"/>
                  </a:lnTo>
                  <a:lnTo>
                    <a:pt x="140387" y="84093"/>
                  </a:lnTo>
                  <a:lnTo>
                    <a:pt x="139586" y="85294"/>
                  </a:lnTo>
                  <a:lnTo>
                    <a:pt x="139068" y="86072"/>
                  </a:lnTo>
                  <a:lnTo>
                    <a:pt x="137552" y="88347"/>
                  </a:lnTo>
                  <a:lnTo>
                    <a:pt x="136049" y="90603"/>
                  </a:lnTo>
                  <a:lnTo>
                    <a:pt x="132553" y="95851"/>
                  </a:lnTo>
                  <a:lnTo>
                    <a:pt x="130612" y="98764"/>
                  </a:lnTo>
                  <a:lnTo>
                    <a:pt x="129517" y="100409"/>
                  </a:lnTo>
                  <a:lnTo>
                    <a:pt x="128488" y="101954"/>
                  </a:lnTo>
                  <a:lnTo>
                    <a:pt x="128162" y="102427"/>
                  </a:lnTo>
                  <a:lnTo>
                    <a:pt x="127798" y="102956"/>
                  </a:lnTo>
                  <a:lnTo>
                    <a:pt x="125129" y="106841"/>
                  </a:lnTo>
                  <a:lnTo>
                    <a:pt x="123259" y="109562"/>
                  </a:lnTo>
                  <a:lnTo>
                    <a:pt x="116084" y="120002"/>
                  </a:lnTo>
                  <a:lnTo>
                    <a:pt x="114749" y="121945"/>
                  </a:lnTo>
                  <a:lnTo>
                    <a:pt x="114347" y="122697"/>
                  </a:lnTo>
                  <a:lnTo>
                    <a:pt x="111912" y="127259"/>
                  </a:lnTo>
                  <a:lnTo>
                    <a:pt x="111454" y="127933"/>
                  </a:lnTo>
                  <a:lnTo>
                    <a:pt x="110917" y="128721"/>
                  </a:lnTo>
                  <a:lnTo>
                    <a:pt x="107423" y="133861"/>
                  </a:lnTo>
                  <a:lnTo>
                    <a:pt x="106968" y="134598"/>
                  </a:lnTo>
                  <a:lnTo>
                    <a:pt x="106911" y="134817"/>
                  </a:lnTo>
                  <a:lnTo>
                    <a:pt x="106840" y="135090"/>
                  </a:lnTo>
                  <a:lnTo>
                    <a:pt x="106773" y="135343"/>
                  </a:lnTo>
                  <a:lnTo>
                    <a:pt x="106658" y="135788"/>
                  </a:lnTo>
                  <a:lnTo>
                    <a:pt x="106065" y="136276"/>
                  </a:lnTo>
                  <a:lnTo>
                    <a:pt x="105440" y="136791"/>
                  </a:lnTo>
                  <a:lnTo>
                    <a:pt x="104027" y="138186"/>
                  </a:lnTo>
                  <a:lnTo>
                    <a:pt x="102504" y="140446"/>
                  </a:lnTo>
                  <a:lnTo>
                    <a:pt x="102910" y="140862"/>
                  </a:lnTo>
                  <a:lnTo>
                    <a:pt x="103422" y="141384"/>
                  </a:lnTo>
                  <a:lnTo>
                    <a:pt x="103885" y="141858"/>
                  </a:lnTo>
                  <a:lnTo>
                    <a:pt x="105337" y="143342"/>
                  </a:lnTo>
                  <a:lnTo>
                    <a:pt x="106170" y="144195"/>
                  </a:lnTo>
                  <a:lnTo>
                    <a:pt x="106333" y="144388"/>
                  </a:lnTo>
                  <a:lnTo>
                    <a:pt x="106795" y="144939"/>
                  </a:lnTo>
                  <a:lnTo>
                    <a:pt x="107540" y="145828"/>
                  </a:lnTo>
                  <a:lnTo>
                    <a:pt x="107655" y="145965"/>
                  </a:lnTo>
                  <a:lnTo>
                    <a:pt x="107801" y="146139"/>
                  </a:lnTo>
                  <a:lnTo>
                    <a:pt x="103336" y="150112"/>
                  </a:lnTo>
                  <a:lnTo>
                    <a:pt x="100309" y="152639"/>
                  </a:lnTo>
                  <a:lnTo>
                    <a:pt x="99604" y="153228"/>
                  </a:lnTo>
                  <a:lnTo>
                    <a:pt x="99930" y="153578"/>
                  </a:lnTo>
                  <a:lnTo>
                    <a:pt x="101084" y="154632"/>
                  </a:lnTo>
                  <a:lnTo>
                    <a:pt x="102032" y="154889"/>
                  </a:lnTo>
                  <a:lnTo>
                    <a:pt x="102286" y="154958"/>
                  </a:lnTo>
                  <a:lnTo>
                    <a:pt x="102434" y="154998"/>
                  </a:lnTo>
                  <a:lnTo>
                    <a:pt x="103875" y="156108"/>
                  </a:lnTo>
                  <a:lnTo>
                    <a:pt x="104151" y="158255"/>
                  </a:lnTo>
                  <a:lnTo>
                    <a:pt x="105093" y="159866"/>
                  </a:lnTo>
                  <a:lnTo>
                    <a:pt x="105676" y="160933"/>
                  </a:lnTo>
                  <a:lnTo>
                    <a:pt x="107152" y="162593"/>
                  </a:lnTo>
                  <a:lnTo>
                    <a:pt x="108055" y="163549"/>
                  </a:lnTo>
                  <a:lnTo>
                    <a:pt x="109377" y="165561"/>
                  </a:lnTo>
                  <a:lnTo>
                    <a:pt x="109575" y="165768"/>
                  </a:lnTo>
                  <a:lnTo>
                    <a:pt x="109829" y="165961"/>
                  </a:lnTo>
                  <a:lnTo>
                    <a:pt x="111039" y="167061"/>
                  </a:lnTo>
                  <a:lnTo>
                    <a:pt x="111249" y="167252"/>
                  </a:lnTo>
                  <a:lnTo>
                    <a:pt x="112301" y="168209"/>
                  </a:lnTo>
                  <a:lnTo>
                    <a:pt x="113600" y="169391"/>
                  </a:lnTo>
                  <a:lnTo>
                    <a:pt x="114787" y="170285"/>
                  </a:lnTo>
                  <a:lnTo>
                    <a:pt x="115557" y="170864"/>
                  </a:lnTo>
                  <a:lnTo>
                    <a:pt x="115838" y="171076"/>
                  </a:lnTo>
                  <a:lnTo>
                    <a:pt x="117113" y="171945"/>
                  </a:lnTo>
                  <a:lnTo>
                    <a:pt x="117716" y="172554"/>
                  </a:lnTo>
                  <a:lnTo>
                    <a:pt x="118382" y="173611"/>
                  </a:lnTo>
                  <a:lnTo>
                    <a:pt x="120494" y="178694"/>
                  </a:lnTo>
                  <a:lnTo>
                    <a:pt x="121592" y="180295"/>
                  </a:lnTo>
                  <a:lnTo>
                    <a:pt x="122163" y="181127"/>
                  </a:lnTo>
                  <a:lnTo>
                    <a:pt x="124604" y="183439"/>
                  </a:lnTo>
                  <a:lnTo>
                    <a:pt x="124872" y="183694"/>
                  </a:lnTo>
                  <a:lnTo>
                    <a:pt x="125027" y="183840"/>
                  </a:lnTo>
                  <a:lnTo>
                    <a:pt x="127619" y="186329"/>
                  </a:lnTo>
                  <a:lnTo>
                    <a:pt x="129558" y="188476"/>
                  </a:lnTo>
                  <a:lnTo>
                    <a:pt x="130271" y="190897"/>
                  </a:lnTo>
                  <a:lnTo>
                    <a:pt x="130486" y="191627"/>
                  </a:lnTo>
                  <a:lnTo>
                    <a:pt x="130380" y="192882"/>
                  </a:lnTo>
                  <a:lnTo>
                    <a:pt x="130054" y="196765"/>
                  </a:lnTo>
                  <a:lnTo>
                    <a:pt x="130187" y="197371"/>
                  </a:lnTo>
                  <a:lnTo>
                    <a:pt x="130486" y="19873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g57"/>
            <p:cNvSpPr/>
            <p:nvPr/>
          </p:nvSpPr>
          <p:spPr>
            <a:xfrm>
              <a:off x="3142682" y="3632511"/>
              <a:ext cx="138958" cy="137309"/>
            </a:xfrm>
            <a:custGeom>
              <a:avLst/>
              <a:pathLst>
                <a:path w="138958" h="137309">
                  <a:moveTo>
                    <a:pt x="76714" y="65547"/>
                  </a:moveTo>
                  <a:lnTo>
                    <a:pt x="81810" y="67950"/>
                  </a:lnTo>
                  <a:lnTo>
                    <a:pt x="83741" y="65221"/>
                  </a:lnTo>
                  <a:lnTo>
                    <a:pt x="83960" y="64913"/>
                  </a:lnTo>
                  <a:lnTo>
                    <a:pt x="86188" y="65252"/>
                  </a:lnTo>
                  <a:lnTo>
                    <a:pt x="87899" y="65314"/>
                  </a:lnTo>
                  <a:lnTo>
                    <a:pt x="88097" y="65321"/>
                  </a:lnTo>
                  <a:lnTo>
                    <a:pt x="91410" y="65383"/>
                  </a:lnTo>
                  <a:lnTo>
                    <a:pt x="91553" y="65353"/>
                  </a:lnTo>
                  <a:lnTo>
                    <a:pt x="93445" y="64952"/>
                  </a:lnTo>
                  <a:lnTo>
                    <a:pt x="93784" y="64880"/>
                  </a:lnTo>
                  <a:lnTo>
                    <a:pt x="95539" y="64508"/>
                  </a:lnTo>
                  <a:lnTo>
                    <a:pt x="96441" y="64317"/>
                  </a:lnTo>
                  <a:lnTo>
                    <a:pt x="101534" y="61746"/>
                  </a:lnTo>
                  <a:lnTo>
                    <a:pt x="104483" y="60984"/>
                  </a:lnTo>
                  <a:lnTo>
                    <a:pt x="105124" y="61272"/>
                  </a:lnTo>
                  <a:lnTo>
                    <a:pt x="106951" y="62091"/>
                  </a:lnTo>
                  <a:lnTo>
                    <a:pt x="111095" y="63950"/>
                  </a:lnTo>
                  <a:lnTo>
                    <a:pt x="112481" y="64572"/>
                  </a:lnTo>
                  <a:lnTo>
                    <a:pt x="113077" y="64799"/>
                  </a:lnTo>
                  <a:lnTo>
                    <a:pt x="114340" y="65278"/>
                  </a:lnTo>
                  <a:lnTo>
                    <a:pt x="116289" y="66019"/>
                  </a:lnTo>
                  <a:lnTo>
                    <a:pt x="116506" y="66101"/>
                  </a:lnTo>
                  <a:lnTo>
                    <a:pt x="117001" y="66289"/>
                  </a:lnTo>
                  <a:lnTo>
                    <a:pt x="117788" y="66588"/>
                  </a:lnTo>
                  <a:lnTo>
                    <a:pt x="118027" y="66679"/>
                  </a:lnTo>
                  <a:lnTo>
                    <a:pt x="121269" y="69299"/>
                  </a:lnTo>
                  <a:lnTo>
                    <a:pt x="121647" y="69605"/>
                  </a:lnTo>
                  <a:lnTo>
                    <a:pt x="123181" y="70894"/>
                  </a:lnTo>
                  <a:lnTo>
                    <a:pt x="127404" y="71330"/>
                  </a:lnTo>
                  <a:lnTo>
                    <a:pt x="127948" y="71387"/>
                  </a:lnTo>
                  <a:lnTo>
                    <a:pt x="130910" y="71693"/>
                  </a:lnTo>
                  <a:lnTo>
                    <a:pt x="131427" y="71747"/>
                  </a:lnTo>
                  <a:lnTo>
                    <a:pt x="133882" y="73854"/>
                  </a:lnTo>
                  <a:lnTo>
                    <a:pt x="134134" y="74451"/>
                  </a:lnTo>
                  <a:lnTo>
                    <a:pt x="134591" y="75535"/>
                  </a:lnTo>
                  <a:lnTo>
                    <a:pt x="135630" y="77998"/>
                  </a:lnTo>
                  <a:lnTo>
                    <a:pt x="137141" y="81579"/>
                  </a:lnTo>
                  <a:lnTo>
                    <a:pt x="137392" y="82173"/>
                  </a:lnTo>
                  <a:lnTo>
                    <a:pt x="137571" y="82598"/>
                  </a:lnTo>
                  <a:lnTo>
                    <a:pt x="137627" y="82729"/>
                  </a:lnTo>
                  <a:lnTo>
                    <a:pt x="138173" y="84024"/>
                  </a:lnTo>
                  <a:lnTo>
                    <a:pt x="138336" y="84410"/>
                  </a:lnTo>
                  <a:lnTo>
                    <a:pt x="138958" y="85885"/>
                  </a:lnTo>
                  <a:lnTo>
                    <a:pt x="131194" y="88092"/>
                  </a:lnTo>
                  <a:lnTo>
                    <a:pt x="130115" y="88398"/>
                  </a:lnTo>
                  <a:lnTo>
                    <a:pt x="130295" y="88965"/>
                  </a:lnTo>
                  <a:lnTo>
                    <a:pt x="131864" y="93908"/>
                  </a:lnTo>
                  <a:lnTo>
                    <a:pt x="131948" y="94174"/>
                  </a:lnTo>
                  <a:lnTo>
                    <a:pt x="132737" y="96668"/>
                  </a:lnTo>
                  <a:lnTo>
                    <a:pt x="133840" y="100156"/>
                  </a:lnTo>
                  <a:lnTo>
                    <a:pt x="134425" y="100847"/>
                  </a:lnTo>
                  <a:lnTo>
                    <a:pt x="135006" y="101188"/>
                  </a:lnTo>
                  <a:lnTo>
                    <a:pt x="136016" y="101780"/>
                  </a:lnTo>
                  <a:lnTo>
                    <a:pt x="136465" y="101973"/>
                  </a:lnTo>
                  <a:lnTo>
                    <a:pt x="137760" y="102527"/>
                  </a:lnTo>
                  <a:lnTo>
                    <a:pt x="138211" y="102720"/>
                  </a:lnTo>
                  <a:lnTo>
                    <a:pt x="136779" y="105855"/>
                  </a:lnTo>
                  <a:lnTo>
                    <a:pt x="136704" y="106019"/>
                  </a:lnTo>
                  <a:lnTo>
                    <a:pt x="136539" y="105963"/>
                  </a:lnTo>
                  <a:lnTo>
                    <a:pt x="136319" y="105887"/>
                  </a:lnTo>
                  <a:lnTo>
                    <a:pt x="134670" y="105475"/>
                  </a:lnTo>
                  <a:lnTo>
                    <a:pt x="134370" y="105400"/>
                  </a:lnTo>
                  <a:lnTo>
                    <a:pt x="132696" y="104982"/>
                  </a:lnTo>
                  <a:lnTo>
                    <a:pt x="132099" y="104752"/>
                  </a:lnTo>
                  <a:lnTo>
                    <a:pt x="130470" y="104127"/>
                  </a:lnTo>
                  <a:lnTo>
                    <a:pt x="130155" y="103867"/>
                  </a:lnTo>
                  <a:lnTo>
                    <a:pt x="129920" y="103673"/>
                  </a:lnTo>
                  <a:lnTo>
                    <a:pt x="127471" y="101650"/>
                  </a:lnTo>
                  <a:lnTo>
                    <a:pt x="127322" y="101527"/>
                  </a:lnTo>
                  <a:lnTo>
                    <a:pt x="127125" y="101364"/>
                  </a:lnTo>
                  <a:lnTo>
                    <a:pt x="126471" y="100824"/>
                  </a:lnTo>
                  <a:lnTo>
                    <a:pt x="125653" y="100149"/>
                  </a:lnTo>
                  <a:lnTo>
                    <a:pt x="125513" y="100033"/>
                  </a:lnTo>
                  <a:lnTo>
                    <a:pt x="124980" y="100690"/>
                  </a:lnTo>
                  <a:lnTo>
                    <a:pt x="121427" y="105078"/>
                  </a:lnTo>
                  <a:lnTo>
                    <a:pt x="121258" y="105286"/>
                  </a:lnTo>
                  <a:lnTo>
                    <a:pt x="120856" y="105783"/>
                  </a:lnTo>
                  <a:lnTo>
                    <a:pt x="120425" y="106469"/>
                  </a:lnTo>
                  <a:lnTo>
                    <a:pt x="119048" y="108662"/>
                  </a:lnTo>
                  <a:lnTo>
                    <a:pt x="118457" y="109202"/>
                  </a:lnTo>
                  <a:lnTo>
                    <a:pt x="117369" y="110197"/>
                  </a:lnTo>
                  <a:lnTo>
                    <a:pt x="116805" y="111509"/>
                  </a:lnTo>
                  <a:lnTo>
                    <a:pt x="116461" y="112241"/>
                  </a:lnTo>
                  <a:lnTo>
                    <a:pt x="115882" y="113473"/>
                  </a:lnTo>
                  <a:lnTo>
                    <a:pt x="115006" y="114955"/>
                  </a:lnTo>
                  <a:lnTo>
                    <a:pt x="114390" y="115997"/>
                  </a:lnTo>
                  <a:lnTo>
                    <a:pt x="113683" y="117194"/>
                  </a:lnTo>
                  <a:lnTo>
                    <a:pt x="113443" y="117600"/>
                  </a:lnTo>
                  <a:lnTo>
                    <a:pt x="112464" y="118506"/>
                  </a:lnTo>
                  <a:lnTo>
                    <a:pt x="110746" y="121867"/>
                  </a:lnTo>
                  <a:lnTo>
                    <a:pt x="110564" y="123116"/>
                  </a:lnTo>
                  <a:lnTo>
                    <a:pt x="110248" y="125323"/>
                  </a:lnTo>
                  <a:lnTo>
                    <a:pt x="110681" y="127991"/>
                  </a:lnTo>
                  <a:lnTo>
                    <a:pt x="110875" y="129184"/>
                  </a:lnTo>
                  <a:lnTo>
                    <a:pt x="111151" y="130881"/>
                  </a:lnTo>
                  <a:lnTo>
                    <a:pt x="111275" y="131599"/>
                  </a:lnTo>
                  <a:lnTo>
                    <a:pt x="111328" y="131904"/>
                  </a:lnTo>
                  <a:lnTo>
                    <a:pt x="111355" y="132546"/>
                  </a:lnTo>
                  <a:lnTo>
                    <a:pt x="111426" y="133012"/>
                  </a:lnTo>
                  <a:lnTo>
                    <a:pt x="111151" y="133831"/>
                  </a:lnTo>
                  <a:lnTo>
                    <a:pt x="111003" y="134115"/>
                  </a:lnTo>
                  <a:lnTo>
                    <a:pt x="110680" y="134734"/>
                  </a:lnTo>
                  <a:lnTo>
                    <a:pt x="110091" y="135547"/>
                  </a:lnTo>
                  <a:lnTo>
                    <a:pt x="109120" y="137309"/>
                  </a:lnTo>
                  <a:lnTo>
                    <a:pt x="107137" y="136048"/>
                  </a:lnTo>
                  <a:lnTo>
                    <a:pt x="106823" y="135848"/>
                  </a:lnTo>
                  <a:lnTo>
                    <a:pt x="106526" y="135661"/>
                  </a:lnTo>
                  <a:lnTo>
                    <a:pt x="104618" y="134457"/>
                  </a:lnTo>
                  <a:lnTo>
                    <a:pt x="104197" y="134192"/>
                  </a:lnTo>
                  <a:lnTo>
                    <a:pt x="100196" y="136374"/>
                  </a:lnTo>
                  <a:lnTo>
                    <a:pt x="99381" y="135242"/>
                  </a:lnTo>
                  <a:lnTo>
                    <a:pt x="97034" y="131983"/>
                  </a:lnTo>
                  <a:lnTo>
                    <a:pt x="94393" y="131225"/>
                  </a:lnTo>
                  <a:lnTo>
                    <a:pt x="90633" y="127094"/>
                  </a:lnTo>
                  <a:lnTo>
                    <a:pt x="89139" y="124998"/>
                  </a:lnTo>
                  <a:lnTo>
                    <a:pt x="88129" y="123582"/>
                  </a:lnTo>
                  <a:lnTo>
                    <a:pt x="86880" y="121319"/>
                  </a:lnTo>
                  <a:lnTo>
                    <a:pt x="86355" y="120373"/>
                  </a:lnTo>
                  <a:lnTo>
                    <a:pt x="86114" y="120110"/>
                  </a:lnTo>
                  <a:lnTo>
                    <a:pt x="85840" y="119810"/>
                  </a:lnTo>
                  <a:lnTo>
                    <a:pt x="83155" y="116870"/>
                  </a:lnTo>
                  <a:lnTo>
                    <a:pt x="79470" y="112836"/>
                  </a:lnTo>
                  <a:lnTo>
                    <a:pt x="79116" y="112428"/>
                  </a:lnTo>
                  <a:lnTo>
                    <a:pt x="78909" y="112140"/>
                  </a:lnTo>
                  <a:lnTo>
                    <a:pt x="78258" y="111233"/>
                  </a:lnTo>
                  <a:lnTo>
                    <a:pt x="77338" y="109951"/>
                  </a:lnTo>
                  <a:lnTo>
                    <a:pt x="77063" y="109568"/>
                  </a:lnTo>
                  <a:lnTo>
                    <a:pt x="76557" y="108862"/>
                  </a:lnTo>
                  <a:lnTo>
                    <a:pt x="76042" y="108145"/>
                  </a:lnTo>
                  <a:lnTo>
                    <a:pt x="75553" y="107582"/>
                  </a:lnTo>
                  <a:lnTo>
                    <a:pt x="74803" y="106719"/>
                  </a:lnTo>
                  <a:lnTo>
                    <a:pt x="73845" y="105364"/>
                  </a:lnTo>
                  <a:lnTo>
                    <a:pt x="72979" y="103509"/>
                  </a:lnTo>
                  <a:lnTo>
                    <a:pt x="72824" y="102617"/>
                  </a:lnTo>
                  <a:lnTo>
                    <a:pt x="72576" y="101185"/>
                  </a:lnTo>
                  <a:lnTo>
                    <a:pt x="72154" y="98753"/>
                  </a:lnTo>
                  <a:lnTo>
                    <a:pt x="72856" y="97436"/>
                  </a:lnTo>
                  <a:lnTo>
                    <a:pt x="73281" y="96638"/>
                  </a:lnTo>
                  <a:lnTo>
                    <a:pt x="71962" y="97600"/>
                  </a:lnTo>
                  <a:lnTo>
                    <a:pt x="71068" y="98253"/>
                  </a:lnTo>
                  <a:lnTo>
                    <a:pt x="69628" y="100289"/>
                  </a:lnTo>
                  <a:lnTo>
                    <a:pt x="68597" y="102697"/>
                  </a:lnTo>
                  <a:lnTo>
                    <a:pt x="68298" y="104556"/>
                  </a:lnTo>
                  <a:lnTo>
                    <a:pt x="67657" y="105042"/>
                  </a:lnTo>
                  <a:lnTo>
                    <a:pt x="66626" y="105823"/>
                  </a:lnTo>
                  <a:lnTo>
                    <a:pt x="66009" y="106290"/>
                  </a:lnTo>
                  <a:lnTo>
                    <a:pt x="63659" y="108178"/>
                  </a:lnTo>
                  <a:lnTo>
                    <a:pt x="62896" y="108790"/>
                  </a:lnTo>
                  <a:lnTo>
                    <a:pt x="60783" y="106825"/>
                  </a:lnTo>
                  <a:lnTo>
                    <a:pt x="60239" y="106318"/>
                  </a:lnTo>
                  <a:lnTo>
                    <a:pt x="56977" y="103380"/>
                  </a:lnTo>
                  <a:lnTo>
                    <a:pt x="56348" y="102814"/>
                  </a:lnTo>
                  <a:lnTo>
                    <a:pt x="56512" y="102612"/>
                  </a:lnTo>
                  <a:lnTo>
                    <a:pt x="56805" y="102283"/>
                  </a:lnTo>
                  <a:lnTo>
                    <a:pt x="56989" y="102076"/>
                  </a:lnTo>
                  <a:lnTo>
                    <a:pt x="61037" y="97531"/>
                  </a:lnTo>
                  <a:lnTo>
                    <a:pt x="60848" y="97393"/>
                  </a:lnTo>
                  <a:lnTo>
                    <a:pt x="56942" y="94521"/>
                  </a:lnTo>
                  <a:lnTo>
                    <a:pt x="55597" y="93532"/>
                  </a:lnTo>
                  <a:lnTo>
                    <a:pt x="51772" y="90719"/>
                  </a:lnTo>
                  <a:lnTo>
                    <a:pt x="49719" y="89210"/>
                  </a:lnTo>
                  <a:lnTo>
                    <a:pt x="49278" y="88885"/>
                  </a:lnTo>
                  <a:lnTo>
                    <a:pt x="48988" y="88669"/>
                  </a:lnTo>
                  <a:lnTo>
                    <a:pt x="48207" y="88057"/>
                  </a:lnTo>
                  <a:lnTo>
                    <a:pt x="47485" y="87493"/>
                  </a:lnTo>
                  <a:lnTo>
                    <a:pt x="46662" y="86849"/>
                  </a:lnTo>
                  <a:lnTo>
                    <a:pt x="45967" y="86305"/>
                  </a:lnTo>
                  <a:lnTo>
                    <a:pt x="44850" y="85431"/>
                  </a:lnTo>
                  <a:lnTo>
                    <a:pt x="44565" y="85208"/>
                  </a:lnTo>
                  <a:lnTo>
                    <a:pt x="46560" y="82709"/>
                  </a:lnTo>
                  <a:lnTo>
                    <a:pt x="50253" y="78083"/>
                  </a:lnTo>
                  <a:lnTo>
                    <a:pt x="50056" y="77943"/>
                  </a:lnTo>
                  <a:lnTo>
                    <a:pt x="44713" y="74148"/>
                  </a:lnTo>
                  <a:lnTo>
                    <a:pt x="43403" y="73218"/>
                  </a:lnTo>
                  <a:lnTo>
                    <a:pt x="43271" y="73123"/>
                  </a:lnTo>
                  <a:lnTo>
                    <a:pt x="42164" y="72337"/>
                  </a:lnTo>
                  <a:lnTo>
                    <a:pt x="41599" y="71936"/>
                  </a:lnTo>
                  <a:lnTo>
                    <a:pt x="37089" y="68732"/>
                  </a:lnTo>
                  <a:lnTo>
                    <a:pt x="36090" y="68023"/>
                  </a:lnTo>
                  <a:lnTo>
                    <a:pt x="33088" y="65890"/>
                  </a:lnTo>
                  <a:lnTo>
                    <a:pt x="30992" y="64401"/>
                  </a:lnTo>
                  <a:lnTo>
                    <a:pt x="24655" y="59899"/>
                  </a:lnTo>
                  <a:lnTo>
                    <a:pt x="24337" y="59674"/>
                  </a:lnTo>
                  <a:lnTo>
                    <a:pt x="21856" y="57912"/>
                  </a:lnTo>
                  <a:lnTo>
                    <a:pt x="18183" y="55302"/>
                  </a:lnTo>
                  <a:lnTo>
                    <a:pt x="8204" y="48213"/>
                  </a:lnTo>
                  <a:lnTo>
                    <a:pt x="7512" y="47722"/>
                  </a:lnTo>
                  <a:lnTo>
                    <a:pt x="5528" y="46393"/>
                  </a:lnTo>
                  <a:lnTo>
                    <a:pt x="226" y="42841"/>
                  </a:lnTo>
                  <a:lnTo>
                    <a:pt x="0" y="42689"/>
                  </a:lnTo>
                  <a:lnTo>
                    <a:pt x="434" y="42043"/>
                  </a:lnTo>
                  <a:lnTo>
                    <a:pt x="567" y="41844"/>
                  </a:lnTo>
                  <a:lnTo>
                    <a:pt x="1207" y="40892"/>
                  </a:lnTo>
                  <a:lnTo>
                    <a:pt x="3043" y="38159"/>
                  </a:lnTo>
                  <a:lnTo>
                    <a:pt x="4380" y="36170"/>
                  </a:lnTo>
                  <a:lnTo>
                    <a:pt x="8172" y="30526"/>
                  </a:lnTo>
                  <a:lnTo>
                    <a:pt x="11630" y="25379"/>
                  </a:lnTo>
                  <a:lnTo>
                    <a:pt x="11992" y="24841"/>
                  </a:lnTo>
                  <a:lnTo>
                    <a:pt x="12677" y="23958"/>
                  </a:lnTo>
                  <a:lnTo>
                    <a:pt x="14412" y="21728"/>
                  </a:lnTo>
                  <a:lnTo>
                    <a:pt x="15858" y="19869"/>
                  </a:lnTo>
                  <a:lnTo>
                    <a:pt x="17388" y="18653"/>
                  </a:lnTo>
                  <a:lnTo>
                    <a:pt x="17642" y="18452"/>
                  </a:lnTo>
                  <a:lnTo>
                    <a:pt x="19696" y="16822"/>
                  </a:lnTo>
                  <a:lnTo>
                    <a:pt x="23432" y="14714"/>
                  </a:lnTo>
                  <a:lnTo>
                    <a:pt x="26101" y="13209"/>
                  </a:lnTo>
                  <a:lnTo>
                    <a:pt x="28238" y="12330"/>
                  </a:lnTo>
                  <a:lnTo>
                    <a:pt x="31771" y="10876"/>
                  </a:lnTo>
                  <a:lnTo>
                    <a:pt x="38618" y="9070"/>
                  </a:lnTo>
                  <a:lnTo>
                    <a:pt x="44106" y="7444"/>
                  </a:lnTo>
                  <a:lnTo>
                    <a:pt x="46085" y="6858"/>
                  </a:lnTo>
                  <a:lnTo>
                    <a:pt x="51650" y="5204"/>
                  </a:lnTo>
                  <a:lnTo>
                    <a:pt x="57694" y="2976"/>
                  </a:lnTo>
                  <a:lnTo>
                    <a:pt x="60559" y="1920"/>
                  </a:lnTo>
                  <a:lnTo>
                    <a:pt x="60722" y="1852"/>
                  </a:lnTo>
                  <a:lnTo>
                    <a:pt x="63346" y="755"/>
                  </a:lnTo>
                  <a:lnTo>
                    <a:pt x="64654" y="208"/>
                  </a:lnTo>
                  <a:lnTo>
                    <a:pt x="65152" y="0"/>
                  </a:lnTo>
                  <a:lnTo>
                    <a:pt x="65626" y="382"/>
                  </a:lnTo>
                  <a:lnTo>
                    <a:pt x="68007" y="2307"/>
                  </a:lnTo>
                  <a:lnTo>
                    <a:pt x="69086" y="3179"/>
                  </a:lnTo>
                  <a:lnTo>
                    <a:pt x="74212" y="7323"/>
                  </a:lnTo>
                  <a:lnTo>
                    <a:pt x="74965" y="7932"/>
                  </a:lnTo>
                  <a:lnTo>
                    <a:pt x="75366" y="8256"/>
                  </a:lnTo>
                  <a:lnTo>
                    <a:pt x="75939" y="8719"/>
                  </a:lnTo>
                  <a:lnTo>
                    <a:pt x="76120" y="8865"/>
                  </a:lnTo>
                  <a:lnTo>
                    <a:pt x="76816" y="9499"/>
                  </a:lnTo>
                  <a:lnTo>
                    <a:pt x="77556" y="10172"/>
                  </a:lnTo>
                  <a:lnTo>
                    <a:pt x="78828" y="11329"/>
                  </a:lnTo>
                  <a:lnTo>
                    <a:pt x="82355" y="14539"/>
                  </a:lnTo>
                  <a:lnTo>
                    <a:pt x="82609" y="14755"/>
                  </a:lnTo>
                  <a:lnTo>
                    <a:pt x="83767" y="15738"/>
                  </a:lnTo>
                  <a:lnTo>
                    <a:pt x="84508" y="16366"/>
                  </a:lnTo>
                  <a:lnTo>
                    <a:pt x="85481" y="17193"/>
                  </a:lnTo>
                  <a:lnTo>
                    <a:pt x="87752" y="19120"/>
                  </a:lnTo>
                  <a:lnTo>
                    <a:pt x="87997" y="19328"/>
                  </a:lnTo>
                  <a:lnTo>
                    <a:pt x="88681" y="19909"/>
                  </a:lnTo>
                  <a:lnTo>
                    <a:pt x="90484" y="21439"/>
                  </a:lnTo>
                  <a:lnTo>
                    <a:pt x="91029" y="22764"/>
                  </a:lnTo>
                  <a:lnTo>
                    <a:pt x="91057" y="22964"/>
                  </a:lnTo>
                  <a:lnTo>
                    <a:pt x="91194" y="23921"/>
                  </a:lnTo>
                  <a:lnTo>
                    <a:pt x="91248" y="24296"/>
                  </a:lnTo>
                  <a:lnTo>
                    <a:pt x="91292" y="24477"/>
                  </a:lnTo>
                  <a:lnTo>
                    <a:pt x="91409" y="24963"/>
                  </a:lnTo>
                  <a:lnTo>
                    <a:pt x="91471" y="25219"/>
                  </a:lnTo>
                  <a:lnTo>
                    <a:pt x="91797" y="26576"/>
                  </a:lnTo>
                  <a:lnTo>
                    <a:pt x="91886" y="26945"/>
                  </a:lnTo>
                  <a:lnTo>
                    <a:pt x="91421" y="28847"/>
                  </a:lnTo>
                  <a:lnTo>
                    <a:pt x="91153" y="29943"/>
                  </a:lnTo>
                  <a:lnTo>
                    <a:pt x="90488" y="30915"/>
                  </a:lnTo>
                  <a:lnTo>
                    <a:pt x="90148" y="31413"/>
                  </a:lnTo>
                  <a:lnTo>
                    <a:pt x="88283" y="34140"/>
                  </a:lnTo>
                  <a:lnTo>
                    <a:pt x="85691" y="37932"/>
                  </a:lnTo>
                  <a:lnTo>
                    <a:pt x="82675" y="42344"/>
                  </a:lnTo>
                  <a:lnTo>
                    <a:pt x="77310" y="50331"/>
                  </a:lnTo>
                  <a:lnTo>
                    <a:pt x="72921" y="56865"/>
                  </a:lnTo>
                  <a:lnTo>
                    <a:pt x="68925" y="62625"/>
                  </a:lnTo>
                  <a:lnTo>
                    <a:pt x="72282" y="63510"/>
                  </a:lnTo>
                  <a:lnTo>
                    <a:pt x="72743" y="63673"/>
                  </a:lnTo>
                  <a:lnTo>
                    <a:pt x="74082" y="643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g58"/>
            <p:cNvSpPr/>
            <p:nvPr/>
          </p:nvSpPr>
          <p:spPr>
            <a:xfrm>
              <a:off x="3030987" y="3600400"/>
              <a:ext cx="206088" cy="170295"/>
            </a:xfrm>
            <a:custGeom>
              <a:avLst/>
              <a:pathLst>
                <a:path w="206088" h="170295">
                  <a:moveTo>
                    <a:pt x="115070" y="36927"/>
                  </a:moveTo>
                  <a:lnTo>
                    <a:pt x="116097" y="40685"/>
                  </a:lnTo>
                  <a:lnTo>
                    <a:pt x="121111" y="39291"/>
                  </a:lnTo>
                  <a:lnTo>
                    <a:pt x="121203" y="39585"/>
                  </a:lnTo>
                  <a:lnTo>
                    <a:pt x="123118" y="45738"/>
                  </a:lnTo>
                  <a:lnTo>
                    <a:pt x="123433" y="45982"/>
                  </a:lnTo>
                  <a:lnTo>
                    <a:pt x="124104" y="46503"/>
                  </a:lnTo>
                  <a:lnTo>
                    <a:pt x="128677" y="50050"/>
                  </a:lnTo>
                  <a:lnTo>
                    <a:pt x="129337" y="50562"/>
                  </a:lnTo>
                  <a:lnTo>
                    <a:pt x="129083" y="50764"/>
                  </a:lnTo>
                  <a:lnTo>
                    <a:pt x="127552" y="51979"/>
                  </a:lnTo>
                  <a:lnTo>
                    <a:pt x="126107" y="53838"/>
                  </a:lnTo>
                  <a:lnTo>
                    <a:pt x="124372" y="56069"/>
                  </a:lnTo>
                  <a:lnTo>
                    <a:pt x="123686" y="56951"/>
                  </a:lnTo>
                  <a:lnTo>
                    <a:pt x="123324" y="57490"/>
                  </a:lnTo>
                  <a:lnTo>
                    <a:pt x="119867" y="62636"/>
                  </a:lnTo>
                  <a:lnTo>
                    <a:pt x="116075" y="68280"/>
                  </a:lnTo>
                  <a:lnTo>
                    <a:pt x="114738" y="70270"/>
                  </a:lnTo>
                  <a:lnTo>
                    <a:pt x="112901" y="73003"/>
                  </a:lnTo>
                  <a:lnTo>
                    <a:pt x="112225" y="74010"/>
                  </a:lnTo>
                  <a:lnTo>
                    <a:pt x="112128" y="74154"/>
                  </a:lnTo>
                  <a:lnTo>
                    <a:pt x="111694" y="74800"/>
                  </a:lnTo>
                  <a:lnTo>
                    <a:pt x="111920" y="74951"/>
                  </a:lnTo>
                  <a:lnTo>
                    <a:pt x="117223" y="78504"/>
                  </a:lnTo>
                  <a:lnTo>
                    <a:pt x="119207" y="79833"/>
                  </a:lnTo>
                  <a:lnTo>
                    <a:pt x="119909" y="80331"/>
                  </a:lnTo>
                  <a:lnTo>
                    <a:pt x="129878" y="87413"/>
                  </a:lnTo>
                  <a:lnTo>
                    <a:pt x="133551" y="90022"/>
                  </a:lnTo>
                  <a:lnTo>
                    <a:pt x="136032" y="91785"/>
                  </a:lnTo>
                  <a:lnTo>
                    <a:pt x="136350" y="92010"/>
                  </a:lnTo>
                  <a:lnTo>
                    <a:pt x="142687" y="96512"/>
                  </a:lnTo>
                  <a:lnTo>
                    <a:pt x="144783" y="98001"/>
                  </a:lnTo>
                  <a:lnTo>
                    <a:pt x="147785" y="100133"/>
                  </a:lnTo>
                  <a:lnTo>
                    <a:pt x="148784" y="100843"/>
                  </a:lnTo>
                  <a:lnTo>
                    <a:pt x="153294" y="104047"/>
                  </a:lnTo>
                  <a:lnTo>
                    <a:pt x="153858" y="104448"/>
                  </a:lnTo>
                  <a:lnTo>
                    <a:pt x="154965" y="105234"/>
                  </a:lnTo>
                  <a:lnTo>
                    <a:pt x="155098" y="105328"/>
                  </a:lnTo>
                  <a:lnTo>
                    <a:pt x="156408" y="106259"/>
                  </a:lnTo>
                  <a:lnTo>
                    <a:pt x="161750" y="110054"/>
                  </a:lnTo>
                  <a:lnTo>
                    <a:pt x="161879" y="110280"/>
                  </a:lnTo>
                  <a:lnTo>
                    <a:pt x="158255" y="114820"/>
                  </a:lnTo>
                  <a:lnTo>
                    <a:pt x="156377" y="117411"/>
                  </a:lnTo>
                  <a:lnTo>
                    <a:pt x="156601" y="117586"/>
                  </a:lnTo>
                  <a:lnTo>
                    <a:pt x="157662" y="118416"/>
                  </a:lnTo>
                  <a:lnTo>
                    <a:pt x="158357" y="118959"/>
                  </a:lnTo>
                  <a:lnTo>
                    <a:pt x="159180" y="119603"/>
                  </a:lnTo>
                  <a:lnTo>
                    <a:pt x="159927" y="120188"/>
                  </a:lnTo>
                  <a:lnTo>
                    <a:pt x="160750" y="120832"/>
                  </a:lnTo>
                  <a:lnTo>
                    <a:pt x="160973" y="120996"/>
                  </a:lnTo>
                  <a:lnTo>
                    <a:pt x="161414" y="121320"/>
                  </a:lnTo>
                  <a:lnTo>
                    <a:pt x="163467" y="122829"/>
                  </a:lnTo>
                  <a:lnTo>
                    <a:pt x="167292" y="125642"/>
                  </a:lnTo>
                  <a:lnTo>
                    <a:pt x="168637" y="126631"/>
                  </a:lnTo>
                  <a:lnTo>
                    <a:pt x="172555" y="129512"/>
                  </a:lnTo>
                  <a:lnTo>
                    <a:pt x="172684" y="129696"/>
                  </a:lnTo>
                  <a:lnTo>
                    <a:pt x="168684" y="134187"/>
                  </a:lnTo>
                  <a:lnTo>
                    <a:pt x="168500" y="134393"/>
                  </a:lnTo>
                  <a:lnTo>
                    <a:pt x="168206" y="134723"/>
                  </a:lnTo>
                  <a:lnTo>
                    <a:pt x="168043" y="134925"/>
                  </a:lnTo>
                  <a:lnTo>
                    <a:pt x="168672" y="135491"/>
                  </a:lnTo>
                  <a:lnTo>
                    <a:pt x="171933" y="138429"/>
                  </a:lnTo>
                  <a:lnTo>
                    <a:pt x="172477" y="138935"/>
                  </a:lnTo>
                  <a:lnTo>
                    <a:pt x="174591" y="140901"/>
                  </a:lnTo>
                  <a:lnTo>
                    <a:pt x="175354" y="140289"/>
                  </a:lnTo>
                  <a:lnTo>
                    <a:pt x="177704" y="138401"/>
                  </a:lnTo>
                  <a:lnTo>
                    <a:pt x="178320" y="137934"/>
                  </a:lnTo>
                  <a:lnTo>
                    <a:pt x="179352" y="137153"/>
                  </a:lnTo>
                  <a:lnTo>
                    <a:pt x="180008" y="136640"/>
                  </a:lnTo>
                  <a:lnTo>
                    <a:pt x="180340" y="134697"/>
                  </a:lnTo>
                  <a:lnTo>
                    <a:pt x="181323" y="132400"/>
                  </a:lnTo>
                  <a:lnTo>
                    <a:pt x="182763" y="130364"/>
                  </a:lnTo>
                  <a:lnTo>
                    <a:pt x="183657" y="129711"/>
                  </a:lnTo>
                  <a:lnTo>
                    <a:pt x="184975" y="128749"/>
                  </a:lnTo>
                  <a:lnTo>
                    <a:pt x="184551" y="129547"/>
                  </a:lnTo>
                  <a:lnTo>
                    <a:pt x="183849" y="130863"/>
                  </a:lnTo>
                  <a:lnTo>
                    <a:pt x="184271" y="133296"/>
                  </a:lnTo>
                  <a:lnTo>
                    <a:pt x="184519" y="134728"/>
                  </a:lnTo>
                  <a:lnTo>
                    <a:pt x="184674" y="135620"/>
                  </a:lnTo>
                  <a:lnTo>
                    <a:pt x="185540" y="137475"/>
                  </a:lnTo>
                  <a:lnTo>
                    <a:pt x="186497" y="138829"/>
                  </a:lnTo>
                  <a:lnTo>
                    <a:pt x="187247" y="139692"/>
                  </a:lnTo>
                  <a:lnTo>
                    <a:pt x="187737" y="140256"/>
                  </a:lnTo>
                  <a:lnTo>
                    <a:pt x="188251" y="140973"/>
                  </a:lnTo>
                  <a:lnTo>
                    <a:pt x="188758" y="141678"/>
                  </a:lnTo>
                  <a:lnTo>
                    <a:pt x="189033" y="142062"/>
                  </a:lnTo>
                  <a:lnTo>
                    <a:pt x="189953" y="143344"/>
                  </a:lnTo>
                  <a:lnTo>
                    <a:pt x="190604" y="144251"/>
                  </a:lnTo>
                  <a:lnTo>
                    <a:pt x="190876" y="144630"/>
                  </a:lnTo>
                  <a:lnTo>
                    <a:pt x="191165" y="144947"/>
                  </a:lnTo>
                  <a:lnTo>
                    <a:pt x="194850" y="148981"/>
                  </a:lnTo>
                  <a:lnTo>
                    <a:pt x="197535" y="151920"/>
                  </a:lnTo>
                  <a:lnTo>
                    <a:pt x="197809" y="152220"/>
                  </a:lnTo>
                  <a:lnTo>
                    <a:pt x="198058" y="152493"/>
                  </a:lnTo>
                  <a:lnTo>
                    <a:pt x="198575" y="153430"/>
                  </a:lnTo>
                  <a:lnTo>
                    <a:pt x="199824" y="155693"/>
                  </a:lnTo>
                  <a:lnTo>
                    <a:pt x="200834" y="157109"/>
                  </a:lnTo>
                  <a:lnTo>
                    <a:pt x="202416" y="159302"/>
                  </a:lnTo>
                  <a:lnTo>
                    <a:pt x="206088" y="163336"/>
                  </a:lnTo>
                  <a:lnTo>
                    <a:pt x="203168" y="166224"/>
                  </a:lnTo>
                  <a:lnTo>
                    <a:pt x="202167" y="167214"/>
                  </a:lnTo>
                  <a:lnTo>
                    <a:pt x="200775" y="168563"/>
                  </a:lnTo>
                  <a:lnTo>
                    <a:pt x="198311" y="170295"/>
                  </a:lnTo>
                  <a:lnTo>
                    <a:pt x="195966" y="168927"/>
                  </a:lnTo>
                  <a:lnTo>
                    <a:pt x="194908" y="168457"/>
                  </a:lnTo>
                  <a:lnTo>
                    <a:pt x="193494" y="168396"/>
                  </a:lnTo>
                  <a:lnTo>
                    <a:pt x="192022" y="169269"/>
                  </a:lnTo>
                  <a:lnTo>
                    <a:pt x="191050" y="170263"/>
                  </a:lnTo>
                  <a:lnTo>
                    <a:pt x="189362" y="170233"/>
                  </a:lnTo>
                  <a:lnTo>
                    <a:pt x="186727" y="167800"/>
                  </a:lnTo>
                  <a:lnTo>
                    <a:pt x="185559" y="166460"/>
                  </a:lnTo>
                  <a:lnTo>
                    <a:pt x="185328" y="166194"/>
                  </a:lnTo>
                  <a:lnTo>
                    <a:pt x="184174" y="164714"/>
                  </a:lnTo>
                  <a:lnTo>
                    <a:pt x="183831" y="164047"/>
                  </a:lnTo>
                  <a:lnTo>
                    <a:pt x="183965" y="162774"/>
                  </a:lnTo>
                  <a:lnTo>
                    <a:pt x="183532" y="162769"/>
                  </a:lnTo>
                  <a:lnTo>
                    <a:pt x="182280" y="162753"/>
                  </a:lnTo>
                  <a:lnTo>
                    <a:pt x="181392" y="162646"/>
                  </a:lnTo>
                  <a:lnTo>
                    <a:pt x="179706" y="162443"/>
                  </a:lnTo>
                  <a:lnTo>
                    <a:pt x="177193" y="162139"/>
                  </a:lnTo>
                  <a:lnTo>
                    <a:pt x="176420" y="162046"/>
                  </a:lnTo>
                  <a:lnTo>
                    <a:pt x="174667" y="161941"/>
                  </a:lnTo>
                  <a:lnTo>
                    <a:pt x="174110" y="161776"/>
                  </a:lnTo>
                  <a:lnTo>
                    <a:pt x="171406" y="160976"/>
                  </a:lnTo>
                  <a:lnTo>
                    <a:pt x="169175" y="160573"/>
                  </a:lnTo>
                  <a:lnTo>
                    <a:pt x="165955" y="159858"/>
                  </a:lnTo>
                  <a:lnTo>
                    <a:pt x="164931" y="159630"/>
                  </a:lnTo>
                  <a:lnTo>
                    <a:pt x="161863" y="159279"/>
                  </a:lnTo>
                  <a:lnTo>
                    <a:pt x="160743" y="159331"/>
                  </a:lnTo>
                  <a:lnTo>
                    <a:pt x="158619" y="159430"/>
                  </a:lnTo>
                  <a:lnTo>
                    <a:pt x="153516" y="159668"/>
                  </a:lnTo>
                  <a:lnTo>
                    <a:pt x="151808" y="159186"/>
                  </a:lnTo>
                  <a:lnTo>
                    <a:pt x="151770" y="157955"/>
                  </a:lnTo>
                  <a:lnTo>
                    <a:pt x="151358" y="155908"/>
                  </a:lnTo>
                  <a:lnTo>
                    <a:pt x="148333" y="150227"/>
                  </a:lnTo>
                  <a:lnTo>
                    <a:pt x="147321" y="150151"/>
                  </a:lnTo>
                  <a:lnTo>
                    <a:pt x="145302" y="150001"/>
                  </a:lnTo>
                  <a:lnTo>
                    <a:pt x="144032" y="149906"/>
                  </a:lnTo>
                  <a:lnTo>
                    <a:pt x="141917" y="149380"/>
                  </a:lnTo>
                  <a:lnTo>
                    <a:pt x="138199" y="147946"/>
                  </a:lnTo>
                  <a:lnTo>
                    <a:pt x="138063" y="147066"/>
                  </a:lnTo>
                  <a:lnTo>
                    <a:pt x="137581" y="144759"/>
                  </a:lnTo>
                  <a:lnTo>
                    <a:pt x="137192" y="143516"/>
                  </a:lnTo>
                  <a:lnTo>
                    <a:pt x="137051" y="143069"/>
                  </a:lnTo>
                  <a:lnTo>
                    <a:pt x="138506" y="140896"/>
                  </a:lnTo>
                  <a:lnTo>
                    <a:pt x="136525" y="136971"/>
                  </a:lnTo>
                  <a:lnTo>
                    <a:pt x="136423" y="136768"/>
                  </a:lnTo>
                  <a:lnTo>
                    <a:pt x="135532" y="135003"/>
                  </a:lnTo>
                  <a:lnTo>
                    <a:pt x="132413" y="135650"/>
                  </a:lnTo>
                  <a:lnTo>
                    <a:pt x="132056" y="135724"/>
                  </a:lnTo>
                  <a:lnTo>
                    <a:pt x="132206" y="136903"/>
                  </a:lnTo>
                  <a:lnTo>
                    <a:pt x="132263" y="137349"/>
                  </a:lnTo>
                  <a:lnTo>
                    <a:pt x="129890" y="137772"/>
                  </a:lnTo>
                  <a:lnTo>
                    <a:pt x="129840" y="137536"/>
                  </a:lnTo>
                  <a:lnTo>
                    <a:pt x="129630" y="136555"/>
                  </a:lnTo>
                  <a:lnTo>
                    <a:pt x="129016" y="133694"/>
                  </a:lnTo>
                  <a:lnTo>
                    <a:pt x="127826" y="128138"/>
                  </a:lnTo>
                  <a:lnTo>
                    <a:pt x="126981" y="128227"/>
                  </a:lnTo>
                  <a:lnTo>
                    <a:pt x="126466" y="128282"/>
                  </a:lnTo>
                  <a:lnTo>
                    <a:pt x="121190" y="128988"/>
                  </a:lnTo>
                  <a:lnTo>
                    <a:pt x="118207" y="129388"/>
                  </a:lnTo>
                  <a:lnTo>
                    <a:pt x="118016" y="129413"/>
                  </a:lnTo>
                  <a:lnTo>
                    <a:pt x="116058" y="129675"/>
                  </a:lnTo>
                  <a:lnTo>
                    <a:pt x="115568" y="130397"/>
                  </a:lnTo>
                  <a:lnTo>
                    <a:pt x="115184" y="130963"/>
                  </a:lnTo>
                  <a:lnTo>
                    <a:pt x="114757" y="131592"/>
                  </a:lnTo>
                  <a:lnTo>
                    <a:pt x="114178" y="132444"/>
                  </a:lnTo>
                  <a:lnTo>
                    <a:pt x="103294" y="124997"/>
                  </a:lnTo>
                  <a:lnTo>
                    <a:pt x="100580" y="123140"/>
                  </a:lnTo>
                  <a:lnTo>
                    <a:pt x="93459" y="118267"/>
                  </a:lnTo>
                  <a:lnTo>
                    <a:pt x="86090" y="113225"/>
                  </a:lnTo>
                  <a:lnTo>
                    <a:pt x="77862" y="107594"/>
                  </a:lnTo>
                  <a:lnTo>
                    <a:pt x="71658" y="103350"/>
                  </a:lnTo>
                  <a:lnTo>
                    <a:pt x="67924" y="100795"/>
                  </a:lnTo>
                  <a:lnTo>
                    <a:pt x="64842" y="98686"/>
                  </a:lnTo>
                  <a:lnTo>
                    <a:pt x="52834" y="90469"/>
                  </a:lnTo>
                  <a:lnTo>
                    <a:pt x="48781" y="87696"/>
                  </a:lnTo>
                  <a:lnTo>
                    <a:pt x="48210" y="87305"/>
                  </a:lnTo>
                  <a:lnTo>
                    <a:pt x="31951" y="76180"/>
                  </a:lnTo>
                  <a:lnTo>
                    <a:pt x="30742" y="75352"/>
                  </a:lnTo>
                  <a:lnTo>
                    <a:pt x="29806" y="74712"/>
                  </a:lnTo>
                  <a:lnTo>
                    <a:pt x="11068" y="61890"/>
                  </a:lnTo>
                  <a:lnTo>
                    <a:pt x="324" y="54539"/>
                  </a:lnTo>
                  <a:lnTo>
                    <a:pt x="0" y="54317"/>
                  </a:lnTo>
                  <a:lnTo>
                    <a:pt x="354" y="53758"/>
                  </a:lnTo>
                  <a:lnTo>
                    <a:pt x="499" y="53529"/>
                  </a:lnTo>
                  <a:lnTo>
                    <a:pt x="892" y="52946"/>
                  </a:lnTo>
                  <a:lnTo>
                    <a:pt x="1179" y="52521"/>
                  </a:lnTo>
                  <a:lnTo>
                    <a:pt x="3303" y="49372"/>
                  </a:lnTo>
                  <a:lnTo>
                    <a:pt x="4575" y="47486"/>
                  </a:lnTo>
                  <a:lnTo>
                    <a:pt x="4873" y="47044"/>
                  </a:lnTo>
                  <a:lnTo>
                    <a:pt x="4991" y="46869"/>
                  </a:lnTo>
                  <a:lnTo>
                    <a:pt x="5242" y="46497"/>
                  </a:lnTo>
                  <a:lnTo>
                    <a:pt x="5513" y="46095"/>
                  </a:lnTo>
                  <a:lnTo>
                    <a:pt x="5612" y="45949"/>
                  </a:lnTo>
                  <a:lnTo>
                    <a:pt x="6564" y="44536"/>
                  </a:lnTo>
                  <a:lnTo>
                    <a:pt x="7799" y="42705"/>
                  </a:lnTo>
                  <a:lnTo>
                    <a:pt x="13535" y="35917"/>
                  </a:lnTo>
                  <a:lnTo>
                    <a:pt x="14056" y="35307"/>
                  </a:lnTo>
                  <a:lnTo>
                    <a:pt x="15752" y="33468"/>
                  </a:lnTo>
                  <a:lnTo>
                    <a:pt x="17182" y="31917"/>
                  </a:lnTo>
                  <a:lnTo>
                    <a:pt x="19628" y="29264"/>
                  </a:lnTo>
                  <a:lnTo>
                    <a:pt x="23202" y="25962"/>
                  </a:lnTo>
                  <a:lnTo>
                    <a:pt x="24780" y="25149"/>
                  </a:lnTo>
                  <a:lnTo>
                    <a:pt x="28304" y="23331"/>
                  </a:lnTo>
                  <a:lnTo>
                    <a:pt x="32231" y="21602"/>
                  </a:lnTo>
                  <a:lnTo>
                    <a:pt x="36281" y="19819"/>
                  </a:lnTo>
                  <a:lnTo>
                    <a:pt x="40003" y="18412"/>
                  </a:lnTo>
                  <a:lnTo>
                    <a:pt x="40760" y="18126"/>
                  </a:lnTo>
                  <a:lnTo>
                    <a:pt x="42000" y="17748"/>
                  </a:lnTo>
                  <a:lnTo>
                    <a:pt x="44257" y="17060"/>
                  </a:lnTo>
                  <a:lnTo>
                    <a:pt x="54591" y="14294"/>
                  </a:lnTo>
                  <a:lnTo>
                    <a:pt x="55458" y="14062"/>
                  </a:lnTo>
                  <a:lnTo>
                    <a:pt x="56063" y="13900"/>
                  </a:lnTo>
                  <a:lnTo>
                    <a:pt x="58738" y="13184"/>
                  </a:lnTo>
                  <a:lnTo>
                    <a:pt x="71577" y="9463"/>
                  </a:lnTo>
                  <a:lnTo>
                    <a:pt x="73245" y="8980"/>
                  </a:lnTo>
                  <a:lnTo>
                    <a:pt x="74353" y="8658"/>
                  </a:lnTo>
                  <a:lnTo>
                    <a:pt x="75303" y="8383"/>
                  </a:lnTo>
                  <a:lnTo>
                    <a:pt x="75660" y="8280"/>
                  </a:lnTo>
                  <a:lnTo>
                    <a:pt x="77180" y="7854"/>
                  </a:lnTo>
                  <a:lnTo>
                    <a:pt x="100754" y="1248"/>
                  </a:lnTo>
                  <a:lnTo>
                    <a:pt x="104964" y="68"/>
                  </a:lnTo>
                  <a:lnTo>
                    <a:pt x="105210" y="0"/>
                  </a:lnTo>
                  <a:lnTo>
                    <a:pt x="108177" y="11079"/>
                  </a:lnTo>
                  <a:lnTo>
                    <a:pt x="108372" y="11807"/>
                  </a:lnTo>
                  <a:lnTo>
                    <a:pt x="108407" y="11939"/>
                  </a:lnTo>
                  <a:lnTo>
                    <a:pt x="108724" y="13123"/>
                  </a:lnTo>
                  <a:lnTo>
                    <a:pt x="110141" y="18414"/>
                  </a:lnTo>
                  <a:lnTo>
                    <a:pt x="110300" y="19005"/>
                  </a:lnTo>
                  <a:lnTo>
                    <a:pt x="112073" y="25628"/>
                  </a:lnTo>
                  <a:lnTo>
                    <a:pt x="112207" y="26128"/>
                  </a:lnTo>
                  <a:lnTo>
                    <a:pt x="112322" y="26556"/>
                  </a:lnTo>
                  <a:lnTo>
                    <a:pt x="114042" y="32979"/>
                  </a:lnTo>
                  <a:lnTo>
                    <a:pt x="114211" y="33609"/>
                  </a:lnTo>
                  <a:lnTo>
                    <a:pt x="114289" y="339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g59"/>
            <p:cNvSpPr/>
            <p:nvPr/>
          </p:nvSpPr>
          <p:spPr>
            <a:xfrm>
              <a:off x="3069780" y="3760302"/>
              <a:ext cx="210438" cy="160178"/>
            </a:xfrm>
            <a:custGeom>
              <a:avLst/>
              <a:pathLst>
                <a:path w="210438" h="160178">
                  <a:moveTo>
                    <a:pt x="206585" y="82594"/>
                  </a:moveTo>
                  <a:lnTo>
                    <a:pt x="206525" y="86918"/>
                  </a:lnTo>
                  <a:lnTo>
                    <a:pt x="207408" y="91132"/>
                  </a:lnTo>
                  <a:lnTo>
                    <a:pt x="208586" y="94293"/>
                  </a:lnTo>
                  <a:lnTo>
                    <a:pt x="209323" y="97303"/>
                  </a:lnTo>
                  <a:lnTo>
                    <a:pt x="209260" y="105348"/>
                  </a:lnTo>
                  <a:lnTo>
                    <a:pt x="208377" y="108258"/>
                  </a:lnTo>
                  <a:lnTo>
                    <a:pt x="207169" y="112301"/>
                  </a:lnTo>
                  <a:lnTo>
                    <a:pt x="207800" y="112672"/>
                  </a:lnTo>
                  <a:lnTo>
                    <a:pt x="210438" y="114228"/>
                  </a:lnTo>
                  <a:lnTo>
                    <a:pt x="210103" y="115086"/>
                  </a:lnTo>
                  <a:lnTo>
                    <a:pt x="207099" y="122733"/>
                  </a:lnTo>
                  <a:lnTo>
                    <a:pt x="203185" y="121596"/>
                  </a:lnTo>
                  <a:lnTo>
                    <a:pt x="202769" y="122567"/>
                  </a:lnTo>
                  <a:lnTo>
                    <a:pt x="201828" y="124582"/>
                  </a:lnTo>
                  <a:lnTo>
                    <a:pt x="201441" y="125410"/>
                  </a:lnTo>
                  <a:lnTo>
                    <a:pt x="205273" y="127369"/>
                  </a:lnTo>
                  <a:lnTo>
                    <a:pt x="204743" y="128452"/>
                  </a:lnTo>
                  <a:lnTo>
                    <a:pt x="200763" y="126863"/>
                  </a:lnTo>
                  <a:lnTo>
                    <a:pt x="199677" y="129190"/>
                  </a:lnTo>
                  <a:lnTo>
                    <a:pt x="199272" y="130396"/>
                  </a:lnTo>
                  <a:lnTo>
                    <a:pt x="200175" y="135564"/>
                  </a:lnTo>
                  <a:lnTo>
                    <a:pt x="203801" y="137363"/>
                  </a:lnTo>
                  <a:lnTo>
                    <a:pt x="203270" y="139230"/>
                  </a:lnTo>
                  <a:lnTo>
                    <a:pt x="196788" y="137813"/>
                  </a:lnTo>
                  <a:lnTo>
                    <a:pt x="195995" y="140178"/>
                  </a:lnTo>
                  <a:lnTo>
                    <a:pt x="192999" y="143399"/>
                  </a:lnTo>
                  <a:lnTo>
                    <a:pt x="195453" y="150925"/>
                  </a:lnTo>
                  <a:lnTo>
                    <a:pt x="188813" y="151173"/>
                  </a:lnTo>
                  <a:lnTo>
                    <a:pt x="190442" y="160178"/>
                  </a:lnTo>
                  <a:lnTo>
                    <a:pt x="179933" y="160101"/>
                  </a:lnTo>
                  <a:lnTo>
                    <a:pt x="177526" y="152463"/>
                  </a:lnTo>
                  <a:lnTo>
                    <a:pt x="176083" y="149192"/>
                  </a:lnTo>
                  <a:lnTo>
                    <a:pt x="164213" y="147777"/>
                  </a:lnTo>
                  <a:lnTo>
                    <a:pt x="151058" y="148580"/>
                  </a:lnTo>
                  <a:lnTo>
                    <a:pt x="138493" y="150587"/>
                  </a:lnTo>
                  <a:lnTo>
                    <a:pt x="133191" y="153397"/>
                  </a:lnTo>
                  <a:lnTo>
                    <a:pt x="128283" y="156006"/>
                  </a:lnTo>
                  <a:lnTo>
                    <a:pt x="128283" y="149985"/>
                  </a:lnTo>
                  <a:lnTo>
                    <a:pt x="119251" y="141756"/>
                  </a:lnTo>
                  <a:lnTo>
                    <a:pt x="113810" y="137809"/>
                  </a:lnTo>
                  <a:lnTo>
                    <a:pt x="101866" y="130900"/>
                  </a:lnTo>
                  <a:lnTo>
                    <a:pt x="101895" y="130734"/>
                  </a:lnTo>
                  <a:lnTo>
                    <a:pt x="102962" y="124746"/>
                  </a:lnTo>
                  <a:lnTo>
                    <a:pt x="103033" y="124350"/>
                  </a:lnTo>
                  <a:lnTo>
                    <a:pt x="102265" y="116828"/>
                  </a:lnTo>
                  <a:lnTo>
                    <a:pt x="102231" y="116496"/>
                  </a:lnTo>
                  <a:lnTo>
                    <a:pt x="103067" y="114433"/>
                  </a:lnTo>
                  <a:lnTo>
                    <a:pt x="108275" y="104627"/>
                  </a:lnTo>
                  <a:lnTo>
                    <a:pt x="108414" y="104366"/>
                  </a:lnTo>
                  <a:lnTo>
                    <a:pt x="107988" y="104045"/>
                  </a:lnTo>
                  <a:lnTo>
                    <a:pt x="103651" y="101013"/>
                  </a:lnTo>
                  <a:lnTo>
                    <a:pt x="100260" y="98544"/>
                  </a:lnTo>
                  <a:lnTo>
                    <a:pt x="99285" y="97835"/>
                  </a:lnTo>
                  <a:lnTo>
                    <a:pt x="97770" y="97294"/>
                  </a:lnTo>
                  <a:lnTo>
                    <a:pt x="93935" y="95928"/>
                  </a:lnTo>
                  <a:lnTo>
                    <a:pt x="92591" y="95643"/>
                  </a:lnTo>
                  <a:lnTo>
                    <a:pt x="88044" y="95369"/>
                  </a:lnTo>
                  <a:lnTo>
                    <a:pt x="87679" y="91840"/>
                  </a:lnTo>
                  <a:lnTo>
                    <a:pt x="87567" y="90762"/>
                  </a:lnTo>
                  <a:lnTo>
                    <a:pt x="86743" y="90370"/>
                  </a:lnTo>
                  <a:lnTo>
                    <a:pt x="85653" y="90130"/>
                  </a:lnTo>
                  <a:lnTo>
                    <a:pt x="84475" y="89798"/>
                  </a:lnTo>
                  <a:lnTo>
                    <a:pt x="83572" y="89395"/>
                  </a:lnTo>
                  <a:lnTo>
                    <a:pt x="83057" y="89094"/>
                  </a:lnTo>
                  <a:lnTo>
                    <a:pt x="78227" y="85633"/>
                  </a:lnTo>
                  <a:lnTo>
                    <a:pt x="77506" y="85162"/>
                  </a:lnTo>
                  <a:lnTo>
                    <a:pt x="76716" y="84646"/>
                  </a:lnTo>
                  <a:lnTo>
                    <a:pt x="73036" y="82154"/>
                  </a:lnTo>
                  <a:lnTo>
                    <a:pt x="69581" y="79769"/>
                  </a:lnTo>
                  <a:lnTo>
                    <a:pt x="66088" y="77377"/>
                  </a:lnTo>
                  <a:lnTo>
                    <a:pt x="64401" y="76226"/>
                  </a:lnTo>
                  <a:lnTo>
                    <a:pt x="60733" y="73708"/>
                  </a:lnTo>
                  <a:lnTo>
                    <a:pt x="59854" y="73089"/>
                  </a:lnTo>
                  <a:lnTo>
                    <a:pt x="54464" y="69299"/>
                  </a:lnTo>
                  <a:lnTo>
                    <a:pt x="56456" y="66405"/>
                  </a:lnTo>
                  <a:lnTo>
                    <a:pt x="58522" y="63402"/>
                  </a:lnTo>
                  <a:lnTo>
                    <a:pt x="58244" y="63213"/>
                  </a:lnTo>
                  <a:lnTo>
                    <a:pt x="58089" y="63109"/>
                  </a:lnTo>
                  <a:lnTo>
                    <a:pt x="55503" y="61358"/>
                  </a:lnTo>
                  <a:lnTo>
                    <a:pt x="54894" y="60945"/>
                  </a:lnTo>
                  <a:lnTo>
                    <a:pt x="53534" y="60024"/>
                  </a:lnTo>
                  <a:lnTo>
                    <a:pt x="30108" y="44087"/>
                  </a:lnTo>
                  <a:lnTo>
                    <a:pt x="30102" y="43758"/>
                  </a:lnTo>
                  <a:lnTo>
                    <a:pt x="29930" y="44035"/>
                  </a:lnTo>
                  <a:lnTo>
                    <a:pt x="28783" y="43258"/>
                  </a:lnTo>
                  <a:lnTo>
                    <a:pt x="19206" y="36611"/>
                  </a:lnTo>
                  <a:lnTo>
                    <a:pt x="18783" y="36317"/>
                  </a:lnTo>
                  <a:lnTo>
                    <a:pt x="14956" y="33660"/>
                  </a:lnTo>
                  <a:lnTo>
                    <a:pt x="13044" y="32334"/>
                  </a:lnTo>
                  <a:lnTo>
                    <a:pt x="4360" y="26306"/>
                  </a:lnTo>
                  <a:lnTo>
                    <a:pt x="464" y="23602"/>
                  </a:lnTo>
                  <a:lnTo>
                    <a:pt x="0" y="23279"/>
                  </a:lnTo>
                  <a:lnTo>
                    <a:pt x="476" y="22570"/>
                  </a:lnTo>
                  <a:lnTo>
                    <a:pt x="648" y="22313"/>
                  </a:lnTo>
                  <a:lnTo>
                    <a:pt x="3885" y="17491"/>
                  </a:lnTo>
                  <a:lnTo>
                    <a:pt x="4023" y="17285"/>
                  </a:lnTo>
                  <a:lnTo>
                    <a:pt x="8106" y="11204"/>
                  </a:lnTo>
                  <a:lnTo>
                    <a:pt x="11882" y="5580"/>
                  </a:lnTo>
                  <a:lnTo>
                    <a:pt x="12402" y="4805"/>
                  </a:lnTo>
                  <a:lnTo>
                    <a:pt x="13304" y="3602"/>
                  </a:lnTo>
                  <a:lnTo>
                    <a:pt x="15677" y="5239"/>
                  </a:lnTo>
                  <a:lnTo>
                    <a:pt x="27934" y="13692"/>
                  </a:lnTo>
                  <a:lnTo>
                    <a:pt x="30165" y="15230"/>
                  </a:lnTo>
                  <a:lnTo>
                    <a:pt x="39092" y="21387"/>
                  </a:lnTo>
                  <a:lnTo>
                    <a:pt x="41497" y="23046"/>
                  </a:lnTo>
                  <a:lnTo>
                    <a:pt x="42337" y="23625"/>
                  </a:lnTo>
                  <a:lnTo>
                    <a:pt x="44886" y="19880"/>
                  </a:lnTo>
                  <a:lnTo>
                    <a:pt x="47409" y="16173"/>
                  </a:lnTo>
                  <a:lnTo>
                    <a:pt x="51533" y="10115"/>
                  </a:lnTo>
                  <a:lnTo>
                    <a:pt x="55619" y="4112"/>
                  </a:lnTo>
                  <a:lnTo>
                    <a:pt x="58533" y="0"/>
                  </a:lnTo>
                  <a:lnTo>
                    <a:pt x="59469" y="679"/>
                  </a:lnTo>
                  <a:lnTo>
                    <a:pt x="63683" y="3742"/>
                  </a:lnTo>
                  <a:lnTo>
                    <a:pt x="64322" y="4206"/>
                  </a:lnTo>
                  <a:lnTo>
                    <a:pt x="64882" y="9408"/>
                  </a:lnTo>
                  <a:lnTo>
                    <a:pt x="65778" y="15607"/>
                  </a:lnTo>
                  <a:lnTo>
                    <a:pt x="66285" y="19120"/>
                  </a:lnTo>
                  <a:lnTo>
                    <a:pt x="66429" y="20117"/>
                  </a:lnTo>
                  <a:lnTo>
                    <a:pt x="70074" y="22634"/>
                  </a:lnTo>
                  <a:lnTo>
                    <a:pt x="75862" y="26631"/>
                  </a:lnTo>
                  <a:lnTo>
                    <a:pt x="81420" y="30470"/>
                  </a:lnTo>
                  <a:lnTo>
                    <a:pt x="86244" y="33801"/>
                  </a:lnTo>
                  <a:lnTo>
                    <a:pt x="86658" y="34072"/>
                  </a:lnTo>
                  <a:lnTo>
                    <a:pt x="87008" y="34302"/>
                  </a:lnTo>
                  <a:lnTo>
                    <a:pt x="87314" y="34501"/>
                  </a:lnTo>
                  <a:lnTo>
                    <a:pt x="92176" y="37684"/>
                  </a:lnTo>
                  <a:lnTo>
                    <a:pt x="92903" y="38139"/>
                  </a:lnTo>
                  <a:lnTo>
                    <a:pt x="93873" y="38748"/>
                  </a:lnTo>
                  <a:lnTo>
                    <a:pt x="97409" y="40964"/>
                  </a:lnTo>
                  <a:lnTo>
                    <a:pt x="98027" y="41376"/>
                  </a:lnTo>
                  <a:lnTo>
                    <a:pt x="98543" y="41750"/>
                  </a:lnTo>
                  <a:lnTo>
                    <a:pt x="98752" y="41902"/>
                  </a:lnTo>
                  <a:lnTo>
                    <a:pt x="99852" y="42700"/>
                  </a:lnTo>
                  <a:lnTo>
                    <a:pt x="100254" y="42992"/>
                  </a:lnTo>
                  <a:lnTo>
                    <a:pt x="102283" y="46234"/>
                  </a:lnTo>
                  <a:lnTo>
                    <a:pt x="102983" y="47609"/>
                  </a:lnTo>
                  <a:lnTo>
                    <a:pt x="103328" y="47296"/>
                  </a:lnTo>
                  <a:lnTo>
                    <a:pt x="104141" y="46558"/>
                  </a:lnTo>
                  <a:lnTo>
                    <a:pt x="108108" y="42901"/>
                  </a:lnTo>
                  <a:lnTo>
                    <a:pt x="108632" y="42973"/>
                  </a:lnTo>
                  <a:lnTo>
                    <a:pt x="111604" y="43380"/>
                  </a:lnTo>
                  <a:lnTo>
                    <a:pt x="113405" y="43627"/>
                  </a:lnTo>
                  <a:lnTo>
                    <a:pt x="116505" y="44052"/>
                  </a:lnTo>
                  <a:lnTo>
                    <a:pt x="116789" y="47551"/>
                  </a:lnTo>
                  <a:lnTo>
                    <a:pt x="117122" y="51668"/>
                  </a:lnTo>
                  <a:lnTo>
                    <a:pt x="116653" y="52491"/>
                  </a:lnTo>
                  <a:lnTo>
                    <a:pt x="116778" y="52802"/>
                  </a:lnTo>
                  <a:lnTo>
                    <a:pt x="117237" y="53944"/>
                  </a:lnTo>
                  <a:lnTo>
                    <a:pt x="117953" y="55742"/>
                  </a:lnTo>
                  <a:lnTo>
                    <a:pt x="119442" y="59985"/>
                  </a:lnTo>
                  <a:lnTo>
                    <a:pt x="119676" y="59836"/>
                  </a:lnTo>
                  <a:lnTo>
                    <a:pt x="120212" y="59463"/>
                  </a:lnTo>
                  <a:lnTo>
                    <a:pt x="120526" y="59245"/>
                  </a:lnTo>
                  <a:lnTo>
                    <a:pt x="121123" y="58830"/>
                  </a:lnTo>
                  <a:lnTo>
                    <a:pt x="122984" y="58611"/>
                  </a:lnTo>
                  <a:lnTo>
                    <a:pt x="127652" y="58061"/>
                  </a:lnTo>
                  <a:lnTo>
                    <a:pt x="129420" y="57426"/>
                  </a:lnTo>
                  <a:lnTo>
                    <a:pt x="131339" y="56736"/>
                  </a:lnTo>
                  <a:lnTo>
                    <a:pt x="133598" y="55885"/>
                  </a:lnTo>
                  <a:lnTo>
                    <a:pt x="137632" y="57032"/>
                  </a:lnTo>
                  <a:lnTo>
                    <a:pt x="137453" y="58617"/>
                  </a:lnTo>
                  <a:lnTo>
                    <a:pt x="137291" y="60206"/>
                  </a:lnTo>
                  <a:lnTo>
                    <a:pt x="137240" y="62891"/>
                  </a:lnTo>
                  <a:lnTo>
                    <a:pt x="141016" y="63183"/>
                  </a:lnTo>
                  <a:lnTo>
                    <a:pt x="144623" y="63664"/>
                  </a:lnTo>
                  <a:lnTo>
                    <a:pt x="144618" y="64479"/>
                  </a:lnTo>
                  <a:lnTo>
                    <a:pt x="146376" y="64440"/>
                  </a:lnTo>
                  <a:lnTo>
                    <a:pt x="147218" y="64422"/>
                  </a:lnTo>
                  <a:lnTo>
                    <a:pt x="153209" y="64292"/>
                  </a:lnTo>
                  <a:lnTo>
                    <a:pt x="153358" y="64288"/>
                  </a:lnTo>
                  <a:lnTo>
                    <a:pt x="154652" y="64248"/>
                  </a:lnTo>
                  <a:lnTo>
                    <a:pt x="156168" y="64200"/>
                  </a:lnTo>
                  <a:lnTo>
                    <a:pt x="157104" y="64185"/>
                  </a:lnTo>
                  <a:lnTo>
                    <a:pt x="160087" y="64091"/>
                  </a:lnTo>
                  <a:lnTo>
                    <a:pt x="163968" y="63970"/>
                  </a:lnTo>
                  <a:lnTo>
                    <a:pt x="165568" y="63920"/>
                  </a:lnTo>
                  <a:lnTo>
                    <a:pt x="167465" y="63860"/>
                  </a:lnTo>
                  <a:lnTo>
                    <a:pt x="166703" y="62842"/>
                  </a:lnTo>
                  <a:lnTo>
                    <a:pt x="166041" y="61637"/>
                  </a:lnTo>
                  <a:lnTo>
                    <a:pt x="165666" y="60637"/>
                  </a:lnTo>
                  <a:lnTo>
                    <a:pt x="165289" y="59621"/>
                  </a:lnTo>
                  <a:lnTo>
                    <a:pt x="164906" y="57108"/>
                  </a:lnTo>
                  <a:lnTo>
                    <a:pt x="166408" y="56129"/>
                  </a:lnTo>
                  <a:lnTo>
                    <a:pt x="166913" y="55299"/>
                  </a:lnTo>
                  <a:lnTo>
                    <a:pt x="167616" y="54142"/>
                  </a:lnTo>
                  <a:lnTo>
                    <a:pt x="167888" y="51920"/>
                  </a:lnTo>
                  <a:lnTo>
                    <a:pt x="168117" y="51095"/>
                  </a:lnTo>
                  <a:lnTo>
                    <a:pt x="168315" y="50384"/>
                  </a:lnTo>
                  <a:lnTo>
                    <a:pt x="170770" y="48157"/>
                  </a:lnTo>
                  <a:lnTo>
                    <a:pt x="173292" y="46429"/>
                  </a:lnTo>
                  <a:lnTo>
                    <a:pt x="174226" y="45789"/>
                  </a:lnTo>
                  <a:lnTo>
                    <a:pt x="179652" y="42996"/>
                  </a:lnTo>
                  <a:lnTo>
                    <a:pt x="179867" y="43319"/>
                  </a:lnTo>
                  <a:lnTo>
                    <a:pt x="183292" y="50922"/>
                  </a:lnTo>
                  <a:lnTo>
                    <a:pt x="182247" y="51598"/>
                  </a:lnTo>
                  <a:lnTo>
                    <a:pt x="181364" y="52551"/>
                  </a:lnTo>
                  <a:lnTo>
                    <a:pt x="181364" y="53805"/>
                  </a:lnTo>
                  <a:lnTo>
                    <a:pt x="181854" y="55762"/>
                  </a:lnTo>
                  <a:lnTo>
                    <a:pt x="182869" y="58214"/>
                  </a:lnTo>
                  <a:lnTo>
                    <a:pt x="183572" y="60629"/>
                  </a:lnTo>
                  <a:lnTo>
                    <a:pt x="183916" y="62134"/>
                  </a:lnTo>
                  <a:lnTo>
                    <a:pt x="184996" y="63288"/>
                  </a:lnTo>
                  <a:lnTo>
                    <a:pt x="186321" y="64091"/>
                  </a:lnTo>
                  <a:lnTo>
                    <a:pt x="188267" y="65530"/>
                  </a:lnTo>
                  <a:lnTo>
                    <a:pt x="188775" y="66900"/>
                  </a:lnTo>
                  <a:lnTo>
                    <a:pt x="188824" y="69610"/>
                  </a:lnTo>
                  <a:lnTo>
                    <a:pt x="188923" y="70964"/>
                  </a:lnTo>
                  <a:lnTo>
                    <a:pt x="189217" y="72118"/>
                  </a:lnTo>
                  <a:lnTo>
                    <a:pt x="190444" y="72520"/>
                  </a:lnTo>
                  <a:lnTo>
                    <a:pt x="192072" y="72520"/>
                  </a:lnTo>
                  <a:lnTo>
                    <a:pt x="193242" y="72520"/>
                  </a:lnTo>
                  <a:lnTo>
                    <a:pt x="195844" y="72720"/>
                  </a:lnTo>
                  <a:lnTo>
                    <a:pt x="201685" y="75380"/>
                  </a:lnTo>
                  <a:lnTo>
                    <a:pt x="202961" y="76684"/>
                  </a:lnTo>
                  <a:lnTo>
                    <a:pt x="205857" y="811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g60"/>
            <p:cNvSpPr/>
            <p:nvPr/>
          </p:nvSpPr>
          <p:spPr>
            <a:xfrm>
              <a:off x="2997514" y="3654787"/>
              <a:ext cx="147651" cy="129140"/>
            </a:xfrm>
            <a:custGeom>
              <a:avLst/>
              <a:pathLst>
                <a:path w="147651" h="129140">
                  <a:moveTo>
                    <a:pt x="117152" y="125395"/>
                  </a:moveTo>
                  <a:lnTo>
                    <a:pt x="114603" y="129140"/>
                  </a:lnTo>
                  <a:lnTo>
                    <a:pt x="113762" y="128560"/>
                  </a:lnTo>
                  <a:lnTo>
                    <a:pt x="111358" y="126902"/>
                  </a:lnTo>
                  <a:lnTo>
                    <a:pt x="102430" y="120745"/>
                  </a:lnTo>
                  <a:lnTo>
                    <a:pt x="100200" y="119207"/>
                  </a:lnTo>
                  <a:lnTo>
                    <a:pt x="87942" y="110754"/>
                  </a:lnTo>
                  <a:lnTo>
                    <a:pt x="85505" y="109073"/>
                  </a:lnTo>
                  <a:lnTo>
                    <a:pt x="85347" y="108961"/>
                  </a:lnTo>
                  <a:lnTo>
                    <a:pt x="84932" y="108668"/>
                  </a:lnTo>
                  <a:lnTo>
                    <a:pt x="82656" y="107057"/>
                  </a:lnTo>
                  <a:lnTo>
                    <a:pt x="78834" y="104353"/>
                  </a:lnTo>
                  <a:lnTo>
                    <a:pt x="68243" y="96860"/>
                  </a:lnTo>
                  <a:lnTo>
                    <a:pt x="68032" y="96710"/>
                  </a:lnTo>
                  <a:lnTo>
                    <a:pt x="67791" y="96541"/>
                  </a:lnTo>
                  <a:lnTo>
                    <a:pt x="67420" y="96288"/>
                  </a:lnTo>
                  <a:lnTo>
                    <a:pt x="65054" y="94679"/>
                  </a:lnTo>
                  <a:lnTo>
                    <a:pt x="64797" y="94504"/>
                  </a:lnTo>
                  <a:lnTo>
                    <a:pt x="64440" y="94261"/>
                  </a:lnTo>
                  <a:lnTo>
                    <a:pt x="64172" y="94079"/>
                  </a:lnTo>
                  <a:lnTo>
                    <a:pt x="63847" y="93858"/>
                  </a:lnTo>
                  <a:lnTo>
                    <a:pt x="58182" y="90005"/>
                  </a:lnTo>
                  <a:lnTo>
                    <a:pt x="48376" y="83335"/>
                  </a:lnTo>
                  <a:lnTo>
                    <a:pt x="47589" y="82800"/>
                  </a:lnTo>
                  <a:lnTo>
                    <a:pt x="32012" y="72205"/>
                  </a:lnTo>
                  <a:lnTo>
                    <a:pt x="31553" y="71892"/>
                  </a:lnTo>
                  <a:lnTo>
                    <a:pt x="31370" y="71768"/>
                  </a:lnTo>
                  <a:lnTo>
                    <a:pt x="29300" y="70360"/>
                  </a:lnTo>
                  <a:lnTo>
                    <a:pt x="28960" y="70129"/>
                  </a:lnTo>
                  <a:lnTo>
                    <a:pt x="28757" y="69991"/>
                  </a:lnTo>
                  <a:lnTo>
                    <a:pt x="24677" y="67215"/>
                  </a:lnTo>
                  <a:lnTo>
                    <a:pt x="13095" y="59338"/>
                  </a:lnTo>
                  <a:lnTo>
                    <a:pt x="12705" y="59073"/>
                  </a:lnTo>
                  <a:lnTo>
                    <a:pt x="6375" y="54767"/>
                  </a:lnTo>
                  <a:lnTo>
                    <a:pt x="4415" y="53434"/>
                  </a:lnTo>
                  <a:lnTo>
                    <a:pt x="0" y="50361"/>
                  </a:lnTo>
                  <a:lnTo>
                    <a:pt x="1158" y="48616"/>
                  </a:lnTo>
                  <a:lnTo>
                    <a:pt x="3878" y="44517"/>
                  </a:lnTo>
                  <a:lnTo>
                    <a:pt x="13074" y="30663"/>
                  </a:lnTo>
                  <a:lnTo>
                    <a:pt x="17778" y="23575"/>
                  </a:lnTo>
                  <a:lnTo>
                    <a:pt x="19765" y="20582"/>
                  </a:lnTo>
                  <a:lnTo>
                    <a:pt x="21219" y="18391"/>
                  </a:lnTo>
                  <a:lnTo>
                    <a:pt x="25392" y="12103"/>
                  </a:lnTo>
                  <a:lnTo>
                    <a:pt x="32948" y="719"/>
                  </a:lnTo>
                  <a:lnTo>
                    <a:pt x="33574" y="0"/>
                  </a:lnTo>
                  <a:lnTo>
                    <a:pt x="33796" y="151"/>
                  </a:lnTo>
                  <a:lnTo>
                    <a:pt x="44540" y="7503"/>
                  </a:lnTo>
                  <a:lnTo>
                    <a:pt x="63279" y="20325"/>
                  </a:lnTo>
                  <a:lnTo>
                    <a:pt x="64214" y="20965"/>
                  </a:lnTo>
                  <a:lnTo>
                    <a:pt x="65424" y="21793"/>
                  </a:lnTo>
                  <a:lnTo>
                    <a:pt x="81682" y="32918"/>
                  </a:lnTo>
                  <a:lnTo>
                    <a:pt x="82253" y="33308"/>
                  </a:lnTo>
                  <a:lnTo>
                    <a:pt x="86307" y="36082"/>
                  </a:lnTo>
                  <a:lnTo>
                    <a:pt x="98315" y="44299"/>
                  </a:lnTo>
                  <a:lnTo>
                    <a:pt x="101397" y="46407"/>
                  </a:lnTo>
                  <a:lnTo>
                    <a:pt x="105130" y="48962"/>
                  </a:lnTo>
                  <a:lnTo>
                    <a:pt x="111334" y="53207"/>
                  </a:lnTo>
                  <a:lnTo>
                    <a:pt x="119562" y="58837"/>
                  </a:lnTo>
                  <a:lnTo>
                    <a:pt x="126932" y="63880"/>
                  </a:lnTo>
                  <a:lnTo>
                    <a:pt x="134053" y="68753"/>
                  </a:lnTo>
                  <a:lnTo>
                    <a:pt x="136766" y="70609"/>
                  </a:lnTo>
                  <a:lnTo>
                    <a:pt x="147651" y="78057"/>
                  </a:lnTo>
                  <a:lnTo>
                    <a:pt x="146871" y="78976"/>
                  </a:lnTo>
                  <a:lnTo>
                    <a:pt x="146545" y="79360"/>
                  </a:lnTo>
                  <a:lnTo>
                    <a:pt x="143180" y="83324"/>
                  </a:lnTo>
                  <a:lnTo>
                    <a:pt x="142837" y="83868"/>
                  </a:lnTo>
                  <a:lnTo>
                    <a:pt x="142695" y="84094"/>
                  </a:lnTo>
                  <a:lnTo>
                    <a:pt x="141467" y="86039"/>
                  </a:lnTo>
                  <a:lnTo>
                    <a:pt x="140559" y="87478"/>
                  </a:lnTo>
                  <a:lnTo>
                    <a:pt x="138828" y="90737"/>
                  </a:lnTo>
                  <a:lnTo>
                    <a:pt x="138144" y="92024"/>
                  </a:lnTo>
                  <a:lnTo>
                    <a:pt x="136940" y="94421"/>
                  </a:lnTo>
                  <a:lnTo>
                    <a:pt x="136509" y="95280"/>
                  </a:lnTo>
                  <a:lnTo>
                    <a:pt x="135949" y="96514"/>
                  </a:lnTo>
                  <a:lnTo>
                    <a:pt x="135768" y="96990"/>
                  </a:lnTo>
                  <a:lnTo>
                    <a:pt x="135298" y="98221"/>
                  </a:lnTo>
                  <a:lnTo>
                    <a:pt x="134594" y="100066"/>
                  </a:lnTo>
                  <a:lnTo>
                    <a:pt x="132009" y="103749"/>
                  </a:lnTo>
                  <a:lnTo>
                    <a:pt x="130780" y="105501"/>
                  </a:lnTo>
                  <a:lnTo>
                    <a:pt x="127869" y="109650"/>
                  </a:lnTo>
                  <a:lnTo>
                    <a:pt x="123799" y="115630"/>
                  </a:lnTo>
                  <a:lnTo>
                    <a:pt x="119675" y="12168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g61"/>
            <p:cNvSpPr/>
            <p:nvPr/>
          </p:nvSpPr>
          <p:spPr>
            <a:xfrm>
              <a:off x="2863560" y="3648350"/>
              <a:ext cx="133922" cy="144044"/>
            </a:xfrm>
            <a:custGeom>
              <a:avLst/>
              <a:pathLst>
                <a:path w="133922" h="144044">
                  <a:moveTo>
                    <a:pt x="75027" y="143316"/>
                  </a:moveTo>
                  <a:lnTo>
                    <a:pt x="74530" y="144044"/>
                  </a:lnTo>
                  <a:lnTo>
                    <a:pt x="67551" y="139289"/>
                  </a:lnTo>
                  <a:lnTo>
                    <a:pt x="66289" y="138428"/>
                  </a:lnTo>
                  <a:lnTo>
                    <a:pt x="61688" y="135269"/>
                  </a:lnTo>
                  <a:lnTo>
                    <a:pt x="60409" y="134391"/>
                  </a:lnTo>
                  <a:lnTo>
                    <a:pt x="39378" y="120049"/>
                  </a:lnTo>
                  <a:lnTo>
                    <a:pt x="39568" y="119759"/>
                  </a:lnTo>
                  <a:lnTo>
                    <a:pt x="39839" y="119349"/>
                  </a:lnTo>
                  <a:lnTo>
                    <a:pt x="44166" y="112776"/>
                  </a:lnTo>
                  <a:lnTo>
                    <a:pt x="43467" y="112302"/>
                  </a:lnTo>
                  <a:lnTo>
                    <a:pt x="42399" y="111577"/>
                  </a:lnTo>
                  <a:lnTo>
                    <a:pt x="42097" y="111372"/>
                  </a:lnTo>
                  <a:lnTo>
                    <a:pt x="41898" y="111236"/>
                  </a:lnTo>
                  <a:lnTo>
                    <a:pt x="40590" y="110340"/>
                  </a:lnTo>
                  <a:lnTo>
                    <a:pt x="31994" y="104447"/>
                  </a:lnTo>
                  <a:lnTo>
                    <a:pt x="20413" y="96507"/>
                  </a:lnTo>
                  <a:lnTo>
                    <a:pt x="20066" y="96270"/>
                  </a:lnTo>
                  <a:lnTo>
                    <a:pt x="0" y="82513"/>
                  </a:lnTo>
                  <a:lnTo>
                    <a:pt x="8518" y="69229"/>
                  </a:lnTo>
                  <a:lnTo>
                    <a:pt x="10027" y="66877"/>
                  </a:lnTo>
                  <a:lnTo>
                    <a:pt x="11553" y="64498"/>
                  </a:lnTo>
                  <a:lnTo>
                    <a:pt x="11685" y="64313"/>
                  </a:lnTo>
                  <a:lnTo>
                    <a:pt x="12022" y="63844"/>
                  </a:lnTo>
                  <a:lnTo>
                    <a:pt x="12356" y="63379"/>
                  </a:lnTo>
                  <a:lnTo>
                    <a:pt x="15769" y="58621"/>
                  </a:lnTo>
                  <a:lnTo>
                    <a:pt x="16285" y="57958"/>
                  </a:lnTo>
                  <a:lnTo>
                    <a:pt x="16390" y="57752"/>
                  </a:lnTo>
                  <a:lnTo>
                    <a:pt x="16462" y="57612"/>
                  </a:lnTo>
                  <a:lnTo>
                    <a:pt x="17345" y="56453"/>
                  </a:lnTo>
                  <a:lnTo>
                    <a:pt x="18234" y="55606"/>
                  </a:lnTo>
                  <a:lnTo>
                    <a:pt x="18613" y="55079"/>
                  </a:lnTo>
                  <a:lnTo>
                    <a:pt x="18976" y="54576"/>
                  </a:lnTo>
                  <a:lnTo>
                    <a:pt x="19282" y="54388"/>
                  </a:lnTo>
                  <a:lnTo>
                    <a:pt x="21903" y="53211"/>
                  </a:lnTo>
                  <a:lnTo>
                    <a:pt x="22701" y="52453"/>
                  </a:lnTo>
                  <a:lnTo>
                    <a:pt x="23347" y="51845"/>
                  </a:lnTo>
                  <a:lnTo>
                    <a:pt x="23699" y="51562"/>
                  </a:lnTo>
                  <a:lnTo>
                    <a:pt x="24178" y="50965"/>
                  </a:lnTo>
                  <a:lnTo>
                    <a:pt x="24484" y="50584"/>
                  </a:lnTo>
                  <a:lnTo>
                    <a:pt x="25299" y="49412"/>
                  </a:lnTo>
                  <a:lnTo>
                    <a:pt x="26319" y="47944"/>
                  </a:lnTo>
                  <a:lnTo>
                    <a:pt x="26472" y="47724"/>
                  </a:lnTo>
                  <a:lnTo>
                    <a:pt x="28151" y="44821"/>
                  </a:lnTo>
                  <a:lnTo>
                    <a:pt x="30016" y="42032"/>
                  </a:lnTo>
                  <a:lnTo>
                    <a:pt x="30226" y="41692"/>
                  </a:lnTo>
                  <a:lnTo>
                    <a:pt x="31000" y="40442"/>
                  </a:lnTo>
                  <a:lnTo>
                    <a:pt x="31842" y="39081"/>
                  </a:lnTo>
                  <a:lnTo>
                    <a:pt x="32196" y="38576"/>
                  </a:lnTo>
                  <a:lnTo>
                    <a:pt x="34196" y="35717"/>
                  </a:lnTo>
                  <a:lnTo>
                    <a:pt x="27876" y="31181"/>
                  </a:lnTo>
                  <a:lnTo>
                    <a:pt x="32346" y="25116"/>
                  </a:lnTo>
                  <a:lnTo>
                    <a:pt x="32962" y="25010"/>
                  </a:lnTo>
                  <a:lnTo>
                    <a:pt x="33254" y="24959"/>
                  </a:lnTo>
                  <a:lnTo>
                    <a:pt x="36886" y="19659"/>
                  </a:lnTo>
                  <a:lnTo>
                    <a:pt x="37038" y="19438"/>
                  </a:lnTo>
                  <a:lnTo>
                    <a:pt x="37332" y="19009"/>
                  </a:lnTo>
                  <a:lnTo>
                    <a:pt x="41120" y="13482"/>
                  </a:lnTo>
                  <a:lnTo>
                    <a:pt x="45249" y="7457"/>
                  </a:lnTo>
                  <a:lnTo>
                    <a:pt x="48695" y="2428"/>
                  </a:lnTo>
                  <a:lnTo>
                    <a:pt x="50360" y="0"/>
                  </a:lnTo>
                  <a:lnTo>
                    <a:pt x="51838" y="1007"/>
                  </a:lnTo>
                  <a:lnTo>
                    <a:pt x="56419" y="4130"/>
                  </a:lnTo>
                  <a:lnTo>
                    <a:pt x="58467" y="5526"/>
                  </a:lnTo>
                  <a:lnTo>
                    <a:pt x="62162" y="8044"/>
                  </a:lnTo>
                  <a:lnTo>
                    <a:pt x="68049" y="12057"/>
                  </a:lnTo>
                  <a:lnTo>
                    <a:pt x="73972" y="16095"/>
                  </a:lnTo>
                  <a:lnTo>
                    <a:pt x="74258" y="16290"/>
                  </a:lnTo>
                  <a:lnTo>
                    <a:pt x="95992" y="31105"/>
                  </a:lnTo>
                  <a:lnTo>
                    <a:pt x="96170" y="31226"/>
                  </a:lnTo>
                  <a:lnTo>
                    <a:pt x="97496" y="32130"/>
                  </a:lnTo>
                  <a:lnTo>
                    <a:pt x="98343" y="32708"/>
                  </a:lnTo>
                  <a:lnTo>
                    <a:pt x="99240" y="33319"/>
                  </a:lnTo>
                  <a:lnTo>
                    <a:pt x="120570" y="47859"/>
                  </a:lnTo>
                  <a:lnTo>
                    <a:pt x="121082" y="48208"/>
                  </a:lnTo>
                  <a:lnTo>
                    <a:pt x="128641" y="53293"/>
                  </a:lnTo>
                  <a:lnTo>
                    <a:pt x="133922" y="56846"/>
                  </a:lnTo>
                  <a:lnTo>
                    <a:pt x="133778" y="57059"/>
                  </a:lnTo>
                  <a:lnTo>
                    <a:pt x="132674" y="58681"/>
                  </a:lnTo>
                  <a:lnTo>
                    <a:pt x="131859" y="59878"/>
                  </a:lnTo>
                  <a:lnTo>
                    <a:pt x="118814" y="79048"/>
                  </a:lnTo>
                  <a:lnTo>
                    <a:pt x="118265" y="79854"/>
                  </a:lnTo>
                  <a:lnTo>
                    <a:pt x="116610" y="82287"/>
                  </a:lnTo>
                  <a:lnTo>
                    <a:pt x="116344" y="82678"/>
                  </a:lnTo>
                  <a:lnTo>
                    <a:pt x="116172" y="82930"/>
                  </a:lnTo>
                  <a:lnTo>
                    <a:pt x="111367" y="89991"/>
                  </a:lnTo>
                  <a:lnTo>
                    <a:pt x="106911" y="96539"/>
                  </a:lnTo>
                  <a:lnTo>
                    <a:pt x="103907" y="100953"/>
                  </a:lnTo>
                  <a:lnTo>
                    <a:pt x="103528" y="101511"/>
                  </a:lnTo>
                  <a:lnTo>
                    <a:pt x="90273" y="120988"/>
                  </a:lnTo>
                  <a:lnTo>
                    <a:pt x="90166" y="121145"/>
                  </a:lnTo>
                  <a:lnTo>
                    <a:pt x="89155" y="122632"/>
                  </a:lnTo>
                  <a:lnTo>
                    <a:pt x="88858" y="1230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g62"/>
            <p:cNvSpPr/>
            <p:nvPr/>
          </p:nvSpPr>
          <p:spPr>
            <a:xfrm>
              <a:off x="2784520" y="3600297"/>
              <a:ext cx="129372" cy="136299"/>
            </a:xfrm>
            <a:custGeom>
              <a:avLst/>
              <a:pathLst>
                <a:path w="129372" h="136299">
                  <a:moveTo>
                    <a:pt x="87558" y="117283"/>
                  </a:moveTo>
                  <a:lnTo>
                    <a:pt x="79039" y="130567"/>
                  </a:lnTo>
                  <a:lnTo>
                    <a:pt x="78767" y="130426"/>
                  </a:lnTo>
                  <a:lnTo>
                    <a:pt x="77836" y="129941"/>
                  </a:lnTo>
                  <a:lnTo>
                    <a:pt x="77544" y="129752"/>
                  </a:lnTo>
                  <a:lnTo>
                    <a:pt x="76580" y="129125"/>
                  </a:lnTo>
                  <a:lnTo>
                    <a:pt x="75725" y="128467"/>
                  </a:lnTo>
                  <a:lnTo>
                    <a:pt x="75087" y="129497"/>
                  </a:lnTo>
                  <a:lnTo>
                    <a:pt x="72330" y="133953"/>
                  </a:lnTo>
                  <a:lnTo>
                    <a:pt x="70877" y="136299"/>
                  </a:lnTo>
                  <a:lnTo>
                    <a:pt x="70058" y="135816"/>
                  </a:lnTo>
                  <a:lnTo>
                    <a:pt x="69659" y="135581"/>
                  </a:lnTo>
                  <a:lnTo>
                    <a:pt x="69524" y="135489"/>
                  </a:lnTo>
                  <a:lnTo>
                    <a:pt x="67997" y="134447"/>
                  </a:lnTo>
                  <a:lnTo>
                    <a:pt x="60019" y="129006"/>
                  </a:lnTo>
                  <a:lnTo>
                    <a:pt x="55911" y="126204"/>
                  </a:lnTo>
                  <a:lnTo>
                    <a:pt x="54506" y="125246"/>
                  </a:lnTo>
                  <a:lnTo>
                    <a:pt x="54358" y="125145"/>
                  </a:lnTo>
                  <a:lnTo>
                    <a:pt x="48364" y="121056"/>
                  </a:lnTo>
                  <a:lnTo>
                    <a:pt x="48190" y="120938"/>
                  </a:lnTo>
                  <a:lnTo>
                    <a:pt x="47524" y="120484"/>
                  </a:lnTo>
                  <a:lnTo>
                    <a:pt x="46785" y="119975"/>
                  </a:lnTo>
                  <a:lnTo>
                    <a:pt x="43192" y="117499"/>
                  </a:lnTo>
                  <a:lnTo>
                    <a:pt x="42879" y="117283"/>
                  </a:lnTo>
                  <a:lnTo>
                    <a:pt x="33853" y="111063"/>
                  </a:lnTo>
                  <a:lnTo>
                    <a:pt x="33035" y="110500"/>
                  </a:lnTo>
                  <a:lnTo>
                    <a:pt x="32794" y="110334"/>
                  </a:lnTo>
                  <a:lnTo>
                    <a:pt x="26811" y="106211"/>
                  </a:lnTo>
                  <a:lnTo>
                    <a:pt x="26218" y="105802"/>
                  </a:lnTo>
                  <a:lnTo>
                    <a:pt x="25688" y="105486"/>
                  </a:lnTo>
                  <a:lnTo>
                    <a:pt x="25225" y="105211"/>
                  </a:lnTo>
                  <a:lnTo>
                    <a:pt x="24911" y="105023"/>
                  </a:lnTo>
                  <a:lnTo>
                    <a:pt x="24208" y="104604"/>
                  </a:lnTo>
                  <a:lnTo>
                    <a:pt x="21796" y="102966"/>
                  </a:lnTo>
                  <a:lnTo>
                    <a:pt x="21087" y="102485"/>
                  </a:lnTo>
                  <a:lnTo>
                    <a:pt x="20197" y="101881"/>
                  </a:lnTo>
                  <a:lnTo>
                    <a:pt x="17926" y="100340"/>
                  </a:lnTo>
                  <a:lnTo>
                    <a:pt x="11671" y="96093"/>
                  </a:lnTo>
                  <a:lnTo>
                    <a:pt x="11448" y="95942"/>
                  </a:lnTo>
                  <a:lnTo>
                    <a:pt x="6184" y="92368"/>
                  </a:lnTo>
                  <a:lnTo>
                    <a:pt x="1707" y="89329"/>
                  </a:lnTo>
                  <a:lnTo>
                    <a:pt x="1482" y="89176"/>
                  </a:lnTo>
                  <a:lnTo>
                    <a:pt x="0" y="87956"/>
                  </a:lnTo>
                  <a:lnTo>
                    <a:pt x="674" y="86966"/>
                  </a:lnTo>
                  <a:lnTo>
                    <a:pt x="2104" y="84867"/>
                  </a:lnTo>
                  <a:lnTo>
                    <a:pt x="2309" y="84566"/>
                  </a:lnTo>
                  <a:lnTo>
                    <a:pt x="3781" y="82405"/>
                  </a:lnTo>
                  <a:lnTo>
                    <a:pt x="5235" y="80271"/>
                  </a:lnTo>
                  <a:lnTo>
                    <a:pt x="5813" y="79449"/>
                  </a:lnTo>
                  <a:lnTo>
                    <a:pt x="7613" y="76890"/>
                  </a:lnTo>
                  <a:lnTo>
                    <a:pt x="8189" y="76071"/>
                  </a:lnTo>
                  <a:lnTo>
                    <a:pt x="9527" y="74169"/>
                  </a:lnTo>
                  <a:lnTo>
                    <a:pt x="10981" y="72102"/>
                  </a:lnTo>
                  <a:lnTo>
                    <a:pt x="13766" y="68142"/>
                  </a:lnTo>
                  <a:lnTo>
                    <a:pt x="14232" y="67427"/>
                  </a:lnTo>
                  <a:lnTo>
                    <a:pt x="16026" y="64673"/>
                  </a:lnTo>
                  <a:lnTo>
                    <a:pt x="17430" y="62516"/>
                  </a:lnTo>
                  <a:lnTo>
                    <a:pt x="17627" y="62214"/>
                  </a:lnTo>
                  <a:lnTo>
                    <a:pt x="18257" y="61271"/>
                  </a:lnTo>
                  <a:lnTo>
                    <a:pt x="18583" y="60784"/>
                  </a:lnTo>
                  <a:lnTo>
                    <a:pt x="18696" y="60614"/>
                  </a:lnTo>
                  <a:lnTo>
                    <a:pt x="21892" y="55834"/>
                  </a:lnTo>
                  <a:lnTo>
                    <a:pt x="25792" y="49999"/>
                  </a:lnTo>
                  <a:lnTo>
                    <a:pt x="28628" y="45908"/>
                  </a:lnTo>
                  <a:lnTo>
                    <a:pt x="28925" y="45480"/>
                  </a:lnTo>
                  <a:lnTo>
                    <a:pt x="29359" y="44855"/>
                  </a:lnTo>
                  <a:lnTo>
                    <a:pt x="29715" y="44340"/>
                  </a:lnTo>
                  <a:lnTo>
                    <a:pt x="29945" y="44009"/>
                  </a:lnTo>
                  <a:lnTo>
                    <a:pt x="30074" y="43812"/>
                  </a:lnTo>
                  <a:lnTo>
                    <a:pt x="30999" y="42401"/>
                  </a:lnTo>
                  <a:lnTo>
                    <a:pt x="31526" y="41596"/>
                  </a:lnTo>
                  <a:lnTo>
                    <a:pt x="32416" y="40239"/>
                  </a:lnTo>
                  <a:lnTo>
                    <a:pt x="33528" y="38542"/>
                  </a:lnTo>
                  <a:lnTo>
                    <a:pt x="33950" y="37898"/>
                  </a:lnTo>
                  <a:lnTo>
                    <a:pt x="34443" y="37174"/>
                  </a:lnTo>
                  <a:lnTo>
                    <a:pt x="35510" y="35609"/>
                  </a:lnTo>
                  <a:lnTo>
                    <a:pt x="36639" y="33953"/>
                  </a:lnTo>
                  <a:lnTo>
                    <a:pt x="37672" y="32437"/>
                  </a:lnTo>
                  <a:lnTo>
                    <a:pt x="38198" y="31665"/>
                  </a:lnTo>
                  <a:lnTo>
                    <a:pt x="44900" y="21183"/>
                  </a:lnTo>
                  <a:lnTo>
                    <a:pt x="45398" y="20404"/>
                  </a:lnTo>
                  <a:lnTo>
                    <a:pt x="46173" y="19193"/>
                  </a:lnTo>
                  <a:lnTo>
                    <a:pt x="47073" y="17785"/>
                  </a:lnTo>
                  <a:lnTo>
                    <a:pt x="47437" y="17215"/>
                  </a:lnTo>
                  <a:lnTo>
                    <a:pt x="47667" y="16855"/>
                  </a:lnTo>
                  <a:lnTo>
                    <a:pt x="47874" y="16559"/>
                  </a:lnTo>
                  <a:lnTo>
                    <a:pt x="48059" y="16294"/>
                  </a:lnTo>
                  <a:lnTo>
                    <a:pt x="50023" y="13483"/>
                  </a:lnTo>
                  <a:lnTo>
                    <a:pt x="51524" y="11334"/>
                  </a:lnTo>
                  <a:lnTo>
                    <a:pt x="52992" y="9232"/>
                  </a:lnTo>
                  <a:lnTo>
                    <a:pt x="53867" y="7979"/>
                  </a:lnTo>
                  <a:lnTo>
                    <a:pt x="55200" y="6072"/>
                  </a:lnTo>
                  <a:lnTo>
                    <a:pt x="57340" y="3008"/>
                  </a:lnTo>
                  <a:lnTo>
                    <a:pt x="57851" y="2277"/>
                  </a:lnTo>
                  <a:lnTo>
                    <a:pt x="59241" y="287"/>
                  </a:lnTo>
                  <a:lnTo>
                    <a:pt x="59442" y="0"/>
                  </a:lnTo>
                  <a:lnTo>
                    <a:pt x="61954" y="1680"/>
                  </a:lnTo>
                  <a:lnTo>
                    <a:pt x="62255" y="1882"/>
                  </a:lnTo>
                  <a:lnTo>
                    <a:pt x="65829" y="4273"/>
                  </a:lnTo>
                  <a:lnTo>
                    <a:pt x="68421" y="6006"/>
                  </a:lnTo>
                  <a:lnTo>
                    <a:pt x="70955" y="7702"/>
                  </a:lnTo>
                  <a:lnTo>
                    <a:pt x="80599" y="14154"/>
                  </a:lnTo>
                  <a:lnTo>
                    <a:pt x="80779" y="14274"/>
                  </a:lnTo>
                  <a:lnTo>
                    <a:pt x="81517" y="14768"/>
                  </a:lnTo>
                  <a:lnTo>
                    <a:pt x="81671" y="14871"/>
                  </a:lnTo>
                  <a:lnTo>
                    <a:pt x="81863" y="15003"/>
                  </a:lnTo>
                  <a:lnTo>
                    <a:pt x="82457" y="15412"/>
                  </a:lnTo>
                  <a:lnTo>
                    <a:pt x="83268" y="15971"/>
                  </a:lnTo>
                  <a:lnTo>
                    <a:pt x="84426" y="16769"/>
                  </a:lnTo>
                  <a:lnTo>
                    <a:pt x="85059" y="17204"/>
                  </a:lnTo>
                  <a:lnTo>
                    <a:pt x="86123" y="17937"/>
                  </a:lnTo>
                  <a:lnTo>
                    <a:pt x="98763" y="26642"/>
                  </a:lnTo>
                  <a:lnTo>
                    <a:pt x="101269" y="28368"/>
                  </a:lnTo>
                  <a:lnTo>
                    <a:pt x="106903" y="32248"/>
                  </a:lnTo>
                  <a:lnTo>
                    <a:pt x="107552" y="32695"/>
                  </a:lnTo>
                  <a:lnTo>
                    <a:pt x="107848" y="32904"/>
                  </a:lnTo>
                  <a:lnTo>
                    <a:pt x="108262" y="33196"/>
                  </a:lnTo>
                  <a:lnTo>
                    <a:pt x="109611" y="34148"/>
                  </a:lnTo>
                  <a:lnTo>
                    <a:pt x="113799" y="37103"/>
                  </a:lnTo>
                  <a:lnTo>
                    <a:pt x="115321" y="38177"/>
                  </a:lnTo>
                  <a:lnTo>
                    <a:pt x="120531" y="41854"/>
                  </a:lnTo>
                  <a:lnTo>
                    <a:pt x="122055" y="42929"/>
                  </a:lnTo>
                  <a:lnTo>
                    <a:pt x="124058" y="44343"/>
                  </a:lnTo>
                  <a:lnTo>
                    <a:pt x="125971" y="45693"/>
                  </a:lnTo>
                  <a:lnTo>
                    <a:pt x="128679" y="47604"/>
                  </a:lnTo>
                  <a:lnTo>
                    <a:pt x="129120" y="47915"/>
                  </a:lnTo>
                  <a:lnTo>
                    <a:pt x="129372" y="48093"/>
                  </a:lnTo>
                  <a:lnTo>
                    <a:pt x="127735" y="50482"/>
                  </a:lnTo>
                  <a:lnTo>
                    <a:pt x="124289" y="55510"/>
                  </a:lnTo>
                  <a:lnTo>
                    <a:pt x="120159" y="61536"/>
                  </a:lnTo>
                  <a:lnTo>
                    <a:pt x="116371" y="67063"/>
                  </a:lnTo>
                  <a:lnTo>
                    <a:pt x="116078" y="67492"/>
                  </a:lnTo>
                  <a:lnTo>
                    <a:pt x="115926" y="67713"/>
                  </a:lnTo>
                  <a:lnTo>
                    <a:pt x="112293" y="73013"/>
                  </a:lnTo>
                  <a:lnTo>
                    <a:pt x="112002" y="73064"/>
                  </a:lnTo>
                  <a:lnTo>
                    <a:pt x="111299" y="73287"/>
                  </a:lnTo>
                  <a:lnTo>
                    <a:pt x="106857" y="79314"/>
                  </a:lnTo>
                  <a:lnTo>
                    <a:pt x="113236" y="83771"/>
                  </a:lnTo>
                  <a:lnTo>
                    <a:pt x="111235" y="86630"/>
                  </a:lnTo>
                  <a:lnTo>
                    <a:pt x="110882" y="87135"/>
                  </a:lnTo>
                  <a:lnTo>
                    <a:pt x="110039" y="88496"/>
                  </a:lnTo>
                  <a:lnTo>
                    <a:pt x="109266" y="89746"/>
                  </a:lnTo>
                  <a:lnTo>
                    <a:pt x="109056" y="90086"/>
                  </a:lnTo>
                  <a:lnTo>
                    <a:pt x="107148" y="92948"/>
                  </a:lnTo>
                  <a:lnTo>
                    <a:pt x="105512" y="95778"/>
                  </a:lnTo>
                  <a:lnTo>
                    <a:pt x="105359" y="95998"/>
                  </a:lnTo>
                  <a:lnTo>
                    <a:pt x="104338" y="97466"/>
                  </a:lnTo>
                  <a:lnTo>
                    <a:pt x="103524" y="98637"/>
                  </a:lnTo>
                  <a:lnTo>
                    <a:pt x="103218" y="99018"/>
                  </a:lnTo>
                  <a:lnTo>
                    <a:pt x="102738" y="99616"/>
                  </a:lnTo>
                  <a:lnTo>
                    <a:pt x="102341" y="99936"/>
                  </a:lnTo>
                  <a:lnTo>
                    <a:pt x="101646" y="100597"/>
                  </a:lnTo>
                  <a:lnTo>
                    <a:pt x="100942" y="101265"/>
                  </a:lnTo>
                  <a:lnTo>
                    <a:pt x="98316" y="102444"/>
                  </a:lnTo>
                  <a:lnTo>
                    <a:pt x="98015" y="102629"/>
                  </a:lnTo>
                  <a:lnTo>
                    <a:pt x="97653" y="103133"/>
                  </a:lnTo>
                  <a:lnTo>
                    <a:pt x="97274" y="103659"/>
                  </a:lnTo>
                  <a:lnTo>
                    <a:pt x="96385" y="104507"/>
                  </a:lnTo>
                  <a:lnTo>
                    <a:pt x="95501" y="105666"/>
                  </a:lnTo>
                  <a:lnTo>
                    <a:pt x="95430" y="105806"/>
                  </a:lnTo>
                  <a:lnTo>
                    <a:pt x="95324" y="106012"/>
                  </a:lnTo>
                  <a:lnTo>
                    <a:pt x="94809" y="106675"/>
                  </a:lnTo>
                  <a:lnTo>
                    <a:pt x="91395" y="111433"/>
                  </a:lnTo>
                  <a:lnTo>
                    <a:pt x="91062" y="111898"/>
                  </a:lnTo>
                  <a:lnTo>
                    <a:pt x="90725" y="112367"/>
                  </a:lnTo>
                  <a:lnTo>
                    <a:pt x="90592" y="112552"/>
                  </a:lnTo>
                  <a:lnTo>
                    <a:pt x="89067" y="1149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g63"/>
            <p:cNvSpPr/>
            <p:nvPr/>
          </p:nvSpPr>
          <p:spPr>
            <a:xfrm>
              <a:off x="2679447" y="3484227"/>
              <a:ext cx="174231" cy="153968"/>
            </a:xfrm>
            <a:custGeom>
              <a:avLst/>
              <a:pathLst>
                <a:path w="174231" h="153968">
                  <a:moveTo>
                    <a:pt x="75434" y="20896"/>
                  </a:moveTo>
                  <a:lnTo>
                    <a:pt x="82551" y="21347"/>
                  </a:lnTo>
                  <a:lnTo>
                    <a:pt x="84445" y="19797"/>
                  </a:lnTo>
                  <a:lnTo>
                    <a:pt x="89626" y="20008"/>
                  </a:lnTo>
                  <a:lnTo>
                    <a:pt x="103885" y="21530"/>
                  </a:lnTo>
                  <a:lnTo>
                    <a:pt x="102672" y="26839"/>
                  </a:lnTo>
                  <a:lnTo>
                    <a:pt x="106252" y="27642"/>
                  </a:lnTo>
                  <a:lnTo>
                    <a:pt x="106918" y="27827"/>
                  </a:lnTo>
                  <a:lnTo>
                    <a:pt x="113386" y="29626"/>
                  </a:lnTo>
                  <a:lnTo>
                    <a:pt x="113823" y="29748"/>
                  </a:lnTo>
                  <a:lnTo>
                    <a:pt x="118897" y="31985"/>
                  </a:lnTo>
                  <a:lnTo>
                    <a:pt x="118925" y="34566"/>
                  </a:lnTo>
                  <a:lnTo>
                    <a:pt x="125775" y="35191"/>
                  </a:lnTo>
                  <a:lnTo>
                    <a:pt x="126067" y="35722"/>
                  </a:lnTo>
                  <a:lnTo>
                    <a:pt x="126215" y="36976"/>
                  </a:lnTo>
                  <a:lnTo>
                    <a:pt x="127687" y="39585"/>
                  </a:lnTo>
                  <a:lnTo>
                    <a:pt x="129957" y="42196"/>
                  </a:lnTo>
                  <a:lnTo>
                    <a:pt x="130202" y="42860"/>
                  </a:lnTo>
                  <a:lnTo>
                    <a:pt x="130299" y="43124"/>
                  </a:lnTo>
                  <a:lnTo>
                    <a:pt x="132043" y="47844"/>
                  </a:lnTo>
                  <a:lnTo>
                    <a:pt x="134450" y="49721"/>
                  </a:lnTo>
                  <a:lnTo>
                    <a:pt x="136370" y="51638"/>
                  </a:lnTo>
                  <a:lnTo>
                    <a:pt x="137933" y="52660"/>
                  </a:lnTo>
                  <a:lnTo>
                    <a:pt x="138535" y="53855"/>
                  </a:lnTo>
                  <a:lnTo>
                    <a:pt x="140002" y="56763"/>
                  </a:lnTo>
                  <a:lnTo>
                    <a:pt x="140055" y="58820"/>
                  </a:lnTo>
                  <a:lnTo>
                    <a:pt x="140071" y="59420"/>
                  </a:lnTo>
                  <a:lnTo>
                    <a:pt x="139634" y="61090"/>
                  </a:lnTo>
                  <a:lnTo>
                    <a:pt x="139229" y="62637"/>
                  </a:lnTo>
                  <a:lnTo>
                    <a:pt x="139130" y="63015"/>
                  </a:lnTo>
                  <a:lnTo>
                    <a:pt x="140734" y="64507"/>
                  </a:lnTo>
                  <a:lnTo>
                    <a:pt x="141285" y="65020"/>
                  </a:lnTo>
                  <a:lnTo>
                    <a:pt x="141685" y="65392"/>
                  </a:lnTo>
                  <a:lnTo>
                    <a:pt x="142135" y="65811"/>
                  </a:lnTo>
                  <a:lnTo>
                    <a:pt x="142621" y="66263"/>
                  </a:lnTo>
                  <a:lnTo>
                    <a:pt x="142943" y="66562"/>
                  </a:lnTo>
                  <a:lnTo>
                    <a:pt x="143105" y="66713"/>
                  </a:lnTo>
                  <a:lnTo>
                    <a:pt x="143591" y="67869"/>
                  </a:lnTo>
                  <a:lnTo>
                    <a:pt x="143821" y="68413"/>
                  </a:lnTo>
                  <a:lnTo>
                    <a:pt x="143878" y="68550"/>
                  </a:lnTo>
                  <a:lnTo>
                    <a:pt x="144510" y="70049"/>
                  </a:lnTo>
                  <a:lnTo>
                    <a:pt x="144902" y="70980"/>
                  </a:lnTo>
                  <a:lnTo>
                    <a:pt x="145275" y="71889"/>
                  </a:lnTo>
                  <a:lnTo>
                    <a:pt x="145674" y="73066"/>
                  </a:lnTo>
                  <a:lnTo>
                    <a:pt x="145768" y="73344"/>
                  </a:lnTo>
                  <a:lnTo>
                    <a:pt x="146147" y="74463"/>
                  </a:lnTo>
                  <a:lnTo>
                    <a:pt x="146285" y="74869"/>
                  </a:lnTo>
                  <a:lnTo>
                    <a:pt x="146449" y="75355"/>
                  </a:lnTo>
                  <a:lnTo>
                    <a:pt x="146615" y="75844"/>
                  </a:lnTo>
                  <a:lnTo>
                    <a:pt x="146888" y="76650"/>
                  </a:lnTo>
                  <a:lnTo>
                    <a:pt x="155926" y="76204"/>
                  </a:lnTo>
                  <a:lnTo>
                    <a:pt x="155980" y="77057"/>
                  </a:lnTo>
                  <a:lnTo>
                    <a:pt x="159597" y="77197"/>
                  </a:lnTo>
                  <a:lnTo>
                    <a:pt x="158873" y="70740"/>
                  </a:lnTo>
                  <a:lnTo>
                    <a:pt x="158830" y="70356"/>
                  </a:lnTo>
                  <a:lnTo>
                    <a:pt x="158750" y="69761"/>
                  </a:lnTo>
                  <a:lnTo>
                    <a:pt x="158683" y="69257"/>
                  </a:lnTo>
                  <a:lnTo>
                    <a:pt x="158460" y="67590"/>
                  </a:lnTo>
                  <a:lnTo>
                    <a:pt x="166276" y="67996"/>
                  </a:lnTo>
                  <a:lnTo>
                    <a:pt x="166265" y="68167"/>
                  </a:lnTo>
                  <a:lnTo>
                    <a:pt x="166210" y="68958"/>
                  </a:lnTo>
                  <a:lnTo>
                    <a:pt x="166189" y="69257"/>
                  </a:lnTo>
                  <a:lnTo>
                    <a:pt x="166011" y="71849"/>
                  </a:lnTo>
                  <a:lnTo>
                    <a:pt x="165975" y="72365"/>
                  </a:lnTo>
                  <a:lnTo>
                    <a:pt x="165946" y="72788"/>
                  </a:lnTo>
                  <a:lnTo>
                    <a:pt x="165885" y="73668"/>
                  </a:lnTo>
                  <a:lnTo>
                    <a:pt x="165859" y="74044"/>
                  </a:lnTo>
                  <a:lnTo>
                    <a:pt x="165849" y="74201"/>
                  </a:lnTo>
                  <a:lnTo>
                    <a:pt x="165801" y="74886"/>
                  </a:lnTo>
                  <a:lnTo>
                    <a:pt x="165686" y="76563"/>
                  </a:lnTo>
                  <a:lnTo>
                    <a:pt x="165616" y="77580"/>
                  </a:lnTo>
                  <a:lnTo>
                    <a:pt x="165600" y="77807"/>
                  </a:lnTo>
                  <a:lnTo>
                    <a:pt x="165565" y="78312"/>
                  </a:lnTo>
                  <a:lnTo>
                    <a:pt x="174231" y="78892"/>
                  </a:lnTo>
                  <a:lnTo>
                    <a:pt x="174082" y="81688"/>
                  </a:lnTo>
                  <a:lnTo>
                    <a:pt x="173966" y="83848"/>
                  </a:lnTo>
                  <a:lnTo>
                    <a:pt x="173926" y="84612"/>
                  </a:lnTo>
                  <a:lnTo>
                    <a:pt x="173904" y="85018"/>
                  </a:lnTo>
                  <a:lnTo>
                    <a:pt x="173893" y="85231"/>
                  </a:lnTo>
                  <a:lnTo>
                    <a:pt x="173786" y="87219"/>
                  </a:lnTo>
                  <a:lnTo>
                    <a:pt x="173777" y="87398"/>
                  </a:lnTo>
                  <a:lnTo>
                    <a:pt x="173644" y="89892"/>
                  </a:lnTo>
                  <a:lnTo>
                    <a:pt x="173611" y="90406"/>
                  </a:lnTo>
                  <a:lnTo>
                    <a:pt x="173599" y="90589"/>
                  </a:lnTo>
                  <a:lnTo>
                    <a:pt x="173568" y="91070"/>
                  </a:lnTo>
                  <a:lnTo>
                    <a:pt x="173556" y="91251"/>
                  </a:lnTo>
                  <a:lnTo>
                    <a:pt x="173501" y="92108"/>
                  </a:lnTo>
                  <a:lnTo>
                    <a:pt x="173455" y="92827"/>
                  </a:lnTo>
                  <a:lnTo>
                    <a:pt x="173432" y="93194"/>
                  </a:lnTo>
                  <a:lnTo>
                    <a:pt x="172894" y="101474"/>
                  </a:lnTo>
                  <a:lnTo>
                    <a:pt x="172831" y="101826"/>
                  </a:lnTo>
                  <a:lnTo>
                    <a:pt x="172759" y="102232"/>
                  </a:lnTo>
                  <a:lnTo>
                    <a:pt x="172694" y="102591"/>
                  </a:lnTo>
                  <a:lnTo>
                    <a:pt x="172532" y="103500"/>
                  </a:lnTo>
                  <a:lnTo>
                    <a:pt x="172453" y="103687"/>
                  </a:lnTo>
                  <a:lnTo>
                    <a:pt x="172019" y="104723"/>
                  </a:lnTo>
                  <a:lnTo>
                    <a:pt x="171896" y="105016"/>
                  </a:lnTo>
                  <a:lnTo>
                    <a:pt x="171727" y="105421"/>
                  </a:lnTo>
                  <a:lnTo>
                    <a:pt x="171643" y="105621"/>
                  </a:lnTo>
                  <a:lnTo>
                    <a:pt x="171452" y="106076"/>
                  </a:lnTo>
                  <a:lnTo>
                    <a:pt x="171132" y="106536"/>
                  </a:lnTo>
                  <a:lnTo>
                    <a:pt x="170522" y="107413"/>
                  </a:lnTo>
                  <a:lnTo>
                    <a:pt x="170314" y="107711"/>
                  </a:lnTo>
                  <a:lnTo>
                    <a:pt x="165150" y="115154"/>
                  </a:lnTo>
                  <a:lnTo>
                    <a:pt x="164515" y="116069"/>
                  </a:lnTo>
                  <a:lnTo>
                    <a:pt x="164314" y="116357"/>
                  </a:lnTo>
                  <a:lnTo>
                    <a:pt x="162924" y="118347"/>
                  </a:lnTo>
                  <a:lnTo>
                    <a:pt x="162413" y="119078"/>
                  </a:lnTo>
                  <a:lnTo>
                    <a:pt x="160273" y="122142"/>
                  </a:lnTo>
                  <a:lnTo>
                    <a:pt x="158941" y="124049"/>
                  </a:lnTo>
                  <a:lnTo>
                    <a:pt x="158066" y="125302"/>
                  </a:lnTo>
                  <a:lnTo>
                    <a:pt x="156597" y="127404"/>
                  </a:lnTo>
                  <a:lnTo>
                    <a:pt x="155096" y="129553"/>
                  </a:lnTo>
                  <a:lnTo>
                    <a:pt x="153133" y="132364"/>
                  </a:lnTo>
                  <a:lnTo>
                    <a:pt x="152947" y="132629"/>
                  </a:lnTo>
                  <a:lnTo>
                    <a:pt x="152740" y="132925"/>
                  </a:lnTo>
                  <a:lnTo>
                    <a:pt x="152510" y="133285"/>
                  </a:lnTo>
                  <a:lnTo>
                    <a:pt x="152146" y="133855"/>
                  </a:lnTo>
                  <a:lnTo>
                    <a:pt x="151246" y="135263"/>
                  </a:lnTo>
                  <a:lnTo>
                    <a:pt x="150446" y="136514"/>
                  </a:lnTo>
                  <a:lnTo>
                    <a:pt x="149973" y="137253"/>
                  </a:lnTo>
                  <a:lnTo>
                    <a:pt x="143271" y="147735"/>
                  </a:lnTo>
                  <a:lnTo>
                    <a:pt x="142745" y="148507"/>
                  </a:lnTo>
                  <a:lnTo>
                    <a:pt x="141712" y="150023"/>
                  </a:lnTo>
                  <a:lnTo>
                    <a:pt x="140583" y="151679"/>
                  </a:lnTo>
                  <a:lnTo>
                    <a:pt x="139517" y="153244"/>
                  </a:lnTo>
                  <a:lnTo>
                    <a:pt x="139023" y="153968"/>
                  </a:lnTo>
                  <a:lnTo>
                    <a:pt x="138457" y="153562"/>
                  </a:lnTo>
                  <a:lnTo>
                    <a:pt x="138134" y="153330"/>
                  </a:lnTo>
                  <a:lnTo>
                    <a:pt x="133719" y="150167"/>
                  </a:lnTo>
                  <a:lnTo>
                    <a:pt x="131576" y="148631"/>
                  </a:lnTo>
                  <a:lnTo>
                    <a:pt x="131102" y="148291"/>
                  </a:lnTo>
                  <a:lnTo>
                    <a:pt x="128408" y="146561"/>
                  </a:lnTo>
                  <a:lnTo>
                    <a:pt x="126546" y="145365"/>
                  </a:lnTo>
                  <a:lnTo>
                    <a:pt x="125748" y="144852"/>
                  </a:lnTo>
                  <a:lnTo>
                    <a:pt x="124676" y="146561"/>
                  </a:lnTo>
                  <a:lnTo>
                    <a:pt x="124155" y="147391"/>
                  </a:lnTo>
                  <a:lnTo>
                    <a:pt x="122663" y="149770"/>
                  </a:lnTo>
                  <a:lnTo>
                    <a:pt x="122348" y="150272"/>
                  </a:lnTo>
                  <a:lnTo>
                    <a:pt x="121734" y="151252"/>
                  </a:lnTo>
                  <a:lnTo>
                    <a:pt x="117135" y="148159"/>
                  </a:lnTo>
                  <a:lnTo>
                    <a:pt x="113533" y="145737"/>
                  </a:lnTo>
                  <a:lnTo>
                    <a:pt x="111391" y="144297"/>
                  </a:lnTo>
                  <a:lnTo>
                    <a:pt x="109610" y="143099"/>
                  </a:lnTo>
                  <a:lnTo>
                    <a:pt x="105202" y="139607"/>
                  </a:lnTo>
                  <a:lnTo>
                    <a:pt x="103651" y="138530"/>
                  </a:lnTo>
                  <a:lnTo>
                    <a:pt x="103257" y="138256"/>
                  </a:lnTo>
                  <a:lnTo>
                    <a:pt x="100274" y="136185"/>
                  </a:lnTo>
                  <a:lnTo>
                    <a:pt x="97859" y="134178"/>
                  </a:lnTo>
                  <a:lnTo>
                    <a:pt x="96835" y="134068"/>
                  </a:lnTo>
                  <a:lnTo>
                    <a:pt x="96223" y="133891"/>
                  </a:lnTo>
                  <a:lnTo>
                    <a:pt x="95259" y="133612"/>
                  </a:lnTo>
                  <a:lnTo>
                    <a:pt x="92615" y="136886"/>
                  </a:lnTo>
                  <a:lnTo>
                    <a:pt x="91168" y="138678"/>
                  </a:lnTo>
                  <a:lnTo>
                    <a:pt x="90613" y="139365"/>
                  </a:lnTo>
                  <a:lnTo>
                    <a:pt x="90459" y="139559"/>
                  </a:lnTo>
                  <a:lnTo>
                    <a:pt x="90124" y="139916"/>
                  </a:lnTo>
                  <a:lnTo>
                    <a:pt x="89477" y="140606"/>
                  </a:lnTo>
                  <a:lnTo>
                    <a:pt x="88652" y="140606"/>
                  </a:lnTo>
                  <a:lnTo>
                    <a:pt x="88512" y="140565"/>
                  </a:lnTo>
                  <a:lnTo>
                    <a:pt x="88054" y="140432"/>
                  </a:lnTo>
                  <a:lnTo>
                    <a:pt x="87805" y="140360"/>
                  </a:lnTo>
                  <a:lnTo>
                    <a:pt x="87200" y="140184"/>
                  </a:lnTo>
                  <a:lnTo>
                    <a:pt x="82708" y="137123"/>
                  </a:lnTo>
                  <a:lnTo>
                    <a:pt x="77009" y="133199"/>
                  </a:lnTo>
                  <a:lnTo>
                    <a:pt x="77415" y="132248"/>
                  </a:lnTo>
                  <a:lnTo>
                    <a:pt x="77885" y="131146"/>
                  </a:lnTo>
                  <a:lnTo>
                    <a:pt x="77885" y="130446"/>
                  </a:lnTo>
                  <a:lnTo>
                    <a:pt x="77869" y="128904"/>
                  </a:lnTo>
                  <a:lnTo>
                    <a:pt x="77375" y="126624"/>
                  </a:lnTo>
                  <a:lnTo>
                    <a:pt x="75799" y="125130"/>
                  </a:lnTo>
                  <a:lnTo>
                    <a:pt x="75530" y="124890"/>
                  </a:lnTo>
                  <a:lnTo>
                    <a:pt x="75343" y="124723"/>
                  </a:lnTo>
                  <a:lnTo>
                    <a:pt x="73605" y="123173"/>
                  </a:lnTo>
                  <a:lnTo>
                    <a:pt x="73479" y="122556"/>
                  </a:lnTo>
                  <a:lnTo>
                    <a:pt x="73304" y="122436"/>
                  </a:lnTo>
                  <a:lnTo>
                    <a:pt x="72408" y="121823"/>
                  </a:lnTo>
                  <a:lnTo>
                    <a:pt x="72022" y="121558"/>
                  </a:lnTo>
                  <a:lnTo>
                    <a:pt x="69132" y="119581"/>
                  </a:lnTo>
                  <a:lnTo>
                    <a:pt x="67682" y="118588"/>
                  </a:lnTo>
                  <a:lnTo>
                    <a:pt x="66046" y="117469"/>
                  </a:lnTo>
                  <a:lnTo>
                    <a:pt x="64533" y="119581"/>
                  </a:lnTo>
                  <a:lnTo>
                    <a:pt x="63415" y="121141"/>
                  </a:lnTo>
                  <a:lnTo>
                    <a:pt x="62763" y="120638"/>
                  </a:lnTo>
                  <a:lnTo>
                    <a:pt x="61392" y="119581"/>
                  </a:lnTo>
                  <a:lnTo>
                    <a:pt x="60643" y="119003"/>
                  </a:lnTo>
                  <a:lnTo>
                    <a:pt x="62611" y="115625"/>
                  </a:lnTo>
                  <a:lnTo>
                    <a:pt x="57028" y="112652"/>
                  </a:lnTo>
                  <a:lnTo>
                    <a:pt x="58304" y="110206"/>
                  </a:lnTo>
                  <a:lnTo>
                    <a:pt x="57297" y="109453"/>
                  </a:lnTo>
                  <a:lnTo>
                    <a:pt x="57660" y="108705"/>
                  </a:lnTo>
                  <a:lnTo>
                    <a:pt x="58198" y="107594"/>
                  </a:lnTo>
                  <a:lnTo>
                    <a:pt x="58482" y="107008"/>
                  </a:lnTo>
                  <a:lnTo>
                    <a:pt x="58586" y="106794"/>
                  </a:lnTo>
                  <a:lnTo>
                    <a:pt x="58309" y="106594"/>
                  </a:lnTo>
                  <a:lnTo>
                    <a:pt x="57383" y="105928"/>
                  </a:lnTo>
                  <a:lnTo>
                    <a:pt x="58095" y="104762"/>
                  </a:lnTo>
                  <a:lnTo>
                    <a:pt x="57383" y="104260"/>
                  </a:lnTo>
                  <a:lnTo>
                    <a:pt x="58549" y="102717"/>
                  </a:lnTo>
                  <a:lnTo>
                    <a:pt x="58083" y="102404"/>
                  </a:lnTo>
                  <a:lnTo>
                    <a:pt x="57506" y="103018"/>
                  </a:lnTo>
                  <a:lnTo>
                    <a:pt x="55260" y="101187"/>
                  </a:lnTo>
                  <a:lnTo>
                    <a:pt x="54598" y="102128"/>
                  </a:lnTo>
                  <a:lnTo>
                    <a:pt x="52752" y="101815"/>
                  </a:lnTo>
                  <a:lnTo>
                    <a:pt x="52597" y="101789"/>
                  </a:lnTo>
                  <a:lnTo>
                    <a:pt x="52363" y="100161"/>
                  </a:lnTo>
                  <a:lnTo>
                    <a:pt x="52302" y="99738"/>
                  </a:lnTo>
                  <a:lnTo>
                    <a:pt x="52048" y="99818"/>
                  </a:lnTo>
                  <a:lnTo>
                    <a:pt x="51568" y="99971"/>
                  </a:lnTo>
                  <a:lnTo>
                    <a:pt x="51078" y="98763"/>
                  </a:lnTo>
                  <a:lnTo>
                    <a:pt x="50919" y="98372"/>
                  </a:lnTo>
                  <a:lnTo>
                    <a:pt x="50894" y="98177"/>
                  </a:lnTo>
                  <a:lnTo>
                    <a:pt x="51992" y="95438"/>
                  </a:lnTo>
                  <a:lnTo>
                    <a:pt x="53142" y="92570"/>
                  </a:lnTo>
                  <a:lnTo>
                    <a:pt x="45308" y="93608"/>
                  </a:lnTo>
                  <a:lnTo>
                    <a:pt x="44775" y="86044"/>
                  </a:lnTo>
                  <a:lnTo>
                    <a:pt x="42099" y="86257"/>
                  </a:lnTo>
                  <a:lnTo>
                    <a:pt x="42028" y="85554"/>
                  </a:lnTo>
                  <a:lnTo>
                    <a:pt x="41987" y="85136"/>
                  </a:lnTo>
                  <a:lnTo>
                    <a:pt x="41968" y="84719"/>
                  </a:lnTo>
                  <a:lnTo>
                    <a:pt x="41925" y="83751"/>
                  </a:lnTo>
                  <a:lnTo>
                    <a:pt x="41916" y="83532"/>
                  </a:lnTo>
                  <a:lnTo>
                    <a:pt x="41810" y="81132"/>
                  </a:lnTo>
                  <a:lnTo>
                    <a:pt x="41772" y="80279"/>
                  </a:lnTo>
                  <a:lnTo>
                    <a:pt x="41705" y="79711"/>
                  </a:lnTo>
                  <a:lnTo>
                    <a:pt x="41667" y="79384"/>
                  </a:lnTo>
                  <a:lnTo>
                    <a:pt x="41648" y="79228"/>
                  </a:lnTo>
                  <a:lnTo>
                    <a:pt x="41482" y="77820"/>
                  </a:lnTo>
                  <a:lnTo>
                    <a:pt x="41460" y="77642"/>
                  </a:lnTo>
                  <a:lnTo>
                    <a:pt x="41396" y="77194"/>
                  </a:lnTo>
                  <a:lnTo>
                    <a:pt x="41338" y="76787"/>
                  </a:lnTo>
                  <a:lnTo>
                    <a:pt x="41172" y="75623"/>
                  </a:lnTo>
                  <a:lnTo>
                    <a:pt x="40828" y="73217"/>
                  </a:lnTo>
                  <a:lnTo>
                    <a:pt x="40567" y="71390"/>
                  </a:lnTo>
                  <a:lnTo>
                    <a:pt x="39030" y="70949"/>
                  </a:lnTo>
                  <a:lnTo>
                    <a:pt x="37129" y="70403"/>
                  </a:lnTo>
                  <a:lnTo>
                    <a:pt x="36744" y="70292"/>
                  </a:lnTo>
                  <a:lnTo>
                    <a:pt x="37008" y="69256"/>
                  </a:lnTo>
                  <a:lnTo>
                    <a:pt x="37197" y="68516"/>
                  </a:lnTo>
                  <a:lnTo>
                    <a:pt x="37913" y="66061"/>
                  </a:lnTo>
                  <a:lnTo>
                    <a:pt x="39062" y="66248"/>
                  </a:lnTo>
                  <a:lnTo>
                    <a:pt x="42597" y="66821"/>
                  </a:lnTo>
                  <a:lnTo>
                    <a:pt x="43037" y="66924"/>
                  </a:lnTo>
                  <a:lnTo>
                    <a:pt x="45601" y="67524"/>
                  </a:lnTo>
                  <a:lnTo>
                    <a:pt x="49147" y="68131"/>
                  </a:lnTo>
                  <a:lnTo>
                    <a:pt x="49684" y="68223"/>
                  </a:lnTo>
                  <a:lnTo>
                    <a:pt x="50487" y="68301"/>
                  </a:lnTo>
                  <a:lnTo>
                    <a:pt x="51503" y="68400"/>
                  </a:lnTo>
                  <a:lnTo>
                    <a:pt x="51891" y="68438"/>
                  </a:lnTo>
                  <a:lnTo>
                    <a:pt x="52318" y="68480"/>
                  </a:lnTo>
                  <a:lnTo>
                    <a:pt x="54491" y="69196"/>
                  </a:lnTo>
                  <a:lnTo>
                    <a:pt x="54700" y="69265"/>
                  </a:lnTo>
                  <a:lnTo>
                    <a:pt x="55815" y="69633"/>
                  </a:lnTo>
                  <a:lnTo>
                    <a:pt x="56029" y="69704"/>
                  </a:lnTo>
                  <a:lnTo>
                    <a:pt x="56605" y="69894"/>
                  </a:lnTo>
                  <a:lnTo>
                    <a:pt x="59836" y="71063"/>
                  </a:lnTo>
                  <a:lnTo>
                    <a:pt x="60866" y="71436"/>
                  </a:lnTo>
                  <a:lnTo>
                    <a:pt x="61161" y="71543"/>
                  </a:lnTo>
                  <a:lnTo>
                    <a:pt x="61471" y="71655"/>
                  </a:lnTo>
                  <a:lnTo>
                    <a:pt x="61768" y="71802"/>
                  </a:lnTo>
                  <a:lnTo>
                    <a:pt x="62085" y="71957"/>
                  </a:lnTo>
                  <a:lnTo>
                    <a:pt x="63333" y="72571"/>
                  </a:lnTo>
                  <a:lnTo>
                    <a:pt x="63574" y="72689"/>
                  </a:lnTo>
                  <a:lnTo>
                    <a:pt x="66174" y="73467"/>
                  </a:lnTo>
                  <a:lnTo>
                    <a:pt x="67136" y="73754"/>
                  </a:lnTo>
                  <a:lnTo>
                    <a:pt x="67264" y="73793"/>
                  </a:lnTo>
                  <a:lnTo>
                    <a:pt x="67994" y="74011"/>
                  </a:lnTo>
                  <a:lnTo>
                    <a:pt x="69110" y="74345"/>
                  </a:lnTo>
                  <a:lnTo>
                    <a:pt x="69260" y="74364"/>
                  </a:lnTo>
                  <a:lnTo>
                    <a:pt x="71009" y="74592"/>
                  </a:lnTo>
                  <a:lnTo>
                    <a:pt x="71162" y="74612"/>
                  </a:lnTo>
                  <a:lnTo>
                    <a:pt x="71343" y="74636"/>
                  </a:lnTo>
                  <a:lnTo>
                    <a:pt x="72114" y="74736"/>
                  </a:lnTo>
                  <a:lnTo>
                    <a:pt x="73639" y="74880"/>
                  </a:lnTo>
                  <a:lnTo>
                    <a:pt x="74031" y="74918"/>
                  </a:lnTo>
                  <a:lnTo>
                    <a:pt x="78770" y="75366"/>
                  </a:lnTo>
                  <a:lnTo>
                    <a:pt x="79874" y="73893"/>
                  </a:lnTo>
                  <a:lnTo>
                    <a:pt x="80146" y="73252"/>
                  </a:lnTo>
                  <a:lnTo>
                    <a:pt x="80317" y="72847"/>
                  </a:lnTo>
                  <a:lnTo>
                    <a:pt x="82301" y="69270"/>
                  </a:lnTo>
                  <a:lnTo>
                    <a:pt x="82919" y="68156"/>
                  </a:lnTo>
                  <a:lnTo>
                    <a:pt x="85398" y="66971"/>
                  </a:lnTo>
                  <a:lnTo>
                    <a:pt x="87676" y="68777"/>
                  </a:lnTo>
                  <a:lnTo>
                    <a:pt x="88092" y="68154"/>
                  </a:lnTo>
                  <a:lnTo>
                    <a:pt x="89839" y="65565"/>
                  </a:lnTo>
                  <a:lnTo>
                    <a:pt x="91820" y="63683"/>
                  </a:lnTo>
                  <a:lnTo>
                    <a:pt x="92705" y="62841"/>
                  </a:lnTo>
                  <a:lnTo>
                    <a:pt x="95296" y="60379"/>
                  </a:lnTo>
                  <a:lnTo>
                    <a:pt x="95096" y="60204"/>
                  </a:lnTo>
                  <a:lnTo>
                    <a:pt x="94213" y="59353"/>
                  </a:lnTo>
                  <a:lnTo>
                    <a:pt x="93701" y="58860"/>
                  </a:lnTo>
                  <a:lnTo>
                    <a:pt x="92585" y="58438"/>
                  </a:lnTo>
                  <a:lnTo>
                    <a:pt x="91820" y="58148"/>
                  </a:lnTo>
                  <a:lnTo>
                    <a:pt x="91161" y="57899"/>
                  </a:lnTo>
                  <a:lnTo>
                    <a:pt x="90889" y="57796"/>
                  </a:lnTo>
                  <a:lnTo>
                    <a:pt x="88686" y="57083"/>
                  </a:lnTo>
                  <a:lnTo>
                    <a:pt x="86217" y="56285"/>
                  </a:lnTo>
                  <a:lnTo>
                    <a:pt x="85091" y="55920"/>
                  </a:lnTo>
                  <a:lnTo>
                    <a:pt x="81311" y="54797"/>
                  </a:lnTo>
                  <a:lnTo>
                    <a:pt x="80844" y="54613"/>
                  </a:lnTo>
                  <a:lnTo>
                    <a:pt x="78796" y="53807"/>
                  </a:lnTo>
                  <a:lnTo>
                    <a:pt x="77777" y="53405"/>
                  </a:lnTo>
                  <a:lnTo>
                    <a:pt x="77278" y="54368"/>
                  </a:lnTo>
                  <a:lnTo>
                    <a:pt x="75474" y="53706"/>
                  </a:lnTo>
                  <a:lnTo>
                    <a:pt x="71777" y="52350"/>
                  </a:lnTo>
                  <a:lnTo>
                    <a:pt x="70593" y="51916"/>
                  </a:lnTo>
                  <a:lnTo>
                    <a:pt x="66991" y="50595"/>
                  </a:lnTo>
                  <a:lnTo>
                    <a:pt x="65778" y="50151"/>
                  </a:lnTo>
                  <a:lnTo>
                    <a:pt x="63066" y="49156"/>
                  </a:lnTo>
                  <a:lnTo>
                    <a:pt x="62232" y="50227"/>
                  </a:lnTo>
                  <a:lnTo>
                    <a:pt x="61150" y="49809"/>
                  </a:lnTo>
                  <a:lnTo>
                    <a:pt x="60624" y="49607"/>
                  </a:lnTo>
                  <a:lnTo>
                    <a:pt x="59485" y="49180"/>
                  </a:lnTo>
                  <a:lnTo>
                    <a:pt x="58339" y="48750"/>
                  </a:lnTo>
                  <a:lnTo>
                    <a:pt x="58048" y="48641"/>
                  </a:lnTo>
                  <a:lnTo>
                    <a:pt x="57540" y="48628"/>
                  </a:lnTo>
                  <a:lnTo>
                    <a:pt x="56153" y="48612"/>
                  </a:lnTo>
                  <a:lnTo>
                    <a:pt x="55042" y="49087"/>
                  </a:lnTo>
                  <a:lnTo>
                    <a:pt x="54480" y="49328"/>
                  </a:lnTo>
                  <a:lnTo>
                    <a:pt x="53365" y="49853"/>
                  </a:lnTo>
                  <a:lnTo>
                    <a:pt x="53001" y="50024"/>
                  </a:lnTo>
                  <a:lnTo>
                    <a:pt x="51400" y="50778"/>
                  </a:lnTo>
                  <a:lnTo>
                    <a:pt x="50006" y="51753"/>
                  </a:lnTo>
                  <a:lnTo>
                    <a:pt x="49578" y="52052"/>
                  </a:lnTo>
                  <a:lnTo>
                    <a:pt x="49305" y="52243"/>
                  </a:lnTo>
                  <a:lnTo>
                    <a:pt x="48891" y="51804"/>
                  </a:lnTo>
                  <a:lnTo>
                    <a:pt x="48595" y="51490"/>
                  </a:lnTo>
                  <a:lnTo>
                    <a:pt x="48902" y="49356"/>
                  </a:lnTo>
                  <a:lnTo>
                    <a:pt x="49205" y="47251"/>
                  </a:lnTo>
                  <a:lnTo>
                    <a:pt x="47420" y="46913"/>
                  </a:lnTo>
                  <a:lnTo>
                    <a:pt x="46509" y="46741"/>
                  </a:lnTo>
                  <a:lnTo>
                    <a:pt x="45089" y="46472"/>
                  </a:lnTo>
                  <a:lnTo>
                    <a:pt x="44895" y="46435"/>
                  </a:lnTo>
                  <a:lnTo>
                    <a:pt x="41101" y="45716"/>
                  </a:lnTo>
                  <a:lnTo>
                    <a:pt x="40646" y="45630"/>
                  </a:lnTo>
                  <a:lnTo>
                    <a:pt x="39783" y="45467"/>
                  </a:lnTo>
                  <a:lnTo>
                    <a:pt x="34198" y="44409"/>
                  </a:lnTo>
                  <a:lnTo>
                    <a:pt x="33899" y="44352"/>
                  </a:lnTo>
                  <a:lnTo>
                    <a:pt x="33346" y="44247"/>
                  </a:lnTo>
                  <a:lnTo>
                    <a:pt x="32965" y="44175"/>
                  </a:lnTo>
                  <a:lnTo>
                    <a:pt x="27150" y="43074"/>
                  </a:lnTo>
                  <a:lnTo>
                    <a:pt x="23567" y="42395"/>
                  </a:lnTo>
                  <a:lnTo>
                    <a:pt x="23417" y="42367"/>
                  </a:lnTo>
                  <a:lnTo>
                    <a:pt x="23190" y="42324"/>
                  </a:lnTo>
                  <a:lnTo>
                    <a:pt x="20941" y="41898"/>
                  </a:lnTo>
                  <a:lnTo>
                    <a:pt x="18350" y="41407"/>
                  </a:lnTo>
                  <a:lnTo>
                    <a:pt x="16242" y="41008"/>
                  </a:lnTo>
                  <a:lnTo>
                    <a:pt x="15486" y="40864"/>
                  </a:lnTo>
                  <a:lnTo>
                    <a:pt x="15058" y="40108"/>
                  </a:lnTo>
                  <a:lnTo>
                    <a:pt x="14902" y="40094"/>
                  </a:lnTo>
                  <a:lnTo>
                    <a:pt x="14505" y="40058"/>
                  </a:lnTo>
                  <a:lnTo>
                    <a:pt x="7897" y="39467"/>
                  </a:lnTo>
                  <a:lnTo>
                    <a:pt x="7552" y="39415"/>
                  </a:lnTo>
                  <a:lnTo>
                    <a:pt x="6091" y="39194"/>
                  </a:lnTo>
                  <a:lnTo>
                    <a:pt x="4594" y="38968"/>
                  </a:lnTo>
                  <a:lnTo>
                    <a:pt x="3894" y="38147"/>
                  </a:lnTo>
                  <a:lnTo>
                    <a:pt x="3273" y="37419"/>
                  </a:lnTo>
                  <a:lnTo>
                    <a:pt x="2591" y="36620"/>
                  </a:lnTo>
                  <a:lnTo>
                    <a:pt x="2326" y="35823"/>
                  </a:lnTo>
                  <a:lnTo>
                    <a:pt x="2250" y="35594"/>
                  </a:lnTo>
                  <a:lnTo>
                    <a:pt x="2081" y="35083"/>
                  </a:lnTo>
                  <a:lnTo>
                    <a:pt x="1030" y="31924"/>
                  </a:lnTo>
                  <a:lnTo>
                    <a:pt x="528" y="29868"/>
                  </a:lnTo>
                  <a:lnTo>
                    <a:pt x="78" y="28029"/>
                  </a:lnTo>
                  <a:lnTo>
                    <a:pt x="0" y="27709"/>
                  </a:lnTo>
                  <a:lnTo>
                    <a:pt x="609" y="26519"/>
                  </a:lnTo>
                  <a:lnTo>
                    <a:pt x="10422" y="26928"/>
                  </a:lnTo>
                  <a:lnTo>
                    <a:pt x="9657" y="22051"/>
                  </a:lnTo>
                  <a:lnTo>
                    <a:pt x="6594" y="14585"/>
                  </a:lnTo>
                  <a:lnTo>
                    <a:pt x="3858" y="10974"/>
                  </a:lnTo>
                  <a:lnTo>
                    <a:pt x="7058" y="6897"/>
                  </a:lnTo>
                  <a:lnTo>
                    <a:pt x="20172" y="0"/>
                  </a:lnTo>
                  <a:lnTo>
                    <a:pt x="50155" y="3235"/>
                  </a:lnTo>
                  <a:lnTo>
                    <a:pt x="50199" y="3833"/>
                  </a:lnTo>
                  <a:lnTo>
                    <a:pt x="50646" y="9807"/>
                  </a:lnTo>
                  <a:lnTo>
                    <a:pt x="67727" y="174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g64"/>
            <p:cNvSpPr/>
            <p:nvPr/>
          </p:nvSpPr>
          <p:spPr>
            <a:xfrm>
              <a:off x="2392793" y="4143517"/>
              <a:ext cx="147596" cy="167414"/>
            </a:xfrm>
            <a:custGeom>
              <a:avLst/>
              <a:pathLst>
                <a:path w="147596" h="167414">
                  <a:moveTo>
                    <a:pt x="102222" y="150368"/>
                  </a:moveTo>
                  <a:lnTo>
                    <a:pt x="100957" y="152514"/>
                  </a:lnTo>
                  <a:lnTo>
                    <a:pt x="100229" y="153656"/>
                  </a:lnTo>
                  <a:lnTo>
                    <a:pt x="99298" y="155117"/>
                  </a:lnTo>
                  <a:lnTo>
                    <a:pt x="99074" y="155469"/>
                  </a:lnTo>
                  <a:lnTo>
                    <a:pt x="98958" y="155651"/>
                  </a:lnTo>
                  <a:lnTo>
                    <a:pt x="98796" y="155905"/>
                  </a:lnTo>
                  <a:lnTo>
                    <a:pt x="98435" y="156503"/>
                  </a:lnTo>
                  <a:lnTo>
                    <a:pt x="97997" y="157228"/>
                  </a:lnTo>
                  <a:lnTo>
                    <a:pt x="97413" y="158196"/>
                  </a:lnTo>
                  <a:lnTo>
                    <a:pt x="96960" y="158947"/>
                  </a:lnTo>
                  <a:lnTo>
                    <a:pt x="96446" y="159798"/>
                  </a:lnTo>
                  <a:lnTo>
                    <a:pt x="96270" y="160089"/>
                  </a:lnTo>
                  <a:lnTo>
                    <a:pt x="94417" y="163159"/>
                  </a:lnTo>
                  <a:lnTo>
                    <a:pt x="94279" y="163388"/>
                  </a:lnTo>
                  <a:lnTo>
                    <a:pt x="92519" y="166303"/>
                  </a:lnTo>
                  <a:lnTo>
                    <a:pt x="92320" y="166632"/>
                  </a:lnTo>
                  <a:lnTo>
                    <a:pt x="91849" y="167414"/>
                  </a:lnTo>
                  <a:lnTo>
                    <a:pt x="90841" y="166723"/>
                  </a:lnTo>
                  <a:lnTo>
                    <a:pt x="83663" y="161802"/>
                  </a:lnTo>
                  <a:lnTo>
                    <a:pt x="71189" y="153722"/>
                  </a:lnTo>
                  <a:lnTo>
                    <a:pt x="70940" y="153559"/>
                  </a:lnTo>
                  <a:lnTo>
                    <a:pt x="66069" y="150385"/>
                  </a:lnTo>
                  <a:lnTo>
                    <a:pt x="64392" y="149286"/>
                  </a:lnTo>
                  <a:lnTo>
                    <a:pt x="63664" y="148809"/>
                  </a:lnTo>
                  <a:lnTo>
                    <a:pt x="63503" y="148703"/>
                  </a:lnTo>
                  <a:lnTo>
                    <a:pt x="62857" y="148267"/>
                  </a:lnTo>
                  <a:lnTo>
                    <a:pt x="61137" y="147105"/>
                  </a:lnTo>
                  <a:lnTo>
                    <a:pt x="60199" y="146472"/>
                  </a:lnTo>
                  <a:lnTo>
                    <a:pt x="57878" y="144903"/>
                  </a:lnTo>
                  <a:lnTo>
                    <a:pt x="54593" y="142103"/>
                  </a:lnTo>
                  <a:lnTo>
                    <a:pt x="52846" y="140614"/>
                  </a:lnTo>
                  <a:lnTo>
                    <a:pt x="51684" y="139623"/>
                  </a:lnTo>
                  <a:lnTo>
                    <a:pt x="50991" y="139032"/>
                  </a:lnTo>
                  <a:lnTo>
                    <a:pt x="50607" y="138705"/>
                  </a:lnTo>
                  <a:lnTo>
                    <a:pt x="49163" y="137474"/>
                  </a:lnTo>
                  <a:lnTo>
                    <a:pt x="47074" y="135693"/>
                  </a:lnTo>
                  <a:lnTo>
                    <a:pt x="45337" y="134212"/>
                  </a:lnTo>
                  <a:lnTo>
                    <a:pt x="44878" y="133821"/>
                  </a:lnTo>
                  <a:lnTo>
                    <a:pt x="43074" y="132283"/>
                  </a:lnTo>
                  <a:lnTo>
                    <a:pt x="42571" y="131854"/>
                  </a:lnTo>
                  <a:lnTo>
                    <a:pt x="38153" y="128088"/>
                  </a:lnTo>
                  <a:lnTo>
                    <a:pt x="35728" y="126021"/>
                  </a:lnTo>
                  <a:lnTo>
                    <a:pt x="33805" y="124356"/>
                  </a:lnTo>
                  <a:lnTo>
                    <a:pt x="34302" y="123618"/>
                  </a:lnTo>
                  <a:lnTo>
                    <a:pt x="37087" y="119485"/>
                  </a:lnTo>
                  <a:lnTo>
                    <a:pt x="38015" y="118107"/>
                  </a:lnTo>
                  <a:lnTo>
                    <a:pt x="37457" y="117704"/>
                  </a:lnTo>
                  <a:lnTo>
                    <a:pt x="36757" y="117199"/>
                  </a:lnTo>
                  <a:lnTo>
                    <a:pt x="36062" y="116697"/>
                  </a:lnTo>
                  <a:lnTo>
                    <a:pt x="35224" y="116092"/>
                  </a:lnTo>
                  <a:lnTo>
                    <a:pt x="34086" y="115271"/>
                  </a:lnTo>
                  <a:lnTo>
                    <a:pt x="33279" y="114689"/>
                  </a:lnTo>
                  <a:lnTo>
                    <a:pt x="30354" y="112578"/>
                  </a:lnTo>
                  <a:lnTo>
                    <a:pt x="29859" y="112221"/>
                  </a:lnTo>
                  <a:lnTo>
                    <a:pt x="28684" y="111566"/>
                  </a:lnTo>
                  <a:lnTo>
                    <a:pt x="26722" y="110473"/>
                  </a:lnTo>
                  <a:lnTo>
                    <a:pt x="26118" y="110136"/>
                  </a:lnTo>
                  <a:lnTo>
                    <a:pt x="25415" y="109745"/>
                  </a:lnTo>
                  <a:lnTo>
                    <a:pt x="24049" y="108984"/>
                  </a:lnTo>
                  <a:lnTo>
                    <a:pt x="22804" y="108188"/>
                  </a:lnTo>
                  <a:lnTo>
                    <a:pt x="22380" y="107916"/>
                  </a:lnTo>
                  <a:lnTo>
                    <a:pt x="21522" y="107368"/>
                  </a:lnTo>
                  <a:lnTo>
                    <a:pt x="19118" y="105830"/>
                  </a:lnTo>
                  <a:lnTo>
                    <a:pt x="18407" y="105376"/>
                  </a:lnTo>
                  <a:lnTo>
                    <a:pt x="17711" y="104931"/>
                  </a:lnTo>
                  <a:lnTo>
                    <a:pt x="16610" y="104227"/>
                  </a:lnTo>
                  <a:lnTo>
                    <a:pt x="14758" y="103042"/>
                  </a:lnTo>
                  <a:lnTo>
                    <a:pt x="14595" y="102939"/>
                  </a:lnTo>
                  <a:lnTo>
                    <a:pt x="11259" y="100805"/>
                  </a:lnTo>
                  <a:lnTo>
                    <a:pt x="5521" y="97136"/>
                  </a:lnTo>
                  <a:lnTo>
                    <a:pt x="3464" y="95820"/>
                  </a:lnTo>
                  <a:lnTo>
                    <a:pt x="2373" y="95122"/>
                  </a:lnTo>
                  <a:lnTo>
                    <a:pt x="1268" y="94416"/>
                  </a:lnTo>
                  <a:lnTo>
                    <a:pt x="0" y="93605"/>
                  </a:lnTo>
                  <a:lnTo>
                    <a:pt x="368" y="92975"/>
                  </a:lnTo>
                  <a:lnTo>
                    <a:pt x="1766" y="90591"/>
                  </a:lnTo>
                  <a:lnTo>
                    <a:pt x="1942" y="90290"/>
                  </a:lnTo>
                  <a:lnTo>
                    <a:pt x="3008" y="88471"/>
                  </a:lnTo>
                  <a:lnTo>
                    <a:pt x="6057" y="83643"/>
                  </a:lnTo>
                  <a:lnTo>
                    <a:pt x="6329" y="83212"/>
                  </a:lnTo>
                  <a:lnTo>
                    <a:pt x="10327" y="76878"/>
                  </a:lnTo>
                  <a:lnTo>
                    <a:pt x="13579" y="71727"/>
                  </a:lnTo>
                  <a:lnTo>
                    <a:pt x="14058" y="70969"/>
                  </a:lnTo>
                  <a:lnTo>
                    <a:pt x="20499" y="60766"/>
                  </a:lnTo>
                  <a:lnTo>
                    <a:pt x="20642" y="60530"/>
                  </a:lnTo>
                  <a:lnTo>
                    <a:pt x="22323" y="57764"/>
                  </a:lnTo>
                  <a:lnTo>
                    <a:pt x="22680" y="57177"/>
                  </a:lnTo>
                  <a:lnTo>
                    <a:pt x="24077" y="55297"/>
                  </a:lnTo>
                  <a:lnTo>
                    <a:pt x="24488" y="54744"/>
                  </a:lnTo>
                  <a:lnTo>
                    <a:pt x="24801" y="54323"/>
                  </a:lnTo>
                  <a:lnTo>
                    <a:pt x="25177" y="53751"/>
                  </a:lnTo>
                  <a:lnTo>
                    <a:pt x="25804" y="52794"/>
                  </a:lnTo>
                  <a:lnTo>
                    <a:pt x="26160" y="52252"/>
                  </a:lnTo>
                  <a:lnTo>
                    <a:pt x="26775" y="51315"/>
                  </a:lnTo>
                  <a:lnTo>
                    <a:pt x="28990" y="47938"/>
                  </a:lnTo>
                  <a:lnTo>
                    <a:pt x="30136" y="45979"/>
                  </a:lnTo>
                  <a:lnTo>
                    <a:pt x="30432" y="45472"/>
                  </a:lnTo>
                  <a:lnTo>
                    <a:pt x="34149" y="39308"/>
                  </a:lnTo>
                  <a:lnTo>
                    <a:pt x="35844" y="36496"/>
                  </a:lnTo>
                  <a:lnTo>
                    <a:pt x="36000" y="36242"/>
                  </a:lnTo>
                  <a:lnTo>
                    <a:pt x="36191" y="35932"/>
                  </a:lnTo>
                  <a:lnTo>
                    <a:pt x="40996" y="28105"/>
                  </a:lnTo>
                  <a:lnTo>
                    <a:pt x="42160" y="26211"/>
                  </a:lnTo>
                  <a:lnTo>
                    <a:pt x="44315" y="22700"/>
                  </a:lnTo>
                  <a:lnTo>
                    <a:pt x="45150" y="21340"/>
                  </a:lnTo>
                  <a:lnTo>
                    <a:pt x="45826" y="20239"/>
                  </a:lnTo>
                  <a:lnTo>
                    <a:pt x="46323" y="19429"/>
                  </a:lnTo>
                  <a:lnTo>
                    <a:pt x="47153" y="18078"/>
                  </a:lnTo>
                  <a:lnTo>
                    <a:pt x="50001" y="13439"/>
                  </a:lnTo>
                  <a:lnTo>
                    <a:pt x="50966" y="11868"/>
                  </a:lnTo>
                  <a:lnTo>
                    <a:pt x="51154" y="11541"/>
                  </a:lnTo>
                  <a:lnTo>
                    <a:pt x="51698" y="10599"/>
                  </a:lnTo>
                  <a:lnTo>
                    <a:pt x="52034" y="10017"/>
                  </a:lnTo>
                  <a:lnTo>
                    <a:pt x="54259" y="6314"/>
                  </a:lnTo>
                  <a:lnTo>
                    <a:pt x="54800" y="5414"/>
                  </a:lnTo>
                  <a:lnTo>
                    <a:pt x="55697" y="3920"/>
                  </a:lnTo>
                  <a:lnTo>
                    <a:pt x="56034" y="3360"/>
                  </a:lnTo>
                  <a:lnTo>
                    <a:pt x="58053" y="0"/>
                  </a:lnTo>
                  <a:lnTo>
                    <a:pt x="58279" y="145"/>
                  </a:lnTo>
                  <a:lnTo>
                    <a:pt x="58747" y="445"/>
                  </a:lnTo>
                  <a:lnTo>
                    <a:pt x="60559" y="1607"/>
                  </a:lnTo>
                  <a:lnTo>
                    <a:pt x="61247" y="2035"/>
                  </a:lnTo>
                  <a:lnTo>
                    <a:pt x="62263" y="2666"/>
                  </a:lnTo>
                  <a:lnTo>
                    <a:pt x="64852" y="4277"/>
                  </a:lnTo>
                  <a:lnTo>
                    <a:pt x="66452" y="5272"/>
                  </a:lnTo>
                  <a:lnTo>
                    <a:pt x="66884" y="5588"/>
                  </a:lnTo>
                  <a:lnTo>
                    <a:pt x="67379" y="5949"/>
                  </a:lnTo>
                  <a:lnTo>
                    <a:pt x="67721" y="6199"/>
                  </a:lnTo>
                  <a:lnTo>
                    <a:pt x="68281" y="6608"/>
                  </a:lnTo>
                  <a:lnTo>
                    <a:pt x="70074" y="7678"/>
                  </a:lnTo>
                  <a:lnTo>
                    <a:pt x="72515" y="9245"/>
                  </a:lnTo>
                  <a:lnTo>
                    <a:pt x="72324" y="9596"/>
                  </a:lnTo>
                  <a:lnTo>
                    <a:pt x="71940" y="10299"/>
                  </a:lnTo>
                  <a:lnTo>
                    <a:pt x="73503" y="11201"/>
                  </a:lnTo>
                  <a:lnTo>
                    <a:pt x="74556" y="11809"/>
                  </a:lnTo>
                  <a:lnTo>
                    <a:pt x="76930" y="13180"/>
                  </a:lnTo>
                  <a:lnTo>
                    <a:pt x="77209" y="13341"/>
                  </a:lnTo>
                  <a:lnTo>
                    <a:pt x="78510" y="14093"/>
                  </a:lnTo>
                  <a:lnTo>
                    <a:pt x="79572" y="14705"/>
                  </a:lnTo>
                  <a:lnTo>
                    <a:pt x="80149" y="15038"/>
                  </a:lnTo>
                  <a:lnTo>
                    <a:pt x="81817" y="16108"/>
                  </a:lnTo>
                  <a:lnTo>
                    <a:pt x="83116" y="16941"/>
                  </a:lnTo>
                  <a:lnTo>
                    <a:pt x="83377" y="17108"/>
                  </a:lnTo>
                  <a:lnTo>
                    <a:pt x="86645" y="19203"/>
                  </a:lnTo>
                  <a:lnTo>
                    <a:pt x="87314" y="19632"/>
                  </a:lnTo>
                  <a:lnTo>
                    <a:pt x="89678" y="21148"/>
                  </a:lnTo>
                  <a:lnTo>
                    <a:pt x="90462" y="21717"/>
                  </a:lnTo>
                  <a:lnTo>
                    <a:pt x="88733" y="24545"/>
                  </a:lnTo>
                  <a:lnTo>
                    <a:pt x="87931" y="25856"/>
                  </a:lnTo>
                  <a:lnTo>
                    <a:pt x="88589" y="26270"/>
                  </a:lnTo>
                  <a:lnTo>
                    <a:pt x="89598" y="26903"/>
                  </a:lnTo>
                  <a:lnTo>
                    <a:pt x="95558" y="30645"/>
                  </a:lnTo>
                  <a:lnTo>
                    <a:pt x="95814" y="30805"/>
                  </a:lnTo>
                  <a:lnTo>
                    <a:pt x="95686" y="30992"/>
                  </a:lnTo>
                  <a:lnTo>
                    <a:pt x="92811" y="35187"/>
                  </a:lnTo>
                  <a:lnTo>
                    <a:pt x="91324" y="37645"/>
                  </a:lnTo>
                  <a:lnTo>
                    <a:pt x="91008" y="38167"/>
                  </a:lnTo>
                  <a:lnTo>
                    <a:pt x="87416" y="44107"/>
                  </a:lnTo>
                  <a:lnTo>
                    <a:pt x="86881" y="44990"/>
                  </a:lnTo>
                  <a:lnTo>
                    <a:pt x="86769" y="45129"/>
                  </a:lnTo>
                  <a:lnTo>
                    <a:pt x="86225" y="45801"/>
                  </a:lnTo>
                  <a:lnTo>
                    <a:pt x="86857" y="46160"/>
                  </a:lnTo>
                  <a:lnTo>
                    <a:pt x="87544" y="46550"/>
                  </a:lnTo>
                  <a:lnTo>
                    <a:pt x="88272" y="46964"/>
                  </a:lnTo>
                  <a:lnTo>
                    <a:pt x="103708" y="56842"/>
                  </a:lnTo>
                  <a:lnTo>
                    <a:pt x="105935" y="58267"/>
                  </a:lnTo>
                  <a:lnTo>
                    <a:pt x="109615" y="60622"/>
                  </a:lnTo>
                  <a:lnTo>
                    <a:pt x="112718" y="62608"/>
                  </a:lnTo>
                  <a:lnTo>
                    <a:pt x="122073" y="68594"/>
                  </a:lnTo>
                  <a:lnTo>
                    <a:pt x="122324" y="68755"/>
                  </a:lnTo>
                  <a:lnTo>
                    <a:pt x="131470" y="74608"/>
                  </a:lnTo>
                  <a:lnTo>
                    <a:pt x="134817" y="76750"/>
                  </a:lnTo>
                  <a:lnTo>
                    <a:pt x="135021" y="76880"/>
                  </a:lnTo>
                  <a:lnTo>
                    <a:pt x="136295" y="77676"/>
                  </a:lnTo>
                  <a:lnTo>
                    <a:pt x="136653" y="77900"/>
                  </a:lnTo>
                  <a:lnTo>
                    <a:pt x="140615" y="80375"/>
                  </a:lnTo>
                  <a:lnTo>
                    <a:pt x="141061" y="80654"/>
                  </a:lnTo>
                  <a:lnTo>
                    <a:pt x="143495" y="82175"/>
                  </a:lnTo>
                  <a:lnTo>
                    <a:pt x="143863" y="82405"/>
                  </a:lnTo>
                  <a:lnTo>
                    <a:pt x="145676" y="82741"/>
                  </a:lnTo>
                  <a:lnTo>
                    <a:pt x="146412" y="82877"/>
                  </a:lnTo>
                  <a:lnTo>
                    <a:pt x="147596" y="83113"/>
                  </a:lnTo>
                  <a:lnTo>
                    <a:pt x="145634" y="85324"/>
                  </a:lnTo>
                  <a:lnTo>
                    <a:pt x="145492" y="85483"/>
                  </a:lnTo>
                  <a:lnTo>
                    <a:pt x="144527" y="86571"/>
                  </a:lnTo>
                  <a:lnTo>
                    <a:pt x="143292" y="87963"/>
                  </a:lnTo>
                  <a:lnTo>
                    <a:pt x="142683" y="88799"/>
                  </a:lnTo>
                  <a:lnTo>
                    <a:pt x="141497" y="90430"/>
                  </a:lnTo>
                  <a:lnTo>
                    <a:pt x="140752" y="91454"/>
                  </a:lnTo>
                  <a:lnTo>
                    <a:pt x="137333" y="96156"/>
                  </a:lnTo>
                  <a:lnTo>
                    <a:pt x="136824" y="96880"/>
                  </a:lnTo>
                  <a:lnTo>
                    <a:pt x="133672" y="101364"/>
                  </a:lnTo>
                  <a:lnTo>
                    <a:pt x="132528" y="102991"/>
                  </a:lnTo>
                  <a:lnTo>
                    <a:pt x="131559" y="104369"/>
                  </a:lnTo>
                  <a:lnTo>
                    <a:pt x="128921" y="108122"/>
                  </a:lnTo>
                  <a:lnTo>
                    <a:pt x="128583" y="108603"/>
                  </a:lnTo>
                  <a:lnTo>
                    <a:pt x="125839" y="112506"/>
                  </a:lnTo>
                  <a:lnTo>
                    <a:pt x="125439" y="113126"/>
                  </a:lnTo>
                  <a:lnTo>
                    <a:pt x="123487" y="116155"/>
                  </a:lnTo>
                  <a:lnTo>
                    <a:pt x="121543" y="119172"/>
                  </a:lnTo>
                  <a:lnTo>
                    <a:pt x="120030" y="121520"/>
                  </a:lnTo>
                  <a:lnTo>
                    <a:pt x="119462" y="122400"/>
                  </a:lnTo>
                  <a:lnTo>
                    <a:pt x="117422" y="125565"/>
                  </a:lnTo>
                  <a:lnTo>
                    <a:pt x="116310" y="127291"/>
                  </a:lnTo>
                  <a:lnTo>
                    <a:pt x="116170" y="127509"/>
                  </a:lnTo>
                  <a:lnTo>
                    <a:pt x="114518" y="130072"/>
                  </a:lnTo>
                  <a:lnTo>
                    <a:pt x="113559" y="131559"/>
                  </a:lnTo>
                  <a:lnTo>
                    <a:pt x="112410" y="133342"/>
                  </a:lnTo>
                  <a:lnTo>
                    <a:pt x="112102" y="133819"/>
                  </a:lnTo>
                  <a:lnTo>
                    <a:pt x="111909" y="134119"/>
                  </a:lnTo>
                  <a:lnTo>
                    <a:pt x="111455" y="134824"/>
                  </a:lnTo>
                  <a:lnTo>
                    <a:pt x="110684" y="136020"/>
                  </a:lnTo>
                  <a:lnTo>
                    <a:pt x="109153" y="138616"/>
                  </a:lnTo>
                  <a:lnTo>
                    <a:pt x="105875" y="144174"/>
                  </a:lnTo>
                  <a:lnTo>
                    <a:pt x="102782" y="14941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5"/>
            <p:cNvSpPr/>
            <p:nvPr/>
          </p:nvSpPr>
          <p:spPr>
            <a:xfrm>
              <a:off x="2698605" y="4176854"/>
              <a:ext cx="184000" cy="274759"/>
            </a:xfrm>
            <a:custGeom>
              <a:avLst/>
              <a:pathLst>
                <a:path w="184000" h="274759">
                  <a:moveTo>
                    <a:pt x="152217" y="107333"/>
                  </a:moveTo>
                  <a:lnTo>
                    <a:pt x="151885" y="107817"/>
                  </a:lnTo>
                  <a:lnTo>
                    <a:pt x="150157" y="110337"/>
                  </a:lnTo>
                  <a:lnTo>
                    <a:pt x="149636" y="111087"/>
                  </a:lnTo>
                  <a:lnTo>
                    <a:pt x="149105" y="111851"/>
                  </a:lnTo>
                  <a:lnTo>
                    <a:pt x="148917" y="112117"/>
                  </a:lnTo>
                  <a:lnTo>
                    <a:pt x="146327" y="115774"/>
                  </a:lnTo>
                  <a:lnTo>
                    <a:pt x="145281" y="117315"/>
                  </a:lnTo>
                  <a:lnTo>
                    <a:pt x="144843" y="117959"/>
                  </a:lnTo>
                  <a:lnTo>
                    <a:pt x="143428" y="120043"/>
                  </a:lnTo>
                  <a:lnTo>
                    <a:pt x="140791" y="123592"/>
                  </a:lnTo>
                  <a:lnTo>
                    <a:pt x="140507" y="123972"/>
                  </a:lnTo>
                  <a:lnTo>
                    <a:pt x="135745" y="129910"/>
                  </a:lnTo>
                  <a:lnTo>
                    <a:pt x="136068" y="130176"/>
                  </a:lnTo>
                  <a:lnTo>
                    <a:pt x="136199" y="130285"/>
                  </a:lnTo>
                  <a:lnTo>
                    <a:pt x="136421" y="130468"/>
                  </a:lnTo>
                  <a:lnTo>
                    <a:pt x="142589" y="134581"/>
                  </a:lnTo>
                  <a:lnTo>
                    <a:pt x="144552" y="135889"/>
                  </a:lnTo>
                  <a:lnTo>
                    <a:pt x="144852" y="136066"/>
                  </a:lnTo>
                  <a:lnTo>
                    <a:pt x="145146" y="136240"/>
                  </a:lnTo>
                  <a:lnTo>
                    <a:pt x="147192" y="137448"/>
                  </a:lnTo>
                  <a:lnTo>
                    <a:pt x="148388" y="138154"/>
                  </a:lnTo>
                  <a:lnTo>
                    <a:pt x="149442" y="138776"/>
                  </a:lnTo>
                  <a:lnTo>
                    <a:pt x="149872" y="139000"/>
                  </a:lnTo>
                  <a:lnTo>
                    <a:pt x="150919" y="139543"/>
                  </a:lnTo>
                  <a:lnTo>
                    <a:pt x="152492" y="140106"/>
                  </a:lnTo>
                  <a:lnTo>
                    <a:pt x="152756" y="140200"/>
                  </a:lnTo>
                  <a:lnTo>
                    <a:pt x="154050" y="140662"/>
                  </a:lnTo>
                  <a:lnTo>
                    <a:pt x="154320" y="140759"/>
                  </a:lnTo>
                  <a:lnTo>
                    <a:pt x="156739" y="141026"/>
                  </a:lnTo>
                  <a:lnTo>
                    <a:pt x="156997" y="141039"/>
                  </a:lnTo>
                  <a:lnTo>
                    <a:pt x="158544" y="141119"/>
                  </a:lnTo>
                  <a:lnTo>
                    <a:pt x="158872" y="141136"/>
                  </a:lnTo>
                  <a:lnTo>
                    <a:pt x="159004" y="141143"/>
                  </a:lnTo>
                  <a:lnTo>
                    <a:pt x="159707" y="141181"/>
                  </a:lnTo>
                  <a:lnTo>
                    <a:pt x="159516" y="143713"/>
                  </a:lnTo>
                  <a:lnTo>
                    <a:pt x="159056" y="149797"/>
                  </a:lnTo>
                  <a:lnTo>
                    <a:pt x="158797" y="153210"/>
                  </a:lnTo>
                  <a:lnTo>
                    <a:pt x="158400" y="161655"/>
                  </a:lnTo>
                  <a:lnTo>
                    <a:pt x="157572" y="169354"/>
                  </a:lnTo>
                  <a:lnTo>
                    <a:pt x="157369" y="171244"/>
                  </a:lnTo>
                  <a:lnTo>
                    <a:pt x="157346" y="171905"/>
                  </a:lnTo>
                  <a:lnTo>
                    <a:pt x="157323" y="172534"/>
                  </a:lnTo>
                  <a:lnTo>
                    <a:pt x="157299" y="173214"/>
                  </a:lnTo>
                  <a:lnTo>
                    <a:pt x="157248" y="174681"/>
                  </a:lnTo>
                  <a:lnTo>
                    <a:pt x="157216" y="175590"/>
                  </a:lnTo>
                  <a:lnTo>
                    <a:pt x="157194" y="176208"/>
                  </a:lnTo>
                  <a:lnTo>
                    <a:pt x="157139" y="177755"/>
                  </a:lnTo>
                  <a:lnTo>
                    <a:pt x="157106" y="178689"/>
                  </a:lnTo>
                  <a:lnTo>
                    <a:pt x="157068" y="179238"/>
                  </a:lnTo>
                  <a:lnTo>
                    <a:pt x="156913" y="181496"/>
                  </a:lnTo>
                  <a:lnTo>
                    <a:pt x="156771" y="182484"/>
                  </a:lnTo>
                  <a:lnTo>
                    <a:pt x="156605" y="182464"/>
                  </a:lnTo>
                  <a:lnTo>
                    <a:pt x="155542" y="182334"/>
                  </a:lnTo>
                  <a:lnTo>
                    <a:pt x="154434" y="182198"/>
                  </a:lnTo>
                  <a:lnTo>
                    <a:pt x="153362" y="182070"/>
                  </a:lnTo>
                  <a:lnTo>
                    <a:pt x="148071" y="181440"/>
                  </a:lnTo>
                  <a:lnTo>
                    <a:pt x="147434" y="181364"/>
                  </a:lnTo>
                  <a:lnTo>
                    <a:pt x="146618" y="181372"/>
                  </a:lnTo>
                  <a:lnTo>
                    <a:pt x="145309" y="181385"/>
                  </a:lnTo>
                  <a:lnTo>
                    <a:pt x="139874" y="180543"/>
                  </a:lnTo>
                  <a:lnTo>
                    <a:pt x="137407" y="179535"/>
                  </a:lnTo>
                  <a:lnTo>
                    <a:pt x="135303" y="178676"/>
                  </a:lnTo>
                  <a:lnTo>
                    <a:pt x="132970" y="177111"/>
                  </a:lnTo>
                  <a:lnTo>
                    <a:pt x="131897" y="176391"/>
                  </a:lnTo>
                  <a:lnTo>
                    <a:pt x="127866" y="173686"/>
                  </a:lnTo>
                  <a:lnTo>
                    <a:pt x="126882" y="173048"/>
                  </a:lnTo>
                  <a:lnTo>
                    <a:pt x="126658" y="172903"/>
                  </a:lnTo>
                  <a:lnTo>
                    <a:pt x="126046" y="172507"/>
                  </a:lnTo>
                  <a:lnTo>
                    <a:pt x="125740" y="172308"/>
                  </a:lnTo>
                  <a:lnTo>
                    <a:pt x="124976" y="171813"/>
                  </a:lnTo>
                  <a:lnTo>
                    <a:pt x="124071" y="171226"/>
                  </a:lnTo>
                  <a:lnTo>
                    <a:pt x="123908" y="171120"/>
                  </a:lnTo>
                  <a:lnTo>
                    <a:pt x="123633" y="171690"/>
                  </a:lnTo>
                  <a:lnTo>
                    <a:pt x="121424" y="176282"/>
                  </a:lnTo>
                  <a:lnTo>
                    <a:pt x="115896" y="186931"/>
                  </a:lnTo>
                  <a:lnTo>
                    <a:pt x="113513" y="191521"/>
                  </a:lnTo>
                  <a:lnTo>
                    <a:pt x="112673" y="193141"/>
                  </a:lnTo>
                  <a:lnTo>
                    <a:pt x="112487" y="193498"/>
                  </a:lnTo>
                  <a:lnTo>
                    <a:pt x="112109" y="194226"/>
                  </a:lnTo>
                  <a:lnTo>
                    <a:pt x="111433" y="195583"/>
                  </a:lnTo>
                  <a:lnTo>
                    <a:pt x="111243" y="195964"/>
                  </a:lnTo>
                  <a:lnTo>
                    <a:pt x="111097" y="196258"/>
                  </a:lnTo>
                  <a:lnTo>
                    <a:pt x="110949" y="196556"/>
                  </a:lnTo>
                  <a:lnTo>
                    <a:pt x="110870" y="196696"/>
                  </a:lnTo>
                  <a:lnTo>
                    <a:pt x="110535" y="197348"/>
                  </a:lnTo>
                  <a:lnTo>
                    <a:pt x="104492" y="196845"/>
                  </a:lnTo>
                  <a:lnTo>
                    <a:pt x="104339" y="196832"/>
                  </a:lnTo>
                  <a:lnTo>
                    <a:pt x="104075" y="196866"/>
                  </a:lnTo>
                  <a:lnTo>
                    <a:pt x="103358" y="205194"/>
                  </a:lnTo>
                  <a:lnTo>
                    <a:pt x="103215" y="206855"/>
                  </a:lnTo>
                  <a:lnTo>
                    <a:pt x="103120" y="207958"/>
                  </a:lnTo>
                  <a:lnTo>
                    <a:pt x="102974" y="209654"/>
                  </a:lnTo>
                  <a:lnTo>
                    <a:pt x="102847" y="211130"/>
                  </a:lnTo>
                  <a:lnTo>
                    <a:pt x="102458" y="215658"/>
                  </a:lnTo>
                  <a:lnTo>
                    <a:pt x="102409" y="216228"/>
                  </a:lnTo>
                  <a:lnTo>
                    <a:pt x="101621" y="225378"/>
                  </a:lnTo>
                  <a:lnTo>
                    <a:pt x="101093" y="231515"/>
                  </a:lnTo>
                  <a:lnTo>
                    <a:pt x="101060" y="231901"/>
                  </a:lnTo>
                  <a:lnTo>
                    <a:pt x="100663" y="236511"/>
                  </a:lnTo>
                  <a:lnTo>
                    <a:pt x="100566" y="237640"/>
                  </a:lnTo>
                  <a:lnTo>
                    <a:pt x="100102" y="243021"/>
                  </a:lnTo>
                  <a:lnTo>
                    <a:pt x="100082" y="243264"/>
                  </a:lnTo>
                  <a:lnTo>
                    <a:pt x="100039" y="243757"/>
                  </a:lnTo>
                  <a:lnTo>
                    <a:pt x="99989" y="244339"/>
                  </a:lnTo>
                  <a:lnTo>
                    <a:pt x="99919" y="245156"/>
                  </a:lnTo>
                  <a:lnTo>
                    <a:pt x="99829" y="246202"/>
                  </a:lnTo>
                  <a:lnTo>
                    <a:pt x="99715" y="247521"/>
                  </a:lnTo>
                  <a:lnTo>
                    <a:pt x="99649" y="248284"/>
                  </a:lnTo>
                  <a:lnTo>
                    <a:pt x="99156" y="254019"/>
                  </a:lnTo>
                  <a:lnTo>
                    <a:pt x="99118" y="254462"/>
                  </a:lnTo>
                  <a:lnTo>
                    <a:pt x="99049" y="255259"/>
                  </a:lnTo>
                  <a:lnTo>
                    <a:pt x="98157" y="265626"/>
                  </a:lnTo>
                  <a:lnTo>
                    <a:pt x="98070" y="266637"/>
                  </a:lnTo>
                  <a:lnTo>
                    <a:pt x="97676" y="271208"/>
                  </a:lnTo>
                  <a:lnTo>
                    <a:pt x="97540" y="272798"/>
                  </a:lnTo>
                  <a:lnTo>
                    <a:pt x="97472" y="273586"/>
                  </a:lnTo>
                  <a:lnTo>
                    <a:pt x="97448" y="273857"/>
                  </a:lnTo>
                  <a:lnTo>
                    <a:pt x="97443" y="274497"/>
                  </a:lnTo>
                  <a:lnTo>
                    <a:pt x="97413" y="274759"/>
                  </a:lnTo>
                  <a:lnTo>
                    <a:pt x="97075" y="274740"/>
                  </a:lnTo>
                  <a:lnTo>
                    <a:pt x="96202" y="274691"/>
                  </a:lnTo>
                  <a:lnTo>
                    <a:pt x="95811" y="274652"/>
                  </a:lnTo>
                  <a:lnTo>
                    <a:pt x="95422" y="274614"/>
                  </a:lnTo>
                  <a:lnTo>
                    <a:pt x="94942" y="274566"/>
                  </a:lnTo>
                  <a:lnTo>
                    <a:pt x="93797" y="274452"/>
                  </a:lnTo>
                  <a:lnTo>
                    <a:pt x="92425" y="274316"/>
                  </a:lnTo>
                  <a:lnTo>
                    <a:pt x="89764" y="273602"/>
                  </a:lnTo>
                  <a:lnTo>
                    <a:pt x="88457" y="273252"/>
                  </a:lnTo>
                  <a:lnTo>
                    <a:pt x="86603" y="272755"/>
                  </a:lnTo>
                  <a:lnTo>
                    <a:pt x="81119" y="270486"/>
                  </a:lnTo>
                  <a:lnTo>
                    <a:pt x="79109" y="269200"/>
                  </a:lnTo>
                  <a:lnTo>
                    <a:pt x="77773" y="268345"/>
                  </a:lnTo>
                  <a:lnTo>
                    <a:pt x="74985" y="266183"/>
                  </a:lnTo>
                  <a:lnTo>
                    <a:pt x="73214" y="264809"/>
                  </a:lnTo>
                  <a:lnTo>
                    <a:pt x="72331" y="264125"/>
                  </a:lnTo>
                  <a:lnTo>
                    <a:pt x="71623" y="263330"/>
                  </a:lnTo>
                  <a:lnTo>
                    <a:pt x="71433" y="263117"/>
                  </a:lnTo>
                  <a:lnTo>
                    <a:pt x="69300" y="260724"/>
                  </a:lnTo>
                  <a:lnTo>
                    <a:pt x="68089" y="259365"/>
                  </a:lnTo>
                  <a:lnTo>
                    <a:pt x="67941" y="259130"/>
                  </a:lnTo>
                  <a:lnTo>
                    <a:pt x="67692" y="258734"/>
                  </a:lnTo>
                  <a:lnTo>
                    <a:pt x="66640" y="257065"/>
                  </a:lnTo>
                  <a:lnTo>
                    <a:pt x="65833" y="255785"/>
                  </a:lnTo>
                  <a:lnTo>
                    <a:pt x="63537" y="251104"/>
                  </a:lnTo>
                  <a:lnTo>
                    <a:pt x="63025" y="250061"/>
                  </a:lnTo>
                  <a:lnTo>
                    <a:pt x="62384" y="248592"/>
                  </a:lnTo>
                  <a:lnTo>
                    <a:pt x="61034" y="245496"/>
                  </a:lnTo>
                  <a:lnTo>
                    <a:pt x="56782" y="235265"/>
                  </a:lnTo>
                  <a:lnTo>
                    <a:pt x="56503" y="234594"/>
                  </a:lnTo>
                  <a:lnTo>
                    <a:pt x="50799" y="220869"/>
                  </a:lnTo>
                  <a:lnTo>
                    <a:pt x="50578" y="220337"/>
                  </a:lnTo>
                  <a:lnTo>
                    <a:pt x="49962" y="219328"/>
                  </a:lnTo>
                  <a:lnTo>
                    <a:pt x="49544" y="218233"/>
                  </a:lnTo>
                  <a:lnTo>
                    <a:pt x="49434" y="217945"/>
                  </a:lnTo>
                  <a:lnTo>
                    <a:pt x="48643" y="215876"/>
                  </a:lnTo>
                  <a:lnTo>
                    <a:pt x="48150" y="214585"/>
                  </a:lnTo>
                  <a:lnTo>
                    <a:pt x="47224" y="212168"/>
                  </a:lnTo>
                  <a:lnTo>
                    <a:pt x="46845" y="211296"/>
                  </a:lnTo>
                  <a:lnTo>
                    <a:pt x="46769" y="211122"/>
                  </a:lnTo>
                  <a:lnTo>
                    <a:pt x="46580" y="210685"/>
                  </a:lnTo>
                  <a:lnTo>
                    <a:pt x="44640" y="206221"/>
                  </a:lnTo>
                  <a:lnTo>
                    <a:pt x="42240" y="200701"/>
                  </a:lnTo>
                  <a:lnTo>
                    <a:pt x="41620" y="199218"/>
                  </a:lnTo>
                  <a:lnTo>
                    <a:pt x="40848" y="197375"/>
                  </a:lnTo>
                  <a:lnTo>
                    <a:pt x="36013" y="185826"/>
                  </a:lnTo>
                  <a:lnTo>
                    <a:pt x="34370" y="181965"/>
                  </a:lnTo>
                  <a:lnTo>
                    <a:pt x="33756" y="180522"/>
                  </a:lnTo>
                  <a:lnTo>
                    <a:pt x="32276" y="177044"/>
                  </a:lnTo>
                  <a:lnTo>
                    <a:pt x="32055" y="176632"/>
                  </a:lnTo>
                  <a:lnTo>
                    <a:pt x="31517" y="175626"/>
                  </a:lnTo>
                  <a:lnTo>
                    <a:pt x="30604" y="173920"/>
                  </a:lnTo>
                  <a:lnTo>
                    <a:pt x="30123" y="173022"/>
                  </a:lnTo>
                  <a:lnTo>
                    <a:pt x="29968" y="172738"/>
                  </a:lnTo>
                  <a:lnTo>
                    <a:pt x="29750" y="172339"/>
                  </a:lnTo>
                  <a:lnTo>
                    <a:pt x="29574" y="172016"/>
                  </a:lnTo>
                  <a:lnTo>
                    <a:pt x="27206" y="167684"/>
                  </a:lnTo>
                  <a:lnTo>
                    <a:pt x="26745" y="166841"/>
                  </a:lnTo>
                  <a:lnTo>
                    <a:pt x="24423" y="163069"/>
                  </a:lnTo>
                  <a:lnTo>
                    <a:pt x="24179" y="162672"/>
                  </a:lnTo>
                  <a:lnTo>
                    <a:pt x="23388" y="161387"/>
                  </a:lnTo>
                  <a:lnTo>
                    <a:pt x="18143" y="154568"/>
                  </a:lnTo>
                  <a:lnTo>
                    <a:pt x="15008" y="150492"/>
                  </a:lnTo>
                  <a:lnTo>
                    <a:pt x="14296" y="149567"/>
                  </a:lnTo>
                  <a:lnTo>
                    <a:pt x="11356" y="145746"/>
                  </a:lnTo>
                  <a:lnTo>
                    <a:pt x="9416" y="143224"/>
                  </a:lnTo>
                  <a:lnTo>
                    <a:pt x="8947" y="142676"/>
                  </a:lnTo>
                  <a:lnTo>
                    <a:pt x="7330" y="140788"/>
                  </a:lnTo>
                  <a:lnTo>
                    <a:pt x="6412" y="139715"/>
                  </a:lnTo>
                  <a:lnTo>
                    <a:pt x="4941" y="137997"/>
                  </a:lnTo>
                  <a:lnTo>
                    <a:pt x="3207" y="136110"/>
                  </a:lnTo>
                  <a:lnTo>
                    <a:pt x="1850" y="134633"/>
                  </a:lnTo>
                  <a:lnTo>
                    <a:pt x="1123" y="133842"/>
                  </a:lnTo>
                  <a:lnTo>
                    <a:pt x="812" y="133539"/>
                  </a:lnTo>
                  <a:lnTo>
                    <a:pt x="348" y="133086"/>
                  </a:lnTo>
                  <a:lnTo>
                    <a:pt x="0" y="132747"/>
                  </a:lnTo>
                  <a:lnTo>
                    <a:pt x="564" y="132156"/>
                  </a:lnTo>
                  <a:lnTo>
                    <a:pt x="3492" y="129093"/>
                  </a:lnTo>
                  <a:lnTo>
                    <a:pt x="3981" y="128442"/>
                  </a:lnTo>
                  <a:lnTo>
                    <a:pt x="8774" y="122898"/>
                  </a:lnTo>
                  <a:lnTo>
                    <a:pt x="12038" y="119124"/>
                  </a:lnTo>
                  <a:lnTo>
                    <a:pt x="13850" y="116817"/>
                  </a:lnTo>
                  <a:lnTo>
                    <a:pt x="14377" y="117303"/>
                  </a:lnTo>
                  <a:lnTo>
                    <a:pt x="14558" y="117470"/>
                  </a:lnTo>
                  <a:lnTo>
                    <a:pt x="15175" y="118039"/>
                  </a:lnTo>
                  <a:lnTo>
                    <a:pt x="16089" y="118882"/>
                  </a:lnTo>
                  <a:lnTo>
                    <a:pt x="22171" y="124493"/>
                  </a:lnTo>
                  <a:lnTo>
                    <a:pt x="28736" y="131642"/>
                  </a:lnTo>
                  <a:lnTo>
                    <a:pt x="32970" y="136534"/>
                  </a:lnTo>
                  <a:lnTo>
                    <a:pt x="36774" y="142116"/>
                  </a:lnTo>
                  <a:lnTo>
                    <a:pt x="39615" y="146795"/>
                  </a:lnTo>
                  <a:lnTo>
                    <a:pt x="43998" y="143830"/>
                  </a:lnTo>
                  <a:lnTo>
                    <a:pt x="54018" y="137053"/>
                  </a:lnTo>
                  <a:lnTo>
                    <a:pt x="57199" y="134992"/>
                  </a:lnTo>
                  <a:lnTo>
                    <a:pt x="59129" y="133830"/>
                  </a:lnTo>
                  <a:lnTo>
                    <a:pt x="60797" y="132826"/>
                  </a:lnTo>
                  <a:lnTo>
                    <a:pt x="66780" y="129707"/>
                  </a:lnTo>
                  <a:lnTo>
                    <a:pt x="68153" y="129027"/>
                  </a:lnTo>
                  <a:lnTo>
                    <a:pt x="69106" y="128556"/>
                  </a:lnTo>
                  <a:lnTo>
                    <a:pt x="70281" y="128094"/>
                  </a:lnTo>
                  <a:lnTo>
                    <a:pt x="90251" y="120243"/>
                  </a:lnTo>
                  <a:lnTo>
                    <a:pt x="90745" y="120049"/>
                  </a:lnTo>
                  <a:lnTo>
                    <a:pt x="90648" y="119760"/>
                  </a:lnTo>
                  <a:lnTo>
                    <a:pt x="89872" y="117439"/>
                  </a:lnTo>
                  <a:lnTo>
                    <a:pt x="87898" y="113244"/>
                  </a:lnTo>
                  <a:lnTo>
                    <a:pt x="86416" y="110093"/>
                  </a:lnTo>
                  <a:lnTo>
                    <a:pt x="86889" y="109888"/>
                  </a:lnTo>
                  <a:lnTo>
                    <a:pt x="93153" y="107285"/>
                  </a:lnTo>
                  <a:lnTo>
                    <a:pt x="103433" y="103014"/>
                  </a:lnTo>
                  <a:lnTo>
                    <a:pt x="105398" y="101911"/>
                  </a:lnTo>
                  <a:lnTo>
                    <a:pt x="106169" y="101479"/>
                  </a:lnTo>
                  <a:lnTo>
                    <a:pt x="106689" y="101187"/>
                  </a:lnTo>
                  <a:lnTo>
                    <a:pt x="107990" y="100431"/>
                  </a:lnTo>
                  <a:lnTo>
                    <a:pt x="109117" y="99234"/>
                  </a:lnTo>
                  <a:lnTo>
                    <a:pt x="109582" y="98741"/>
                  </a:lnTo>
                  <a:lnTo>
                    <a:pt x="113314" y="93597"/>
                  </a:lnTo>
                  <a:lnTo>
                    <a:pt x="113613" y="93184"/>
                  </a:lnTo>
                  <a:lnTo>
                    <a:pt x="114145" y="92452"/>
                  </a:lnTo>
                  <a:lnTo>
                    <a:pt x="117281" y="88131"/>
                  </a:lnTo>
                  <a:lnTo>
                    <a:pt x="122332" y="81169"/>
                  </a:lnTo>
                  <a:lnTo>
                    <a:pt x="126010" y="76100"/>
                  </a:lnTo>
                  <a:lnTo>
                    <a:pt x="126433" y="75518"/>
                  </a:lnTo>
                  <a:lnTo>
                    <a:pt x="131536" y="68486"/>
                  </a:lnTo>
                  <a:lnTo>
                    <a:pt x="133093" y="66340"/>
                  </a:lnTo>
                  <a:lnTo>
                    <a:pt x="124005" y="59675"/>
                  </a:lnTo>
                  <a:lnTo>
                    <a:pt x="119625" y="56463"/>
                  </a:lnTo>
                  <a:lnTo>
                    <a:pt x="115520" y="53452"/>
                  </a:lnTo>
                  <a:lnTo>
                    <a:pt x="114538" y="52732"/>
                  </a:lnTo>
                  <a:lnTo>
                    <a:pt x="109002" y="48672"/>
                  </a:lnTo>
                  <a:lnTo>
                    <a:pt x="108673" y="48431"/>
                  </a:lnTo>
                  <a:lnTo>
                    <a:pt x="106883" y="47118"/>
                  </a:lnTo>
                  <a:lnTo>
                    <a:pt x="97234" y="40041"/>
                  </a:lnTo>
                  <a:lnTo>
                    <a:pt x="96989" y="39861"/>
                  </a:lnTo>
                  <a:lnTo>
                    <a:pt x="90861" y="35367"/>
                  </a:lnTo>
                  <a:lnTo>
                    <a:pt x="83295" y="29818"/>
                  </a:lnTo>
                  <a:lnTo>
                    <a:pt x="81420" y="28518"/>
                  </a:lnTo>
                  <a:lnTo>
                    <a:pt x="78592" y="26558"/>
                  </a:lnTo>
                  <a:lnTo>
                    <a:pt x="80611" y="23773"/>
                  </a:lnTo>
                  <a:lnTo>
                    <a:pt x="82854" y="20679"/>
                  </a:lnTo>
                  <a:lnTo>
                    <a:pt x="97848" y="0"/>
                  </a:lnTo>
                  <a:lnTo>
                    <a:pt x="100334" y="1805"/>
                  </a:lnTo>
                  <a:lnTo>
                    <a:pt x="100972" y="2269"/>
                  </a:lnTo>
                  <a:lnTo>
                    <a:pt x="101351" y="2545"/>
                  </a:lnTo>
                  <a:lnTo>
                    <a:pt x="109763" y="8658"/>
                  </a:lnTo>
                  <a:lnTo>
                    <a:pt x="110030" y="8852"/>
                  </a:lnTo>
                  <a:lnTo>
                    <a:pt x="110260" y="9020"/>
                  </a:lnTo>
                  <a:lnTo>
                    <a:pt x="116529" y="13576"/>
                  </a:lnTo>
                  <a:lnTo>
                    <a:pt x="116846" y="13806"/>
                  </a:lnTo>
                  <a:lnTo>
                    <a:pt x="125781" y="20299"/>
                  </a:lnTo>
                  <a:lnTo>
                    <a:pt x="125949" y="20421"/>
                  </a:lnTo>
                  <a:lnTo>
                    <a:pt x="134592" y="26702"/>
                  </a:lnTo>
                  <a:lnTo>
                    <a:pt x="143129" y="32905"/>
                  </a:lnTo>
                  <a:lnTo>
                    <a:pt x="152607" y="39581"/>
                  </a:lnTo>
                  <a:lnTo>
                    <a:pt x="152900" y="39787"/>
                  </a:lnTo>
                  <a:lnTo>
                    <a:pt x="152367" y="40501"/>
                  </a:lnTo>
                  <a:lnTo>
                    <a:pt x="155181" y="42683"/>
                  </a:lnTo>
                  <a:lnTo>
                    <a:pt x="162335" y="48674"/>
                  </a:lnTo>
                  <a:lnTo>
                    <a:pt x="162563" y="48865"/>
                  </a:lnTo>
                  <a:lnTo>
                    <a:pt x="172387" y="56950"/>
                  </a:lnTo>
                  <a:lnTo>
                    <a:pt x="174658" y="58819"/>
                  </a:lnTo>
                  <a:lnTo>
                    <a:pt x="177331" y="61109"/>
                  </a:lnTo>
                  <a:lnTo>
                    <a:pt x="183587" y="66469"/>
                  </a:lnTo>
                  <a:lnTo>
                    <a:pt x="184000" y="66824"/>
                  </a:lnTo>
                  <a:lnTo>
                    <a:pt x="183503" y="67397"/>
                  </a:lnTo>
                  <a:lnTo>
                    <a:pt x="182865" y="68132"/>
                  </a:lnTo>
                  <a:lnTo>
                    <a:pt x="180357" y="71022"/>
                  </a:lnTo>
                  <a:lnTo>
                    <a:pt x="179568" y="71932"/>
                  </a:lnTo>
                  <a:lnTo>
                    <a:pt x="178345" y="73341"/>
                  </a:lnTo>
                  <a:lnTo>
                    <a:pt x="177130" y="74807"/>
                  </a:lnTo>
                  <a:lnTo>
                    <a:pt x="176000" y="76170"/>
                  </a:lnTo>
                  <a:lnTo>
                    <a:pt x="175756" y="76466"/>
                  </a:lnTo>
                  <a:lnTo>
                    <a:pt x="173324" y="79279"/>
                  </a:lnTo>
                  <a:lnTo>
                    <a:pt x="171778" y="81067"/>
                  </a:lnTo>
                  <a:lnTo>
                    <a:pt x="168696" y="84769"/>
                  </a:lnTo>
                  <a:lnTo>
                    <a:pt x="164282" y="90072"/>
                  </a:lnTo>
                  <a:lnTo>
                    <a:pt x="163791" y="90674"/>
                  </a:lnTo>
                  <a:lnTo>
                    <a:pt x="162055" y="92803"/>
                  </a:lnTo>
                  <a:lnTo>
                    <a:pt x="161947" y="92936"/>
                  </a:lnTo>
                  <a:lnTo>
                    <a:pt x="161437" y="93561"/>
                  </a:lnTo>
                  <a:lnTo>
                    <a:pt x="157951" y="98150"/>
                  </a:lnTo>
                  <a:lnTo>
                    <a:pt x="157480" y="98872"/>
                  </a:lnTo>
                  <a:lnTo>
                    <a:pt x="156721" y="100033"/>
                  </a:lnTo>
                  <a:lnTo>
                    <a:pt x="156476" y="100408"/>
                  </a:lnTo>
                  <a:lnTo>
                    <a:pt x="156095" y="101074"/>
                  </a:lnTo>
                  <a:lnTo>
                    <a:pt x="155867" y="101472"/>
                  </a:lnTo>
                  <a:lnTo>
                    <a:pt x="155706" y="101752"/>
                  </a:lnTo>
                  <a:lnTo>
                    <a:pt x="155370" y="102339"/>
                  </a:lnTo>
                  <a:lnTo>
                    <a:pt x="154757" y="103409"/>
                  </a:lnTo>
                  <a:lnTo>
                    <a:pt x="154627" y="103637"/>
                  </a:lnTo>
                  <a:lnTo>
                    <a:pt x="152581" y="1067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g66"/>
            <p:cNvSpPr/>
            <p:nvPr/>
          </p:nvSpPr>
          <p:spPr>
            <a:xfrm>
              <a:off x="2277112" y="4143690"/>
              <a:ext cx="161949" cy="144413"/>
            </a:xfrm>
            <a:custGeom>
              <a:avLst/>
              <a:pathLst>
                <a:path w="161949" h="144413">
                  <a:moveTo>
                    <a:pt x="136180" y="60594"/>
                  </a:moveTo>
                  <a:lnTo>
                    <a:pt x="129739" y="70796"/>
                  </a:lnTo>
                  <a:lnTo>
                    <a:pt x="129260" y="71554"/>
                  </a:lnTo>
                  <a:lnTo>
                    <a:pt x="126008" y="76706"/>
                  </a:lnTo>
                  <a:lnTo>
                    <a:pt x="122010" y="83039"/>
                  </a:lnTo>
                  <a:lnTo>
                    <a:pt x="121738" y="83470"/>
                  </a:lnTo>
                  <a:lnTo>
                    <a:pt x="118689" y="88298"/>
                  </a:lnTo>
                  <a:lnTo>
                    <a:pt x="117623" y="90118"/>
                  </a:lnTo>
                  <a:lnTo>
                    <a:pt x="117439" y="90431"/>
                  </a:lnTo>
                  <a:lnTo>
                    <a:pt x="116049" y="92803"/>
                  </a:lnTo>
                  <a:lnTo>
                    <a:pt x="115680" y="93432"/>
                  </a:lnTo>
                  <a:lnTo>
                    <a:pt x="114518" y="95353"/>
                  </a:lnTo>
                  <a:lnTo>
                    <a:pt x="110802" y="101497"/>
                  </a:lnTo>
                  <a:lnTo>
                    <a:pt x="105835" y="98579"/>
                  </a:lnTo>
                  <a:lnTo>
                    <a:pt x="103021" y="96929"/>
                  </a:lnTo>
                  <a:lnTo>
                    <a:pt x="102722" y="96754"/>
                  </a:lnTo>
                  <a:lnTo>
                    <a:pt x="98867" y="96071"/>
                  </a:lnTo>
                  <a:lnTo>
                    <a:pt x="94439" y="95823"/>
                  </a:lnTo>
                  <a:lnTo>
                    <a:pt x="92283" y="95702"/>
                  </a:lnTo>
                  <a:lnTo>
                    <a:pt x="92760" y="98940"/>
                  </a:lnTo>
                  <a:lnTo>
                    <a:pt x="92489" y="99426"/>
                  </a:lnTo>
                  <a:lnTo>
                    <a:pt x="91437" y="101009"/>
                  </a:lnTo>
                  <a:lnTo>
                    <a:pt x="90470" y="102465"/>
                  </a:lnTo>
                  <a:lnTo>
                    <a:pt x="89859" y="103385"/>
                  </a:lnTo>
                  <a:lnTo>
                    <a:pt x="87247" y="107472"/>
                  </a:lnTo>
                  <a:lnTo>
                    <a:pt x="86826" y="107803"/>
                  </a:lnTo>
                  <a:lnTo>
                    <a:pt x="85279" y="109017"/>
                  </a:lnTo>
                  <a:lnTo>
                    <a:pt x="85120" y="109141"/>
                  </a:lnTo>
                  <a:lnTo>
                    <a:pt x="82959" y="110838"/>
                  </a:lnTo>
                  <a:lnTo>
                    <a:pt x="82603" y="111114"/>
                  </a:lnTo>
                  <a:lnTo>
                    <a:pt x="81123" y="112238"/>
                  </a:lnTo>
                  <a:lnTo>
                    <a:pt x="80681" y="112574"/>
                  </a:lnTo>
                  <a:lnTo>
                    <a:pt x="80377" y="112805"/>
                  </a:lnTo>
                  <a:lnTo>
                    <a:pt x="78733" y="110985"/>
                  </a:lnTo>
                  <a:lnTo>
                    <a:pt x="78507" y="110735"/>
                  </a:lnTo>
                  <a:lnTo>
                    <a:pt x="77126" y="113309"/>
                  </a:lnTo>
                  <a:lnTo>
                    <a:pt x="75204" y="117177"/>
                  </a:lnTo>
                  <a:lnTo>
                    <a:pt x="76533" y="117835"/>
                  </a:lnTo>
                  <a:lnTo>
                    <a:pt x="77797" y="118461"/>
                  </a:lnTo>
                  <a:lnTo>
                    <a:pt x="76816" y="118651"/>
                  </a:lnTo>
                  <a:lnTo>
                    <a:pt x="77537" y="120734"/>
                  </a:lnTo>
                  <a:lnTo>
                    <a:pt x="77551" y="126668"/>
                  </a:lnTo>
                  <a:lnTo>
                    <a:pt x="77481" y="127515"/>
                  </a:lnTo>
                  <a:lnTo>
                    <a:pt x="82232" y="127742"/>
                  </a:lnTo>
                  <a:lnTo>
                    <a:pt x="82329" y="130521"/>
                  </a:lnTo>
                  <a:lnTo>
                    <a:pt x="81431" y="131401"/>
                  </a:lnTo>
                  <a:lnTo>
                    <a:pt x="80810" y="130594"/>
                  </a:lnTo>
                  <a:lnTo>
                    <a:pt x="79348" y="133221"/>
                  </a:lnTo>
                  <a:lnTo>
                    <a:pt x="79258" y="133448"/>
                  </a:lnTo>
                  <a:lnTo>
                    <a:pt x="78824" y="134550"/>
                  </a:lnTo>
                  <a:lnTo>
                    <a:pt x="78112" y="136354"/>
                  </a:lnTo>
                  <a:lnTo>
                    <a:pt x="77555" y="137768"/>
                  </a:lnTo>
                  <a:lnTo>
                    <a:pt x="72881" y="144413"/>
                  </a:lnTo>
                  <a:lnTo>
                    <a:pt x="72744" y="144316"/>
                  </a:lnTo>
                  <a:lnTo>
                    <a:pt x="70996" y="142983"/>
                  </a:lnTo>
                  <a:lnTo>
                    <a:pt x="69376" y="141748"/>
                  </a:lnTo>
                  <a:lnTo>
                    <a:pt x="67571" y="140373"/>
                  </a:lnTo>
                  <a:lnTo>
                    <a:pt x="67081" y="140033"/>
                  </a:lnTo>
                  <a:lnTo>
                    <a:pt x="66427" y="139725"/>
                  </a:lnTo>
                  <a:lnTo>
                    <a:pt x="64130" y="138646"/>
                  </a:lnTo>
                  <a:lnTo>
                    <a:pt x="63800" y="138643"/>
                  </a:lnTo>
                  <a:lnTo>
                    <a:pt x="61430" y="138621"/>
                  </a:lnTo>
                  <a:lnTo>
                    <a:pt x="58411" y="138446"/>
                  </a:lnTo>
                  <a:lnTo>
                    <a:pt x="57169" y="138059"/>
                  </a:lnTo>
                  <a:lnTo>
                    <a:pt x="56925" y="137505"/>
                  </a:lnTo>
                  <a:lnTo>
                    <a:pt x="56678" y="137245"/>
                  </a:lnTo>
                  <a:lnTo>
                    <a:pt x="55269" y="135765"/>
                  </a:lnTo>
                  <a:lnTo>
                    <a:pt x="54117" y="134556"/>
                  </a:lnTo>
                  <a:lnTo>
                    <a:pt x="50846" y="131120"/>
                  </a:lnTo>
                  <a:lnTo>
                    <a:pt x="49035" y="129218"/>
                  </a:lnTo>
                  <a:lnTo>
                    <a:pt x="47834" y="127957"/>
                  </a:lnTo>
                  <a:lnTo>
                    <a:pt x="47147" y="127430"/>
                  </a:lnTo>
                  <a:lnTo>
                    <a:pt x="46337" y="127104"/>
                  </a:lnTo>
                  <a:lnTo>
                    <a:pt x="44644" y="126527"/>
                  </a:lnTo>
                  <a:lnTo>
                    <a:pt x="39357" y="124907"/>
                  </a:lnTo>
                  <a:lnTo>
                    <a:pt x="38899" y="127225"/>
                  </a:lnTo>
                  <a:lnTo>
                    <a:pt x="32399" y="126009"/>
                  </a:lnTo>
                  <a:lnTo>
                    <a:pt x="26400" y="123599"/>
                  </a:lnTo>
                  <a:lnTo>
                    <a:pt x="22635" y="121599"/>
                  </a:lnTo>
                  <a:lnTo>
                    <a:pt x="17898" y="118815"/>
                  </a:lnTo>
                  <a:lnTo>
                    <a:pt x="15493" y="116682"/>
                  </a:lnTo>
                  <a:lnTo>
                    <a:pt x="14315" y="116130"/>
                  </a:lnTo>
                  <a:lnTo>
                    <a:pt x="11689" y="115353"/>
                  </a:lnTo>
                  <a:lnTo>
                    <a:pt x="9799" y="115027"/>
                  </a:lnTo>
                  <a:lnTo>
                    <a:pt x="6629" y="115244"/>
                  </a:lnTo>
                  <a:lnTo>
                    <a:pt x="4906" y="116758"/>
                  </a:lnTo>
                  <a:lnTo>
                    <a:pt x="3005" y="116947"/>
                  </a:lnTo>
                  <a:lnTo>
                    <a:pt x="2507" y="116996"/>
                  </a:lnTo>
                  <a:lnTo>
                    <a:pt x="860" y="117045"/>
                  </a:lnTo>
                  <a:lnTo>
                    <a:pt x="0" y="117071"/>
                  </a:lnTo>
                  <a:lnTo>
                    <a:pt x="0" y="115425"/>
                  </a:lnTo>
                  <a:lnTo>
                    <a:pt x="706" y="113699"/>
                  </a:lnTo>
                  <a:lnTo>
                    <a:pt x="8213" y="113419"/>
                  </a:lnTo>
                  <a:lnTo>
                    <a:pt x="8841" y="111010"/>
                  </a:lnTo>
                  <a:lnTo>
                    <a:pt x="14495" y="111332"/>
                  </a:lnTo>
                  <a:lnTo>
                    <a:pt x="23763" y="115586"/>
                  </a:lnTo>
                  <a:lnTo>
                    <a:pt x="33344" y="117352"/>
                  </a:lnTo>
                  <a:lnTo>
                    <a:pt x="33972" y="112375"/>
                  </a:lnTo>
                  <a:lnTo>
                    <a:pt x="29496" y="109405"/>
                  </a:lnTo>
                  <a:lnTo>
                    <a:pt x="28553" y="110208"/>
                  </a:lnTo>
                  <a:lnTo>
                    <a:pt x="19836" y="109244"/>
                  </a:lnTo>
                  <a:lnTo>
                    <a:pt x="12768" y="106515"/>
                  </a:lnTo>
                  <a:lnTo>
                    <a:pt x="18894" y="95035"/>
                  </a:lnTo>
                  <a:lnTo>
                    <a:pt x="15831" y="89978"/>
                  </a:lnTo>
                  <a:lnTo>
                    <a:pt x="16694" y="86606"/>
                  </a:lnTo>
                  <a:lnTo>
                    <a:pt x="13208" y="84528"/>
                  </a:lnTo>
                  <a:lnTo>
                    <a:pt x="13449" y="83924"/>
                  </a:lnTo>
                  <a:lnTo>
                    <a:pt x="17745" y="77321"/>
                  </a:lnTo>
                  <a:lnTo>
                    <a:pt x="25102" y="81153"/>
                  </a:lnTo>
                  <a:lnTo>
                    <a:pt x="27875" y="82597"/>
                  </a:lnTo>
                  <a:lnTo>
                    <a:pt x="29183" y="82820"/>
                  </a:lnTo>
                  <a:lnTo>
                    <a:pt x="33982" y="82039"/>
                  </a:lnTo>
                  <a:lnTo>
                    <a:pt x="33859" y="81390"/>
                  </a:lnTo>
                  <a:lnTo>
                    <a:pt x="33986" y="81362"/>
                  </a:lnTo>
                  <a:lnTo>
                    <a:pt x="35938" y="80925"/>
                  </a:lnTo>
                  <a:lnTo>
                    <a:pt x="36735" y="80747"/>
                  </a:lnTo>
                  <a:lnTo>
                    <a:pt x="37786" y="80478"/>
                  </a:lnTo>
                  <a:lnTo>
                    <a:pt x="38038" y="80413"/>
                  </a:lnTo>
                  <a:lnTo>
                    <a:pt x="39128" y="80135"/>
                  </a:lnTo>
                  <a:lnTo>
                    <a:pt x="39374" y="80072"/>
                  </a:lnTo>
                  <a:lnTo>
                    <a:pt x="43281" y="79071"/>
                  </a:lnTo>
                  <a:lnTo>
                    <a:pt x="43300" y="79242"/>
                  </a:lnTo>
                  <a:lnTo>
                    <a:pt x="44595" y="80478"/>
                  </a:lnTo>
                  <a:lnTo>
                    <a:pt x="45270" y="81123"/>
                  </a:lnTo>
                  <a:lnTo>
                    <a:pt x="45533" y="81374"/>
                  </a:lnTo>
                  <a:lnTo>
                    <a:pt x="46500" y="81874"/>
                  </a:lnTo>
                  <a:lnTo>
                    <a:pt x="49893" y="83619"/>
                  </a:lnTo>
                  <a:lnTo>
                    <a:pt x="52315" y="80834"/>
                  </a:lnTo>
                  <a:lnTo>
                    <a:pt x="57240" y="80509"/>
                  </a:lnTo>
                  <a:lnTo>
                    <a:pt x="61758" y="80326"/>
                  </a:lnTo>
                  <a:lnTo>
                    <a:pt x="61875" y="81990"/>
                  </a:lnTo>
                  <a:lnTo>
                    <a:pt x="74245" y="75185"/>
                  </a:lnTo>
                  <a:lnTo>
                    <a:pt x="74474" y="75059"/>
                  </a:lnTo>
                  <a:lnTo>
                    <a:pt x="79786" y="72137"/>
                  </a:lnTo>
                  <a:lnTo>
                    <a:pt x="80860" y="71546"/>
                  </a:lnTo>
                  <a:lnTo>
                    <a:pt x="81785" y="70527"/>
                  </a:lnTo>
                  <a:lnTo>
                    <a:pt x="81621" y="70430"/>
                  </a:lnTo>
                  <a:lnTo>
                    <a:pt x="80946" y="70030"/>
                  </a:lnTo>
                  <a:lnTo>
                    <a:pt x="81286" y="69499"/>
                  </a:lnTo>
                  <a:lnTo>
                    <a:pt x="85017" y="63839"/>
                  </a:lnTo>
                  <a:lnTo>
                    <a:pt x="86531" y="64777"/>
                  </a:lnTo>
                  <a:lnTo>
                    <a:pt x="89219" y="66443"/>
                  </a:lnTo>
                  <a:lnTo>
                    <a:pt x="89494" y="66010"/>
                  </a:lnTo>
                  <a:lnTo>
                    <a:pt x="91257" y="63235"/>
                  </a:lnTo>
                  <a:lnTo>
                    <a:pt x="94078" y="58795"/>
                  </a:lnTo>
                  <a:lnTo>
                    <a:pt x="97325" y="53687"/>
                  </a:lnTo>
                  <a:lnTo>
                    <a:pt x="97712" y="53078"/>
                  </a:lnTo>
                  <a:lnTo>
                    <a:pt x="98855" y="51278"/>
                  </a:lnTo>
                  <a:lnTo>
                    <a:pt x="99202" y="50732"/>
                  </a:lnTo>
                  <a:lnTo>
                    <a:pt x="99525" y="50224"/>
                  </a:lnTo>
                  <a:lnTo>
                    <a:pt x="101474" y="47157"/>
                  </a:lnTo>
                  <a:lnTo>
                    <a:pt x="101998" y="46333"/>
                  </a:lnTo>
                  <a:lnTo>
                    <a:pt x="102389" y="45718"/>
                  </a:lnTo>
                  <a:lnTo>
                    <a:pt x="105022" y="41574"/>
                  </a:lnTo>
                  <a:lnTo>
                    <a:pt x="105383" y="41005"/>
                  </a:lnTo>
                  <a:lnTo>
                    <a:pt x="105562" y="40723"/>
                  </a:lnTo>
                  <a:lnTo>
                    <a:pt x="105702" y="40504"/>
                  </a:lnTo>
                  <a:lnTo>
                    <a:pt x="105864" y="40249"/>
                  </a:lnTo>
                  <a:lnTo>
                    <a:pt x="109368" y="34735"/>
                  </a:lnTo>
                  <a:lnTo>
                    <a:pt x="109661" y="34273"/>
                  </a:lnTo>
                  <a:lnTo>
                    <a:pt x="109932" y="33847"/>
                  </a:lnTo>
                  <a:lnTo>
                    <a:pt x="112140" y="30346"/>
                  </a:lnTo>
                  <a:lnTo>
                    <a:pt x="112224" y="30214"/>
                  </a:lnTo>
                  <a:lnTo>
                    <a:pt x="115083" y="25680"/>
                  </a:lnTo>
                  <a:lnTo>
                    <a:pt x="116104" y="24062"/>
                  </a:lnTo>
                  <a:lnTo>
                    <a:pt x="116201" y="23909"/>
                  </a:lnTo>
                  <a:lnTo>
                    <a:pt x="116479" y="23468"/>
                  </a:lnTo>
                  <a:lnTo>
                    <a:pt x="117834" y="21318"/>
                  </a:lnTo>
                  <a:lnTo>
                    <a:pt x="118134" y="20844"/>
                  </a:lnTo>
                  <a:lnTo>
                    <a:pt x="118740" y="19883"/>
                  </a:lnTo>
                  <a:lnTo>
                    <a:pt x="119842" y="18135"/>
                  </a:lnTo>
                  <a:lnTo>
                    <a:pt x="120149" y="17649"/>
                  </a:lnTo>
                  <a:lnTo>
                    <a:pt x="120843" y="16548"/>
                  </a:lnTo>
                  <a:lnTo>
                    <a:pt x="129204" y="3292"/>
                  </a:lnTo>
                  <a:lnTo>
                    <a:pt x="131281" y="0"/>
                  </a:lnTo>
                  <a:lnTo>
                    <a:pt x="132649" y="939"/>
                  </a:lnTo>
                  <a:lnTo>
                    <a:pt x="134789" y="2274"/>
                  </a:lnTo>
                  <a:lnTo>
                    <a:pt x="139967" y="5505"/>
                  </a:lnTo>
                  <a:lnTo>
                    <a:pt x="141597" y="6523"/>
                  </a:lnTo>
                  <a:lnTo>
                    <a:pt x="146149" y="9363"/>
                  </a:lnTo>
                  <a:lnTo>
                    <a:pt x="147551" y="10238"/>
                  </a:lnTo>
                  <a:lnTo>
                    <a:pt x="153359" y="13862"/>
                  </a:lnTo>
                  <a:lnTo>
                    <a:pt x="154506" y="14578"/>
                  </a:lnTo>
                  <a:lnTo>
                    <a:pt x="161435" y="18901"/>
                  </a:lnTo>
                  <a:lnTo>
                    <a:pt x="161949" y="19347"/>
                  </a:lnTo>
                  <a:lnTo>
                    <a:pt x="161507" y="20066"/>
                  </a:lnTo>
                  <a:lnTo>
                    <a:pt x="160831" y="21168"/>
                  </a:lnTo>
                  <a:lnTo>
                    <a:pt x="159996" y="22527"/>
                  </a:lnTo>
                  <a:lnTo>
                    <a:pt x="157841" y="26038"/>
                  </a:lnTo>
                  <a:lnTo>
                    <a:pt x="156677" y="27933"/>
                  </a:lnTo>
                  <a:lnTo>
                    <a:pt x="151857" y="35784"/>
                  </a:lnTo>
                  <a:lnTo>
                    <a:pt x="151681" y="36070"/>
                  </a:lnTo>
                  <a:lnTo>
                    <a:pt x="151525" y="36324"/>
                  </a:lnTo>
                  <a:lnTo>
                    <a:pt x="149830" y="39135"/>
                  </a:lnTo>
                  <a:lnTo>
                    <a:pt x="146113" y="45300"/>
                  </a:lnTo>
                  <a:lnTo>
                    <a:pt x="145817" y="45807"/>
                  </a:lnTo>
                  <a:lnTo>
                    <a:pt x="144671" y="47765"/>
                  </a:lnTo>
                  <a:lnTo>
                    <a:pt x="142456" y="51142"/>
                  </a:lnTo>
                  <a:lnTo>
                    <a:pt x="141841" y="52079"/>
                  </a:lnTo>
                  <a:lnTo>
                    <a:pt x="141485" y="52621"/>
                  </a:lnTo>
                  <a:lnTo>
                    <a:pt x="140857" y="53578"/>
                  </a:lnTo>
                  <a:lnTo>
                    <a:pt x="140482" y="54151"/>
                  </a:lnTo>
                  <a:lnTo>
                    <a:pt x="140169" y="54571"/>
                  </a:lnTo>
                  <a:lnTo>
                    <a:pt x="139758" y="55125"/>
                  </a:lnTo>
                  <a:lnTo>
                    <a:pt x="138361" y="57004"/>
                  </a:lnTo>
                  <a:lnTo>
                    <a:pt x="138004" y="57592"/>
                  </a:lnTo>
                  <a:lnTo>
                    <a:pt x="136323" y="6035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g67"/>
            <p:cNvSpPr/>
            <p:nvPr/>
          </p:nvSpPr>
          <p:spPr>
            <a:xfrm>
              <a:off x="2084322" y="4050207"/>
              <a:ext cx="302384" cy="177108"/>
            </a:xfrm>
            <a:custGeom>
              <a:avLst/>
              <a:pathLst>
                <a:path w="302384" h="177108">
                  <a:moveTo>
                    <a:pt x="39611" y="0"/>
                  </a:moveTo>
                  <a:lnTo>
                    <a:pt x="42655" y="2659"/>
                  </a:lnTo>
                  <a:lnTo>
                    <a:pt x="41575" y="8780"/>
                  </a:lnTo>
                  <a:lnTo>
                    <a:pt x="50341" y="25803"/>
                  </a:lnTo>
                  <a:lnTo>
                    <a:pt x="53507" y="28136"/>
                  </a:lnTo>
                  <a:lnTo>
                    <a:pt x="55348" y="34684"/>
                  </a:lnTo>
                  <a:lnTo>
                    <a:pt x="54096" y="37092"/>
                  </a:lnTo>
                  <a:lnTo>
                    <a:pt x="56454" y="41742"/>
                  </a:lnTo>
                  <a:lnTo>
                    <a:pt x="86513" y="52612"/>
                  </a:lnTo>
                  <a:lnTo>
                    <a:pt x="99078" y="53254"/>
                  </a:lnTo>
                  <a:lnTo>
                    <a:pt x="112430" y="56786"/>
                  </a:lnTo>
                  <a:lnTo>
                    <a:pt x="114472" y="53575"/>
                  </a:lnTo>
                  <a:lnTo>
                    <a:pt x="109602" y="44263"/>
                  </a:lnTo>
                  <a:lnTo>
                    <a:pt x="112552" y="26819"/>
                  </a:lnTo>
                  <a:lnTo>
                    <a:pt x="115177" y="25066"/>
                  </a:lnTo>
                  <a:lnTo>
                    <a:pt x="118104" y="26165"/>
                  </a:lnTo>
                  <a:lnTo>
                    <a:pt x="120597" y="32222"/>
                  </a:lnTo>
                  <a:lnTo>
                    <a:pt x="119969" y="42336"/>
                  </a:lnTo>
                  <a:lnTo>
                    <a:pt x="127666" y="50685"/>
                  </a:lnTo>
                  <a:lnTo>
                    <a:pt x="137718" y="50525"/>
                  </a:lnTo>
                  <a:lnTo>
                    <a:pt x="146357" y="55823"/>
                  </a:lnTo>
                  <a:lnTo>
                    <a:pt x="170232" y="48116"/>
                  </a:lnTo>
                  <a:lnTo>
                    <a:pt x="175604" y="36505"/>
                  </a:lnTo>
                  <a:lnTo>
                    <a:pt x="185366" y="40054"/>
                  </a:lnTo>
                  <a:lnTo>
                    <a:pt x="180442" y="49401"/>
                  </a:lnTo>
                  <a:lnTo>
                    <a:pt x="186568" y="50364"/>
                  </a:lnTo>
                  <a:lnTo>
                    <a:pt x="187667" y="44905"/>
                  </a:lnTo>
                  <a:lnTo>
                    <a:pt x="198977" y="39607"/>
                  </a:lnTo>
                  <a:lnTo>
                    <a:pt x="201647" y="41213"/>
                  </a:lnTo>
                  <a:lnTo>
                    <a:pt x="205173" y="36314"/>
                  </a:lnTo>
                  <a:lnTo>
                    <a:pt x="207635" y="36601"/>
                  </a:lnTo>
                  <a:lnTo>
                    <a:pt x="210425" y="37083"/>
                  </a:lnTo>
                  <a:lnTo>
                    <a:pt x="209658" y="39928"/>
                  </a:lnTo>
                  <a:lnTo>
                    <a:pt x="212799" y="42497"/>
                  </a:lnTo>
                  <a:lnTo>
                    <a:pt x="216726" y="41694"/>
                  </a:lnTo>
                  <a:lnTo>
                    <a:pt x="217727" y="41450"/>
                  </a:lnTo>
                  <a:lnTo>
                    <a:pt x="220103" y="45063"/>
                  </a:lnTo>
                  <a:lnTo>
                    <a:pt x="219710" y="46350"/>
                  </a:lnTo>
                  <a:lnTo>
                    <a:pt x="217825" y="49401"/>
                  </a:lnTo>
                  <a:lnTo>
                    <a:pt x="220653" y="63690"/>
                  </a:lnTo>
                  <a:lnTo>
                    <a:pt x="223480" y="66098"/>
                  </a:lnTo>
                  <a:lnTo>
                    <a:pt x="231177" y="56626"/>
                  </a:lnTo>
                  <a:lnTo>
                    <a:pt x="234004" y="49240"/>
                  </a:lnTo>
                  <a:lnTo>
                    <a:pt x="244410" y="52230"/>
                  </a:lnTo>
                  <a:lnTo>
                    <a:pt x="239508" y="60353"/>
                  </a:lnTo>
                  <a:lnTo>
                    <a:pt x="229720" y="71689"/>
                  </a:lnTo>
                  <a:lnTo>
                    <a:pt x="226870" y="77726"/>
                  </a:lnTo>
                  <a:lnTo>
                    <a:pt x="225753" y="78943"/>
                  </a:lnTo>
                  <a:lnTo>
                    <a:pt x="225115" y="80912"/>
                  </a:lnTo>
                  <a:lnTo>
                    <a:pt x="224215" y="82485"/>
                  </a:lnTo>
                  <a:lnTo>
                    <a:pt x="223943" y="82961"/>
                  </a:lnTo>
                  <a:lnTo>
                    <a:pt x="226867" y="82899"/>
                  </a:lnTo>
                  <a:lnTo>
                    <a:pt x="228336" y="82488"/>
                  </a:lnTo>
                  <a:lnTo>
                    <a:pt x="228573" y="82422"/>
                  </a:lnTo>
                  <a:lnTo>
                    <a:pt x="229103" y="82273"/>
                  </a:lnTo>
                  <a:lnTo>
                    <a:pt x="231324" y="82593"/>
                  </a:lnTo>
                  <a:lnTo>
                    <a:pt x="234222" y="81680"/>
                  </a:lnTo>
                  <a:lnTo>
                    <a:pt x="234420" y="81668"/>
                  </a:lnTo>
                  <a:lnTo>
                    <a:pt x="234917" y="81637"/>
                  </a:lnTo>
                  <a:lnTo>
                    <a:pt x="237094" y="81500"/>
                  </a:lnTo>
                  <a:lnTo>
                    <a:pt x="239141" y="81409"/>
                  </a:lnTo>
                  <a:lnTo>
                    <a:pt x="239613" y="81187"/>
                  </a:lnTo>
                  <a:lnTo>
                    <a:pt x="241065" y="80504"/>
                  </a:lnTo>
                  <a:lnTo>
                    <a:pt x="241591" y="80256"/>
                  </a:lnTo>
                  <a:lnTo>
                    <a:pt x="244235" y="79569"/>
                  </a:lnTo>
                  <a:lnTo>
                    <a:pt x="244432" y="79518"/>
                  </a:lnTo>
                  <a:lnTo>
                    <a:pt x="246642" y="79513"/>
                  </a:lnTo>
                  <a:lnTo>
                    <a:pt x="247165" y="79512"/>
                  </a:lnTo>
                  <a:lnTo>
                    <a:pt x="248041" y="79686"/>
                  </a:lnTo>
                  <a:lnTo>
                    <a:pt x="249668" y="80167"/>
                  </a:lnTo>
                  <a:lnTo>
                    <a:pt x="249995" y="80474"/>
                  </a:lnTo>
                  <a:lnTo>
                    <a:pt x="251190" y="74723"/>
                  </a:lnTo>
                  <a:lnTo>
                    <a:pt x="252663" y="74204"/>
                  </a:lnTo>
                  <a:lnTo>
                    <a:pt x="253744" y="73259"/>
                  </a:lnTo>
                  <a:lnTo>
                    <a:pt x="255013" y="73904"/>
                  </a:lnTo>
                  <a:lnTo>
                    <a:pt x="255776" y="74301"/>
                  </a:lnTo>
                  <a:lnTo>
                    <a:pt x="256509" y="74731"/>
                  </a:lnTo>
                  <a:lnTo>
                    <a:pt x="256801" y="74924"/>
                  </a:lnTo>
                  <a:lnTo>
                    <a:pt x="256763" y="75065"/>
                  </a:lnTo>
                  <a:lnTo>
                    <a:pt x="256111" y="75891"/>
                  </a:lnTo>
                  <a:lnTo>
                    <a:pt x="255194" y="77054"/>
                  </a:lnTo>
                  <a:lnTo>
                    <a:pt x="255567" y="79936"/>
                  </a:lnTo>
                  <a:lnTo>
                    <a:pt x="255660" y="80659"/>
                  </a:lnTo>
                  <a:lnTo>
                    <a:pt x="255720" y="80822"/>
                  </a:lnTo>
                  <a:lnTo>
                    <a:pt x="257436" y="80378"/>
                  </a:lnTo>
                  <a:lnTo>
                    <a:pt x="257685" y="80396"/>
                  </a:lnTo>
                  <a:lnTo>
                    <a:pt x="257895" y="80411"/>
                  </a:lnTo>
                  <a:lnTo>
                    <a:pt x="260017" y="81011"/>
                  </a:lnTo>
                  <a:lnTo>
                    <a:pt x="260609" y="81341"/>
                  </a:lnTo>
                  <a:lnTo>
                    <a:pt x="261343" y="81749"/>
                  </a:lnTo>
                  <a:lnTo>
                    <a:pt x="262005" y="82938"/>
                  </a:lnTo>
                  <a:lnTo>
                    <a:pt x="259919" y="87120"/>
                  </a:lnTo>
                  <a:lnTo>
                    <a:pt x="259266" y="88552"/>
                  </a:lnTo>
                  <a:lnTo>
                    <a:pt x="259214" y="88681"/>
                  </a:lnTo>
                  <a:lnTo>
                    <a:pt x="259015" y="89169"/>
                  </a:lnTo>
                  <a:lnTo>
                    <a:pt x="257644" y="92531"/>
                  </a:lnTo>
                  <a:lnTo>
                    <a:pt x="257435" y="93044"/>
                  </a:lnTo>
                  <a:lnTo>
                    <a:pt x="254935" y="92579"/>
                  </a:lnTo>
                  <a:lnTo>
                    <a:pt x="253217" y="92471"/>
                  </a:lnTo>
                  <a:lnTo>
                    <a:pt x="252550" y="92428"/>
                  </a:lnTo>
                  <a:lnTo>
                    <a:pt x="252343" y="92443"/>
                  </a:lnTo>
                  <a:lnTo>
                    <a:pt x="252063" y="96957"/>
                  </a:lnTo>
                  <a:lnTo>
                    <a:pt x="252049" y="97185"/>
                  </a:lnTo>
                  <a:lnTo>
                    <a:pt x="255144" y="97662"/>
                  </a:lnTo>
                  <a:lnTo>
                    <a:pt x="255388" y="97699"/>
                  </a:lnTo>
                  <a:lnTo>
                    <a:pt x="255581" y="97814"/>
                  </a:lnTo>
                  <a:lnTo>
                    <a:pt x="256334" y="98116"/>
                  </a:lnTo>
                  <a:lnTo>
                    <a:pt x="256679" y="98330"/>
                  </a:lnTo>
                  <a:lnTo>
                    <a:pt x="257005" y="98532"/>
                  </a:lnTo>
                  <a:lnTo>
                    <a:pt x="258986" y="99761"/>
                  </a:lnTo>
                  <a:lnTo>
                    <a:pt x="262901" y="102189"/>
                  </a:lnTo>
                  <a:lnTo>
                    <a:pt x="263366" y="102478"/>
                  </a:lnTo>
                  <a:lnTo>
                    <a:pt x="269357" y="106194"/>
                  </a:lnTo>
                  <a:lnTo>
                    <a:pt x="269670" y="106390"/>
                  </a:lnTo>
                  <a:lnTo>
                    <a:pt x="272580" y="108213"/>
                  </a:lnTo>
                  <a:lnTo>
                    <a:pt x="276107" y="110422"/>
                  </a:lnTo>
                  <a:lnTo>
                    <a:pt x="276549" y="110699"/>
                  </a:lnTo>
                  <a:lnTo>
                    <a:pt x="278642" y="112011"/>
                  </a:lnTo>
                  <a:lnTo>
                    <a:pt x="280009" y="112867"/>
                  </a:lnTo>
                  <a:lnTo>
                    <a:pt x="282135" y="114281"/>
                  </a:lnTo>
                  <a:lnTo>
                    <a:pt x="285121" y="116268"/>
                  </a:lnTo>
                  <a:lnTo>
                    <a:pt x="285511" y="116527"/>
                  </a:lnTo>
                  <a:lnTo>
                    <a:pt x="287249" y="117683"/>
                  </a:lnTo>
                  <a:lnTo>
                    <a:pt x="288239" y="118413"/>
                  </a:lnTo>
                  <a:lnTo>
                    <a:pt x="289257" y="119163"/>
                  </a:lnTo>
                  <a:lnTo>
                    <a:pt x="291923" y="121126"/>
                  </a:lnTo>
                  <a:lnTo>
                    <a:pt x="292111" y="121265"/>
                  </a:lnTo>
                  <a:lnTo>
                    <a:pt x="295486" y="123751"/>
                  </a:lnTo>
                  <a:lnTo>
                    <a:pt x="295618" y="123829"/>
                  </a:lnTo>
                  <a:lnTo>
                    <a:pt x="301975" y="127618"/>
                  </a:lnTo>
                  <a:lnTo>
                    <a:pt x="302384" y="127862"/>
                  </a:lnTo>
                  <a:lnTo>
                    <a:pt x="302158" y="128217"/>
                  </a:lnTo>
                  <a:lnTo>
                    <a:pt x="298645" y="133745"/>
                  </a:lnTo>
                  <a:lnTo>
                    <a:pt x="298491" y="133987"/>
                  </a:lnTo>
                  <a:lnTo>
                    <a:pt x="298352" y="134206"/>
                  </a:lnTo>
                  <a:lnTo>
                    <a:pt x="298173" y="134488"/>
                  </a:lnTo>
                  <a:lnTo>
                    <a:pt x="297812" y="135056"/>
                  </a:lnTo>
                  <a:lnTo>
                    <a:pt x="295179" y="139200"/>
                  </a:lnTo>
                  <a:lnTo>
                    <a:pt x="294788" y="139815"/>
                  </a:lnTo>
                  <a:lnTo>
                    <a:pt x="294264" y="140639"/>
                  </a:lnTo>
                  <a:lnTo>
                    <a:pt x="292315" y="143706"/>
                  </a:lnTo>
                  <a:lnTo>
                    <a:pt x="291992" y="144215"/>
                  </a:lnTo>
                  <a:lnTo>
                    <a:pt x="291645" y="144761"/>
                  </a:lnTo>
                  <a:lnTo>
                    <a:pt x="290502" y="146560"/>
                  </a:lnTo>
                  <a:lnTo>
                    <a:pt x="290115" y="147169"/>
                  </a:lnTo>
                  <a:lnTo>
                    <a:pt x="286868" y="152278"/>
                  </a:lnTo>
                  <a:lnTo>
                    <a:pt x="284047" y="156717"/>
                  </a:lnTo>
                  <a:lnTo>
                    <a:pt x="282283" y="159492"/>
                  </a:lnTo>
                  <a:lnTo>
                    <a:pt x="282008" y="159925"/>
                  </a:lnTo>
                  <a:lnTo>
                    <a:pt x="279218" y="158196"/>
                  </a:lnTo>
                  <a:lnTo>
                    <a:pt x="277726" y="157272"/>
                  </a:lnTo>
                  <a:lnTo>
                    <a:pt x="274076" y="162981"/>
                  </a:lnTo>
                  <a:lnTo>
                    <a:pt x="273736" y="163513"/>
                  </a:lnTo>
                  <a:lnTo>
                    <a:pt x="274411" y="163912"/>
                  </a:lnTo>
                  <a:lnTo>
                    <a:pt x="274575" y="164009"/>
                  </a:lnTo>
                  <a:lnTo>
                    <a:pt x="273650" y="165028"/>
                  </a:lnTo>
                  <a:lnTo>
                    <a:pt x="272576" y="165619"/>
                  </a:lnTo>
                  <a:lnTo>
                    <a:pt x="267263" y="168542"/>
                  </a:lnTo>
                  <a:lnTo>
                    <a:pt x="267035" y="168667"/>
                  </a:lnTo>
                  <a:lnTo>
                    <a:pt x="254665" y="175472"/>
                  </a:lnTo>
                  <a:lnTo>
                    <a:pt x="254548" y="173809"/>
                  </a:lnTo>
                  <a:lnTo>
                    <a:pt x="250030" y="173991"/>
                  </a:lnTo>
                  <a:lnTo>
                    <a:pt x="245105" y="174316"/>
                  </a:lnTo>
                  <a:lnTo>
                    <a:pt x="242677" y="177108"/>
                  </a:lnTo>
                  <a:lnTo>
                    <a:pt x="239290" y="175357"/>
                  </a:lnTo>
                  <a:lnTo>
                    <a:pt x="238323" y="174857"/>
                  </a:lnTo>
                  <a:lnTo>
                    <a:pt x="238060" y="174606"/>
                  </a:lnTo>
                  <a:lnTo>
                    <a:pt x="237384" y="173960"/>
                  </a:lnTo>
                  <a:lnTo>
                    <a:pt x="236090" y="172724"/>
                  </a:lnTo>
                  <a:lnTo>
                    <a:pt x="236071" y="172554"/>
                  </a:lnTo>
                  <a:lnTo>
                    <a:pt x="232163" y="173554"/>
                  </a:lnTo>
                  <a:lnTo>
                    <a:pt x="231918" y="173617"/>
                  </a:lnTo>
                  <a:lnTo>
                    <a:pt x="230828" y="173896"/>
                  </a:lnTo>
                  <a:lnTo>
                    <a:pt x="230576" y="173960"/>
                  </a:lnTo>
                  <a:lnTo>
                    <a:pt x="229525" y="174230"/>
                  </a:lnTo>
                  <a:lnTo>
                    <a:pt x="228727" y="174408"/>
                  </a:lnTo>
                  <a:lnTo>
                    <a:pt x="226776" y="174844"/>
                  </a:lnTo>
                  <a:lnTo>
                    <a:pt x="226648" y="174873"/>
                  </a:lnTo>
                  <a:lnTo>
                    <a:pt x="226771" y="175522"/>
                  </a:lnTo>
                  <a:lnTo>
                    <a:pt x="221973" y="176302"/>
                  </a:lnTo>
                  <a:lnTo>
                    <a:pt x="220664" y="176080"/>
                  </a:lnTo>
                  <a:lnTo>
                    <a:pt x="217892" y="174635"/>
                  </a:lnTo>
                  <a:lnTo>
                    <a:pt x="209972" y="153760"/>
                  </a:lnTo>
                  <a:lnTo>
                    <a:pt x="213584" y="147659"/>
                  </a:lnTo>
                  <a:lnTo>
                    <a:pt x="209815" y="141558"/>
                  </a:lnTo>
                  <a:lnTo>
                    <a:pt x="202589" y="148301"/>
                  </a:lnTo>
                  <a:lnTo>
                    <a:pt x="200076" y="155045"/>
                  </a:lnTo>
                  <a:lnTo>
                    <a:pt x="194107" y="155526"/>
                  </a:lnTo>
                  <a:lnTo>
                    <a:pt x="191017" y="156671"/>
                  </a:lnTo>
                  <a:lnTo>
                    <a:pt x="186365" y="153303"/>
                  </a:lnTo>
                  <a:lnTo>
                    <a:pt x="184840" y="143806"/>
                  </a:lnTo>
                  <a:lnTo>
                    <a:pt x="192851" y="133852"/>
                  </a:lnTo>
                  <a:lnTo>
                    <a:pt x="187982" y="129838"/>
                  </a:lnTo>
                  <a:lnTo>
                    <a:pt x="189709" y="127269"/>
                  </a:lnTo>
                  <a:lnTo>
                    <a:pt x="174159" y="123095"/>
                  </a:lnTo>
                  <a:lnTo>
                    <a:pt x="166934" y="114104"/>
                  </a:lnTo>
                  <a:lnTo>
                    <a:pt x="175416" y="108645"/>
                  </a:lnTo>
                  <a:lnTo>
                    <a:pt x="169604" y="103025"/>
                  </a:lnTo>
                  <a:lnTo>
                    <a:pt x="164735" y="106718"/>
                  </a:lnTo>
                  <a:lnTo>
                    <a:pt x="156567" y="102704"/>
                  </a:lnTo>
                  <a:lnTo>
                    <a:pt x="151855" y="112819"/>
                  </a:lnTo>
                  <a:lnTo>
                    <a:pt x="145729" y="113461"/>
                  </a:lnTo>
                  <a:lnTo>
                    <a:pt x="145729" y="104310"/>
                  </a:lnTo>
                  <a:lnTo>
                    <a:pt x="141488" y="105755"/>
                  </a:lnTo>
                  <a:lnTo>
                    <a:pt x="134420" y="107682"/>
                  </a:lnTo>
                  <a:lnTo>
                    <a:pt x="131432" y="113790"/>
                  </a:lnTo>
                  <a:lnTo>
                    <a:pt x="122750" y="107546"/>
                  </a:lnTo>
                  <a:lnTo>
                    <a:pt x="121618" y="106080"/>
                  </a:lnTo>
                  <a:lnTo>
                    <a:pt x="124524" y="100457"/>
                  </a:lnTo>
                  <a:lnTo>
                    <a:pt x="122325" y="96443"/>
                  </a:lnTo>
                  <a:lnTo>
                    <a:pt x="128765" y="91466"/>
                  </a:lnTo>
                  <a:lnTo>
                    <a:pt x="117613" y="85204"/>
                  </a:lnTo>
                  <a:lnTo>
                    <a:pt x="124053" y="75731"/>
                  </a:lnTo>
                  <a:lnTo>
                    <a:pt x="122796" y="72360"/>
                  </a:lnTo>
                  <a:lnTo>
                    <a:pt x="116199" y="72360"/>
                  </a:lnTo>
                  <a:lnTo>
                    <a:pt x="108503" y="72039"/>
                  </a:lnTo>
                  <a:lnTo>
                    <a:pt x="101277" y="68667"/>
                  </a:lnTo>
                  <a:lnTo>
                    <a:pt x="95563" y="72352"/>
                  </a:lnTo>
                  <a:lnTo>
                    <a:pt x="94379" y="70819"/>
                  </a:lnTo>
                  <a:lnTo>
                    <a:pt x="54993" y="61994"/>
                  </a:lnTo>
                  <a:lnTo>
                    <a:pt x="52442" y="59213"/>
                  </a:lnTo>
                  <a:lnTo>
                    <a:pt x="51029" y="57257"/>
                  </a:lnTo>
                  <a:lnTo>
                    <a:pt x="49998" y="53614"/>
                  </a:lnTo>
                  <a:lnTo>
                    <a:pt x="48643" y="53133"/>
                  </a:lnTo>
                  <a:lnTo>
                    <a:pt x="48466" y="52169"/>
                  </a:lnTo>
                  <a:lnTo>
                    <a:pt x="48731" y="48767"/>
                  </a:lnTo>
                  <a:lnTo>
                    <a:pt x="42252" y="47202"/>
                  </a:lnTo>
                  <a:lnTo>
                    <a:pt x="35920" y="46329"/>
                  </a:lnTo>
                  <a:lnTo>
                    <a:pt x="30000" y="47112"/>
                  </a:lnTo>
                  <a:lnTo>
                    <a:pt x="24788" y="48647"/>
                  </a:lnTo>
                  <a:lnTo>
                    <a:pt x="24140" y="49550"/>
                  </a:lnTo>
                  <a:lnTo>
                    <a:pt x="24522" y="51627"/>
                  </a:lnTo>
                  <a:lnTo>
                    <a:pt x="24316" y="52290"/>
                  </a:lnTo>
                  <a:lnTo>
                    <a:pt x="23904" y="52561"/>
                  </a:lnTo>
                  <a:lnTo>
                    <a:pt x="22314" y="53403"/>
                  </a:lnTo>
                  <a:lnTo>
                    <a:pt x="21607" y="54307"/>
                  </a:lnTo>
                  <a:lnTo>
                    <a:pt x="21253" y="55571"/>
                  </a:lnTo>
                  <a:lnTo>
                    <a:pt x="20517" y="56394"/>
                  </a:lnTo>
                  <a:lnTo>
                    <a:pt x="18652" y="56996"/>
                  </a:lnTo>
                  <a:lnTo>
                    <a:pt x="17867" y="59956"/>
                  </a:lnTo>
                  <a:lnTo>
                    <a:pt x="14381" y="60207"/>
                  </a:lnTo>
                  <a:lnTo>
                    <a:pt x="11780" y="59404"/>
                  </a:lnTo>
                  <a:lnTo>
                    <a:pt x="9817" y="57949"/>
                  </a:lnTo>
                  <a:lnTo>
                    <a:pt x="7608" y="58401"/>
                  </a:lnTo>
                  <a:lnTo>
                    <a:pt x="6135" y="59705"/>
                  </a:lnTo>
                  <a:lnTo>
                    <a:pt x="4221" y="63217"/>
                  </a:lnTo>
                  <a:lnTo>
                    <a:pt x="883" y="63017"/>
                  </a:lnTo>
                  <a:lnTo>
                    <a:pt x="1472" y="58049"/>
                  </a:lnTo>
                  <a:lnTo>
                    <a:pt x="0" y="55541"/>
                  </a:lnTo>
                  <a:lnTo>
                    <a:pt x="392" y="51979"/>
                  </a:lnTo>
                  <a:lnTo>
                    <a:pt x="2405" y="47965"/>
                  </a:lnTo>
                  <a:lnTo>
                    <a:pt x="5939" y="45556"/>
                  </a:lnTo>
                  <a:lnTo>
                    <a:pt x="11240" y="44302"/>
                  </a:lnTo>
                  <a:lnTo>
                    <a:pt x="16688" y="42947"/>
                  </a:lnTo>
                  <a:lnTo>
                    <a:pt x="21057" y="38532"/>
                  </a:lnTo>
                  <a:lnTo>
                    <a:pt x="27634" y="36626"/>
                  </a:lnTo>
                  <a:lnTo>
                    <a:pt x="32445" y="39787"/>
                  </a:lnTo>
                  <a:lnTo>
                    <a:pt x="35390" y="40238"/>
                  </a:lnTo>
                  <a:lnTo>
                    <a:pt x="40593" y="41944"/>
                  </a:lnTo>
                  <a:lnTo>
                    <a:pt x="49576" y="43951"/>
                  </a:lnTo>
                  <a:lnTo>
                    <a:pt x="51014" y="43460"/>
                  </a:lnTo>
                  <a:lnTo>
                    <a:pt x="47121" y="37428"/>
                  </a:lnTo>
                  <a:lnTo>
                    <a:pt x="44323" y="38181"/>
                  </a:lnTo>
                  <a:lnTo>
                    <a:pt x="42556" y="37679"/>
                  </a:lnTo>
                  <a:lnTo>
                    <a:pt x="39611" y="32160"/>
                  </a:lnTo>
                  <a:lnTo>
                    <a:pt x="35684" y="22577"/>
                  </a:lnTo>
                  <a:lnTo>
                    <a:pt x="29647" y="13044"/>
                  </a:lnTo>
                  <a:lnTo>
                    <a:pt x="24149" y="3562"/>
                  </a:lnTo>
                  <a:lnTo>
                    <a:pt x="26456" y="1655"/>
                  </a:lnTo>
                  <a:lnTo>
                    <a:pt x="30531" y="1354"/>
                  </a:lnTo>
                  <a:lnTo>
                    <a:pt x="32150" y="652"/>
                  </a:lnTo>
                  <a:lnTo>
                    <a:pt x="33917" y="602"/>
                  </a:lnTo>
                  <a:lnTo>
                    <a:pt x="36224" y="14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g68"/>
            <p:cNvSpPr/>
            <p:nvPr/>
          </p:nvSpPr>
          <p:spPr>
            <a:xfrm>
              <a:off x="2406469" y="4578297"/>
              <a:ext cx="254330" cy="138715"/>
            </a:xfrm>
            <a:custGeom>
              <a:avLst/>
              <a:pathLst>
                <a:path w="254330" h="138715">
                  <a:moveTo>
                    <a:pt x="184861" y="31518"/>
                  </a:moveTo>
                  <a:lnTo>
                    <a:pt x="185310" y="30405"/>
                  </a:lnTo>
                  <a:lnTo>
                    <a:pt x="185678" y="30522"/>
                  </a:lnTo>
                  <a:lnTo>
                    <a:pt x="187346" y="31049"/>
                  </a:lnTo>
                  <a:lnTo>
                    <a:pt x="187613" y="31134"/>
                  </a:lnTo>
                  <a:lnTo>
                    <a:pt x="188965" y="31561"/>
                  </a:lnTo>
                  <a:lnTo>
                    <a:pt x="190723" y="32117"/>
                  </a:lnTo>
                  <a:lnTo>
                    <a:pt x="192123" y="32560"/>
                  </a:lnTo>
                  <a:lnTo>
                    <a:pt x="194455" y="32761"/>
                  </a:lnTo>
                  <a:lnTo>
                    <a:pt x="196271" y="32410"/>
                  </a:lnTo>
                  <a:lnTo>
                    <a:pt x="197743" y="31757"/>
                  </a:lnTo>
                  <a:lnTo>
                    <a:pt x="198918" y="31057"/>
                  </a:lnTo>
                  <a:lnTo>
                    <a:pt x="200514" y="30105"/>
                  </a:lnTo>
                  <a:lnTo>
                    <a:pt x="201265" y="29658"/>
                  </a:lnTo>
                  <a:lnTo>
                    <a:pt x="203634" y="28245"/>
                  </a:lnTo>
                  <a:lnTo>
                    <a:pt x="203802" y="28197"/>
                  </a:lnTo>
                  <a:lnTo>
                    <a:pt x="204251" y="28067"/>
                  </a:lnTo>
                  <a:lnTo>
                    <a:pt x="204867" y="27889"/>
                  </a:lnTo>
                  <a:lnTo>
                    <a:pt x="205350" y="27750"/>
                  </a:lnTo>
                  <a:lnTo>
                    <a:pt x="205548" y="27693"/>
                  </a:lnTo>
                  <a:lnTo>
                    <a:pt x="206170" y="27693"/>
                  </a:lnTo>
                  <a:lnTo>
                    <a:pt x="206484" y="27693"/>
                  </a:lnTo>
                  <a:lnTo>
                    <a:pt x="207299" y="27739"/>
                  </a:lnTo>
                  <a:lnTo>
                    <a:pt x="207437" y="27798"/>
                  </a:lnTo>
                  <a:lnTo>
                    <a:pt x="208130" y="28093"/>
                  </a:lnTo>
                  <a:lnTo>
                    <a:pt x="208959" y="28446"/>
                  </a:lnTo>
                  <a:lnTo>
                    <a:pt x="211410" y="29633"/>
                  </a:lnTo>
                  <a:lnTo>
                    <a:pt x="212913" y="30422"/>
                  </a:lnTo>
                  <a:lnTo>
                    <a:pt x="213141" y="30541"/>
                  </a:lnTo>
                  <a:lnTo>
                    <a:pt x="221350" y="34833"/>
                  </a:lnTo>
                  <a:lnTo>
                    <a:pt x="223804" y="34803"/>
                  </a:lnTo>
                  <a:lnTo>
                    <a:pt x="227865" y="34752"/>
                  </a:lnTo>
                  <a:lnTo>
                    <a:pt x="229854" y="34728"/>
                  </a:lnTo>
                  <a:lnTo>
                    <a:pt x="232473" y="33405"/>
                  </a:lnTo>
                  <a:lnTo>
                    <a:pt x="236934" y="31152"/>
                  </a:lnTo>
                  <a:lnTo>
                    <a:pt x="237090" y="31202"/>
                  </a:lnTo>
                  <a:lnTo>
                    <a:pt x="236166" y="34352"/>
                  </a:lnTo>
                  <a:lnTo>
                    <a:pt x="236023" y="36538"/>
                  </a:lnTo>
                  <a:lnTo>
                    <a:pt x="236578" y="39651"/>
                  </a:lnTo>
                  <a:lnTo>
                    <a:pt x="237244" y="43389"/>
                  </a:lnTo>
                  <a:lnTo>
                    <a:pt x="237447" y="44525"/>
                  </a:lnTo>
                  <a:lnTo>
                    <a:pt x="237769" y="46332"/>
                  </a:lnTo>
                  <a:lnTo>
                    <a:pt x="238018" y="47730"/>
                  </a:lnTo>
                  <a:lnTo>
                    <a:pt x="244477" y="59000"/>
                  </a:lnTo>
                  <a:lnTo>
                    <a:pt x="244620" y="59251"/>
                  </a:lnTo>
                  <a:lnTo>
                    <a:pt x="244760" y="59494"/>
                  </a:lnTo>
                  <a:lnTo>
                    <a:pt x="245373" y="60565"/>
                  </a:lnTo>
                  <a:lnTo>
                    <a:pt x="254330" y="76418"/>
                  </a:lnTo>
                  <a:lnTo>
                    <a:pt x="253812" y="76692"/>
                  </a:lnTo>
                  <a:lnTo>
                    <a:pt x="252944" y="77152"/>
                  </a:lnTo>
                  <a:lnTo>
                    <a:pt x="244954" y="81383"/>
                  </a:lnTo>
                  <a:lnTo>
                    <a:pt x="243795" y="81996"/>
                  </a:lnTo>
                  <a:lnTo>
                    <a:pt x="235846" y="87087"/>
                  </a:lnTo>
                  <a:lnTo>
                    <a:pt x="229132" y="92688"/>
                  </a:lnTo>
                  <a:lnTo>
                    <a:pt x="226211" y="91499"/>
                  </a:lnTo>
                  <a:lnTo>
                    <a:pt x="208779" y="84398"/>
                  </a:lnTo>
                  <a:lnTo>
                    <a:pt x="208453" y="84265"/>
                  </a:lnTo>
                  <a:lnTo>
                    <a:pt x="206191" y="90249"/>
                  </a:lnTo>
                  <a:lnTo>
                    <a:pt x="205285" y="92648"/>
                  </a:lnTo>
                  <a:lnTo>
                    <a:pt x="205107" y="93118"/>
                  </a:lnTo>
                  <a:lnTo>
                    <a:pt x="205024" y="93338"/>
                  </a:lnTo>
                  <a:lnTo>
                    <a:pt x="204932" y="93579"/>
                  </a:lnTo>
                  <a:lnTo>
                    <a:pt x="204033" y="95960"/>
                  </a:lnTo>
                  <a:lnTo>
                    <a:pt x="201814" y="101828"/>
                  </a:lnTo>
                  <a:lnTo>
                    <a:pt x="201766" y="101957"/>
                  </a:lnTo>
                  <a:lnTo>
                    <a:pt x="201669" y="102212"/>
                  </a:lnTo>
                  <a:lnTo>
                    <a:pt x="201520" y="102608"/>
                  </a:lnTo>
                  <a:lnTo>
                    <a:pt x="201466" y="102748"/>
                  </a:lnTo>
                  <a:lnTo>
                    <a:pt x="198366" y="110950"/>
                  </a:lnTo>
                  <a:lnTo>
                    <a:pt x="198100" y="111654"/>
                  </a:lnTo>
                  <a:lnTo>
                    <a:pt x="197845" y="112330"/>
                  </a:lnTo>
                  <a:lnTo>
                    <a:pt x="195914" y="117437"/>
                  </a:lnTo>
                  <a:lnTo>
                    <a:pt x="194490" y="121203"/>
                  </a:lnTo>
                  <a:lnTo>
                    <a:pt x="185532" y="117434"/>
                  </a:lnTo>
                  <a:lnTo>
                    <a:pt x="185265" y="118159"/>
                  </a:lnTo>
                  <a:lnTo>
                    <a:pt x="182682" y="125183"/>
                  </a:lnTo>
                  <a:lnTo>
                    <a:pt x="182305" y="126210"/>
                  </a:lnTo>
                  <a:lnTo>
                    <a:pt x="182096" y="126778"/>
                  </a:lnTo>
                  <a:lnTo>
                    <a:pt x="181239" y="129107"/>
                  </a:lnTo>
                  <a:lnTo>
                    <a:pt x="178217" y="137327"/>
                  </a:lnTo>
                  <a:lnTo>
                    <a:pt x="177586" y="138715"/>
                  </a:lnTo>
                  <a:lnTo>
                    <a:pt x="172436" y="136617"/>
                  </a:lnTo>
                  <a:lnTo>
                    <a:pt x="168590" y="135051"/>
                  </a:lnTo>
                  <a:lnTo>
                    <a:pt x="167440" y="134583"/>
                  </a:lnTo>
                  <a:lnTo>
                    <a:pt x="162928" y="132745"/>
                  </a:lnTo>
                  <a:lnTo>
                    <a:pt x="162259" y="132473"/>
                  </a:lnTo>
                  <a:lnTo>
                    <a:pt x="155955" y="129906"/>
                  </a:lnTo>
                  <a:lnTo>
                    <a:pt x="154993" y="129514"/>
                  </a:lnTo>
                  <a:lnTo>
                    <a:pt x="152622" y="128549"/>
                  </a:lnTo>
                  <a:lnTo>
                    <a:pt x="149275" y="127186"/>
                  </a:lnTo>
                  <a:lnTo>
                    <a:pt x="148726" y="126962"/>
                  </a:lnTo>
                  <a:lnTo>
                    <a:pt x="147991" y="126663"/>
                  </a:lnTo>
                  <a:lnTo>
                    <a:pt x="147773" y="126573"/>
                  </a:lnTo>
                  <a:lnTo>
                    <a:pt x="129153" y="118936"/>
                  </a:lnTo>
                  <a:lnTo>
                    <a:pt x="120432" y="115359"/>
                  </a:lnTo>
                  <a:lnTo>
                    <a:pt x="118309" y="114488"/>
                  </a:lnTo>
                  <a:lnTo>
                    <a:pt x="117478" y="114147"/>
                  </a:lnTo>
                  <a:lnTo>
                    <a:pt x="116966" y="113937"/>
                  </a:lnTo>
                  <a:lnTo>
                    <a:pt x="114618" y="112974"/>
                  </a:lnTo>
                  <a:lnTo>
                    <a:pt x="108229" y="110353"/>
                  </a:lnTo>
                  <a:lnTo>
                    <a:pt x="105882" y="109391"/>
                  </a:lnTo>
                  <a:lnTo>
                    <a:pt x="103053" y="108346"/>
                  </a:lnTo>
                  <a:lnTo>
                    <a:pt x="100174" y="107283"/>
                  </a:lnTo>
                  <a:lnTo>
                    <a:pt x="97269" y="106544"/>
                  </a:lnTo>
                  <a:lnTo>
                    <a:pt x="94378" y="105809"/>
                  </a:lnTo>
                  <a:lnTo>
                    <a:pt x="92514" y="105645"/>
                  </a:lnTo>
                  <a:lnTo>
                    <a:pt x="88751" y="105312"/>
                  </a:lnTo>
                  <a:lnTo>
                    <a:pt x="81900" y="105375"/>
                  </a:lnTo>
                  <a:lnTo>
                    <a:pt x="76900" y="105421"/>
                  </a:lnTo>
                  <a:lnTo>
                    <a:pt x="68261" y="105500"/>
                  </a:lnTo>
                  <a:lnTo>
                    <a:pt x="67016" y="105511"/>
                  </a:lnTo>
                  <a:lnTo>
                    <a:pt x="66356" y="105579"/>
                  </a:lnTo>
                  <a:lnTo>
                    <a:pt x="62567" y="105967"/>
                  </a:lnTo>
                  <a:lnTo>
                    <a:pt x="62173" y="106008"/>
                  </a:lnTo>
                  <a:lnTo>
                    <a:pt x="58030" y="106433"/>
                  </a:lnTo>
                  <a:lnTo>
                    <a:pt x="56673" y="106572"/>
                  </a:lnTo>
                  <a:lnTo>
                    <a:pt x="55752" y="106778"/>
                  </a:lnTo>
                  <a:lnTo>
                    <a:pt x="53639" y="107248"/>
                  </a:lnTo>
                  <a:lnTo>
                    <a:pt x="51493" y="107726"/>
                  </a:lnTo>
                  <a:lnTo>
                    <a:pt x="48971" y="108288"/>
                  </a:lnTo>
                  <a:lnTo>
                    <a:pt x="47822" y="108544"/>
                  </a:lnTo>
                  <a:lnTo>
                    <a:pt x="47437" y="108630"/>
                  </a:lnTo>
                  <a:lnTo>
                    <a:pt x="47000" y="108727"/>
                  </a:lnTo>
                  <a:lnTo>
                    <a:pt x="46672" y="108800"/>
                  </a:lnTo>
                  <a:lnTo>
                    <a:pt x="45655" y="109019"/>
                  </a:lnTo>
                  <a:lnTo>
                    <a:pt x="45241" y="109108"/>
                  </a:lnTo>
                  <a:lnTo>
                    <a:pt x="44672" y="109230"/>
                  </a:lnTo>
                  <a:lnTo>
                    <a:pt x="40787" y="110065"/>
                  </a:lnTo>
                  <a:lnTo>
                    <a:pt x="40278" y="110174"/>
                  </a:lnTo>
                  <a:lnTo>
                    <a:pt x="38416" y="110561"/>
                  </a:lnTo>
                  <a:lnTo>
                    <a:pt x="37884" y="110606"/>
                  </a:lnTo>
                  <a:lnTo>
                    <a:pt x="37288" y="110656"/>
                  </a:lnTo>
                  <a:lnTo>
                    <a:pt x="31779" y="111116"/>
                  </a:lnTo>
                  <a:lnTo>
                    <a:pt x="30417" y="111230"/>
                  </a:lnTo>
                  <a:lnTo>
                    <a:pt x="22571" y="110801"/>
                  </a:lnTo>
                  <a:lnTo>
                    <a:pt x="22171" y="110779"/>
                  </a:lnTo>
                  <a:lnTo>
                    <a:pt x="14387" y="109659"/>
                  </a:lnTo>
                  <a:lnTo>
                    <a:pt x="14047" y="109585"/>
                  </a:lnTo>
                  <a:lnTo>
                    <a:pt x="13462" y="109457"/>
                  </a:lnTo>
                  <a:lnTo>
                    <a:pt x="13010" y="109311"/>
                  </a:lnTo>
                  <a:lnTo>
                    <a:pt x="5412" y="106853"/>
                  </a:lnTo>
                  <a:lnTo>
                    <a:pt x="3801" y="106331"/>
                  </a:lnTo>
                  <a:lnTo>
                    <a:pt x="3350" y="106185"/>
                  </a:lnTo>
                  <a:lnTo>
                    <a:pt x="0" y="105101"/>
                  </a:lnTo>
                  <a:lnTo>
                    <a:pt x="760" y="103252"/>
                  </a:lnTo>
                  <a:lnTo>
                    <a:pt x="1579" y="101262"/>
                  </a:lnTo>
                  <a:lnTo>
                    <a:pt x="3198" y="98101"/>
                  </a:lnTo>
                  <a:lnTo>
                    <a:pt x="3827" y="97146"/>
                  </a:lnTo>
                  <a:lnTo>
                    <a:pt x="5263" y="94965"/>
                  </a:lnTo>
                  <a:lnTo>
                    <a:pt x="6413" y="92866"/>
                  </a:lnTo>
                  <a:lnTo>
                    <a:pt x="6569" y="92580"/>
                  </a:lnTo>
                  <a:lnTo>
                    <a:pt x="6876" y="92020"/>
                  </a:lnTo>
                  <a:lnTo>
                    <a:pt x="7721" y="90476"/>
                  </a:lnTo>
                  <a:lnTo>
                    <a:pt x="12831" y="82719"/>
                  </a:lnTo>
                  <a:lnTo>
                    <a:pt x="18874" y="76954"/>
                  </a:lnTo>
                  <a:lnTo>
                    <a:pt x="19263" y="76584"/>
                  </a:lnTo>
                  <a:lnTo>
                    <a:pt x="22613" y="73387"/>
                  </a:lnTo>
                  <a:lnTo>
                    <a:pt x="23223" y="72806"/>
                  </a:lnTo>
                  <a:lnTo>
                    <a:pt x="23672" y="72379"/>
                  </a:lnTo>
                  <a:lnTo>
                    <a:pt x="30205" y="66587"/>
                  </a:lnTo>
                  <a:lnTo>
                    <a:pt x="30716" y="66133"/>
                  </a:lnTo>
                  <a:lnTo>
                    <a:pt x="31572" y="65375"/>
                  </a:lnTo>
                  <a:lnTo>
                    <a:pt x="39401" y="58433"/>
                  </a:lnTo>
                  <a:lnTo>
                    <a:pt x="39862" y="58025"/>
                  </a:lnTo>
                  <a:lnTo>
                    <a:pt x="40656" y="57321"/>
                  </a:lnTo>
                  <a:lnTo>
                    <a:pt x="44494" y="53918"/>
                  </a:lnTo>
                  <a:lnTo>
                    <a:pt x="46216" y="52391"/>
                  </a:lnTo>
                  <a:lnTo>
                    <a:pt x="54120" y="45384"/>
                  </a:lnTo>
                  <a:lnTo>
                    <a:pt x="54980" y="44621"/>
                  </a:lnTo>
                  <a:lnTo>
                    <a:pt x="59262" y="40825"/>
                  </a:lnTo>
                  <a:lnTo>
                    <a:pt x="64117" y="35690"/>
                  </a:lnTo>
                  <a:lnTo>
                    <a:pt x="65997" y="33448"/>
                  </a:lnTo>
                  <a:lnTo>
                    <a:pt x="66783" y="32511"/>
                  </a:lnTo>
                  <a:lnTo>
                    <a:pt x="67300" y="31895"/>
                  </a:lnTo>
                  <a:lnTo>
                    <a:pt x="68903" y="29983"/>
                  </a:lnTo>
                  <a:lnTo>
                    <a:pt x="72544" y="24616"/>
                  </a:lnTo>
                  <a:lnTo>
                    <a:pt x="74179" y="22207"/>
                  </a:lnTo>
                  <a:lnTo>
                    <a:pt x="77095" y="16671"/>
                  </a:lnTo>
                  <a:lnTo>
                    <a:pt x="78325" y="13629"/>
                  </a:lnTo>
                  <a:lnTo>
                    <a:pt x="78602" y="12945"/>
                  </a:lnTo>
                  <a:lnTo>
                    <a:pt x="80905" y="5186"/>
                  </a:lnTo>
                  <a:lnTo>
                    <a:pt x="82558" y="0"/>
                  </a:lnTo>
                  <a:lnTo>
                    <a:pt x="84973" y="613"/>
                  </a:lnTo>
                  <a:lnTo>
                    <a:pt x="86039" y="883"/>
                  </a:lnTo>
                  <a:lnTo>
                    <a:pt x="92715" y="2579"/>
                  </a:lnTo>
                  <a:lnTo>
                    <a:pt x="95872" y="3380"/>
                  </a:lnTo>
                  <a:lnTo>
                    <a:pt x="97011" y="3669"/>
                  </a:lnTo>
                  <a:lnTo>
                    <a:pt x="99748" y="4365"/>
                  </a:lnTo>
                  <a:lnTo>
                    <a:pt x="102132" y="5022"/>
                  </a:lnTo>
                  <a:lnTo>
                    <a:pt x="102542" y="5134"/>
                  </a:lnTo>
                  <a:lnTo>
                    <a:pt x="104168" y="5583"/>
                  </a:lnTo>
                  <a:lnTo>
                    <a:pt x="104568" y="5693"/>
                  </a:lnTo>
                  <a:lnTo>
                    <a:pt x="105095" y="5838"/>
                  </a:lnTo>
                  <a:lnTo>
                    <a:pt x="106099" y="6087"/>
                  </a:lnTo>
                  <a:lnTo>
                    <a:pt x="109927" y="7034"/>
                  </a:lnTo>
                  <a:lnTo>
                    <a:pt x="122344" y="10107"/>
                  </a:lnTo>
                  <a:lnTo>
                    <a:pt x="133187" y="12790"/>
                  </a:lnTo>
                  <a:lnTo>
                    <a:pt x="144084" y="15494"/>
                  </a:lnTo>
                  <a:lnTo>
                    <a:pt x="144858" y="15768"/>
                  </a:lnTo>
                  <a:lnTo>
                    <a:pt x="145438" y="15973"/>
                  </a:lnTo>
                  <a:lnTo>
                    <a:pt x="145879" y="16128"/>
                  </a:lnTo>
                  <a:lnTo>
                    <a:pt x="148406" y="17022"/>
                  </a:lnTo>
                  <a:lnTo>
                    <a:pt x="149091" y="17264"/>
                  </a:lnTo>
                  <a:lnTo>
                    <a:pt x="149847" y="17531"/>
                  </a:lnTo>
                  <a:lnTo>
                    <a:pt x="152320" y="18405"/>
                  </a:lnTo>
                  <a:lnTo>
                    <a:pt x="153095" y="18679"/>
                  </a:lnTo>
                  <a:lnTo>
                    <a:pt x="155151" y="19406"/>
                  </a:lnTo>
                  <a:lnTo>
                    <a:pt x="155800" y="19636"/>
                  </a:lnTo>
                  <a:lnTo>
                    <a:pt x="156600" y="19963"/>
                  </a:lnTo>
                  <a:lnTo>
                    <a:pt x="156817" y="20051"/>
                  </a:lnTo>
                  <a:lnTo>
                    <a:pt x="158342" y="20675"/>
                  </a:lnTo>
                  <a:lnTo>
                    <a:pt x="161683" y="22041"/>
                  </a:lnTo>
                  <a:lnTo>
                    <a:pt x="165943" y="23783"/>
                  </a:lnTo>
                  <a:lnTo>
                    <a:pt x="176623" y="28149"/>
                  </a:lnTo>
                  <a:lnTo>
                    <a:pt x="178891" y="29077"/>
                  </a:lnTo>
                  <a:lnTo>
                    <a:pt x="180099" y="29571"/>
                  </a:lnTo>
                  <a:lnTo>
                    <a:pt x="180473" y="29724"/>
                  </a:lnTo>
                  <a:lnTo>
                    <a:pt x="182424" y="30522"/>
                  </a:lnTo>
                  <a:lnTo>
                    <a:pt x="183225" y="30849"/>
                  </a:lnTo>
                  <a:lnTo>
                    <a:pt x="183699" y="31043"/>
                  </a:lnTo>
                  <a:lnTo>
                    <a:pt x="183921" y="311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g69"/>
            <p:cNvSpPr/>
            <p:nvPr/>
          </p:nvSpPr>
          <p:spPr>
            <a:xfrm>
              <a:off x="2308266" y="4074679"/>
              <a:ext cx="140182" cy="103390"/>
            </a:xfrm>
            <a:custGeom>
              <a:avLst/>
              <a:pathLst>
                <a:path w="140182" h="103390">
                  <a:moveTo>
                    <a:pt x="95808" y="46032"/>
                  </a:moveTo>
                  <a:lnTo>
                    <a:pt x="97115" y="45464"/>
                  </a:lnTo>
                  <a:lnTo>
                    <a:pt x="100436" y="44022"/>
                  </a:lnTo>
                  <a:lnTo>
                    <a:pt x="103055" y="43013"/>
                  </a:lnTo>
                  <a:lnTo>
                    <a:pt x="103920" y="45152"/>
                  </a:lnTo>
                  <a:lnTo>
                    <a:pt x="106417" y="51331"/>
                  </a:lnTo>
                  <a:lnTo>
                    <a:pt x="106526" y="51600"/>
                  </a:lnTo>
                  <a:lnTo>
                    <a:pt x="106609" y="51807"/>
                  </a:lnTo>
                  <a:lnTo>
                    <a:pt x="107905" y="52569"/>
                  </a:lnTo>
                  <a:lnTo>
                    <a:pt x="108443" y="53066"/>
                  </a:lnTo>
                  <a:lnTo>
                    <a:pt x="109593" y="54129"/>
                  </a:lnTo>
                  <a:lnTo>
                    <a:pt x="109773" y="54295"/>
                  </a:lnTo>
                  <a:lnTo>
                    <a:pt x="113316" y="56136"/>
                  </a:lnTo>
                  <a:lnTo>
                    <a:pt x="113634" y="56334"/>
                  </a:lnTo>
                  <a:lnTo>
                    <a:pt x="114732" y="57016"/>
                  </a:lnTo>
                  <a:lnTo>
                    <a:pt x="116399" y="58052"/>
                  </a:lnTo>
                  <a:lnTo>
                    <a:pt x="117377" y="58660"/>
                  </a:lnTo>
                  <a:lnTo>
                    <a:pt x="117962" y="59023"/>
                  </a:lnTo>
                  <a:lnTo>
                    <a:pt x="118599" y="59419"/>
                  </a:lnTo>
                  <a:lnTo>
                    <a:pt x="121501" y="61222"/>
                  </a:lnTo>
                  <a:lnTo>
                    <a:pt x="121809" y="61414"/>
                  </a:lnTo>
                  <a:lnTo>
                    <a:pt x="122356" y="61754"/>
                  </a:lnTo>
                  <a:lnTo>
                    <a:pt x="128521" y="65584"/>
                  </a:lnTo>
                  <a:lnTo>
                    <a:pt x="131109" y="67192"/>
                  </a:lnTo>
                  <a:lnTo>
                    <a:pt x="131534" y="67456"/>
                  </a:lnTo>
                  <a:lnTo>
                    <a:pt x="131985" y="67736"/>
                  </a:lnTo>
                  <a:lnTo>
                    <a:pt x="133389" y="68609"/>
                  </a:lnTo>
                  <a:lnTo>
                    <a:pt x="135522" y="69935"/>
                  </a:lnTo>
                  <a:lnTo>
                    <a:pt x="136087" y="70286"/>
                  </a:lnTo>
                  <a:lnTo>
                    <a:pt x="136765" y="70707"/>
                  </a:lnTo>
                  <a:lnTo>
                    <a:pt x="137416" y="71111"/>
                  </a:lnTo>
                  <a:lnTo>
                    <a:pt x="138589" y="71840"/>
                  </a:lnTo>
                  <a:lnTo>
                    <a:pt x="138729" y="71927"/>
                  </a:lnTo>
                  <a:lnTo>
                    <a:pt x="139106" y="72161"/>
                  </a:lnTo>
                  <a:lnTo>
                    <a:pt x="139382" y="72333"/>
                  </a:lnTo>
                  <a:lnTo>
                    <a:pt x="139984" y="72707"/>
                  </a:lnTo>
                  <a:lnTo>
                    <a:pt x="140182" y="72830"/>
                  </a:lnTo>
                  <a:lnTo>
                    <a:pt x="139327" y="74253"/>
                  </a:lnTo>
                  <a:lnTo>
                    <a:pt x="138785" y="75154"/>
                  </a:lnTo>
                  <a:lnTo>
                    <a:pt x="136561" y="78856"/>
                  </a:lnTo>
                  <a:lnTo>
                    <a:pt x="136226" y="79437"/>
                  </a:lnTo>
                  <a:lnTo>
                    <a:pt x="135681" y="80380"/>
                  </a:lnTo>
                  <a:lnTo>
                    <a:pt x="135493" y="80707"/>
                  </a:lnTo>
                  <a:lnTo>
                    <a:pt x="134528" y="82277"/>
                  </a:lnTo>
                  <a:lnTo>
                    <a:pt x="131680" y="86917"/>
                  </a:lnTo>
                  <a:lnTo>
                    <a:pt x="130850" y="88267"/>
                  </a:lnTo>
                  <a:lnTo>
                    <a:pt x="130281" y="87912"/>
                  </a:lnTo>
                  <a:lnTo>
                    <a:pt x="123352" y="83588"/>
                  </a:lnTo>
                  <a:lnTo>
                    <a:pt x="122205" y="82873"/>
                  </a:lnTo>
                  <a:lnTo>
                    <a:pt x="116397" y="79249"/>
                  </a:lnTo>
                  <a:lnTo>
                    <a:pt x="114996" y="78374"/>
                  </a:lnTo>
                  <a:lnTo>
                    <a:pt x="110443" y="75534"/>
                  </a:lnTo>
                  <a:lnTo>
                    <a:pt x="108813" y="74516"/>
                  </a:lnTo>
                  <a:lnTo>
                    <a:pt x="103635" y="71285"/>
                  </a:lnTo>
                  <a:lnTo>
                    <a:pt x="101495" y="69950"/>
                  </a:lnTo>
                  <a:lnTo>
                    <a:pt x="100127" y="69010"/>
                  </a:lnTo>
                  <a:lnTo>
                    <a:pt x="98050" y="72303"/>
                  </a:lnTo>
                  <a:lnTo>
                    <a:pt x="89690" y="85559"/>
                  </a:lnTo>
                  <a:lnTo>
                    <a:pt x="88995" y="86660"/>
                  </a:lnTo>
                  <a:lnTo>
                    <a:pt x="88688" y="87146"/>
                  </a:lnTo>
                  <a:lnTo>
                    <a:pt x="87586" y="88894"/>
                  </a:lnTo>
                  <a:lnTo>
                    <a:pt x="86980" y="89855"/>
                  </a:lnTo>
                  <a:lnTo>
                    <a:pt x="86681" y="90329"/>
                  </a:lnTo>
                  <a:lnTo>
                    <a:pt x="85325" y="92479"/>
                  </a:lnTo>
                  <a:lnTo>
                    <a:pt x="85047" y="92920"/>
                  </a:lnTo>
                  <a:lnTo>
                    <a:pt x="84950" y="93073"/>
                  </a:lnTo>
                  <a:lnTo>
                    <a:pt x="83929" y="94691"/>
                  </a:lnTo>
                  <a:lnTo>
                    <a:pt x="81070" y="99224"/>
                  </a:lnTo>
                  <a:lnTo>
                    <a:pt x="80986" y="99357"/>
                  </a:lnTo>
                  <a:lnTo>
                    <a:pt x="78778" y="102858"/>
                  </a:lnTo>
                  <a:lnTo>
                    <a:pt x="78440" y="103390"/>
                  </a:lnTo>
                  <a:lnTo>
                    <a:pt x="78031" y="103146"/>
                  </a:lnTo>
                  <a:lnTo>
                    <a:pt x="71674" y="99357"/>
                  </a:lnTo>
                  <a:lnTo>
                    <a:pt x="71542" y="99279"/>
                  </a:lnTo>
                  <a:lnTo>
                    <a:pt x="68167" y="96793"/>
                  </a:lnTo>
                  <a:lnTo>
                    <a:pt x="67979" y="96655"/>
                  </a:lnTo>
                  <a:lnTo>
                    <a:pt x="65314" y="94691"/>
                  </a:lnTo>
                  <a:lnTo>
                    <a:pt x="64296" y="93941"/>
                  </a:lnTo>
                  <a:lnTo>
                    <a:pt x="63305" y="93212"/>
                  </a:lnTo>
                  <a:lnTo>
                    <a:pt x="61567" y="92056"/>
                  </a:lnTo>
                  <a:lnTo>
                    <a:pt x="61178" y="91796"/>
                  </a:lnTo>
                  <a:lnTo>
                    <a:pt x="58192" y="89810"/>
                  </a:lnTo>
                  <a:lnTo>
                    <a:pt x="56065" y="88395"/>
                  </a:lnTo>
                  <a:lnTo>
                    <a:pt x="54698" y="87539"/>
                  </a:lnTo>
                  <a:lnTo>
                    <a:pt x="52605" y="86228"/>
                  </a:lnTo>
                  <a:lnTo>
                    <a:pt x="52163" y="85951"/>
                  </a:lnTo>
                  <a:lnTo>
                    <a:pt x="48636" y="83741"/>
                  </a:lnTo>
                  <a:lnTo>
                    <a:pt x="45727" y="81918"/>
                  </a:lnTo>
                  <a:lnTo>
                    <a:pt x="45414" y="81722"/>
                  </a:lnTo>
                  <a:lnTo>
                    <a:pt x="39422" y="78006"/>
                  </a:lnTo>
                  <a:lnTo>
                    <a:pt x="38957" y="77718"/>
                  </a:lnTo>
                  <a:lnTo>
                    <a:pt x="35042" y="75289"/>
                  </a:lnTo>
                  <a:lnTo>
                    <a:pt x="33061" y="74060"/>
                  </a:lnTo>
                  <a:lnTo>
                    <a:pt x="32735" y="73858"/>
                  </a:lnTo>
                  <a:lnTo>
                    <a:pt x="32391" y="73645"/>
                  </a:lnTo>
                  <a:lnTo>
                    <a:pt x="31638" y="73343"/>
                  </a:lnTo>
                  <a:lnTo>
                    <a:pt x="31444" y="73228"/>
                  </a:lnTo>
                  <a:lnTo>
                    <a:pt x="31200" y="73190"/>
                  </a:lnTo>
                  <a:lnTo>
                    <a:pt x="28106" y="72713"/>
                  </a:lnTo>
                  <a:lnTo>
                    <a:pt x="28120" y="72486"/>
                  </a:lnTo>
                  <a:lnTo>
                    <a:pt x="28400" y="67957"/>
                  </a:lnTo>
                  <a:lnTo>
                    <a:pt x="28606" y="67957"/>
                  </a:lnTo>
                  <a:lnTo>
                    <a:pt x="29273" y="67999"/>
                  </a:lnTo>
                  <a:lnTo>
                    <a:pt x="30992" y="68107"/>
                  </a:lnTo>
                  <a:lnTo>
                    <a:pt x="33492" y="68573"/>
                  </a:lnTo>
                  <a:lnTo>
                    <a:pt x="33701" y="68060"/>
                  </a:lnTo>
                  <a:lnTo>
                    <a:pt x="35071" y="64697"/>
                  </a:lnTo>
                  <a:lnTo>
                    <a:pt x="35270" y="64209"/>
                  </a:lnTo>
                  <a:lnTo>
                    <a:pt x="35323" y="64081"/>
                  </a:lnTo>
                  <a:lnTo>
                    <a:pt x="35975" y="62648"/>
                  </a:lnTo>
                  <a:lnTo>
                    <a:pt x="38068" y="58454"/>
                  </a:lnTo>
                  <a:lnTo>
                    <a:pt x="37399" y="57277"/>
                  </a:lnTo>
                  <a:lnTo>
                    <a:pt x="36666" y="56869"/>
                  </a:lnTo>
                  <a:lnTo>
                    <a:pt x="36074" y="56540"/>
                  </a:lnTo>
                  <a:lnTo>
                    <a:pt x="33951" y="55939"/>
                  </a:lnTo>
                  <a:lnTo>
                    <a:pt x="33741" y="55924"/>
                  </a:lnTo>
                  <a:lnTo>
                    <a:pt x="33492" y="55906"/>
                  </a:lnTo>
                  <a:lnTo>
                    <a:pt x="31736" y="56338"/>
                  </a:lnTo>
                  <a:lnTo>
                    <a:pt x="31717" y="56187"/>
                  </a:lnTo>
                  <a:lnTo>
                    <a:pt x="31623" y="55464"/>
                  </a:lnTo>
                  <a:lnTo>
                    <a:pt x="31250" y="52582"/>
                  </a:lnTo>
                  <a:lnTo>
                    <a:pt x="32168" y="51420"/>
                  </a:lnTo>
                  <a:lnTo>
                    <a:pt x="32820" y="50594"/>
                  </a:lnTo>
                  <a:lnTo>
                    <a:pt x="32857" y="50453"/>
                  </a:lnTo>
                  <a:lnTo>
                    <a:pt x="32566" y="50260"/>
                  </a:lnTo>
                  <a:lnTo>
                    <a:pt x="31832" y="49829"/>
                  </a:lnTo>
                  <a:lnTo>
                    <a:pt x="31069" y="49432"/>
                  </a:lnTo>
                  <a:lnTo>
                    <a:pt x="29800" y="48788"/>
                  </a:lnTo>
                  <a:lnTo>
                    <a:pt x="28719" y="49733"/>
                  </a:lnTo>
                  <a:lnTo>
                    <a:pt x="27246" y="50252"/>
                  </a:lnTo>
                  <a:lnTo>
                    <a:pt x="26051" y="56003"/>
                  </a:lnTo>
                  <a:lnTo>
                    <a:pt x="25724" y="55696"/>
                  </a:lnTo>
                  <a:lnTo>
                    <a:pt x="24097" y="55214"/>
                  </a:lnTo>
                  <a:lnTo>
                    <a:pt x="23221" y="55041"/>
                  </a:lnTo>
                  <a:lnTo>
                    <a:pt x="22591" y="55042"/>
                  </a:lnTo>
                  <a:lnTo>
                    <a:pt x="20478" y="55049"/>
                  </a:lnTo>
                  <a:lnTo>
                    <a:pt x="20292" y="55097"/>
                  </a:lnTo>
                  <a:lnTo>
                    <a:pt x="17648" y="55785"/>
                  </a:lnTo>
                  <a:lnTo>
                    <a:pt x="17121" y="56032"/>
                  </a:lnTo>
                  <a:lnTo>
                    <a:pt x="15669" y="56716"/>
                  </a:lnTo>
                  <a:lnTo>
                    <a:pt x="15197" y="56938"/>
                  </a:lnTo>
                  <a:lnTo>
                    <a:pt x="13150" y="57028"/>
                  </a:lnTo>
                  <a:lnTo>
                    <a:pt x="10973" y="57165"/>
                  </a:lnTo>
                  <a:lnTo>
                    <a:pt x="10476" y="57196"/>
                  </a:lnTo>
                  <a:lnTo>
                    <a:pt x="10279" y="57209"/>
                  </a:lnTo>
                  <a:lnTo>
                    <a:pt x="7381" y="58121"/>
                  </a:lnTo>
                  <a:lnTo>
                    <a:pt x="5160" y="57802"/>
                  </a:lnTo>
                  <a:lnTo>
                    <a:pt x="4629" y="57950"/>
                  </a:lnTo>
                  <a:lnTo>
                    <a:pt x="4392" y="58016"/>
                  </a:lnTo>
                  <a:lnTo>
                    <a:pt x="2924" y="58428"/>
                  </a:lnTo>
                  <a:lnTo>
                    <a:pt x="0" y="58489"/>
                  </a:lnTo>
                  <a:lnTo>
                    <a:pt x="271" y="58014"/>
                  </a:lnTo>
                  <a:lnTo>
                    <a:pt x="1171" y="56441"/>
                  </a:lnTo>
                  <a:lnTo>
                    <a:pt x="1809" y="54472"/>
                  </a:lnTo>
                  <a:lnTo>
                    <a:pt x="2926" y="53255"/>
                  </a:lnTo>
                  <a:lnTo>
                    <a:pt x="5776" y="47218"/>
                  </a:lnTo>
                  <a:lnTo>
                    <a:pt x="15565" y="35881"/>
                  </a:lnTo>
                  <a:lnTo>
                    <a:pt x="20467" y="27759"/>
                  </a:lnTo>
                  <a:lnTo>
                    <a:pt x="22351" y="18805"/>
                  </a:lnTo>
                  <a:lnTo>
                    <a:pt x="37224" y="10828"/>
                  </a:lnTo>
                  <a:lnTo>
                    <a:pt x="54306" y="592"/>
                  </a:lnTo>
                  <a:lnTo>
                    <a:pt x="61469" y="0"/>
                  </a:lnTo>
                  <a:lnTo>
                    <a:pt x="68847" y="4187"/>
                  </a:lnTo>
                  <a:lnTo>
                    <a:pt x="69089" y="4897"/>
                  </a:lnTo>
                  <a:lnTo>
                    <a:pt x="69187" y="5186"/>
                  </a:lnTo>
                  <a:lnTo>
                    <a:pt x="69345" y="5676"/>
                  </a:lnTo>
                  <a:lnTo>
                    <a:pt x="69724" y="6861"/>
                  </a:lnTo>
                  <a:lnTo>
                    <a:pt x="70070" y="7940"/>
                  </a:lnTo>
                  <a:lnTo>
                    <a:pt x="70241" y="8585"/>
                  </a:lnTo>
                  <a:lnTo>
                    <a:pt x="70928" y="11181"/>
                  </a:lnTo>
                  <a:lnTo>
                    <a:pt x="71639" y="12478"/>
                  </a:lnTo>
                  <a:lnTo>
                    <a:pt x="71755" y="12690"/>
                  </a:lnTo>
                  <a:lnTo>
                    <a:pt x="72154" y="13419"/>
                  </a:lnTo>
                  <a:lnTo>
                    <a:pt x="74058" y="15637"/>
                  </a:lnTo>
                  <a:lnTo>
                    <a:pt x="75527" y="17555"/>
                  </a:lnTo>
                  <a:lnTo>
                    <a:pt x="76344" y="18562"/>
                  </a:lnTo>
                  <a:lnTo>
                    <a:pt x="76756" y="19069"/>
                  </a:lnTo>
                  <a:lnTo>
                    <a:pt x="77109" y="19504"/>
                  </a:lnTo>
                  <a:lnTo>
                    <a:pt x="78572" y="21307"/>
                  </a:lnTo>
                  <a:lnTo>
                    <a:pt x="80539" y="23973"/>
                  </a:lnTo>
                  <a:lnTo>
                    <a:pt x="81317" y="24971"/>
                  </a:lnTo>
                  <a:lnTo>
                    <a:pt x="81593" y="25327"/>
                  </a:lnTo>
                  <a:lnTo>
                    <a:pt x="81761" y="25545"/>
                  </a:lnTo>
                  <a:lnTo>
                    <a:pt x="82566" y="26823"/>
                  </a:lnTo>
                  <a:lnTo>
                    <a:pt x="82945" y="27425"/>
                  </a:lnTo>
                  <a:lnTo>
                    <a:pt x="83530" y="28354"/>
                  </a:lnTo>
                  <a:lnTo>
                    <a:pt x="84064" y="29202"/>
                  </a:lnTo>
                  <a:lnTo>
                    <a:pt x="84339" y="29638"/>
                  </a:lnTo>
                  <a:lnTo>
                    <a:pt x="85074" y="30599"/>
                  </a:lnTo>
                  <a:lnTo>
                    <a:pt x="85482" y="32900"/>
                  </a:lnTo>
                  <a:lnTo>
                    <a:pt x="88239" y="36544"/>
                  </a:lnTo>
                  <a:lnTo>
                    <a:pt x="88438" y="36724"/>
                  </a:lnTo>
                  <a:lnTo>
                    <a:pt x="88644" y="36911"/>
                  </a:lnTo>
                  <a:lnTo>
                    <a:pt x="88918" y="37259"/>
                  </a:lnTo>
                  <a:lnTo>
                    <a:pt x="89963" y="38603"/>
                  </a:lnTo>
                  <a:lnTo>
                    <a:pt x="91164" y="40149"/>
                  </a:lnTo>
                  <a:lnTo>
                    <a:pt x="91579" y="40675"/>
                  </a:lnTo>
                  <a:lnTo>
                    <a:pt x="93081" y="42578"/>
                  </a:lnTo>
                  <a:lnTo>
                    <a:pt x="93598" y="43233"/>
                  </a:lnTo>
                  <a:lnTo>
                    <a:pt x="95189" y="45248"/>
                  </a:lnTo>
                  <a:lnTo>
                    <a:pt x="95523" y="456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g70"/>
            <p:cNvSpPr/>
            <p:nvPr/>
          </p:nvSpPr>
          <p:spPr>
            <a:xfrm>
              <a:off x="2073887" y="4599526"/>
              <a:ext cx="239734" cy="111855"/>
            </a:xfrm>
            <a:custGeom>
              <a:avLst/>
              <a:pathLst>
                <a:path w="239734" h="111855">
                  <a:moveTo>
                    <a:pt x="66639" y="0"/>
                  </a:moveTo>
                  <a:lnTo>
                    <a:pt x="69115" y="3139"/>
                  </a:lnTo>
                  <a:lnTo>
                    <a:pt x="71181" y="1845"/>
                  </a:lnTo>
                  <a:lnTo>
                    <a:pt x="74027" y="6461"/>
                  </a:lnTo>
                  <a:lnTo>
                    <a:pt x="77141" y="5084"/>
                  </a:lnTo>
                  <a:lnTo>
                    <a:pt x="81296" y="11141"/>
                  </a:lnTo>
                  <a:lnTo>
                    <a:pt x="82841" y="15682"/>
                  </a:lnTo>
                  <a:lnTo>
                    <a:pt x="82709" y="18327"/>
                  </a:lnTo>
                  <a:lnTo>
                    <a:pt x="82692" y="18665"/>
                  </a:lnTo>
                  <a:lnTo>
                    <a:pt x="82610" y="23056"/>
                  </a:lnTo>
                  <a:lnTo>
                    <a:pt x="78730" y="23654"/>
                  </a:lnTo>
                  <a:lnTo>
                    <a:pt x="77081" y="24437"/>
                  </a:lnTo>
                  <a:lnTo>
                    <a:pt x="75591" y="25919"/>
                  </a:lnTo>
                  <a:lnTo>
                    <a:pt x="74863" y="26644"/>
                  </a:lnTo>
                  <a:lnTo>
                    <a:pt x="74665" y="26899"/>
                  </a:lnTo>
                  <a:lnTo>
                    <a:pt x="73822" y="27989"/>
                  </a:lnTo>
                  <a:lnTo>
                    <a:pt x="72678" y="29770"/>
                  </a:lnTo>
                  <a:lnTo>
                    <a:pt x="70877" y="32574"/>
                  </a:lnTo>
                  <a:lnTo>
                    <a:pt x="71198" y="35450"/>
                  </a:lnTo>
                  <a:lnTo>
                    <a:pt x="71500" y="35659"/>
                  </a:lnTo>
                  <a:lnTo>
                    <a:pt x="71665" y="35772"/>
                  </a:lnTo>
                  <a:lnTo>
                    <a:pt x="72847" y="35717"/>
                  </a:lnTo>
                  <a:lnTo>
                    <a:pt x="77429" y="35501"/>
                  </a:lnTo>
                  <a:lnTo>
                    <a:pt x="76672" y="29271"/>
                  </a:lnTo>
                  <a:lnTo>
                    <a:pt x="76902" y="29260"/>
                  </a:lnTo>
                  <a:lnTo>
                    <a:pt x="81730" y="29032"/>
                  </a:lnTo>
                  <a:lnTo>
                    <a:pt x="83365" y="28954"/>
                  </a:lnTo>
                  <a:lnTo>
                    <a:pt x="85415" y="28857"/>
                  </a:lnTo>
                  <a:lnTo>
                    <a:pt x="90661" y="28609"/>
                  </a:lnTo>
                  <a:lnTo>
                    <a:pt x="93148" y="28491"/>
                  </a:lnTo>
                  <a:lnTo>
                    <a:pt x="97088" y="28305"/>
                  </a:lnTo>
                  <a:lnTo>
                    <a:pt x="97511" y="28285"/>
                  </a:lnTo>
                  <a:lnTo>
                    <a:pt x="99200" y="28205"/>
                  </a:lnTo>
                  <a:lnTo>
                    <a:pt x="100817" y="27815"/>
                  </a:lnTo>
                  <a:lnTo>
                    <a:pt x="109063" y="25828"/>
                  </a:lnTo>
                  <a:lnTo>
                    <a:pt x="112391" y="24628"/>
                  </a:lnTo>
                  <a:lnTo>
                    <a:pt x="113743" y="24140"/>
                  </a:lnTo>
                  <a:lnTo>
                    <a:pt x="116573" y="23119"/>
                  </a:lnTo>
                  <a:lnTo>
                    <a:pt x="120185" y="22332"/>
                  </a:lnTo>
                  <a:lnTo>
                    <a:pt x="120856" y="22301"/>
                  </a:lnTo>
                  <a:lnTo>
                    <a:pt x="122581" y="22220"/>
                  </a:lnTo>
                  <a:lnTo>
                    <a:pt x="125490" y="22083"/>
                  </a:lnTo>
                  <a:lnTo>
                    <a:pt x="128951" y="21920"/>
                  </a:lnTo>
                  <a:lnTo>
                    <a:pt x="129732" y="21883"/>
                  </a:lnTo>
                  <a:lnTo>
                    <a:pt x="137933" y="21497"/>
                  </a:lnTo>
                  <a:lnTo>
                    <a:pt x="141458" y="21331"/>
                  </a:lnTo>
                  <a:lnTo>
                    <a:pt x="149291" y="20962"/>
                  </a:lnTo>
                  <a:lnTo>
                    <a:pt x="150155" y="23780"/>
                  </a:lnTo>
                  <a:lnTo>
                    <a:pt x="150595" y="23819"/>
                  </a:lnTo>
                  <a:lnTo>
                    <a:pt x="151016" y="23856"/>
                  </a:lnTo>
                  <a:lnTo>
                    <a:pt x="153106" y="24039"/>
                  </a:lnTo>
                  <a:lnTo>
                    <a:pt x="153925" y="24111"/>
                  </a:lnTo>
                  <a:lnTo>
                    <a:pt x="157175" y="24336"/>
                  </a:lnTo>
                  <a:lnTo>
                    <a:pt x="172782" y="25415"/>
                  </a:lnTo>
                  <a:lnTo>
                    <a:pt x="173298" y="25451"/>
                  </a:lnTo>
                  <a:lnTo>
                    <a:pt x="174310" y="25521"/>
                  </a:lnTo>
                  <a:lnTo>
                    <a:pt x="174625" y="25545"/>
                  </a:lnTo>
                  <a:lnTo>
                    <a:pt x="184598" y="26314"/>
                  </a:lnTo>
                  <a:lnTo>
                    <a:pt x="197226" y="27287"/>
                  </a:lnTo>
                  <a:lnTo>
                    <a:pt x="197527" y="27310"/>
                  </a:lnTo>
                  <a:lnTo>
                    <a:pt x="198060" y="21532"/>
                  </a:lnTo>
                  <a:lnTo>
                    <a:pt x="199655" y="17142"/>
                  </a:lnTo>
                  <a:lnTo>
                    <a:pt x="200035" y="16620"/>
                  </a:lnTo>
                  <a:lnTo>
                    <a:pt x="201435" y="14696"/>
                  </a:lnTo>
                  <a:lnTo>
                    <a:pt x="203214" y="13189"/>
                  </a:lnTo>
                  <a:lnTo>
                    <a:pt x="205730" y="11059"/>
                  </a:lnTo>
                  <a:lnTo>
                    <a:pt x="205860" y="10964"/>
                  </a:lnTo>
                  <a:lnTo>
                    <a:pt x="206803" y="20972"/>
                  </a:lnTo>
                  <a:lnTo>
                    <a:pt x="206979" y="22837"/>
                  </a:lnTo>
                  <a:lnTo>
                    <a:pt x="207726" y="30743"/>
                  </a:lnTo>
                  <a:lnTo>
                    <a:pt x="217595" y="29750"/>
                  </a:lnTo>
                  <a:lnTo>
                    <a:pt x="218109" y="29699"/>
                  </a:lnTo>
                  <a:lnTo>
                    <a:pt x="228067" y="28697"/>
                  </a:lnTo>
                  <a:lnTo>
                    <a:pt x="230447" y="28458"/>
                  </a:lnTo>
                  <a:lnTo>
                    <a:pt x="231543" y="28347"/>
                  </a:lnTo>
                  <a:lnTo>
                    <a:pt x="234100" y="50261"/>
                  </a:lnTo>
                  <a:lnTo>
                    <a:pt x="234901" y="57132"/>
                  </a:lnTo>
                  <a:lnTo>
                    <a:pt x="236137" y="67725"/>
                  </a:lnTo>
                  <a:lnTo>
                    <a:pt x="236391" y="69903"/>
                  </a:lnTo>
                  <a:lnTo>
                    <a:pt x="236888" y="73844"/>
                  </a:lnTo>
                  <a:lnTo>
                    <a:pt x="237607" y="79545"/>
                  </a:lnTo>
                  <a:lnTo>
                    <a:pt x="238203" y="84278"/>
                  </a:lnTo>
                  <a:lnTo>
                    <a:pt x="238834" y="89281"/>
                  </a:lnTo>
                  <a:lnTo>
                    <a:pt x="239089" y="91001"/>
                  </a:lnTo>
                  <a:lnTo>
                    <a:pt x="239684" y="95009"/>
                  </a:lnTo>
                  <a:lnTo>
                    <a:pt x="239734" y="95603"/>
                  </a:lnTo>
                  <a:lnTo>
                    <a:pt x="238587" y="95801"/>
                  </a:lnTo>
                  <a:lnTo>
                    <a:pt x="237973" y="95907"/>
                  </a:lnTo>
                  <a:lnTo>
                    <a:pt x="236844" y="96102"/>
                  </a:lnTo>
                  <a:lnTo>
                    <a:pt x="236478" y="96165"/>
                  </a:lnTo>
                  <a:lnTo>
                    <a:pt x="235791" y="96284"/>
                  </a:lnTo>
                  <a:lnTo>
                    <a:pt x="226178" y="97945"/>
                  </a:lnTo>
                  <a:lnTo>
                    <a:pt x="225336" y="98090"/>
                  </a:lnTo>
                  <a:lnTo>
                    <a:pt x="216268" y="99897"/>
                  </a:lnTo>
                  <a:lnTo>
                    <a:pt x="215520" y="100046"/>
                  </a:lnTo>
                  <a:lnTo>
                    <a:pt x="214245" y="100300"/>
                  </a:lnTo>
                  <a:lnTo>
                    <a:pt x="213752" y="100398"/>
                  </a:lnTo>
                  <a:lnTo>
                    <a:pt x="207361" y="104494"/>
                  </a:lnTo>
                  <a:lnTo>
                    <a:pt x="207069" y="104761"/>
                  </a:lnTo>
                  <a:lnTo>
                    <a:pt x="206300" y="105467"/>
                  </a:lnTo>
                  <a:lnTo>
                    <a:pt x="201913" y="109493"/>
                  </a:lnTo>
                  <a:lnTo>
                    <a:pt x="201114" y="110225"/>
                  </a:lnTo>
                  <a:lnTo>
                    <a:pt x="199719" y="111506"/>
                  </a:lnTo>
                  <a:lnTo>
                    <a:pt x="199339" y="111855"/>
                  </a:lnTo>
                  <a:lnTo>
                    <a:pt x="198864" y="111685"/>
                  </a:lnTo>
                  <a:lnTo>
                    <a:pt x="198260" y="111470"/>
                  </a:lnTo>
                  <a:lnTo>
                    <a:pt x="197904" y="111343"/>
                  </a:lnTo>
                  <a:lnTo>
                    <a:pt x="197327" y="111137"/>
                  </a:lnTo>
                  <a:lnTo>
                    <a:pt x="196565" y="111010"/>
                  </a:lnTo>
                  <a:lnTo>
                    <a:pt x="189804" y="109888"/>
                  </a:lnTo>
                  <a:lnTo>
                    <a:pt x="188543" y="109678"/>
                  </a:lnTo>
                  <a:lnTo>
                    <a:pt x="188656" y="108603"/>
                  </a:lnTo>
                  <a:lnTo>
                    <a:pt x="183807" y="108026"/>
                  </a:lnTo>
                  <a:lnTo>
                    <a:pt x="181412" y="107741"/>
                  </a:lnTo>
                  <a:lnTo>
                    <a:pt x="180997" y="107913"/>
                  </a:lnTo>
                  <a:lnTo>
                    <a:pt x="180819" y="107987"/>
                  </a:lnTo>
                  <a:lnTo>
                    <a:pt x="180634" y="108064"/>
                  </a:lnTo>
                  <a:lnTo>
                    <a:pt x="180336" y="108187"/>
                  </a:lnTo>
                  <a:lnTo>
                    <a:pt x="180111" y="108166"/>
                  </a:lnTo>
                  <a:lnTo>
                    <a:pt x="174116" y="107593"/>
                  </a:lnTo>
                  <a:lnTo>
                    <a:pt x="172805" y="107851"/>
                  </a:lnTo>
                  <a:lnTo>
                    <a:pt x="172548" y="107901"/>
                  </a:lnTo>
                  <a:lnTo>
                    <a:pt x="171494" y="108108"/>
                  </a:lnTo>
                  <a:lnTo>
                    <a:pt x="169991" y="108403"/>
                  </a:lnTo>
                  <a:lnTo>
                    <a:pt x="169559" y="108488"/>
                  </a:lnTo>
                  <a:lnTo>
                    <a:pt x="169287" y="108048"/>
                  </a:lnTo>
                  <a:lnTo>
                    <a:pt x="168904" y="107426"/>
                  </a:lnTo>
                  <a:lnTo>
                    <a:pt x="168530" y="106818"/>
                  </a:lnTo>
                  <a:lnTo>
                    <a:pt x="168225" y="106322"/>
                  </a:lnTo>
                  <a:lnTo>
                    <a:pt x="168133" y="106172"/>
                  </a:lnTo>
                  <a:lnTo>
                    <a:pt x="167576" y="106227"/>
                  </a:lnTo>
                  <a:lnTo>
                    <a:pt x="167091" y="106276"/>
                  </a:lnTo>
                  <a:lnTo>
                    <a:pt x="166189" y="106365"/>
                  </a:lnTo>
                  <a:lnTo>
                    <a:pt x="165704" y="106413"/>
                  </a:lnTo>
                  <a:lnTo>
                    <a:pt x="165421" y="106441"/>
                  </a:lnTo>
                  <a:lnTo>
                    <a:pt x="164771" y="106615"/>
                  </a:lnTo>
                  <a:lnTo>
                    <a:pt x="162943" y="107105"/>
                  </a:lnTo>
                  <a:lnTo>
                    <a:pt x="161945" y="107151"/>
                  </a:lnTo>
                  <a:lnTo>
                    <a:pt x="160607" y="107351"/>
                  </a:lnTo>
                  <a:lnTo>
                    <a:pt x="159136" y="107571"/>
                  </a:lnTo>
                  <a:lnTo>
                    <a:pt x="158285" y="107663"/>
                  </a:lnTo>
                  <a:lnTo>
                    <a:pt x="155622" y="107951"/>
                  </a:lnTo>
                  <a:lnTo>
                    <a:pt x="155698" y="105941"/>
                  </a:lnTo>
                  <a:lnTo>
                    <a:pt x="154338" y="106010"/>
                  </a:lnTo>
                  <a:lnTo>
                    <a:pt x="152402" y="106109"/>
                  </a:lnTo>
                  <a:lnTo>
                    <a:pt x="150521" y="106204"/>
                  </a:lnTo>
                  <a:lnTo>
                    <a:pt x="146060" y="106432"/>
                  </a:lnTo>
                  <a:lnTo>
                    <a:pt x="145687" y="106451"/>
                  </a:lnTo>
                  <a:lnTo>
                    <a:pt x="141139" y="106682"/>
                  </a:lnTo>
                  <a:lnTo>
                    <a:pt x="136442" y="106628"/>
                  </a:lnTo>
                  <a:lnTo>
                    <a:pt x="133834" y="107328"/>
                  </a:lnTo>
                  <a:lnTo>
                    <a:pt x="133527" y="107411"/>
                  </a:lnTo>
                  <a:lnTo>
                    <a:pt x="131554" y="106904"/>
                  </a:lnTo>
                  <a:lnTo>
                    <a:pt x="130651" y="106448"/>
                  </a:lnTo>
                  <a:lnTo>
                    <a:pt x="129991" y="106115"/>
                  </a:lnTo>
                  <a:lnTo>
                    <a:pt x="129562" y="105935"/>
                  </a:lnTo>
                  <a:lnTo>
                    <a:pt x="128365" y="105434"/>
                  </a:lnTo>
                  <a:lnTo>
                    <a:pt x="125998" y="104442"/>
                  </a:lnTo>
                  <a:lnTo>
                    <a:pt x="125554" y="104443"/>
                  </a:lnTo>
                  <a:lnTo>
                    <a:pt x="121588" y="104449"/>
                  </a:lnTo>
                  <a:lnTo>
                    <a:pt x="120549" y="104426"/>
                  </a:lnTo>
                  <a:lnTo>
                    <a:pt x="120039" y="104415"/>
                  </a:lnTo>
                  <a:lnTo>
                    <a:pt x="116110" y="104116"/>
                  </a:lnTo>
                  <a:lnTo>
                    <a:pt x="115861" y="104113"/>
                  </a:lnTo>
                  <a:lnTo>
                    <a:pt x="110354" y="104044"/>
                  </a:lnTo>
                  <a:lnTo>
                    <a:pt x="108163" y="104146"/>
                  </a:lnTo>
                  <a:lnTo>
                    <a:pt x="106496" y="103785"/>
                  </a:lnTo>
                  <a:lnTo>
                    <a:pt x="106495" y="99292"/>
                  </a:lnTo>
                  <a:lnTo>
                    <a:pt x="101311" y="95860"/>
                  </a:lnTo>
                  <a:lnTo>
                    <a:pt x="101076" y="88153"/>
                  </a:lnTo>
                  <a:lnTo>
                    <a:pt x="98840" y="88052"/>
                  </a:lnTo>
                  <a:lnTo>
                    <a:pt x="79812" y="87190"/>
                  </a:lnTo>
                  <a:lnTo>
                    <a:pt x="79223" y="75510"/>
                  </a:lnTo>
                  <a:lnTo>
                    <a:pt x="84406" y="74607"/>
                  </a:lnTo>
                  <a:lnTo>
                    <a:pt x="84053" y="72259"/>
                  </a:lnTo>
                  <a:lnTo>
                    <a:pt x="76708" y="72926"/>
                  </a:lnTo>
                  <a:lnTo>
                    <a:pt x="76101" y="72981"/>
                  </a:lnTo>
                  <a:lnTo>
                    <a:pt x="59607" y="69811"/>
                  </a:lnTo>
                  <a:lnTo>
                    <a:pt x="51269" y="65234"/>
                  </a:lnTo>
                  <a:lnTo>
                    <a:pt x="55732" y="56152"/>
                  </a:lnTo>
                  <a:lnTo>
                    <a:pt x="52835" y="55100"/>
                  </a:lnTo>
                  <a:lnTo>
                    <a:pt x="45943" y="52992"/>
                  </a:lnTo>
                  <a:lnTo>
                    <a:pt x="40406" y="53715"/>
                  </a:lnTo>
                  <a:lnTo>
                    <a:pt x="33750" y="51066"/>
                  </a:lnTo>
                  <a:lnTo>
                    <a:pt x="30982" y="45707"/>
                  </a:lnTo>
                  <a:lnTo>
                    <a:pt x="31100" y="40770"/>
                  </a:lnTo>
                  <a:lnTo>
                    <a:pt x="38168" y="38543"/>
                  </a:lnTo>
                  <a:lnTo>
                    <a:pt x="39287" y="34448"/>
                  </a:lnTo>
                  <a:lnTo>
                    <a:pt x="39052" y="33545"/>
                  </a:lnTo>
                  <a:lnTo>
                    <a:pt x="22088" y="39686"/>
                  </a:lnTo>
                  <a:lnTo>
                    <a:pt x="20144" y="38844"/>
                  </a:lnTo>
                  <a:lnTo>
                    <a:pt x="13547" y="47513"/>
                  </a:lnTo>
                  <a:lnTo>
                    <a:pt x="6008" y="42697"/>
                  </a:lnTo>
                  <a:lnTo>
                    <a:pt x="8010" y="33184"/>
                  </a:lnTo>
                  <a:lnTo>
                    <a:pt x="14725" y="26742"/>
                  </a:lnTo>
                  <a:lnTo>
                    <a:pt x="23921" y="24580"/>
                  </a:lnTo>
                  <a:lnTo>
                    <a:pt x="23568" y="23697"/>
                  </a:lnTo>
                  <a:lnTo>
                    <a:pt x="16892" y="21128"/>
                  </a:lnTo>
                  <a:lnTo>
                    <a:pt x="16155" y="20713"/>
                  </a:lnTo>
                  <a:lnTo>
                    <a:pt x="1087" y="12185"/>
                  </a:lnTo>
                  <a:lnTo>
                    <a:pt x="0" y="11570"/>
                  </a:lnTo>
                  <a:lnTo>
                    <a:pt x="4947" y="4044"/>
                  </a:lnTo>
                  <a:lnTo>
                    <a:pt x="11648" y="7721"/>
                  </a:lnTo>
                  <a:lnTo>
                    <a:pt x="22132" y="13474"/>
                  </a:lnTo>
                  <a:lnTo>
                    <a:pt x="26450" y="15843"/>
                  </a:lnTo>
                  <a:lnTo>
                    <a:pt x="24651" y="7592"/>
                  </a:lnTo>
                  <a:lnTo>
                    <a:pt x="29265" y="6689"/>
                  </a:lnTo>
                  <a:lnTo>
                    <a:pt x="31815" y="17007"/>
                  </a:lnTo>
                  <a:lnTo>
                    <a:pt x="35341" y="17771"/>
                  </a:lnTo>
                  <a:lnTo>
                    <a:pt x="36962" y="17502"/>
                  </a:lnTo>
                  <a:lnTo>
                    <a:pt x="36689" y="11655"/>
                  </a:lnTo>
                  <a:lnTo>
                    <a:pt x="36637" y="10546"/>
                  </a:lnTo>
                  <a:lnTo>
                    <a:pt x="45060" y="10486"/>
                  </a:lnTo>
                  <a:lnTo>
                    <a:pt x="51951" y="10847"/>
                  </a:lnTo>
                  <a:lnTo>
                    <a:pt x="52246" y="11269"/>
                  </a:lnTo>
                  <a:lnTo>
                    <a:pt x="55544" y="11389"/>
                  </a:lnTo>
                  <a:lnTo>
                    <a:pt x="55839" y="13556"/>
                  </a:lnTo>
                  <a:lnTo>
                    <a:pt x="59060" y="13580"/>
                  </a:lnTo>
                  <a:lnTo>
                    <a:pt x="59119" y="6867"/>
                  </a:lnTo>
                  <a:lnTo>
                    <a:pt x="63702" y="3416"/>
                  </a:lnTo>
                  <a:lnTo>
                    <a:pt x="63026" y="2321"/>
                  </a:lnTo>
                  <a:lnTo>
                    <a:pt x="63259" y="217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g71"/>
            <p:cNvSpPr/>
            <p:nvPr/>
          </p:nvSpPr>
          <p:spPr>
            <a:xfrm>
              <a:off x="2569397" y="4578681"/>
              <a:ext cx="261807" cy="231107"/>
            </a:xfrm>
            <a:custGeom>
              <a:avLst/>
              <a:pathLst>
                <a:path w="261807" h="231107">
                  <a:moveTo>
                    <a:pt x="185807" y="61501"/>
                  </a:moveTo>
                  <a:lnTo>
                    <a:pt x="186349" y="61488"/>
                  </a:lnTo>
                  <a:lnTo>
                    <a:pt x="186944" y="61475"/>
                  </a:lnTo>
                  <a:lnTo>
                    <a:pt x="187700" y="61457"/>
                  </a:lnTo>
                  <a:lnTo>
                    <a:pt x="188405" y="61441"/>
                  </a:lnTo>
                  <a:lnTo>
                    <a:pt x="189378" y="61419"/>
                  </a:lnTo>
                  <a:lnTo>
                    <a:pt x="189854" y="61408"/>
                  </a:lnTo>
                  <a:lnTo>
                    <a:pt x="191020" y="61381"/>
                  </a:lnTo>
                  <a:lnTo>
                    <a:pt x="192312" y="61352"/>
                  </a:lnTo>
                  <a:lnTo>
                    <a:pt x="192699" y="61343"/>
                  </a:lnTo>
                  <a:lnTo>
                    <a:pt x="193689" y="61320"/>
                  </a:lnTo>
                  <a:lnTo>
                    <a:pt x="195156" y="61287"/>
                  </a:lnTo>
                  <a:lnTo>
                    <a:pt x="195383" y="61282"/>
                  </a:lnTo>
                  <a:lnTo>
                    <a:pt x="195640" y="61276"/>
                  </a:lnTo>
                  <a:lnTo>
                    <a:pt x="196779" y="61250"/>
                  </a:lnTo>
                  <a:lnTo>
                    <a:pt x="197510" y="61233"/>
                  </a:lnTo>
                  <a:lnTo>
                    <a:pt x="197916" y="61224"/>
                  </a:lnTo>
                  <a:lnTo>
                    <a:pt x="199409" y="61190"/>
                  </a:lnTo>
                  <a:lnTo>
                    <a:pt x="199657" y="61184"/>
                  </a:lnTo>
                  <a:lnTo>
                    <a:pt x="200658" y="61161"/>
                  </a:lnTo>
                  <a:lnTo>
                    <a:pt x="201721" y="61137"/>
                  </a:lnTo>
                  <a:lnTo>
                    <a:pt x="202640" y="61116"/>
                  </a:lnTo>
                  <a:lnTo>
                    <a:pt x="203849" y="61088"/>
                  </a:lnTo>
                  <a:lnTo>
                    <a:pt x="204478" y="60490"/>
                  </a:lnTo>
                  <a:lnTo>
                    <a:pt x="204553" y="56347"/>
                  </a:lnTo>
                  <a:lnTo>
                    <a:pt x="210082" y="56250"/>
                  </a:lnTo>
                  <a:lnTo>
                    <a:pt x="215322" y="59722"/>
                  </a:lnTo>
                  <a:lnTo>
                    <a:pt x="215322" y="63816"/>
                  </a:lnTo>
                  <a:lnTo>
                    <a:pt x="210453" y="66465"/>
                  </a:lnTo>
                  <a:lnTo>
                    <a:pt x="211141" y="74834"/>
                  </a:lnTo>
                  <a:lnTo>
                    <a:pt x="211238" y="76018"/>
                  </a:lnTo>
                  <a:lnTo>
                    <a:pt x="206919" y="76741"/>
                  </a:lnTo>
                  <a:lnTo>
                    <a:pt x="200448" y="77462"/>
                  </a:lnTo>
                  <a:lnTo>
                    <a:pt x="186028" y="79069"/>
                  </a:lnTo>
                  <a:lnTo>
                    <a:pt x="174640" y="80032"/>
                  </a:lnTo>
                  <a:lnTo>
                    <a:pt x="173383" y="83965"/>
                  </a:lnTo>
                  <a:lnTo>
                    <a:pt x="189562" y="99459"/>
                  </a:lnTo>
                  <a:lnTo>
                    <a:pt x="193641" y="100495"/>
                  </a:lnTo>
                  <a:lnTo>
                    <a:pt x="198947" y="101843"/>
                  </a:lnTo>
                  <a:lnTo>
                    <a:pt x="210692" y="104827"/>
                  </a:lnTo>
                  <a:lnTo>
                    <a:pt x="214615" y="102991"/>
                  </a:lnTo>
                  <a:lnTo>
                    <a:pt x="216476" y="103305"/>
                  </a:lnTo>
                  <a:lnTo>
                    <a:pt x="218367" y="103624"/>
                  </a:lnTo>
                  <a:lnTo>
                    <a:pt x="224907" y="111489"/>
                  </a:lnTo>
                  <a:lnTo>
                    <a:pt x="261807" y="120331"/>
                  </a:lnTo>
                  <a:lnTo>
                    <a:pt x="260626" y="127871"/>
                  </a:lnTo>
                  <a:lnTo>
                    <a:pt x="259845" y="133456"/>
                  </a:lnTo>
                  <a:lnTo>
                    <a:pt x="216847" y="126833"/>
                  </a:lnTo>
                  <a:lnTo>
                    <a:pt x="211922" y="127245"/>
                  </a:lnTo>
                  <a:lnTo>
                    <a:pt x="213509" y="133657"/>
                  </a:lnTo>
                  <a:lnTo>
                    <a:pt x="231572" y="135663"/>
                  </a:lnTo>
                  <a:lnTo>
                    <a:pt x="242371" y="149511"/>
                  </a:lnTo>
                  <a:lnTo>
                    <a:pt x="254077" y="148975"/>
                  </a:lnTo>
                  <a:lnTo>
                    <a:pt x="255401" y="166869"/>
                  </a:lnTo>
                  <a:lnTo>
                    <a:pt x="245355" y="168002"/>
                  </a:lnTo>
                  <a:lnTo>
                    <a:pt x="239474" y="172188"/>
                  </a:lnTo>
                  <a:lnTo>
                    <a:pt x="232469" y="175099"/>
                  </a:lnTo>
                  <a:lnTo>
                    <a:pt x="225132" y="179140"/>
                  </a:lnTo>
                  <a:lnTo>
                    <a:pt x="223047" y="179121"/>
                  </a:lnTo>
                  <a:lnTo>
                    <a:pt x="219987" y="179093"/>
                  </a:lnTo>
                  <a:lnTo>
                    <a:pt x="218633" y="182474"/>
                  </a:lnTo>
                  <a:lnTo>
                    <a:pt x="216915" y="186236"/>
                  </a:lnTo>
                  <a:lnTo>
                    <a:pt x="206585" y="194632"/>
                  </a:lnTo>
                  <a:lnTo>
                    <a:pt x="204664" y="200093"/>
                  </a:lnTo>
                  <a:lnTo>
                    <a:pt x="215071" y="203318"/>
                  </a:lnTo>
                  <a:lnTo>
                    <a:pt x="224177" y="206140"/>
                  </a:lnTo>
                  <a:lnTo>
                    <a:pt x="231048" y="209651"/>
                  </a:lnTo>
                  <a:lnTo>
                    <a:pt x="231200" y="231107"/>
                  </a:lnTo>
                  <a:lnTo>
                    <a:pt x="222874" y="227105"/>
                  </a:lnTo>
                  <a:lnTo>
                    <a:pt x="217278" y="222891"/>
                  </a:lnTo>
                  <a:lnTo>
                    <a:pt x="211486" y="215566"/>
                  </a:lnTo>
                  <a:lnTo>
                    <a:pt x="207559" y="212856"/>
                  </a:lnTo>
                  <a:lnTo>
                    <a:pt x="201276" y="209344"/>
                  </a:lnTo>
                  <a:lnTo>
                    <a:pt x="194601" y="203223"/>
                  </a:lnTo>
                  <a:lnTo>
                    <a:pt x="189496" y="198507"/>
                  </a:lnTo>
                  <a:lnTo>
                    <a:pt x="183998" y="194995"/>
                  </a:lnTo>
                  <a:lnTo>
                    <a:pt x="181771" y="196228"/>
                  </a:lnTo>
                  <a:lnTo>
                    <a:pt x="179490" y="197490"/>
                  </a:lnTo>
                  <a:lnTo>
                    <a:pt x="178956" y="197434"/>
                  </a:lnTo>
                  <a:lnTo>
                    <a:pt x="175381" y="197059"/>
                  </a:lnTo>
                  <a:lnTo>
                    <a:pt x="174307" y="196932"/>
                  </a:lnTo>
                  <a:lnTo>
                    <a:pt x="173854" y="195574"/>
                  </a:lnTo>
                  <a:lnTo>
                    <a:pt x="173697" y="195102"/>
                  </a:lnTo>
                  <a:lnTo>
                    <a:pt x="173569" y="194642"/>
                  </a:lnTo>
                  <a:lnTo>
                    <a:pt x="171749" y="188107"/>
                  </a:lnTo>
                  <a:lnTo>
                    <a:pt x="169466" y="181760"/>
                  </a:lnTo>
                  <a:lnTo>
                    <a:pt x="169184" y="180987"/>
                  </a:lnTo>
                  <a:lnTo>
                    <a:pt x="166938" y="174828"/>
                  </a:lnTo>
                  <a:lnTo>
                    <a:pt x="166548" y="173648"/>
                  </a:lnTo>
                  <a:lnTo>
                    <a:pt x="165674" y="171000"/>
                  </a:lnTo>
                  <a:lnTo>
                    <a:pt x="163820" y="172350"/>
                  </a:lnTo>
                  <a:lnTo>
                    <a:pt x="158945" y="175896"/>
                  </a:lnTo>
                  <a:lnTo>
                    <a:pt x="158377" y="177792"/>
                  </a:lnTo>
                  <a:lnTo>
                    <a:pt x="157786" y="179764"/>
                  </a:lnTo>
                  <a:lnTo>
                    <a:pt x="157610" y="180351"/>
                  </a:lnTo>
                  <a:lnTo>
                    <a:pt x="154037" y="184205"/>
                  </a:lnTo>
                  <a:lnTo>
                    <a:pt x="153758" y="184239"/>
                  </a:lnTo>
                  <a:lnTo>
                    <a:pt x="144940" y="185337"/>
                  </a:lnTo>
                  <a:lnTo>
                    <a:pt x="144588" y="185381"/>
                  </a:lnTo>
                  <a:lnTo>
                    <a:pt x="143359" y="185534"/>
                  </a:lnTo>
                  <a:lnTo>
                    <a:pt x="140116" y="188872"/>
                  </a:lnTo>
                  <a:lnTo>
                    <a:pt x="136763" y="190852"/>
                  </a:lnTo>
                  <a:lnTo>
                    <a:pt x="133430" y="192820"/>
                  </a:lnTo>
                  <a:lnTo>
                    <a:pt x="132045" y="193498"/>
                  </a:lnTo>
                  <a:lnTo>
                    <a:pt x="131204" y="193910"/>
                  </a:lnTo>
                  <a:lnTo>
                    <a:pt x="128843" y="195066"/>
                  </a:lnTo>
                  <a:lnTo>
                    <a:pt x="128086" y="195437"/>
                  </a:lnTo>
                  <a:lnTo>
                    <a:pt x="127526" y="195702"/>
                  </a:lnTo>
                  <a:lnTo>
                    <a:pt x="121213" y="194705"/>
                  </a:lnTo>
                  <a:lnTo>
                    <a:pt x="119157" y="194380"/>
                  </a:lnTo>
                  <a:lnTo>
                    <a:pt x="116312" y="193933"/>
                  </a:lnTo>
                  <a:lnTo>
                    <a:pt x="113284" y="193629"/>
                  </a:lnTo>
                  <a:lnTo>
                    <a:pt x="112786" y="193579"/>
                  </a:lnTo>
                  <a:lnTo>
                    <a:pt x="110585" y="193358"/>
                  </a:lnTo>
                  <a:lnTo>
                    <a:pt x="109831" y="193282"/>
                  </a:lnTo>
                  <a:lnTo>
                    <a:pt x="104266" y="192723"/>
                  </a:lnTo>
                  <a:lnTo>
                    <a:pt x="104281" y="189728"/>
                  </a:lnTo>
                  <a:lnTo>
                    <a:pt x="100444" y="185842"/>
                  </a:lnTo>
                  <a:lnTo>
                    <a:pt x="99176" y="179336"/>
                  </a:lnTo>
                  <a:lnTo>
                    <a:pt x="98243" y="174553"/>
                  </a:lnTo>
                  <a:lnTo>
                    <a:pt x="96493" y="165572"/>
                  </a:lnTo>
                  <a:lnTo>
                    <a:pt x="92220" y="165959"/>
                  </a:lnTo>
                  <a:lnTo>
                    <a:pt x="92180" y="164731"/>
                  </a:lnTo>
                  <a:lnTo>
                    <a:pt x="92138" y="163455"/>
                  </a:lnTo>
                  <a:lnTo>
                    <a:pt x="92115" y="162759"/>
                  </a:lnTo>
                  <a:lnTo>
                    <a:pt x="92097" y="162233"/>
                  </a:lnTo>
                  <a:lnTo>
                    <a:pt x="89885" y="161471"/>
                  </a:lnTo>
                  <a:lnTo>
                    <a:pt x="88924" y="161140"/>
                  </a:lnTo>
                  <a:lnTo>
                    <a:pt x="87582" y="160677"/>
                  </a:lnTo>
                  <a:lnTo>
                    <a:pt x="87601" y="160276"/>
                  </a:lnTo>
                  <a:lnTo>
                    <a:pt x="87692" y="158426"/>
                  </a:lnTo>
                  <a:lnTo>
                    <a:pt x="87744" y="157354"/>
                  </a:lnTo>
                  <a:lnTo>
                    <a:pt x="82251" y="155671"/>
                  </a:lnTo>
                  <a:lnTo>
                    <a:pt x="82102" y="157036"/>
                  </a:lnTo>
                  <a:lnTo>
                    <a:pt x="82051" y="157502"/>
                  </a:lnTo>
                  <a:lnTo>
                    <a:pt x="82002" y="157945"/>
                  </a:lnTo>
                  <a:lnTo>
                    <a:pt x="81889" y="158983"/>
                  </a:lnTo>
                  <a:lnTo>
                    <a:pt x="81767" y="160101"/>
                  </a:lnTo>
                  <a:lnTo>
                    <a:pt x="81082" y="163433"/>
                  </a:lnTo>
                  <a:lnTo>
                    <a:pt x="80875" y="164442"/>
                  </a:lnTo>
                  <a:lnTo>
                    <a:pt x="80614" y="166110"/>
                  </a:lnTo>
                  <a:lnTo>
                    <a:pt x="80513" y="166754"/>
                  </a:lnTo>
                  <a:lnTo>
                    <a:pt x="80427" y="167310"/>
                  </a:lnTo>
                  <a:lnTo>
                    <a:pt x="80317" y="168010"/>
                  </a:lnTo>
                  <a:lnTo>
                    <a:pt x="80236" y="168532"/>
                  </a:lnTo>
                  <a:lnTo>
                    <a:pt x="79505" y="173212"/>
                  </a:lnTo>
                  <a:lnTo>
                    <a:pt x="79334" y="174306"/>
                  </a:lnTo>
                  <a:lnTo>
                    <a:pt x="79090" y="175866"/>
                  </a:lnTo>
                  <a:lnTo>
                    <a:pt x="78859" y="177346"/>
                  </a:lnTo>
                  <a:lnTo>
                    <a:pt x="78783" y="177833"/>
                  </a:lnTo>
                  <a:lnTo>
                    <a:pt x="78751" y="178041"/>
                  </a:lnTo>
                  <a:lnTo>
                    <a:pt x="78208" y="177923"/>
                  </a:lnTo>
                  <a:lnTo>
                    <a:pt x="77161" y="177732"/>
                  </a:lnTo>
                  <a:lnTo>
                    <a:pt x="75304" y="177393"/>
                  </a:lnTo>
                  <a:lnTo>
                    <a:pt x="74536" y="177253"/>
                  </a:lnTo>
                  <a:lnTo>
                    <a:pt x="73929" y="177142"/>
                  </a:lnTo>
                  <a:lnTo>
                    <a:pt x="71518" y="176702"/>
                  </a:lnTo>
                  <a:lnTo>
                    <a:pt x="68274" y="176341"/>
                  </a:lnTo>
                  <a:lnTo>
                    <a:pt x="67407" y="176369"/>
                  </a:lnTo>
                  <a:lnTo>
                    <a:pt x="66500" y="176398"/>
                  </a:lnTo>
                  <a:lnTo>
                    <a:pt x="66137" y="176410"/>
                  </a:lnTo>
                  <a:lnTo>
                    <a:pt x="66001" y="176414"/>
                  </a:lnTo>
                  <a:lnTo>
                    <a:pt x="65339" y="175536"/>
                  </a:lnTo>
                  <a:lnTo>
                    <a:pt x="64768" y="174001"/>
                  </a:lnTo>
                  <a:lnTo>
                    <a:pt x="64651" y="173683"/>
                  </a:lnTo>
                  <a:lnTo>
                    <a:pt x="64350" y="172873"/>
                  </a:lnTo>
                  <a:lnTo>
                    <a:pt x="60115" y="172484"/>
                  </a:lnTo>
                  <a:lnTo>
                    <a:pt x="60071" y="172981"/>
                  </a:lnTo>
                  <a:lnTo>
                    <a:pt x="59989" y="173901"/>
                  </a:lnTo>
                  <a:lnTo>
                    <a:pt x="59960" y="174228"/>
                  </a:lnTo>
                  <a:lnTo>
                    <a:pt x="59848" y="175493"/>
                  </a:lnTo>
                  <a:lnTo>
                    <a:pt x="59806" y="175967"/>
                  </a:lnTo>
                  <a:lnTo>
                    <a:pt x="59753" y="176569"/>
                  </a:lnTo>
                  <a:lnTo>
                    <a:pt x="44672" y="173610"/>
                  </a:lnTo>
                  <a:lnTo>
                    <a:pt x="43542" y="173388"/>
                  </a:lnTo>
                  <a:lnTo>
                    <a:pt x="43506" y="174620"/>
                  </a:lnTo>
                  <a:lnTo>
                    <a:pt x="43520" y="174995"/>
                  </a:lnTo>
                  <a:lnTo>
                    <a:pt x="43539" y="175522"/>
                  </a:lnTo>
                  <a:lnTo>
                    <a:pt x="42858" y="175538"/>
                  </a:lnTo>
                  <a:lnTo>
                    <a:pt x="32431" y="175777"/>
                  </a:lnTo>
                  <a:lnTo>
                    <a:pt x="32013" y="175786"/>
                  </a:lnTo>
                  <a:lnTo>
                    <a:pt x="31748" y="175793"/>
                  </a:lnTo>
                  <a:lnTo>
                    <a:pt x="24839" y="175951"/>
                  </a:lnTo>
                  <a:lnTo>
                    <a:pt x="20565" y="176049"/>
                  </a:lnTo>
                  <a:lnTo>
                    <a:pt x="11745" y="176251"/>
                  </a:lnTo>
                  <a:lnTo>
                    <a:pt x="11340" y="176260"/>
                  </a:lnTo>
                  <a:lnTo>
                    <a:pt x="10822" y="176272"/>
                  </a:lnTo>
                  <a:lnTo>
                    <a:pt x="10598" y="176277"/>
                  </a:lnTo>
                  <a:lnTo>
                    <a:pt x="1940" y="176475"/>
                  </a:lnTo>
                  <a:lnTo>
                    <a:pt x="1443" y="176487"/>
                  </a:lnTo>
                  <a:lnTo>
                    <a:pt x="671" y="152885"/>
                  </a:lnTo>
                  <a:lnTo>
                    <a:pt x="48" y="133830"/>
                  </a:lnTo>
                  <a:lnTo>
                    <a:pt x="0" y="132361"/>
                  </a:lnTo>
                  <a:lnTo>
                    <a:pt x="4512" y="134198"/>
                  </a:lnTo>
                  <a:lnTo>
                    <a:pt x="5662" y="134667"/>
                  </a:lnTo>
                  <a:lnTo>
                    <a:pt x="9508" y="136233"/>
                  </a:lnTo>
                  <a:lnTo>
                    <a:pt x="14775" y="138339"/>
                  </a:lnTo>
                  <a:lnTo>
                    <a:pt x="15288" y="136943"/>
                  </a:lnTo>
                  <a:lnTo>
                    <a:pt x="18311" y="128723"/>
                  </a:lnTo>
                  <a:lnTo>
                    <a:pt x="19168" y="126394"/>
                  </a:lnTo>
                  <a:lnTo>
                    <a:pt x="19377" y="125825"/>
                  </a:lnTo>
                  <a:lnTo>
                    <a:pt x="19754" y="124799"/>
                  </a:lnTo>
                  <a:lnTo>
                    <a:pt x="22337" y="117775"/>
                  </a:lnTo>
                  <a:lnTo>
                    <a:pt x="22604" y="117050"/>
                  </a:lnTo>
                  <a:lnTo>
                    <a:pt x="31572" y="120790"/>
                  </a:lnTo>
                  <a:lnTo>
                    <a:pt x="32986" y="117052"/>
                  </a:lnTo>
                  <a:lnTo>
                    <a:pt x="34917" y="111946"/>
                  </a:lnTo>
                  <a:lnTo>
                    <a:pt x="35172" y="111270"/>
                  </a:lnTo>
                  <a:lnTo>
                    <a:pt x="35438" y="110566"/>
                  </a:lnTo>
                  <a:lnTo>
                    <a:pt x="38538" y="102364"/>
                  </a:lnTo>
                  <a:lnTo>
                    <a:pt x="38591" y="102224"/>
                  </a:lnTo>
                  <a:lnTo>
                    <a:pt x="38741" y="101828"/>
                  </a:lnTo>
                  <a:lnTo>
                    <a:pt x="38838" y="101573"/>
                  </a:lnTo>
                  <a:lnTo>
                    <a:pt x="38886" y="101444"/>
                  </a:lnTo>
                  <a:lnTo>
                    <a:pt x="41104" y="95575"/>
                  </a:lnTo>
                  <a:lnTo>
                    <a:pt x="42004" y="93195"/>
                  </a:lnTo>
                  <a:lnTo>
                    <a:pt x="42096" y="92954"/>
                  </a:lnTo>
                  <a:lnTo>
                    <a:pt x="42179" y="92734"/>
                  </a:lnTo>
                  <a:lnTo>
                    <a:pt x="42356" y="92264"/>
                  </a:lnTo>
                  <a:lnTo>
                    <a:pt x="43263" y="89864"/>
                  </a:lnTo>
                  <a:lnTo>
                    <a:pt x="45591" y="83908"/>
                  </a:lnTo>
                  <a:lnTo>
                    <a:pt x="45850" y="84014"/>
                  </a:lnTo>
                  <a:lnTo>
                    <a:pt x="63283" y="91114"/>
                  </a:lnTo>
                  <a:lnTo>
                    <a:pt x="66308" y="92237"/>
                  </a:lnTo>
                  <a:lnTo>
                    <a:pt x="72918" y="86703"/>
                  </a:lnTo>
                  <a:lnTo>
                    <a:pt x="80867" y="81612"/>
                  </a:lnTo>
                  <a:lnTo>
                    <a:pt x="82058" y="80982"/>
                  </a:lnTo>
                  <a:lnTo>
                    <a:pt x="90016" y="76767"/>
                  </a:lnTo>
                  <a:lnTo>
                    <a:pt x="90884" y="76308"/>
                  </a:lnTo>
                  <a:lnTo>
                    <a:pt x="91446" y="76010"/>
                  </a:lnTo>
                  <a:lnTo>
                    <a:pt x="82445" y="60181"/>
                  </a:lnTo>
                  <a:lnTo>
                    <a:pt x="81831" y="59110"/>
                  </a:lnTo>
                  <a:lnTo>
                    <a:pt x="81692" y="58867"/>
                  </a:lnTo>
                  <a:lnTo>
                    <a:pt x="81549" y="58616"/>
                  </a:lnTo>
                  <a:lnTo>
                    <a:pt x="75090" y="47346"/>
                  </a:lnTo>
                  <a:lnTo>
                    <a:pt x="74841" y="45948"/>
                  </a:lnTo>
                  <a:lnTo>
                    <a:pt x="74519" y="44141"/>
                  </a:lnTo>
                  <a:lnTo>
                    <a:pt x="74316" y="43005"/>
                  </a:lnTo>
                  <a:lnTo>
                    <a:pt x="73650" y="39267"/>
                  </a:lnTo>
                  <a:lnTo>
                    <a:pt x="73090" y="36126"/>
                  </a:lnTo>
                  <a:lnTo>
                    <a:pt x="73238" y="33968"/>
                  </a:lnTo>
                  <a:lnTo>
                    <a:pt x="74207" y="30666"/>
                  </a:lnTo>
                  <a:lnTo>
                    <a:pt x="82168" y="25200"/>
                  </a:lnTo>
                  <a:lnTo>
                    <a:pt x="83278" y="24437"/>
                  </a:lnTo>
                  <a:lnTo>
                    <a:pt x="83757" y="24109"/>
                  </a:lnTo>
                  <a:lnTo>
                    <a:pt x="91319" y="18916"/>
                  </a:lnTo>
                  <a:lnTo>
                    <a:pt x="92090" y="18387"/>
                  </a:lnTo>
                  <a:lnTo>
                    <a:pt x="95720" y="15894"/>
                  </a:lnTo>
                  <a:lnTo>
                    <a:pt x="104857" y="9620"/>
                  </a:lnTo>
                  <a:lnTo>
                    <a:pt x="118979" y="0"/>
                  </a:lnTo>
                  <a:lnTo>
                    <a:pt x="125084" y="6726"/>
                  </a:lnTo>
                  <a:lnTo>
                    <a:pt x="135438" y="18069"/>
                  </a:lnTo>
                  <a:lnTo>
                    <a:pt x="135730" y="18217"/>
                  </a:lnTo>
                  <a:lnTo>
                    <a:pt x="149347" y="25095"/>
                  </a:lnTo>
                  <a:lnTo>
                    <a:pt x="151140" y="26001"/>
                  </a:lnTo>
                  <a:lnTo>
                    <a:pt x="151324" y="26094"/>
                  </a:lnTo>
                  <a:lnTo>
                    <a:pt x="152149" y="26511"/>
                  </a:lnTo>
                  <a:lnTo>
                    <a:pt x="152342" y="26754"/>
                  </a:lnTo>
                  <a:lnTo>
                    <a:pt x="150694" y="29271"/>
                  </a:lnTo>
                  <a:lnTo>
                    <a:pt x="150610" y="29399"/>
                  </a:lnTo>
                  <a:lnTo>
                    <a:pt x="150143" y="30111"/>
                  </a:lnTo>
                  <a:lnTo>
                    <a:pt x="149981" y="30360"/>
                  </a:lnTo>
                  <a:lnTo>
                    <a:pt x="149749" y="30713"/>
                  </a:lnTo>
                  <a:lnTo>
                    <a:pt x="149531" y="31192"/>
                  </a:lnTo>
                  <a:lnTo>
                    <a:pt x="149399" y="31483"/>
                  </a:lnTo>
                  <a:lnTo>
                    <a:pt x="149268" y="31771"/>
                  </a:lnTo>
                  <a:lnTo>
                    <a:pt x="149018" y="32562"/>
                  </a:lnTo>
                  <a:lnTo>
                    <a:pt x="149669" y="33015"/>
                  </a:lnTo>
                  <a:lnTo>
                    <a:pt x="155044" y="36752"/>
                  </a:lnTo>
                  <a:lnTo>
                    <a:pt x="158604" y="39228"/>
                  </a:lnTo>
                  <a:lnTo>
                    <a:pt x="158948" y="39466"/>
                  </a:lnTo>
                  <a:lnTo>
                    <a:pt x="160422" y="40469"/>
                  </a:lnTo>
                  <a:lnTo>
                    <a:pt x="160711" y="40665"/>
                  </a:lnTo>
                  <a:lnTo>
                    <a:pt x="160952" y="40829"/>
                  </a:lnTo>
                  <a:lnTo>
                    <a:pt x="161196" y="40995"/>
                  </a:lnTo>
                  <a:lnTo>
                    <a:pt x="161358" y="41105"/>
                  </a:lnTo>
                  <a:lnTo>
                    <a:pt x="161805" y="41409"/>
                  </a:lnTo>
                  <a:lnTo>
                    <a:pt x="162458" y="41853"/>
                  </a:lnTo>
                  <a:lnTo>
                    <a:pt x="162767" y="42063"/>
                  </a:lnTo>
                  <a:lnTo>
                    <a:pt x="163058" y="42261"/>
                  </a:lnTo>
                  <a:lnTo>
                    <a:pt x="163217" y="42369"/>
                  </a:lnTo>
                  <a:lnTo>
                    <a:pt x="163608" y="42635"/>
                  </a:lnTo>
                  <a:lnTo>
                    <a:pt x="163739" y="42724"/>
                  </a:lnTo>
                  <a:lnTo>
                    <a:pt x="164025" y="42918"/>
                  </a:lnTo>
                  <a:lnTo>
                    <a:pt x="164257" y="43076"/>
                  </a:lnTo>
                  <a:lnTo>
                    <a:pt x="164661" y="43351"/>
                  </a:lnTo>
                  <a:lnTo>
                    <a:pt x="164855" y="43483"/>
                  </a:lnTo>
                  <a:lnTo>
                    <a:pt x="165398" y="43852"/>
                  </a:lnTo>
                  <a:lnTo>
                    <a:pt x="165725" y="44074"/>
                  </a:lnTo>
                  <a:lnTo>
                    <a:pt x="166435" y="44558"/>
                  </a:lnTo>
                  <a:lnTo>
                    <a:pt x="167064" y="44986"/>
                  </a:lnTo>
                  <a:lnTo>
                    <a:pt x="167355" y="45188"/>
                  </a:lnTo>
                  <a:lnTo>
                    <a:pt x="167696" y="45426"/>
                  </a:lnTo>
                  <a:lnTo>
                    <a:pt x="167833" y="45521"/>
                  </a:lnTo>
                  <a:lnTo>
                    <a:pt x="169389" y="46603"/>
                  </a:lnTo>
                  <a:lnTo>
                    <a:pt x="169734" y="46843"/>
                  </a:lnTo>
                  <a:lnTo>
                    <a:pt x="172654" y="48873"/>
                  </a:lnTo>
                  <a:lnTo>
                    <a:pt x="176103" y="51271"/>
                  </a:lnTo>
                  <a:lnTo>
                    <a:pt x="177402" y="52661"/>
                  </a:lnTo>
                  <a:lnTo>
                    <a:pt x="183066" y="587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g72"/>
            <p:cNvSpPr/>
            <p:nvPr/>
          </p:nvSpPr>
          <p:spPr>
            <a:xfrm>
              <a:off x="2612900" y="4734352"/>
              <a:ext cx="143876" cy="93870"/>
            </a:xfrm>
            <a:custGeom>
              <a:avLst/>
              <a:pathLst>
                <a:path w="143876" h="93870">
                  <a:moveTo>
                    <a:pt x="48677" y="9060"/>
                  </a:moveTo>
                  <a:lnTo>
                    <a:pt x="48717" y="10288"/>
                  </a:lnTo>
                  <a:lnTo>
                    <a:pt x="52990" y="9901"/>
                  </a:lnTo>
                  <a:lnTo>
                    <a:pt x="54741" y="18882"/>
                  </a:lnTo>
                  <a:lnTo>
                    <a:pt x="55673" y="23665"/>
                  </a:lnTo>
                  <a:lnTo>
                    <a:pt x="56941" y="30171"/>
                  </a:lnTo>
                  <a:lnTo>
                    <a:pt x="60778" y="34057"/>
                  </a:lnTo>
                  <a:lnTo>
                    <a:pt x="60763" y="37052"/>
                  </a:lnTo>
                  <a:lnTo>
                    <a:pt x="66328" y="37611"/>
                  </a:lnTo>
                  <a:lnTo>
                    <a:pt x="67083" y="37687"/>
                  </a:lnTo>
                  <a:lnTo>
                    <a:pt x="69283" y="37908"/>
                  </a:lnTo>
                  <a:lnTo>
                    <a:pt x="69781" y="37958"/>
                  </a:lnTo>
                  <a:lnTo>
                    <a:pt x="72840" y="38265"/>
                  </a:lnTo>
                  <a:lnTo>
                    <a:pt x="75654" y="38709"/>
                  </a:lnTo>
                  <a:lnTo>
                    <a:pt x="77710" y="39034"/>
                  </a:lnTo>
                  <a:lnTo>
                    <a:pt x="84037" y="40033"/>
                  </a:lnTo>
                  <a:lnTo>
                    <a:pt x="84583" y="39766"/>
                  </a:lnTo>
                  <a:lnTo>
                    <a:pt x="85385" y="39373"/>
                  </a:lnTo>
                  <a:lnTo>
                    <a:pt x="87701" y="38239"/>
                  </a:lnTo>
                  <a:lnTo>
                    <a:pt x="88542" y="37827"/>
                  </a:lnTo>
                  <a:lnTo>
                    <a:pt x="89927" y="37149"/>
                  </a:lnTo>
                  <a:lnTo>
                    <a:pt x="93260" y="35180"/>
                  </a:lnTo>
                  <a:lnTo>
                    <a:pt x="96613" y="33201"/>
                  </a:lnTo>
                  <a:lnTo>
                    <a:pt x="99856" y="29863"/>
                  </a:lnTo>
                  <a:lnTo>
                    <a:pt x="101085" y="29710"/>
                  </a:lnTo>
                  <a:lnTo>
                    <a:pt x="101649" y="29640"/>
                  </a:lnTo>
                  <a:lnTo>
                    <a:pt x="110255" y="28568"/>
                  </a:lnTo>
                  <a:lnTo>
                    <a:pt x="110534" y="28534"/>
                  </a:lnTo>
                  <a:lnTo>
                    <a:pt x="114107" y="24680"/>
                  </a:lnTo>
                  <a:lnTo>
                    <a:pt x="114283" y="24093"/>
                  </a:lnTo>
                  <a:lnTo>
                    <a:pt x="114874" y="22121"/>
                  </a:lnTo>
                  <a:lnTo>
                    <a:pt x="115442" y="20225"/>
                  </a:lnTo>
                  <a:lnTo>
                    <a:pt x="120317" y="16679"/>
                  </a:lnTo>
                  <a:lnTo>
                    <a:pt x="122171" y="15329"/>
                  </a:lnTo>
                  <a:lnTo>
                    <a:pt x="123045" y="17977"/>
                  </a:lnTo>
                  <a:lnTo>
                    <a:pt x="123435" y="19157"/>
                  </a:lnTo>
                  <a:lnTo>
                    <a:pt x="125682" y="25317"/>
                  </a:lnTo>
                  <a:lnTo>
                    <a:pt x="125963" y="26089"/>
                  </a:lnTo>
                  <a:lnTo>
                    <a:pt x="128246" y="32435"/>
                  </a:lnTo>
                  <a:lnTo>
                    <a:pt x="130066" y="38971"/>
                  </a:lnTo>
                  <a:lnTo>
                    <a:pt x="130194" y="39431"/>
                  </a:lnTo>
                  <a:lnTo>
                    <a:pt x="130352" y="39903"/>
                  </a:lnTo>
                  <a:lnTo>
                    <a:pt x="130809" y="41276"/>
                  </a:lnTo>
                  <a:lnTo>
                    <a:pt x="131878" y="41388"/>
                  </a:lnTo>
                  <a:lnTo>
                    <a:pt x="135570" y="41775"/>
                  </a:lnTo>
                  <a:lnTo>
                    <a:pt x="135987" y="41819"/>
                  </a:lnTo>
                  <a:lnTo>
                    <a:pt x="136180" y="42311"/>
                  </a:lnTo>
                  <a:lnTo>
                    <a:pt x="136402" y="42877"/>
                  </a:lnTo>
                  <a:lnTo>
                    <a:pt x="136620" y="43435"/>
                  </a:lnTo>
                  <a:lnTo>
                    <a:pt x="137271" y="45095"/>
                  </a:lnTo>
                  <a:lnTo>
                    <a:pt x="137337" y="45265"/>
                  </a:lnTo>
                  <a:lnTo>
                    <a:pt x="137777" y="46388"/>
                  </a:lnTo>
                  <a:lnTo>
                    <a:pt x="128785" y="49712"/>
                  </a:lnTo>
                  <a:lnTo>
                    <a:pt x="119581" y="52722"/>
                  </a:lnTo>
                  <a:lnTo>
                    <a:pt x="114869" y="54604"/>
                  </a:lnTo>
                  <a:lnTo>
                    <a:pt x="109390" y="60817"/>
                  </a:lnTo>
                  <a:lnTo>
                    <a:pt x="118907" y="67951"/>
                  </a:lnTo>
                  <a:lnTo>
                    <a:pt x="118696" y="75302"/>
                  </a:lnTo>
                  <a:lnTo>
                    <a:pt x="132923" y="77921"/>
                  </a:lnTo>
                  <a:lnTo>
                    <a:pt x="134711" y="73806"/>
                  </a:lnTo>
                  <a:lnTo>
                    <a:pt x="135285" y="72484"/>
                  </a:lnTo>
                  <a:lnTo>
                    <a:pt x="140851" y="73714"/>
                  </a:lnTo>
                  <a:lnTo>
                    <a:pt x="141789" y="75782"/>
                  </a:lnTo>
                  <a:lnTo>
                    <a:pt x="143876" y="80380"/>
                  </a:lnTo>
                  <a:lnTo>
                    <a:pt x="143654" y="80361"/>
                  </a:lnTo>
                  <a:lnTo>
                    <a:pt x="143356" y="80336"/>
                  </a:lnTo>
                  <a:lnTo>
                    <a:pt x="142486" y="80234"/>
                  </a:lnTo>
                  <a:lnTo>
                    <a:pt x="139051" y="79832"/>
                  </a:lnTo>
                  <a:lnTo>
                    <a:pt x="138755" y="79797"/>
                  </a:lnTo>
                  <a:lnTo>
                    <a:pt x="138656" y="80047"/>
                  </a:lnTo>
                  <a:lnTo>
                    <a:pt x="137883" y="82002"/>
                  </a:lnTo>
                  <a:lnTo>
                    <a:pt x="137544" y="82856"/>
                  </a:lnTo>
                  <a:lnTo>
                    <a:pt x="137052" y="84101"/>
                  </a:lnTo>
                  <a:lnTo>
                    <a:pt x="136759" y="84840"/>
                  </a:lnTo>
                  <a:lnTo>
                    <a:pt x="137203" y="84876"/>
                  </a:lnTo>
                  <a:lnTo>
                    <a:pt x="137571" y="84907"/>
                  </a:lnTo>
                  <a:lnTo>
                    <a:pt x="140024" y="84878"/>
                  </a:lnTo>
                  <a:lnTo>
                    <a:pt x="140242" y="86139"/>
                  </a:lnTo>
                  <a:lnTo>
                    <a:pt x="140285" y="86391"/>
                  </a:lnTo>
                  <a:lnTo>
                    <a:pt x="140437" y="87265"/>
                  </a:lnTo>
                  <a:lnTo>
                    <a:pt x="140467" y="87440"/>
                  </a:lnTo>
                  <a:lnTo>
                    <a:pt x="139571" y="87512"/>
                  </a:lnTo>
                  <a:lnTo>
                    <a:pt x="139028" y="87654"/>
                  </a:lnTo>
                  <a:lnTo>
                    <a:pt x="138169" y="87879"/>
                  </a:lnTo>
                  <a:lnTo>
                    <a:pt x="137713" y="87998"/>
                  </a:lnTo>
                  <a:lnTo>
                    <a:pt x="136851" y="88223"/>
                  </a:lnTo>
                  <a:lnTo>
                    <a:pt x="131893" y="89858"/>
                  </a:lnTo>
                  <a:lnTo>
                    <a:pt x="131457" y="88929"/>
                  </a:lnTo>
                  <a:lnTo>
                    <a:pt x="130970" y="87892"/>
                  </a:lnTo>
                  <a:lnTo>
                    <a:pt x="129223" y="87169"/>
                  </a:lnTo>
                  <a:lnTo>
                    <a:pt x="121625" y="86387"/>
                  </a:lnTo>
                  <a:lnTo>
                    <a:pt x="116971" y="86688"/>
                  </a:lnTo>
                  <a:lnTo>
                    <a:pt x="112607" y="88278"/>
                  </a:lnTo>
                  <a:lnTo>
                    <a:pt x="111320" y="84790"/>
                  </a:lnTo>
                  <a:lnTo>
                    <a:pt x="110941" y="83762"/>
                  </a:lnTo>
                  <a:lnTo>
                    <a:pt x="110763" y="83280"/>
                  </a:lnTo>
                  <a:lnTo>
                    <a:pt x="110405" y="82310"/>
                  </a:lnTo>
                  <a:lnTo>
                    <a:pt x="109720" y="82652"/>
                  </a:lnTo>
                  <a:lnTo>
                    <a:pt x="108798" y="83112"/>
                  </a:lnTo>
                  <a:lnTo>
                    <a:pt x="102460" y="86277"/>
                  </a:lnTo>
                  <a:lnTo>
                    <a:pt x="102079" y="86467"/>
                  </a:lnTo>
                  <a:lnTo>
                    <a:pt x="99827" y="87592"/>
                  </a:lnTo>
                  <a:lnTo>
                    <a:pt x="99116" y="87946"/>
                  </a:lnTo>
                  <a:lnTo>
                    <a:pt x="98750" y="88129"/>
                  </a:lnTo>
                  <a:lnTo>
                    <a:pt x="98016" y="88451"/>
                  </a:lnTo>
                  <a:lnTo>
                    <a:pt x="94403" y="90038"/>
                  </a:lnTo>
                  <a:lnTo>
                    <a:pt x="92428" y="90904"/>
                  </a:lnTo>
                  <a:lnTo>
                    <a:pt x="91678" y="91234"/>
                  </a:lnTo>
                  <a:lnTo>
                    <a:pt x="87624" y="93013"/>
                  </a:lnTo>
                  <a:lnTo>
                    <a:pt x="85719" y="93850"/>
                  </a:lnTo>
                  <a:lnTo>
                    <a:pt x="85548" y="93470"/>
                  </a:lnTo>
                  <a:lnTo>
                    <a:pt x="84840" y="91796"/>
                  </a:lnTo>
                  <a:lnTo>
                    <a:pt x="84123" y="90101"/>
                  </a:lnTo>
                  <a:lnTo>
                    <a:pt x="82242" y="85654"/>
                  </a:lnTo>
                  <a:lnTo>
                    <a:pt x="80612" y="81800"/>
                  </a:lnTo>
                  <a:lnTo>
                    <a:pt x="80466" y="81456"/>
                  </a:lnTo>
                  <a:lnTo>
                    <a:pt x="80233" y="80904"/>
                  </a:lnTo>
                  <a:lnTo>
                    <a:pt x="79578" y="79355"/>
                  </a:lnTo>
                  <a:lnTo>
                    <a:pt x="78622" y="77097"/>
                  </a:lnTo>
                  <a:lnTo>
                    <a:pt x="78492" y="76788"/>
                  </a:lnTo>
                  <a:lnTo>
                    <a:pt x="76884" y="73152"/>
                  </a:lnTo>
                  <a:lnTo>
                    <a:pt x="76310" y="71852"/>
                  </a:lnTo>
                  <a:lnTo>
                    <a:pt x="74039" y="66714"/>
                  </a:lnTo>
                  <a:lnTo>
                    <a:pt x="63231" y="69477"/>
                  </a:lnTo>
                  <a:lnTo>
                    <a:pt x="59278" y="70488"/>
                  </a:lnTo>
                  <a:lnTo>
                    <a:pt x="58470" y="70694"/>
                  </a:lnTo>
                  <a:lnTo>
                    <a:pt x="58148" y="70776"/>
                  </a:lnTo>
                  <a:lnTo>
                    <a:pt x="58639" y="71591"/>
                  </a:lnTo>
                  <a:lnTo>
                    <a:pt x="59320" y="72720"/>
                  </a:lnTo>
                  <a:lnTo>
                    <a:pt x="61517" y="76365"/>
                  </a:lnTo>
                  <a:lnTo>
                    <a:pt x="61696" y="76884"/>
                  </a:lnTo>
                  <a:lnTo>
                    <a:pt x="60742" y="77444"/>
                  </a:lnTo>
                  <a:lnTo>
                    <a:pt x="53400" y="81756"/>
                  </a:lnTo>
                  <a:lnTo>
                    <a:pt x="44946" y="86720"/>
                  </a:lnTo>
                  <a:lnTo>
                    <a:pt x="44399" y="87041"/>
                  </a:lnTo>
                  <a:lnTo>
                    <a:pt x="42321" y="88261"/>
                  </a:lnTo>
                  <a:lnTo>
                    <a:pt x="39171" y="90111"/>
                  </a:lnTo>
                  <a:lnTo>
                    <a:pt x="37474" y="91148"/>
                  </a:lnTo>
                  <a:lnTo>
                    <a:pt x="36467" y="91763"/>
                  </a:lnTo>
                  <a:lnTo>
                    <a:pt x="35682" y="92239"/>
                  </a:lnTo>
                  <a:lnTo>
                    <a:pt x="35038" y="92584"/>
                  </a:lnTo>
                  <a:lnTo>
                    <a:pt x="34070" y="92893"/>
                  </a:lnTo>
                  <a:lnTo>
                    <a:pt x="33465" y="92998"/>
                  </a:lnTo>
                  <a:lnTo>
                    <a:pt x="33312" y="93025"/>
                  </a:lnTo>
                  <a:lnTo>
                    <a:pt x="31786" y="93087"/>
                  </a:lnTo>
                  <a:lnTo>
                    <a:pt x="29268" y="93190"/>
                  </a:lnTo>
                  <a:lnTo>
                    <a:pt x="26210" y="93262"/>
                  </a:lnTo>
                  <a:lnTo>
                    <a:pt x="22150" y="93359"/>
                  </a:lnTo>
                  <a:lnTo>
                    <a:pt x="16482" y="93493"/>
                  </a:lnTo>
                  <a:lnTo>
                    <a:pt x="15146" y="93525"/>
                  </a:lnTo>
                  <a:lnTo>
                    <a:pt x="7807" y="93699"/>
                  </a:lnTo>
                  <a:lnTo>
                    <a:pt x="6901" y="93721"/>
                  </a:lnTo>
                  <a:lnTo>
                    <a:pt x="6322" y="93749"/>
                  </a:lnTo>
                  <a:lnTo>
                    <a:pt x="5368" y="93796"/>
                  </a:lnTo>
                  <a:lnTo>
                    <a:pt x="4917" y="93818"/>
                  </a:lnTo>
                  <a:lnTo>
                    <a:pt x="2710" y="93870"/>
                  </a:lnTo>
                  <a:lnTo>
                    <a:pt x="2684" y="93317"/>
                  </a:lnTo>
                  <a:lnTo>
                    <a:pt x="2660" y="92801"/>
                  </a:lnTo>
                  <a:lnTo>
                    <a:pt x="2627" y="91888"/>
                  </a:lnTo>
                  <a:lnTo>
                    <a:pt x="2349" y="84144"/>
                  </a:lnTo>
                  <a:lnTo>
                    <a:pt x="2239" y="81085"/>
                  </a:lnTo>
                  <a:lnTo>
                    <a:pt x="2224" y="80677"/>
                  </a:lnTo>
                  <a:lnTo>
                    <a:pt x="2211" y="80310"/>
                  </a:lnTo>
                  <a:lnTo>
                    <a:pt x="2117" y="77696"/>
                  </a:lnTo>
                  <a:lnTo>
                    <a:pt x="2087" y="76869"/>
                  </a:lnTo>
                  <a:lnTo>
                    <a:pt x="2075" y="76531"/>
                  </a:lnTo>
                  <a:lnTo>
                    <a:pt x="2040" y="75563"/>
                  </a:lnTo>
                  <a:lnTo>
                    <a:pt x="1906" y="71853"/>
                  </a:lnTo>
                  <a:lnTo>
                    <a:pt x="1900" y="71679"/>
                  </a:lnTo>
                  <a:lnTo>
                    <a:pt x="1842" y="70069"/>
                  </a:lnTo>
                  <a:lnTo>
                    <a:pt x="1799" y="68876"/>
                  </a:lnTo>
                  <a:lnTo>
                    <a:pt x="1790" y="68611"/>
                  </a:lnTo>
                  <a:lnTo>
                    <a:pt x="1727" y="66861"/>
                  </a:lnTo>
                  <a:lnTo>
                    <a:pt x="1705" y="66254"/>
                  </a:lnTo>
                  <a:lnTo>
                    <a:pt x="1678" y="65502"/>
                  </a:lnTo>
                  <a:lnTo>
                    <a:pt x="1614" y="63723"/>
                  </a:lnTo>
                  <a:lnTo>
                    <a:pt x="1609" y="63596"/>
                  </a:lnTo>
                  <a:lnTo>
                    <a:pt x="1600" y="63338"/>
                  </a:lnTo>
                  <a:lnTo>
                    <a:pt x="1516" y="60986"/>
                  </a:lnTo>
                  <a:lnTo>
                    <a:pt x="1504" y="60673"/>
                  </a:lnTo>
                  <a:lnTo>
                    <a:pt x="1449" y="59134"/>
                  </a:lnTo>
                  <a:lnTo>
                    <a:pt x="1436" y="58766"/>
                  </a:lnTo>
                  <a:lnTo>
                    <a:pt x="1430" y="58601"/>
                  </a:lnTo>
                  <a:lnTo>
                    <a:pt x="1414" y="58166"/>
                  </a:lnTo>
                  <a:lnTo>
                    <a:pt x="1396" y="57675"/>
                  </a:lnTo>
                  <a:lnTo>
                    <a:pt x="1347" y="56295"/>
                  </a:lnTo>
                  <a:lnTo>
                    <a:pt x="1301" y="55012"/>
                  </a:lnTo>
                  <a:lnTo>
                    <a:pt x="1026" y="47375"/>
                  </a:lnTo>
                  <a:lnTo>
                    <a:pt x="1007" y="46845"/>
                  </a:lnTo>
                  <a:lnTo>
                    <a:pt x="962" y="45610"/>
                  </a:lnTo>
                  <a:lnTo>
                    <a:pt x="899" y="43853"/>
                  </a:lnTo>
                  <a:lnTo>
                    <a:pt x="878" y="43279"/>
                  </a:lnTo>
                  <a:lnTo>
                    <a:pt x="833" y="42017"/>
                  </a:lnTo>
                  <a:lnTo>
                    <a:pt x="728" y="39105"/>
                  </a:lnTo>
                  <a:lnTo>
                    <a:pt x="700" y="38311"/>
                  </a:lnTo>
                  <a:lnTo>
                    <a:pt x="683" y="37853"/>
                  </a:lnTo>
                  <a:lnTo>
                    <a:pt x="618" y="36049"/>
                  </a:lnTo>
                  <a:lnTo>
                    <a:pt x="548" y="34080"/>
                  </a:lnTo>
                  <a:lnTo>
                    <a:pt x="444" y="31212"/>
                  </a:lnTo>
                  <a:lnTo>
                    <a:pt x="434" y="30929"/>
                  </a:lnTo>
                  <a:lnTo>
                    <a:pt x="387" y="29609"/>
                  </a:lnTo>
                  <a:lnTo>
                    <a:pt x="358" y="28800"/>
                  </a:lnTo>
                  <a:lnTo>
                    <a:pt x="290" y="26916"/>
                  </a:lnTo>
                  <a:lnTo>
                    <a:pt x="220" y="24978"/>
                  </a:lnTo>
                  <a:lnTo>
                    <a:pt x="186" y="24043"/>
                  </a:lnTo>
                  <a:lnTo>
                    <a:pt x="86" y="21248"/>
                  </a:lnTo>
                  <a:lnTo>
                    <a:pt x="81" y="21105"/>
                  </a:lnTo>
                  <a:lnTo>
                    <a:pt x="36" y="19851"/>
                  </a:lnTo>
                  <a:lnTo>
                    <a:pt x="17" y="19324"/>
                  </a:lnTo>
                  <a:lnTo>
                    <a:pt x="0" y="18847"/>
                  </a:lnTo>
                  <a:lnTo>
                    <a:pt x="40" y="17717"/>
                  </a:lnTo>
                  <a:lnTo>
                    <a:pt x="1169" y="17939"/>
                  </a:lnTo>
                  <a:lnTo>
                    <a:pt x="16250" y="20898"/>
                  </a:lnTo>
                  <a:lnTo>
                    <a:pt x="16309" y="20233"/>
                  </a:lnTo>
                  <a:lnTo>
                    <a:pt x="16345" y="19821"/>
                  </a:lnTo>
                  <a:lnTo>
                    <a:pt x="16457" y="18557"/>
                  </a:lnTo>
                  <a:lnTo>
                    <a:pt x="16486" y="18230"/>
                  </a:lnTo>
                  <a:lnTo>
                    <a:pt x="16568" y="17310"/>
                  </a:lnTo>
                  <a:lnTo>
                    <a:pt x="16612" y="16813"/>
                  </a:lnTo>
                  <a:lnTo>
                    <a:pt x="20847" y="17202"/>
                  </a:lnTo>
                  <a:lnTo>
                    <a:pt x="21148" y="18012"/>
                  </a:lnTo>
                  <a:lnTo>
                    <a:pt x="21265" y="18329"/>
                  </a:lnTo>
                  <a:lnTo>
                    <a:pt x="21836" y="19865"/>
                  </a:lnTo>
                  <a:lnTo>
                    <a:pt x="22498" y="20743"/>
                  </a:lnTo>
                  <a:lnTo>
                    <a:pt x="22634" y="20739"/>
                  </a:lnTo>
                  <a:lnTo>
                    <a:pt x="22997" y="20727"/>
                  </a:lnTo>
                  <a:lnTo>
                    <a:pt x="23904" y="20698"/>
                  </a:lnTo>
                  <a:lnTo>
                    <a:pt x="24771" y="20670"/>
                  </a:lnTo>
                  <a:lnTo>
                    <a:pt x="28115" y="21050"/>
                  </a:lnTo>
                  <a:lnTo>
                    <a:pt x="30426" y="21471"/>
                  </a:lnTo>
                  <a:lnTo>
                    <a:pt x="31033" y="21582"/>
                  </a:lnTo>
                  <a:lnTo>
                    <a:pt x="31801" y="21722"/>
                  </a:lnTo>
                  <a:lnTo>
                    <a:pt x="33658" y="22061"/>
                  </a:lnTo>
                  <a:lnTo>
                    <a:pt x="34705" y="22252"/>
                  </a:lnTo>
                  <a:lnTo>
                    <a:pt x="35248" y="22369"/>
                  </a:lnTo>
                  <a:lnTo>
                    <a:pt x="35280" y="22161"/>
                  </a:lnTo>
                  <a:lnTo>
                    <a:pt x="35356" y="21675"/>
                  </a:lnTo>
                  <a:lnTo>
                    <a:pt x="35599" y="20121"/>
                  </a:lnTo>
                  <a:lnTo>
                    <a:pt x="35831" y="18635"/>
                  </a:lnTo>
                  <a:lnTo>
                    <a:pt x="36002" y="17541"/>
                  </a:lnTo>
                  <a:lnTo>
                    <a:pt x="36733" y="12861"/>
                  </a:lnTo>
                  <a:lnTo>
                    <a:pt x="36814" y="12339"/>
                  </a:lnTo>
                  <a:lnTo>
                    <a:pt x="36924" y="11639"/>
                  </a:lnTo>
                  <a:lnTo>
                    <a:pt x="37011" y="11083"/>
                  </a:lnTo>
                  <a:lnTo>
                    <a:pt x="37111" y="10439"/>
                  </a:lnTo>
                  <a:lnTo>
                    <a:pt x="37372" y="8771"/>
                  </a:lnTo>
                  <a:lnTo>
                    <a:pt x="37579" y="7762"/>
                  </a:lnTo>
                  <a:lnTo>
                    <a:pt x="38264" y="4430"/>
                  </a:lnTo>
                  <a:lnTo>
                    <a:pt x="38386" y="3312"/>
                  </a:lnTo>
                  <a:lnTo>
                    <a:pt x="38499" y="2274"/>
                  </a:lnTo>
                  <a:lnTo>
                    <a:pt x="38548" y="1831"/>
                  </a:lnTo>
                  <a:lnTo>
                    <a:pt x="38599" y="1365"/>
                  </a:lnTo>
                  <a:lnTo>
                    <a:pt x="38748" y="0"/>
                  </a:lnTo>
                  <a:lnTo>
                    <a:pt x="44241" y="1683"/>
                  </a:lnTo>
                  <a:lnTo>
                    <a:pt x="44189" y="2754"/>
                  </a:lnTo>
                  <a:lnTo>
                    <a:pt x="44098" y="4605"/>
                  </a:lnTo>
                  <a:lnTo>
                    <a:pt x="44079" y="5006"/>
                  </a:lnTo>
                  <a:lnTo>
                    <a:pt x="45421" y="5468"/>
                  </a:lnTo>
                  <a:lnTo>
                    <a:pt x="46382" y="5800"/>
                  </a:lnTo>
                  <a:lnTo>
                    <a:pt x="48594" y="6562"/>
                  </a:lnTo>
                  <a:lnTo>
                    <a:pt x="48612" y="7088"/>
                  </a:lnTo>
                  <a:lnTo>
                    <a:pt x="48635" y="77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g73"/>
            <p:cNvSpPr/>
            <p:nvPr/>
          </p:nvSpPr>
          <p:spPr>
            <a:xfrm>
              <a:off x="2414988" y="4683610"/>
              <a:ext cx="200152" cy="155389"/>
            </a:xfrm>
            <a:custGeom>
              <a:avLst/>
              <a:pathLst>
                <a:path w="200152" h="155389">
                  <a:moveTo>
                    <a:pt x="155080" y="47956"/>
                  </a:moveTo>
                  <a:lnTo>
                    <a:pt x="155852" y="71557"/>
                  </a:lnTo>
                  <a:lnTo>
                    <a:pt x="156349" y="71546"/>
                  </a:lnTo>
                  <a:lnTo>
                    <a:pt x="165007" y="71348"/>
                  </a:lnTo>
                  <a:lnTo>
                    <a:pt x="165232" y="71343"/>
                  </a:lnTo>
                  <a:lnTo>
                    <a:pt x="165749" y="71331"/>
                  </a:lnTo>
                  <a:lnTo>
                    <a:pt x="166155" y="71322"/>
                  </a:lnTo>
                  <a:lnTo>
                    <a:pt x="174975" y="71120"/>
                  </a:lnTo>
                  <a:lnTo>
                    <a:pt x="179248" y="71022"/>
                  </a:lnTo>
                  <a:lnTo>
                    <a:pt x="186157" y="70863"/>
                  </a:lnTo>
                  <a:lnTo>
                    <a:pt x="186423" y="70857"/>
                  </a:lnTo>
                  <a:lnTo>
                    <a:pt x="186840" y="70848"/>
                  </a:lnTo>
                  <a:lnTo>
                    <a:pt x="197267" y="70609"/>
                  </a:lnTo>
                  <a:lnTo>
                    <a:pt x="197948" y="70593"/>
                  </a:lnTo>
                  <a:lnTo>
                    <a:pt x="197993" y="71847"/>
                  </a:lnTo>
                  <a:lnTo>
                    <a:pt x="197998" y="71990"/>
                  </a:lnTo>
                  <a:lnTo>
                    <a:pt x="198099" y="74785"/>
                  </a:lnTo>
                  <a:lnTo>
                    <a:pt x="198132" y="75720"/>
                  </a:lnTo>
                  <a:lnTo>
                    <a:pt x="198202" y="77658"/>
                  </a:lnTo>
                  <a:lnTo>
                    <a:pt x="198270" y="79542"/>
                  </a:lnTo>
                  <a:lnTo>
                    <a:pt x="198299" y="80351"/>
                  </a:lnTo>
                  <a:lnTo>
                    <a:pt x="198346" y="81671"/>
                  </a:lnTo>
                  <a:lnTo>
                    <a:pt x="198357" y="81954"/>
                  </a:lnTo>
                  <a:lnTo>
                    <a:pt x="198460" y="84822"/>
                  </a:lnTo>
                  <a:lnTo>
                    <a:pt x="198531" y="86792"/>
                  </a:lnTo>
                  <a:lnTo>
                    <a:pt x="198596" y="88595"/>
                  </a:lnTo>
                  <a:lnTo>
                    <a:pt x="198612" y="89053"/>
                  </a:lnTo>
                  <a:lnTo>
                    <a:pt x="198641" y="89847"/>
                  </a:lnTo>
                  <a:lnTo>
                    <a:pt x="198745" y="92759"/>
                  </a:lnTo>
                  <a:lnTo>
                    <a:pt x="198791" y="94021"/>
                  </a:lnTo>
                  <a:lnTo>
                    <a:pt x="198811" y="94596"/>
                  </a:lnTo>
                  <a:lnTo>
                    <a:pt x="198875" y="96352"/>
                  </a:lnTo>
                  <a:lnTo>
                    <a:pt x="198919" y="97587"/>
                  </a:lnTo>
                  <a:lnTo>
                    <a:pt x="198938" y="98117"/>
                  </a:lnTo>
                  <a:lnTo>
                    <a:pt x="199213" y="105754"/>
                  </a:lnTo>
                  <a:lnTo>
                    <a:pt x="199259" y="107037"/>
                  </a:lnTo>
                  <a:lnTo>
                    <a:pt x="199309" y="108417"/>
                  </a:lnTo>
                  <a:lnTo>
                    <a:pt x="199329" y="108973"/>
                  </a:lnTo>
                  <a:lnTo>
                    <a:pt x="199342" y="109343"/>
                  </a:lnTo>
                  <a:lnTo>
                    <a:pt x="199348" y="109508"/>
                  </a:lnTo>
                  <a:lnTo>
                    <a:pt x="199361" y="109876"/>
                  </a:lnTo>
                  <a:lnTo>
                    <a:pt x="199417" y="111415"/>
                  </a:lnTo>
                  <a:lnTo>
                    <a:pt x="199428" y="111729"/>
                  </a:lnTo>
                  <a:lnTo>
                    <a:pt x="199512" y="114080"/>
                  </a:lnTo>
                  <a:lnTo>
                    <a:pt x="199522" y="114339"/>
                  </a:lnTo>
                  <a:lnTo>
                    <a:pt x="199526" y="114466"/>
                  </a:lnTo>
                  <a:lnTo>
                    <a:pt x="199590" y="116244"/>
                  </a:lnTo>
                  <a:lnTo>
                    <a:pt x="199617" y="116996"/>
                  </a:lnTo>
                  <a:lnTo>
                    <a:pt x="199639" y="117603"/>
                  </a:lnTo>
                  <a:lnTo>
                    <a:pt x="199702" y="119353"/>
                  </a:lnTo>
                  <a:lnTo>
                    <a:pt x="199712" y="119618"/>
                  </a:lnTo>
                  <a:lnTo>
                    <a:pt x="199755" y="120811"/>
                  </a:lnTo>
                  <a:lnTo>
                    <a:pt x="199813" y="122421"/>
                  </a:lnTo>
                  <a:lnTo>
                    <a:pt x="199819" y="122595"/>
                  </a:lnTo>
                  <a:lnTo>
                    <a:pt x="199952" y="126305"/>
                  </a:lnTo>
                  <a:lnTo>
                    <a:pt x="199987" y="127274"/>
                  </a:lnTo>
                  <a:lnTo>
                    <a:pt x="199999" y="127611"/>
                  </a:lnTo>
                  <a:lnTo>
                    <a:pt x="200029" y="128438"/>
                  </a:lnTo>
                  <a:lnTo>
                    <a:pt x="200123" y="131052"/>
                  </a:lnTo>
                  <a:lnTo>
                    <a:pt x="200136" y="131419"/>
                  </a:lnTo>
                  <a:lnTo>
                    <a:pt x="200152" y="131863"/>
                  </a:lnTo>
                  <a:lnTo>
                    <a:pt x="198744" y="131916"/>
                  </a:lnTo>
                  <a:lnTo>
                    <a:pt x="197998" y="131945"/>
                  </a:lnTo>
                  <a:lnTo>
                    <a:pt x="196818" y="131989"/>
                  </a:lnTo>
                  <a:lnTo>
                    <a:pt x="196158" y="132014"/>
                  </a:lnTo>
                  <a:lnTo>
                    <a:pt x="188023" y="132322"/>
                  </a:lnTo>
                  <a:lnTo>
                    <a:pt x="170493" y="132985"/>
                  </a:lnTo>
                  <a:lnTo>
                    <a:pt x="170271" y="132994"/>
                  </a:lnTo>
                  <a:lnTo>
                    <a:pt x="169119" y="133037"/>
                  </a:lnTo>
                  <a:lnTo>
                    <a:pt x="163382" y="133254"/>
                  </a:lnTo>
                  <a:lnTo>
                    <a:pt x="162961" y="133270"/>
                  </a:lnTo>
                  <a:lnTo>
                    <a:pt x="159245" y="133411"/>
                  </a:lnTo>
                  <a:lnTo>
                    <a:pt x="159022" y="133419"/>
                  </a:lnTo>
                  <a:lnTo>
                    <a:pt x="158261" y="133448"/>
                  </a:lnTo>
                  <a:lnTo>
                    <a:pt x="158061" y="133455"/>
                  </a:lnTo>
                  <a:lnTo>
                    <a:pt x="155921" y="133536"/>
                  </a:lnTo>
                  <a:lnTo>
                    <a:pt x="137832" y="134221"/>
                  </a:lnTo>
                  <a:lnTo>
                    <a:pt x="136302" y="134279"/>
                  </a:lnTo>
                  <a:lnTo>
                    <a:pt x="127376" y="134616"/>
                  </a:lnTo>
                  <a:lnTo>
                    <a:pt x="117966" y="134972"/>
                  </a:lnTo>
                  <a:lnTo>
                    <a:pt x="117375" y="134995"/>
                  </a:lnTo>
                  <a:lnTo>
                    <a:pt x="117212" y="135001"/>
                  </a:lnTo>
                  <a:lnTo>
                    <a:pt x="110482" y="135256"/>
                  </a:lnTo>
                  <a:lnTo>
                    <a:pt x="108477" y="135331"/>
                  </a:lnTo>
                  <a:lnTo>
                    <a:pt x="106185" y="135418"/>
                  </a:lnTo>
                  <a:lnTo>
                    <a:pt x="105988" y="135426"/>
                  </a:lnTo>
                  <a:lnTo>
                    <a:pt x="105765" y="135460"/>
                  </a:lnTo>
                  <a:lnTo>
                    <a:pt x="104449" y="135664"/>
                  </a:lnTo>
                  <a:lnTo>
                    <a:pt x="103871" y="135754"/>
                  </a:lnTo>
                  <a:lnTo>
                    <a:pt x="93921" y="137299"/>
                  </a:lnTo>
                  <a:lnTo>
                    <a:pt x="86626" y="138431"/>
                  </a:lnTo>
                  <a:lnTo>
                    <a:pt x="86149" y="138505"/>
                  </a:lnTo>
                  <a:lnTo>
                    <a:pt x="85303" y="138671"/>
                  </a:lnTo>
                  <a:lnTo>
                    <a:pt x="84861" y="138758"/>
                  </a:lnTo>
                  <a:lnTo>
                    <a:pt x="79132" y="139882"/>
                  </a:lnTo>
                  <a:lnTo>
                    <a:pt x="78542" y="139997"/>
                  </a:lnTo>
                  <a:lnTo>
                    <a:pt x="77566" y="140189"/>
                  </a:lnTo>
                  <a:lnTo>
                    <a:pt x="75675" y="140560"/>
                  </a:lnTo>
                  <a:lnTo>
                    <a:pt x="68977" y="141874"/>
                  </a:lnTo>
                  <a:lnTo>
                    <a:pt x="68645" y="141939"/>
                  </a:lnTo>
                  <a:lnTo>
                    <a:pt x="68348" y="141997"/>
                  </a:lnTo>
                  <a:lnTo>
                    <a:pt x="59017" y="143828"/>
                  </a:lnTo>
                  <a:lnTo>
                    <a:pt x="58709" y="143888"/>
                  </a:lnTo>
                  <a:lnTo>
                    <a:pt x="56849" y="144344"/>
                  </a:lnTo>
                  <a:lnTo>
                    <a:pt x="50307" y="145949"/>
                  </a:lnTo>
                  <a:lnTo>
                    <a:pt x="49384" y="146175"/>
                  </a:lnTo>
                  <a:lnTo>
                    <a:pt x="46160" y="146965"/>
                  </a:lnTo>
                  <a:lnTo>
                    <a:pt x="40954" y="148242"/>
                  </a:lnTo>
                  <a:lnTo>
                    <a:pt x="39944" y="148490"/>
                  </a:lnTo>
                  <a:lnTo>
                    <a:pt x="31262" y="150618"/>
                  </a:lnTo>
                  <a:lnTo>
                    <a:pt x="30577" y="150786"/>
                  </a:lnTo>
                  <a:lnTo>
                    <a:pt x="30431" y="150822"/>
                  </a:lnTo>
                  <a:lnTo>
                    <a:pt x="30109" y="150914"/>
                  </a:lnTo>
                  <a:lnTo>
                    <a:pt x="28710" y="151314"/>
                  </a:lnTo>
                  <a:lnTo>
                    <a:pt x="26462" y="151958"/>
                  </a:lnTo>
                  <a:lnTo>
                    <a:pt x="24594" y="152492"/>
                  </a:lnTo>
                  <a:lnTo>
                    <a:pt x="19646" y="153907"/>
                  </a:lnTo>
                  <a:lnTo>
                    <a:pt x="14269" y="155389"/>
                  </a:lnTo>
                  <a:lnTo>
                    <a:pt x="14142" y="154911"/>
                  </a:lnTo>
                  <a:lnTo>
                    <a:pt x="14063" y="154616"/>
                  </a:lnTo>
                  <a:lnTo>
                    <a:pt x="13839" y="153846"/>
                  </a:lnTo>
                  <a:lnTo>
                    <a:pt x="13514" y="152729"/>
                  </a:lnTo>
                  <a:lnTo>
                    <a:pt x="10855" y="143584"/>
                  </a:lnTo>
                  <a:lnTo>
                    <a:pt x="10769" y="143288"/>
                  </a:lnTo>
                  <a:lnTo>
                    <a:pt x="10676" y="142968"/>
                  </a:lnTo>
                  <a:lnTo>
                    <a:pt x="10604" y="142720"/>
                  </a:lnTo>
                  <a:lnTo>
                    <a:pt x="8943" y="137007"/>
                  </a:lnTo>
                  <a:lnTo>
                    <a:pt x="7844" y="133228"/>
                  </a:lnTo>
                  <a:lnTo>
                    <a:pt x="6432" y="128374"/>
                  </a:lnTo>
                  <a:lnTo>
                    <a:pt x="5244" y="124288"/>
                  </a:lnTo>
                  <a:lnTo>
                    <a:pt x="5136" y="123914"/>
                  </a:lnTo>
                  <a:lnTo>
                    <a:pt x="5093" y="123768"/>
                  </a:lnTo>
                  <a:lnTo>
                    <a:pt x="3506" y="118309"/>
                  </a:lnTo>
                  <a:lnTo>
                    <a:pt x="3137" y="117042"/>
                  </a:lnTo>
                  <a:lnTo>
                    <a:pt x="3041" y="116709"/>
                  </a:lnTo>
                  <a:lnTo>
                    <a:pt x="2976" y="116485"/>
                  </a:lnTo>
                  <a:lnTo>
                    <a:pt x="2881" y="116160"/>
                  </a:lnTo>
                  <a:lnTo>
                    <a:pt x="2560" y="115057"/>
                  </a:lnTo>
                  <a:lnTo>
                    <a:pt x="789" y="108965"/>
                  </a:lnTo>
                  <a:lnTo>
                    <a:pt x="0" y="106250"/>
                  </a:lnTo>
                  <a:lnTo>
                    <a:pt x="2649" y="105490"/>
                  </a:lnTo>
                  <a:lnTo>
                    <a:pt x="3716" y="105184"/>
                  </a:lnTo>
                  <a:lnTo>
                    <a:pt x="4053" y="105087"/>
                  </a:lnTo>
                  <a:lnTo>
                    <a:pt x="16374" y="101552"/>
                  </a:lnTo>
                  <a:lnTo>
                    <a:pt x="16754" y="101406"/>
                  </a:lnTo>
                  <a:lnTo>
                    <a:pt x="20389" y="100014"/>
                  </a:lnTo>
                  <a:lnTo>
                    <a:pt x="33743" y="92787"/>
                  </a:lnTo>
                  <a:lnTo>
                    <a:pt x="33966" y="92665"/>
                  </a:lnTo>
                  <a:lnTo>
                    <a:pt x="43593" y="87455"/>
                  </a:lnTo>
                  <a:lnTo>
                    <a:pt x="43868" y="87306"/>
                  </a:lnTo>
                  <a:lnTo>
                    <a:pt x="44472" y="86980"/>
                  </a:lnTo>
                  <a:lnTo>
                    <a:pt x="48589" y="84751"/>
                  </a:lnTo>
                  <a:lnTo>
                    <a:pt x="48986" y="84537"/>
                  </a:lnTo>
                  <a:lnTo>
                    <a:pt x="66444" y="75089"/>
                  </a:lnTo>
                  <a:lnTo>
                    <a:pt x="67615" y="74455"/>
                  </a:lnTo>
                  <a:lnTo>
                    <a:pt x="67872" y="74316"/>
                  </a:lnTo>
                  <a:lnTo>
                    <a:pt x="68709" y="73863"/>
                  </a:lnTo>
                  <a:lnTo>
                    <a:pt x="69990" y="73170"/>
                  </a:lnTo>
                  <a:lnTo>
                    <a:pt x="70503" y="72884"/>
                  </a:lnTo>
                  <a:lnTo>
                    <a:pt x="69646" y="71531"/>
                  </a:lnTo>
                  <a:lnTo>
                    <a:pt x="66310" y="65532"/>
                  </a:lnTo>
                  <a:lnTo>
                    <a:pt x="65072" y="63306"/>
                  </a:lnTo>
                  <a:lnTo>
                    <a:pt x="63644" y="60738"/>
                  </a:lnTo>
                  <a:lnTo>
                    <a:pt x="61623" y="57104"/>
                  </a:lnTo>
                  <a:lnTo>
                    <a:pt x="58466" y="51331"/>
                  </a:lnTo>
                  <a:lnTo>
                    <a:pt x="58176" y="50802"/>
                  </a:lnTo>
                  <a:lnTo>
                    <a:pt x="57745" y="50014"/>
                  </a:lnTo>
                  <a:lnTo>
                    <a:pt x="55696" y="46267"/>
                  </a:lnTo>
                  <a:lnTo>
                    <a:pt x="54589" y="44244"/>
                  </a:lnTo>
                  <a:lnTo>
                    <a:pt x="53519" y="42288"/>
                  </a:lnTo>
                  <a:lnTo>
                    <a:pt x="52567" y="40547"/>
                  </a:lnTo>
                  <a:lnTo>
                    <a:pt x="52080" y="39611"/>
                  </a:lnTo>
                  <a:lnTo>
                    <a:pt x="51238" y="37993"/>
                  </a:lnTo>
                  <a:lnTo>
                    <a:pt x="49091" y="33867"/>
                  </a:lnTo>
                  <a:lnTo>
                    <a:pt x="48429" y="32593"/>
                  </a:lnTo>
                  <a:lnTo>
                    <a:pt x="48154" y="32065"/>
                  </a:lnTo>
                  <a:lnTo>
                    <a:pt x="45762" y="27468"/>
                  </a:lnTo>
                  <a:lnTo>
                    <a:pt x="45597" y="27151"/>
                  </a:lnTo>
                  <a:lnTo>
                    <a:pt x="45165" y="26360"/>
                  </a:lnTo>
                  <a:lnTo>
                    <a:pt x="44560" y="25252"/>
                  </a:lnTo>
                  <a:lnTo>
                    <a:pt x="44311" y="24795"/>
                  </a:lnTo>
                  <a:lnTo>
                    <a:pt x="43518" y="23342"/>
                  </a:lnTo>
                  <a:lnTo>
                    <a:pt x="41943" y="20457"/>
                  </a:lnTo>
                  <a:lnTo>
                    <a:pt x="40962" y="17952"/>
                  </a:lnTo>
                  <a:lnTo>
                    <a:pt x="40486" y="16737"/>
                  </a:lnTo>
                  <a:lnTo>
                    <a:pt x="40445" y="16506"/>
                  </a:lnTo>
                  <a:lnTo>
                    <a:pt x="40353" y="15978"/>
                  </a:lnTo>
                  <a:lnTo>
                    <a:pt x="40116" y="14621"/>
                  </a:lnTo>
                  <a:lnTo>
                    <a:pt x="39816" y="12902"/>
                  </a:lnTo>
                  <a:lnTo>
                    <a:pt x="39430" y="10691"/>
                  </a:lnTo>
                  <a:lnTo>
                    <a:pt x="38481" y="3414"/>
                  </a:lnTo>
                  <a:lnTo>
                    <a:pt x="38918" y="3317"/>
                  </a:lnTo>
                  <a:lnTo>
                    <a:pt x="39304" y="3231"/>
                  </a:lnTo>
                  <a:lnTo>
                    <a:pt x="40452" y="2975"/>
                  </a:lnTo>
                  <a:lnTo>
                    <a:pt x="43017" y="2404"/>
                  </a:lnTo>
                  <a:lnTo>
                    <a:pt x="45120" y="1935"/>
                  </a:lnTo>
                  <a:lnTo>
                    <a:pt x="47233" y="1464"/>
                  </a:lnTo>
                  <a:lnTo>
                    <a:pt x="48155" y="1259"/>
                  </a:lnTo>
                  <a:lnTo>
                    <a:pt x="49512" y="1120"/>
                  </a:lnTo>
                  <a:lnTo>
                    <a:pt x="53654" y="695"/>
                  </a:lnTo>
                  <a:lnTo>
                    <a:pt x="54049" y="654"/>
                  </a:lnTo>
                  <a:lnTo>
                    <a:pt x="57838" y="265"/>
                  </a:lnTo>
                  <a:lnTo>
                    <a:pt x="58498" y="198"/>
                  </a:lnTo>
                  <a:lnTo>
                    <a:pt x="59743" y="186"/>
                  </a:lnTo>
                  <a:lnTo>
                    <a:pt x="68381" y="107"/>
                  </a:lnTo>
                  <a:lnTo>
                    <a:pt x="73381" y="62"/>
                  </a:lnTo>
                  <a:lnTo>
                    <a:pt x="80239" y="0"/>
                  </a:lnTo>
                  <a:lnTo>
                    <a:pt x="83995" y="331"/>
                  </a:lnTo>
                  <a:lnTo>
                    <a:pt x="85859" y="496"/>
                  </a:lnTo>
                  <a:lnTo>
                    <a:pt x="88750" y="1231"/>
                  </a:lnTo>
                  <a:lnTo>
                    <a:pt x="91655" y="1970"/>
                  </a:lnTo>
                  <a:lnTo>
                    <a:pt x="94534" y="3033"/>
                  </a:lnTo>
                  <a:lnTo>
                    <a:pt x="97364" y="4078"/>
                  </a:lnTo>
                  <a:lnTo>
                    <a:pt x="99710" y="5040"/>
                  </a:lnTo>
                  <a:lnTo>
                    <a:pt x="106099" y="7660"/>
                  </a:lnTo>
                  <a:lnTo>
                    <a:pt x="108447" y="8624"/>
                  </a:lnTo>
                  <a:lnTo>
                    <a:pt x="108959" y="8834"/>
                  </a:lnTo>
                  <a:lnTo>
                    <a:pt x="109791" y="9175"/>
                  </a:lnTo>
                  <a:lnTo>
                    <a:pt x="111913" y="10045"/>
                  </a:lnTo>
                  <a:lnTo>
                    <a:pt x="120634" y="13623"/>
                  </a:lnTo>
                  <a:lnTo>
                    <a:pt x="139254" y="21260"/>
                  </a:lnTo>
                  <a:lnTo>
                    <a:pt x="139472" y="21349"/>
                  </a:lnTo>
                  <a:lnTo>
                    <a:pt x="140208" y="21649"/>
                  </a:lnTo>
                  <a:lnTo>
                    <a:pt x="140757" y="21872"/>
                  </a:lnTo>
                  <a:lnTo>
                    <a:pt x="144103" y="23235"/>
                  </a:lnTo>
                  <a:lnTo>
                    <a:pt x="146474" y="24201"/>
                  </a:lnTo>
                  <a:lnTo>
                    <a:pt x="147437" y="24593"/>
                  </a:lnTo>
                  <a:lnTo>
                    <a:pt x="153741" y="27160"/>
                  </a:lnTo>
                  <a:lnTo>
                    <a:pt x="154409" y="27432"/>
                  </a:lnTo>
                  <a:lnTo>
                    <a:pt x="154457" y="28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g74"/>
            <p:cNvSpPr/>
            <p:nvPr/>
          </p:nvSpPr>
          <p:spPr>
            <a:xfrm>
              <a:off x="2312721" y="4606518"/>
              <a:ext cx="172770" cy="201054"/>
            </a:xfrm>
            <a:custGeom>
              <a:avLst/>
              <a:pathLst>
                <a:path w="172770" h="201054">
                  <a:moveTo>
                    <a:pt x="138243" y="25696"/>
                  </a:moveTo>
                  <a:lnTo>
                    <a:pt x="134405" y="29099"/>
                  </a:lnTo>
                  <a:lnTo>
                    <a:pt x="133610" y="29804"/>
                  </a:lnTo>
                  <a:lnTo>
                    <a:pt x="133150" y="30212"/>
                  </a:lnTo>
                  <a:lnTo>
                    <a:pt x="125320" y="37154"/>
                  </a:lnTo>
                  <a:lnTo>
                    <a:pt x="124465" y="37912"/>
                  </a:lnTo>
                  <a:lnTo>
                    <a:pt x="123954" y="38365"/>
                  </a:lnTo>
                  <a:lnTo>
                    <a:pt x="117398" y="44177"/>
                  </a:lnTo>
                  <a:lnTo>
                    <a:pt x="116971" y="44585"/>
                  </a:lnTo>
                  <a:lnTo>
                    <a:pt x="116362" y="45166"/>
                  </a:lnTo>
                  <a:lnTo>
                    <a:pt x="113011" y="48363"/>
                  </a:lnTo>
                  <a:lnTo>
                    <a:pt x="112623" y="48733"/>
                  </a:lnTo>
                  <a:lnTo>
                    <a:pt x="106579" y="54498"/>
                  </a:lnTo>
                  <a:lnTo>
                    <a:pt x="101470" y="62255"/>
                  </a:lnTo>
                  <a:lnTo>
                    <a:pt x="100625" y="63798"/>
                  </a:lnTo>
                  <a:lnTo>
                    <a:pt x="100318" y="64359"/>
                  </a:lnTo>
                  <a:lnTo>
                    <a:pt x="100161" y="64644"/>
                  </a:lnTo>
                  <a:lnTo>
                    <a:pt x="99012" y="66744"/>
                  </a:lnTo>
                  <a:lnTo>
                    <a:pt x="97576" y="68925"/>
                  </a:lnTo>
                  <a:lnTo>
                    <a:pt x="96947" y="69879"/>
                  </a:lnTo>
                  <a:lnTo>
                    <a:pt x="95327" y="73040"/>
                  </a:lnTo>
                  <a:lnTo>
                    <a:pt x="94509" y="75030"/>
                  </a:lnTo>
                  <a:lnTo>
                    <a:pt x="93828" y="76906"/>
                  </a:lnTo>
                  <a:lnTo>
                    <a:pt x="97099" y="77964"/>
                  </a:lnTo>
                  <a:lnTo>
                    <a:pt x="97549" y="78110"/>
                  </a:lnTo>
                  <a:lnTo>
                    <a:pt x="99161" y="78631"/>
                  </a:lnTo>
                  <a:lnTo>
                    <a:pt x="106759" y="81090"/>
                  </a:lnTo>
                  <a:lnTo>
                    <a:pt x="107210" y="81236"/>
                  </a:lnTo>
                  <a:lnTo>
                    <a:pt x="107795" y="81363"/>
                  </a:lnTo>
                  <a:lnTo>
                    <a:pt x="108135" y="81437"/>
                  </a:lnTo>
                  <a:lnTo>
                    <a:pt x="115919" y="82557"/>
                  </a:lnTo>
                  <a:lnTo>
                    <a:pt x="116319" y="82579"/>
                  </a:lnTo>
                  <a:lnTo>
                    <a:pt x="124195" y="83006"/>
                  </a:lnTo>
                  <a:lnTo>
                    <a:pt x="125528" y="82895"/>
                  </a:lnTo>
                  <a:lnTo>
                    <a:pt x="131037" y="82434"/>
                  </a:lnTo>
                  <a:lnTo>
                    <a:pt x="131633" y="82384"/>
                  </a:lnTo>
                  <a:lnTo>
                    <a:pt x="132265" y="82332"/>
                  </a:lnTo>
                  <a:lnTo>
                    <a:pt x="134027" y="81953"/>
                  </a:lnTo>
                  <a:lnTo>
                    <a:pt x="134535" y="81844"/>
                  </a:lnTo>
                  <a:lnTo>
                    <a:pt x="138420" y="81009"/>
                  </a:lnTo>
                  <a:lnTo>
                    <a:pt x="138989" y="80886"/>
                  </a:lnTo>
                  <a:lnTo>
                    <a:pt x="139404" y="80797"/>
                  </a:lnTo>
                  <a:lnTo>
                    <a:pt x="140480" y="80566"/>
                  </a:lnTo>
                  <a:lnTo>
                    <a:pt x="140748" y="80506"/>
                  </a:lnTo>
                  <a:lnTo>
                    <a:pt x="141697" y="87783"/>
                  </a:lnTo>
                  <a:lnTo>
                    <a:pt x="142083" y="89994"/>
                  </a:lnTo>
                  <a:lnTo>
                    <a:pt x="142383" y="91713"/>
                  </a:lnTo>
                  <a:lnTo>
                    <a:pt x="142620" y="93070"/>
                  </a:lnTo>
                  <a:lnTo>
                    <a:pt x="142712" y="93597"/>
                  </a:lnTo>
                  <a:lnTo>
                    <a:pt x="142753" y="93829"/>
                  </a:lnTo>
                  <a:lnTo>
                    <a:pt x="143229" y="95044"/>
                  </a:lnTo>
                  <a:lnTo>
                    <a:pt x="144210" y="97549"/>
                  </a:lnTo>
                  <a:lnTo>
                    <a:pt x="145785" y="100434"/>
                  </a:lnTo>
                  <a:lnTo>
                    <a:pt x="146578" y="101887"/>
                  </a:lnTo>
                  <a:lnTo>
                    <a:pt x="146827" y="102344"/>
                  </a:lnTo>
                  <a:lnTo>
                    <a:pt x="147432" y="103452"/>
                  </a:lnTo>
                  <a:lnTo>
                    <a:pt x="147864" y="104243"/>
                  </a:lnTo>
                  <a:lnTo>
                    <a:pt x="148029" y="104560"/>
                  </a:lnTo>
                  <a:lnTo>
                    <a:pt x="150421" y="109157"/>
                  </a:lnTo>
                  <a:lnTo>
                    <a:pt x="150696" y="109685"/>
                  </a:lnTo>
                  <a:lnTo>
                    <a:pt x="151359" y="110959"/>
                  </a:lnTo>
                  <a:lnTo>
                    <a:pt x="153505" y="115085"/>
                  </a:lnTo>
                  <a:lnTo>
                    <a:pt x="154347" y="116703"/>
                  </a:lnTo>
                  <a:lnTo>
                    <a:pt x="154834" y="117639"/>
                  </a:lnTo>
                  <a:lnTo>
                    <a:pt x="155786" y="119380"/>
                  </a:lnTo>
                  <a:lnTo>
                    <a:pt x="156856" y="121336"/>
                  </a:lnTo>
                  <a:lnTo>
                    <a:pt x="157963" y="123359"/>
                  </a:lnTo>
                  <a:lnTo>
                    <a:pt x="160012" y="127106"/>
                  </a:lnTo>
                  <a:lnTo>
                    <a:pt x="160443" y="127894"/>
                  </a:lnTo>
                  <a:lnTo>
                    <a:pt x="160733" y="128423"/>
                  </a:lnTo>
                  <a:lnTo>
                    <a:pt x="163890" y="134196"/>
                  </a:lnTo>
                  <a:lnTo>
                    <a:pt x="165911" y="137830"/>
                  </a:lnTo>
                  <a:lnTo>
                    <a:pt x="167339" y="140398"/>
                  </a:lnTo>
                  <a:lnTo>
                    <a:pt x="168577" y="142623"/>
                  </a:lnTo>
                  <a:lnTo>
                    <a:pt x="171913" y="148622"/>
                  </a:lnTo>
                  <a:lnTo>
                    <a:pt x="172770" y="149976"/>
                  </a:lnTo>
                  <a:lnTo>
                    <a:pt x="172225" y="150278"/>
                  </a:lnTo>
                  <a:lnTo>
                    <a:pt x="170976" y="150954"/>
                  </a:lnTo>
                  <a:lnTo>
                    <a:pt x="170139" y="151408"/>
                  </a:lnTo>
                  <a:lnTo>
                    <a:pt x="169882" y="151547"/>
                  </a:lnTo>
                  <a:lnTo>
                    <a:pt x="168711" y="152181"/>
                  </a:lnTo>
                  <a:lnTo>
                    <a:pt x="151253" y="161629"/>
                  </a:lnTo>
                  <a:lnTo>
                    <a:pt x="150857" y="161843"/>
                  </a:lnTo>
                  <a:lnTo>
                    <a:pt x="146739" y="164072"/>
                  </a:lnTo>
                  <a:lnTo>
                    <a:pt x="146136" y="164398"/>
                  </a:lnTo>
                  <a:lnTo>
                    <a:pt x="145861" y="164547"/>
                  </a:lnTo>
                  <a:lnTo>
                    <a:pt x="136234" y="169757"/>
                  </a:lnTo>
                  <a:lnTo>
                    <a:pt x="136010" y="169879"/>
                  </a:lnTo>
                  <a:lnTo>
                    <a:pt x="122656" y="177106"/>
                  </a:lnTo>
                  <a:lnTo>
                    <a:pt x="118928" y="178534"/>
                  </a:lnTo>
                  <a:lnTo>
                    <a:pt x="118641" y="178644"/>
                  </a:lnTo>
                  <a:lnTo>
                    <a:pt x="106320" y="182179"/>
                  </a:lnTo>
                  <a:lnTo>
                    <a:pt x="105983" y="182276"/>
                  </a:lnTo>
                  <a:lnTo>
                    <a:pt x="104916" y="182582"/>
                  </a:lnTo>
                  <a:lnTo>
                    <a:pt x="102267" y="183342"/>
                  </a:lnTo>
                  <a:lnTo>
                    <a:pt x="102018" y="182487"/>
                  </a:lnTo>
                  <a:lnTo>
                    <a:pt x="99083" y="172444"/>
                  </a:lnTo>
                  <a:lnTo>
                    <a:pt x="98198" y="169418"/>
                  </a:lnTo>
                  <a:lnTo>
                    <a:pt x="93758" y="154288"/>
                  </a:lnTo>
                  <a:lnTo>
                    <a:pt x="91170" y="155716"/>
                  </a:lnTo>
                  <a:lnTo>
                    <a:pt x="90493" y="156090"/>
                  </a:lnTo>
                  <a:lnTo>
                    <a:pt x="89865" y="156437"/>
                  </a:lnTo>
                  <a:lnTo>
                    <a:pt x="89604" y="156581"/>
                  </a:lnTo>
                  <a:lnTo>
                    <a:pt x="88765" y="156987"/>
                  </a:lnTo>
                  <a:lnTo>
                    <a:pt x="87229" y="157732"/>
                  </a:lnTo>
                  <a:lnTo>
                    <a:pt x="85930" y="158361"/>
                  </a:lnTo>
                  <a:lnTo>
                    <a:pt x="80489" y="160999"/>
                  </a:lnTo>
                  <a:lnTo>
                    <a:pt x="78271" y="162074"/>
                  </a:lnTo>
                  <a:lnTo>
                    <a:pt x="77149" y="162618"/>
                  </a:lnTo>
                  <a:lnTo>
                    <a:pt x="72358" y="164941"/>
                  </a:lnTo>
                  <a:lnTo>
                    <a:pt x="71682" y="165295"/>
                  </a:lnTo>
                  <a:lnTo>
                    <a:pt x="69967" y="166193"/>
                  </a:lnTo>
                  <a:lnTo>
                    <a:pt x="69212" y="166588"/>
                  </a:lnTo>
                  <a:lnTo>
                    <a:pt x="65295" y="168638"/>
                  </a:lnTo>
                  <a:lnTo>
                    <a:pt x="63889" y="169374"/>
                  </a:lnTo>
                  <a:lnTo>
                    <a:pt x="59686" y="171574"/>
                  </a:lnTo>
                  <a:lnTo>
                    <a:pt x="58555" y="172166"/>
                  </a:lnTo>
                  <a:lnTo>
                    <a:pt x="57565" y="172684"/>
                  </a:lnTo>
                  <a:lnTo>
                    <a:pt x="56577" y="173296"/>
                  </a:lnTo>
                  <a:lnTo>
                    <a:pt x="54613" y="174514"/>
                  </a:lnTo>
                  <a:lnTo>
                    <a:pt x="51497" y="176444"/>
                  </a:lnTo>
                  <a:lnTo>
                    <a:pt x="51257" y="176593"/>
                  </a:lnTo>
                  <a:lnTo>
                    <a:pt x="47888" y="178682"/>
                  </a:lnTo>
                  <a:lnTo>
                    <a:pt x="43440" y="181438"/>
                  </a:lnTo>
                  <a:lnTo>
                    <a:pt x="43043" y="181684"/>
                  </a:lnTo>
                  <a:lnTo>
                    <a:pt x="42798" y="181836"/>
                  </a:lnTo>
                  <a:lnTo>
                    <a:pt x="39574" y="183835"/>
                  </a:lnTo>
                  <a:lnTo>
                    <a:pt x="34972" y="186687"/>
                  </a:lnTo>
                  <a:lnTo>
                    <a:pt x="34788" y="186801"/>
                  </a:lnTo>
                  <a:lnTo>
                    <a:pt x="33331" y="187704"/>
                  </a:lnTo>
                  <a:lnTo>
                    <a:pt x="28120" y="190934"/>
                  </a:lnTo>
                  <a:lnTo>
                    <a:pt x="27045" y="191600"/>
                  </a:lnTo>
                  <a:lnTo>
                    <a:pt x="26463" y="191961"/>
                  </a:lnTo>
                  <a:lnTo>
                    <a:pt x="26155" y="192151"/>
                  </a:lnTo>
                  <a:lnTo>
                    <a:pt x="21090" y="195291"/>
                  </a:lnTo>
                  <a:lnTo>
                    <a:pt x="20783" y="195481"/>
                  </a:lnTo>
                  <a:lnTo>
                    <a:pt x="20091" y="195910"/>
                  </a:lnTo>
                  <a:lnTo>
                    <a:pt x="14219" y="199549"/>
                  </a:lnTo>
                  <a:lnTo>
                    <a:pt x="10599" y="201054"/>
                  </a:lnTo>
                  <a:lnTo>
                    <a:pt x="9052" y="201039"/>
                  </a:lnTo>
                  <a:lnTo>
                    <a:pt x="7380" y="201022"/>
                  </a:lnTo>
                  <a:lnTo>
                    <a:pt x="6651" y="200785"/>
                  </a:lnTo>
                  <a:lnTo>
                    <a:pt x="6284" y="200666"/>
                  </a:lnTo>
                  <a:lnTo>
                    <a:pt x="5063" y="200269"/>
                  </a:lnTo>
                  <a:lnTo>
                    <a:pt x="4588" y="200252"/>
                  </a:lnTo>
                  <a:lnTo>
                    <a:pt x="4173" y="200237"/>
                  </a:lnTo>
                  <a:lnTo>
                    <a:pt x="2792" y="173237"/>
                  </a:lnTo>
                  <a:lnTo>
                    <a:pt x="2263" y="162875"/>
                  </a:lnTo>
                  <a:lnTo>
                    <a:pt x="2216" y="161965"/>
                  </a:lnTo>
                  <a:lnTo>
                    <a:pt x="1329" y="142584"/>
                  </a:lnTo>
                  <a:lnTo>
                    <a:pt x="1624" y="137466"/>
                  </a:lnTo>
                  <a:lnTo>
                    <a:pt x="1777" y="136890"/>
                  </a:lnTo>
                  <a:lnTo>
                    <a:pt x="1957" y="136214"/>
                  </a:lnTo>
                  <a:lnTo>
                    <a:pt x="2097" y="135690"/>
                  </a:lnTo>
                  <a:lnTo>
                    <a:pt x="4383" y="127104"/>
                  </a:lnTo>
                  <a:lnTo>
                    <a:pt x="4528" y="126562"/>
                  </a:lnTo>
                  <a:lnTo>
                    <a:pt x="4582" y="126231"/>
                  </a:lnTo>
                  <a:lnTo>
                    <a:pt x="4623" y="125977"/>
                  </a:lnTo>
                  <a:lnTo>
                    <a:pt x="5143" y="122788"/>
                  </a:lnTo>
                  <a:lnTo>
                    <a:pt x="5235" y="122222"/>
                  </a:lnTo>
                  <a:lnTo>
                    <a:pt x="5295" y="121856"/>
                  </a:lnTo>
                  <a:lnTo>
                    <a:pt x="5448" y="120918"/>
                  </a:lnTo>
                  <a:lnTo>
                    <a:pt x="5387" y="117970"/>
                  </a:lnTo>
                  <a:lnTo>
                    <a:pt x="1891" y="94889"/>
                  </a:lnTo>
                  <a:lnTo>
                    <a:pt x="1785" y="94187"/>
                  </a:lnTo>
                  <a:lnTo>
                    <a:pt x="1287" y="90898"/>
                  </a:lnTo>
                  <a:lnTo>
                    <a:pt x="939" y="88604"/>
                  </a:lnTo>
                  <a:lnTo>
                    <a:pt x="846" y="87992"/>
                  </a:lnTo>
                  <a:lnTo>
                    <a:pt x="255" y="84008"/>
                  </a:lnTo>
                  <a:lnTo>
                    <a:pt x="0" y="82289"/>
                  </a:lnTo>
                  <a:lnTo>
                    <a:pt x="2827" y="81768"/>
                  </a:lnTo>
                  <a:lnTo>
                    <a:pt x="12181" y="80046"/>
                  </a:lnTo>
                  <a:lnTo>
                    <a:pt x="27203" y="77280"/>
                  </a:lnTo>
                  <a:lnTo>
                    <a:pt x="38235" y="75248"/>
                  </a:lnTo>
                  <a:lnTo>
                    <a:pt x="47876" y="73473"/>
                  </a:lnTo>
                  <a:lnTo>
                    <a:pt x="56998" y="71794"/>
                  </a:lnTo>
                  <a:lnTo>
                    <a:pt x="64958" y="70328"/>
                  </a:lnTo>
                  <a:lnTo>
                    <a:pt x="65995" y="70137"/>
                  </a:lnTo>
                  <a:lnTo>
                    <a:pt x="67325" y="69892"/>
                  </a:lnTo>
                  <a:lnTo>
                    <a:pt x="67303" y="68743"/>
                  </a:lnTo>
                  <a:lnTo>
                    <a:pt x="67224" y="64750"/>
                  </a:lnTo>
                  <a:lnTo>
                    <a:pt x="67020" y="54352"/>
                  </a:lnTo>
                  <a:lnTo>
                    <a:pt x="66860" y="46235"/>
                  </a:lnTo>
                  <a:lnTo>
                    <a:pt x="67044" y="43178"/>
                  </a:lnTo>
                  <a:lnTo>
                    <a:pt x="67086" y="42473"/>
                  </a:lnTo>
                  <a:lnTo>
                    <a:pt x="67142" y="41540"/>
                  </a:lnTo>
                  <a:lnTo>
                    <a:pt x="67395" y="39526"/>
                  </a:lnTo>
                  <a:lnTo>
                    <a:pt x="68270" y="32562"/>
                  </a:lnTo>
                  <a:lnTo>
                    <a:pt x="69263" y="27609"/>
                  </a:lnTo>
                  <a:lnTo>
                    <a:pt x="70033" y="27786"/>
                  </a:lnTo>
                  <a:lnTo>
                    <a:pt x="70185" y="27821"/>
                  </a:lnTo>
                  <a:lnTo>
                    <a:pt x="76097" y="29184"/>
                  </a:lnTo>
                  <a:lnTo>
                    <a:pt x="76352" y="29243"/>
                  </a:lnTo>
                  <a:lnTo>
                    <a:pt x="77205" y="29439"/>
                  </a:lnTo>
                  <a:lnTo>
                    <a:pt x="78986" y="29850"/>
                  </a:lnTo>
                  <a:lnTo>
                    <a:pt x="81934" y="30529"/>
                  </a:lnTo>
                  <a:lnTo>
                    <a:pt x="82352" y="28463"/>
                  </a:lnTo>
                  <a:lnTo>
                    <a:pt x="84300" y="18844"/>
                  </a:lnTo>
                  <a:lnTo>
                    <a:pt x="84452" y="18096"/>
                  </a:lnTo>
                  <a:lnTo>
                    <a:pt x="85544" y="18119"/>
                  </a:lnTo>
                  <a:lnTo>
                    <a:pt x="86695" y="18144"/>
                  </a:lnTo>
                  <a:lnTo>
                    <a:pt x="88769" y="18188"/>
                  </a:lnTo>
                  <a:lnTo>
                    <a:pt x="90047" y="18215"/>
                  </a:lnTo>
                  <a:lnTo>
                    <a:pt x="90419" y="18223"/>
                  </a:lnTo>
                  <a:lnTo>
                    <a:pt x="93243" y="18283"/>
                  </a:lnTo>
                  <a:lnTo>
                    <a:pt x="96131" y="18190"/>
                  </a:lnTo>
                  <a:lnTo>
                    <a:pt x="97743" y="18139"/>
                  </a:lnTo>
                  <a:lnTo>
                    <a:pt x="99735" y="18075"/>
                  </a:lnTo>
                  <a:lnTo>
                    <a:pt x="100811" y="18040"/>
                  </a:lnTo>
                  <a:lnTo>
                    <a:pt x="101135" y="18030"/>
                  </a:lnTo>
                  <a:lnTo>
                    <a:pt x="104473" y="17922"/>
                  </a:lnTo>
                  <a:lnTo>
                    <a:pt x="106237" y="17865"/>
                  </a:lnTo>
                  <a:lnTo>
                    <a:pt x="108225" y="17801"/>
                  </a:lnTo>
                  <a:lnTo>
                    <a:pt x="111780" y="17687"/>
                  </a:lnTo>
                  <a:lnTo>
                    <a:pt x="111872" y="27737"/>
                  </a:lnTo>
                  <a:lnTo>
                    <a:pt x="121673" y="18657"/>
                  </a:lnTo>
                  <a:lnTo>
                    <a:pt x="141811" y="0"/>
                  </a:lnTo>
                  <a:lnTo>
                    <a:pt x="147519" y="6424"/>
                  </a:lnTo>
                  <a:lnTo>
                    <a:pt x="148308" y="7312"/>
                  </a:lnTo>
                  <a:lnTo>
                    <a:pt x="150508" y="9787"/>
                  </a:lnTo>
                  <a:lnTo>
                    <a:pt x="150656" y="9954"/>
                  </a:lnTo>
                  <a:lnTo>
                    <a:pt x="151274" y="10650"/>
                  </a:lnTo>
                  <a:lnTo>
                    <a:pt x="153010" y="12603"/>
                  </a:lnTo>
                  <a:lnTo>
                    <a:pt x="148728" y="16400"/>
                  </a:lnTo>
                  <a:lnTo>
                    <a:pt x="147868" y="17163"/>
                  </a:lnTo>
                  <a:lnTo>
                    <a:pt x="139965" y="241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g75"/>
            <p:cNvSpPr/>
            <p:nvPr/>
          </p:nvSpPr>
          <p:spPr>
            <a:xfrm>
              <a:off x="2155139" y="4695122"/>
              <a:ext cx="163030" cy="111633"/>
            </a:xfrm>
            <a:custGeom>
              <a:avLst/>
              <a:pathLst>
                <a:path w="163030" h="111633">
                  <a:moveTo>
                    <a:pt x="159472" y="6285"/>
                  </a:moveTo>
                  <a:lnTo>
                    <a:pt x="162968" y="29370"/>
                  </a:lnTo>
                  <a:lnTo>
                    <a:pt x="163030" y="32314"/>
                  </a:lnTo>
                  <a:lnTo>
                    <a:pt x="162877" y="33252"/>
                  </a:lnTo>
                  <a:lnTo>
                    <a:pt x="162817" y="33618"/>
                  </a:lnTo>
                  <a:lnTo>
                    <a:pt x="162724" y="34184"/>
                  </a:lnTo>
                  <a:lnTo>
                    <a:pt x="162205" y="37373"/>
                  </a:lnTo>
                  <a:lnTo>
                    <a:pt x="162163" y="37627"/>
                  </a:lnTo>
                  <a:lnTo>
                    <a:pt x="162109" y="37958"/>
                  </a:lnTo>
                  <a:lnTo>
                    <a:pt x="161965" y="38500"/>
                  </a:lnTo>
                  <a:lnTo>
                    <a:pt x="159678" y="47086"/>
                  </a:lnTo>
                  <a:lnTo>
                    <a:pt x="159538" y="47610"/>
                  </a:lnTo>
                  <a:lnTo>
                    <a:pt x="159358" y="48286"/>
                  </a:lnTo>
                  <a:lnTo>
                    <a:pt x="159205" y="48866"/>
                  </a:lnTo>
                  <a:lnTo>
                    <a:pt x="158911" y="53984"/>
                  </a:lnTo>
                  <a:lnTo>
                    <a:pt x="159798" y="73365"/>
                  </a:lnTo>
                  <a:lnTo>
                    <a:pt x="159844" y="74271"/>
                  </a:lnTo>
                  <a:lnTo>
                    <a:pt x="160374" y="84637"/>
                  </a:lnTo>
                  <a:lnTo>
                    <a:pt x="161754" y="111633"/>
                  </a:lnTo>
                  <a:lnTo>
                    <a:pt x="161234" y="111614"/>
                  </a:lnTo>
                  <a:lnTo>
                    <a:pt x="160337" y="111581"/>
                  </a:lnTo>
                  <a:lnTo>
                    <a:pt x="159977" y="111568"/>
                  </a:lnTo>
                  <a:lnTo>
                    <a:pt x="159830" y="111563"/>
                  </a:lnTo>
                  <a:lnTo>
                    <a:pt x="157932" y="111494"/>
                  </a:lnTo>
                  <a:lnTo>
                    <a:pt x="157684" y="111485"/>
                  </a:lnTo>
                  <a:lnTo>
                    <a:pt x="156525" y="111443"/>
                  </a:lnTo>
                  <a:lnTo>
                    <a:pt x="156445" y="110458"/>
                  </a:lnTo>
                  <a:lnTo>
                    <a:pt x="155902" y="103766"/>
                  </a:lnTo>
                  <a:lnTo>
                    <a:pt x="155766" y="102090"/>
                  </a:lnTo>
                  <a:lnTo>
                    <a:pt x="155748" y="101865"/>
                  </a:lnTo>
                  <a:lnTo>
                    <a:pt x="155421" y="97823"/>
                  </a:lnTo>
                  <a:lnTo>
                    <a:pt x="154706" y="84991"/>
                  </a:lnTo>
                  <a:lnTo>
                    <a:pt x="154556" y="82305"/>
                  </a:lnTo>
                  <a:lnTo>
                    <a:pt x="154529" y="81765"/>
                  </a:lnTo>
                  <a:lnTo>
                    <a:pt x="154115" y="74681"/>
                  </a:lnTo>
                  <a:lnTo>
                    <a:pt x="140903" y="75491"/>
                  </a:lnTo>
                  <a:lnTo>
                    <a:pt x="130361" y="76137"/>
                  </a:lnTo>
                  <a:lnTo>
                    <a:pt x="112856" y="76916"/>
                  </a:lnTo>
                  <a:lnTo>
                    <a:pt x="110538" y="75614"/>
                  </a:lnTo>
                  <a:lnTo>
                    <a:pt x="110162" y="75403"/>
                  </a:lnTo>
                  <a:lnTo>
                    <a:pt x="108986" y="74743"/>
                  </a:lnTo>
                  <a:lnTo>
                    <a:pt x="108127" y="74260"/>
                  </a:lnTo>
                  <a:lnTo>
                    <a:pt x="103824" y="71844"/>
                  </a:lnTo>
                  <a:lnTo>
                    <a:pt x="103670" y="71758"/>
                  </a:lnTo>
                  <a:lnTo>
                    <a:pt x="103248" y="71521"/>
                  </a:lnTo>
                  <a:lnTo>
                    <a:pt x="96856" y="67932"/>
                  </a:lnTo>
                  <a:lnTo>
                    <a:pt x="90495" y="64360"/>
                  </a:lnTo>
                  <a:lnTo>
                    <a:pt x="90265" y="64231"/>
                  </a:lnTo>
                  <a:lnTo>
                    <a:pt x="86477" y="62104"/>
                  </a:lnTo>
                  <a:lnTo>
                    <a:pt x="84906" y="61702"/>
                  </a:lnTo>
                  <a:lnTo>
                    <a:pt x="77471" y="62038"/>
                  </a:lnTo>
                  <a:lnTo>
                    <a:pt x="77890" y="66259"/>
                  </a:lnTo>
                  <a:lnTo>
                    <a:pt x="77750" y="66269"/>
                  </a:lnTo>
                  <a:lnTo>
                    <a:pt x="69544" y="66828"/>
                  </a:lnTo>
                  <a:lnTo>
                    <a:pt x="62349" y="67319"/>
                  </a:lnTo>
                  <a:lnTo>
                    <a:pt x="61848" y="67420"/>
                  </a:lnTo>
                  <a:lnTo>
                    <a:pt x="60698" y="68656"/>
                  </a:lnTo>
                  <a:lnTo>
                    <a:pt x="59764" y="69660"/>
                  </a:lnTo>
                  <a:lnTo>
                    <a:pt x="58332" y="71200"/>
                  </a:lnTo>
                  <a:lnTo>
                    <a:pt x="58137" y="71410"/>
                  </a:lnTo>
                  <a:lnTo>
                    <a:pt x="57040" y="72590"/>
                  </a:lnTo>
                  <a:lnTo>
                    <a:pt x="56753" y="72898"/>
                  </a:lnTo>
                  <a:lnTo>
                    <a:pt x="56464" y="73209"/>
                  </a:lnTo>
                  <a:lnTo>
                    <a:pt x="56179" y="73516"/>
                  </a:lnTo>
                  <a:lnTo>
                    <a:pt x="55814" y="73627"/>
                  </a:lnTo>
                  <a:lnTo>
                    <a:pt x="55309" y="73782"/>
                  </a:lnTo>
                  <a:lnTo>
                    <a:pt x="52599" y="74614"/>
                  </a:lnTo>
                  <a:lnTo>
                    <a:pt x="50180" y="75356"/>
                  </a:lnTo>
                  <a:lnTo>
                    <a:pt x="48758" y="75586"/>
                  </a:lnTo>
                  <a:lnTo>
                    <a:pt x="48213" y="75674"/>
                  </a:lnTo>
                  <a:lnTo>
                    <a:pt x="44589" y="76260"/>
                  </a:lnTo>
                  <a:lnTo>
                    <a:pt x="43318" y="76465"/>
                  </a:lnTo>
                  <a:lnTo>
                    <a:pt x="42766" y="76554"/>
                  </a:lnTo>
                  <a:lnTo>
                    <a:pt x="40171" y="76974"/>
                  </a:lnTo>
                  <a:lnTo>
                    <a:pt x="39637" y="77060"/>
                  </a:lnTo>
                  <a:lnTo>
                    <a:pt x="37052" y="77478"/>
                  </a:lnTo>
                  <a:lnTo>
                    <a:pt x="35782" y="77683"/>
                  </a:lnTo>
                  <a:lnTo>
                    <a:pt x="35412" y="77683"/>
                  </a:lnTo>
                  <a:lnTo>
                    <a:pt x="35046" y="77142"/>
                  </a:lnTo>
                  <a:lnTo>
                    <a:pt x="34450" y="76263"/>
                  </a:lnTo>
                  <a:lnTo>
                    <a:pt x="33518" y="74889"/>
                  </a:lnTo>
                  <a:lnTo>
                    <a:pt x="33264" y="74514"/>
                  </a:lnTo>
                  <a:lnTo>
                    <a:pt x="33005" y="74730"/>
                  </a:lnTo>
                  <a:lnTo>
                    <a:pt x="32856" y="74853"/>
                  </a:lnTo>
                  <a:lnTo>
                    <a:pt x="31795" y="75734"/>
                  </a:lnTo>
                  <a:lnTo>
                    <a:pt x="31303" y="76033"/>
                  </a:lnTo>
                  <a:lnTo>
                    <a:pt x="30522" y="75213"/>
                  </a:lnTo>
                  <a:lnTo>
                    <a:pt x="30171" y="74844"/>
                  </a:lnTo>
                  <a:lnTo>
                    <a:pt x="29894" y="74554"/>
                  </a:lnTo>
                  <a:lnTo>
                    <a:pt x="28829" y="73435"/>
                  </a:lnTo>
                  <a:lnTo>
                    <a:pt x="27288" y="72115"/>
                  </a:lnTo>
                  <a:lnTo>
                    <a:pt x="26703" y="71614"/>
                  </a:lnTo>
                  <a:lnTo>
                    <a:pt x="25743" y="71020"/>
                  </a:lnTo>
                  <a:lnTo>
                    <a:pt x="25414" y="70915"/>
                  </a:lnTo>
                  <a:lnTo>
                    <a:pt x="24756" y="70705"/>
                  </a:lnTo>
                  <a:lnTo>
                    <a:pt x="23175" y="70201"/>
                  </a:lnTo>
                  <a:lnTo>
                    <a:pt x="22666" y="70039"/>
                  </a:lnTo>
                  <a:lnTo>
                    <a:pt x="22426" y="69962"/>
                  </a:lnTo>
                  <a:lnTo>
                    <a:pt x="22033" y="70051"/>
                  </a:lnTo>
                  <a:lnTo>
                    <a:pt x="21745" y="70115"/>
                  </a:lnTo>
                  <a:lnTo>
                    <a:pt x="21601" y="70147"/>
                  </a:lnTo>
                  <a:lnTo>
                    <a:pt x="21564" y="66152"/>
                  </a:lnTo>
                  <a:lnTo>
                    <a:pt x="23822" y="61736"/>
                  </a:lnTo>
                  <a:lnTo>
                    <a:pt x="19650" y="58124"/>
                  </a:lnTo>
                  <a:lnTo>
                    <a:pt x="22791" y="52856"/>
                  </a:lnTo>
                  <a:lnTo>
                    <a:pt x="19993" y="50247"/>
                  </a:lnTo>
                  <a:lnTo>
                    <a:pt x="17392" y="45781"/>
                  </a:lnTo>
                  <a:lnTo>
                    <a:pt x="11698" y="47036"/>
                  </a:lnTo>
                  <a:lnTo>
                    <a:pt x="4188" y="39911"/>
                  </a:lnTo>
                  <a:lnTo>
                    <a:pt x="6004" y="37503"/>
                  </a:lnTo>
                  <a:lnTo>
                    <a:pt x="0" y="31787"/>
                  </a:lnTo>
                  <a:lnTo>
                    <a:pt x="886" y="27869"/>
                  </a:lnTo>
                  <a:lnTo>
                    <a:pt x="5539" y="22282"/>
                  </a:lnTo>
                  <a:lnTo>
                    <a:pt x="3064" y="10189"/>
                  </a:lnTo>
                  <a:lnTo>
                    <a:pt x="5347" y="9717"/>
                  </a:lnTo>
                  <a:lnTo>
                    <a:pt x="6700" y="9473"/>
                  </a:lnTo>
                  <a:lnTo>
                    <a:pt x="8725" y="9087"/>
                  </a:lnTo>
                  <a:lnTo>
                    <a:pt x="8910" y="9051"/>
                  </a:lnTo>
                  <a:lnTo>
                    <a:pt x="13708" y="8135"/>
                  </a:lnTo>
                  <a:lnTo>
                    <a:pt x="19325" y="7063"/>
                  </a:lnTo>
                  <a:lnTo>
                    <a:pt x="21094" y="7315"/>
                  </a:lnTo>
                  <a:lnTo>
                    <a:pt x="25243" y="8189"/>
                  </a:lnTo>
                  <a:lnTo>
                    <a:pt x="26910" y="8549"/>
                  </a:lnTo>
                  <a:lnTo>
                    <a:pt x="29102" y="8448"/>
                  </a:lnTo>
                  <a:lnTo>
                    <a:pt x="34608" y="8517"/>
                  </a:lnTo>
                  <a:lnTo>
                    <a:pt x="34857" y="8520"/>
                  </a:lnTo>
                  <a:lnTo>
                    <a:pt x="38786" y="8818"/>
                  </a:lnTo>
                  <a:lnTo>
                    <a:pt x="39296" y="8829"/>
                  </a:lnTo>
                  <a:lnTo>
                    <a:pt x="40335" y="8852"/>
                  </a:lnTo>
                  <a:lnTo>
                    <a:pt x="44302" y="8846"/>
                  </a:lnTo>
                  <a:lnTo>
                    <a:pt x="44746" y="8845"/>
                  </a:lnTo>
                  <a:lnTo>
                    <a:pt x="47112" y="9837"/>
                  </a:lnTo>
                  <a:lnTo>
                    <a:pt x="48309" y="10339"/>
                  </a:lnTo>
                  <a:lnTo>
                    <a:pt x="48738" y="10519"/>
                  </a:lnTo>
                  <a:lnTo>
                    <a:pt x="49398" y="10852"/>
                  </a:lnTo>
                  <a:lnTo>
                    <a:pt x="50301" y="11308"/>
                  </a:lnTo>
                  <a:lnTo>
                    <a:pt x="52274" y="11814"/>
                  </a:lnTo>
                  <a:lnTo>
                    <a:pt x="52581" y="11732"/>
                  </a:lnTo>
                  <a:lnTo>
                    <a:pt x="55189" y="11031"/>
                  </a:lnTo>
                  <a:lnTo>
                    <a:pt x="59887" y="11086"/>
                  </a:lnTo>
                  <a:lnTo>
                    <a:pt x="64435" y="10854"/>
                  </a:lnTo>
                  <a:lnTo>
                    <a:pt x="64808" y="10835"/>
                  </a:lnTo>
                  <a:lnTo>
                    <a:pt x="69269" y="10608"/>
                  </a:lnTo>
                  <a:lnTo>
                    <a:pt x="71149" y="10512"/>
                  </a:lnTo>
                  <a:lnTo>
                    <a:pt x="73086" y="10414"/>
                  </a:lnTo>
                  <a:lnTo>
                    <a:pt x="74446" y="10344"/>
                  </a:lnTo>
                  <a:lnTo>
                    <a:pt x="74370" y="12355"/>
                  </a:lnTo>
                  <a:lnTo>
                    <a:pt x="77032" y="12067"/>
                  </a:lnTo>
                  <a:lnTo>
                    <a:pt x="77883" y="11975"/>
                  </a:lnTo>
                  <a:lnTo>
                    <a:pt x="79355" y="11755"/>
                  </a:lnTo>
                  <a:lnTo>
                    <a:pt x="80693" y="11554"/>
                  </a:lnTo>
                  <a:lnTo>
                    <a:pt x="81690" y="11509"/>
                  </a:lnTo>
                  <a:lnTo>
                    <a:pt x="83518" y="11019"/>
                  </a:lnTo>
                  <a:lnTo>
                    <a:pt x="84169" y="10845"/>
                  </a:lnTo>
                  <a:lnTo>
                    <a:pt x="84451" y="10817"/>
                  </a:lnTo>
                  <a:lnTo>
                    <a:pt x="84936" y="10769"/>
                  </a:lnTo>
                  <a:lnTo>
                    <a:pt x="85838" y="10679"/>
                  </a:lnTo>
                  <a:lnTo>
                    <a:pt x="86324" y="10631"/>
                  </a:lnTo>
                  <a:lnTo>
                    <a:pt x="86880" y="10576"/>
                  </a:lnTo>
                  <a:lnTo>
                    <a:pt x="86972" y="10725"/>
                  </a:lnTo>
                  <a:lnTo>
                    <a:pt x="87324" y="11297"/>
                  </a:lnTo>
                  <a:lnTo>
                    <a:pt x="87652" y="11829"/>
                  </a:lnTo>
                  <a:lnTo>
                    <a:pt x="88035" y="12451"/>
                  </a:lnTo>
                  <a:lnTo>
                    <a:pt x="88306" y="12892"/>
                  </a:lnTo>
                  <a:lnTo>
                    <a:pt x="88739" y="12807"/>
                  </a:lnTo>
                  <a:lnTo>
                    <a:pt x="90241" y="12512"/>
                  </a:lnTo>
                  <a:lnTo>
                    <a:pt x="91295" y="12305"/>
                  </a:lnTo>
                  <a:lnTo>
                    <a:pt x="91552" y="12254"/>
                  </a:lnTo>
                  <a:lnTo>
                    <a:pt x="92863" y="11997"/>
                  </a:lnTo>
                  <a:lnTo>
                    <a:pt x="98859" y="12570"/>
                  </a:lnTo>
                  <a:lnTo>
                    <a:pt x="99210" y="12538"/>
                  </a:lnTo>
                  <a:lnTo>
                    <a:pt x="99381" y="12468"/>
                  </a:lnTo>
                  <a:lnTo>
                    <a:pt x="99566" y="12391"/>
                  </a:lnTo>
                  <a:lnTo>
                    <a:pt x="99744" y="12317"/>
                  </a:lnTo>
                  <a:lnTo>
                    <a:pt x="100160" y="12145"/>
                  </a:lnTo>
                  <a:lnTo>
                    <a:pt x="102554" y="12430"/>
                  </a:lnTo>
                  <a:lnTo>
                    <a:pt x="107403" y="13011"/>
                  </a:lnTo>
                  <a:lnTo>
                    <a:pt x="107291" y="14082"/>
                  </a:lnTo>
                  <a:lnTo>
                    <a:pt x="108674" y="14312"/>
                  </a:lnTo>
                  <a:lnTo>
                    <a:pt x="115312" y="15414"/>
                  </a:lnTo>
                  <a:lnTo>
                    <a:pt x="116075" y="15541"/>
                  </a:lnTo>
                  <a:lnTo>
                    <a:pt x="116653" y="15747"/>
                  </a:lnTo>
                  <a:lnTo>
                    <a:pt x="117007" y="15873"/>
                  </a:lnTo>
                  <a:lnTo>
                    <a:pt x="117611" y="16089"/>
                  </a:lnTo>
                  <a:lnTo>
                    <a:pt x="118132" y="16216"/>
                  </a:lnTo>
                  <a:lnTo>
                    <a:pt x="118466" y="15909"/>
                  </a:lnTo>
                  <a:lnTo>
                    <a:pt x="119862" y="14629"/>
                  </a:lnTo>
                  <a:lnTo>
                    <a:pt x="120660" y="13896"/>
                  </a:lnTo>
                  <a:lnTo>
                    <a:pt x="125048" y="9870"/>
                  </a:lnTo>
                  <a:lnTo>
                    <a:pt x="125817" y="9165"/>
                  </a:lnTo>
                  <a:lnTo>
                    <a:pt x="126108" y="8897"/>
                  </a:lnTo>
                  <a:lnTo>
                    <a:pt x="132499" y="4802"/>
                  </a:lnTo>
                  <a:lnTo>
                    <a:pt x="132993" y="4703"/>
                  </a:lnTo>
                  <a:lnTo>
                    <a:pt x="134268" y="4449"/>
                  </a:lnTo>
                  <a:lnTo>
                    <a:pt x="135016" y="4300"/>
                  </a:lnTo>
                  <a:lnTo>
                    <a:pt x="144083" y="2494"/>
                  </a:lnTo>
                  <a:lnTo>
                    <a:pt x="144925" y="2348"/>
                  </a:lnTo>
                  <a:lnTo>
                    <a:pt x="154538" y="687"/>
                  </a:lnTo>
                  <a:lnTo>
                    <a:pt x="155225" y="569"/>
                  </a:lnTo>
                  <a:lnTo>
                    <a:pt x="155592" y="505"/>
                  </a:lnTo>
                  <a:lnTo>
                    <a:pt x="156721" y="310"/>
                  </a:lnTo>
                  <a:lnTo>
                    <a:pt x="157334" y="204"/>
                  </a:lnTo>
                  <a:lnTo>
                    <a:pt x="158520" y="0"/>
                  </a:lnTo>
                  <a:lnTo>
                    <a:pt x="158868" y="2294"/>
                  </a:lnTo>
                  <a:lnTo>
                    <a:pt x="159366" y="55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g76"/>
            <p:cNvSpPr/>
            <p:nvPr/>
          </p:nvSpPr>
          <p:spPr>
            <a:xfrm>
              <a:off x="2179772" y="4796293"/>
              <a:ext cx="159331" cy="121116"/>
            </a:xfrm>
            <a:custGeom>
              <a:avLst/>
              <a:pathLst>
                <a:path w="159331" h="121116">
                  <a:moveTo>
                    <a:pt x="55736" y="5426"/>
                  </a:moveTo>
                  <a:lnTo>
                    <a:pt x="58439" y="6514"/>
                  </a:lnTo>
                  <a:lnTo>
                    <a:pt x="59624" y="6991"/>
                  </a:lnTo>
                  <a:lnTo>
                    <a:pt x="60948" y="10112"/>
                  </a:lnTo>
                  <a:lnTo>
                    <a:pt x="61040" y="10436"/>
                  </a:lnTo>
                  <a:lnTo>
                    <a:pt x="61003" y="10862"/>
                  </a:lnTo>
                  <a:lnTo>
                    <a:pt x="60842" y="12742"/>
                  </a:lnTo>
                  <a:lnTo>
                    <a:pt x="60940" y="13536"/>
                  </a:lnTo>
                  <a:lnTo>
                    <a:pt x="61125" y="15048"/>
                  </a:lnTo>
                  <a:lnTo>
                    <a:pt x="61164" y="15365"/>
                  </a:lnTo>
                  <a:lnTo>
                    <a:pt x="61188" y="15554"/>
                  </a:lnTo>
                  <a:lnTo>
                    <a:pt x="61158" y="15762"/>
                  </a:lnTo>
                  <a:lnTo>
                    <a:pt x="60538" y="15986"/>
                  </a:lnTo>
                  <a:lnTo>
                    <a:pt x="59675" y="16297"/>
                  </a:lnTo>
                  <a:lnTo>
                    <a:pt x="59676" y="16988"/>
                  </a:lnTo>
                  <a:lnTo>
                    <a:pt x="59677" y="17293"/>
                  </a:lnTo>
                  <a:lnTo>
                    <a:pt x="59680" y="18697"/>
                  </a:lnTo>
                  <a:lnTo>
                    <a:pt x="59683" y="19857"/>
                  </a:lnTo>
                  <a:lnTo>
                    <a:pt x="59685" y="20743"/>
                  </a:lnTo>
                  <a:lnTo>
                    <a:pt x="59687" y="21665"/>
                  </a:lnTo>
                  <a:lnTo>
                    <a:pt x="59687" y="21864"/>
                  </a:lnTo>
                  <a:lnTo>
                    <a:pt x="59688" y="22444"/>
                  </a:lnTo>
                  <a:lnTo>
                    <a:pt x="55749" y="22493"/>
                  </a:lnTo>
                  <a:lnTo>
                    <a:pt x="55372" y="22498"/>
                  </a:lnTo>
                  <a:lnTo>
                    <a:pt x="55368" y="22790"/>
                  </a:lnTo>
                  <a:lnTo>
                    <a:pt x="55360" y="23338"/>
                  </a:lnTo>
                  <a:lnTo>
                    <a:pt x="55355" y="23627"/>
                  </a:lnTo>
                  <a:lnTo>
                    <a:pt x="55475" y="25614"/>
                  </a:lnTo>
                  <a:lnTo>
                    <a:pt x="55620" y="28010"/>
                  </a:lnTo>
                  <a:lnTo>
                    <a:pt x="55810" y="31166"/>
                  </a:lnTo>
                  <a:lnTo>
                    <a:pt x="61992" y="30791"/>
                  </a:lnTo>
                  <a:lnTo>
                    <a:pt x="64761" y="30623"/>
                  </a:lnTo>
                  <a:lnTo>
                    <a:pt x="80918" y="29128"/>
                  </a:lnTo>
                  <a:lnTo>
                    <a:pt x="80956" y="29585"/>
                  </a:lnTo>
                  <a:lnTo>
                    <a:pt x="81070" y="30958"/>
                  </a:lnTo>
                  <a:lnTo>
                    <a:pt x="81158" y="32022"/>
                  </a:lnTo>
                  <a:lnTo>
                    <a:pt x="81245" y="33074"/>
                  </a:lnTo>
                  <a:lnTo>
                    <a:pt x="81750" y="33866"/>
                  </a:lnTo>
                  <a:lnTo>
                    <a:pt x="81975" y="34577"/>
                  </a:lnTo>
                  <a:lnTo>
                    <a:pt x="81824" y="34947"/>
                  </a:lnTo>
                  <a:lnTo>
                    <a:pt x="81987" y="35203"/>
                  </a:lnTo>
                  <a:lnTo>
                    <a:pt x="82287" y="35411"/>
                  </a:lnTo>
                  <a:lnTo>
                    <a:pt x="83881" y="36521"/>
                  </a:lnTo>
                  <a:lnTo>
                    <a:pt x="86329" y="37548"/>
                  </a:lnTo>
                  <a:lnTo>
                    <a:pt x="91769" y="39831"/>
                  </a:lnTo>
                  <a:lnTo>
                    <a:pt x="93287" y="40468"/>
                  </a:lnTo>
                  <a:lnTo>
                    <a:pt x="93709" y="40646"/>
                  </a:lnTo>
                  <a:lnTo>
                    <a:pt x="94352" y="40916"/>
                  </a:lnTo>
                  <a:lnTo>
                    <a:pt x="100786" y="43616"/>
                  </a:lnTo>
                  <a:lnTo>
                    <a:pt x="101163" y="43774"/>
                  </a:lnTo>
                  <a:lnTo>
                    <a:pt x="103620" y="44805"/>
                  </a:lnTo>
                  <a:lnTo>
                    <a:pt x="107668" y="46504"/>
                  </a:lnTo>
                  <a:lnTo>
                    <a:pt x="115047" y="49601"/>
                  </a:lnTo>
                  <a:lnTo>
                    <a:pt x="115368" y="49736"/>
                  </a:lnTo>
                  <a:lnTo>
                    <a:pt x="116403" y="50170"/>
                  </a:lnTo>
                  <a:lnTo>
                    <a:pt x="116927" y="50390"/>
                  </a:lnTo>
                  <a:lnTo>
                    <a:pt x="117150" y="49858"/>
                  </a:lnTo>
                  <a:lnTo>
                    <a:pt x="117317" y="49461"/>
                  </a:lnTo>
                  <a:lnTo>
                    <a:pt x="117515" y="48990"/>
                  </a:lnTo>
                  <a:lnTo>
                    <a:pt x="117931" y="47998"/>
                  </a:lnTo>
                  <a:lnTo>
                    <a:pt x="118500" y="46641"/>
                  </a:lnTo>
                  <a:lnTo>
                    <a:pt x="119801" y="43541"/>
                  </a:lnTo>
                  <a:lnTo>
                    <a:pt x="120059" y="42925"/>
                  </a:lnTo>
                  <a:lnTo>
                    <a:pt x="120726" y="41338"/>
                  </a:lnTo>
                  <a:lnTo>
                    <a:pt x="121567" y="39332"/>
                  </a:lnTo>
                  <a:lnTo>
                    <a:pt x="121644" y="39150"/>
                  </a:lnTo>
                  <a:lnTo>
                    <a:pt x="122535" y="37025"/>
                  </a:lnTo>
                  <a:lnTo>
                    <a:pt x="123902" y="33768"/>
                  </a:lnTo>
                  <a:lnTo>
                    <a:pt x="124874" y="31452"/>
                  </a:lnTo>
                  <a:lnTo>
                    <a:pt x="125161" y="30768"/>
                  </a:lnTo>
                  <a:lnTo>
                    <a:pt x="125251" y="30554"/>
                  </a:lnTo>
                  <a:lnTo>
                    <a:pt x="125304" y="30426"/>
                  </a:lnTo>
                  <a:lnTo>
                    <a:pt x="126522" y="31360"/>
                  </a:lnTo>
                  <a:lnTo>
                    <a:pt x="129100" y="33337"/>
                  </a:lnTo>
                  <a:lnTo>
                    <a:pt x="130948" y="34754"/>
                  </a:lnTo>
                  <a:lnTo>
                    <a:pt x="134164" y="40611"/>
                  </a:lnTo>
                  <a:lnTo>
                    <a:pt x="135465" y="42979"/>
                  </a:lnTo>
                  <a:lnTo>
                    <a:pt x="135732" y="43466"/>
                  </a:lnTo>
                  <a:lnTo>
                    <a:pt x="140659" y="52440"/>
                  </a:lnTo>
                  <a:lnTo>
                    <a:pt x="140911" y="52898"/>
                  </a:lnTo>
                  <a:lnTo>
                    <a:pt x="143169" y="57011"/>
                  </a:lnTo>
                  <a:lnTo>
                    <a:pt x="145641" y="61513"/>
                  </a:lnTo>
                  <a:lnTo>
                    <a:pt x="150640" y="71487"/>
                  </a:lnTo>
                  <a:lnTo>
                    <a:pt x="151563" y="73328"/>
                  </a:lnTo>
                  <a:lnTo>
                    <a:pt x="151779" y="73760"/>
                  </a:lnTo>
                  <a:lnTo>
                    <a:pt x="152048" y="74420"/>
                  </a:lnTo>
                  <a:lnTo>
                    <a:pt x="152137" y="74637"/>
                  </a:lnTo>
                  <a:lnTo>
                    <a:pt x="152497" y="75521"/>
                  </a:lnTo>
                  <a:lnTo>
                    <a:pt x="152827" y="76332"/>
                  </a:lnTo>
                  <a:lnTo>
                    <a:pt x="155427" y="82714"/>
                  </a:lnTo>
                  <a:lnTo>
                    <a:pt x="155710" y="83409"/>
                  </a:lnTo>
                  <a:lnTo>
                    <a:pt x="155947" y="83991"/>
                  </a:lnTo>
                  <a:lnTo>
                    <a:pt x="157937" y="88875"/>
                  </a:lnTo>
                  <a:lnTo>
                    <a:pt x="158601" y="90505"/>
                  </a:lnTo>
                  <a:lnTo>
                    <a:pt x="159331" y="92297"/>
                  </a:lnTo>
                  <a:lnTo>
                    <a:pt x="158300" y="92743"/>
                  </a:lnTo>
                  <a:lnTo>
                    <a:pt x="156901" y="93347"/>
                  </a:lnTo>
                  <a:lnTo>
                    <a:pt x="153327" y="94893"/>
                  </a:lnTo>
                  <a:lnTo>
                    <a:pt x="150812" y="95980"/>
                  </a:lnTo>
                  <a:lnTo>
                    <a:pt x="150601" y="96072"/>
                  </a:lnTo>
                  <a:lnTo>
                    <a:pt x="149525" y="96536"/>
                  </a:lnTo>
                  <a:lnTo>
                    <a:pt x="147056" y="97604"/>
                  </a:lnTo>
                  <a:lnTo>
                    <a:pt x="146185" y="97980"/>
                  </a:lnTo>
                  <a:lnTo>
                    <a:pt x="144750" y="98601"/>
                  </a:lnTo>
                  <a:lnTo>
                    <a:pt x="139036" y="101071"/>
                  </a:lnTo>
                  <a:lnTo>
                    <a:pt x="136012" y="102385"/>
                  </a:lnTo>
                  <a:lnTo>
                    <a:pt x="135728" y="102546"/>
                  </a:lnTo>
                  <a:lnTo>
                    <a:pt x="133215" y="103965"/>
                  </a:lnTo>
                  <a:lnTo>
                    <a:pt x="132906" y="104140"/>
                  </a:lnTo>
                  <a:lnTo>
                    <a:pt x="130004" y="106340"/>
                  </a:lnTo>
                  <a:lnTo>
                    <a:pt x="129188" y="106959"/>
                  </a:lnTo>
                  <a:lnTo>
                    <a:pt x="128665" y="107570"/>
                  </a:lnTo>
                  <a:lnTo>
                    <a:pt x="128354" y="107675"/>
                  </a:lnTo>
                  <a:lnTo>
                    <a:pt x="127381" y="108003"/>
                  </a:lnTo>
                  <a:lnTo>
                    <a:pt x="127223" y="107965"/>
                  </a:lnTo>
                  <a:lnTo>
                    <a:pt x="123222" y="107023"/>
                  </a:lnTo>
                  <a:lnTo>
                    <a:pt x="122779" y="106919"/>
                  </a:lnTo>
                  <a:lnTo>
                    <a:pt x="117371" y="105645"/>
                  </a:lnTo>
                  <a:lnTo>
                    <a:pt x="117211" y="105608"/>
                  </a:lnTo>
                  <a:lnTo>
                    <a:pt x="117012" y="106307"/>
                  </a:lnTo>
                  <a:lnTo>
                    <a:pt x="116554" y="107917"/>
                  </a:lnTo>
                  <a:lnTo>
                    <a:pt x="115770" y="110678"/>
                  </a:lnTo>
                  <a:lnTo>
                    <a:pt x="114512" y="115102"/>
                  </a:lnTo>
                  <a:lnTo>
                    <a:pt x="114454" y="115304"/>
                  </a:lnTo>
                  <a:lnTo>
                    <a:pt x="113884" y="117310"/>
                  </a:lnTo>
                  <a:lnTo>
                    <a:pt x="113248" y="119547"/>
                  </a:lnTo>
                  <a:lnTo>
                    <a:pt x="104271" y="119646"/>
                  </a:lnTo>
                  <a:lnTo>
                    <a:pt x="97239" y="119723"/>
                  </a:lnTo>
                  <a:lnTo>
                    <a:pt x="95252" y="119745"/>
                  </a:lnTo>
                  <a:lnTo>
                    <a:pt x="94339" y="119755"/>
                  </a:lnTo>
                  <a:lnTo>
                    <a:pt x="93447" y="119765"/>
                  </a:lnTo>
                  <a:lnTo>
                    <a:pt x="90658" y="119796"/>
                  </a:lnTo>
                  <a:lnTo>
                    <a:pt x="90190" y="119801"/>
                  </a:lnTo>
                  <a:lnTo>
                    <a:pt x="84336" y="119866"/>
                  </a:lnTo>
                  <a:lnTo>
                    <a:pt x="83551" y="119874"/>
                  </a:lnTo>
                  <a:lnTo>
                    <a:pt x="82986" y="119889"/>
                  </a:lnTo>
                  <a:lnTo>
                    <a:pt x="75932" y="120068"/>
                  </a:lnTo>
                  <a:lnTo>
                    <a:pt x="75130" y="120088"/>
                  </a:lnTo>
                  <a:lnTo>
                    <a:pt x="71314" y="120185"/>
                  </a:lnTo>
                  <a:lnTo>
                    <a:pt x="70883" y="120207"/>
                  </a:lnTo>
                  <a:lnTo>
                    <a:pt x="70501" y="120226"/>
                  </a:lnTo>
                  <a:lnTo>
                    <a:pt x="69875" y="120257"/>
                  </a:lnTo>
                  <a:lnTo>
                    <a:pt x="69032" y="120299"/>
                  </a:lnTo>
                  <a:lnTo>
                    <a:pt x="59947" y="121103"/>
                  </a:lnTo>
                  <a:lnTo>
                    <a:pt x="59712" y="121116"/>
                  </a:lnTo>
                  <a:lnTo>
                    <a:pt x="59662" y="120360"/>
                  </a:lnTo>
                  <a:lnTo>
                    <a:pt x="59462" y="117339"/>
                  </a:lnTo>
                  <a:lnTo>
                    <a:pt x="59247" y="114106"/>
                  </a:lnTo>
                  <a:lnTo>
                    <a:pt x="59187" y="113206"/>
                  </a:lnTo>
                  <a:lnTo>
                    <a:pt x="59198" y="112347"/>
                  </a:lnTo>
                  <a:lnTo>
                    <a:pt x="59234" y="109482"/>
                  </a:lnTo>
                  <a:lnTo>
                    <a:pt x="59237" y="109255"/>
                  </a:lnTo>
                  <a:lnTo>
                    <a:pt x="58730" y="107473"/>
                  </a:lnTo>
                  <a:lnTo>
                    <a:pt x="57821" y="106196"/>
                  </a:lnTo>
                  <a:lnTo>
                    <a:pt x="53371" y="100817"/>
                  </a:lnTo>
                  <a:lnTo>
                    <a:pt x="52755" y="100072"/>
                  </a:lnTo>
                  <a:lnTo>
                    <a:pt x="52360" y="99595"/>
                  </a:lnTo>
                  <a:lnTo>
                    <a:pt x="51896" y="99155"/>
                  </a:lnTo>
                  <a:lnTo>
                    <a:pt x="51496" y="99481"/>
                  </a:lnTo>
                  <a:lnTo>
                    <a:pt x="50727" y="100106"/>
                  </a:lnTo>
                  <a:lnTo>
                    <a:pt x="49824" y="100841"/>
                  </a:lnTo>
                  <a:lnTo>
                    <a:pt x="49690" y="100716"/>
                  </a:lnTo>
                  <a:lnTo>
                    <a:pt x="47499" y="98802"/>
                  </a:lnTo>
                  <a:lnTo>
                    <a:pt x="46904" y="98349"/>
                  </a:lnTo>
                  <a:lnTo>
                    <a:pt x="46014" y="97782"/>
                  </a:lnTo>
                  <a:lnTo>
                    <a:pt x="45411" y="97500"/>
                  </a:lnTo>
                  <a:lnTo>
                    <a:pt x="45146" y="97475"/>
                  </a:lnTo>
                  <a:lnTo>
                    <a:pt x="44732" y="97437"/>
                  </a:lnTo>
                  <a:lnTo>
                    <a:pt x="43907" y="97408"/>
                  </a:lnTo>
                  <a:lnTo>
                    <a:pt x="43342" y="97502"/>
                  </a:lnTo>
                  <a:lnTo>
                    <a:pt x="42358" y="97673"/>
                  </a:lnTo>
                  <a:lnTo>
                    <a:pt x="40694" y="98133"/>
                  </a:lnTo>
                  <a:lnTo>
                    <a:pt x="39656" y="98906"/>
                  </a:lnTo>
                  <a:lnTo>
                    <a:pt x="39451" y="99058"/>
                  </a:lnTo>
                  <a:lnTo>
                    <a:pt x="39142" y="99585"/>
                  </a:lnTo>
                  <a:lnTo>
                    <a:pt x="40488" y="101155"/>
                  </a:lnTo>
                  <a:lnTo>
                    <a:pt x="41280" y="102080"/>
                  </a:lnTo>
                  <a:lnTo>
                    <a:pt x="41782" y="102684"/>
                  </a:lnTo>
                  <a:lnTo>
                    <a:pt x="42455" y="103860"/>
                  </a:lnTo>
                  <a:lnTo>
                    <a:pt x="42097" y="104502"/>
                  </a:lnTo>
                  <a:lnTo>
                    <a:pt x="40054" y="105851"/>
                  </a:lnTo>
                  <a:lnTo>
                    <a:pt x="40813" y="107337"/>
                  </a:lnTo>
                  <a:lnTo>
                    <a:pt x="40623" y="107514"/>
                  </a:lnTo>
                  <a:lnTo>
                    <a:pt x="41005" y="108402"/>
                  </a:lnTo>
                  <a:lnTo>
                    <a:pt x="40873" y="109531"/>
                  </a:lnTo>
                  <a:lnTo>
                    <a:pt x="40239" y="109764"/>
                  </a:lnTo>
                  <a:lnTo>
                    <a:pt x="38721" y="110324"/>
                  </a:lnTo>
                  <a:lnTo>
                    <a:pt x="22242" y="102384"/>
                  </a:lnTo>
                  <a:lnTo>
                    <a:pt x="25349" y="96555"/>
                  </a:lnTo>
                  <a:lnTo>
                    <a:pt x="25529" y="96217"/>
                  </a:lnTo>
                  <a:lnTo>
                    <a:pt x="19190" y="91664"/>
                  </a:lnTo>
                  <a:lnTo>
                    <a:pt x="19278" y="91494"/>
                  </a:lnTo>
                  <a:lnTo>
                    <a:pt x="19372" y="91311"/>
                  </a:lnTo>
                  <a:lnTo>
                    <a:pt x="23613" y="86294"/>
                  </a:lnTo>
                  <a:lnTo>
                    <a:pt x="21414" y="77745"/>
                  </a:lnTo>
                  <a:lnTo>
                    <a:pt x="10105" y="69757"/>
                  </a:lnTo>
                  <a:lnTo>
                    <a:pt x="7238" y="62452"/>
                  </a:lnTo>
                  <a:lnTo>
                    <a:pt x="2033" y="65242"/>
                  </a:lnTo>
                  <a:lnTo>
                    <a:pt x="327" y="61649"/>
                  </a:lnTo>
                  <a:lnTo>
                    <a:pt x="1514" y="60683"/>
                  </a:lnTo>
                  <a:lnTo>
                    <a:pt x="2251" y="60084"/>
                  </a:lnTo>
                  <a:lnTo>
                    <a:pt x="0" y="54979"/>
                  </a:lnTo>
                  <a:lnTo>
                    <a:pt x="3193" y="52859"/>
                  </a:lnTo>
                  <a:lnTo>
                    <a:pt x="2055" y="50732"/>
                  </a:lnTo>
                  <a:lnTo>
                    <a:pt x="16073" y="41259"/>
                  </a:lnTo>
                  <a:lnTo>
                    <a:pt x="17801" y="44149"/>
                  </a:lnTo>
                  <a:lnTo>
                    <a:pt x="19490" y="41420"/>
                  </a:lnTo>
                  <a:lnTo>
                    <a:pt x="29268" y="35800"/>
                  </a:lnTo>
                  <a:lnTo>
                    <a:pt x="29346" y="32990"/>
                  </a:lnTo>
                  <a:lnTo>
                    <a:pt x="20707" y="33231"/>
                  </a:lnTo>
                  <a:lnTo>
                    <a:pt x="21689" y="28575"/>
                  </a:lnTo>
                  <a:lnTo>
                    <a:pt x="31152" y="28375"/>
                  </a:lnTo>
                  <a:lnTo>
                    <a:pt x="31309" y="24361"/>
                  </a:lnTo>
                  <a:lnTo>
                    <a:pt x="25655" y="22635"/>
                  </a:lnTo>
                  <a:lnTo>
                    <a:pt x="26283" y="18220"/>
                  </a:lnTo>
                  <a:lnTo>
                    <a:pt x="33823" y="18822"/>
                  </a:lnTo>
                  <a:lnTo>
                    <a:pt x="33823" y="15851"/>
                  </a:lnTo>
                  <a:lnTo>
                    <a:pt x="18822" y="18380"/>
                  </a:lnTo>
                  <a:lnTo>
                    <a:pt x="18961" y="13167"/>
                  </a:lnTo>
                  <a:lnTo>
                    <a:pt x="20212" y="12331"/>
                  </a:lnTo>
                  <a:lnTo>
                    <a:pt x="21468" y="11491"/>
                  </a:lnTo>
                  <a:lnTo>
                    <a:pt x="22852" y="10566"/>
                  </a:lnTo>
                  <a:lnTo>
                    <a:pt x="23768" y="9954"/>
                  </a:lnTo>
                  <a:lnTo>
                    <a:pt x="27246" y="8847"/>
                  </a:lnTo>
                  <a:lnTo>
                    <a:pt x="28399" y="8480"/>
                  </a:lnTo>
                  <a:lnTo>
                    <a:pt x="28716" y="8379"/>
                  </a:lnTo>
                  <a:lnTo>
                    <a:pt x="28923" y="8291"/>
                  </a:lnTo>
                  <a:lnTo>
                    <a:pt x="29484" y="8052"/>
                  </a:lnTo>
                  <a:lnTo>
                    <a:pt x="32445" y="6787"/>
                  </a:lnTo>
                  <a:lnTo>
                    <a:pt x="33691" y="6255"/>
                  </a:lnTo>
                  <a:lnTo>
                    <a:pt x="33957" y="3557"/>
                  </a:lnTo>
                  <a:lnTo>
                    <a:pt x="34284" y="3681"/>
                  </a:lnTo>
                  <a:lnTo>
                    <a:pt x="34481" y="3693"/>
                  </a:lnTo>
                  <a:lnTo>
                    <a:pt x="37864" y="3890"/>
                  </a:lnTo>
                  <a:lnTo>
                    <a:pt x="39552" y="3930"/>
                  </a:lnTo>
                  <a:lnTo>
                    <a:pt x="41344" y="4361"/>
                  </a:lnTo>
                  <a:lnTo>
                    <a:pt x="42919" y="4739"/>
                  </a:lnTo>
                  <a:lnTo>
                    <a:pt x="43441" y="4877"/>
                  </a:lnTo>
                  <a:lnTo>
                    <a:pt x="44314" y="5109"/>
                  </a:lnTo>
                  <a:lnTo>
                    <a:pt x="44754" y="5225"/>
                  </a:lnTo>
                  <a:lnTo>
                    <a:pt x="45203" y="5344"/>
                  </a:lnTo>
                  <a:lnTo>
                    <a:pt x="45403" y="5397"/>
                  </a:lnTo>
                  <a:lnTo>
                    <a:pt x="45786" y="5499"/>
                  </a:lnTo>
                  <a:lnTo>
                    <a:pt x="46624" y="5721"/>
                  </a:lnTo>
                  <a:lnTo>
                    <a:pt x="47144" y="2789"/>
                  </a:lnTo>
                  <a:lnTo>
                    <a:pt x="47280" y="2021"/>
                  </a:lnTo>
                  <a:lnTo>
                    <a:pt x="47603" y="195"/>
                  </a:lnTo>
                  <a:lnTo>
                    <a:pt x="47634" y="20"/>
                  </a:lnTo>
                  <a:lnTo>
                    <a:pt x="47991" y="0"/>
                  </a:lnTo>
                  <a:lnTo>
                    <a:pt x="48760" y="165"/>
                  </a:lnTo>
                  <a:lnTo>
                    <a:pt x="48930" y="201"/>
                  </a:lnTo>
                  <a:lnTo>
                    <a:pt x="49247" y="269"/>
                  </a:lnTo>
                  <a:lnTo>
                    <a:pt x="49392" y="300"/>
                  </a:lnTo>
                  <a:lnTo>
                    <a:pt x="50344" y="505"/>
                  </a:lnTo>
                  <a:lnTo>
                    <a:pt x="53712" y="1228"/>
                  </a:lnTo>
                  <a:lnTo>
                    <a:pt x="54196" y="1332"/>
                  </a:lnTo>
                  <a:lnTo>
                    <a:pt x="54471" y="1460"/>
                  </a:lnTo>
                  <a:lnTo>
                    <a:pt x="57040" y="2655"/>
                  </a:lnTo>
                  <a:lnTo>
                    <a:pt x="56972" y="2787"/>
                  </a:lnTo>
                  <a:lnTo>
                    <a:pt x="56472" y="3755"/>
                  </a:lnTo>
                  <a:lnTo>
                    <a:pt x="56054" y="45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g77"/>
            <p:cNvSpPr/>
            <p:nvPr/>
          </p:nvSpPr>
          <p:spPr>
            <a:xfrm>
              <a:off x="2086684" y="4756825"/>
              <a:ext cx="226386" cy="89828"/>
            </a:xfrm>
            <a:custGeom>
              <a:avLst/>
              <a:pathLst>
                <a:path w="226386" h="89828">
                  <a:moveTo>
                    <a:pt x="178994" y="13912"/>
                  </a:moveTo>
                  <a:lnTo>
                    <a:pt x="181312" y="15213"/>
                  </a:lnTo>
                  <a:lnTo>
                    <a:pt x="198863" y="14432"/>
                  </a:lnTo>
                  <a:lnTo>
                    <a:pt x="209358" y="13788"/>
                  </a:lnTo>
                  <a:lnTo>
                    <a:pt x="222639" y="12978"/>
                  </a:lnTo>
                  <a:lnTo>
                    <a:pt x="222985" y="20066"/>
                  </a:lnTo>
                  <a:lnTo>
                    <a:pt x="223014" y="20644"/>
                  </a:lnTo>
                  <a:lnTo>
                    <a:pt x="223161" y="23293"/>
                  </a:lnTo>
                  <a:lnTo>
                    <a:pt x="223880" y="36184"/>
                  </a:lnTo>
                  <a:lnTo>
                    <a:pt x="224203" y="40163"/>
                  </a:lnTo>
                  <a:lnTo>
                    <a:pt x="224221" y="40387"/>
                  </a:lnTo>
                  <a:lnTo>
                    <a:pt x="224358" y="42064"/>
                  </a:lnTo>
                  <a:lnTo>
                    <a:pt x="224907" y="48836"/>
                  </a:lnTo>
                  <a:lnTo>
                    <a:pt x="224981" y="49740"/>
                  </a:lnTo>
                  <a:lnTo>
                    <a:pt x="226140" y="49782"/>
                  </a:lnTo>
                  <a:lnTo>
                    <a:pt x="226386" y="49795"/>
                  </a:lnTo>
                  <a:lnTo>
                    <a:pt x="226190" y="50288"/>
                  </a:lnTo>
                  <a:lnTo>
                    <a:pt x="225736" y="51428"/>
                  </a:lnTo>
                  <a:lnTo>
                    <a:pt x="224956" y="53390"/>
                  </a:lnTo>
                  <a:lnTo>
                    <a:pt x="223399" y="57304"/>
                  </a:lnTo>
                  <a:lnTo>
                    <a:pt x="223066" y="58143"/>
                  </a:lnTo>
                  <a:lnTo>
                    <a:pt x="222358" y="59923"/>
                  </a:lnTo>
                  <a:lnTo>
                    <a:pt x="221654" y="61693"/>
                  </a:lnTo>
                  <a:lnTo>
                    <a:pt x="221477" y="62139"/>
                  </a:lnTo>
                  <a:lnTo>
                    <a:pt x="221412" y="62302"/>
                  </a:lnTo>
                  <a:lnTo>
                    <a:pt x="221153" y="62952"/>
                  </a:lnTo>
                  <a:lnTo>
                    <a:pt x="221075" y="63150"/>
                  </a:lnTo>
                  <a:lnTo>
                    <a:pt x="218393" y="69894"/>
                  </a:lnTo>
                  <a:lnTo>
                    <a:pt x="218332" y="70039"/>
                  </a:lnTo>
                  <a:lnTo>
                    <a:pt x="218249" y="70236"/>
                  </a:lnTo>
                  <a:lnTo>
                    <a:pt x="217962" y="70920"/>
                  </a:lnTo>
                  <a:lnTo>
                    <a:pt x="216990" y="73236"/>
                  </a:lnTo>
                  <a:lnTo>
                    <a:pt x="215624" y="76493"/>
                  </a:lnTo>
                  <a:lnTo>
                    <a:pt x="214732" y="78618"/>
                  </a:lnTo>
                  <a:lnTo>
                    <a:pt x="214656" y="78800"/>
                  </a:lnTo>
                  <a:lnTo>
                    <a:pt x="213814" y="80806"/>
                  </a:lnTo>
                  <a:lnTo>
                    <a:pt x="213148" y="82393"/>
                  </a:lnTo>
                  <a:lnTo>
                    <a:pt x="212890" y="83009"/>
                  </a:lnTo>
                  <a:lnTo>
                    <a:pt x="211588" y="86109"/>
                  </a:lnTo>
                  <a:lnTo>
                    <a:pt x="211019" y="87466"/>
                  </a:lnTo>
                  <a:lnTo>
                    <a:pt x="210603" y="88457"/>
                  </a:lnTo>
                  <a:lnTo>
                    <a:pt x="210405" y="88929"/>
                  </a:lnTo>
                  <a:lnTo>
                    <a:pt x="210238" y="89326"/>
                  </a:lnTo>
                  <a:lnTo>
                    <a:pt x="209944" y="89828"/>
                  </a:lnTo>
                  <a:lnTo>
                    <a:pt x="209491" y="89638"/>
                  </a:lnTo>
                  <a:lnTo>
                    <a:pt x="208456" y="89204"/>
                  </a:lnTo>
                  <a:lnTo>
                    <a:pt x="208054" y="89035"/>
                  </a:lnTo>
                  <a:lnTo>
                    <a:pt x="200756" y="85972"/>
                  </a:lnTo>
                  <a:lnTo>
                    <a:pt x="196708" y="84273"/>
                  </a:lnTo>
                  <a:lnTo>
                    <a:pt x="194251" y="83242"/>
                  </a:lnTo>
                  <a:lnTo>
                    <a:pt x="193824" y="83063"/>
                  </a:lnTo>
                  <a:lnTo>
                    <a:pt x="187441" y="80383"/>
                  </a:lnTo>
                  <a:lnTo>
                    <a:pt x="186798" y="80114"/>
                  </a:lnTo>
                  <a:lnTo>
                    <a:pt x="186375" y="79936"/>
                  </a:lnTo>
                  <a:lnTo>
                    <a:pt x="184858" y="79299"/>
                  </a:lnTo>
                  <a:lnTo>
                    <a:pt x="179418" y="77016"/>
                  </a:lnTo>
                  <a:lnTo>
                    <a:pt x="176969" y="75989"/>
                  </a:lnTo>
                  <a:lnTo>
                    <a:pt x="175375" y="74879"/>
                  </a:lnTo>
                  <a:lnTo>
                    <a:pt x="175075" y="74670"/>
                  </a:lnTo>
                  <a:lnTo>
                    <a:pt x="174912" y="74414"/>
                  </a:lnTo>
                  <a:lnTo>
                    <a:pt x="175100" y="73954"/>
                  </a:lnTo>
                  <a:lnTo>
                    <a:pt x="174839" y="73334"/>
                  </a:lnTo>
                  <a:lnTo>
                    <a:pt x="174334" y="72542"/>
                  </a:lnTo>
                  <a:lnTo>
                    <a:pt x="174247" y="71490"/>
                  </a:lnTo>
                  <a:lnTo>
                    <a:pt x="174158" y="70426"/>
                  </a:lnTo>
                  <a:lnTo>
                    <a:pt x="174045" y="69053"/>
                  </a:lnTo>
                  <a:lnTo>
                    <a:pt x="174007" y="68596"/>
                  </a:lnTo>
                  <a:lnTo>
                    <a:pt x="157849" y="70091"/>
                  </a:lnTo>
                  <a:lnTo>
                    <a:pt x="155080" y="70259"/>
                  </a:lnTo>
                  <a:lnTo>
                    <a:pt x="148899" y="70633"/>
                  </a:lnTo>
                  <a:lnTo>
                    <a:pt x="148708" y="67478"/>
                  </a:lnTo>
                  <a:lnTo>
                    <a:pt x="148564" y="65082"/>
                  </a:lnTo>
                  <a:lnTo>
                    <a:pt x="148444" y="63095"/>
                  </a:lnTo>
                  <a:lnTo>
                    <a:pt x="148448" y="62806"/>
                  </a:lnTo>
                  <a:lnTo>
                    <a:pt x="148456" y="62258"/>
                  </a:lnTo>
                  <a:lnTo>
                    <a:pt x="148468" y="61966"/>
                  </a:lnTo>
                  <a:lnTo>
                    <a:pt x="148838" y="61961"/>
                  </a:lnTo>
                  <a:lnTo>
                    <a:pt x="152777" y="61912"/>
                  </a:lnTo>
                  <a:lnTo>
                    <a:pt x="152776" y="61332"/>
                  </a:lnTo>
                  <a:lnTo>
                    <a:pt x="152775" y="61133"/>
                  </a:lnTo>
                  <a:lnTo>
                    <a:pt x="152773" y="60210"/>
                  </a:lnTo>
                  <a:lnTo>
                    <a:pt x="152771" y="59325"/>
                  </a:lnTo>
                  <a:lnTo>
                    <a:pt x="152768" y="58165"/>
                  </a:lnTo>
                  <a:lnTo>
                    <a:pt x="152765" y="56761"/>
                  </a:lnTo>
                  <a:lnTo>
                    <a:pt x="152765" y="56408"/>
                  </a:lnTo>
                  <a:lnTo>
                    <a:pt x="152763" y="55765"/>
                  </a:lnTo>
                  <a:lnTo>
                    <a:pt x="153626" y="55454"/>
                  </a:lnTo>
                  <a:lnTo>
                    <a:pt x="154299" y="55211"/>
                  </a:lnTo>
                  <a:lnTo>
                    <a:pt x="154276" y="55022"/>
                  </a:lnTo>
                  <a:lnTo>
                    <a:pt x="154253" y="54833"/>
                  </a:lnTo>
                  <a:lnTo>
                    <a:pt x="154214" y="54516"/>
                  </a:lnTo>
                  <a:lnTo>
                    <a:pt x="154028" y="53004"/>
                  </a:lnTo>
                  <a:lnTo>
                    <a:pt x="153933" y="52175"/>
                  </a:lnTo>
                  <a:lnTo>
                    <a:pt x="154091" y="50330"/>
                  </a:lnTo>
                  <a:lnTo>
                    <a:pt x="154136" y="49814"/>
                  </a:lnTo>
                  <a:lnTo>
                    <a:pt x="154036" y="49580"/>
                  </a:lnTo>
                  <a:lnTo>
                    <a:pt x="152712" y="46459"/>
                  </a:lnTo>
                  <a:lnTo>
                    <a:pt x="151527" y="45982"/>
                  </a:lnTo>
                  <a:lnTo>
                    <a:pt x="148718" y="44851"/>
                  </a:lnTo>
                  <a:lnTo>
                    <a:pt x="149142" y="44031"/>
                  </a:lnTo>
                  <a:lnTo>
                    <a:pt x="149560" y="43223"/>
                  </a:lnTo>
                  <a:lnTo>
                    <a:pt x="150061" y="42255"/>
                  </a:lnTo>
                  <a:lnTo>
                    <a:pt x="150099" y="42109"/>
                  </a:lnTo>
                  <a:lnTo>
                    <a:pt x="147559" y="40928"/>
                  </a:lnTo>
                  <a:lnTo>
                    <a:pt x="147284" y="40800"/>
                  </a:lnTo>
                  <a:lnTo>
                    <a:pt x="146801" y="40696"/>
                  </a:lnTo>
                  <a:lnTo>
                    <a:pt x="143433" y="39973"/>
                  </a:lnTo>
                  <a:lnTo>
                    <a:pt x="142481" y="39768"/>
                  </a:lnTo>
                  <a:lnTo>
                    <a:pt x="142335" y="39737"/>
                  </a:lnTo>
                  <a:lnTo>
                    <a:pt x="142018" y="39669"/>
                  </a:lnTo>
                  <a:lnTo>
                    <a:pt x="141849" y="39633"/>
                  </a:lnTo>
                  <a:lnTo>
                    <a:pt x="141080" y="39467"/>
                  </a:lnTo>
                  <a:lnTo>
                    <a:pt x="140723" y="39488"/>
                  </a:lnTo>
                  <a:lnTo>
                    <a:pt x="140671" y="39778"/>
                  </a:lnTo>
                  <a:lnTo>
                    <a:pt x="140368" y="41489"/>
                  </a:lnTo>
                  <a:lnTo>
                    <a:pt x="140232" y="42257"/>
                  </a:lnTo>
                  <a:lnTo>
                    <a:pt x="139712" y="45189"/>
                  </a:lnTo>
                  <a:lnTo>
                    <a:pt x="138874" y="44966"/>
                  </a:lnTo>
                  <a:lnTo>
                    <a:pt x="138491" y="44865"/>
                  </a:lnTo>
                  <a:lnTo>
                    <a:pt x="138291" y="44812"/>
                  </a:lnTo>
                  <a:lnTo>
                    <a:pt x="137842" y="44693"/>
                  </a:lnTo>
                  <a:lnTo>
                    <a:pt x="137402" y="44576"/>
                  </a:lnTo>
                  <a:lnTo>
                    <a:pt x="136529" y="44345"/>
                  </a:lnTo>
                  <a:lnTo>
                    <a:pt x="136007" y="44207"/>
                  </a:lnTo>
                  <a:lnTo>
                    <a:pt x="134432" y="43829"/>
                  </a:lnTo>
                  <a:lnTo>
                    <a:pt x="132641" y="43398"/>
                  </a:lnTo>
                  <a:lnTo>
                    <a:pt x="130952" y="43358"/>
                  </a:lnTo>
                  <a:lnTo>
                    <a:pt x="127569" y="43161"/>
                  </a:lnTo>
                  <a:lnTo>
                    <a:pt x="127339" y="43147"/>
                  </a:lnTo>
                  <a:lnTo>
                    <a:pt x="127045" y="43025"/>
                  </a:lnTo>
                  <a:lnTo>
                    <a:pt x="126780" y="45723"/>
                  </a:lnTo>
                  <a:lnTo>
                    <a:pt x="125318" y="46347"/>
                  </a:lnTo>
                  <a:lnTo>
                    <a:pt x="122377" y="47603"/>
                  </a:lnTo>
                  <a:lnTo>
                    <a:pt x="122013" y="47781"/>
                  </a:lnTo>
                  <a:lnTo>
                    <a:pt x="121805" y="47847"/>
                  </a:lnTo>
                  <a:lnTo>
                    <a:pt x="121487" y="47948"/>
                  </a:lnTo>
                  <a:lnTo>
                    <a:pt x="120335" y="48315"/>
                  </a:lnTo>
                  <a:lnTo>
                    <a:pt x="116856" y="49422"/>
                  </a:lnTo>
                  <a:lnTo>
                    <a:pt x="115940" y="50034"/>
                  </a:lnTo>
                  <a:lnTo>
                    <a:pt x="114557" y="50959"/>
                  </a:lnTo>
                  <a:lnTo>
                    <a:pt x="113289" y="51806"/>
                  </a:lnTo>
                  <a:lnTo>
                    <a:pt x="112050" y="52635"/>
                  </a:lnTo>
                  <a:lnTo>
                    <a:pt x="110053" y="53970"/>
                  </a:lnTo>
                  <a:lnTo>
                    <a:pt x="109848" y="54107"/>
                  </a:lnTo>
                  <a:lnTo>
                    <a:pt x="109560" y="54299"/>
                  </a:lnTo>
                  <a:lnTo>
                    <a:pt x="108550" y="54975"/>
                  </a:lnTo>
                  <a:lnTo>
                    <a:pt x="108234" y="55186"/>
                  </a:lnTo>
                  <a:lnTo>
                    <a:pt x="107974" y="55188"/>
                  </a:lnTo>
                  <a:lnTo>
                    <a:pt x="106906" y="55195"/>
                  </a:lnTo>
                  <a:lnTo>
                    <a:pt x="104944" y="53353"/>
                  </a:lnTo>
                  <a:lnTo>
                    <a:pt x="98563" y="49439"/>
                  </a:lnTo>
                  <a:lnTo>
                    <a:pt x="95814" y="53654"/>
                  </a:lnTo>
                  <a:lnTo>
                    <a:pt x="84819" y="49138"/>
                  </a:lnTo>
                  <a:lnTo>
                    <a:pt x="49674" y="54055"/>
                  </a:lnTo>
                  <a:lnTo>
                    <a:pt x="46238" y="44020"/>
                  </a:lnTo>
                  <a:lnTo>
                    <a:pt x="53110" y="43017"/>
                  </a:lnTo>
                  <a:lnTo>
                    <a:pt x="52815" y="38702"/>
                  </a:lnTo>
                  <a:lnTo>
                    <a:pt x="44863" y="39204"/>
                  </a:lnTo>
                  <a:lnTo>
                    <a:pt x="21892" y="32380"/>
                  </a:lnTo>
                  <a:lnTo>
                    <a:pt x="22971" y="26360"/>
                  </a:lnTo>
                  <a:lnTo>
                    <a:pt x="0" y="19235"/>
                  </a:lnTo>
                  <a:lnTo>
                    <a:pt x="4335" y="8197"/>
                  </a:lnTo>
                  <a:lnTo>
                    <a:pt x="21597" y="11609"/>
                  </a:lnTo>
                  <a:lnTo>
                    <a:pt x="24248" y="16425"/>
                  </a:lnTo>
                  <a:lnTo>
                    <a:pt x="40446" y="17128"/>
                  </a:lnTo>
                  <a:lnTo>
                    <a:pt x="42900" y="22346"/>
                  </a:lnTo>
                  <a:lnTo>
                    <a:pt x="49968" y="24553"/>
                  </a:lnTo>
                  <a:lnTo>
                    <a:pt x="51343" y="23650"/>
                  </a:lnTo>
                  <a:lnTo>
                    <a:pt x="50263" y="21142"/>
                  </a:lnTo>
                  <a:lnTo>
                    <a:pt x="82266" y="11508"/>
                  </a:lnTo>
                  <a:lnTo>
                    <a:pt x="83444" y="13214"/>
                  </a:lnTo>
                  <a:lnTo>
                    <a:pt x="89727" y="10806"/>
                  </a:lnTo>
                  <a:lnTo>
                    <a:pt x="90057" y="8445"/>
                  </a:lnTo>
                  <a:lnTo>
                    <a:pt x="90201" y="8412"/>
                  </a:lnTo>
                  <a:lnTo>
                    <a:pt x="90491" y="8347"/>
                  </a:lnTo>
                  <a:lnTo>
                    <a:pt x="90881" y="8260"/>
                  </a:lnTo>
                  <a:lnTo>
                    <a:pt x="91122" y="8336"/>
                  </a:lnTo>
                  <a:lnTo>
                    <a:pt x="91631" y="8499"/>
                  </a:lnTo>
                  <a:lnTo>
                    <a:pt x="93212" y="9003"/>
                  </a:lnTo>
                  <a:lnTo>
                    <a:pt x="93869" y="9212"/>
                  </a:lnTo>
                  <a:lnTo>
                    <a:pt x="94198" y="9317"/>
                  </a:lnTo>
                  <a:lnTo>
                    <a:pt x="95159" y="9912"/>
                  </a:lnTo>
                  <a:lnTo>
                    <a:pt x="95744" y="10412"/>
                  </a:lnTo>
                  <a:lnTo>
                    <a:pt x="97388" y="11841"/>
                  </a:lnTo>
                  <a:lnTo>
                    <a:pt x="98350" y="12851"/>
                  </a:lnTo>
                  <a:lnTo>
                    <a:pt x="98635" y="13151"/>
                  </a:lnTo>
                  <a:lnTo>
                    <a:pt x="98977" y="13510"/>
                  </a:lnTo>
                  <a:lnTo>
                    <a:pt x="99816" y="14391"/>
                  </a:lnTo>
                  <a:lnTo>
                    <a:pt x="100315" y="13977"/>
                  </a:lnTo>
                  <a:lnTo>
                    <a:pt x="101312" y="13151"/>
                  </a:lnTo>
                  <a:lnTo>
                    <a:pt x="101557" y="12947"/>
                  </a:lnTo>
                  <a:lnTo>
                    <a:pt x="101720" y="12812"/>
                  </a:lnTo>
                  <a:lnTo>
                    <a:pt x="101974" y="13186"/>
                  </a:lnTo>
                  <a:lnTo>
                    <a:pt x="102972" y="14659"/>
                  </a:lnTo>
                  <a:lnTo>
                    <a:pt x="103501" y="15439"/>
                  </a:lnTo>
                  <a:lnTo>
                    <a:pt x="103905" y="16034"/>
                  </a:lnTo>
                  <a:lnTo>
                    <a:pt x="104237" y="15980"/>
                  </a:lnTo>
                  <a:lnTo>
                    <a:pt x="105508" y="15775"/>
                  </a:lnTo>
                  <a:lnTo>
                    <a:pt x="108092" y="15357"/>
                  </a:lnTo>
                  <a:lnTo>
                    <a:pt x="108627" y="15271"/>
                  </a:lnTo>
                  <a:lnTo>
                    <a:pt x="111222" y="14852"/>
                  </a:lnTo>
                  <a:lnTo>
                    <a:pt x="111774" y="14762"/>
                  </a:lnTo>
                  <a:lnTo>
                    <a:pt x="113044" y="14557"/>
                  </a:lnTo>
                  <a:lnTo>
                    <a:pt x="116669" y="13971"/>
                  </a:lnTo>
                  <a:lnTo>
                    <a:pt x="117214" y="13883"/>
                  </a:lnTo>
                  <a:lnTo>
                    <a:pt x="118636" y="13653"/>
                  </a:lnTo>
                  <a:lnTo>
                    <a:pt x="121055" y="12911"/>
                  </a:lnTo>
                  <a:lnTo>
                    <a:pt x="123765" y="12080"/>
                  </a:lnTo>
                  <a:lnTo>
                    <a:pt x="124269" y="11925"/>
                  </a:lnTo>
                  <a:lnTo>
                    <a:pt x="124634" y="11813"/>
                  </a:lnTo>
                  <a:lnTo>
                    <a:pt x="124920" y="11506"/>
                  </a:lnTo>
                  <a:lnTo>
                    <a:pt x="125209" y="11195"/>
                  </a:lnTo>
                  <a:lnTo>
                    <a:pt x="125495" y="10887"/>
                  </a:lnTo>
                  <a:lnTo>
                    <a:pt x="126593" y="9707"/>
                  </a:lnTo>
                  <a:lnTo>
                    <a:pt x="126788" y="9497"/>
                  </a:lnTo>
                  <a:lnTo>
                    <a:pt x="128220" y="7958"/>
                  </a:lnTo>
                  <a:lnTo>
                    <a:pt x="129154" y="6953"/>
                  </a:lnTo>
                  <a:lnTo>
                    <a:pt x="130304" y="5718"/>
                  </a:lnTo>
                  <a:lnTo>
                    <a:pt x="130832" y="5614"/>
                  </a:lnTo>
                  <a:lnTo>
                    <a:pt x="138000" y="5126"/>
                  </a:lnTo>
                  <a:lnTo>
                    <a:pt x="146206" y="4566"/>
                  </a:lnTo>
                  <a:lnTo>
                    <a:pt x="146367" y="4555"/>
                  </a:lnTo>
                  <a:lnTo>
                    <a:pt x="145971" y="329"/>
                  </a:lnTo>
                  <a:lnTo>
                    <a:pt x="153361" y="0"/>
                  </a:lnTo>
                  <a:lnTo>
                    <a:pt x="154932" y="401"/>
                  </a:lnTo>
                  <a:lnTo>
                    <a:pt x="158721" y="2528"/>
                  </a:lnTo>
                  <a:lnTo>
                    <a:pt x="158951" y="2657"/>
                  </a:lnTo>
                  <a:lnTo>
                    <a:pt x="165462" y="6313"/>
                  </a:lnTo>
                  <a:lnTo>
                    <a:pt x="171834" y="9891"/>
                  </a:lnTo>
                  <a:lnTo>
                    <a:pt x="172125" y="10055"/>
                  </a:lnTo>
                  <a:lnTo>
                    <a:pt x="172280" y="10141"/>
                  </a:lnTo>
                  <a:lnTo>
                    <a:pt x="176582" y="12557"/>
                  </a:lnTo>
                  <a:lnTo>
                    <a:pt x="177442" y="13040"/>
                  </a:lnTo>
                  <a:lnTo>
                    <a:pt x="178724" y="137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g78"/>
            <p:cNvSpPr/>
            <p:nvPr/>
          </p:nvSpPr>
          <p:spPr>
            <a:xfrm>
              <a:off x="2166301" y="4887957"/>
              <a:ext cx="210802" cy="131120"/>
            </a:xfrm>
            <a:custGeom>
              <a:avLst/>
              <a:pathLst>
                <a:path w="210802" h="131120">
                  <a:moveTo>
                    <a:pt x="35714" y="10719"/>
                  </a:moveTo>
                  <a:lnTo>
                    <a:pt x="52192" y="18659"/>
                  </a:lnTo>
                  <a:lnTo>
                    <a:pt x="53711" y="18099"/>
                  </a:lnTo>
                  <a:lnTo>
                    <a:pt x="54344" y="17866"/>
                  </a:lnTo>
                  <a:lnTo>
                    <a:pt x="54477" y="16737"/>
                  </a:lnTo>
                  <a:lnTo>
                    <a:pt x="54094" y="15849"/>
                  </a:lnTo>
                  <a:lnTo>
                    <a:pt x="54284" y="15672"/>
                  </a:lnTo>
                  <a:lnTo>
                    <a:pt x="53525" y="14187"/>
                  </a:lnTo>
                  <a:lnTo>
                    <a:pt x="55569" y="12837"/>
                  </a:lnTo>
                  <a:lnTo>
                    <a:pt x="55926" y="12195"/>
                  </a:lnTo>
                  <a:lnTo>
                    <a:pt x="55219" y="10961"/>
                  </a:lnTo>
                  <a:lnTo>
                    <a:pt x="54751" y="10415"/>
                  </a:lnTo>
                  <a:lnTo>
                    <a:pt x="53959" y="9490"/>
                  </a:lnTo>
                  <a:lnTo>
                    <a:pt x="52643" y="7870"/>
                  </a:lnTo>
                  <a:lnTo>
                    <a:pt x="52922" y="7393"/>
                  </a:lnTo>
                  <a:lnTo>
                    <a:pt x="53133" y="7237"/>
                  </a:lnTo>
                  <a:lnTo>
                    <a:pt x="54165" y="6468"/>
                  </a:lnTo>
                  <a:lnTo>
                    <a:pt x="55909" y="5987"/>
                  </a:lnTo>
                  <a:lnTo>
                    <a:pt x="56814" y="5837"/>
                  </a:lnTo>
                  <a:lnTo>
                    <a:pt x="57378" y="5744"/>
                  </a:lnTo>
                  <a:lnTo>
                    <a:pt x="58203" y="5772"/>
                  </a:lnTo>
                  <a:lnTo>
                    <a:pt x="58630" y="5812"/>
                  </a:lnTo>
                  <a:lnTo>
                    <a:pt x="58882" y="5835"/>
                  </a:lnTo>
                  <a:lnTo>
                    <a:pt x="59486" y="6118"/>
                  </a:lnTo>
                  <a:lnTo>
                    <a:pt x="60375" y="6685"/>
                  </a:lnTo>
                  <a:lnTo>
                    <a:pt x="60970" y="7137"/>
                  </a:lnTo>
                  <a:lnTo>
                    <a:pt x="63161" y="9051"/>
                  </a:lnTo>
                  <a:lnTo>
                    <a:pt x="63299" y="9173"/>
                  </a:lnTo>
                  <a:lnTo>
                    <a:pt x="64199" y="8441"/>
                  </a:lnTo>
                  <a:lnTo>
                    <a:pt x="64967" y="7816"/>
                  </a:lnTo>
                  <a:lnTo>
                    <a:pt x="65425" y="7444"/>
                  </a:lnTo>
                  <a:lnTo>
                    <a:pt x="65832" y="7930"/>
                  </a:lnTo>
                  <a:lnTo>
                    <a:pt x="66227" y="8408"/>
                  </a:lnTo>
                  <a:lnTo>
                    <a:pt x="66842" y="9152"/>
                  </a:lnTo>
                  <a:lnTo>
                    <a:pt x="71292" y="14531"/>
                  </a:lnTo>
                  <a:lnTo>
                    <a:pt x="72202" y="15809"/>
                  </a:lnTo>
                  <a:lnTo>
                    <a:pt x="72708" y="17590"/>
                  </a:lnTo>
                  <a:lnTo>
                    <a:pt x="72706" y="17817"/>
                  </a:lnTo>
                  <a:lnTo>
                    <a:pt x="72669" y="20683"/>
                  </a:lnTo>
                  <a:lnTo>
                    <a:pt x="72658" y="21541"/>
                  </a:lnTo>
                  <a:lnTo>
                    <a:pt x="72718" y="22442"/>
                  </a:lnTo>
                  <a:lnTo>
                    <a:pt x="72933" y="25674"/>
                  </a:lnTo>
                  <a:lnTo>
                    <a:pt x="73133" y="28696"/>
                  </a:lnTo>
                  <a:lnTo>
                    <a:pt x="73184" y="29451"/>
                  </a:lnTo>
                  <a:lnTo>
                    <a:pt x="73418" y="29439"/>
                  </a:lnTo>
                  <a:lnTo>
                    <a:pt x="82503" y="28634"/>
                  </a:lnTo>
                  <a:lnTo>
                    <a:pt x="83346" y="28592"/>
                  </a:lnTo>
                  <a:lnTo>
                    <a:pt x="84025" y="28558"/>
                  </a:lnTo>
                  <a:lnTo>
                    <a:pt x="84354" y="28542"/>
                  </a:lnTo>
                  <a:lnTo>
                    <a:pt x="84785" y="28521"/>
                  </a:lnTo>
                  <a:lnTo>
                    <a:pt x="88601" y="28424"/>
                  </a:lnTo>
                  <a:lnTo>
                    <a:pt x="89403" y="28403"/>
                  </a:lnTo>
                  <a:lnTo>
                    <a:pt x="96458" y="28224"/>
                  </a:lnTo>
                  <a:lnTo>
                    <a:pt x="97023" y="28209"/>
                  </a:lnTo>
                  <a:lnTo>
                    <a:pt x="97807" y="28201"/>
                  </a:lnTo>
                  <a:lnTo>
                    <a:pt x="103661" y="28136"/>
                  </a:lnTo>
                  <a:lnTo>
                    <a:pt x="104129" y="28131"/>
                  </a:lnTo>
                  <a:lnTo>
                    <a:pt x="106918" y="28100"/>
                  </a:lnTo>
                  <a:lnTo>
                    <a:pt x="107810" y="28091"/>
                  </a:lnTo>
                  <a:lnTo>
                    <a:pt x="108723" y="28081"/>
                  </a:lnTo>
                  <a:lnTo>
                    <a:pt x="110710" y="28059"/>
                  </a:lnTo>
                  <a:lnTo>
                    <a:pt x="117742" y="27981"/>
                  </a:lnTo>
                  <a:lnTo>
                    <a:pt x="126720" y="27882"/>
                  </a:lnTo>
                  <a:lnTo>
                    <a:pt x="127355" y="25645"/>
                  </a:lnTo>
                  <a:lnTo>
                    <a:pt x="127926" y="23639"/>
                  </a:lnTo>
                  <a:lnTo>
                    <a:pt x="127983" y="23437"/>
                  </a:lnTo>
                  <a:lnTo>
                    <a:pt x="129241" y="19013"/>
                  </a:lnTo>
                  <a:lnTo>
                    <a:pt x="130026" y="16253"/>
                  </a:lnTo>
                  <a:lnTo>
                    <a:pt x="130484" y="14642"/>
                  </a:lnTo>
                  <a:lnTo>
                    <a:pt x="130682" y="13943"/>
                  </a:lnTo>
                  <a:lnTo>
                    <a:pt x="130842" y="13981"/>
                  </a:lnTo>
                  <a:lnTo>
                    <a:pt x="136250" y="15254"/>
                  </a:lnTo>
                  <a:lnTo>
                    <a:pt x="136693" y="15359"/>
                  </a:lnTo>
                  <a:lnTo>
                    <a:pt x="140695" y="16301"/>
                  </a:lnTo>
                  <a:lnTo>
                    <a:pt x="140853" y="16338"/>
                  </a:lnTo>
                  <a:lnTo>
                    <a:pt x="141825" y="16010"/>
                  </a:lnTo>
                  <a:lnTo>
                    <a:pt x="142136" y="15905"/>
                  </a:lnTo>
                  <a:lnTo>
                    <a:pt x="142659" y="15294"/>
                  </a:lnTo>
                  <a:lnTo>
                    <a:pt x="143476" y="14675"/>
                  </a:lnTo>
                  <a:lnTo>
                    <a:pt x="146377" y="12475"/>
                  </a:lnTo>
                  <a:lnTo>
                    <a:pt x="146686" y="12301"/>
                  </a:lnTo>
                  <a:lnTo>
                    <a:pt x="149200" y="10881"/>
                  </a:lnTo>
                  <a:lnTo>
                    <a:pt x="149534" y="10692"/>
                  </a:lnTo>
                  <a:lnTo>
                    <a:pt x="152507" y="9407"/>
                  </a:lnTo>
                  <a:lnTo>
                    <a:pt x="158221" y="6937"/>
                  </a:lnTo>
                  <a:lnTo>
                    <a:pt x="159657" y="6316"/>
                  </a:lnTo>
                  <a:lnTo>
                    <a:pt x="160527" y="5940"/>
                  </a:lnTo>
                  <a:lnTo>
                    <a:pt x="162997" y="4872"/>
                  </a:lnTo>
                  <a:lnTo>
                    <a:pt x="164072" y="4407"/>
                  </a:lnTo>
                  <a:lnTo>
                    <a:pt x="164283" y="4315"/>
                  </a:lnTo>
                  <a:lnTo>
                    <a:pt x="166798" y="3228"/>
                  </a:lnTo>
                  <a:lnTo>
                    <a:pt x="170470" y="1640"/>
                  </a:lnTo>
                  <a:lnTo>
                    <a:pt x="171771" y="1078"/>
                  </a:lnTo>
                  <a:lnTo>
                    <a:pt x="172802" y="632"/>
                  </a:lnTo>
                  <a:lnTo>
                    <a:pt x="173044" y="1226"/>
                  </a:lnTo>
                  <a:lnTo>
                    <a:pt x="173972" y="3504"/>
                  </a:lnTo>
                  <a:lnTo>
                    <a:pt x="174256" y="4201"/>
                  </a:lnTo>
                  <a:lnTo>
                    <a:pt x="176940" y="10789"/>
                  </a:lnTo>
                  <a:lnTo>
                    <a:pt x="177124" y="11241"/>
                  </a:lnTo>
                  <a:lnTo>
                    <a:pt x="179580" y="17270"/>
                  </a:lnTo>
                  <a:lnTo>
                    <a:pt x="179979" y="18248"/>
                  </a:lnTo>
                  <a:lnTo>
                    <a:pt x="183889" y="27846"/>
                  </a:lnTo>
                  <a:lnTo>
                    <a:pt x="184280" y="28805"/>
                  </a:lnTo>
                  <a:lnTo>
                    <a:pt x="184563" y="29500"/>
                  </a:lnTo>
                  <a:lnTo>
                    <a:pt x="186923" y="35293"/>
                  </a:lnTo>
                  <a:lnTo>
                    <a:pt x="187336" y="36306"/>
                  </a:lnTo>
                  <a:lnTo>
                    <a:pt x="187972" y="37869"/>
                  </a:lnTo>
                  <a:lnTo>
                    <a:pt x="188153" y="38313"/>
                  </a:lnTo>
                  <a:lnTo>
                    <a:pt x="188380" y="38869"/>
                  </a:lnTo>
                  <a:lnTo>
                    <a:pt x="191652" y="46901"/>
                  </a:lnTo>
                  <a:lnTo>
                    <a:pt x="191924" y="47568"/>
                  </a:lnTo>
                  <a:lnTo>
                    <a:pt x="194549" y="54012"/>
                  </a:lnTo>
                  <a:lnTo>
                    <a:pt x="194745" y="54494"/>
                  </a:lnTo>
                  <a:lnTo>
                    <a:pt x="197288" y="60737"/>
                  </a:lnTo>
                  <a:lnTo>
                    <a:pt x="197467" y="61175"/>
                  </a:lnTo>
                  <a:lnTo>
                    <a:pt x="197823" y="62048"/>
                  </a:lnTo>
                  <a:lnTo>
                    <a:pt x="198628" y="64024"/>
                  </a:lnTo>
                  <a:lnTo>
                    <a:pt x="198911" y="64669"/>
                  </a:lnTo>
                  <a:lnTo>
                    <a:pt x="199339" y="65640"/>
                  </a:lnTo>
                  <a:lnTo>
                    <a:pt x="199535" y="66086"/>
                  </a:lnTo>
                  <a:lnTo>
                    <a:pt x="200589" y="68482"/>
                  </a:lnTo>
                  <a:lnTo>
                    <a:pt x="200825" y="69019"/>
                  </a:lnTo>
                  <a:lnTo>
                    <a:pt x="201830" y="71302"/>
                  </a:lnTo>
                  <a:lnTo>
                    <a:pt x="203824" y="75835"/>
                  </a:lnTo>
                  <a:lnTo>
                    <a:pt x="203970" y="76167"/>
                  </a:lnTo>
                  <a:lnTo>
                    <a:pt x="206785" y="82563"/>
                  </a:lnTo>
                  <a:lnTo>
                    <a:pt x="206911" y="82851"/>
                  </a:lnTo>
                  <a:lnTo>
                    <a:pt x="209625" y="89019"/>
                  </a:lnTo>
                  <a:lnTo>
                    <a:pt x="209945" y="89745"/>
                  </a:lnTo>
                  <a:lnTo>
                    <a:pt x="210265" y="90472"/>
                  </a:lnTo>
                  <a:lnTo>
                    <a:pt x="210433" y="91096"/>
                  </a:lnTo>
                  <a:lnTo>
                    <a:pt x="210802" y="92462"/>
                  </a:lnTo>
                  <a:lnTo>
                    <a:pt x="206756" y="93823"/>
                  </a:lnTo>
                  <a:lnTo>
                    <a:pt x="198872" y="96474"/>
                  </a:lnTo>
                  <a:lnTo>
                    <a:pt x="180442" y="102673"/>
                  </a:lnTo>
                  <a:lnTo>
                    <a:pt x="171129" y="105805"/>
                  </a:lnTo>
                  <a:lnTo>
                    <a:pt x="170920" y="106048"/>
                  </a:lnTo>
                  <a:lnTo>
                    <a:pt x="169293" y="107938"/>
                  </a:lnTo>
                  <a:lnTo>
                    <a:pt x="166254" y="111414"/>
                  </a:lnTo>
                  <a:lnTo>
                    <a:pt x="165137" y="111615"/>
                  </a:lnTo>
                  <a:lnTo>
                    <a:pt x="160356" y="112474"/>
                  </a:lnTo>
                  <a:lnTo>
                    <a:pt x="158810" y="114140"/>
                  </a:lnTo>
                  <a:lnTo>
                    <a:pt x="157654" y="114904"/>
                  </a:lnTo>
                  <a:lnTo>
                    <a:pt x="155816" y="115319"/>
                  </a:lnTo>
                  <a:lnTo>
                    <a:pt x="153952" y="114904"/>
                  </a:lnTo>
                  <a:lnTo>
                    <a:pt x="153337" y="114767"/>
                  </a:lnTo>
                  <a:lnTo>
                    <a:pt x="152349" y="114739"/>
                  </a:lnTo>
                  <a:lnTo>
                    <a:pt x="152151" y="114733"/>
                  </a:lnTo>
                  <a:lnTo>
                    <a:pt x="152314" y="113735"/>
                  </a:lnTo>
                  <a:lnTo>
                    <a:pt x="152338" y="112837"/>
                  </a:lnTo>
                  <a:lnTo>
                    <a:pt x="152357" y="112150"/>
                  </a:lnTo>
                  <a:lnTo>
                    <a:pt x="152323" y="111904"/>
                  </a:lnTo>
                  <a:lnTo>
                    <a:pt x="151903" y="110900"/>
                  </a:lnTo>
                  <a:lnTo>
                    <a:pt x="151729" y="110483"/>
                  </a:lnTo>
                  <a:lnTo>
                    <a:pt x="151534" y="110235"/>
                  </a:lnTo>
                  <a:lnTo>
                    <a:pt x="151200" y="109810"/>
                  </a:lnTo>
                  <a:lnTo>
                    <a:pt x="151076" y="109652"/>
                  </a:lnTo>
                  <a:lnTo>
                    <a:pt x="150457" y="109098"/>
                  </a:lnTo>
                  <a:lnTo>
                    <a:pt x="149898" y="108599"/>
                  </a:lnTo>
                  <a:lnTo>
                    <a:pt x="146164" y="105714"/>
                  </a:lnTo>
                  <a:lnTo>
                    <a:pt x="138870" y="100079"/>
                  </a:lnTo>
                  <a:lnTo>
                    <a:pt x="131758" y="108929"/>
                  </a:lnTo>
                  <a:lnTo>
                    <a:pt x="131325" y="109469"/>
                  </a:lnTo>
                  <a:lnTo>
                    <a:pt x="127863" y="113777"/>
                  </a:lnTo>
                  <a:lnTo>
                    <a:pt x="120101" y="123438"/>
                  </a:lnTo>
                  <a:lnTo>
                    <a:pt x="119912" y="123673"/>
                  </a:lnTo>
                  <a:lnTo>
                    <a:pt x="114058" y="130964"/>
                  </a:lnTo>
                  <a:lnTo>
                    <a:pt x="113939" y="131120"/>
                  </a:lnTo>
                  <a:lnTo>
                    <a:pt x="106553" y="125226"/>
                  </a:lnTo>
                  <a:lnTo>
                    <a:pt x="95467" y="116380"/>
                  </a:lnTo>
                  <a:lnTo>
                    <a:pt x="95287" y="116229"/>
                  </a:lnTo>
                  <a:lnTo>
                    <a:pt x="95024" y="116493"/>
                  </a:lnTo>
                  <a:lnTo>
                    <a:pt x="89642" y="121898"/>
                  </a:lnTo>
                  <a:lnTo>
                    <a:pt x="88363" y="122493"/>
                  </a:lnTo>
                  <a:lnTo>
                    <a:pt x="87341" y="122968"/>
                  </a:lnTo>
                  <a:lnTo>
                    <a:pt x="87109" y="123030"/>
                  </a:lnTo>
                  <a:lnTo>
                    <a:pt x="85696" y="123404"/>
                  </a:lnTo>
                  <a:lnTo>
                    <a:pt x="85345" y="123497"/>
                  </a:lnTo>
                  <a:lnTo>
                    <a:pt x="76775" y="125767"/>
                  </a:lnTo>
                  <a:lnTo>
                    <a:pt x="76691" y="125444"/>
                  </a:lnTo>
                  <a:lnTo>
                    <a:pt x="76577" y="125011"/>
                  </a:lnTo>
                  <a:lnTo>
                    <a:pt x="75865" y="122287"/>
                  </a:lnTo>
                  <a:lnTo>
                    <a:pt x="75151" y="119557"/>
                  </a:lnTo>
                  <a:lnTo>
                    <a:pt x="74800" y="118218"/>
                  </a:lnTo>
                  <a:lnTo>
                    <a:pt x="73518" y="113317"/>
                  </a:lnTo>
                  <a:lnTo>
                    <a:pt x="73066" y="111590"/>
                  </a:lnTo>
                  <a:lnTo>
                    <a:pt x="72200" y="108278"/>
                  </a:lnTo>
                  <a:lnTo>
                    <a:pt x="71834" y="106881"/>
                  </a:lnTo>
                  <a:lnTo>
                    <a:pt x="71283" y="106421"/>
                  </a:lnTo>
                  <a:lnTo>
                    <a:pt x="62075" y="98731"/>
                  </a:lnTo>
                  <a:lnTo>
                    <a:pt x="61901" y="98585"/>
                  </a:lnTo>
                  <a:lnTo>
                    <a:pt x="55368" y="104819"/>
                  </a:lnTo>
                  <a:lnTo>
                    <a:pt x="55216" y="104957"/>
                  </a:lnTo>
                  <a:lnTo>
                    <a:pt x="62564" y="109246"/>
                  </a:lnTo>
                  <a:lnTo>
                    <a:pt x="60546" y="109832"/>
                  </a:lnTo>
                  <a:lnTo>
                    <a:pt x="54122" y="112074"/>
                  </a:lnTo>
                  <a:lnTo>
                    <a:pt x="48978" y="114246"/>
                  </a:lnTo>
                  <a:lnTo>
                    <a:pt x="46312" y="112700"/>
                  </a:lnTo>
                  <a:lnTo>
                    <a:pt x="39247" y="113855"/>
                  </a:lnTo>
                  <a:lnTo>
                    <a:pt x="33238" y="110502"/>
                  </a:lnTo>
                  <a:lnTo>
                    <a:pt x="32201" y="106199"/>
                  </a:lnTo>
                  <a:lnTo>
                    <a:pt x="26915" y="105455"/>
                  </a:lnTo>
                  <a:lnTo>
                    <a:pt x="27942" y="100789"/>
                  </a:lnTo>
                  <a:lnTo>
                    <a:pt x="21741" y="100657"/>
                  </a:lnTo>
                  <a:lnTo>
                    <a:pt x="21765" y="98875"/>
                  </a:lnTo>
                  <a:lnTo>
                    <a:pt x="20328" y="98923"/>
                  </a:lnTo>
                  <a:lnTo>
                    <a:pt x="20053" y="93940"/>
                  </a:lnTo>
                  <a:lnTo>
                    <a:pt x="28682" y="93549"/>
                  </a:lnTo>
                  <a:lnTo>
                    <a:pt x="28736" y="92730"/>
                  </a:lnTo>
                  <a:lnTo>
                    <a:pt x="29071" y="87683"/>
                  </a:lnTo>
                  <a:lnTo>
                    <a:pt x="34248" y="87558"/>
                  </a:lnTo>
                  <a:lnTo>
                    <a:pt x="34395" y="83886"/>
                  </a:lnTo>
                  <a:lnTo>
                    <a:pt x="40772" y="83990"/>
                  </a:lnTo>
                  <a:lnTo>
                    <a:pt x="39097" y="81089"/>
                  </a:lnTo>
                  <a:lnTo>
                    <a:pt x="39450" y="77918"/>
                  </a:lnTo>
                  <a:lnTo>
                    <a:pt x="41333" y="76507"/>
                  </a:lnTo>
                  <a:lnTo>
                    <a:pt x="40790" y="70824"/>
                  </a:lnTo>
                  <a:lnTo>
                    <a:pt x="38434" y="70885"/>
                  </a:lnTo>
                  <a:lnTo>
                    <a:pt x="37963" y="65165"/>
                  </a:lnTo>
                  <a:lnTo>
                    <a:pt x="36373" y="63419"/>
                  </a:lnTo>
                  <a:lnTo>
                    <a:pt x="36078" y="57579"/>
                  </a:lnTo>
                  <a:lnTo>
                    <a:pt x="36785" y="55411"/>
                  </a:lnTo>
                  <a:lnTo>
                    <a:pt x="36255" y="54328"/>
                  </a:lnTo>
                  <a:lnTo>
                    <a:pt x="34659" y="55159"/>
                  </a:lnTo>
                  <a:lnTo>
                    <a:pt x="34503" y="54800"/>
                  </a:lnTo>
                  <a:lnTo>
                    <a:pt x="31551" y="54375"/>
                  </a:lnTo>
                  <a:lnTo>
                    <a:pt x="29437" y="54598"/>
                  </a:lnTo>
                  <a:lnTo>
                    <a:pt x="21652" y="54989"/>
                  </a:lnTo>
                  <a:lnTo>
                    <a:pt x="21124" y="55417"/>
                  </a:lnTo>
                  <a:lnTo>
                    <a:pt x="14996" y="60383"/>
                  </a:lnTo>
                  <a:lnTo>
                    <a:pt x="16134" y="61870"/>
                  </a:lnTo>
                  <a:lnTo>
                    <a:pt x="11107" y="64278"/>
                  </a:lnTo>
                  <a:lnTo>
                    <a:pt x="9340" y="62110"/>
                  </a:lnTo>
                  <a:lnTo>
                    <a:pt x="7848" y="62873"/>
                  </a:lnTo>
                  <a:lnTo>
                    <a:pt x="3646" y="60665"/>
                  </a:lnTo>
                  <a:lnTo>
                    <a:pt x="1309" y="61339"/>
                  </a:lnTo>
                  <a:lnTo>
                    <a:pt x="0" y="61716"/>
                  </a:lnTo>
                  <a:lnTo>
                    <a:pt x="44" y="59630"/>
                  </a:lnTo>
                  <a:lnTo>
                    <a:pt x="62" y="58794"/>
                  </a:lnTo>
                  <a:lnTo>
                    <a:pt x="1508" y="57135"/>
                  </a:lnTo>
                  <a:lnTo>
                    <a:pt x="2890" y="55551"/>
                  </a:lnTo>
                  <a:lnTo>
                    <a:pt x="9694" y="51273"/>
                  </a:lnTo>
                  <a:lnTo>
                    <a:pt x="13031" y="50390"/>
                  </a:lnTo>
                  <a:lnTo>
                    <a:pt x="16409" y="47701"/>
                  </a:lnTo>
                  <a:lnTo>
                    <a:pt x="5571" y="40436"/>
                  </a:lnTo>
                  <a:lnTo>
                    <a:pt x="7770" y="37546"/>
                  </a:lnTo>
                  <a:lnTo>
                    <a:pt x="8269" y="37847"/>
                  </a:lnTo>
                  <a:lnTo>
                    <a:pt x="8549" y="38015"/>
                  </a:lnTo>
                  <a:lnTo>
                    <a:pt x="9200" y="38406"/>
                  </a:lnTo>
                  <a:lnTo>
                    <a:pt x="15309" y="42081"/>
                  </a:lnTo>
                  <a:lnTo>
                    <a:pt x="15510" y="41958"/>
                  </a:lnTo>
                  <a:lnTo>
                    <a:pt x="16291" y="41479"/>
                  </a:lnTo>
                  <a:lnTo>
                    <a:pt x="16055" y="40034"/>
                  </a:lnTo>
                  <a:lnTo>
                    <a:pt x="23836" y="26702"/>
                  </a:lnTo>
                  <a:lnTo>
                    <a:pt x="24283" y="25937"/>
                  </a:lnTo>
                  <a:lnTo>
                    <a:pt x="25343" y="15702"/>
                  </a:lnTo>
                  <a:lnTo>
                    <a:pt x="32780" y="8699"/>
                  </a:lnTo>
                  <a:lnTo>
                    <a:pt x="29576" y="5957"/>
                  </a:lnTo>
                  <a:lnTo>
                    <a:pt x="32662" y="0"/>
                  </a:lnTo>
                  <a:lnTo>
                    <a:pt x="39000" y="4552"/>
                  </a:lnTo>
                  <a:lnTo>
                    <a:pt x="38820" y="489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g79"/>
            <p:cNvSpPr/>
            <p:nvPr/>
          </p:nvSpPr>
          <p:spPr>
            <a:xfrm>
              <a:off x="2305077" y="4760798"/>
              <a:ext cx="159551" cy="237592"/>
            </a:xfrm>
            <a:custGeom>
              <a:avLst/>
              <a:pathLst>
                <a:path w="159551" h="237592">
                  <a:moveTo>
                    <a:pt x="115047" y="46726"/>
                  </a:moveTo>
                  <a:lnTo>
                    <a:pt x="115155" y="47099"/>
                  </a:lnTo>
                  <a:lnTo>
                    <a:pt x="116343" y="51185"/>
                  </a:lnTo>
                  <a:lnTo>
                    <a:pt x="117755" y="56040"/>
                  </a:lnTo>
                  <a:lnTo>
                    <a:pt x="118854" y="59819"/>
                  </a:lnTo>
                  <a:lnTo>
                    <a:pt x="120523" y="65559"/>
                  </a:lnTo>
                  <a:lnTo>
                    <a:pt x="120587" y="65780"/>
                  </a:lnTo>
                  <a:lnTo>
                    <a:pt x="120680" y="66100"/>
                  </a:lnTo>
                  <a:lnTo>
                    <a:pt x="120766" y="66395"/>
                  </a:lnTo>
                  <a:lnTo>
                    <a:pt x="123425" y="75541"/>
                  </a:lnTo>
                  <a:lnTo>
                    <a:pt x="123750" y="76658"/>
                  </a:lnTo>
                  <a:lnTo>
                    <a:pt x="123974" y="77427"/>
                  </a:lnTo>
                  <a:lnTo>
                    <a:pt x="124053" y="77723"/>
                  </a:lnTo>
                  <a:lnTo>
                    <a:pt x="124194" y="78254"/>
                  </a:lnTo>
                  <a:lnTo>
                    <a:pt x="124301" y="78656"/>
                  </a:lnTo>
                  <a:lnTo>
                    <a:pt x="124509" y="79435"/>
                  </a:lnTo>
                  <a:lnTo>
                    <a:pt x="124669" y="80036"/>
                  </a:lnTo>
                  <a:lnTo>
                    <a:pt x="124844" y="80693"/>
                  </a:lnTo>
                  <a:lnTo>
                    <a:pt x="125225" y="82122"/>
                  </a:lnTo>
                  <a:lnTo>
                    <a:pt x="125680" y="83827"/>
                  </a:lnTo>
                  <a:lnTo>
                    <a:pt x="126038" y="85170"/>
                  </a:lnTo>
                  <a:lnTo>
                    <a:pt x="126449" y="86714"/>
                  </a:lnTo>
                  <a:lnTo>
                    <a:pt x="126529" y="87014"/>
                  </a:lnTo>
                  <a:lnTo>
                    <a:pt x="126883" y="88341"/>
                  </a:lnTo>
                  <a:lnTo>
                    <a:pt x="127256" y="89739"/>
                  </a:lnTo>
                  <a:lnTo>
                    <a:pt x="127400" y="90281"/>
                  </a:lnTo>
                  <a:lnTo>
                    <a:pt x="127579" y="90951"/>
                  </a:lnTo>
                  <a:lnTo>
                    <a:pt x="127811" y="91822"/>
                  </a:lnTo>
                  <a:lnTo>
                    <a:pt x="129109" y="96692"/>
                  </a:lnTo>
                  <a:lnTo>
                    <a:pt x="130309" y="101195"/>
                  </a:lnTo>
                  <a:lnTo>
                    <a:pt x="131089" y="104121"/>
                  </a:lnTo>
                  <a:lnTo>
                    <a:pt x="132467" y="109290"/>
                  </a:lnTo>
                  <a:lnTo>
                    <a:pt x="132594" y="109766"/>
                  </a:lnTo>
                  <a:lnTo>
                    <a:pt x="133446" y="112966"/>
                  </a:lnTo>
                  <a:lnTo>
                    <a:pt x="134887" y="118369"/>
                  </a:lnTo>
                  <a:lnTo>
                    <a:pt x="136110" y="122958"/>
                  </a:lnTo>
                  <a:lnTo>
                    <a:pt x="136415" y="124104"/>
                  </a:lnTo>
                  <a:lnTo>
                    <a:pt x="137939" y="129819"/>
                  </a:lnTo>
                  <a:lnTo>
                    <a:pt x="138463" y="131786"/>
                  </a:lnTo>
                  <a:lnTo>
                    <a:pt x="138546" y="132099"/>
                  </a:lnTo>
                  <a:lnTo>
                    <a:pt x="138630" y="132413"/>
                  </a:lnTo>
                  <a:lnTo>
                    <a:pt x="138858" y="133269"/>
                  </a:lnTo>
                  <a:lnTo>
                    <a:pt x="139003" y="133813"/>
                  </a:lnTo>
                  <a:lnTo>
                    <a:pt x="140368" y="138934"/>
                  </a:lnTo>
                  <a:lnTo>
                    <a:pt x="140634" y="139932"/>
                  </a:lnTo>
                  <a:lnTo>
                    <a:pt x="140721" y="140256"/>
                  </a:lnTo>
                  <a:lnTo>
                    <a:pt x="141294" y="142407"/>
                  </a:lnTo>
                  <a:lnTo>
                    <a:pt x="142948" y="148612"/>
                  </a:lnTo>
                  <a:lnTo>
                    <a:pt x="143242" y="149717"/>
                  </a:lnTo>
                  <a:lnTo>
                    <a:pt x="144568" y="154689"/>
                  </a:lnTo>
                  <a:lnTo>
                    <a:pt x="145828" y="159415"/>
                  </a:lnTo>
                  <a:lnTo>
                    <a:pt x="146062" y="160294"/>
                  </a:lnTo>
                  <a:lnTo>
                    <a:pt x="147457" y="165527"/>
                  </a:lnTo>
                  <a:lnTo>
                    <a:pt x="147737" y="166577"/>
                  </a:lnTo>
                  <a:lnTo>
                    <a:pt x="148196" y="168301"/>
                  </a:lnTo>
                  <a:lnTo>
                    <a:pt x="148350" y="168888"/>
                  </a:lnTo>
                  <a:lnTo>
                    <a:pt x="148417" y="169142"/>
                  </a:lnTo>
                  <a:lnTo>
                    <a:pt x="148908" y="171016"/>
                  </a:lnTo>
                  <a:lnTo>
                    <a:pt x="149007" y="171397"/>
                  </a:lnTo>
                  <a:lnTo>
                    <a:pt x="150865" y="178484"/>
                  </a:lnTo>
                  <a:lnTo>
                    <a:pt x="151049" y="179185"/>
                  </a:lnTo>
                  <a:lnTo>
                    <a:pt x="151122" y="179465"/>
                  </a:lnTo>
                  <a:lnTo>
                    <a:pt x="151741" y="181826"/>
                  </a:lnTo>
                  <a:lnTo>
                    <a:pt x="152146" y="183104"/>
                  </a:lnTo>
                  <a:lnTo>
                    <a:pt x="153398" y="187051"/>
                  </a:lnTo>
                  <a:lnTo>
                    <a:pt x="153478" y="187304"/>
                  </a:lnTo>
                  <a:lnTo>
                    <a:pt x="154568" y="190104"/>
                  </a:lnTo>
                  <a:lnTo>
                    <a:pt x="156824" y="194598"/>
                  </a:lnTo>
                  <a:lnTo>
                    <a:pt x="157270" y="195487"/>
                  </a:lnTo>
                  <a:lnTo>
                    <a:pt x="159086" y="199104"/>
                  </a:lnTo>
                  <a:lnTo>
                    <a:pt x="159551" y="200031"/>
                  </a:lnTo>
                  <a:lnTo>
                    <a:pt x="152015" y="204449"/>
                  </a:lnTo>
                  <a:lnTo>
                    <a:pt x="146125" y="207902"/>
                  </a:lnTo>
                  <a:lnTo>
                    <a:pt x="145966" y="207995"/>
                  </a:lnTo>
                  <a:lnTo>
                    <a:pt x="140572" y="211158"/>
                  </a:lnTo>
                  <a:lnTo>
                    <a:pt x="129331" y="217749"/>
                  </a:lnTo>
                  <a:lnTo>
                    <a:pt x="127511" y="218816"/>
                  </a:lnTo>
                  <a:lnTo>
                    <a:pt x="122287" y="221879"/>
                  </a:lnTo>
                  <a:lnTo>
                    <a:pt x="120512" y="222920"/>
                  </a:lnTo>
                  <a:lnTo>
                    <a:pt x="119697" y="223398"/>
                  </a:lnTo>
                  <a:lnTo>
                    <a:pt x="111001" y="226280"/>
                  </a:lnTo>
                  <a:lnTo>
                    <a:pt x="100251" y="229844"/>
                  </a:lnTo>
                  <a:lnTo>
                    <a:pt x="89595" y="233376"/>
                  </a:lnTo>
                  <a:lnTo>
                    <a:pt x="89352" y="233457"/>
                  </a:lnTo>
                  <a:lnTo>
                    <a:pt x="78018" y="237214"/>
                  </a:lnTo>
                  <a:lnTo>
                    <a:pt x="76879" y="237592"/>
                  </a:lnTo>
                  <a:lnTo>
                    <a:pt x="76712" y="236971"/>
                  </a:lnTo>
                  <a:lnTo>
                    <a:pt x="75056" y="230840"/>
                  </a:lnTo>
                  <a:lnTo>
                    <a:pt x="72607" y="221773"/>
                  </a:lnTo>
                  <a:lnTo>
                    <a:pt x="72026" y="219621"/>
                  </a:lnTo>
                  <a:lnTo>
                    <a:pt x="71657" y="218255"/>
                  </a:lnTo>
                  <a:lnTo>
                    <a:pt x="71489" y="217631"/>
                  </a:lnTo>
                  <a:lnTo>
                    <a:pt x="71169" y="216904"/>
                  </a:lnTo>
                  <a:lnTo>
                    <a:pt x="70849" y="216178"/>
                  </a:lnTo>
                  <a:lnTo>
                    <a:pt x="68135" y="210010"/>
                  </a:lnTo>
                  <a:lnTo>
                    <a:pt x="68008" y="209722"/>
                  </a:lnTo>
                  <a:lnTo>
                    <a:pt x="65194" y="203326"/>
                  </a:lnTo>
                  <a:lnTo>
                    <a:pt x="65048" y="202994"/>
                  </a:lnTo>
                  <a:lnTo>
                    <a:pt x="63054" y="198461"/>
                  </a:lnTo>
                  <a:lnTo>
                    <a:pt x="62049" y="196178"/>
                  </a:lnTo>
                  <a:lnTo>
                    <a:pt x="61813" y="195641"/>
                  </a:lnTo>
                  <a:lnTo>
                    <a:pt x="60759" y="193245"/>
                  </a:lnTo>
                  <a:lnTo>
                    <a:pt x="60562" y="192799"/>
                  </a:lnTo>
                  <a:lnTo>
                    <a:pt x="60135" y="191828"/>
                  </a:lnTo>
                  <a:lnTo>
                    <a:pt x="59852" y="191183"/>
                  </a:lnTo>
                  <a:lnTo>
                    <a:pt x="59046" y="189207"/>
                  </a:lnTo>
                  <a:lnTo>
                    <a:pt x="58691" y="188334"/>
                  </a:lnTo>
                  <a:lnTo>
                    <a:pt x="58512" y="187896"/>
                  </a:lnTo>
                  <a:lnTo>
                    <a:pt x="55969" y="181654"/>
                  </a:lnTo>
                  <a:lnTo>
                    <a:pt x="55773" y="181171"/>
                  </a:lnTo>
                  <a:lnTo>
                    <a:pt x="53148" y="174727"/>
                  </a:lnTo>
                  <a:lnTo>
                    <a:pt x="52876" y="174061"/>
                  </a:lnTo>
                  <a:lnTo>
                    <a:pt x="49604" y="166029"/>
                  </a:lnTo>
                  <a:lnTo>
                    <a:pt x="49377" y="165473"/>
                  </a:lnTo>
                  <a:lnTo>
                    <a:pt x="49196" y="165028"/>
                  </a:lnTo>
                  <a:lnTo>
                    <a:pt x="48559" y="163465"/>
                  </a:lnTo>
                  <a:lnTo>
                    <a:pt x="48147" y="162452"/>
                  </a:lnTo>
                  <a:lnTo>
                    <a:pt x="45787" y="156659"/>
                  </a:lnTo>
                  <a:lnTo>
                    <a:pt x="45504" y="155965"/>
                  </a:lnTo>
                  <a:lnTo>
                    <a:pt x="45113" y="155005"/>
                  </a:lnTo>
                  <a:lnTo>
                    <a:pt x="41203" y="145408"/>
                  </a:lnTo>
                  <a:lnTo>
                    <a:pt x="40804" y="144429"/>
                  </a:lnTo>
                  <a:lnTo>
                    <a:pt x="38348" y="138400"/>
                  </a:lnTo>
                  <a:lnTo>
                    <a:pt x="38164" y="137948"/>
                  </a:lnTo>
                  <a:lnTo>
                    <a:pt x="35480" y="131360"/>
                  </a:lnTo>
                  <a:lnTo>
                    <a:pt x="35196" y="130663"/>
                  </a:lnTo>
                  <a:lnTo>
                    <a:pt x="34268" y="128386"/>
                  </a:lnTo>
                  <a:lnTo>
                    <a:pt x="34026" y="127791"/>
                  </a:lnTo>
                  <a:lnTo>
                    <a:pt x="33296" y="126000"/>
                  </a:lnTo>
                  <a:lnTo>
                    <a:pt x="32632" y="124370"/>
                  </a:lnTo>
                  <a:lnTo>
                    <a:pt x="30642" y="119485"/>
                  </a:lnTo>
                  <a:lnTo>
                    <a:pt x="30406" y="118904"/>
                  </a:lnTo>
                  <a:lnTo>
                    <a:pt x="30122" y="118208"/>
                  </a:lnTo>
                  <a:lnTo>
                    <a:pt x="27522" y="111826"/>
                  </a:lnTo>
                  <a:lnTo>
                    <a:pt x="27192" y="111016"/>
                  </a:lnTo>
                  <a:lnTo>
                    <a:pt x="26832" y="110132"/>
                  </a:lnTo>
                  <a:lnTo>
                    <a:pt x="26744" y="109915"/>
                  </a:lnTo>
                  <a:lnTo>
                    <a:pt x="26474" y="109254"/>
                  </a:lnTo>
                  <a:lnTo>
                    <a:pt x="26258" y="108822"/>
                  </a:lnTo>
                  <a:lnTo>
                    <a:pt x="25335" y="106981"/>
                  </a:lnTo>
                  <a:lnTo>
                    <a:pt x="20336" y="97008"/>
                  </a:lnTo>
                  <a:lnTo>
                    <a:pt x="17864" y="92505"/>
                  </a:lnTo>
                  <a:lnTo>
                    <a:pt x="15606" y="88393"/>
                  </a:lnTo>
                  <a:lnTo>
                    <a:pt x="15355" y="87935"/>
                  </a:lnTo>
                  <a:lnTo>
                    <a:pt x="10427" y="78961"/>
                  </a:lnTo>
                  <a:lnTo>
                    <a:pt x="10160" y="78474"/>
                  </a:lnTo>
                  <a:lnTo>
                    <a:pt x="8860" y="76105"/>
                  </a:lnTo>
                  <a:lnTo>
                    <a:pt x="5644" y="70248"/>
                  </a:lnTo>
                  <a:lnTo>
                    <a:pt x="3796" y="68831"/>
                  </a:lnTo>
                  <a:lnTo>
                    <a:pt x="1217" y="66854"/>
                  </a:lnTo>
                  <a:lnTo>
                    <a:pt x="0" y="65921"/>
                  </a:lnTo>
                  <a:lnTo>
                    <a:pt x="2682" y="59176"/>
                  </a:lnTo>
                  <a:lnTo>
                    <a:pt x="2760" y="58979"/>
                  </a:lnTo>
                  <a:lnTo>
                    <a:pt x="3019" y="58328"/>
                  </a:lnTo>
                  <a:lnTo>
                    <a:pt x="3084" y="58165"/>
                  </a:lnTo>
                  <a:lnTo>
                    <a:pt x="3261" y="57720"/>
                  </a:lnTo>
                  <a:lnTo>
                    <a:pt x="3965" y="55950"/>
                  </a:lnTo>
                  <a:lnTo>
                    <a:pt x="4673" y="54169"/>
                  </a:lnTo>
                  <a:lnTo>
                    <a:pt x="5006" y="53331"/>
                  </a:lnTo>
                  <a:lnTo>
                    <a:pt x="6563" y="49417"/>
                  </a:lnTo>
                  <a:lnTo>
                    <a:pt x="7343" y="47454"/>
                  </a:lnTo>
                  <a:lnTo>
                    <a:pt x="7797" y="46314"/>
                  </a:lnTo>
                  <a:lnTo>
                    <a:pt x="7994" y="45818"/>
                  </a:lnTo>
                  <a:lnTo>
                    <a:pt x="9893" y="45887"/>
                  </a:lnTo>
                  <a:lnTo>
                    <a:pt x="10040" y="45892"/>
                  </a:lnTo>
                  <a:lnTo>
                    <a:pt x="10399" y="45905"/>
                  </a:lnTo>
                  <a:lnTo>
                    <a:pt x="11297" y="45938"/>
                  </a:lnTo>
                  <a:lnTo>
                    <a:pt x="11817" y="45957"/>
                  </a:lnTo>
                  <a:lnTo>
                    <a:pt x="12298" y="45974"/>
                  </a:lnTo>
                  <a:lnTo>
                    <a:pt x="12707" y="45989"/>
                  </a:lnTo>
                  <a:lnTo>
                    <a:pt x="13928" y="46386"/>
                  </a:lnTo>
                  <a:lnTo>
                    <a:pt x="14295" y="46505"/>
                  </a:lnTo>
                  <a:lnTo>
                    <a:pt x="15024" y="46742"/>
                  </a:lnTo>
                  <a:lnTo>
                    <a:pt x="16751" y="46759"/>
                  </a:lnTo>
                  <a:lnTo>
                    <a:pt x="18243" y="46774"/>
                  </a:lnTo>
                  <a:lnTo>
                    <a:pt x="21863" y="45269"/>
                  </a:lnTo>
                  <a:lnTo>
                    <a:pt x="27735" y="41630"/>
                  </a:lnTo>
                  <a:lnTo>
                    <a:pt x="28427" y="41201"/>
                  </a:lnTo>
                  <a:lnTo>
                    <a:pt x="28734" y="41011"/>
                  </a:lnTo>
                  <a:lnTo>
                    <a:pt x="33922" y="37795"/>
                  </a:lnTo>
                  <a:lnTo>
                    <a:pt x="34107" y="37681"/>
                  </a:lnTo>
                  <a:lnTo>
                    <a:pt x="34689" y="37320"/>
                  </a:lnTo>
                  <a:lnTo>
                    <a:pt x="35764" y="36654"/>
                  </a:lnTo>
                  <a:lnTo>
                    <a:pt x="40975" y="33424"/>
                  </a:lnTo>
                  <a:lnTo>
                    <a:pt x="42432" y="32521"/>
                  </a:lnTo>
                  <a:lnTo>
                    <a:pt x="42616" y="32407"/>
                  </a:lnTo>
                  <a:lnTo>
                    <a:pt x="47282" y="29515"/>
                  </a:lnTo>
                  <a:lnTo>
                    <a:pt x="50442" y="27556"/>
                  </a:lnTo>
                  <a:lnTo>
                    <a:pt x="50687" y="27404"/>
                  </a:lnTo>
                  <a:lnTo>
                    <a:pt x="51084" y="27158"/>
                  </a:lnTo>
                  <a:lnTo>
                    <a:pt x="55532" y="24402"/>
                  </a:lnTo>
                  <a:lnTo>
                    <a:pt x="58901" y="22313"/>
                  </a:lnTo>
                  <a:lnTo>
                    <a:pt x="59141" y="22164"/>
                  </a:lnTo>
                  <a:lnTo>
                    <a:pt x="62257" y="20234"/>
                  </a:lnTo>
                  <a:lnTo>
                    <a:pt x="64221" y="19016"/>
                  </a:lnTo>
                  <a:lnTo>
                    <a:pt x="65209" y="18404"/>
                  </a:lnTo>
                  <a:lnTo>
                    <a:pt x="66199" y="17886"/>
                  </a:lnTo>
                  <a:lnTo>
                    <a:pt x="67330" y="17294"/>
                  </a:lnTo>
                  <a:lnTo>
                    <a:pt x="71533" y="15094"/>
                  </a:lnTo>
                  <a:lnTo>
                    <a:pt x="72970" y="14342"/>
                  </a:lnTo>
                  <a:lnTo>
                    <a:pt x="76856" y="12308"/>
                  </a:lnTo>
                  <a:lnTo>
                    <a:pt x="77611" y="11913"/>
                  </a:lnTo>
                  <a:lnTo>
                    <a:pt x="79326" y="11015"/>
                  </a:lnTo>
                  <a:lnTo>
                    <a:pt x="80043" y="10640"/>
                  </a:lnTo>
                  <a:lnTo>
                    <a:pt x="84911" y="8280"/>
                  </a:lnTo>
                  <a:lnTo>
                    <a:pt x="85915" y="7794"/>
                  </a:lnTo>
                  <a:lnTo>
                    <a:pt x="88133" y="6719"/>
                  </a:lnTo>
                  <a:lnTo>
                    <a:pt x="93574" y="4081"/>
                  </a:lnTo>
                  <a:lnTo>
                    <a:pt x="94873" y="3452"/>
                  </a:lnTo>
                  <a:lnTo>
                    <a:pt x="96409" y="2707"/>
                  </a:lnTo>
                  <a:lnTo>
                    <a:pt x="97248" y="2301"/>
                  </a:lnTo>
                  <a:lnTo>
                    <a:pt x="97509" y="2157"/>
                  </a:lnTo>
                  <a:lnTo>
                    <a:pt x="98137" y="1810"/>
                  </a:lnTo>
                  <a:lnTo>
                    <a:pt x="98814" y="1436"/>
                  </a:lnTo>
                  <a:lnTo>
                    <a:pt x="101418" y="0"/>
                  </a:lnTo>
                  <a:lnTo>
                    <a:pt x="105842" y="15137"/>
                  </a:lnTo>
                  <a:lnTo>
                    <a:pt x="106727" y="18164"/>
                  </a:lnTo>
                  <a:lnTo>
                    <a:pt x="109662" y="28207"/>
                  </a:lnTo>
                  <a:lnTo>
                    <a:pt x="109911" y="29062"/>
                  </a:lnTo>
                  <a:lnTo>
                    <a:pt x="110700" y="31777"/>
                  </a:lnTo>
                  <a:lnTo>
                    <a:pt x="112471" y="37868"/>
                  </a:lnTo>
                  <a:lnTo>
                    <a:pt x="112792" y="38972"/>
                  </a:lnTo>
                  <a:lnTo>
                    <a:pt x="112887" y="39297"/>
                  </a:lnTo>
                  <a:lnTo>
                    <a:pt x="112952" y="39521"/>
                  </a:lnTo>
                  <a:lnTo>
                    <a:pt x="113048" y="39854"/>
                  </a:lnTo>
                  <a:lnTo>
                    <a:pt x="113417" y="41120"/>
                  </a:lnTo>
                  <a:lnTo>
                    <a:pt x="115004" y="465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g80"/>
            <p:cNvSpPr/>
            <p:nvPr/>
          </p:nvSpPr>
          <p:spPr>
            <a:xfrm>
              <a:off x="2429290" y="4815473"/>
              <a:ext cx="197957" cy="124509"/>
            </a:xfrm>
            <a:custGeom>
              <a:avLst/>
              <a:pathLst>
                <a:path w="197957" h="124509">
                  <a:moveTo>
                    <a:pt x="164748" y="95157"/>
                  </a:moveTo>
                  <a:lnTo>
                    <a:pt x="159975" y="96949"/>
                  </a:lnTo>
                  <a:lnTo>
                    <a:pt x="157861" y="97742"/>
                  </a:lnTo>
                  <a:lnTo>
                    <a:pt x="151731" y="101511"/>
                  </a:lnTo>
                  <a:lnTo>
                    <a:pt x="147442" y="104149"/>
                  </a:lnTo>
                  <a:lnTo>
                    <a:pt x="146357" y="104816"/>
                  </a:lnTo>
                  <a:lnTo>
                    <a:pt x="146224" y="104898"/>
                  </a:lnTo>
                  <a:lnTo>
                    <a:pt x="139789" y="108855"/>
                  </a:lnTo>
                  <a:lnTo>
                    <a:pt x="131649" y="113860"/>
                  </a:lnTo>
                  <a:lnTo>
                    <a:pt x="131326" y="114059"/>
                  </a:lnTo>
                  <a:lnTo>
                    <a:pt x="122191" y="119811"/>
                  </a:lnTo>
                  <a:lnTo>
                    <a:pt x="121549" y="118823"/>
                  </a:lnTo>
                  <a:lnTo>
                    <a:pt x="116596" y="111201"/>
                  </a:lnTo>
                  <a:lnTo>
                    <a:pt x="116486" y="111023"/>
                  </a:lnTo>
                  <a:lnTo>
                    <a:pt x="116307" y="110732"/>
                  </a:lnTo>
                  <a:lnTo>
                    <a:pt x="114884" y="108426"/>
                  </a:lnTo>
                  <a:lnTo>
                    <a:pt x="114432" y="107692"/>
                  </a:lnTo>
                  <a:lnTo>
                    <a:pt x="112922" y="105244"/>
                  </a:lnTo>
                  <a:lnTo>
                    <a:pt x="112768" y="104994"/>
                  </a:lnTo>
                  <a:lnTo>
                    <a:pt x="112451" y="104481"/>
                  </a:lnTo>
                  <a:lnTo>
                    <a:pt x="111882" y="103558"/>
                  </a:lnTo>
                  <a:lnTo>
                    <a:pt x="111490" y="102922"/>
                  </a:lnTo>
                  <a:lnTo>
                    <a:pt x="111383" y="102749"/>
                  </a:lnTo>
                  <a:lnTo>
                    <a:pt x="111118" y="102314"/>
                  </a:lnTo>
                  <a:lnTo>
                    <a:pt x="110795" y="101784"/>
                  </a:lnTo>
                  <a:lnTo>
                    <a:pt x="110506" y="101310"/>
                  </a:lnTo>
                  <a:lnTo>
                    <a:pt x="109719" y="100019"/>
                  </a:lnTo>
                  <a:lnTo>
                    <a:pt x="109479" y="99626"/>
                  </a:lnTo>
                  <a:lnTo>
                    <a:pt x="108640" y="98249"/>
                  </a:lnTo>
                  <a:lnTo>
                    <a:pt x="107137" y="95784"/>
                  </a:lnTo>
                  <a:lnTo>
                    <a:pt x="106637" y="96084"/>
                  </a:lnTo>
                  <a:lnTo>
                    <a:pt x="106263" y="96310"/>
                  </a:lnTo>
                  <a:lnTo>
                    <a:pt x="97321" y="101694"/>
                  </a:lnTo>
                  <a:lnTo>
                    <a:pt x="96584" y="102148"/>
                  </a:lnTo>
                  <a:lnTo>
                    <a:pt x="85138" y="109199"/>
                  </a:lnTo>
                  <a:lnTo>
                    <a:pt x="84586" y="109343"/>
                  </a:lnTo>
                  <a:lnTo>
                    <a:pt x="81840" y="110058"/>
                  </a:lnTo>
                  <a:lnTo>
                    <a:pt x="70729" y="112953"/>
                  </a:lnTo>
                  <a:lnTo>
                    <a:pt x="69425" y="113292"/>
                  </a:lnTo>
                  <a:lnTo>
                    <a:pt x="66706" y="114023"/>
                  </a:lnTo>
                  <a:lnTo>
                    <a:pt x="62956" y="115031"/>
                  </a:lnTo>
                  <a:lnTo>
                    <a:pt x="61692" y="115371"/>
                  </a:lnTo>
                  <a:lnTo>
                    <a:pt x="53922" y="117459"/>
                  </a:lnTo>
                  <a:lnTo>
                    <a:pt x="46413" y="119647"/>
                  </a:lnTo>
                  <a:lnTo>
                    <a:pt x="43343" y="120542"/>
                  </a:lnTo>
                  <a:lnTo>
                    <a:pt x="42849" y="120686"/>
                  </a:lnTo>
                  <a:lnTo>
                    <a:pt x="32236" y="123220"/>
                  </a:lnTo>
                  <a:lnTo>
                    <a:pt x="31645" y="123361"/>
                  </a:lnTo>
                  <a:lnTo>
                    <a:pt x="30016" y="123750"/>
                  </a:lnTo>
                  <a:lnTo>
                    <a:pt x="27416" y="124371"/>
                  </a:lnTo>
                  <a:lnTo>
                    <a:pt x="26836" y="124509"/>
                  </a:lnTo>
                  <a:lnTo>
                    <a:pt x="26635" y="123744"/>
                  </a:lnTo>
                  <a:lnTo>
                    <a:pt x="24795" y="116721"/>
                  </a:lnTo>
                  <a:lnTo>
                    <a:pt x="24695" y="116340"/>
                  </a:lnTo>
                  <a:lnTo>
                    <a:pt x="24178" y="114370"/>
                  </a:lnTo>
                  <a:lnTo>
                    <a:pt x="24137" y="114212"/>
                  </a:lnTo>
                  <a:lnTo>
                    <a:pt x="23974" y="113593"/>
                  </a:lnTo>
                  <a:lnTo>
                    <a:pt x="23524" y="111902"/>
                  </a:lnTo>
                  <a:lnTo>
                    <a:pt x="23244" y="110851"/>
                  </a:lnTo>
                  <a:lnTo>
                    <a:pt x="21849" y="105619"/>
                  </a:lnTo>
                  <a:lnTo>
                    <a:pt x="21615" y="104740"/>
                  </a:lnTo>
                  <a:lnTo>
                    <a:pt x="20355" y="100014"/>
                  </a:lnTo>
                  <a:lnTo>
                    <a:pt x="19014" y="94982"/>
                  </a:lnTo>
                  <a:lnTo>
                    <a:pt x="18735" y="93937"/>
                  </a:lnTo>
                  <a:lnTo>
                    <a:pt x="17081" y="87732"/>
                  </a:lnTo>
                  <a:lnTo>
                    <a:pt x="16502" y="85557"/>
                  </a:lnTo>
                  <a:lnTo>
                    <a:pt x="16421" y="85256"/>
                  </a:lnTo>
                  <a:lnTo>
                    <a:pt x="16156" y="84259"/>
                  </a:lnTo>
                  <a:lnTo>
                    <a:pt x="14790" y="79138"/>
                  </a:lnTo>
                  <a:lnTo>
                    <a:pt x="14645" y="78594"/>
                  </a:lnTo>
                  <a:lnTo>
                    <a:pt x="14398" y="77664"/>
                  </a:lnTo>
                  <a:lnTo>
                    <a:pt x="14334" y="77423"/>
                  </a:lnTo>
                  <a:lnTo>
                    <a:pt x="14236" y="77057"/>
                  </a:lnTo>
                  <a:lnTo>
                    <a:pt x="13726" y="75144"/>
                  </a:lnTo>
                  <a:lnTo>
                    <a:pt x="12202" y="69429"/>
                  </a:lnTo>
                  <a:lnTo>
                    <a:pt x="11897" y="68283"/>
                  </a:lnTo>
                  <a:lnTo>
                    <a:pt x="10674" y="63693"/>
                  </a:lnTo>
                  <a:lnTo>
                    <a:pt x="9234" y="58290"/>
                  </a:lnTo>
                  <a:lnTo>
                    <a:pt x="8381" y="55091"/>
                  </a:lnTo>
                  <a:lnTo>
                    <a:pt x="8254" y="54615"/>
                  </a:lnTo>
                  <a:lnTo>
                    <a:pt x="6876" y="49446"/>
                  </a:lnTo>
                  <a:lnTo>
                    <a:pt x="6096" y="46520"/>
                  </a:lnTo>
                  <a:lnTo>
                    <a:pt x="4896" y="42016"/>
                  </a:lnTo>
                  <a:lnTo>
                    <a:pt x="3598" y="37147"/>
                  </a:lnTo>
                  <a:lnTo>
                    <a:pt x="3366" y="36276"/>
                  </a:lnTo>
                  <a:lnTo>
                    <a:pt x="3187" y="35605"/>
                  </a:lnTo>
                  <a:lnTo>
                    <a:pt x="3031" y="35020"/>
                  </a:lnTo>
                  <a:lnTo>
                    <a:pt x="2667" y="33655"/>
                  </a:lnTo>
                  <a:lnTo>
                    <a:pt x="2316" y="32339"/>
                  </a:lnTo>
                  <a:lnTo>
                    <a:pt x="2236" y="32038"/>
                  </a:lnTo>
                  <a:lnTo>
                    <a:pt x="1825" y="30495"/>
                  </a:lnTo>
                  <a:lnTo>
                    <a:pt x="1467" y="29152"/>
                  </a:lnTo>
                  <a:lnTo>
                    <a:pt x="1012" y="27447"/>
                  </a:lnTo>
                  <a:lnTo>
                    <a:pt x="631" y="26018"/>
                  </a:lnTo>
                  <a:lnTo>
                    <a:pt x="456" y="25361"/>
                  </a:lnTo>
                  <a:lnTo>
                    <a:pt x="296" y="24760"/>
                  </a:lnTo>
                  <a:lnTo>
                    <a:pt x="88" y="23981"/>
                  </a:lnTo>
                  <a:lnTo>
                    <a:pt x="0" y="23573"/>
                  </a:lnTo>
                  <a:lnTo>
                    <a:pt x="5344" y="22044"/>
                  </a:lnTo>
                  <a:lnTo>
                    <a:pt x="10292" y="20628"/>
                  </a:lnTo>
                  <a:lnTo>
                    <a:pt x="12160" y="20094"/>
                  </a:lnTo>
                  <a:lnTo>
                    <a:pt x="14408" y="19451"/>
                  </a:lnTo>
                  <a:lnTo>
                    <a:pt x="15807" y="19051"/>
                  </a:lnTo>
                  <a:lnTo>
                    <a:pt x="16129" y="18959"/>
                  </a:lnTo>
                  <a:lnTo>
                    <a:pt x="16275" y="18923"/>
                  </a:lnTo>
                  <a:lnTo>
                    <a:pt x="16960" y="18755"/>
                  </a:lnTo>
                  <a:lnTo>
                    <a:pt x="25642" y="16626"/>
                  </a:lnTo>
                  <a:lnTo>
                    <a:pt x="26652" y="16378"/>
                  </a:lnTo>
                  <a:lnTo>
                    <a:pt x="31858" y="15102"/>
                  </a:lnTo>
                  <a:lnTo>
                    <a:pt x="35082" y="14311"/>
                  </a:lnTo>
                  <a:lnTo>
                    <a:pt x="36005" y="14085"/>
                  </a:lnTo>
                  <a:lnTo>
                    <a:pt x="42547" y="12481"/>
                  </a:lnTo>
                  <a:lnTo>
                    <a:pt x="44407" y="12025"/>
                  </a:lnTo>
                  <a:lnTo>
                    <a:pt x="44715" y="11964"/>
                  </a:lnTo>
                  <a:lnTo>
                    <a:pt x="54046" y="10134"/>
                  </a:lnTo>
                  <a:lnTo>
                    <a:pt x="54343" y="10076"/>
                  </a:lnTo>
                  <a:lnTo>
                    <a:pt x="54675" y="10010"/>
                  </a:lnTo>
                  <a:lnTo>
                    <a:pt x="61373" y="8696"/>
                  </a:lnTo>
                  <a:lnTo>
                    <a:pt x="63265" y="8325"/>
                  </a:lnTo>
                  <a:lnTo>
                    <a:pt x="64240" y="8134"/>
                  </a:lnTo>
                  <a:lnTo>
                    <a:pt x="64830" y="8018"/>
                  </a:lnTo>
                  <a:lnTo>
                    <a:pt x="70559" y="6894"/>
                  </a:lnTo>
                  <a:lnTo>
                    <a:pt x="71001" y="6808"/>
                  </a:lnTo>
                  <a:lnTo>
                    <a:pt x="71847" y="6642"/>
                  </a:lnTo>
                  <a:lnTo>
                    <a:pt x="72324" y="6568"/>
                  </a:lnTo>
                  <a:lnTo>
                    <a:pt x="79619" y="5435"/>
                  </a:lnTo>
                  <a:lnTo>
                    <a:pt x="89570" y="3890"/>
                  </a:lnTo>
                  <a:lnTo>
                    <a:pt x="90147" y="3801"/>
                  </a:lnTo>
                  <a:lnTo>
                    <a:pt x="91463" y="3597"/>
                  </a:lnTo>
                  <a:lnTo>
                    <a:pt x="91686" y="3562"/>
                  </a:lnTo>
                  <a:lnTo>
                    <a:pt x="91883" y="3554"/>
                  </a:lnTo>
                  <a:lnTo>
                    <a:pt x="94175" y="3468"/>
                  </a:lnTo>
                  <a:lnTo>
                    <a:pt x="96180" y="3392"/>
                  </a:lnTo>
                  <a:lnTo>
                    <a:pt x="102910" y="3137"/>
                  </a:lnTo>
                  <a:lnTo>
                    <a:pt x="103073" y="3131"/>
                  </a:lnTo>
                  <a:lnTo>
                    <a:pt x="103665" y="3109"/>
                  </a:lnTo>
                  <a:lnTo>
                    <a:pt x="113074" y="2753"/>
                  </a:lnTo>
                  <a:lnTo>
                    <a:pt x="122000" y="2415"/>
                  </a:lnTo>
                  <a:lnTo>
                    <a:pt x="123531" y="2357"/>
                  </a:lnTo>
                  <a:lnTo>
                    <a:pt x="141619" y="1673"/>
                  </a:lnTo>
                  <a:lnTo>
                    <a:pt x="143759" y="1592"/>
                  </a:lnTo>
                  <a:lnTo>
                    <a:pt x="143959" y="1584"/>
                  </a:lnTo>
                  <a:lnTo>
                    <a:pt x="144720" y="1556"/>
                  </a:lnTo>
                  <a:lnTo>
                    <a:pt x="144943" y="1547"/>
                  </a:lnTo>
                  <a:lnTo>
                    <a:pt x="148659" y="1407"/>
                  </a:lnTo>
                  <a:lnTo>
                    <a:pt x="149080" y="1391"/>
                  </a:lnTo>
                  <a:lnTo>
                    <a:pt x="154817" y="1174"/>
                  </a:lnTo>
                  <a:lnTo>
                    <a:pt x="155969" y="1130"/>
                  </a:lnTo>
                  <a:lnTo>
                    <a:pt x="156191" y="1122"/>
                  </a:lnTo>
                  <a:lnTo>
                    <a:pt x="173721" y="458"/>
                  </a:lnTo>
                  <a:lnTo>
                    <a:pt x="181856" y="151"/>
                  </a:lnTo>
                  <a:lnTo>
                    <a:pt x="182516" y="126"/>
                  </a:lnTo>
                  <a:lnTo>
                    <a:pt x="183719" y="80"/>
                  </a:lnTo>
                  <a:lnTo>
                    <a:pt x="184442" y="53"/>
                  </a:lnTo>
                  <a:lnTo>
                    <a:pt x="185850" y="0"/>
                  </a:lnTo>
                  <a:lnTo>
                    <a:pt x="185959" y="3027"/>
                  </a:lnTo>
                  <a:lnTo>
                    <a:pt x="186238" y="10767"/>
                  </a:lnTo>
                  <a:lnTo>
                    <a:pt x="186271" y="11679"/>
                  </a:lnTo>
                  <a:lnTo>
                    <a:pt x="186295" y="12196"/>
                  </a:lnTo>
                  <a:lnTo>
                    <a:pt x="186323" y="12804"/>
                  </a:lnTo>
                  <a:lnTo>
                    <a:pt x="186402" y="14490"/>
                  </a:lnTo>
                  <a:lnTo>
                    <a:pt x="187680" y="41796"/>
                  </a:lnTo>
                  <a:lnTo>
                    <a:pt x="187716" y="42573"/>
                  </a:lnTo>
                  <a:lnTo>
                    <a:pt x="187874" y="45941"/>
                  </a:lnTo>
                  <a:lnTo>
                    <a:pt x="187892" y="46320"/>
                  </a:lnTo>
                  <a:lnTo>
                    <a:pt x="188155" y="51948"/>
                  </a:lnTo>
                  <a:lnTo>
                    <a:pt x="188177" y="52413"/>
                  </a:lnTo>
                  <a:lnTo>
                    <a:pt x="188244" y="53857"/>
                  </a:lnTo>
                  <a:lnTo>
                    <a:pt x="189079" y="57469"/>
                  </a:lnTo>
                  <a:lnTo>
                    <a:pt x="190208" y="60931"/>
                  </a:lnTo>
                  <a:lnTo>
                    <a:pt x="193052" y="68634"/>
                  </a:lnTo>
                  <a:lnTo>
                    <a:pt x="193911" y="70961"/>
                  </a:lnTo>
                  <a:lnTo>
                    <a:pt x="194314" y="72052"/>
                  </a:lnTo>
                  <a:lnTo>
                    <a:pt x="194407" y="72304"/>
                  </a:lnTo>
                  <a:lnTo>
                    <a:pt x="194486" y="72518"/>
                  </a:lnTo>
                  <a:lnTo>
                    <a:pt x="194683" y="73097"/>
                  </a:lnTo>
                  <a:lnTo>
                    <a:pt x="194791" y="73414"/>
                  </a:lnTo>
                  <a:lnTo>
                    <a:pt x="195605" y="75803"/>
                  </a:lnTo>
                  <a:lnTo>
                    <a:pt x="196098" y="77248"/>
                  </a:lnTo>
                  <a:lnTo>
                    <a:pt x="196273" y="77763"/>
                  </a:lnTo>
                  <a:lnTo>
                    <a:pt x="196499" y="78426"/>
                  </a:lnTo>
                  <a:lnTo>
                    <a:pt x="196816" y="79356"/>
                  </a:lnTo>
                  <a:lnTo>
                    <a:pt x="197175" y="80409"/>
                  </a:lnTo>
                  <a:lnTo>
                    <a:pt x="197544" y="81492"/>
                  </a:lnTo>
                  <a:lnTo>
                    <a:pt x="197680" y="81891"/>
                  </a:lnTo>
                  <a:lnTo>
                    <a:pt x="197745" y="82081"/>
                  </a:lnTo>
                  <a:lnTo>
                    <a:pt x="197957" y="82702"/>
                  </a:lnTo>
                  <a:lnTo>
                    <a:pt x="197822" y="82751"/>
                  </a:lnTo>
                  <a:lnTo>
                    <a:pt x="197443" y="82887"/>
                  </a:lnTo>
                  <a:lnTo>
                    <a:pt x="187067" y="86781"/>
                  </a:lnTo>
                  <a:lnTo>
                    <a:pt x="186568" y="86968"/>
                  </a:lnTo>
                  <a:lnTo>
                    <a:pt x="186406" y="87029"/>
                  </a:lnTo>
                  <a:lnTo>
                    <a:pt x="177277" y="90455"/>
                  </a:lnTo>
                  <a:lnTo>
                    <a:pt x="168279" y="93832"/>
                  </a:lnTo>
                  <a:lnTo>
                    <a:pt x="167795" y="94014"/>
                  </a:lnTo>
                  <a:lnTo>
                    <a:pt x="165521" y="94867"/>
                  </a:lnTo>
                  <a:lnTo>
                    <a:pt x="164893" y="951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g81"/>
            <p:cNvSpPr/>
            <p:nvPr/>
          </p:nvSpPr>
          <p:spPr>
            <a:xfrm>
              <a:off x="2615613" y="4801066"/>
              <a:ext cx="182857" cy="135020"/>
            </a:xfrm>
            <a:custGeom>
              <a:avLst/>
              <a:pathLst>
                <a:path w="182857" h="135020">
                  <a:moveTo>
                    <a:pt x="82835" y="26756"/>
                  </a:moveTo>
                  <a:lnTo>
                    <a:pt x="83006" y="27136"/>
                  </a:lnTo>
                  <a:lnTo>
                    <a:pt x="84911" y="26299"/>
                  </a:lnTo>
                  <a:lnTo>
                    <a:pt x="88964" y="24520"/>
                  </a:lnTo>
                  <a:lnTo>
                    <a:pt x="89794" y="24156"/>
                  </a:lnTo>
                  <a:lnTo>
                    <a:pt x="91690" y="23323"/>
                  </a:lnTo>
                  <a:lnTo>
                    <a:pt x="95303" y="21737"/>
                  </a:lnTo>
                  <a:lnTo>
                    <a:pt x="96037" y="21415"/>
                  </a:lnTo>
                  <a:lnTo>
                    <a:pt x="96403" y="21232"/>
                  </a:lnTo>
                  <a:lnTo>
                    <a:pt x="97113" y="20877"/>
                  </a:lnTo>
                  <a:lnTo>
                    <a:pt x="99365" y="19753"/>
                  </a:lnTo>
                  <a:lnTo>
                    <a:pt x="99747" y="19563"/>
                  </a:lnTo>
                  <a:lnTo>
                    <a:pt x="106097" y="16392"/>
                  </a:lnTo>
                  <a:lnTo>
                    <a:pt x="107073" y="15905"/>
                  </a:lnTo>
                  <a:lnTo>
                    <a:pt x="107692" y="15596"/>
                  </a:lnTo>
                  <a:lnTo>
                    <a:pt x="108050" y="16566"/>
                  </a:lnTo>
                  <a:lnTo>
                    <a:pt x="108228" y="17048"/>
                  </a:lnTo>
                  <a:lnTo>
                    <a:pt x="108607" y="18076"/>
                  </a:lnTo>
                  <a:lnTo>
                    <a:pt x="109918" y="21629"/>
                  </a:lnTo>
                  <a:lnTo>
                    <a:pt x="114258" y="19974"/>
                  </a:lnTo>
                  <a:lnTo>
                    <a:pt x="118911" y="19672"/>
                  </a:lnTo>
                  <a:lnTo>
                    <a:pt x="126510" y="20455"/>
                  </a:lnTo>
                  <a:lnTo>
                    <a:pt x="128257" y="21178"/>
                  </a:lnTo>
                  <a:lnTo>
                    <a:pt x="128744" y="22214"/>
                  </a:lnTo>
                  <a:lnTo>
                    <a:pt x="129180" y="23143"/>
                  </a:lnTo>
                  <a:lnTo>
                    <a:pt x="134227" y="21485"/>
                  </a:lnTo>
                  <a:lnTo>
                    <a:pt x="135000" y="21283"/>
                  </a:lnTo>
                  <a:lnTo>
                    <a:pt x="135456" y="21164"/>
                  </a:lnTo>
                  <a:lnTo>
                    <a:pt x="136315" y="20940"/>
                  </a:lnTo>
                  <a:lnTo>
                    <a:pt x="136858" y="20798"/>
                  </a:lnTo>
                  <a:lnTo>
                    <a:pt x="137754" y="20726"/>
                  </a:lnTo>
                  <a:lnTo>
                    <a:pt x="137724" y="20551"/>
                  </a:lnTo>
                  <a:lnTo>
                    <a:pt x="137572" y="19676"/>
                  </a:lnTo>
                  <a:lnTo>
                    <a:pt x="137529" y="19425"/>
                  </a:lnTo>
                  <a:lnTo>
                    <a:pt x="137310" y="18163"/>
                  </a:lnTo>
                  <a:lnTo>
                    <a:pt x="134858" y="18193"/>
                  </a:lnTo>
                  <a:lnTo>
                    <a:pt x="134490" y="18162"/>
                  </a:lnTo>
                  <a:lnTo>
                    <a:pt x="134046" y="18125"/>
                  </a:lnTo>
                  <a:lnTo>
                    <a:pt x="134338" y="17387"/>
                  </a:lnTo>
                  <a:lnTo>
                    <a:pt x="134831" y="16142"/>
                  </a:lnTo>
                  <a:lnTo>
                    <a:pt x="135169" y="15288"/>
                  </a:lnTo>
                  <a:lnTo>
                    <a:pt x="135943" y="13333"/>
                  </a:lnTo>
                  <a:lnTo>
                    <a:pt x="136042" y="13083"/>
                  </a:lnTo>
                  <a:lnTo>
                    <a:pt x="136338" y="13118"/>
                  </a:lnTo>
                  <a:lnTo>
                    <a:pt x="139773" y="13520"/>
                  </a:lnTo>
                  <a:lnTo>
                    <a:pt x="140643" y="13622"/>
                  </a:lnTo>
                  <a:lnTo>
                    <a:pt x="140941" y="13647"/>
                  </a:lnTo>
                  <a:lnTo>
                    <a:pt x="141163" y="13666"/>
                  </a:lnTo>
                  <a:lnTo>
                    <a:pt x="147065" y="14162"/>
                  </a:lnTo>
                  <a:lnTo>
                    <a:pt x="147047" y="14634"/>
                  </a:lnTo>
                  <a:lnTo>
                    <a:pt x="146845" y="20012"/>
                  </a:lnTo>
                  <a:lnTo>
                    <a:pt x="146806" y="21050"/>
                  </a:lnTo>
                  <a:lnTo>
                    <a:pt x="150010" y="21098"/>
                  </a:lnTo>
                  <a:lnTo>
                    <a:pt x="151687" y="22115"/>
                  </a:lnTo>
                  <a:lnTo>
                    <a:pt x="152974" y="22895"/>
                  </a:lnTo>
                  <a:lnTo>
                    <a:pt x="156089" y="24783"/>
                  </a:lnTo>
                  <a:lnTo>
                    <a:pt x="157175" y="25665"/>
                  </a:lnTo>
                  <a:lnTo>
                    <a:pt x="157450" y="25887"/>
                  </a:lnTo>
                  <a:lnTo>
                    <a:pt x="158861" y="24463"/>
                  </a:lnTo>
                  <a:lnTo>
                    <a:pt x="157521" y="21001"/>
                  </a:lnTo>
                  <a:lnTo>
                    <a:pt x="159965" y="20490"/>
                  </a:lnTo>
                  <a:lnTo>
                    <a:pt x="158072" y="17952"/>
                  </a:lnTo>
                  <a:lnTo>
                    <a:pt x="162489" y="16477"/>
                  </a:lnTo>
                  <a:lnTo>
                    <a:pt x="168850" y="23526"/>
                  </a:lnTo>
                  <a:lnTo>
                    <a:pt x="172640" y="28463"/>
                  </a:lnTo>
                  <a:lnTo>
                    <a:pt x="170245" y="31413"/>
                  </a:lnTo>
                  <a:lnTo>
                    <a:pt x="173720" y="31534"/>
                  </a:lnTo>
                  <a:lnTo>
                    <a:pt x="177120" y="29337"/>
                  </a:lnTo>
                  <a:lnTo>
                    <a:pt x="178351" y="30831"/>
                  </a:lnTo>
                  <a:lnTo>
                    <a:pt x="176606" y="32628"/>
                  </a:lnTo>
                  <a:lnTo>
                    <a:pt x="176439" y="32800"/>
                  </a:lnTo>
                  <a:lnTo>
                    <a:pt x="173957" y="33921"/>
                  </a:lnTo>
                  <a:lnTo>
                    <a:pt x="173972" y="34268"/>
                  </a:lnTo>
                  <a:lnTo>
                    <a:pt x="182857" y="34293"/>
                  </a:lnTo>
                  <a:lnTo>
                    <a:pt x="181004" y="37692"/>
                  </a:lnTo>
                  <a:lnTo>
                    <a:pt x="177273" y="36538"/>
                  </a:lnTo>
                  <a:lnTo>
                    <a:pt x="173273" y="42145"/>
                  </a:lnTo>
                  <a:lnTo>
                    <a:pt x="169383" y="46033"/>
                  </a:lnTo>
                  <a:lnTo>
                    <a:pt x="167017" y="48364"/>
                  </a:lnTo>
                  <a:lnTo>
                    <a:pt x="166659" y="48717"/>
                  </a:lnTo>
                  <a:lnTo>
                    <a:pt x="166322" y="49112"/>
                  </a:lnTo>
                  <a:lnTo>
                    <a:pt x="164030" y="51793"/>
                  </a:lnTo>
                  <a:lnTo>
                    <a:pt x="162263" y="55135"/>
                  </a:lnTo>
                  <a:lnTo>
                    <a:pt x="146546" y="46073"/>
                  </a:lnTo>
                  <a:lnTo>
                    <a:pt x="143522" y="40655"/>
                  </a:lnTo>
                  <a:lnTo>
                    <a:pt x="139164" y="42702"/>
                  </a:lnTo>
                  <a:lnTo>
                    <a:pt x="137632" y="42340"/>
                  </a:lnTo>
                  <a:lnTo>
                    <a:pt x="136376" y="48602"/>
                  </a:lnTo>
                  <a:lnTo>
                    <a:pt x="133956" y="50343"/>
                  </a:lnTo>
                  <a:lnTo>
                    <a:pt x="135256" y="52450"/>
                  </a:lnTo>
                  <a:lnTo>
                    <a:pt x="128974" y="56690"/>
                  </a:lnTo>
                  <a:lnTo>
                    <a:pt x="129613" y="64854"/>
                  </a:lnTo>
                  <a:lnTo>
                    <a:pt x="130937" y="64793"/>
                  </a:lnTo>
                  <a:lnTo>
                    <a:pt x="130790" y="62560"/>
                  </a:lnTo>
                  <a:lnTo>
                    <a:pt x="132704" y="62033"/>
                  </a:lnTo>
                  <a:lnTo>
                    <a:pt x="135060" y="63714"/>
                  </a:lnTo>
                  <a:lnTo>
                    <a:pt x="135211" y="68212"/>
                  </a:lnTo>
                  <a:lnTo>
                    <a:pt x="135250" y="68460"/>
                  </a:lnTo>
                  <a:lnTo>
                    <a:pt x="128041" y="69233"/>
                  </a:lnTo>
                  <a:lnTo>
                    <a:pt x="130642" y="72243"/>
                  </a:lnTo>
                  <a:lnTo>
                    <a:pt x="132322" y="71812"/>
                  </a:lnTo>
                  <a:lnTo>
                    <a:pt x="133269" y="72544"/>
                  </a:lnTo>
                  <a:lnTo>
                    <a:pt x="136950" y="71190"/>
                  </a:lnTo>
                  <a:lnTo>
                    <a:pt x="138594" y="74100"/>
                  </a:lnTo>
                  <a:lnTo>
                    <a:pt x="135842" y="74898"/>
                  </a:lnTo>
                  <a:lnTo>
                    <a:pt x="133244" y="75605"/>
                  </a:lnTo>
                  <a:lnTo>
                    <a:pt x="133146" y="78239"/>
                  </a:lnTo>
                  <a:lnTo>
                    <a:pt x="135987" y="77829"/>
                  </a:lnTo>
                  <a:lnTo>
                    <a:pt x="136876" y="77712"/>
                  </a:lnTo>
                  <a:lnTo>
                    <a:pt x="137122" y="80974"/>
                  </a:lnTo>
                  <a:lnTo>
                    <a:pt x="134987" y="81684"/>
                  </a:lnTo>
                  <a:lnTo>
                    <a:pt x="133769" y="82089"/>
                  </a:lnTo>
                  <a:lnTo>
                    <a:pt x="133408" y="82209"/>
                  </a:lnTo>
                  <a:lnTo>
                    <a:pt x="133261" y="82258"/>
                  </a:lnTo>
                  <a:lnTo>
                    <a:pt x="132900" y="82378"/>
                  </a:lnTo>
                  <a:lnTo>
                    <a:pt x="131421" y="82433"/>
                  </a:lnTo>
                  <a:lnTo>
                    <a:pt x="130909" y="82452"/>
                  </a:lnTo>
                  <a:lnTo>
                    <a:pt x="129837" y="82492"/>
                  </a:lnTo>
                  <a:lnTo>
                    <a:pt x="128526" y="82540"/>
                  </a:lnTo>
                  <a:lnTo>
                    <a:pt x="126319" y="82622"/>
                  </a:lnTo>
                  <a:lnTo>
                    <a:pt x="126127" y="82629"/>
                  </a:lnTo>
                  <a:lnTo>
                    <a:pt x="125986" y="82593"/>
                  </a:lnTo>
                  <a:lnTo>
                    <a:pt x="122944" y="82328"/>
                  </a:lnTo>
                  <a:lnTo>
                    <a:pt x="120653" y="82200"/>
                  </a:lnTo>
                  <a:lnTo>
                    <a:pt x="119528" y="82302"/>
                  </a:lnTo>
                  <a:lnTo>
                    <a:pt x="119193" y="82085"/>
                  </a:lnTo>
                  <a:lnTo>
                    <a:pt x="118911" y="81903"/>
                  </a:lnTo>
                  <a:lnTo>
                    <a:pt x="117873" y="82012"/>
                  </a:lnTo>
                  <a:lnTo>
                    <a:pt x="117642" y="82037"/>
                  </a:lnTo>
                  <a:lnTo>
                    <a:pt x="116953" y="81971"/>
                  </a:lnTo>
                  <a:lnTo>
                    <a:pt x="116394" y="81917"/>
                  </a:lnTo>
                  <a:lnTo>
                    <a:pt x="115319" y="81815"/>
                  </a:lnTo>
                  <a:lnTo>
                    <a:pt x="115052" y="81789"/>
                  </a:lnTo>
                  <a:lnTo>
                    <a:pt x="114815" y="81753"/>
                  </a:lnTo>
                  <a:lnTo>
                    <a:pt x="113637" y="81572"/>
                  </a:lnTo>
                  <a:lnTo>
                    <a:pt x="113384" y="81534"/>
                  </a:lnTo>
                  <a:lnTo>
                    <a:pt x="112382" y="81380"/>
                  </a:lnTo>
                  <a:lnTo>
                    <a:pt x="111955" y="81315"/>
                  </a:lnTo>
                  <a:lnTo>
                    <a:pt x="111295" y="81214"/>
                  </a:lnTo>
                  <a:lnTo>
                    <a:pt x="110737" y="81136"/>
                  </a:lnTo>
                  <a:lnTo>
                    <a:pt x="109845" y="81117"/>
                  </a:lnTo>
                  <a:lnTo>
                    <a:pt x="109619" y="81112"/>
                  </a:lnTo>
                  <a:lnTo>
                    <a:pt x="109445" y="81108"/>
                  </a:lnTo>
                  <a:lnTo>
                    <a:pt x="109160" y="81125"/>
                  </a:lnTo>
                  <a:lnTo>
                    <a:pt x="108891" y="81140"/>
                  </a:lnTo>
                  <a:lnTo>
                    <a:pt x="108642" y="81154"/>
                  </a:lnTo>
                  <a:lnTo>
                    <a:pt x="108235" y="81178"/>
                  </a:lnTo>
                  <a:lnTo>
                    <a:pt x="107911" y="81196"/>
                  </a:lnTo>
                  <a:lnTo>
                    <a:pt x="106899" y="81442"/>
                  </a:lnTo>
                  <a:lnTo>
                    <a:pt x="106630" y="81510"/>
                  </a:lnTo>
                  <a:lnTo>
                    <a:pt x="106136" y="81713"/>
                  </a:lnTo>
                  <a:lnTo>
                    <a:pt x="105910" y="81806"/>
                  </a:lnTo>
                  <a:lnTo>
                    <a:pt x="105286" y="82062"/>
                  </a:lnTo>
                  <a:lnTo>
                    <a:pt x="104993" y="81712"/>
                  </a:lnTo>
                  <a:lnTo>
                    <a:pt x="104868" y="81562"/>
                  </a:lnTo>
                  <a:lnTo>
                    <a:pt x="103667" y="80129"/>
                  </a:lnTo>
                  <a:lnTo>
                    <a:pt x="102748" y="81042"/>
                  </a:lnTo>
                  <a:lnTo>
                    <a:pt x="102411" y="81331"/>
                  </a:lnTo>
                  <a:lnTo>
                    <a:pt x="102185" y="81525"/>
                  </a:lnTo>
                  <a:lnTo>
                    <a:pt x="101977" y="81703"/>
                  </a:lnTo>
                  <a:lnTo>
                    <a:pt x="101293" y="82290"/>
                  </a:lnTo>
                  <a:lnTo>
                    <a:pt x="100961" y="82575"/>
                  </a:lnTo>
                  <a:lnTo>
                    <a:pt x="99905" y="83481"/>
                  </a:lnTo>
                  <a:lnTo>
                    <a:pt x="99505" y="83825"/>
                  </a:lnTo>
                  <a:lnTo>
                    <a:pt x="99375" y="83935"/>
                  </a:lnTo>
                  <a:lnTo>
                    <a:pt x="99031" y="84231"/>
                  </a:lnTo>
                  <a:lnTo>
                    <a:pt x="98711" y="84506"/>
                  </a:lnTo>
                  <a:lnTo>
                    <a:pt x="99486" y="85674"/>
                  </a:lnTo>
                  <a:lnTo>
                    <a:pt x="99690" y="86986"/>
                  </a:lnTo>
                  <a:lnTo>
                    <a:pt x="99832" y="87896"/>
                  </a:lnTo>
                  <a:lnTo>
                    <a:pt x="99992" y="88234"/>
                  </a:lnTo>
                  <a:lnTo>
                    <a:pt x="100500" y="89301"/>
                  </a:lnTo>
                  <a:lnTo>
                    <a:pt x="100633" y="89518"/>
                  </a:lnTo>
                  <a:lnTo>
                    <a:pt x="101007" y="90124"/>
                  </a:lnTo>
                  <a:lnTo>
                    <a:pt x="101267" y="90546"/>
                  </a:lnTo>
                  <a:lnTo>
                    <a:pt x="101403" y="90766"/>
                  </a:lnTo>
                  <a:lnTo>
                    <a:pt x="101927" y="91428"/>
                  </a:lnTo>
                  <a:lnTo>
                    <a:pt x="102350" y="91962"/>
                  </a:lnTo>
                  <a:lnTo>
                    <a:pt x="102501" y="92153"/>
                  </a:lnTo>
                  <a:lnTo>
                    <a:pt x="102755" y="92474"/>
                  </a:lnTo>
                  <a:lnTo>
                    <a:pt x="103072" y="92873"/>
                  </a:lnTo>
                  <a:lnTo>
                    <a:pt x="103568" y="92781"/>
                  </a:lnTo>
                  <a:lnTo>
                    <a:pt x="103051" y="93236"/>
                  </a:lnTo>
                  <a:lnTo>
                    <a:pt x="99461" y="96398"/>
                  </a:lnTo>
                  <a:lnTo>
                    <a:pt x="99315" y="96527"/>
                  </a:lnTo>
                  <a:lnTo>
                    <a:pt x="99063" y="96749"/>
                  </a:lnTo>
                  <a:lnTo>
                    <a:pt x="100062" y="98049"/>
                  </a:lnTo>
                  <a:lnTo>
                    <a:pt x="100514" y="98621"/>
                  </a:lnTo>
                  <a:lnTo>
                    <a:pt x="101056" y="99248"/>
                  </a:lnTo>
                  <a:lnTo>
                    <a:pt x="101311" y="99544"/>
                  </a:lnTo>
                  <a:lnTo>
                    <a:pt x="102606" y="101044"/>
                  </a:lnTo>
                  <a:lnTo>
                    <a:pt x="103312" y="101860"/>
                  </a:lnTo>
                  <a:lnTo>
                    <a:pt x="103630" y="102228"/>
                  </a:lnTo>
                  <a:lnTo>
                    <a:pt x="104625" y="103380"/>
                  </a:lnTo>
                  <a:lnTo>
                    <a:pt x="105776" y="104712"/>
                  </a:lnTo>
                  <a:lnTo>
                    <a:pt x="106289" y="105306"/>
                  </a:lnTo>
                  <a:lnTo>
                    <a:pt x="106698" y="105779"/>
                  </a:lnTo>
                  <a:lnTo>
                    <a:pt x="107968" y="107249"/>
                  </a:lnTo>
                  <a:lnTo>
                    <a:pt x="109163" y="108633"/>
                  </a:lnTo>
                  <a:lnTo>
                    <a:pt x="104250" y="109853"/>
                  </a:lnTo>
                  <a:lnTo>
                    <a:pt x="102923" y="110182"/>
                  </a:lnTo>
                  <a:lnTo>
                    <a:pt x="102084" y="110680"/>
                  </a:lnTo>
                  <a:lnTo>
                    <a:pt x="99548" y="112188"/>
                  </a:lnTo>
                  <a:lnTo>
                    <a:pt x="98702" y="112691"/>
                  </a:lnTo>
                  <a:lnTo>
                    <a:pt x="94586" y="117108"/>
                  </a:lnTo>
                  <a:lnTo>
                    <a:pt x="94262" y="117456"/>
                  </a:lnTo>
                  <a:lnTo>
                    <a:pt x="92811" y="119013"/>
                  </a:lnTo>
                  <a:lnTo>
                    <a:pt x="92313" y="119225"/>
                  </a:lnTo>
                  <a:lnTo>
                    <a:pt x="91698" y="119487"/>
                  </a:lnTo>
                  <a:lnTo>
                    <a:pt x="91748" y="119616"/>
                  </a:lnTo>
                  <a:lnTo>
                    <a:pt x="90419" y="120234"/>
                  </a:lnTo>
                  <a:lnTo>
                    <a:pt x="89892" y="120479"/>
                  </a:lnTo>
                  <a:lnTo>
                    <a:pt x="85280" y="122624"/>
                  </a:lnTo>
                  <a:lnTo>
                    <a:pt x="85010" y="122750"/>
                  </a:lnTo>
                  <a:lnTo>
                    <a:pt x="84026" y="123207"/>
                  </a:lnTo>
                  <a:lnTo>
                    <a:pt x="83628" y="123392"/>
                  </a:lnTo>
                  <a:lnTo>
                    <a:pt x="81953" y="124121"/>
                  </a:lnTo>
                  <a:lnTo>
                    <a:pt x="80816" y="124616"/>
                  </a:lnTo>
                  <a:lnTo>
                    <a:pt x="80952" y="124980"/>
                  </a:lnTo>
                  <a:lnTo>
                    <a:pt x="81049" y="125238"/>
                  </a:lnTo>
                  <a:lnTo>
                    <a:pt x="81732" y="127766"/>
                  </a:lnTo>
                  <a:lnTo>
                    <a:pt x="81533" y="128483"/>
                  </a:lnTo>
                  <a:lnTo>
                    <a:pt x="81449" y="128788"/>
                  </a:lnTo>
                  <a:lnTo>
                    <a:pt x="81378" y="129045"/>
                  </a:lnTo>
                  <a:lnTo>
                    <a:pt x="80841" y="130986"/>
                  </a:lnTo>
                  <a:lnTo>
                    <a:pt x="80534" y="132093"/>
                  </a:lnTo>
                  <a:lnTo>
                    <a:pt x="80493" y="132240"/>
                  </a:lnTo>
                  <a:lnTo>
                    <a:pt x="79162" y="132781"/>
                  </a:lnTo>
                  <a:lnTo>
                    <a:pt x="77791" y="133337"/>
                  </a:lnTo>
                  <a:lnTo>
                    <a:pt x="73648" y="135020"/>
                  </a:lnTo>
                  <a:lnTo>
                    <a:pt x="73236" y="134051"/>
                  </a:lnTo>
                  <a:lnTo>
                    <a:pt x="71494" y="129715"/>
                  </a:lnTo>
                  <a:lnTo>
                    <a:pt x="69887" y="125714"/>
                  </a:lnTo>
                  <a:lnTo>
                    <a:pt x="69616" y="125039"/>
                  </a:lnTo>
                  <a:lnTo>
                    <a:pt x="61038" y="103683"/>
                  </a:lnTo>
                  <a:lnTo>
                    <a:pt x="56060" y="91292"/>
                  </a:lnTo>
                  <a:lnTo>
                    <a:pt x="55982" y="91096"/>
                  </a:lnTo>
                  <a:lnTo>
                    <a:pt x="51749" y="83581"/>
                  </a:lnTo>
                  <a:lnTo>
                    <a:pt x="51328" y="82835"/>
                  </a:lnTo>
                  <a:lnTo>
                    <a:pt x="50934" y="82977"/>
                  </a:lnTo>
                  <a:lnTo>
                    <a:pt x="43248" y="85741"/>
                  </a:lnTo>
                  <a:lnTo>
                    <a:pt x="32481" y="89613"/>
                  </a:lnTo>
                  <a:lnTo>
                    <a:pt x="23576" y="92815"/>
                  </a:lnTo>
                  <a:lnTo>
                    <a:pt x="13558" y="96418"/>
                  </a:lnTo>
                  <a:lnTo>
                    <a:pt x="11633" y="97110"/>
                  </a:lnTo>
                  <a:lnTo>
                    <a:pt x="11421" y="96488"/>
                  </a:lnTo>
                  <a:lnTo>
                    <a:pt x="11357" y="96298"/>
                  </a:lnTo>
                  <a:lnTo>
                    <a:pt x="11221" y="95900"/>
                  </a:lnTo>
                  <a:lnTo>
                    <a:pt x="10849" y="94809"/>
                  </a:lnTo>
                  <a:lnTo>
                    <a:pt x="10493" y="93763"/>
                  </a:lnTo>
                  <a:lnTo>
                    <a:pt x="10176" y="92834"/>
                  </a:lnTo>
                  <a:lnTo>
                    <a:pt x="9950" y="92170"/>
                  </a:lnTo>
                  <a:lnTo>
                    <a:pt x="9774" y="91655"/>
                  </a:lnTo>
                  <a:lnTo>
                    <a:pt x="9282" y="90210"/>
                  </a:lnTo>
                  <a:lnTo>
                    <a:pt x="8468" y="87821"/>
                  </a:lnTo>
                  <a:lnTo>
                    <a:pt x="8350" y="87475"/>
                  </a:lnTo>
                  <a:lnTo>
                    <a:pt x="8162" y="86925"/>
                  </a:lnTo>
                  <a:lnTo>
                    <a:pt x="8083" y="86711"/>
                  </a:lnTo>
                  <a:lnTo>
                    <a:pt x="7990" y="86460"/>
                  </a:lnTo>
                  <a:lnTo>
                    <a:pt x="7587" y="85368"/>
                  </a:lnTo>
                  <a:lnTo>
                    <a:pt x="6728" y="83041"/>
                  </a:lnTo>
                  <a:lnTo>
                    <a:pt x="3884" y="75339"/>
                  </a:lnTo>
                  <a:lnTo>
                    <a:pt x="2755" y="71877"/>
                  </a:lnTo>
                  <a:lnTo>
                    <a:pt x="1921" y="68264"/>
                  </a:lnTo>
                  <a:lnTo>
                    <a:pt x="1853" y="66820"/>
                  </a:lnTo>
                  <a:lnTo>
                    <a:pt x="1831" y="66356"/>
                  </a:lnTo>
                  <a:lnTo>
                    <a:pt x="1568" y="60728"/>
                  </a:lnTo>
                  <a:lnTo>
                    <a:pt x="1550" y="60348"/>
                  </a:lnTo>
                  <a:lnTo>
                    <a:pt x="1393" y="56981"/>
                  </a:lnTo>
                  <a:lnTo>
                    <a:pt x="1356" y="56203"/>
                  </a:lnTo>
                  <a:lnTo>
                    <a:pt x="78" y="28897"/>
                  </a:lnTo>
                  <a:lnTo>
                    <a:pt x="0" y="27211"/>
                  </a:lnTo>
                  <a:lnTo>
                    <a:pt x="2204" y="27103"/>
                  </a:lnTo>
                  <a:lnTo>
                    <a:pt x="2655" y="27081"/>
                  </a:lnTo>
                  <a:lnTo>
                    <a:pt x="3609" y="27035"/>
                  </a:lnTo>
                  <a:lnTo>
                    <a:pt x="4188" y="27006"/>
                  </a:lnTo>
                  <a:lnTo>
                    <a:pt x="5094" y="26985"/>
                  </a:lnTo>
                  <a:lnTo>
                    <a:pt x="12433" y="26811"/>
                  </a:lnTo>
                  <a:lnTo>
                    <a:pt x="13768" y="26779"/>
                  </a:lnTo>
                  <a:lnTo>
                    <a:pt x="19459" y="26644"/>
                  </a:lnTo>
                  <a:lnTo>
                    <a:pt x="23497" y="26548"/>
                  </a:lnTo>
                  <a:lnTo>
                    <a:pt x="26555" y="26475"/>
                  </a:lnTo>
                  <a:lnTo>
                    <a:pt x="29073" y="26373"/>
                  </a:lnTo>
                  <a:lnTo>
                    <a:pt x="30599" y="26311"/>
                  </a:lnTo>
                  <a:lnTo>
                    <a:pt x="30752" y="26284"/>
                  </a:lnTo>
                  <a:lnTo>
                    <a:pt x="31357" y="26179"/>
                  </a:lnTo>
                  <a:lnTo>
                    <a:pt x="32325" y="25870"/>
                  </a:lnTo>
                  <a:lnTo>
                    <a:pt x="33015" y="25500"/>
                  </a:lnTo>
                  <a:lnTo>
                    <a:pt x="33780" y="25033"/>
                  </a:lnTo>
                  <a:lnTo>
                    <a:pt x="34761" y="24434"/>
                  </a:lnTo>
                  <a:lnTo>
                    <a:pt x="36458" y="23397"/>
                  </a:lnTo>
                  <a:lnTo>
                    <a:pt x="39608" y="21547"/>
                  </a:lnTo>
                  <a:lnTo>
                    <a:pt x="41686" y="20327"/>
                  </a:lnTo>
                  <a:lnTo>
                    <a:pt x="42233" y="20006"/>
                  </a:lnTo>
                  <a:lnTo>
                    <a:pt x="50687" y="15041"/>
                  </a:lnTo>
                  <a:lnTo>
                    <a:pt x="58029" y="10730"/>
                  </a:lnTo>
                  <a:lnTo>
                    <a:pt x="59082" y="10112"/>
                  </a:lnTo>
                  <a:lnTo>
                    <a:pt x="58804" y="9650"/>
                  </a:lnTo>
                  <a:lnTo>
                    <a:pt x="56607" y="6006"/>
                  </a:lnTo>
                  <a:lnTo>
                    <a:pt x="55926" y="4877"/>
                  </a:lnTo>
                  <a:lnTo>
                    <a:pt x="55435" y="4062"/>
                  </a:lnTo>
                  <a:lnTo>
                    <a:pt x="55757" y="3980"/>
                  </a:lnTo>
                  <a:lnTo>
                    <a:pt x="56564" y="3773"/>
                  </a:lnTo>
                  <a:lnTo>
                    <a:pt x="60518" y="2763"/>
                  </a:lnTo>
                  <a:lnTo>
                    <a:pt x="71326" y="0"/>
                  </a:lnTo>
                  <a:lnTo>
                    <a:pt x="73597" y="5138"/>
                  </a:lnTo>
                  <a:lnTo>
                    <a:pt x="74171" y="6437"/>
                  </a:lnTo>
                  <a:lnTo>
                    <a:pt x="75779" y="10074"/>
                  </a:lnTo>
                  <a:lnTo>
                    <a:pt x="75909" y="10382"/>
                  </a:lnTo>
                  <a:lnTo>
                    <a:pt x="76864" y="12641"/>
                  </a:lnTo>
                  <a:lnTo>
                    <a:pt x="77520" y="14190"/>
                  </a:lnTo>
                  <a:lnTo>
                    <a:pt x="77809" y="14874"/>
                  </a:lnTo>
                  <a:lnTo>
                    <a:pt x="77898" y="15085"/>
                  </a:lnTo>
                  <a:lnTo>
                    <a:pt x="79528" y="18939"/>
                  </a:lnTo>
                  <a:lnTo>
                    <a:pt x="81409" y="23386"/>
                  </a:lnTo>
                  <a:lnTo>
                    <a:pt x="82126" y="250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g82"/>
            <p:cNvSpPr/>
            <p:nvPr/>
          </p:nvSpPr>
          <p:spPr>
            <a:xfrm>
              <a:off x="2204005" y="4275408"/>
              <a:ext cx="102023" cy="80060"/>
            </a:xfrm>
            <a:custGeom>
              <a:avLst/>
              <a:pathLst>
                <a:path w="102023" h="80060">
                  <a:moveTo>
                    <a:pt x="81980" y="280"/>
                  </a:moveTo>
                  <a:lnTo>
                    <a:pt x="84040" y="2637"/>
                  </a:lnTo>
                  <a:lnTo>
                    <a:pt x="87988" y="2087"/>
                  </a:lnTo>
                  <a:lnTo>
                    <a:pt x="93407" y="3612"/>
                  </a:lnTo>
                  <a:lnTo>
                    <a:pt x="97747" y="691"/>
                  </a:lnTo>
                  <a:lnTo>
                    <a:pt x="101771" y="4285"/>
                  </a:lnTo>
                  <a:lnTo>
                    <a:pt x="102023" y="5730"/>
                  </a:lnTo>
                  <a:lnTo>
                    <a:pt x="100600" y="17114"/>
                  </a:lnTo>
                  <a:lnTo>
                    <a:pt x="99525" y="17806"/>
                  </a:lnTo>
                  <a:lnTo>
                    <a:pt x="95785" y="20214"/>
                  </a:lnTo>
                  <a:lnTo>
                    <a:pt x="94524" y="20859"/>
                  </a:lnTo>
                  <a:lnTo>
                    <a:pt x="92810" y="21735"/>
                  </a:lnTo>
                  <a:lnTo>
                    <a:pt x="90439" y="21117"/>
                  </a:lnTo>
                  <a:lnTo>
                    <a:pt x="89471" y="20769"/>
                  </a:lnTo>
                  <a:lnTo>
                    <a:pt x="88849" y="20546"/>
                  </a:lnTo>
                  <a:lnTo>
                    <a:pt x="84229" y="20394"/>
                  </a:lnTo>
                  <a:lnTo>
                    <a:pt x="78805" y="20271"/>
                  </a:lnTo>
                  <a:lnTo>
                    <a:pt x="75809" y="20202"/>
                  </a:lnTo>
                  <a:lnTo>
                    <a:pt x="73697" y="20154"/>
                  </a:lnTo>
                  <a:lnTo>
                    <a:pt x="73441" y="20137"/>
                  </a:lnTo>
                  <a:lnTo>
                    <a:pt x="68165" y="19784"/>
                  </a:lnTo>
                  <a:lnTo>
                    <a:pt x="63580" y="19477"/>
                  </a:lnTo>
                  <a:lnTo>
                    <a:pt x="62025" y="19519"/>
                  </a:lnTo>
                  <a:lnTo>
                    <a:pt x="61690" y="19528"/>
                  </a:lnTo>
                  <a:lnTo>
                    <a:pt x="61379" y="19475"/>
                  </a:lnTo>
                  <a:lnTo>
                    <a:pt x="61192" y="19444"/>
                  </a:lnTo>
                  <a:lnTo>
                    <a:pt x="58598" y="19005"/>
                  </a:lnTo>
                  <a:lnTo>
                    <a:pt x="58078" y="18950"/>
                  </a:lnTo>
                  <a:lnTo>
                    <a:pt x="57320" y="18870"/>
                  </a:lnTo>
                  <a:lnTo>
                    <a:pt x="49836" y="18077"/>
                  </a:lnTo>
                  <a:lnTo>
                    <a:pt x="50597" y="13625"/>
                  </a:lnTo>
                  <a:lnTo>
                    <a:pt x="51161" y="10325"/>
                  </a:lnTo>
                  <a:lnTo>
                    <a:pt x="49100" y="9974"/>
                  </a:lnTo>
                  <a:lnTo>
                    <a:pt x="48462" y="13118"/>
                  </a:lnTo>
                  <a:lnTo>
                    <a:pt x="47528" y="17713"/>
                  </a:lnTo>
                  <a:lnTo>
                    <a:pt x="41362" y="17357"/>
                  </a:lnTo>
                  <a:lnTo>
                    <a:pt x="30237" y="16713"/>
                  </a:lnTo>
                  <a:lnTo>
                    <a:pt x="29012" y="17323"/>
                  </a:lnTo>
                  <a:lnTo>
                    <a:pt x="28563" y="17142"/>
                  </a:lnTo>
                  <a:lnTo>
                    <a:pt x="18825" y="13212"/>
                  </a:lnTo>
                  <a:lnTo>
                    <a:pt x="14349" y="11396"/>
                  </a:lnTo>
                  <a:lnTo>
                    <a:pt x="14065" y="11790"/>
                  </a:lnTo>
                  <a:lnTo>
                    <a:pt x="11853" y="14864"/>
                  </a:lnTo>
                  <a:lnTo>
                    <a:pt x="11533" y="15315"/>
                  </a:lnTo>
                  <a:lnTo>
                    <a:pt x="11369" y="15546"/>
                  </a:lnTo>
                  <a:lnTo>
                    <a:pt x="11374" y="18006"/>
                  </a:lnTo>
                  <a:lnTo>
                    <a:pt x="11375" y="18271"/>
                  </a:lnTo>
                  <a:lnTo>
                    <a:pt x="11377" y="18970"/>
                  </a:lnTo>
                  <a:lnTo>
                    <a:pt x="12562" y="19457"/>
                  </a:lnTo>
                  <a:lnTo>
                    <a:pt x="19858" y="22453"/>
                  </a:lnTo>
                  <a:lnTo>
                    <a:pt x="26703" y="25263"/>
                  </a:lnTo>
                  <a:lnTo>
                    <a:pt x="27019" y="25283"/>
                  </a:lnTo>
                  <a:lnTo>
                    <a:pt x="28425" y="25372"/>
                  </a:lnTo>
                  <a:lnTo>
                    <a:pt x="40208" y="26118"/>
                  </a:lnTo>
                  <a:lnTo>
                    <a:pt x="42596" y="26888"/>
                  </a:lnTo>
                  <a:lnTo>
                    <a:pt x="44543" y="27996"/>
                  </a:lnTo>
                  <a:lnTo>
                    <a:pt x="45489" y="28857"/>
                  </a:lnTo>
                  <a:lnTo>
                    <a:pt x="46251" y="28076"/>
                  </a:lnTo>
                  <a:lnTo>
                    <a:pt x="50065" y="30695"/>
                  </a:lnTo>
                  <a:lnTo>
                    <a:pt x="50269" y="30834"/>
                  </a:lnTo>
                  <a:lnTo>
                    <a:pt x="49914" y="31747"/>
                  </a:lnTo>
                  <a:lnTo>
                    <a:pt x="54901" y="35045"/>
                  </a:lnTo>
                  <a:lnTo>
                    <a:pt x="56068" y="33276"/>
                  </a:lnTo>
                  <a:lnTo>
                    <a:pt x="56324" y="32888"/>
                  </a:lnTo>
                  <a:lnTo>
                    <a:pt x="58661" y="33992"/>
                  </a:lnTo>
                  <a:lnTo>
                    <a:pt x="62070" y="36373"/>
                  </a:lnTo>
                  <a:lnTo>
                    <a:pt x="62235" y="36421"/>
                  </a:lnTo>
                  <a:lnTo>
                    <a:pt x="63634" y="36826"/>
                  </a:lnTo>
                  <a:lnTo>
                    <a:pt x="64352" y="37034"/>
                  </a:lnTo>
                  <a:lnTo>
                    <a:pt x="64843" y="37177"/>
                  </a:lnTo>
                  <a:lnTo>
                    <a:pt x="65246" y="37468"/>
                  </a:lnTo>
                  <a:lnTo>
                    <a:pt x="66270" y="38210"/>
                  </a:lnTo>
                  <a:lnTo>
                    <a:pt x="67545" y="39462"/>
                  </a:lnTo>
                  <a:lnTo>
                    <a:pt x="67802" y="39715"/>
                  </a:lnTo>
                  <a:lnTo>
                    <a:pt x="70974" y="40659"/>
                  </a:lnTo>
                  <a:lnTo>
                    <a:pt x="72912" y="41236"/>
                  </a:lnTo>
                  <a:lnTo>
                    <a:pt x="73162" y="41310"/>
                  </a:lnTo>
                  <a:lnTo>
                    <a:pt x="73860" y="41477"/>
                  </a:lnTo>
                  <a:lnTo>
                    <a:pt x="75742" y="41926"/>
                  </a:lnTo>
                  <a:lnTo>
                    <a:pt x="76906" y="42204"/>
                  </a:lnTo>
                  <a:lnTo>
                    <a:pt x="77197" y="42274"/>
                  </a:lnTo>
                  <a:lnTo>
                    <a:pt x="77867" y="42493"/>
                  </a:lnTo>
                  <a:lnTo>
                    <a:pt x="78372" y="43115"/>
                  </a:lnTo>
                  <a:lnTo>
                    <a:pt x="80385" y="45593"/>
                  </a:lnTo>
                  <a:lnTo>
                    <a:pt x="81122" y="46499"/>
                  </a:lnTo>
                  <a:lnTo>
                    <a:pt x="81497" y="46512"/>
                  </a:lnTo>
                  <a:lnTo>
                    <a:pt x="82514" y="46545"/>
                  </a:lnTo>
                  <a:lnTo>
                    <a:pt x="83897" y="46591"/>
                  </a:lnTo>
                  <a:lnTo>
                    <a:pt x="90062" y="46794"/>
                  </a:lnTo>
                  <a:lnTo>
                    <a:pt x="91016" y="46613"/>
                  </a:lnTo>
                  <a:lnTo>
                    <a:pt x="92501" y="46646"/>
                  </a:lnTo>
                  <a:lnTo>
                    <a:pt x="93497" y="47170"/>
                  </a:lnTo>
                  <a:lnTo>
                    <a:pt x="93675" y="47284"/>
                  </a:lnTo>
                  <a:lnTo>
                    <a:pt x="93891" y="47422"/>
                  </a:lnTo>
                  <a:lnTo>
                    <a:pt x="94066" y="47668"/>
                  </a:lnTo>
                  <a:lnTo>
                    <a:pt x="94676" y="48525"/>
                  </a:lnTo>
                  <a:lnTo>
                    <a:pt x="94517" y="49526"/>
                  </a:lnTo>
                  <a:lnTo>
                    <a:pt x="94203" y="49800"/>
                  </a:lnTo>
                  <a:lnTo>
                    <a:pt x="93809" y="50143"/>
                  </a:lnTo>
                  <a:lnTo>
                    <a:pt x="93114" y="50749"/>
                  </a:lnTo>
                  <a:lnTo>
                    <a:pt x="92870" y="50962"/>
                  </a:lnTo>
                  <a:lnTo>
                    <a:pt x="92426" y="51350"/>
                  </a:lnTo>
                  <a:lnTo>
                    <a:pt x="90315" y="51617"/>
                  </a:lnTo>
                  <a:lnTo>
                    <a:pt x="89093" y="51467"/>
                  </a:lnTo>
                  <a:lnTo>
                    <a:pt x="88227" y="51585"/>
                  </a:lnTo>
                  <a:lnTo>
                    <a:pt x="88086" y="51604"/>
                  </a:lnTo>
                  <a:lnTo>
                    <a:pt x="87547" y="51677"/>
                  </a:lnTo>
                  <a:lnTo>
                    <a:pt x="84680" y="53205"/>
                  </a:lnTo>
                  <a:lnTo>
                    <a:pt x="83469" y="53867"/>
                  </a:lnTo>
                  <a:lnTo>
                    <a:pt x="82922" y="54166"/>
                  </a:lnTo>
                  <a:lnTo>
                    <a:pt x="78758" y="56031"/>
                  </a:lnTo>
                  <a:lnTo>
                    <a:pt x="77482" y="56491"/>
                  </a:lnTo>
                  <a:lnTo>
                    <a:pt x="76505" y="56844"/>
                  </a:lnTo>
                  <a:lnTo>
                    <a:pt x="76649" y="57189"/>
                  </a:lnTo>
                  <a:lnTo>
                    <a:pt x="76159" y="58469"/>
                  </a:lnTo>
                  <a:lnTo>
                    <a:pt x="75659" y="58698"/>
                  </a:lnTo>
                  <a:lnTo>
                    <a:pt x="75023" y="58990"/>
                  </a:lnTo>
                  <a:lnTo>
                    <a:pt x="74574" y="59196"/>
                  </a:lnTo>
                  <a:lnTo>
                    <a:pt x="71517" y="60600"/>
                  </a:lnTo>
                  <a:lnTo>
                    <a:pt x="70891" y="60912"/>
                  </a:lnTo>
                  <a:lnTo>
                    <a:pt x="70661" y="61066"/>
                  </a:lnTo>
                  <a:lnTo>
                    <a:pt x="70461" y="61252"/>
                  </a:lnTo>
                  <a:lnTo>
                    <a:pt x="70291" y="61410"/>
                  </a:lnTo>
                  <a:lnTo>
                    <a:pt x="69440" y="62203"/>
                  </a:lnTo>
                  <a:lnTo>
                    <a:pt x="68815" y="62020"/>
                  </a:lnTo>
                  <a:lnTo>
                    <a:pt x="66558" y="61361"/>
                  </a:lnTo>
                  <a:lnTo>
                    <a:pt x="65088" y="60994"/>
                  </a:lnTo>
                  <a:lnTo>
                    <a:pt x="63634" y="60631"/>
                  </a:lnTo>
                  <a:lnTo>
                    <a:pt x="63081" y="60493"/>
                  </a:lnTo>
                  <a:lnTo>
                    <a:pt x="62663" y="60346"/>
                  </a:lnTo>
                  <a:lnTo>
                    <a:pt x="61012" y="59765"/>
                  </a:lnTo>
                  <a:lnTo>
                    <a:pt x="60048" y="59427"/>
                  </a:lnTo>
                  <a:lnTo>
                    <a:pt x="58000" y="57908"/>
                  </a:lnTo>
                  <a:lnTo>
                    <a:pt x="57475" y="57518"/>
                  </a:lnTo>
                  <a:lnTo>
                    <a:pt x="57296" y="57386"/>
                  </a:lnTo>
                  <a:lnTo>
                    <a:pt x="56504" y="58297"/>
                  </a:lnTo>
                  <a:lnTo>
                    <a:pt x="55295" y="59689"/>
                  </a:lnTo>
                  <a:lnTo>
                    <a:pt x="54728" y="60341"/>
                  </a:lnTo>
                  <a:lnTo>
                    <a:pt x="53081" y="62762"/>
                  </a:lnTo>
                  <a:lnTo>
                    <a:pt x="51858" y="64560"/>
                  </a:lnTo>
                  <a:lnTo>
                    <a:pt x="51483" y="65110"/>
                  </a:lnTo>
                  <a:lnTo>
                    <a:pt x="51359" y="65293"/>
                  </a:lnTo>
                  <a:lnTo>
                    <a:pt x="51043" y="65692"/>
                  </a:lnTo>
                  <a:lnTo>
                    <a:pt x="50311" y="65207"/>
                  </a:lnTo>
                  <a:lnTo>
                    <a:pt x="48817" y="64216"/>
                  </a:lnTo>
                  <a:lnTo>
                    <a:pt x="47870" y="63545"/>
                  </a:lnTo>
                  <a:lnTo>
                    <a:pt x="44597" y="61225"/>
                  </a:lnTo>
                  <a:lnTo>
                    <a:pt x="44498" y="61667"/>
                  </a:lnTo>
                  <a:lnTo>
                    <a:pt x="44327" y="62435"/>
                  </a:lnTo>
                  <a:lnTo>
                    <a:pt x="44167" y="63096"/>
                  </a:lnTo>
                  <a:lnTo>
                    <a:pt x="44160" y="63275"/>
                  </a:lnTo>
                  <a:lnTo>
                    <a:pt x="44050" y="66174"/>
                  </a:lnTo>
                  <a:lnTo>
                    <a:pt x="44039" y="66477"/>
                  </a:lnTo>
                  <a:lnTo>
                    <a:pt x="43990" y="67775"/>
                  </a:lnTo>
                  <a:lnTo>
                    <a:pt x="42816" y="69663"/>
                  </a:lnTo>
                  <a:lnTo>
                    <a:pt x="42558" y="70079"/>
                  </a:lnTo>
                  <a:lnTo>
                    <a:pt x="41743" y="71558"/>
                  </a:lnTo>
                  <a:lnTo>
                    <a:pt x="41290" y="72381"/>
                  </a:lnTo>
                  <a:lnTo>
                    <a:pt x="40405" y="73988"/>
                  </a:lnTo>
                  <a:lnTo>
                    <a:pt x="39963" y="74919"/>
                  </a:lnTo>
                  <a:lnTo>
                    <a:pt x="39280" y="76360"/>
                  </a:lnTo>
                  <a:lnTo>
                    <a:pt x="39121" y="76697"/>
                  </a:lnTo>
                  <a:lnTo>
                    <a:pt x="38895" y="77073"/>
                  </a:lnTo>
                  <a:lnTo>
                    <a:pt x="38049" y="78479"/>
                  </a:lnTo>
                  <a:lnTo>
                    <a:pt x="37224" y="79576"/>
                  </a:lnTo>
                  <a:lnTo>
                    <a:pt x="36777" y="80060"/>
                  </a:lnTo>
                  <a:lnTo>
                    <a:pt x="36587" y="79755"/>
                  </a:lnTo>
                  <a:lnTo>
                    <a:pt x="34167" y="75873"/>
                  </a:lnTo>
                  <a:lnTo>
                    <a:pt x="33788" y="75264"/>
                  </a:lnTo>
                  <a:lnTo>
                    <a:pt x="33233" y="74864"/>
                  </a:lnTo>
                  <a:lnTo>
                    <a:pt x="32779" y="74537"/>
                  </a:lnTo>
                  <a:lnTo>
                    <a:pt x="32574" y="74385"/>
                  </a:lnTo>
                  <a:lnTo>
                    <a:pt x="31431" y="76193"/>
                  </a:lnTo>
                  <a:lnTo>
                    <a:pt x="31077" y="76753"/>
                  </a:lnTo>
                  <a:lnTo>
                    <a:pt x="29750" y="78426"/>
                  </a:lnTo>
                  <a:lnTo>
                    <a:pt x="25879" y="75951"/>
                  </a:lnTo>
                  <a:lnTo>
                    <a:pt x="25735" y="75826"/>
                  </a:lnTo>
                  <a:lnTo>
                    <a:pt x="25256" y="75415"/>
                  </a:lnTo>
                  <a:lnTo>
                    <a:pt x="25002" y="75196"/>
                  </a:lnTo>
                  <a:lnTo>
                    <a:pt x="24848" y="75065"/>
                  </a:lnTo>
                  <a:lnTo>
                    <a:pt x="26836" y="72570"/>
                  </a:lnTo>
                  <a:lnTo>
                    <a:pt x="27135" y="72233"/>
                  </a:lnTo>
                  <a:lnTo>
                    <a:pt x="27363" y="71789"/>
                  </a:lnTo>
                  <a:lnTo>
                    <a:pt x="27540" y="71443"/>
                  </a:lnTo>
                  <a:lnTo>
                    <a:pt x="27726" y="70781"/>
                  </a:lnTo>
                  <a:lnTo>
                    <a:pt x="28446" y="68212"/>
                  </a:lnTo>
                  <a:lnTo>
                    <a:pt x="28535" y="67895"/>
                  </a:lnTo>
                  <a:lnTo>
                    <a:pt x="28068" y="67655"/>
                  </a:lnTo>
                  <a:lnTo>
                    <a:pt x="32485" y="58577"/>
                  </a:lnTo>
                  <a:lnTo>
                    <a:pt x="31900" y="58279"/>
                  </a:lnTo>
                  <a:lnTo>
                    <a:pt x="28690" y="56644"/>
                  </a:lnTo>
                  <a:lnTo>
                    <a:pt x="30331" y="53140"/>
                  </a:lnTo>
                  <a:lnTo>
                    <a:pt x="31708" y="50201"/>
                  </a:lnTo>
                  <a:lnTo>
                    <a:pt x="31281" y="49590"/>
                  </a:lnTo>
                  <a:lnTo>
                    <a:pt x="30182" y="48050"/>
                  </a:lnTo>
                  <a:lnTo>
                    <a:pt x="26864" y="45293"/>
                  </a:lnTo>
                  <a:lnTo>
                    <a:pt x="19658" y="40077"/>
                  </a:lnTo>
                  <a:lnTo>
                    <a:pt x="11855" y="35091"/>
                  </a:lnTo>
                  <a:lnTo>
                    <a:pt x="10602" y="31347"/>
                  </a:lnTo>
                  <a:lnTo>
                    <a:pt x="7964" y="24004"/>
                  </a:lnTo>
                  <a:lnTo>
                    <a:pt x="6628" y="18985"/>
                  </a:lnTo>
                  <a:lnTo>
                    <a:pt x="6898" y="15848"/>
                  </a:lnTo>
                  <a:lnTo>
                    <a:pt x="5487" y="12022"/>
                  </a:lnTo>
                  <a:lnTo>
                    <a:pt x="381" y="9530"/>
                  </a:lnTo>
                  <a:lnTo>
                    <a:pt x="0" y="8594"/>
                  </a:lnTo>
                  <a:lnTo>
                    <a:pt x="368" y="6487"/>
                  </a:lnTo>
                  <a:lnTo>
                    <a:pt x="1483" y="5464"/>
                  </a:lnTo>
                  <a:lnTo>
                    <a:pt x="2399" y="5645"/>
                  </a:lnTo>
                  <a:lnTo>
                    <a:pt x="5415" y="6240"/>
                  </a:lnTo>
                  <a:lnTo>
                    <a:pt x="6050" y="6366"/>
                  </a:lnTo>
                  <a:lnTo>
                    <a:pt x="8024" y="6756"/>
                  </a:lnTo>
                  <a:lnTo>
                    <a:pt x="8921" y="6933"/>
                  </a:lnTo>
                  <a:lnTo>
                    <a:pt x="14504" y="5458"/>
                  </a:lnTo>
                  <a:lnTo>
                    <a:pt x="26078" y="7930"/>
                  </a:lnTo>
                  <a:lnTo>
                    <a:pt x="29303" y="8619"/>
                  </a:lnTo>
                  <a:lnTo>
                    <a:pt x="52356" y="4072"/>
                  </a:lnTo>
                  <a:lnTo>
                    <a:pt x="55949" y="2105"/>
                  </a:lnTo>
                  <a:lnTo>
                    <a:pt x="56106" y="238"/>
                  </a:lnTo>
                  <a:lnTo>
                    <a:pt x="68158" y="0"/>
                  </a:lnTo>
                  <a:lnTo>
                    <a:pt x="73016" y="98"/>
                  </a:lnTo>
                  <a:lnTo>
                    <a:pt x="79364" y="2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g83"/>
            <p:cNvSpPr/>
            <p:nvPr/>
          </p:nvSpPr>
          <p:spPr>
            <a:xfrm>
              <a:off x="3448634" y="3583088"/>
              <a:ext cx="108544" cy="105950"/>
            </a:xfrm>
            <a:custGeom>
              <a:avLst/>
              <a:pathLst>
                <a:path w="108544" h="105950">
                  <a:moveTo>
                    <a:pt x="27355" y="19816"/>
                  </a:moveTo>
                  <a:lnTo>
                    <a:pt x="28039" y="20341"/>
                  </a:lnTo>
                  <a:lnTo>
                    <a:pt x="28434" y="19769"/>
                  </a:lnTo>
                  <a:lnTo>
                    <a:pt x="28754" y="19348"/>
                  </a:lnTo>
                  <a:lnTo>
                    <a:pt x="30502" y="20512"/>
                  </a:lnTo>
                  <a:lnTo>
                    <a:pt x="31192" y="20971"/>
                  </a:lnTo>
                  <a:lnTo>
                    <a:pt x="33462" y="22482"/>
                  </a:lnTo>
                  <a:lnTo>
                    <a:pt x="37050" y="24871"/>
                  </a:lnTo>
                  <a:lnTo>
                    <a:pt x="38128" y="25589"/>
                  </a:lnTo>
                  <a:lnTo>
                    <a:pt x="41878" y="28086"/>
                  </a:lnTo>
                  <a:lnTo>
                    <a:pt x="42271" y="28348"/>
                  </a:lnTo>
                  <a:lnTo>
                    <a:pt x="43527" y="29864"/>
                  </a:lnTo>
                  <a:lnTo>
                    <a:pt x="45080" y="31738"/>
                  </a:lnTo>
                  <a:lnTo>
                    <a:pt x="46793" y="33487"/>
                  </a:lnTo>
                  <a:lnTo>
                    <a:pt x="49488" y="37039"/>
                  </a:lnTo>
                  <a:lnTo>
                    <a:pt x="53931" y="42899"/>
                  </a:lnTo>
                  <a:lnTo>
                    <a:pt x="55869" y="45455"/>
                  </a:lnTo>
                  <a:lnTo>
                    <a:pt x="56264" y="45700"/>
                  </a:lnTo>
                  <a:lnTo>
                    <a:pt x="60235" y="48161"/>
                  </a:lnTo>
                  <a:lnTo>
                    <a:pt x="60598" y="48386"/>
                  </a:lnTo>
                  <a:lnTo>
                    <a:pt x="61111" y="48719"/>
                  </a:lnTo>
                  <a:lnTo>
                    <a:pt x="61389" y="48931"/>
                  </a:lnTo>
                  <a:lnTo>
                    <a:pt x="62399" y="49700"/>
                  </a:lnTo>
                  <a:lnTo>
                    <a:pt x="65738" y="52244"/>
                  </a:lnTo>
                  <a:lnTo>
                    <a:pt x="67612" y="53671"/>
                  </a:lnTo>
                  <a:lnTo>
                    <a:pt x="71275" y="56462"/>
                  </a:lnTo>
                  <a:lnTo>
                    <a:pt x="71754" y="56827"/>
                  </a:lnTo>
                  <a:lnTo>
                    <a:pt x="76848" y="60708"/>
                  </a:lnTo>
                  <a:lnTo>
                    <a:pt x="78478" y="61701"/>
                  </a:lnTo>
                  <a:lnTo>
                    <a:pt x="82989" y="64446"/>
                  </a:lnTo>
                  <a:lnTo>
                    <a:pt x="87311" y="67077"/>
                  </a:lnTo>
                  <a:lnTo>
                    <a:pt x="91914" y="69879"/>
                  </a:lnTo>
                  <a:lnTo>
                    <a:pt x="94014" y="71447"/>
                  </a:lnTo>
                  <a:lnTo>
                    <a:pt x="95521" y="72572"/>
                  </a:lnTo>
                  <a:lnTo>
                    <a:pt x="100875" y="76570"/>
                  </a:lnTo>
                  <a:lnTo>
                    <a:pt x="108544" y="82296"/>
                  </a:lnTo>
                  <a:lnTo>
                    <a:pt x="104187" y="92734"/>
                  </a:lnTo>
                  <a:lnTo>
                    <a:pt x="100135" y="98580"/>
                  </a:lnTo>
                  <a:lnTo>
                    <a:pt x="93855" y="105950"/>
                  </a:lnTo>
                  <a:lnTo>
                    <a:pt x="81027" y="104590"/>
                  </a:lnTo>
                  <a:lnTo>
                    <a:pt x="77546" y="103920"/>
                  </a:lnTo>
                  <a:lnTo>
                    <a:pt x="75813" y="103818"/>
                  </a:lnTo>
                  <a:lnTo>
                    <a:pt x="76961" y="96683"/>
                  </a:lnTo>
                  <a:lnTo>
                    <a:pt x="72327" y="96763"/>
                  </a:lnTo>
                  <a:lnTo>
                    <a:pt x="68636" y="95318"/>
                  </a:lnTo>
                  <a:lnTo>
                    <a:pt x="63531" y="92268"/>
                  </a:lnTo>
                  <a:lnTo>
                    <a:pt x="57683" y="85273"/>
                  </a:lnTo>
                  <a:lnTo>
                    <a:pt x="64552" y="76614"/>
                  </a:lnTo>
                  <a:lnTo>
                    <a:pt x="62431" y="74687"/>
                  </a:lnTo>
                  <a:lnTo>
                    <a:pt x="60468" y="76453"/>
                  </a:lnTo>
                  <a:lnTo>
                    <a:pt x="58716" y="75459"/>
                  </a:lnTo>
                  <a:lnTo>
                    <a:pt x="43770" y="66427"/>
                  </a:lnTo>
                  <a:lnTo>
                    <a:pt x="38730" y="65745"/>
                  </a:lnTo>
                  <a:lnTo>
                    <a:pt x="37353" y="65184"/>
                  </a:lnTo>
                  <a:lnTo>
                    <a:pt x="33949" y="63799"/>
                  </a:lnTo>
                  <a:lnTo>
                    <a:pt x="18558" y="52587"/>
                  </a:lnTo>
                  <a:lnTo>
                    <a:pt x="18852" y="50594"/>
                  </a:lnTo>
                  <a:lnTo>
                    <a:pt x="19186" y="48333"/>
                  </a:lnTo>
                  <a:lnTo>
                    <a:pt x="10592" y="43465"/>
                  </a:lnTo>
                  <a:lnTo>
                    <a:pt x="2873" y="39042"/>
                  </a:lnTo>
                  <a:lnTo>
                    <a:pt x="1124" y="29009"/>
                  </a:lnTo>
                  <a:lnTo>
                    <a:pt x="0" y="22561"/>
                  </a:lnTo>
                  <a:lnTo>
                    <a:pt x="1271" y="21865"/>
                  </a:lnTo>
                  <a:lnTo>
                    <a:pt x="3289" y="10032"/>
                  </a:lnTo>
                  <a:lnTo>
                    <a:pt x="3661" y="9250"/>
                  </a:lnTo>
                  <a:lnTo>
                    <a:pt x="4047" y="8437"/>
                  </a:lnTo>
                  <a:lnTo>
                    <a:pt x="4276" y="7955"/>
                  </a:lnTo>
                  <a:lnTo>
                    <a:pt x="5817" y="4714"/>
                  </a:lnTo>
                  <a:lnTo>
                    <a:pt x="9751" y="0"/>
                  </a:lnTo>
                  <a:lnTo>
                    <a:pt x="12057" y="2346"/>
                  </a:lnTo>
                  <a:lnTo>
                    <a:pt x="12593" y="2892"/>
                  </a:lnTo>
                  <a:lnTo>
                    <a:pt x="12722" y="3023"/>
                  </a:lnTo>
                  <a:lnTo>
                    <a:pt x="12868" y="3234"/>
                  </a:lnTo>
                  <a:lnTo>
                    <a:pt x="13132" y="3618"/>
                  </a:lnTo>
                  <a:lnTo>
                    <a:pt x="14320" y="5347"/>
                  </a:lnTo>
                  <a:lnTo>
                    <a:pt x="16185" y="8061"/>
                  </a:lnTo>
                  <a:lnTo>
                    <a:pt x="16532" y="8454"/>
                  </a:lnTo>
                  <a:lnTo>
                    <a:pt x="17088" y="9084"/>
                  </a:lnTo>
                  <a:lnTo>
                    <a:pt x="21290" y="13846"/>
                  </a:lnTo>
                  <a:lnTo>
                    <a:pt x="21800" y="14671"/>
                  </a:lnTo>
                  <a:lnTo>
                    <a:pt x="22224" y="15357"/>
                  </a:lnTo>
                  <a:lnTo>
                    <a:pt x="22442" y="15709"/>
                  </a:lnTo>
                  <a:lnTo>
                    <a:pt x="22747" y="16203"/>
                  </a:lnTo>
                  <a:lnTo>
                    <a:pt x="22841" y="163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g84"/>
            <p:cNvSpPr/>
            <p:nvPr/>
          </p:nvSpPr>
          <p:spPr>
            <a:xfrm>
              <a:off x="3385945" y="3761913"/>
              <a:ext cx="105261" cy="77893"/>
            </a:xfrm>
            <a:custGeom>
              <a:avLst/>
              <a:pathLst>
                <a:path w="105261" h="77893">
                  <a:moveTo>
                    <a:pt x="30273" y="1177"/>
                  </a:moveTo>
                  <a:lnTo>
                    <a:pt x="34186" y="1746"/>
                  </a:lnTo>
                  <a:lnTo>
                    <a:pt x="35226" y="1912"/>
                  </a:lnTo>
                  <a:lnTo>
                    <a:pt x="36006" y="2037"/>
                  </a:lnTo>
                  <a:lnTo>
                    <a:pt x="37231" y="1886"/>
                  </a:lnTo>
                  <a:lnTo>
                    <a:pt x="47272" y="646"/>
                  </a:lnTo>
                  <a:lnTo>
                    <a:pt x="47584" y="873"/>
                  </a:lnTo>
                  <a:lnTo>
                    <a:pt x="48312" y="1402"/>
                  </a:lnTo>
                  <a:lnTo>
                    <a:pt x="49412" y="2202"/>
                  </a:lnTo>
                  <a:lnTo>
                    <a:pt x="50677" y="2527"/>
                  </a:lnTo>
                  <a:lnTo>
                    <a:pt x="52224" y="2925"/>
                  </a:lnTo>
                  <a:lnTo>
                    <a:pt x="53629" y="4897"/>
                  </a:lnTo>
                  <a:lnTo>
                    <a:pt x="53779" y="5108"/>
                  </a:lnTo>
                  <a:lnTo>
                    <a:pt x="56138" y="6808"/>
                  </a:lnTo>
                  <a:lnTo>
                    <a:pt x="56372" y="6976"/>
                  </a:lnTo>
                  <a:lnTo>
                    <a:pt x="56838" y="7312"/>
                  </a:lnTo>
                  <a:lnTo>
                    <a:pt x="58722" y="9053"/>
                  </a:lnTo>
                  <a:lnTo>
                    <a:pt x="59293" y="9581"/>
                  </a:lnTo>
                  <a:lnTo>
                    <a:pt x="61228" y="11369"/>
                  </a:lnTo>
                  <a:lnTo>
                    <a:pt x="65402" y="15227"/>
                  </a:lnTo>
                  <a:lnTo>
                    <a:pt x="73924" y="20927"/>
                  </a:lnTo>
                  <a:lnTo>
                    <a:pt x="79828" y="23008"/>
                  </a:lnTo>
                  <a:lnTo>
                    <a:pt x="86455" y="26620"/>
                  </a:lnTo>
                  <a:lnTo>
                    <a:pt x="93873" y="28847"/>
                  </a:lnTo>
                  <a:lnTo>
                    <a:pt x="98978" y="30854"/>
                  </a:lnTo>
                  <a:lnTo>
                    <a:pt x="102316" y="33362"/>
                  </a:lnTo>
                  <a:lnTo>
                    <a:pt x="105261" y="40386"/>
                  </a:lnTo>
                  <a:lnTo>
                    <a:pt x="103525" y="51302"/>
                  </a:lnTo>
                  <a:lnTo>
                    <a:pt x="100089" y="57072"/>
                  </a:lnTo>
                  <a:lnTo>
                    <a:pt x="94935" y="63092"/>
                  </a:lnTo>
                  <a:lnTo>
                    <a:pt x="93463" y="68110"/>
                  </a:lnTo>
                  <a:lnTo>
                    <a:pt x="91990" y="74883"/>
                  </a:lnTo>
                  <a:lnTo>
                    <a:pt x="84873" y="77893"/>
                  </a:lnTo>
                  <a:lnTo>
                    <a:pt x="78737" y="77141"/>
                  </a:lnTo>
                  <a:lnTo>
                    <a:pt x="70638" y="71371"/>
                  </a:lnTo>
                  <a:lnTo>
                    <a:pt x="64993" y="68611"/>
                  </a:lnTo>
                  <a:lnTo>
                    <a:pt x="54685" y="71622"/>
                  </a:lnTo>
                  <a:lnTo>
                    <a:pt x="43396" y="71622"/>
                  </a:lnTo>
                  <a:lnTo>
                    <a:pt x="35788" y="68361"/>
                  </a:lnTo>
                  <a:lnTo>
                    <a:pt x="26461" y="61085"/>
                  </a:lnTo>
                  <a:lnTo>
                    <a:pt x="20326" y="58828"/>
                  </a:lnTo>
                  <a:lnTo>
                    <a:pt x="15417" y="54814"/>
                  </a:lnTo>
                  <a:lnTo>
                    <a:pt x="8054" y="46786"/>
                  </a:lnTo>
                  <a:lnTo>
                    <a:pt x="3882" y="37253"/>
                  </a:lnTo>
                  <a:lnTo>
                    <a:pt x="0" y="29665"/>
                  </a:lnTo>
                  <a:lnTo>
                    <a:pt x="10062" y="31170"/>
                  </a:lnTo>
                  <a:lnTo>
                    <a:pt x="9817" y="25902"/>
                  </a:lnTo>
                  <a:lnTo>
                    <a:pt x="10798" y="20132"/>
                  </a:lnTo>
                  <a:lnTo>
                    <a:pt x="11739" y="15394"/>
                  </a:lnTo>
                  <a:lnTo>
                    <a:pt x="11516" y="15232"/>
                  </a:lnTo>
                  <a:lnTo>
                    <a:pt x="11750" y="14518"/>
                  </a:lnTo>
                  <a:lnTo>
                    <a:pt x="12396" y="12547"/>
                  </a:lnTo>
                  <a:lnTo>
                    <a:pt x="13257" y="10200"/>
                  </a:lnTo>
                  <a:lnTo>
                    <a:pt x="13686" y="9030"/>
                  </a:lnTo>
                  <a:lnTo>
                    <a:pt x="13793" y="8540"/>
                  </a:lnTo>
                  <a:lnTo>
                    <a:pt x="14236" y="6502"/>
                  </a:lnTo>
                  <a:lnTo>
                    <a:pt x="14807" y="5548"/>
                  </a:lnTo>
                  <a:lnTo>
                    <a:pt x="14932" y="5339"/>
                  </a:lnTo>
                  <a:lnTo>
                    <a:pt x="15423" y="4520"/>
                  </a:lnTo>
                  <a:lnTo>
                    <a:pt x="15525" y="4349"/>
                  </a:lnTo>
                  <a:lnTo>
                    <a:pt x="16968" y="1941"/>
                  </a:lnTo>
                  <a:lnTo>
                    <a:pt x="17292" y="1460"/>
                  </a:lnTo>
                  <a:lnTo>
                    <a:pt x="17922" y="529"/>
                  </a:lnTo>
                  <a:lnTo>
                    <a:pt x="18079" y="449"/>
                  </a:lnTo>
                  <a:lnTo>
                    <a:pt x="20149" y="1457"/>
                  </a:lnTo>
                  <a:lnTo>
                    <a:pt x="20458" y="1433"/>
                  </a:lnTo>
                  <a:lnTo>
                    <a:pt x="24648" y="1106"/>
                  </a:lnTo>
                  <a:lnTo>
                    <a:pt x="25480" y="1027"/>
                  </a:lnTo>
                  <a:lnTo>
                    <a:pt x="26479" y="196"/>
                  </a:lnTo>
                  <a:lnTo>
                    <a:pt x="26619" y="0"/>
                  </a:lnTo>
                  <a:lnTo>
                    <a:pt x="30017" y="11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g85"/>
            <p:cNvSpPr/>
            <p:nvPr/>
          </p:nvSpPr>
          <p:spPr>
            <a:xfrm>
              <a:off x="3378838" y="4289197"/>
              <a:ext cx="130208" cy="117680"/>
            </a:xfrm>
            <a:custGeom>
              <a:avLst/>
              <a:pathLst>
                <a:path w="130208" h="117680">
                  <a:moveTo>
                    <a:pt x="86640" y="16589"/>
                  </a:moveTo>
                  <a:lnTo>
                    <a:pt x="88623" y="16734"/>
                  </a:lnTo>
                  <a:lnTo>
                    <a:pt x="91982" y="3679"/>
                  </a:lnTo>
                  <a:lnTo>
                    <a:pt x="96793" y="3980"/>
                  </a:lnTo>
                  <a:lnTo>
                    <a:pt x="109162" y="7191"/>
                  </a:lnTo>
                  <a:lnTo>
                    <a:pt x="116820" y="12108"/>
                  </a:lnTo>
                  <a:lnTo>
                    <a:pt x="112093" y="20225"/>
                  </a:lnTo>
                  <a:lnTo>
                    <a:pt x="112348" y="20378"/>
                  </a:lnTo>
                  <a:lnTo>
                    <a:pt x="116230" y="22707"/>
                  </a:lnTo>
                  <a:lnTo>
                    <a:pt x="124194" y="25957"/>
                  </a:lnTo>
                  <a:lnTo>
                    <a:pt x="124936" y="36185"/>
                  </a:lnTo>
                  <a:lnTo>
                    <a:pt x="127016" y="40454"/>
                  </a:lnTo>
                  <a:lnTo>
                    <a:pt x="130208" y="47844"/>
                  </a:lnTo>
                  <a:lnTo>
                    <a:pt x="126331" y="54712"/>
                  </a:lnTo>
                  <a:lnTo>
                    <a:pt x="120253" y="52028"/>
                  </a:lnTo>
                  <a:lnTo>
                    <a:pt x="119435" y="51667"/>
                  </a:lnTo>
                  <a:lnTo>
                    <a:pt x="115249" y="57564"/>
                  </a:lnTo>
                  <a:lnTo>
                    <a:pt x="112328" y="55183"/>
                  </a:lnTo>
                  <a:lnTo>
                    <a:pt x="105361" y="50806"/>
                  </a:lnTo>
                  <a:lnTo>
                    <a:pt x="86068" y="38688"/>
                  </a:lnTo>
                  <a:lnTo>
                    <a:pt x="78644" y="37434"/>
                  </a:lnTo>
                  <a:lnTo>
                    <a:pt x="74810" y="36868"/>
                  </a:lnTo>
                  <a:lnTo>
                    <a:pt x="74587" y="40103"/>
                  </a:lnTo>
                  <a:lnTo>
                    <a:pt x="64090" y="38854"/>
                  </a:lnTo>
                  <a:lnTo>
                    <a:pt x="61013" y="38467"/>
                  </a:lnTo>
                  <a:lnTo>
                    <a:pt x="51626" y="37229"/>
                  </a:lnTo>
                  <a:lnTo>
                    <a:pt x="49082" y="36893"/>
                  </a:lnTo>
                  <a:lnTo>
                    <a:pt x="49386" y="33566"/>
                  </a:lnTo>
                  <a:lnTo>
                    <a:pt x="49718" y="29944"/>
                  </a:lnTo>
                  <a:lnTo>
                    <a:pt x="46596" y="29643"/>
                  </a:lnTo>
                  <a:lnTo>
                    <a:pt x="42119" y="29582"/>
                  </a:lnTo>
                  <a:lnTo>
                    <a:pt x="37289" y="30004"/>
                  </a:lnTo>
                  <a:lnTo>
                    <a:pt x="32401" y="30004"/>
                  </a:lnTo>
                  <a:lnTo>
                    <a:pt x="32442" y="36973"/>
                  </a:lnTo>
                  <a:lnTo>
                    <a:pt x="30457" y="36747"/>
                  </a:lnTo>
                  <a:lnTo>
                    <a:pt x="27453" y="36145"/>
                  </a:lnTo>
                  <a:lnTo>
                    <a:pt x="26569" y="43069"/>
                  </a:lnTo>
                  <a:lnTo>
                    <a:pt x="25509" y="49692"/>
                  </a:lnTo>
                  <a:lnTo>
                    <a:pt x="20385" y="57940"/>
                  </a:lnTo>
                  <a:lnTo>
                    <a:pt x="19393" y="58764"/>
                  </a:lnTo>
                  <a:lnTo>
                    <a:pt x="12904" y="57820"/>
                  </a:lnTo>
                  <a:lnTo>
                    <a:pt x="9222" y="70845"/>
                  </a:lnTo>
                  <a:lnTo>
                    <a:pt x="9290" y="73829"/>
                  </a:lnTo>
                  <a:lnTo>
                    <a:pt x="22150" y="95804"/>
                  </a:lnTo>
                  <a:lnTo>
                    <a:pt x="24310" y="104936"/>
                  </a:lnTo>
                  <a:lnTo>
                    <a:pt x="25292" y="107645"/>
                  </a:lnTo>
                  <a:lnTo>
                    <a:pt x="34716" y="112261"/>
                  </a:lnTo>
                  <a:lnTo>
                    <a:pt x="27943" y="117680"/>
                  </a:lnTo>
                  <a:lnTo>
                    <a:pt x="18813" y="109853"/>
                  </a:lnTo>
                  <a:lnTo>
                    <a:pt x="3204" y="73929"/>
                  </a:lnTo>
                  <a:lnTo>
                    <a:pt x="3864" y="69212"/>
                  </a:lnTo>
                  <a:lnTo>
                    <a:pt x="5452" y="63480"/>
                  </a:lnTo>
                  <a:lnTo>
                    <a:pt x="7634" y="55605"/>
                  </a:lnTo>
                  <a:lnTo>
                    <a:pt x="9283" y="50969"/>
                  </a:lnTo>
                  <a:lnTo>
                    <a:pt x="9166" y="42299"/>
                  </a:lnTo>
                  <a:lnTo>
                    <a:pt x="9283" y="39951"/>
                  </a:lnTo>
                  <a:lnTo>
                    <a:pt x="9553" y="36605"/>
                  </a:lnTo>
                  <a:lnTo>
                    <a:pt x="3007" y="35296"/>
                  </a:lnTo>
                  <a:lnTo>
                    <a:pt x="3204" y="24258"/>
                  </a:lnTo>
                  <a:lnTo>
                    <a:pt x="11450" y="26566"/>
                  </a:lnTo>
                  <a:lnTo>
                    <a:pt x="12163" y="23434"/>
                  </a:lnTo>
                  <a:lnTo>
                    <a:pt x="8953" y="20824"/>
                  </a:lnTo>
                  <a:lnTo>
                    <a:pt x="3812" y="16326"/>
                  </a:lnTo>
                  <a:lnTo>
                    <a:pt x="5142" y="14727"/>
                  </a:lnTo>
                  <a:lnTo>
                    <a:pt x="0" y="9862"/>
                  </a:lnTo>
                  <a:lnTo>
                    <a:pt x="3460" y="5949"/>
                  </a:lnTo>
                  <a:lnTo>
                    <a:pt x="9123" y="9940"/>
                  </a:lnTo>
                  <a:lnTo>
                    <a:pt x="17389" y="0"/>
                  </a:lnTo>
                  <a:lnTo>
                    <a:pt x="28118" y="7119"/>
                  </a:lnTo>
                  <a:lnTo>
                    <a:pt x="30065" y="8410"/>
                  </a:lnTo>
                  <a:lnTo>
                    <a:pt x="30668" y="8811"/>
                  </a:lnTo>
                  <a:lnTo>
                    <a:pt x="30937" y="3662"/>
                  </a:lnTo>
                  <a:lnTo>
                    <a:pt x="35698" y="3813"/>
                  </a:lnTo>
                  <a:lnTo>
                    <a:pt x="35565" y="10057"/>
                  </a:lnTo>
                  <a:lnTo>
                    <a:pt x="36143" y="10205"/>
                  </a:lnTo>
                  <a:lnTo>
                    <a:pt x="42568" y="10766"/>
                  </a:lnTo>
                  <a:lnTo>
                    <a:pt x="56881" y="12030"/>
                  </a:lnTo>
                  <a:lnTo>
                    <a:pt x="66306" y="13174"/>
                  </a:lnTo>
                  <a:lnTo>
                    <a:pt x="66786" y="10626"/>
                  </a:lnTo>
                  <a:lnTo>
                    <a:pt x="81269" y="155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g86"/>
            <p:cNvSpPr/>
            <p:nvPr/>
          </p:nvSpPr>
          <p:spPr>
            <a:xfrm>
              <a:off x="3290847" y="3947969"/>
              <a:ext cx="94690" cy="67708"/>
            </a:xfrm>
            <a:custGeom>
              <a:avLst/>
              <a:pathLst>
                <a:path w="94690" h="67708">
                  <a:moveTo>
                    <a:pt x="72895" y="6742"/>
                  </a:moveTo>
                  <a:lnTo>
                    <a:pt x="75356" y="9455"/>
                  </a:lnTo>
                  <a:lnTo>
                    <a:pt x="75149" y="13505"/>
                  </a:lnTo>
                  <a:lnTo>
                    <a:pt x="62119" y="21214"/>
                  </a:lnTo>
                  <a:lnTo>
                    <a:pt x="64542" y="22967"/>
                  </a:lnTo>
                  <a:lnTo>
                    <a:pt x="69417" y="26492"/>
                  </a:lnTo>
                  <a:lnTo>
                    <a:pt x="70244" y="23754"/>
                  </a:lnTo>
                  <a:lnTo>
                    <a:pt x="70413" y="23191"/>
                  </a:lnTo>
                  <a:lnTo>
                    <a:pt x="75536" y="27967"/>
                  </a:lnTo>
                  <a:lnTo>
                    <a:pt x="75331" y="28618"/>
                  </a:lnTo>
                  <a:lnTo>
                    <a:pt x="74749" y="30468"/>
                  </a:lnTo>
                  <a:lnTo>
                    <a:pt x="79683" y="36529"/>
                  </a:lnTo>
                  <a:lnTo>
                    <a:pt x="78436" y="39104"/>
                  </a:lnTo>
                  <a:lnTo>
                    <a:pt x="84488" y="42033"/>
                  </a:lnTo>
                  <a:lnTo>
                    <a:pt x="87514" y="43498"/>
                  </a:lnTo>
                  <a:lnTo>
                    <a:pt x="84262" y="50898"/>
                  </a:lnTo>
                  <a:lnTo>
                    <a:pt x="88124" y="52933"/>
                  </a:lnTo>
                  <a:lnTo>
                    <a:pt x="93126" y="55569"/>
                  </a:lnTo>
                  <a:lnTo>
                    <a:pt x="93014" y="55921"/>
                  </a:lnTo>
                  <a:lnTo>
                    <a:pt x="92229" y="58375"/>
                  </a:lnTo>
                  <a:lnTo>
                    <a:pt x="94386" y="59075"/>
                  </a:lnTo>
                  <a:lnTo>
                    <a:pt x="94690" y="59173"/>
                  </a:lnTo>
                  <a:lnTo>
                    <a:pt x="92292" y="64509"/>
                  </a:lnTo>
                  <a:lnTo>
                    <a:pt x="88989" y="63534"/>
                  </a:lnTo>
                  <a:lnTo>
                    <a:pt x="85321" y="62451"/>
                  </a:lnTo>
                  <a:lnTo>
                    <a:pt x="84407" y="62295"/>
                  </a:lnTo>
                  <a:lnTo>
                    <a:pt x="80181" y="61570"/>
                  </a:lnTo>
                  <a:lnTo>
                    <a:pt x="81667" y="67005"/>
                  </a:lnTo>
                  <a:lnTo>
                    <a:pt x="75925" y="67708"/>
                  </a:lnTo>
                  <a:lnTo>
                    <a:pt x="73814" y="65801"/>
                  </a:lnTo>
                  <a:lnTo>
                    <a:pt x="67629" y="63644"/>
                  </a:lnTo>
                  <a:lnTo>
                    <a:pt x="64371" y="62790"/>
                  </a:lnTo>
                  <a:lnTo>
                    <a:pt x="63800" y="62640"/>
                  </a:lnTo>
                  <a:lnTo>
                    <a:pt x="61984" y="62841"/>
                  </a:lnTo>
                  <a:lnTo>
                    <a:pt x="61469" y="64362"/>
                  </a:lnTo>
                  <a:lnTo>
                    <a:pt x="61101" y="65450"/>
                  </a:lnTo>
                  <a:lnTo>
                    <a:pt x="57321" y="65299"/>
                  </a:lnTo>
                  <a:lnTo>
                    <a:pt x="57137" y="63553"/>
                  </a:lnTo>
                  <a:lnTo>
                    <a:pt x="56929" y="61586"/>
                  </a:lnTo>
                  <a:lnTo>
                    <a:pt x="54327" y="60734"/>
                  </a:lnTo>
                  <a:lnTo>
                    <a:pt x="52173" y="61552"/>
                  </a:lnTo>
                  <a:lnTo>
                    <a:pt x="50498" y="62189"/>
                  </a:lnTo>
                  <a:lnTo>
                    <a:pt x="47701" y="58977"/>
                  </a:lnTo>
                  <a:lnTo>
                    <a:pt x="46621" y="57422"/>
                  </a:lnTo>
                  <a:lnTo>
                    <a:pt x="49026" y="57021"/>
                  </a:lnTo>
                  <a:lnTo>
                    <a:pt x="47455" y="51953"/>
                  </a:lnTo>
                  <a:lnTo>
                    <a:pt x="45374" y="42300"/>
                  </a:lnTo>
                  <a:lnTo>
                    <a:pt x="39719" y="41698"/>
                  </a:lnTo>
                  <a:lnTo>
                    <a:pt x="37128" y="41216"/>
                  </a:lnTo>
                  <a:lnTo>
                    <a:pt x="34418" y="41818"/>
                  </a:lnTo>
                  <a:lnTo>
                    <a:pt x="32651" y="39530"/>
                  </a:lnTo>
                  <a:lnTo>
                    <a:pt x="29706" y="40373"/>
                  </a:lnTo>
                  <a:lnTo>
                    <a:pt x="33122" y="48802"/>
                  </a:lnTo>
                  <a:lnTo>
                    <a:pt x="33358" y="54582"/>
                  </a:lnTo>
                  <a:lnTo>
                    <a:pt x="30464" y="60499"/>
                  </a:lnTo>
                  <a:lnTo>
                    <a:pt x="28027" y="61988"/>
                  </a:lnTo>
                  <a:lnTo>
                    <a:pt x="19781" y="59429"/>
                  </a:lnTo>
                  <a:lnTo>
                    <a:pt x="4024" y="53709"/>
                  </a:lnTo>
                  <a:lnTo>
                    <a:pt x="0" y="49746"/>
                  </a:lnTo>
                  <a:lnTo>
                    <a:pt x="2774" y="45564"/>
                  </a:lnTo>
                  <a:lnTo>
                    <a:pt x="5238" y="47095"/>
                  </a:lnTo>
                  <a:lnTo>
                    <a:pt x="7250" y="47546"/>
                  </a:lnTo>
                  <a:lnTo>
                    <a:pt x="8134" y="41776"/>
                  </a:lnTo>
                  <a:lnTo>
                    <a:pt x="3437" y="40474"/>
                  </a:lnTo>
                  <a:lnTo>
                    <a:pt x="2874" y="40318"/>
                  </a:lnTo>
                  <a:lnTo>
                    <a:pt x="5985" y="32116"/>
                  </a:lnTo>
                  <a:lnTo>
                    <a:pt x="9361" y="32595"/>
                  </a:lnTo>
                  <a:lnTo>
                    <a:pt x="10343" y="29785"/>
                  </a:lnTo>
                  <a:lnTo>
                    <a:pt x="7201" y="28380"/>
                  </a:lnTo>
                  <a:lnTo>
                    <a:pt x="9252" y="21904"/>
                  </a:lnTo>
                  <a:lnTo>
                    <a:pt x="9815" y="22144"/>
                  </a:lnTo>
                  <a:lnTo>
                    <a:pt x="10313" y="22357"/>
                  </a:lnTo>
                  <a:lnTo>
                    <a:pt x="19374" y="26223"/>
                  </a:lnTo>
                  <a:lnTo>
                    <a:pt x="22251" y="28246"/>
                  </a:lnTo>
                  <a:lnTo>
                    <a:pt x="24323" y="27650"/>
                  </a:lnTo>
                  <a:lnTo>
                    <a:pt x="29505" y="26161"/>
                  </a:lnTo>
                  <a:lnTo>
                    <a:pt x="31142" y="25690"/>
                  </a:lnTo>
                  <a:lnTo>
                    <a:pt x="38297" y="25045"/>
                  </a:lnTo>
                  <a:lnTo>
                    <a:pt x="39013" y="25098"/>
                  </a:lnTo>
                  <a:lnTo>
                    <a:pt x="44247" y="25487"/>
                  </a:lnTo>
                  <a:lnTo>
                    <a:pt x="47054" y="28786"/>
                  </a:lnTo>
                  <a:lnTo>
                    <a:pt x="50742" y="27136"/>
                  </a:lnTo>
                  <a:lnTo>
                    <a:pt x="49929" y="26161"/>
                  </a:lnTo>
                  <a:lnTo>
                    <a:pt x="48656" y="24258"/>
                  </a:lnTo>
                  <a:lnTo>
                    <a:pt x="46663" y="21281"/>
                  </a:lnTo>
                  <a:lnTo>
                    <a:pt x="46336" y="20792"/>
                  </a:lnTo>
                  <a:lnTo>
                    <a:pt x="46216" y="20613"/>
                  </a:lnTo>
                  <a:lnTo>
                    <a:pt x="45636" y="19050"/>
                  </a:lnTo>
                  <a:lnTo>
                    <a:pt x="45339" y="18251"/>
                  </a:lnTo>
                  <a:lnTo>
                    <a:pt x="44861" y="14160"/>
                  </a:lnTo>
                  <a:lnTo>
                    <a:pt x="44112" y="11313"/>
                  </a:lnTo>
                  <a:lnTo>
                    <a:pt x="44764" y="10947"/>
                  </a:lnTo>
                  <a:lnTo>
                    <a:pt x="47733" y="9328"/>
                  </a:lnTo>
                  <a:lnTo>
                    <a:pt x="47658" y="9031"/>
                  </a:lnTo>
                  <a:lnTo>
                    <a:pt x="46928" y="6153"/>
                  </a:lnTo>
                  <a:lnTo>
                    <a:pt x="46692" y="5028"/>
                  </a:lnTo>
                  <a:lnTo>
                    <a:pt x="48779" y="4803"/>
                  </a:lnTo>
                  <a:lnTo>
                    <a:pt x="51531" y="4506"/>
                  </a:lnTo>
                  <a:lnTo>
                    <a:pt x="52681" y="4382"/>
                  </a:lnTo>
                  <a:lnTo>
                    <a:pt x="53373" y="4359"/>
                  </a:lnTo>
                  <a:lnTo>
                    <a:pt x="53871" y="7654"/>
                  </a:lnTo>
                  <a:lnTo>
                    <a:pt x="53994" y="8464"/>
                  </a:lnTo>
                  <a:lnTo>
                    <a:pt x="55649" y="9350"/>
                  </a:lnTo>
                  <a:lnTo>
                    <a:pt x="57291" y="10230"/>
                  </a:lnTo>
                  <a:lnTo>
                    <a:pt x="57567" y="10377"/>
                  </a:lnTo>
                  <a:lnTo>
                    <a:pt x="60214" y="9994"/>
                  </a:lnTo>
                  <a:lnTo>
                    <a:pt x="61709" y="8749"/>
                  </a:lnTo>
                  <a:lnTo>
                    <a:pt x="62549" y="9244"/>
                  </a:lnTo>
                  <a:lnTo>
                    <a:pt x="64757" y="9151"/>
                  </a:lnTo>
                  <a:lnTo>
                    <a:pt x="65017" y="8974"/>
                  </a:lnTo>
                  <a:lnTo>
                    <a:pt x="64894" y="6769"/>
                  </a:lnTo>
                  <a:lnTo>
                    <a:pt x="64664" y="4740"/>
                  </a:lnTo>
                  <a:lnTo>
                    <a:pt x="64522" y="4209"/>
                  </a:lnTo>
                  <a:lnTo>
                    <a:pt x="64356" y="3588"/>
                  </a:lnTo>
                  <a:lnTo>
                    <a:pt x="65816" y="1878"/>
                  </a:lnTo>
                  <a:lnTo>
                    <a:pt x="67419" y="0"/>
                  </a:lnTo>
                  <a:lnTo>
                    <a:pt x="68340" y="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g87"/>
            <p:cNvSpPr/>
            <p:nvPr/>
          </p:nvSpPr>
          <p:spPr>
            <a:xfrm>
              <a:off x="3258593" y="3830482"/>
              <a:ext cx="127630" cy="91937"/>
            </a:xfrm>
            <a:custGeom>
              <a:avLst/>
              <a:pathLst>
                <a:path w="127630" h="91937">
                  <a:moveTo>
                    <a:pt x="120426" y="25996"/>
                  </a:moveTo>
                  <a:lnTo>
                    <a:pt x="123032" y="45088"/>
                  </a:lnTo>
                  <a:lnTo>
                    <a:pt x="121697" y="53356"/>
                  </a:lnTo>
                  <a:lnTo>
                    <a:pt x="122824" y="58259"/>
                  </a:lnTo>
                  <a:lnTo>
                    <a:pt x="127630" y="65462"/>
                  </a:lnTo>
                  <a:lnTo>
                    <a:pt x="120676" y="65656"/>
                  </a:lnTo>
                  <a:lnTo>
                    <a:pt x="116356" y="65254"/>
                  </a:lnTo>
                  <a:lnTo>
                    <a:pt x="110840" y="62536"/>
                  </a:lnTo>
                  <a:lnTo>
                    <a:pt x="108381" y="62504"/>
                  </a:lnTo>
                  <a:lnTo>
                    <a:pt x="104714" y="62456"/>
                  </a:lnTo>
                  <a:lnTo>
                    <a:pt x="104705" y="65296"/>
                  </a:lnTo>
                  <a:lnTo>
                    <a:pt x="104693" y="68933"/>
                  </a:lnTo>
                  <a:lnTo>
                    <a:pt x="104684" y="72049"/>
                  </a:lnTo>
                  <a:lnTo>
                    <a:pt x="99702" y="72577"/>
                  </a:lnTo>
                  <a:lnTo>
                    <a:pt x="99573" y="72590"/>
                  </a:lnTo>
                  <a:lnTo>
                    <a:pt x="97693" y="72789"/>
                  </a:lnTo>
                  <a:lnTo>
                    <a:pt x="97523" y="73416"/>
                  </a:lnTo>
                  <a:lnTo>
                    <a:pt x="97484" y="73560"/>
                  </a:lnTo>
                  <a:lnTo>
                    <a:pt x="97280" y="74316"/>
                  </a:lnTo>
                  <a:lnTo>
                    <a:pt x="97021" y="75272"/>
                  </a:lnTo>
                  <a:lnTo>
                    <a:pt x="96754" y="76257"/>
                  </a:lnTo>
                  <a:lnTo>
                    <a:pt x="96718" y="76392"/>
                  </a:lnTo>
                  <a:lnTo>
                    <a:pt x="96681" y="76526"/>
                  </a:lnTo>
                  <a:lnTo>
                    <a:pt x="96446" y="77395"/>
                  </a:lnTo>
                  <a:lnTo>
                    <a:pt x="96409" y="77532"/>
                  </a:lnTo>
                  <a:lnTo>
                    <a:pt x="96208" y="78277"/>
                  </a:lnTo>
                  <a:lnTo>
                    <a:pt x="95964" y="79178"/>
                  </a:lnTo>
                  <a:lnTo>
                    <a:pt x="95745" y="79985"/>
                  </a:lnTo>
                  <a:lnTo>
                    <a:pt x="95498" y="80900"/>
                  </a:lnTo>
                  <a:lnTo>
                    <a:pt x="95463" y="81030"/>
                  </a:lnTo>
                  <a:lnTo>
                    <a:pt x="95249" y="81819"/>
                  </a:lnTo>
                  <a:lnTo>
                    <a:pt x="95125" y="82278"/>
                  </a:lnTo>
                  <a:lnTo>
                    <a:pt x="95062" y="82462"/>
                  </a:lnTo>
                  <a:lnTo>
                    <a:pt x="94985" y="82686"/>
                  </a:lnTo>
                  <a:lnTo>
                    <a:pt x="94154" y="85117"/>
                  </a:lnTo>
                  <a:lnTo>
                    <a:pt x="92520" y="89893"/>
                  </a:lnTo>
                  <a:lnTo>
                    <a:pt x="88803" y="89262"/>
                  </a:lnTo>
                  <a:lnTo>
                    <a:pt x="88655" y="89191"/>
                  </a:lnTo>
                  <a:lnTo>
                    <a:pt x="88498" y="89116"/>
                  </a:lnTo>
                  <a:lnTo>
                    <a:pt x="88279" y="89011"/>
                  </a:lnTo>
                  <a:lnTo>
                    <a:pt x="81459" y="85740"/>
                  </a:lnTo>
                  <a:lnTo>
                    <a:pt x="70594" y="88539"/>
                  </a:lnTo>
                  <a:lnTo>
                    <a:pt x="62111" y="90340"/>
                  </a:lnTo>
                  <a:lnTo>
                    <a:pt x="55578" y="91726"/>
                  </a:lnTo>
                  <a:lnTo>
                    <a:pt x="54585" y="91937"/>
                  </a:lnTo>
                  <a:lnTo>
                    <a:pt x="52354" y="86944"/>
                  </a:lnTo>
                  <a:lnTo>
                    <a:pt x="51990" y="86981"/>
                  </a:lnTo>
                  <a:lnTo>
                    <a:pt x="47337" y="87456"/>
                  </a:lnTo>
                  <a:lnTo>
                    <a:pt x="45200" y="87968"/>
                  </a:lnTo>
                  <a:lnTo>
                    <a:pt x="44242" y="88198"/>
                  </a:lnTo>
                  <a:lnTo>
                    <a:pt x="35049" y="90401"/>
                  </a:lnTo>
                  <a:lnTo>
                    <a:pt x="34733" y="90476"/>
                  </a:lnTo>
                  <a:lnTo>
                    <a:pt x="34738" y="90267"/>
                  </a:lnTo>
                  <a:lnTo>
                    <a:pt x="34742" y="90115"/>
                  </a:lnTo>
                  <a:lnTo>
                    <a:pt x="34825" y="87013"/>
                  </a:lnTo>
                  <a:lnTo>
                    <a:pt x="34984" y="81036"/>
                  </a:lnTo>
                  <a:lnTo>
                    <a:pt x="27193" y="80703"/>
                  </a:lnTo>
                  <a:lnTo>
                    <a:pt x="27446" y="90160"/>
                  </a:lnTo>
                  <a:lnTo>
                    <a:pt x="21202" y="90179"/>
                  </a:lnTo>
                  <a:lnTo>
                    <a:pt x="21040" y="90179"/>
                  </a:lnTo>
                  <a:lnTo>
                    <a:pt x="19903" y="90183"/>
                  </a:lnTo>
                  <a:lnTo>
                    <a:pt x="17653" y="90189"/>
                  </a:lnTo>
                  <a:lnTo>
                    <a:pt x="14426" y="90199"/>
                  </a:lnTo>
                  <a:lnTo>
                    <a:pt x="14153" y="90200"/>
                  </a:lnTo>
                  <a:lnTo>
                    <a:pt x="7557" y="90046"/>
                  </a:lnTo>
                  <a:lnTo>
                    <a:pt x="7262" y="90039"/>
                  </a:lnTo>
                  <a:lnTo>
                    <a:pt x="1661" y="89966"/>
                  </a:lnTo>
                  <a:lnTo>
                    <a:pt x="0" y="80992"/>
                  </a:lnTo>
                  <a:lnTo>
                    <a:pt x="6639" y="80745"/>
                  </a:lnTo>
                  <a:lnTo>
                    <a:pt x="4185" y="73219"/>
                  </a:lnTo>
                  <a:lnTo>
                    <a:pt x="7182" y="69997"/>
                  </a:lnTo>
                  <a:lnTo>
                    <a:pt x="7974" y="67633"/>
                  </a:lnTo>
                  <a:lnTo>
                    <a:pt x="14457" y="69049"/>
                  </a:lnTo>
                  <a:lnTo>
                    <a:pt x="14987" y="67183"/>
                  </a:lnTo>
                  <a:lnTo>
                    <a:pt x="11362" y="65384"/>
                  </a:lnTo>
                  <a:lnTo>
                    <a:pt x="10459" y="60216"/>
                  </a:lnTo>
                  <a:lnTo>
                    <a:pt x="10863" y="59009"/>
                  </a:lnTo>
                  <a:lnTo>
                    <a:pt x="11950" y="56682"/>
                  </a:lnTo>
                  <a:lnTo>
                    <a:pt x="15930" y="58272"/>
                  </a:lnTo>
                  <a:lnTo>
                    <a:pt x="16460" y="57188"/>
                  </a:lnTo>
                  <a:lnTo>
                    <a:pt x="12628" y="55230"/>
                  </a:lnTo>
                  <a:lnTo>
                    <a:pt x="13015" y="54401"/>
                  </a:lnTo>
                  <a:lnTo>
                    <a:pt x="13956" y="52387"/>
                  </a:lnTo>
                  <a:lnTo>
                    <a:pt x="14372" y="51416"/>
                  </a:lnTo>
                  <a:lnTo>
                    <a:pt x="18286" y="52552"/>
                  </a:lnTo>
                  <a:lnTo>
                    <a:pt x="21290" y="44906"/>
                  </a:lnTo>
                  <a:lnTo>
                    <a:pt x="21625" y="44048"/>
                  </a:lnTo>
                  <a:lnTo>
                    <a:pt x="18987" y="42492"/>
                  </a:lnTo>
                  <a:lnTo>
                    <a:pt x="18356" y="42120"/>
                  </a:lnTo>
                  <a:lnTo>
                    <a:pt x="19563" y="38077"/>
                  </a:lnTo>
                  <a:lnTo>
                    <a:pt x="20447" y="35167"/>
                  </a:lnTo>
                  <a:lnTo>
                    <a:pt x="22508" y="32257"/>
                  </a:lnTo>
                  <a:lnTo>
                    <a:pt x="26533" y="29799"/>
                  </a:lnTo>
                  <a:lnTo>
                    <a:pt x="32230" y="26493"/>
                  </a:lnTo>
                  <a:lnTo>
                    <a:pt x="34763" y="25924"/>
                  </a:lnTo>
                  <a:lnTo>
                    <a:pt x="35255" y="25448"/>
                  </a:lnTo>
                  <a:lnTo>
                    <a:pt x="38004" y="22787"/>
                  </a:lnTo>
                  <a:lnTo>
                    <a:pt x="38207" y="22591"/>
                  </a:lnTo>
                  <a:lnTo>
                    <a:pt x="38775" y="22041"/>
                  </a:lnTo>
                  <a:lnTo>
                    <a:pt x="38900" y="21611"/>
                  </a:lnTo>
                  <a:lnTo>
                    <a:pt x="39098" y="20934"/>
                  </a:lnTo>
                  <a:lnTo>
                    <a:pt x="39651" y="19036"/>
                  </a:lnTo>
                  <a:lnTo>
                    <a:pt x="40169" y="16785"/>
                  </a:lnTo>
                  <a:lnTo>
                    <a:pt x="40268" y="16358"/>
                  </a:lnTo>
                  <a:lnTo>
                    <a:pt x="40678" y="16446"/>
                  </a:lnTo>
                  <a:lnTo>
                    <a:pt x="42216" y="16775"/>
                  </a:lnTo>
                  <a:lnTo>
                    <a:pt x="44601" y="17057"/>
                  </a:lnTo>
                  <a:lnTo>
                    <a:pt x="46017" y="17225"/>
                  </a:lnTo>
                  <a:lnTo>
                    <a:pt x="49174" y="17225"/>
                  </a:lnTo>
                  <a:lnTo>
                    <a:pt x="51829" y="17225"/>
                  </a:lnTo>
                  <a:lnTo>
                    <a:pt x="53218" y="17288"/>
                  </a:lnTo>
                  <a:lnTo>
                    <a:pt x="55675" y="17399"/>
                  </a:lnTo>
                  <a:lnTo>
                    <a:pt x="56164" y="17572"/>
                  </a:lnTo>
                  <a:lnTo>
                    <a:pt x="58227" y="18303"/>
                  </a:lnTo>
                  <a:lnTo>
                    <a:pt x="59900" y="19510"/>
                  </a:lnTo>
                  <a:lnTo>
                    <a:pt x="60075" y="19636"/>
                  </a:lnTo>
                  <a:lnTo>
                    <a:pt x="61975" y="20952"/>
                  </a:lnTo>
                  <a:lnTo>
                    <a:pt x="64488" y="23425"/>
                  </a:lnTo>
                  <a:lnTo>
                    <a:pt x="64907" y="23847"/>
                  </a:lnTo>
                  <a:lnTo>
                    <a:pt x="70552" y="27659"/>
                  </a:lnTo>
                  <a:lnTo>
                    <a:pt x="72588" y="22670"/>
                  </a:lnTo>
                  <a:lnTo>
                    <a:pt x="74388" y="18259"/>
                  </a:lnTo>
                  <a:lnTo>
                    <a:pt x="79876" y="6187"/>
                  </a:lnTo>
                  <a:lnTo>
                    <a:pt x="82782" y="1435"/>
                  </a:lnTo>
                  <a:lnTo>
                    <a:pt x="89378" y="0"/>
                  </a:lnTo>
                  <a:lnTo>
                    <a:pt x="92441" y="3211"/>
                  </a:lnTo>
                  <a:lnTo>
                    <a:pt x="99573" y="6024"/>
                  </a:lnTo>
                  <a:lnTo>
                    <a:pt x="106891" y="8910"/>
                  </a:lnTo>
                  <a:lnTo>
                    <a:pt x="110033" y="13646"/>
                  </a:lnTo>
                  <a:lnTo>
                    <a:pt x="113567" y="199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g88"/>
            <p:cNvSpPr/>
            <p:nvPr/>
          </p:nvSpPr>
          <p:spPr>
            <a:xfrm>
              <a:off x="2533425" y="3467809"/>
              <a:ext cx="214185" cy="169662"/>
            </a:xfrm>
            <a:custGeom>
              <a:avLst/>
              <a:pathLst>
                <a:path w="214185" h="169662">
                  <a:moveTo>
                    <a:pt x="48330" y="2087"/>
                  </a:moveTo>
                  <a:lnTo>
                    <a:pt x="43729" y="12135"/>
                  </a:lnTo>
                  <a:lnTo>
                    <a:pt x="43600" y="12493"/>
                  </a:lnTo>
                  <a:lnTo>
                    <a:pt x="42002" y="19652"/>
                  </a:lnTo>
                  <a:lnTo>
                    <a:pt x="40666" y="24188"/>
                  </a:lnTo>
                  <a:lnTo>
                    <a:pt x="40432" y="29053"/>
                  </a:lnTo>
                  <a:lnTo>
                    <a:pt x="40274" y="32336"/>
                  </a:lnTo>
                  <a:lnTo>
                    <a:pt x="39449" y="35186"/>
                  </a:lnTo>
                  <a:lnTo>
                    <a:pt x="36704" y="42886"/>
                  </a:lnTo>
                  <a:lnTo>
                    <a:pt x="37548" y="43799"/>
                  </a:lnTo>
                  <a:lnTo>
                    <a:pt x="43659" y="37786"/>
                  </a:lnTo>
                  <a:lnTo>
                    <a:pt x="46359" y="41737"/>
                  </a:lnTo>
                  <a:lnTo>
                    <a:pt x="49275" y="40874"/>
                  </a:lnTo>
                  <a:lnTo>
                    <a:pt x="50049" y="42153"/>
                  </a:lnTo>
                  <a:lnTo>
                    <a:pt x="53619" y="43633"/>
                  </a:lnTo>
                  <a:lnTo>
                    <a:pt x="55459" y="47321"/>
                  </a:lnTo>
                  <a:lnTo>
                    <a:pt x="53054" y="48550"/>
                  </a:lnTo>
                  <a:lnTo>
                    <a:pt x="52807" y="48691"/>
                  </a:lnTo>
                  <a:lnTo>
                    <a:pt x="54455" y="54489"/>
                  </a:lnTo>
                  <a:lnTo>
                    <a:pt x="54202" y="54695"/>
                  </a:lnTo>
                  <a:lnTo>
                    <a:pt x="51179" y="57014"/>
                  </a:lnTo>
                  <a:lnTo>
                    <a:pt x="49616" y="58213"/>
                  </a:lnTo>
                  <a:lnTo>
                    <a:pt x="48214" y="59290"/>
                  </a:lnTo>
                  <a:lnTo>
                    <a:pt x="47408" y="59918"/>
                  </a:lnTo>
                  <a:lnTo>
                    <a:pt x="44752" y="61989"/>
                  </a:lnTo>
                  <a:lnTo>
                    <a:pt x="44075" y="62517"/>
                  </a:lnTo>
                  <a:lnTo>
                    <a:pt x="43743" y="62775"/>
                  </a:lnTo>
                  <a:lnTo>
                    <a:pt x="42566" y="63693"/>
                  </a:lnTo>
                  <a:lnTo>
                    <a:pt x="41938" y="64183"/>
                  </a:lnTo>
                  <a:lnTo>
                    <a:pt x="39887" y="66322"/>
                  </a:lnTo>
                  <a:lnTo>
                    <a:pt x="40060" y="66783"/>
                  </a:lnTo>
                  <a:lnTo>
                    <a:pt x="41236" y="66684"/>
                  </a:lnTo>
                  <a:lnTo>
                    <a:pt x="41728" y="66643"/>
                  </a:lnTo>
                  <a:lnTo>
                    <a:pt x="42622" y="67004"/>
                  </a:lnTo>
                  <a:lnTo>
                    <a:pt x="42825" y="67085"/>
                  </a:lnTo>
                  <a:lnTo>
                    <a:pt x="43052" y="67173"/>
                  </a:lnTo>
                  <a:lnTo>
                    <a:pt x="45485" y="68620"/>
                  </a:lnTo>
                  <a:lnTo>
                    <a:pt x="45654" y="68756"/>
                  </a:lnTo>
                  <a:lnTo>
                    <a:pt x="46141" y="69183"/>
                  </a:lnTo>
                  <a:lnTo>
                    <a:pt x="46215" y="69364"/>
                  </a:lnTo>
                  <a:lnTo>
                    <a:pt x="46353" y="69705"/>
                  </a:lnTo>
                  <a:lnTo>
                    <a:pt x="46480" y="70016"/>
                  </a:lnTo>
                  <a:lnTo>
                    <a:pt x="46604" y="70321"/>
                  </a:lnTo>
                  <a:lnTo>
                    <a:pt x="47082" y="71509"/>
                  </a:lnTo>
                  <a:lnTo>
                    <a:pt x="47147" y="71671"/>
                  </a:lnTo>
                  <a:lnTo>
                    <a:pt x="47258" y="71946"/>
                  </a:lnTo>
                  <a:lnTo>
                    <a:pt x="47693" y="73026"/>
                  </a:lnTo>
                  <a:lnTo>
                    <a:pt x="47878" y="73486"/>
                  </a:lnTo>
                  <a:lnTo>
                    <a:pt x="48102" y="73956"/>
                  </a:lnTo>
                  <a:lnTo>
                    <a:pt x="48990" y="75476"/>
                  </a:lnTo>
                  <a:lnTo>
                    <a:pt x="50876" y="77979"/>
                  </a:lnTo>
                  <a:lnTo>
                    <a:pt x="51023" y="78176"/>
                  </a:lnTo>
                  <a:lnTo>
                    <a:pt x="52651" y="80337"/>
                  </a:lnTo>
                  <a:lnTo>
                    <a:pt x="53919" y="82019"/>
                  </a:lnTo>
                  <a:lnTo>
                    <a:pt x="54442" y="82679"/>
                  </a:lnTo>
                  <a:lnTo>
                    <a:pt x="54685" y="82852"/>
                  </a:lnTo>
                  <a:lnTo>
                    <a:pt x="55647" y="83028"/>
                  </a:lnTo>
                  <a:lnTo>
                    <a:pt x="55875" y="83069"/>
                  </a:lnTo>
                  <a:lnTo>
                    <a:pt x="56018" y="83095"/>
                  </a:lnTo>
                  <a:lnTo>
                    <a:pt x="56477" y="83179"/>
                  </a:lnTo>
                  <a:lnTo>
                    <a:pt x="57595" y="83115"/>
                  </a:lnTo>
                  <a:lnTo>
                    <a:pt x="58983" y="83035"/>
                  </a:lnTo>
                  <a:lnTo>
                    <a:pt x="59986" y="82978"/>
                  </a:lnTo>
                  <a:lnTo>
                    <a:pt x="61178" y="82998"/>
                  </a:lnTo>
                  <a:lnTo>
                    <a:pt x="62568" y="83022"/>
                  </a:lnTo>
                  <a:lnTo>
                    <a:pt x="62907" y="83028"/>
                  </a:lnTo>
                  <a:lnTo>
                    <a:pt x="66171" y="83931"/>
                  </a:lnTo>
                  <a:lnTo>
                    <a:pt x="66612" y="84312"/>
                  </a:lnTo>
                  <a:lnTo>
                    <a:pt x="66809" y="84483"/>
                  </a:lnTo>
                  <a:lnTo>
                    <a:pt x="67464" y="84861"/>
                  </a:lnTo>
                  <a:lnTo>
                    <a:pt x="67938" y="85135"/>
                  </a:lnTo>
                  <a:lnTo>
                    <a:pt x="68468" y="85329"/>
                  </a:lnTo>
                  <a:lnTo>
                    <a:pt x="70979" y="86244"/>
                  </a:lnTo>
                  <a:lnTo>
                    <a:pt x="71556" y="86454"/>
                  </a:lnTo>
                  <a:lnTo>
                    <a:pt x="73056" y="87094"/>
                  </a:lnTo>
                  <a:lnTo>
                    <a:pt x="73853" y="87443"/>
                  </a:lnTo>
                  <a:lnTo>
                    <a:pt x="75567" y="88998"/>
                  </a:lnTo>
                  <a:lnTo>
                    <a:pt x="76681" y="89620"/>
                  </a:lnTo>
                  <a:lnTo>
                    <a:pt x="76874" y="89324"/>
                  </a:lnTo>
                  <a:lnTo>
                    <a:pt x="77114" y="88956"/>
                  </a:lnTo>
                  <a:lnTo>
                    <a:pt x="77863" y="87807"/>
                  </a:lnTo>
                  <a:lnTo>
                    <a:pt x="78341" y="87074"/>
                  </a:lnTo>
                  <a:lnTo>
                    <a:pt x="82585" y="87771"/>
                  </a:lnTo>
                  <a:lnTo>
                    <a:pt x="90822" y="89123"/>
                  </a:lnTo>
                  <a:lnTo>
                    <a:pt x="97633" y="90126"/>
                  </a:lnTo>
                  <a:lnTo>
                    <a:pt x="98909" y="91354"/>
                  </a:lnTo>
                  <a:lnTo>
                    <a:pt x="99719" y="92133"/>
                  </a:lnTo>
                  <a:lnTo>
                    <a:pt x="100540" y="92205"/>
                  </a:lnTo>
                  <a:lnTo>
                    <a:pt x="102028" y="92335"/>
                  </a:lnTo>
                  <a:lnTo>
                    <a:pt x="105129" y="92596"/>
                  </a:lnTo>
                  <a:lnTo>
                    <a:pt x="105310" y="92576"/>
                  </a:lnTo>
                  <a:lnTo>
                    <a:pt x="105394" y="90720"/>
                  </a:lnTo>
                  <a:lnTo>
                    <a:pt x="105531" y="87709"/>
                  </a:lnTo>
                  <a:lnTo>
                    <a:pt x="105533" y="87462"/>
                  </a:lnTo>
                  <a:lnTo>
                    <a:pt x="105560" y="83888"/>
                  </a:lnTo>
                  <a:lnTo>
                    <a:pt x="105609" y="77427"/>
                  </a:lnTo>
                  <a:lnTo>
                    <a:pt x="105621" y="75819"/>
                  </a:lnTo>
                  <a:lnTo>
                    <a:pt x="105636" y="74055"/>
                  </a:lnTo>
                  <a:lnTo>
                    <a:pt x="109034" y="73704"/>
                  </a:lnTo>
                  <a:lnTo>
                    <a:pt x="109687" y="76055"/>
                  </a:lnTo>
                  <a:lnTo>
                    <a:pt x="110909" y="80460"/>
                  </a:lnTo>
                  <a:lnTo>
                    <a:pt x="111065" y="85420"/>
                  </a:lnTo>
                  <a:lnTo>
                    <a:pt x="112276" y="86388"/>
                  </a:lnTo>
                  <a:lnTo>
                    <a:pt x="113493" y="86031"/>
                  </a:lnTo>
                  <a:lnTo>
                    <a:pt x="121755" y="83606"/>
                  </a:lnTo>
                  <a:lnTo>
                    <a:pt x="120504" y="81830"/>
                  </a:lnTo>
                  <a:lnTo>
                    <a:pt x="120060" y="81199"/>
                  </a:lnTo>
                  <a:lnTo>
                    <a:pt x="117708" y="76201"/>
                  </a:lnTo>
                  <a:lnTo>
                    <a:pt x="116088" y="71836"/>
                  </a:lnTo>
                  <a:lnTo>
                    <a:pt x="117510" y="71148"/>
                  </a:lnTo>
                  <a:lnTo>
                    <a:pt x="118121" y="70271"/>
                  </a:lnTo>
                  <a:lnTo>
                    <a:pt x="118976" y="69078"/>
                  </a:lnTo>
                  <a:lnTo>
                    <a:pt x="117596" y="66503"/>
                  </a:lnTo>
                  <a:lnTo>
                    <a:pt x="113953" y="59086"/>
                  </a:lnTo>
                  <a:lnTo>
                    <a:pt x="111351" y="58886"/>
                  </a:lnTo>
                  <a:lnTo>
                    <a:pt x="111057" y="62348"/>
                  </a:lnTo>
                  <a:lnTo>
                    <a:pt x="101764" y="61729"/>
                  </a:lnTo>
                  <a:lnTo>
                    <a:pt x="101567" y="64438"/>
                  </a:lnTo>
                  <a:lnTo>
                    <a:pt x="96364" y="64538"/>
                  </a:lnTo>
                  <a:lnTo>
                    <a:pt x="93803" y="61332"/>
                  </a:lnTo>
                  <a:lnTo>
                    <a:pt x="92408" y="59586"/>
                  </a:lnTo>
                  <a:lnTo>
                    <a:pt x="91554" y="58517"/>
                  </a:lnTo>
                  <a:lnTo>
                    <a:pt x="93714" y="47680"/>
                  </a:lnTo>
                  <a:lnTo>
                    <a:pt x="88020" y="42362"/>
                  </a:lnTo>
                  <a:lnTo>
                    <a:pt x="104218" y="23095"/>
                  </a:lnTo>
                  <a:lnTo>
                    <a:pt x="108636" y="21590"/>
                  </a:lnTo>
                  <a:lnTo>
                    <a:pt x="124245" y="22895"/>
                  </a:lnTo>
                  <a:lnTo>
                    <a:pt x="137596" y="23396"/>
                  </a:lnTo>
                  <a:lnTo>
                    <a:pt x="136811" y="18781"/>
                  </a:lnTo>
                  <a:lnTo>
                    <a:pt x="139854" y="17376"/>
                  </a:lnTo>
                  <a:lnTo>
                    <a:pt x="145020" y="28495"/>
                  </a:lnTo>
                  <a:lnTo>
                    <a:pt x="149881" y="27391"/>
                  </a:lnTo>
                  <a:lnTo>
                    <a:pt x="152616" y="31003"/>
                  </a:lnTo>
                  <a:lnTo>
                    <a:pt x="155679" y="38468"/>
                  </a:lnTo>
                  <a:lnTo>
                    <a:pt x="156445" y="43345"/>
                  </a:lnTo>
                  <a:lnTo>
                    <a:pt x="146631" y="42936"/>
                  </a:lnTo>
                  <a:lnTo>
                    <a:pt x="146022" y="44126"/>
                  </a:lnTo>
                  <a:lnTo>
                    <a:pt x="146100" y="44446"/>
                  </a:lnTo>
                  <a:lnTo>
                    <a:pt x="146550" y="46286"/>
                  </a:lnTo>
                  <a:lnTo>
                    <a:pt x="147053" y="48341"/>
                  </a:lnTo>
                  <a:lnTo>
                    <a:pt x="148103" y="51501"/>
                  </a:lnTo>
                  <a:lnTo>
                    <a:pt x="148273" y="52012"/>
                  </a:lnTo>
                  <a:lnTo>
                    <a:pt x="148349" y="52241"/>
                  </a:lnTo>
                  <a:lnTo>
                    <a:pt x="148613" y="53037"/>
                  </a:lnTo>
                  <a:lnTo>
                    <a:pt x="149295" y="53837"/>
                  </a:lnTo>
                  <a:lnTo>
                    <a:pt x="149916" y="54565"/>
                  </a:lnTo>
                  <a:lnTo>
                    <a:pt x="150616" y="55385"/>
                  </a:lnTo>
                  <a:lnTo>
                    <a:pt x="152113" y="55611"/>
                  </a:lnTo>
                  <a:lnTo>
                    <a:pt x="153575" y="55832"/>
                  </a:lnTo>
                  <a:lnTo>
                    <a:pt x="153920" y="55884"/>
                  </a:lnTo>
                  <a:lnTo>
                    <a:pt x="153878" y="59376"/>
                  </a:lnTo>
                  <a:lnTo>
                    <a:pt x="153848" y="61861"/>
                  </a:lnTo>
                  <a:lnTo>
                    <a:pt x="153754" y="62205"/>
                  </a:lnTo>
                  <a:lnTo>
                    <a:pt x="152989" y="65002"/>
                  </a:lnTo>
                  <a:lnTo>
                    <a:pt x="152037" y="68487"/>
                  </a:lnTo>
                  <a:lnTo>
                    <a:pt x="152824" y="69093"/>
                  </a:lnTo>
                  <a:lnTo>
                    <a:pt x="157007" y="72313"/>
                  </a:lnTo>
                  <a:lnTo>
                    <a:pt x="157619" y="73873"/>
                  </a:lnTo>
                  <a:lnTo>
                    <a:pt x="160687" y="74839"/>
                  </a:lnTo>
                  <a:lnTo>
                    <a:pt x="160644" y="75004"/>
                  </a:lnTo>
                  <a:lnTo>
                    <a:pt x="159927" y="77759"/>
                  </a:lnTo>
                  <a:lnTo>
                    <a:pt x="160872" y="77899"/>
                  </a:lnTo>
                  <a:lnTo>
                    <a:pt x="161212" y="77950"/>
                  </a:lnTo>
                  <a:lnTo>
                    <a:pt x="163921" y="78476"/>
                  </a:lnTo>
                  <a:lnTo>
                    <a:pt x="163942" y="79906"/>
                  </a:lnTo>
                  <a:lnTo>
                    <a:pt x="163967" y="81640"/>
                  </a:lnTo>
                  <a:lnTo>
                    <a:pt x="163990" y="83217"/>
                  </a:lnTo>
                  <a:lnTo>
                    <a:pt x="164027" y="85790"/>
                  </a:lnTo>
                  <a:lnTo>
                    <a:pt x="166058" y="85752"/>
                  </a:lnTo>
                  <a:lnTo>
                    <a:pt x="167380" y="85728"/>
                  </a:lnTo>
                  <a:lnTo>
                    <a:pt x="167665" y="85723"/>
                  </a:lnTo>
                  <a:lnTo>
                    <a:pt x="167748" y="85005"/>
                  </a:lnTo>
                  <a:lnTo>
                    <a:pt x="168776" y="85020"/>
                  </a:lnTo>
                  <a:lnTo>
                    <a:pt x="171341" y="85060"/>
                  </a:lnTo>
                  <a:lnTo>
                    <a:pt x="172600" y="85079"/>
                  </a:lnTo>
                  <a:lnTo>
                    <a:pt x="172995" y="85086"/>
                  </a:lnTo>
                  <a:lnTo>
                    <a:pt x="173076" y="86483"/>
                  </a:lnTo>
                  <a:lnTo>
                    <a:pt x="173207" y="88067"/>
                  </a:lnTo>
                  <a:lnTo>
                    <a:pt x="173648" y="88119"/>
                  </a:lnTo>
                  <a:lnTo>
                    <a:pt x="175945" y="88393"/>
                  </a:lnTo>
                  <a:lnTo>
                    <a:pt x="179568" y="88824"/>
                  </a:lnTo>
                  <a:lnTo>
                    <a:pt x="179613" y="85590"/>
                  </a:lnTo>
                  <a:lnTo>
                    <a:pt x="179864" y="85685"/>
                  </a:lnTo>
                  <a:lnTo>
                    <a:pt x="180019" y="85740"/>
                  </a:lnTo>
                  <a:lnTo>
                    <a:pt x="182350" y="86562"/>
                  </a:lnTo>
                  <a:lnTo>
                    <a:pt x="182766" y="86710"/>
                  </a:lnTo>
                  <a:lnTo>
                    <a:pt x="183152" y="86820"/>
                  </a:lnTo>
                  <a:lnTo>
                    <a:pt x="185053" y="87366"/>
                  </a:lnTo>
                  <a:lnTo>
                    <a:pt x="186589" y="87807"/>
                  </a:lnTo>
                  <a:lnTo>
                    <a:pt x="186850" y="89634"/>
                  </a:lnTo>
                  <a:lnTo>
                    <a:pt x="187194" y="92041"/>
                  </a:lnTo>
                  <a:lnTo>
                    <a:pt x="187360" y="93204"/>
                  </a:lnTo>
                  <a:lnTo>
                    <a:pt x="187419" y="93612"/>
                  </a:lnTo>
                  <a:lnTo>
                    <a:pt x="187486" y="94081"/>
                  </a:lnTo>
                  <a:lnTo>
                    <a:pt x="187504" y="94238"/>
                  </a:lnTo>
                  <a:lnTo>
                    <a:pt x="187670" y="95645"/>
                  </a:lnTo>
                  <a:lnTo>
                    <a:pt x="187689" y="95802"/>
                  </a:lnTo>
                  <a:lnTo>
                    <a:pt x="187727" y="96128"/>
                  </a:lnTo>
                  <a:lnTo>
                    <a:pt x="187794" y="96696"/>
                  </a:lnTo>
                  <a:lnTo>
                    <a:pt x="187832" y="97549"/>
                  </a:lnTo>
                  <a:lnTo>
                    <a:pt x="187938" y="99949"/>
                  </a:lnTo>
                  <a:lnTo>
                    <a:pt x="187948" y="100169"/>
                  </a:lnTo>
                  <a:lnTo>
                    <a:pt x="187990" y="101137"/>
                  </a:lnTo>
                  <a:lnTo>
                    <a:pt x="188009" y="101553"/>
                  </a:lnTo>
                  <a:lnTo>
                    <a:pt x="188051" y="101971"/>
                  </a:lnTo>
                  <a:lnTo>
                    <a:pt x="188121" y="102674"/>
                  </a:lnTo>
                  <a:lnTo>
                    <a:pt x="190797" y="102461"/>
                  </a:lnTo>
                  <a:lnTo>
                    <a:pt x="191330" y="110025"/>
                  </a:lnTo>
                  <a:lnTo>
                    <a:pt x="199164" y="108987"/>
                  </a:lnTo>
                  <a:lnTo>
                    <a:pt x="198014" y="111855"/>
                  </a:lnTo>
                  <a:lnTo>
                    <a:pt x="196889" y="114660"/>
                  </a:lnTo>
                  <a:lnTo>
                    <a:pt x="196942" y="114789"/>
                  </a:lnTo>
                  <a:lnTo>
                    <a:pt x="197100" y="115180"/>
                  </a:lnTo>
                  <a:lnTo>
                    <a:pt x="197590" y="116388"/>
                  </a:lnTo>
                  <a:lnTo>
                    <a:pt x="198070" y="116236"/>
                  </a:lnTo>
                  <a:lnTo>
                    <a:pt x="198324" y="116155"/>
                  </a:lnTo>
                  <a:lnTo>
                    <a:pt x="198385" y="116578"/>
                  </a:lnTo>
                  <a:lnTo>
                    <a:pt x="198620" y="118206"/>
                  </a:lnTo>
                  <a:lnTo>
                    <a:pt x="198774" y="118233"/>
                  </a:lnTo>
                  <a:lnTo>
                    <a:pt x="200620" y="118545"/>
                  </a:lnTo>
                  <a:lnTo>
                    <a:pt x="201283" y="117604"/>
                  </a:lnTo>
                  <a:lnTo>
                    <a:pt x="203528" y="119436"/>
                  </a:lnTo>
                  <a:lnTo>
                    <a:pt x="204105" y="118821"/>
                  </a:lnTo>
                  <a:lnTo>
                    <a:pt x="204571" y="119135"/>
                  </a:lnTo>
                  <a:lnTo>
                    <a:pt x="203406" y="120677"/>
                  </a:lnTo>
                  <a:lnTo>
                    <a:pt x="204117" y="121179"/>
                  </a:lnTo>
                  <a:lnTo>
                    <a:pt x="203406" y="122346"/>
                  </a:lnTo>
                  <a:lnTo>
                    <a:pt x="204331" y="123012"/>
                  </a:lnTo>
                  <a:lnTo>
                    <a:pt x="204608" y="123211"/>
                  </a:lnTo>
                  <a:lnTo>
                    <a:pt x="204504" y="123426"/>
                  </a:lnTo>
                  <a:lnTo>
                    <a:pt x="204220" y="124011"/>
                  </a:lnTo>
                  <a:lnTo>
                    <a:pt x="203682" y="125122"/>
                  </a:lnTo>
                  <a:lnTo>
                    <a:pt x="203320" y="125870"/>
                  </a:lnTo>
                  <a:lnTo>
                    <a:pt x="204326" y="126623"/>
                  </a:lnTo>
                  <a:lnTo>
                    <a:pt x="203051" y="129070"/>
                  </a:lnTo>
                  <a:lnTo>
                    <a:pt x="208633" y="132043"/>
                  </a:lnTo>
                  <a:lnTo>
                    <a:pt x="206665" y="135420"/>
                  </a:lnTo>
                  <a:lnTo>
                    <a:pt x="206222" y="135170"/>
                  </a:lnTo>
                  <a:lnTo>
                    <a:pt x="205097" y="134535"/>
                  </a:lnTo>
                  <a:lnTo>
                    <a:pt x="203496" y="133630"/>
                  </a:lnTo>
                  <a:lnTo>
                    <a:pt x="202537" y="133089"/>
                  </a:lnTo>
                  <a:lnTo>
                    <a:pt x="202079" y="133592"/>
                  </a:lnTo>
                  <a:lnTo>
                    <a:pt x="201559" y="134162"/>
                  </a:lnTo>
                  <a:lnTo>
                    <a:pt x="200185" y="135818"/>
                  </a:lnTo>
                  <a:lnTo>
                    <a:pt x="198967" y="138507"/>
                  </a:lnTo>
                  <a:lnTo>
                    <a:pt x="200870" y="140427"/>
                  </a:lnTo>
                  <a:lnTo>
                    <a:pt x="201140" y="140312"/>
                  </a:lnTo>
                  <a:lnTo>
                    <a:pt x="201367" y="140132"/>
                  </a:lnTo>
                  <a:lnTo>
                    <a:pt x="201679" y="139885"/>
                  </a:lnTo>
                  <a:lnTo>
                    <a:pt x="202959" y="140984"/>
                  </a:lnTo>
                  <a:lnTo>
                    <a:pt x="203373" y="141340"/>
                  </a:lnTo>
                  <a:lnTo>
                    <a:pt x="205024" y="141983"/>
                  </a:lnTo>
                  <a:lnTo>
                    <a:pt x="205336" y="142105"/>
                  </a:lnTo>
                  <a:lnTo>
                    <a:pt x="207152" y="144036"/>
                  </a:lnTo>
                  <a:lnTo>
                    <a:pt x="207021" y="144201"/>
                  </a:lnTo>
                  <a:lnTo>
                    <a:pt x="206558" y="144778"/>
                  </a:lnTo>
                  <a:lnTo>
                    <a:pt x="206053" y="145409"/>
                  </a:lnTo>
                  <a:lnTo>
                    <a:pt x="204565" y="146945"/>
                  </a:lnTo>
                  <a:lnTo>
                    <a:pt x="204293" y="147350"/>
                  </a:lnTo>
                  <a:lnTo>
                    <a:pt x="203868" y="147981"/>
                  </a:lnTo>
                  <a:lnTo>
                    <a:pt x="203627" y="148834"/>
                  </a:lnTo>
                  <a:lnTo>
                    <a:pt x="205503" y="150046"/>
                  </a:lnTo>
                  <a:lnTo>
                    <a:pt x="205664" y="150151"/>
                  </a:lnTo>
                  <a:lnTo>
                    <a:pt x="206100" y="149996"/>
                  </a:lnTo>
                  <a:lnTo>
                    <a:pt x="206334" y="149912"/>
                  </a:lnTo>
                  <a:lnTo>
                    <a:pt x="206795" y="150260"/>
                  </a:lnTo>
                  <a:lnTo>
                    <a:pt x="207145" y="150523"/>
                  </a:lnTo>
                  <a:lnTo>
                    <a:pt x="207790" y="151009"/>
                  </a:lnTo>
                  <a:lnTo>
                    <a:pt x="208208" y="151323"/>
                  </a:lnTo>
                  <a:lnTo>
                    <a:pt x="209907" y="152602"/>
                  </a:lnTo>
                  <a:lnTo>
                    <a:pt x="210069" y="152593"/>
                  </a:lnTo>
                  <a:lnTo>
                    <a:pt x="210653" y="152562"/>
                  </a:lnTo>
                  <a:lnTo>
                    <a:pt x="212595" y="153915"/>
                  </a:lnTo>
                  <a:lnTo>
                    <a:pt x="213186" y="154328"/>
                  </a:lnTo>
                  <a:lnTo>
                    <a:pt x="214185" y="154511"/>
                  </a:lnTo>
                  <a:lnTo>
                    <a:pt x="213691" y="155188"/>
                  </a:lnTo>
                  <a:lnTo>
                    <a:pt x="213416" y="155564"/>
                  </a:lnTo>
                  <a:lnTo>
                    <a:pt x="212244" y="157170"/>
                  </a:lnTo>
                  <a:lnTo>
                    <a:pt x="211865" y="157690"/>
                  </a:lnTo>
                  <a:lnTo>
                    <a:pt x="211175" y="158635"/>
                  </a:lnTo>
                  <a:lnTo>
                    <a:pt x="210946" y="158948"/>
                  </a:lnTo>
                  <a:lnTo>
                    <a:pt x="208536" y="158609"/>
                  </a:lnTo>
                  <a:lnTo>
                    <a:pt x="207915" y="158522"/>
                  </a:lnTo>
                  <a:lnTo>
                    <a:pt x="204148" y="158145"/>
                  </a:lnTo>
                  <a:lnTo>
                    <a:pt x="202796" y="157690"/>
                  </a:lnTo>
                  <a:lnTo>
                    <a:pt x="195733" y="155312"/>
                  </a:lnTo>
                  <a:lnTo>
                    <a:pt x="195582" y="155261"/>
                  </a:lnTo>
                  <a:lnTo>
                    <a:pt x="194904" y="161091"/>
                  </a:lnTo>
                  <a:lnTo>
                    <a:pt x="194868" y="161396"/>
                  </a:lnTo>
                  <a:lnTo>
                    <a:pt x="210929" y="162630"/>
                  </a:lnTo>
                  <a:lnTo>
                    <a:pt x="211927" y="163096"/>
                  </a:lnTo>
                  <a:lnTo>
                    <a:pt x="214031" y="164078"/>
                  </a:lnTo>
                  <a:lnTo>
                    <a:pt x="214022" y="164389"/>
                  </a:lnTo>
                  <a:lnTo>
                    <a:pt x="213960" y="166528"/>
                  </a:lnTo>
                  <a:lnTo>
                    <a:pt x="213893" y="168855"/>
                  </a:lnTo>
                  <a:lnTo>
                    <a:pt x="213878" y="169387"/>
                  </a:lnTo>
                  <a:lnTo>
                    <a:pt x="213870" y="169662"/>
                  </a:lnTo>
                  <a:lnTo>
                    <a:pt x="213244" y="169613"/>
                  </a:lnTo>
                  <a:lnTo>
                    <a:pt x="206773" y="169096"/>
                  </a:lnTo>
                  <a:lnTo>
                    <a:pt x="205018" y="168959"/>
                  </a:lnTo>
                  <a:lnTo>
                    <a:pt x="201441" y="168673"/>
                  </a:lnTo>
                  <a:lnTo>
                    <a:pt x="198914" y="168470"/>
                  </a:lnTo>
                  <a:lnTo>
                    <a:pt x="193700" y="168052"/>
                  </a:lnTo>
                  <a:lnTo>
                    <a:pt x="190979" y="167863"/>
                  </a:lnTo>
                  <a:lnTo>
                    <a:pt x="188831" y="167695"/>
                  </a:lnTo>
                  <a:lnTo>
                    <a:pt x="188506" y="167667"/>
                  </a:lnTo>
                  <a:lnTo>
                    <a:pt x="172103" y="166244"/>
                  </a:lnTo>
                  <a:lnTo>
                    <a:pt x="171745" y="166214"/>
                  </a:lnTo>
                  <a:lnTo>
                    <a:pt x="170643" y="166125"/>
                  </a:lnTo>
                  <a:lnTo>
                    <a:pt x="169310" y="166017"/>
                  </a:lnTo>
                  <a:lnTo>
                    <a:pt x="168292" y="165935"/>
                  </a:lnTo>
                  <a:lnTo>
                    <a:pt x="157569" y="165154"/>
                  </a:lnTo>
                  <a:lnTo>
                    <a:pt x="150049" y="164606"/>
                  </a:lnTo>
                  <a:lnTo>
                    <a:pt x="148937" y="164525"/>
                  </a:lnTo>
                  <a:lnTo>
                    <a:pt x="144601" y="164208"/>
                  </a:lnTo>
                  <a:lnTo>
                    <a:pt x="143914" y="164158"/>
                  </a:lnTo>
                  <a:lnTo>
                    <a:pt x="143665" y="164140"/>
                  </a:lnTo>
                  <a:lnTo>
                    <a:pt x="142857" y="164079"/>
                  </a:lnTo>
                  <a:lnTo>
                    <a:pt x="136168" y="163571"/>
                  </a:lnTo>
                  <a:lnTo>
                    <a:pt x="131567" y="163222"/>
                  </a:lnTo>
                  <a:lnTo>
                    <a:pt x="125188" y="162738"/>
                  </a:lnTo>
                  <a:lnTo>
                    <a:pt x="118887" y="162260"/>
                  </a:lnTo>
                  <a:lnTo>
                    <a:pt x="118964" y="161281"/>
                  </a:lnTo>
                  <a:lnTo>
                    <a:pt x="118983" y="161067"/>
                  </a:lnTo>
                  <a:lnTo>
                    <a:pt x="118998" y="160886"/>
                  </a:lnTo>
                  <a:lnTo>
                    <a:pt x="119011" y="160743"/>
                  </a:lnTo>
                  <a:lnTo>
                    <a:pt x="119034" y="160469"/>
                  </a:lnTo>
                  <a:lnTo>
                    <a:pt x="119058" y="160196"/>
                  </a:lnTo>
                  <a:lnTo>
                    <a:pt x="119083" y="159908"/>
                  </a:lnTo>
                  <a:lnTo>
                    <a:pt x="119118" y="159511"/>
                  </a:lnTo>
                  <a:lnTo>
                    <a:pt x="119152" y="159119"/>
                  </a:lnTo>
                  <a:lnTo>
                    <a:pt x="119164" y="158977"/>
                  </a:lnTo>
                  <a:lnTo>
                    <a:pt x="119224" y="158286"/>
                  </a:lnTo>
                  <a:lnTo>
                    <a:pt x="119238" y="158128"/>
                  </a:lnTo>
                  <a:lnTo>
                    <a:pt x="119251" y="157974"/>
                  </a:lnTo>
                  <a:lnTo>
                    <a:pt x="119376" y="156538"/>
                  </a:lnTo>
                  <a:lnTo>
                    <a:pt x="119413" y="156114"/>
                  </a:lnTo>
                  <a:lnTo>
                    <a:pt x="119515" y="154929"/>
                  </a:lnTo>
                  <a:lnTo>
                    <a:pt x="119604" y="153964"/>
                  </a:lnTo>
                  <a:lnTo>
                    <a:pt x="120156" y="147949"/>
                  </a:lnTo>
                  <a:lnTo>
                    <a:pt x="120182" y="147671"/>
                  </a:lnTo>
                  <a:lnTo>
                    <a:pt x="120329" y="146069"/>
                  </a:lnTo>
                  <a:lnTo>
                    <a:pt x="120427" y="144998"/>
                  </a:lnTo>
                  <a:lnTo>
                    <a:pt x="120444" y="144817"/>
                  </a:lnTo>
                  <a:lnTo>
                    <a:pt x="120273" y="144805"/>
                  </a:lnTo>
                  <a:lnTo>
                    <a:pt x="113210" y="144284"/>
                  </a:lnTo>
                  <a:lnTo>
                    <a:pt x="112196" y="144210"/>
                  </a:lnTo>
                  <a:lnTo>
                    <a:pt x="111702" y="143771"/>
                  </a:lnTo>
                  <a:lnTo>
                    <a:pt x="106617" y="139258"/>
                  </a:lnTo>
                  <a:lnTo>
                    <a:pt x="104464" y="137347"/>
                  </a:lnTo>
                  <a:lnTo>
                    <a:pt x="104187" y="137101"/>
                  </a:lnTo>
                  <a:lnTo>
                    <a:pt x="103107" y="137550"/>
                  </a:lnTo>
                  <a:lnTo>
                    <a:pt x="101092" y="137981"/>
                  </a:lnTo>
                  <a:lnTo>
                    <a:pt x="93847" y="139533"/>
                  </a:lnTo>
                  <a:lnTo>
                    <a:pt x="93643" y="139577"/>
                  </a:lnTo>
                  <a:lnTo>
                    <a:pt x="90716" y="139960"/>
                  </a:lnTo>
                  <a:lnTo>
                    <a:pt x="89248" y="137055"/>
                  </a:lnTo>
                  <a:lnTo>
                    <a:pt x="89002" y="136570"/>
                  </a:lnTo>
                  <a:lnTo>
                    <a:pt x="88248" y="135078"/>
                  </a:lnTo>
                  <a:lnTo>
                    <a:pt x="88109" y="134803"/>
                  </a:lnTo>
                  <a:lnTo>
                    <a:pt x="87991" y="134570"/>
                  </a:lnTo>
                  <a:lnTo>
                    <a:pt x="87916" y="133278"/>
                  </a:lnTo>
                  <a:lnTo>
                    <a:pt x="87887" y="132779"/>
                  </a:lnTo>
                  <a:lnTo>
                    <a:pt x="85925" y="128862"/>
                  </a:lnTo>
                  <a:lnTo>
                    <a:pt x="85837" y="128631"/>
                  </a:lnTo>
                  <a:lnTo>
                    <a:pt x="85486" y="127699"/>
                  </a:lnTo>
                  <a:lnTo>
                    <a:pt x="84531" y="125170"/>
                  </a:lnTo>
                  <a:lnTo>
                    <a:pt x="84881" y="124565"/>
                  </a:lnTo>
                  <a:lnTo>
                    <a:pt x="83606" y="120624"/>
                  </a:lnTo>
                  <a:lnTo>
                    <a:pt x="82873" y="118358"/>
                  </a:lnTo>
                  <a:lnTo>
                    <a:pt x="82436" y="117009"/>
                  </a:lnTo>
                  <a:lnTo>
                    <a:pt x="80905" y="114841"/>
                  </a:lnTo>
                  <a:lnTo>
                    <a:pt x="79042" y="114228"/>
                  </a:lnTo>
                  <a:lnTo>
                    <a:pt x="78638" y="114095"/>
                  </a:lnTo>
                  <a:lnTo>
                    <a:pt x="78338" y="114228"/>
                  </a:lnTo>
                  <a:lnTo>
                    <a:pt x="76527" y="115018"/>
                  </a:lnTo>
                  <a:lnTo>
                    <a:pt x="75400" y="114228"/>
                  </a:lnTo>
                  <a:lnTo>
                    <a:pt x="72698" y="112333"/>
                  </a:lnTo>
                  <a:lnTo>
                    <a:pt x="71348" y="111612"/>
                  </a:lnTo>
                  <a:lnTo>
                    <a:pt x="71173" y="111519"/>
                  </a:lnTo>
                  <a:lnTo>
                    <a:pt x="70471" y="111254"/>
                  </a:lnTo>
                  <a:lnTo>
                    <a:pt x="69266" y="111826"/>
                  </a:lnTo>
                  <a:lnTo>
                    <a:pt x="65886" y="106652"/>
                  </a:lnTo>
                  <a:lnTo>
                    <a:pt x="65774" y="106222"/>
                  </a:lnTo>
                  <a:lnTo>
                    <a:pt x="65006" y="103265"/>
                  </a:lnTo>
                  <a:lnTo>
                    <a:pt x="64656" y="101918"/>
                  </a:lnTo>
                  <a:lnTo>
                    <a:pt x="63997" y="101225"/>
                  </a:lnTo>
                  <a:lnTo>
                    <a:pt x="60810" y="97870"/>
                  </a:lnTo>
                  <a:lnTo>
                    <a:pt x="57204" y="101763"/>
                  </a:lnTo>
                  <a:lnTo>
                    <a:pt x="57074" y="101903"/>
                  </a:lnTo>
                  <a:lnTo>
                    <a:pt x="55155" y="100287"/>
                  </a:lnTo>
                  <a:lnTo>
                    <a:pt x="53605" y="98982"/>
                  </a:lnTo>
                  <a:lnTo>
                    <a:pt x="52327" y="98289"/>
                  </a:lnTo>
                  <a:lnTo>
                    <a:pt x="50509" y="97095"/>
                  </a:lnTo>
                  <a:lnTo>
                    <a:pt x="50283" y="96946"/>
                  </a:lnTo>
                  <a:lnTo>
                    <a:pt x="48703" y="95908"/>
                  </a:lnTo>
                  <a:lnTo>
                    <a:pt x="46766" y="94635"/>
                  </a:lnTo>
                  <a:lnTo>
                    <a:pt x="46236" y="94287"/>
                  </a:lnTo>
                  <a:lnTo>
                    <a:pt x="43121" y="92798"/>
                  </a:lnTo>
                  <a:lnTo>
                    <a:pt x="41299" y="91927"/>
                  </a:lnTo>
                  <a:lnTo>
                    <a:pt x="40161" y="91383"/>
                  </a:lnTo>
                  <a:lnTo>
                    <a:pt x="39129" y="90889"/>
                  </a:lnTo>
                  <a:lnTo>
                    <a:pt x="37188" y="88251"/>
                  </a:lnTo>
                  <a:lnTo>
                    <a:pt x="35353" y="86962"/>
                  </a:lnTo>
                  <a:lnTo>
                    <a:pt x="32671" y="85078"/>
                  </a:lnTo>
                  <a:lnTo>
                    <a:pt x="31588" y="83844"/>
                  </a:lnTo>
                  <a:lnTo>
                    <a:pt x="30373" y="82459"/>
                  </a:lnTo>
                  <a:lnTo>
                    <a:pt x="30029" y="82085"/>
                  </a:lnTo>
                  <a:lnTo>
                    <a:pt x="27427" y="79261"/>
                  </a:lnTo>
                  <a:lnTo>
                    <a:pt x="23216" y="74223"/>
                  </a:lnTo>
                  <a:lnTo>
                    <a:pt x="22274" y="73096"/>
                  </a:lnTo>
                  <a:lnTo>
                    <a:pt x="21450" y="73488"/>
                  </a:lnTo>
                  <a:lnTo>
                    <a:pt x="21292" y="73207"/>
                  </a:lnTo>
                  <a:lnTo>
                    <a:pt x="20129" y="71133"/>
                  </a:lnTo>
                  <a:lnTo>
                    <a:pt x="19898" y="70720"/>
                  </a:lnTo>
                  <a:lnTo>
                    <a:pt x="17128" y="65783"/>
                  </a:lnTo>
                  <a:lnTo>
                    <a:pt x="15436" y="63920"/>
                  </a:lnTo>
                  <a:lnTo>
                    <a:pt x="12737" y="60948"/>
                  </a:lnTo>
                  <a:lnTo>
                    <a:pt x="11997" y="60132"/>
                  </a:lnTo>
                  <a:lnTo>
                    <a:pt x="10347" y="58316"/>
                  </a:lnTo>
                  <a:lnTo>
                    <a:pt x="6724" y="53860"/>
                  </a:lnTo>
                  <a:lnTo>
                    <a:pt x="5652" y="52690"/>
                  </a:lnTo>
                  <a:lnTo>
                    <a:pt x="0" y="46518"/>
                  </a:lnTo>
                  <a:lnTo>
                    <a:pt x="2805" y="43074"/>
                  </a:lnTo>
                  <a:lnTo>
                    <a:pt x="5132" y="41328"/>
                  </a:lnTo>
                  <a:lnTo>
                    <a:pt x="3367" y="39547"/>
                  </a:lnTo>
                  <a:lnTo>
                    <a:pt x="597" y="36752"/>
                  </a:lnTo>
                  <a:lnTo>
                    <a:pt x="1027" y="36344"/>
                  </a:lnTo>
                  <a:lnTo>
                    <a:pt x="5427" y="32176"/>
                  </a:lnTo>
                  <a:lnTo>
                    <a:pt x="9391" y="35871"/>
                  </a:lnTo>
                  <a:lnTo>
                    <a:pt x="15202" y="40638"/>
                  </a:lnTo>
                  <a:lnTo>
                    <a:pt x="16293" y="39828"/>
                  </a:lnTo>
                  <a:lnTo>
                    <a:pt x="18058" y="37051"/>
                  </a:lnTo>
                  <a:lnTo>
                    <a:pt x="28200" y="38711"/>
                  </a:lnTo>
                  <a:lnTo>
                    <a:pt x="31439" y="30949"/>
                  </a:lnTo>
                  <a:lnTo>
                    <a:pt x="19210" y="25583"/>
                  </a:lnTo>
                  <a:lnTo>
                    <a:pt x="19254" y="25209"/>
                  </a:lnTo>
                  <a:lnTo>
                    <a:pt x="19823" y="19319"/>
                  </a:lnTo>
                  <a:lnTo>
                    <a:pt x="16000" y="16432"/>
                  </a:lnTo>
                  <a:lnTo>
                    <a:pt x="16506" y="15641"/>
                  </a:lnTo>
                  <a:lnTo>
                    <a:pt x="16858" y="15059"/>
                  </a:lnTo>
                  <a:lnTo>
                    <a:pt x="19033" y="11465"/>
                  </a:lnTo>
                  <a:lnTo>
                    <a:pt x="21631" y="12028"/>
                  </a:lnTo>
                  <a:lnTo>
                    <a:pt x="24302" y="12606"/>
                  </a:lnTo>
                  <a:lnTo>
                    <a:pt x="31749" y="14220"/>
                  </a:lnTo>
                  <a:lnTo>
                    <a:pt x="32455" y="14373"/>
                  </a:lnTo>
                  <a:lnTo>
                    <a:pt x="34935" y="13055"/>
                  </a:lnTo>
                  <a:lnTo>
                    <a:pt x="32992" y="9846"/>
                  </a:lnTo>
                  <a:lnTo>
                    <a:pt x="32252" y="8626"/>
                  </a:lnTo>
                  <a:lnTo>
                    <a:pt x="32170" y="8491"/>
                  </a:lnTo>
                  <a:lnTo>
                    <a:pt x="31296" y="7431"/>
                  </a:lnTo>
                  <a:lnTo>
                    <a:pt x="31095" y="7187"/>
                  </a:lnTo>
                  <a:lnTo>
                    <a:pt x="31510" y="7206"/>
                  </a:lnTo>
                  <a:lnTo>
                    <a:pt x="31710" y="7219"/>
                  </a:lnTo>
                  <a:lnTo>
                    <a:pt x="33343" y="7320"/>
                  </a:lnTo>
                  <a:lnTo>
                    <a:pt x="33688" y="7341"/>
                  </a:lnTo>
                  <a:lnTo>
                    <a:pt x="34149" y="7239"/>
                  </a:lnTo>
                  <a:lnTo>
                    <a:pt x="35194" y="7008"/>
                  </a:lnTo>
                  <a:lnTo>
                    <a:pt x="36044" y="6819"/>
                  </a:lnTo>
                  <a:lnTo>
                    <a:pt x="37028" y="6444"/>
                  </a:lnTo>
                  <a:lnTo>
                    <a:pt x="38989" y="5695"/>
                  </a:lnTo>
                  <a:lnTo>
                    <a:pt x="39202" y="5546"/>
                  </a:lnTo>
                  <a:lnTo>
                    <a:pt x="40363" y="4732"/>
                  </a:lnTo>
                  <a:lnTo>
                    <a:pt x="41945" y="3459"/>
                  </a:lnTo>
                  <a:lnTo>
                    <a:pt x="42517" y="2767"/>
                  </a:lnTo>
                  <a:lnTo>
                    <a:pt x="42682" y="2567"/>
                  </a:lnTo>
                  <a:lnTo>
                    <a:pt x="42946" y="2257"/>
                  </a:lnTo>
                  <a:lnTo>
                    <a:pt x="44408" y="999"/>
                  </a:lnTo>
                  <a:lnTo>
                    <a:pt x="45507" y="357"/>
                  </a:lnTo>
                  <a:lnTo>
                    <a:pt x="46130" y="166"/>
                  </a:lnTo>
                  <a:lnTo>
                    <a:pt x="46796" y="0"/>
                  </a:lnTo>
                  <a:lnTo>
                    <a:pt x="47523" y="23"/>
                  </a:lnTo>
                  <a:lnTo>
                    <a:pt x="47903" y="36"/>
                  </a:lnTo>
                  <a:lnTo>
                    <a:pt x="48610" y="277"/>
                  </a:lnTo>
                  <a:lnTo>
                    <a:pt x="48569" y="54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g89"/>
            <p:cNvSpPr/>
            <p:nvPr/>
          </p:nvSpPr>
          <p:spPr>
            <a:xfrm>
              <a:off x="2595823" y="3356468"/>
              <a:ext cx="244041" cy="147793"/>
            </a:xfrm>
            <a:custGeom>
              <a:avLst/>
              <a:pathLst>
                <a:path w="244041" h="147793">
                  <a:moveTo>
                    <a:pt x="42964" y="5057"/>
                  </a:moveTo>
                  <a:lnTo>
                    <a:pt x="42139" y="12944"/>
                  </a:lnTo>
                  <a:lnTo>
                    <a:pt x="43484" y="16335"/>
                  </a:lnTo>
                  <a:lnTo>
                    <a:pt x="43658" y="16773"/>
                  </a:lnTo>
                  <a:lnTo>
                    <a:pt x="44790" y="19627"/>
                  </a:lnTo>
                  <a:lnTo>
                    <a:pt x="46800" y="21333"/>
                  </a:lnTo>
                  <a:lnTo>
                    <a:pt x="47780" y="22165"/>
                  </a:lnTo>
                  <a:lnTo>
                    <a:pt x="47911" y="22276"/>
                  </a:lnTo>
                  <a:lnTo>
                    <a:pt x="48478" y="22377"/>
                  </a:lnTo>
                  <a:lnTo>
                    <a:pt x="53978" y="23360"/>
                  </a:lnTo>
                  <a:lnTo>
                    <a:pt x="53151" y="29196"/>
                  </a:lnTo>
                  <a:lnTo>
                    <a:pt x="55097" y="29983"/>
                  </a:lnTo>
                  <a:lnTo>
                    <a:pt x="56250" y="28986"/>
                  </a:lnTo>
                  <a:lnTo>
                    <a:pt x="60153" y="32593"/>
                  </a:lnTo>
                  <a:lnTo>
                    <a:pt x="59448" y="35991"/>
                  </a:lnTo>
                  <a:lnTo>
                    <a:pt x="61198" y="37565"/>
                  </a:lnTo>
                  <a:lnTo>
                    <a:pt x="69916" y="37157"/>
                  </a:lnTo>
                  <a:lnTo>
                    <a:pt x="72032" y="37118"/>
                  </a:lnTo>
                  <a:lnTo>
                    <a:pt x="71849" y="40334"/>
                  </a:lnTo>
                  <a:lnTo>
                    <a:pt x="72130" y="43860"/>
                  </a:lnTo>
                  <a:lnTo>
                    <a:pt x="72238" y="45215"/>
                  </a:lnTo>
                  <a:lnTo>
                    <a:pt x="87670" y="42566"/>
                  </a:lnTo>
                  <a:lnTo>
                    <a:pt x="87399" y="35365"/>
                  </a:lnTo>
                  <a:lnTo>
                    <a:pt x="87345" y="34657"/>
                  </a:lnTo>
                  <a:lnTo>
                    <a:pt x="98772" y="32169"/>
                  </a:lnTo>
                  <a:lnTo>
                    <a:pt x="99539" y="37057"/>
                  </a:lnTo>
                  <a:lnTo>
                    <a:pt x="101542" y="37298"/>
                  </a:lnTo>
                  <a:lnTo>
                    <a:pt x="102838" y="46570"/>
                  </a:lnTo>
                  <a:lnTo>
                    <a:pt x="110860" y="46068"/>
                  </a:lnTo>
                  <a:lnTo>
                    <a:pt x="112507" y="47179"/>
                  </a:lnTo>
                  <a:lnTo>
                    <a:pt x="117160" y="50318"/>
                  </a:lnTo>
                  <a:lnTo>
                    <a:pt x="125873" y="57041"/>
                  </a:lnTo>
                  <a:lnTo>
                    <a:pt x="123909" y="60579"/>
                  </a:lnTo>
                  <a:lnTo>
                    <a:pt x="124428" y="60737"/>
                  </a:lnTo>
                  <a:lnTo>
                    <a:pt x="131947" y="63043"/>
                  </a:lnTo>
                  <a:lnTo>
                    <a:pt x="132177" y="63113"/>
                  </a:lnTo>
                  <a:lnTo>
                    <a:pt x="132466" y="60662"/>
                  </a:lnTo>
                  <a:lnTo>
                    <a:pt x="132658" y="59039"/>
                  </a:lnTo>
                  <a:lnTo>
                    <a:pt x="138921" y="57132"/>
                  </a:lnTo>
                  <a:lnTo>
                    <a:pt x="139648" y="56911"/>
                  </a:lnTo>
                  <a:lnTo>
                    <a:pt x="140091" y="56776"/>
                  </a:lnTo>
                  <a:lnTo>
                    <a:pt x="140588" y="53405"/>
                  </a:lnTo>
                  <a:lnTo>
                    <a:pt x="144035" y="50578"/>
                  </a:lnTo>
                  <a:lnTo>
                    <a:pt x="145411" y="49450"/>
                  </a:lnTo>
                  <a:lnTo>
                    <a:pt x="145560" y="46413"/>
                  </a:lnTo>
                  <a:lnTo>
                    <a:pt x="145840" y="46537"/>
                  </a:lnTo>
                  <a:lnTo>
                    <a:pt x="148901" y="47898"/>
                  </a:lnTo>
                  <a:lnTo>
                    <a:pt x="158228" y="50001"/>
                  </a:lnTo>
                  <a:lnTo>
                    <a:pt x="162486" y="50961"/>
                  </a:lnTo>
                  <a:lnTo>
                    <a:pt x="167569" y="49160"/>
                  </a:lnTo>
                  <a:lnTo>
                    <a:pt x="167729" y="49475"/>
                  </a:lnTo>
                  <a:lnTo>
                    <a:pt x="167796" y="49607"/>
                  </a:lnTo>
                  <a:lnTo>
                    <a:pt x="167940" y="49890"/>
                  </a:lnTo>
                  <a:lnTo>
                    <a:pt x="169265" y="52501"/>
                  </a:lnTo>
                  <a:lnTo>
                    <a:pt x="170631" y="55192"/>
                  </a:lnTo>
                  <a:lnTo>
                    <a:pt x="172494" y="55782"/>
                  </a:lnTo>
                  <a:lnTo>
                    <a:pt x="176161" y="57744"/>
                  </a:lnTo>
                  <a:lnTo>
                    <a:pt x="183591" y="61718"/>
                  </a:lnTo>
                  <a:lnTo>
                    <a:pt x="184749" y="62337"/>
                  </a:lnTo>
                  <a:lnTo>
                    <a:pt x="184971" y="62079"/>
                  </a:lnTo>
                  <a:lnTo>
                    <a:pt x="185403" y="61578"/>
                  </a:lnTo>
                  <a:lnTo>
                    <a:pt x="185581" y="61386"/>
                  </a:lnTo>
                  <a:lnTo>
                    <a:pt x="186433" y="60606"/>
                  </a:lnTo>
                  <a:lnTo>
                    <a:pt x="186957" y="60153"/>
                  </a:lnTo>
                  <a:lnTo>
                    <a:pt x="189843" y="62214"/>
                  </a:lnTo>
                  <a:lnTo>
                    <a:pt x="192382" y="64028"/>
                  </a:lnTo>
                  <a:lnTo>
                    <a:pt x="192345" y="68276"/>
                  </a:lnTo>
                  <a:lnTo>
                    <a:pt x="192338" y="73343"/>
                  </a:lnTo>
                  <a:lnTo>
                    <a:pt x="192335" y="75195"/>
                  </a:lnTo>
                  <a:lnTo>
                    <a:pt x="193225" y="78821"/>
                  </a:lnTo>
                  <a:lnTo>
                    <a:pt x="196182" y="82440"/>
                  </a:lnTo>
                  <a:lnTo>
                    <a:pt x="196563" y="82875"/>
                  </a:lnTo>
                  <a:lnTo>
                    <a:pt x="196878" y="82576"/>
                  </a:lnTo>
                  <a:lnTo>
                    <a:pt x="202070" y="77649"/>
                  </a:lnTo>
                  <a:lnTo>
                    <a:pt x="207275" y="72711"/>
                  </a:lnTo>
                  <a:lnTo>
                    <a:pt x="212375" y="67871"/>
                  </a:lnTo>
                  <a:lnTo>
                    <a:pt x="213316" y="67060"/>
                  </a:lnTo>
                  <a:lnTo>
                    <a:pt x="213706" y="67497"/>
                  </a:lnTo>
                  <a:lnTo>
                    <a:pt x="213884" y="67697"/>
                  </a:lnTo>
                  <a:lnTo>
                    <a:pt x="219082" y="73516"/>
                  </a:lnTo>
                  <a:lnTo>
                    <a:pt x="227927" y="83418"/>
                  </a:lnTo>
                  <a:lnTo>
                    <a:pt x="232313" y="88299"/>
                  </a:lnTo>
                  <a:lnTo>
                    <a:pt x="232515" y="90262"/>
                  </a:lnTo>
                  <a:lnTo>
                    <a:pt x="232665" y="91726"/>
                  </a:lnTo>
                  <a:lnTo>
                    <a:pt x="233311" y="98014"/>
                  </a:lnTo>
                  <a:lnTo>
                    <a:pt x="233413" y="98648"/>
                  </a:lnTo>
                  <a:lnTo>
                    <a:pt x="233720" y="99218"/>
                  </a:lnTo>
                  <a:lnTo>
                    <a:pt x="234591" y="100830"/>
                  </a:lnTo>
                  <a:lnTo>
                    <a:pt x="236697" y="102576"/>
                  </a:lnTo>
                  <a:lnTo>
                    <a:pt x="239814" y="104679"/>
                  </a:lnTo>
                  <a:lnTo>
                    <a:pt x="243760" y="104940"/>
                  </a:lnTo>
                  <a:lnTo>
                    <a:pt x="244041" y="104972"/>
                  </a:lnTo>
                  <a:lnTo>
                    <a:pt x="243642" y="105594"/>
                  </a:lnTo>
                  <a:lnTo>
                    <a:pt x="243505" y="105807"/>
                  </a:lnTo>
                  <a:lnTo>
                    <a:pt x="242958" y="106659"/>
                  </a:lnTo>
                  <a:lnTo>
                    <a:pt x="239996" y="111277"/>
                  </a:lnTo>
                  <a:lnTo>
                    <a:pt x="239662" y="111798"/>
                  </a:lnTo>
                  <a:lnTo>
                    <a:pt x="237860" y="114605"/>
                  </a:lnTo>
                  <a:lnTo>
                    <a:pt x="236679" y="116446"/>
                  </a:lnTo>
                  <a:lnTo>
                    <a:pt x="235462" y="118343"/>
                  </a:lnTo>
                  <a:lnTo>
                    <a:pt x="235028" y="119020"/>
                  </a:lnTo>
                  <a:lnTo>
                    <a:pt x="231072" y="125185"/>
                  </a:lnTo>
                  <a:lnTo>
                    <a:pt x="230668" y="125827"/>
                  </a:lnTo>
                  <a:lnTo>
                    <a:pt x="230591" y="125966"/>
                  </a:lnTo>
                  <a:lnTo>
                    <a:pt x="229586" y="127791"/>
                  </a:lnTo>
                  <a:lnTo>
                    <a:pt x="228853" y="129124"/>
                  </a:lnTo>
                  <a:lnTo>
                    <a:pt x="228274" y="130174"/>
                  </a:lnTo>
                  <a:lnTo>
                    <a:pt x="226800" y="132851"/>
                  </a:lnTo>
                  <a:lnTo>
                    <a:pt x="226585" y="133213"/>
                  </a:lnTo>
                  <a:lnTo>
                    <a:pt x="224179" y="137204"/>
                  </a:lnTo>
                  <a:lnTo>
                    <a:pt x="223516" y="136739"/>
                  </a:lnTo>
                  <a:lnTo>
                    <a:pt x="215006" y="130769"/>
                  </a:lnTo>
                  <a:lnTo>
                    <a:pt x="214687" y="131233"/>
                  </a:lnTo>
                  <a:lnTo>
                    <a:pt x="212834" y="133865"/>
                  </a:lnTo>
                  <a:lnTo>
                    <a:pt x="212931" y="134035"/>
                  </a:lnTo>
                  <a:lnTo>
                    <a:pt x="214105" y="135011"/>
                  </a:lnTo>
                  <a:lnTo>
                    <a:pt x="216782" y="137235"/>
                  </a:lnTo>
                  <a:lnTo>
                    <a:pt x="219323" y="139347"/>
                  </a:lnTo>
                  <a:lnTo>
                    <a:pt x="218494" y="141174"/>
                  </a:lnTo>
                  <a:lnTo>
                    <a:pt x="217783" y="141783"/>
                  </a:lnTo>
                  <a:lnTo>
                    <a:pt x="217295" y="142201"/>
                  </a:lnTo>
                  <a:lnTo>
                    <a:pt x="217095" y="142372"/>
                  </a:lnTo>
                  <a:lnTo>
                    <a:pt x="216109" y="141558"/>
                  </a:lnTo>
                  <a:lnTo>
                    <a:pt x="214528" y="140159"/>
                  </a:lnTo>
                  <a:lnTo>
                    <a:pt x="210854" y="136907"/>
                  </a:lnTo>
                  <a:lnTo>
                    <a:pt x="210578" y="136690"/>
                  </a:lnTo>
                  <a:lnTo>
                    <a:pt x="207041" y="133931"/>
                  </a:lnTo>
                  <a:lnTo>
                    <a:pt x="205675" y="135294"/>
                  </a:lnTo>
                  <a:lnTo>
                    <a:pt x="205845" y="135727"/>
                  </a:lnTo>
                  <a:lnTo>
                    <a:pt x="206451" y="137281"/>
                  </a:lnTo>
                  <a:lnTo>
                    <a:pt x="200465" y="144460"/>
                  </a:lnTo>
                  <a:lnTo>
                    <a:pt x="200307" y="144650"/>
                  </a:lnTo>
                  <a:lnTo>
                    <a:pt x="198808" y="146447"/>
                  </a:lnTo>
                  <a:lnTo>
                    <a:pt x="197785" y="147793"/>
                  </a:lnTo>
                  <a:lnTo>
                    <a:pt x="195763" y="146576"/>
                  </a:lnTo>
                  <a:lnTo>
                    <a:pt x="192883" y="144842"/>
                  </a:lnTo>
                  <a:lnTo>
                    <a:pt x="189491" y="141948"/>
                  </a:lnTo>
                  <a:lnTo>
                    <a:pt x="185436" y="136231"/>
                  </a:lnTo>
                  <a:lnTo>
                    <a:pt x="184681" y="131945"/>
                  </a:lnTo>
                  <a:lnTo>
                    <a:pt x="185250" y="131770"/>
                  </a:lnTo>
                  <a:lnTo>
                    <a:pt x="187732" y="130916"/>
                  </a:lnTo>
                  <a:lnTo>
                    <a:pt x="190464" y="133819"/>
                  </a:lnTo>
                  <a:lnTo>
                    <a:pt x="192028" y="132521"/>
                  </a:lnTo>
                  <a:lnTo>
                    <a:pt x="197184" y="127498"/>
                  </a:lnTo>
                  <a:lnTo>
                    <a:pt x="197555" y="127180"/>
                  </a:lnTo>
                  <a:lnTo>
                    <a:pt x="199163" y="125802"/>
                  </a:lnTo>
                  <a:lnTo>
                    <a:pt x="200153" y="124954"/>
                  </a:lnTo>
                  <a:lnTo>
                    <a:pt x="198993" y="120845"/>
                  </a:lnTo>
                  <a:lnTo>
                    <a:pt x="196921" y="122424"/>
                  </a:lnTo>
                  <a:lnTo>
                    <a:pt x="193400" y="118897"/>
                  </a:lnTo>
                  <a:lnTo>
                    <a:pt x="192947" y="119269"/>
                  </a:lnTo>
                  <a:lnTo>
                    <a:pt x="189257" y="122306"/>
                  </a:lnTo>
                  <a:lnTo>
                    <a:pt x="187029" y="124138"/>
                  </a:lnTo>
                  <a:lnTo>
                    <a:pt x="185267" y="122559"/>
                  </a:lnTo>
                  <a:lnTo>
                    <a:pt x="183303" y="120799"/>
                  </a:lnTo>
                  <a:lnTo>
                    <a:pt x="178051" y="119143"/>
                  </a:lnTo>
                  <a:lnTo>
                    <a:pt x="177244" y="120965"/>
                  </a:lnTo>
                  <a:lnTo>
                    <a:pt x="174993" y="120371"/>
                  </a:lnTo>
                  <a:lnTo>
                    <a:pt x="173592" y="120002"/>
                  </a:lnTo>
                  <a:lnTo>
                    <a:pt x="172634" y="121319"/>
                  </a:lnTo>
                  <a:lnTo>
                    <a:pt x="161831" y="111965"/>
                  </a:lnTo>
                  <a:lnTo>
                    <a:pt x="163443" y="107720"/>
                  </a:lnTo>
                  <a:lnTo>
                    <a:pt x="159446" y="106506"/>
                  </a:lnTo>
                  <a:lnTo>
                    <a:pt x="160983" y="101773"/>
                  </a:lnTo>
                  <a:lnTo>
                    <a:pt x="156016" y="99021"/>
                  </a:lnTo>
                  <a:lnTo>
                    <a:pt x="155418" y="98624"/>
                  </a:lnTo>
                  <a:lnTo>
                    <a:pt x="155338" y="97972"/>
                  </a:lnTo>
                  <a:lnTo>
                    <a:pt x="155965" y="96584"/>
                  </a:lnTo>
                  <a:lnTo>
                    <a:pt x="153779" y="95508"/>
                  </a:lnTo>
                  <a:lnTo>
                    <a:pt x="152540" y="97025"/>
                  </a:lnTo>
                  <a:lnTo>
                    <a:pt x="151705" y="98142"/>
                  </a:lnTo>
                  <a:lnTo>
                    <a:pt x="149691" y="104898"/>
                  </a:lnTo>
                  <a:lnTo>
                    <a:pt x="138815" y="101160"/>
                  </a:lnTo>
                  <a:lnTo>
                    <a:pt x="124828" y="97096"/>
                  </a:lnTo>
                  <a:lnTo>
                    <a:pt x="124613" y="97034"/>
                  </a:lnTo>
                  <a:lnTo>
                    <a:pt x="123946" y="97068"/>
                  </a:lnTo>
                  <a:lnTo>
                    <a:pt x="123019" y="98734"/>
                  </a:lnTo>
                  <a:lnTo>
                    <a:pt x="119631" y="97285"/>
                  </a:lnTo>
                  <a:lnTo>
                    <a:pt x="115709" y="94319"/>
                  </a:lnTo>
                  <a:lnTo>
                    <a:pt x="108703" y="91220"/>
                  </a:lnTo>
                  <a:lnTo>
                    <a:pt x="108076" y="90943"/>
                  </a:lnTo>
                  <a:lnTo>
                    <a:pt x="107858" y="90742"/>
                  </a:lnTo>
                  <a:lnTo>
                    <a:pt x="105603" y="88655"/>
                  </a:lnTo>
                  <a:lnTo>
                    <a:pt x="100640" y="85464"/>
                  </a:lnTo>
                  <a:lnTo>
                    <a:pt x="99374" y="84855"/>
                  </a:lnTo>
                  <a:lnTo>
                    <a:pt x="93916" y="82228"/>
                  </a:lnTo>
                  <a:lnTo>
                    <a:pt x="84657" y="78965"/>
                  </a:lnTo>
                  <a:lnTo>
                    <a:pt x="77836" y="79441"/>
                  </a:lnTo>
                  <a:lnTo>
                    <a:pt x="70443" y="80082"/>
                  </a:lnTo>
                  <a:lnTo>
                    <a:pt x="69855" y="80133"/>
                  </a:lnTo>
                  <a:lnTo>
                    <a:pt x="59667" y="81129"/>
                  </a:lnTo>
                  <a:lnTo>
                    <a:pt x="57900" y="83236"/>
                  </a:lnTo>
                  <a:lnTo>
                    <a:pt x="56422" y="82986"/>
                  </a:lnTo>
                  <a:lnTo>
                    <a:pt x="50631" y="82007"/>
                  </a:lnTo>
                  <a:lnTo>
                    <a:pt x="46092" y="81240"/>
                  </a:lnTo>
                  <a:lnTo>
                    <a:pt x="45433" y="81129"/>
                  </a:lnTo>
                  <a:lnTo>
                    <a:pt x="36597" y="84039"/>
                  </a:lnTo>
                  <a:lnTo>
                    <a:pt x="32376" y="91063"/>
                  </a:lnTo>
                  <a:lnTo>
                    <a:pt x="27860" y="93471"/>
                  </a:lnTo>
                  <a:lnTo>
                    <a:pt x="18097" y="100249"/>
                  </a:lnTo>
                  <a:lnTo>
                    <a:pt x="15108" y="100879"/>
                  </a:lnTo>
                  <a:lnTo>
                    <a:pt x="10273" y="94953"/>
                  </a:lnTo>
                  <a:lnTo>
                    <a:pt x="10021" y="92188"/>
                  </a:lnTo>
                  <a:lnTo>
                    <a:pt x="11662" y="90060"/>
                  </a:lnTo>
                  <a:lnTo>
                    <a:pt x="8933" y="80256"/>
                  </a:lnTo>
                  <a:lnTo>
                    <a:pt x="0" y="72306"/>
                  </a:lnTo>
                  <a:lnTo>
                    <a:pt x="5274" y="64942"/>
                  </a:lnTo>
                  <a:lnTo>
                    <a:pt x="10438" y="62237"/>
                  </a:lnTo>
                  <a:lnTo>
                    <a:pt x="12666" y="59638"/>
                  </a:lnTo>
                  <a:lnTo>
                    <a:pt x="32880" y="67986"/>
                  </a:lnTo>
                  <a:lnTo>
                    <a:pt x="33829" y="64025"/>
                  </a:lnTo>
                  <a:lnTo>
                    <a:pt x="35086" y="58466"/>
                  </a:lnTo>
                  <a:lnTo>
                    <a:pt x="36475" y="54101"/>
                  </a:lnTo>
                  <a:lnTo>
                    <a:pt x="47012" y="56239"/>
                  </a:lnTo>
                  <a:lnTo>
                    <a:pt x="48109" y="51393"/>
                  </a:lnTo>
                  <a:lnTo>
                    <a:pt x="45956" y="50643"/>
                  </a:lnTo>
                  <a:lnTo>
                    <a:pt x="47135" y="45268"/>
                  </a:lnTo>
                  <a:lnTo>
                    <a:pt x="46085" y="38653"/>
                  </a:lnTo>
                  <a:lnTo>
                    <a:pt x="44118" y="37748"/>
                  </a:lnTo>
                  <a:lnTo>
                    <a:pt x="42569" y="38742"/>
                  </a:lnTo>
                  <a:lnTo>
                    <a:pt x="38016" y="41663"/>
                  </a:lnTo>
                  <a:lnTo>
                    <a:pt x="33048" y="39046"/>
                  </a:lnTo>
                  <a:lnTo>
                    <a:pt x="31107" y="38023"/>
                  </a:lnTo>
                  <a:lnTo>
                    <a:pt x="30359" y="37629"/>
                  </a:lnTo>
                  <a:lnTo>
                    <a:pt x="29063" y="29019"/>
                  </a:lnTo>
                  <a:lnTo>
                    <a:pt x="26294" y="23601"/>
                  </a:lnTo>
                  <a:lnTo>
                    <a:pt x="24763" y="20169"/>
                  </a:lnTo>
                  <a:lnTo>
                    <a:pt x="25141" y="19647"/>
                  </a:lnTo>
                  <a:lnTo>
                    <a:pt x="25941" y="18543"/>
                  </a:lnTo>
                  <a:lnTo>
                    <a:pt x="19415" y="15259"/>
                  </a:lnTo>
                  <a:lnTo>
                    <a:pt x="14337" y="12703"/>
                  </a:lnTo>
                  <a:lnTo>
                    <a:pt x="16353" y="6380"/>
                  </a:lnTo>
                  <a:lnTo>
                    <a:pt x="29515" y="9720"/>
                  </a:lnTo>
                  <a:lnTo>
                    <a:pt x="33200" y="5152"/>
                  </a:lnTo>
                  <a:lnTo>
                    <a:pt x="38657" y="4623"/>
                  </a:lnTo>
                  <a:lnTo>
                    <a:pt x="39783" y="0"/>
                  </a:lnTo>
                  <a:lnTo>
                    <a:pt x="45210" y="286"/>
                  </a:lnTo>
                  <a:lnTo>
                    <a:pt x="48913" y="481"/>
                  </a:lnTo>
                  <a:lnTo>
                    <a:pt x="48088" y="4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g90"/>
            <p:cNvSpPr/>
            <p:nvPr/>
          </p:nvSpPr>
          <p:spPr>
            <a:xfrm>
              <a:off x="2954325" y="3303287"/>
              <a:ext cx="184380" cy="212470"/>
            </a:xfrm>
            <a:custGeom>
              <a:avLst/>
              <a:pathLst>
                <a:path w="184380" h="212470">
                  <a:moveTo>
                    <a:pt x="55386" y="175035"/>
                  </a:moveTo>
                  <a:lnTo>
                    <a:pt x="58209" y="171769"/>
                  </a:lnTo>
                  <a:lnTo>
                    <a:pt x="61400" y="157059"/>
                  </a:lnTo>
                  <a:lnTo>
                    <a:pt x="52319" y="154801"/>
                  </a:lnTo>
                  <a:lnTo>
                    <a:pt x="47443" y="155186"/>
                  </a:lnTo>
                  <a:lnTo>
                    <a:pt x="43933" y="151523"/>
                  </a:lnTo>
                  <a:lnTo>
                    <a:pt x="37994" y="152531"/>
                  </a:lnTo>
                  <a:lnTo>
                    <a:pt x="32331" y="142214"/>
                  </a:lnTo>
                  <a:lnTo>
                    <a:pt x="39206" y="141648"/>
                  </a:lnTo>
                  <a:lnTo>
                    <a:pt x="46539" y="131025"/>
                  </a:lnTo>
                  <a:lnTo>
                    <a:pt x="46460" y="123961"/>
                  </a:lnTo>
                  <a:lnTo>
                    <a:pt x="45655" y="114824"/>
                  </a:lnTo>
                  <a:lnTo>
                    <a:pt x="38410" y="114804"/>
                  </a:lnTo>
                  <a:lnTo>
                    <a:pt x="22957" y="114761"/>
                  </a:lnTo>
                  <a:lnTo>
                    <a:pt x="22561" y="114759"/>
                  </a:lnTo>
                  <a:lnTo>
                    <a:pt x="20471" y="104355"/>
                  </a:lnTo>
                  <a:lnTo>
                    <a:pt x="20192" y="99569"/>
                  </a:lnTo>
                  <a:lnTo>
                    <a:pt x="19946" y="98817"/>
                  </a:lnTo>
                  <a:lnTo>
                    <a:pt x="19701" y="96433"/>
                  </a:lnTo>
                  <a:lnTo>
                    <a:pt x="20437" y="94928"/>
                  </a:lnTo>
                  <a:lnTo>
                    <a:pt x="22278" y="94050"/>
                  </a:lnTo>
                  <a:lnTo>
                    <a:pt x="22032" y="91291"/>
                  </a:lnTo>
                  <a:lnTo>
                    <a:pt x="18965" y="86399"/>
                  </a:lnTo>
                  <a:lnTo>
                    <a:pt x="17860" y="85521"/>
                  </a:lnTo>
                  <a:lnTo>
                    <a:pt x="15283" y="80629"/>
                  </a:lnTo>
                  <a:lnTo>
                    <a:pt x="14424" y="76866"/>
                  </a:lnTo>
                  <a:lnTo>
                    <a:pt x="13933" y="72727"/>
                  </a:lnTo>
                  <a:lnTo>
                    <a:pt x="11724" y="65452"/>
                  </a:lnTo>
                  <a:lnTo>
                    <a:pt x="10620" y="60560"/>
                  </a:lnTo>
                  <a:lnTo>
                    <a:pt x="9516" y="56797"/>
                  </a:lnTo>
                  <a:lnTo>
                    <a:pt x="7184" y="52532"/>
                  </a:lnTo>
                  <a:lnTo>
                    <a:pt x="4362" y="51905"/>
                  </a:lnTo>
                  <a:lnTo>
                    <a:pt x="3135" y="48267"/>
                  </a:lnTo>
                  <a:lnTo>
                    <a:pt x="2030" y="43752"/>
                  </a:lnTo>
                  <a:lnTo>
                    <a:pt x="0" y="36268"/>
                  </a:lnTo>
                  <a:lnTo>
                    <a:pt x="457" y="34487"/>
                  </a:lnTo>
                  <a:lnTo>
                    <a:pt x="1194" y="29255"/>
                  </a:lnTo>
                  <a:lnTo>
                    <a:pt x="1254" y="22822"/>
                  </a:lnTo>
                  <a:lnTo>
                    <a:pt x="745" y="20624"/>
                  </a:lnTo>
                  <a:lnTo>
                    <a:pt x="149" y="18743"/>
                  </a:lnTo>
                  <a:lnTo>
                    <a:pt x="1705" y="17886"/>
                  </a:lnTo>
                  <a:lnTo>
                    <a:pt x="4311" y="16451"/>
                  </a:lnTo>
                  <a:lnTo>
                    <a:pt x="19305" y="6507"/>
                  </a:lnTo>
                  <a:lnTo>
                    <a:pt x="23498" y="3726"/>
                  </a:lnTo>
                  <a:lnTo>
                    <a:pt x="29117" y="0"/>
                  </a:lnTo>
                  <a:lnTo>
                    <a:pt x="29926" y="1013"/>
                  </a:lnTo>
                  <a:lnTo>
                    <a:pt x="30759" y="2057"/>
                  </a:lnTo>
                  <a:lnTo>
                    <a:pt x="32203" y="3951"/>
                  </a:lnTo>
                  <a:lnTo>
                    <a:pt x="32786" y="4716"/>
                  </a:lnTo>
                  <a:lnTo>
                    <a:pt x="33033" y="5041"/>
                  </a:lnTo>
                  <a:lnTo>
                    <a:pt x="33670" y="5934"/>
                  </a:lnTo>
                  <a:lnTo>
                    <a:pt x="33876" y="6223"/>
                  </a:lnTo>
                  <a:lnTo>
                    <a:pt x="38993" y="13396"/>
                  </a:lnTo>
                  <a:lnTo>
                    <a:pt x="40563" y="15545"/>
                  </a:lnTo>
                  <a:lnTo>
                    <a:pt x="42531" y="18240"/>
                  </a:lnTo>
                  <a:lnTo>
                    <a:pt x="47436" y="24956"/>
                  </a:lnTo>
                  <a:lnTo>
                    <a:pt x="47952" y="25437"/>
                  </a:lnTo>
                  <a:lnTo>
                    <a:pt x="48339" y="25799"/>
                  </a:lnTo>
                  <a:lnTo>
                    <a:pt x="48917" y="26083"/>
                  </a:lnTo>
                  <a:lnTo>
                    <a:pt x="53894" y="28534"/>
                  </a:lnTo>
                  <a:lnTo>
                    <a:pt x="54779" y="28970"/>
                  </a:lnTo>
                  <a:lnTo>
                    <a:pt x="57325" y="33332"/>
                  </a:lnTo>
                  <a:lnTo>
                    <a:pt x="58172" y="34785"/>
                  </a:lnTo>
                  <a:lnTo>
                    <a:pt x="61097" y="39798"/>
                  </a:lnTo>
                  <a:lnTo>
                    <a:pt x="61945" y="41251"/>
                  </a:lnTo>
                  <a:lnTo>
                    <a:pt x="62860" y="42548"/>
                  </a:lnTo>
                  <a:lnTo>
                    <a:pt x="63463" y="43403"/>
                  </a:lnTo>
                  <a:lnTo>
                    <a:pt x="65585" y="46412"/>
                  </a:lnTo>
                  <a:lnTo>
                    <a:pt x="66905" y="48283"/>
                  </a:lnTo>
                  <a:lnTo>
                    <a:pt x="67292" y="48649"/>
                  </a:lnTo>
                  <a:lnTo>
                    <a:pt x="68262" y="49566"/>
                  </a:lnTo>
                  <a:lnTo>
                    <a:pt x="74213" y="55193"/>
                  </a:lnTo>
                  <a:lnTo>
                    <a:pt x="75847" y="57032"/>
                  </a:lnTo>
                  <a:lnTo>
                    <a:pt x="77120" y="58462"/>
                  </a:lnTo>
                  <a:lnTo>
                    <a:pt x="77632" y="59039"/>
                  </a:lnTo>
                  <a:lnTo>
                    <a:pt x="77825" y="59256"/>
                  </a:lnTo>
                  <a:lnTo>
                    <a:pt x="80290" y="62027"/>
                  </a:lnTo>
                  <a:lnTo>
                    <a:pt x="80404" y="62172"/>
                  </a:lnTo>
                  <a:lnTo>
                    <a:pt x="81031" y="61653"/>
                  </a:lnTo>
                  <a:lnTo>
                    <a:pt x="81976" y="60870"/>
                  </a:lnTo>
                  <a:lnTo>
                    <a:pt x="87184" y="56557"/>
                  </a:lnTo>
                  <a:lnTo>
                    <a:pt x="88309" y="55625"/>
                  </a:lnTo>
                  <a:lnTo>
                    <a:pt x="89419" y="54706"/>
                  </a:lnTo>
                  <a:lnTo>
                    <a:pt x="94879" y="50184"/>
                  </a:lnTo>
                  <a:lnTo>
                    <a:pt x="95933" y="49310"/>
                  </a:lnTo>
                  <a:lnTo>
                    <a:pt x="96907" y="48504"/>
                  </a:lnTo>
                  <a:lnTo>
                    <a:pt x="98088" y="47526"/>
                  </a:lnTo>
                  <a:lnTo>
                    <a:pt x="99166" y="46676"/>
                  </a:lnTo>
                  <a:lnTo>
                    <a:pt x="100391" y="45710"/>
                  </a:lnTo>
                  <a:lnTo>
                    <a:pt x="102668" y="43917"/>
                  </a:lnTo>
                  <a:lnTo>
                    <a:pt x="104821" y="42220"/>
                  </a:lnTo>
                  <a:lnTo>
                    <a:pt x="106245" y="41097"/>
                  </a:lnTo>
                  <a:lnTo>
                    <a:pt x="107037" y="40473"/>
                  </a:lnTo>
                  <a:lnTo>
                    <a:pt x="107513" y="40082"/>
                  </a:lnTo>
                  <a:lnTo>
                    <a:pt x="108221" y="39500"/>
                  </a:lnTo>
                  <a:lnTo>
                    <a:pt x="109080" y="38794"/>
                  </a:lnTo>
                  <a:lnTo>
                    <a:pt x="109232" y="38669"/>
                  </a:lnTo>
                  <a:lnTo>
                    <a:pt x="114501" y="34339"/>
                  </a:lnTo>
                  <a:lnTo>
                    <a:pt x="115048" y="33890"/>
                  </a:lnTo>
                  <a:lnTo>
                    <a:pt x="115643" y="33363"/>
                  </a:lnTo>
                  <a:lnTo>
                    <a:pt x="116724" y="32405"/>
                  </a:lnTo>
                  <a:lnTo>
                    <a:pt x="120738" y="28849"/>
                  </a:lnTo>
                  <a:lnTo>
                    <a:pt x="121195" y="28445"/>
                  </a:lnTo>
                  <a:lnTo>
                    <a:pt x="122116" y="27629"/>
                  </a:lnTo>
                  <a:lnTo>
                    <a:pt x="122347" y="27530"/>
                  </a:lnTo>
                  <a:lnTo>
                    <a:pt x="122960" y="27267"/>
                  </a:lnTo>
                  <a:lnTo>
                    <a:pt x="124256" y="28050"/>
                  </a:lnTo>
                  <a:lnTo>
                    <a:pt x="123962" y="30579"/>
                  </a:lnTo>
                  <a:lnTo>
                    <a:pt x="123182" y="32405"/>
                  </a:lnTo>
                  <a:lnTo>
                    <a:pt x="121547" y="36238"/>
                  </a:lnTo>
                  <a:lnTo>
                    <a:pt x="121143" y="37118"/>
                  </a:lnTo>
                  <a:lnTo>
                    <a:pt x="120432" y="38669"/>
                  </a:lnTo>
                  <a:lnTo>
                    <a:pt x="118896" y="42018"/>
                  </a:lnTo>
                  <a:lnTo>
                    <a:pt x="118550" y="43917"/>
                  </a:lnTo>
                  <a:lnTo>
                    <a:pt x="118215" y="45752"/>
                  </a:lnTo>
                  <a:lnTo>
                    <a:pt x="117875" y="47618"/>
                  </a:lnTo>
                  <a:lnTo>
                    <a:pt x="117369" y="49842"/>
                  </a:lnTo>
                  <a:lnTo>
                    <a:pt x="117320" y="50058"/>
                  </a:lnTo>
                  <a:lnTo>
                    <a:pt x="117171" y="50710"/>
                  </a:lnTo>
                  <a:lnTo>
                    <a:pt x="115455" y="58256"/>
                  </a:lnTo>
                  <a:lnTo>
                    <a:pt x="115421" y="58405"/>
                  </a:lnTo>
                  <a:lnTo>
                    <a:pt x="115482" y="58570"/>
                  </a:lnTo>
                  <a:lnTo>
                    <a:pt x="116010" y="60010"/>
                  </a:lnTo>
                  <a:lnTo>
                    <a:pt x="118317" y="62218"/>
                  </a:lnTo>
                  <a:lnTo>
                    <a:pt x="122538" y="63873"/>
                  </a:lnTo>
                  <a:lnTo>
                    <a:pt x="127062" y="63873"/>
                  </a:lnTo>
                  <a:lnTo>
                    <a:pt x="128501" y="63873"/>
                  </a:lnTo>
                  <a:lnTo>
                    <a:pt x="129532" y="63873"/>
                  </a:lnTo>
                  <a:lnTo>
                    <a:pt x="130686" y="63873"/>
                  </a:lnTo>
                  <a:lnTo>
                    <a:pt x="132481" y="63901"/>
                  </a:lnTo>
                  <a:lnTo>
                    <a:pt x="136306" y="63961"/>
                  </a:lnTo>
                  <a:lnTo>
                    <a:pt x="141388" y="64040"/>
                  </a:lnTo>
                  <a:lnTo>
                    <a:pt x="145902" y="64110"/>
                  </a:lnTo>
                  <a:lnTo>
                    <a:pt x="150026" y="64175"/>
                  </a:lnTo>
                  <a:lnTo>
                    <a:pt x="149653" y="69197"/>
                  </a:lnTo>
                  <a:lnTo>
                    <a:pt x="149486" y="71450"/>
                  </a:lnTo>
                  <a:lnTo>
                    <a:pt x="147509" y="73718"/>
                  </a:lnTo>
                  <a:lnTo>
                    <a:pt x="144843" y="74164"/>
                  </a:lnTo>
                  <a:lnTo>
                    <a:pt x="129655" y="76702"/>
                  </a:lnTo>
                  <a:lnTo>
                    <a:pt x="126422" y="77242"/>
                  </a:lnTo>
                  <a:lnTo>
                    <a:pt x="123317" y="79585"/>
                  </a:lnTo>
                  <a:lnTo>
                    <a:pt x="124180" y="81146"/>
                  </a:lnTo>
                  <a:lnTo>
                    <a:pt x="127766" y="87633"/>
                  </a:lnTo>
                  <a:lnTo>
                    <a:pt x="131531" y="94000"/>
                  </a:lnTo>
                  <a:lnTo>
                    <a:pt x="146499" y="89269"/>
                  </a:lnTo>
                  <a:lnTo>
                    <a:pt x="146646" y="89718"/>
                  </a:lnTo>
                  <a:lnTo>
                    <a:pt x="147363" y="91918"/>
                  </a:lnTo>
                  <a:lnTo>
                    <a:pt x="152560" y="91517"/>
                  </a:lnTo>
                  <a:lnTo>
                    <a:pt x="155627" y="91281"/>
                  </a:lnTo>
                  <a:lnTo>
                    <a:pt x="156045" y="93219"/>
                  </a:lnTo>
                  <a:lnTo>
                    <a:pt x="156617" y="95868"/>
                  </a:lnTo>
                  <a:lnTo>
                    <a:pt x="158322" y="95972"/>
                  </a:lnTo>
                  <a:lnTo>
                    <a:pt x="162212" y="96210"/>
                  </a:lnTo>
                  <a:lnTo>
                    <a:pt x="165801" y="95832"/>
                  </a:lnTo>
                  <a:lnTo>
                    <a:pt x="166299" y="95400"/>
                  </a:lnTo>
                  <a:lnTo>
                    <a:pt x="169791" y="92364"/>
                  </a:lnTo>
                  <a:lnTo>
                    <a:pt x="171679" y="90721"/>
                  </a:lnTo>
                  <a:lnTo>
                    <a:pt x="175909" y="87071"/>
                  </a:lnTo>
                  <a:lnTo>
                    <a:pt x="180551" y="83065"/>
                  </a:lnTo>
                  <a:lnTo>
                    <a:pt x="184380" y="87230"/>
                  </a:lnTo>
                  <a:lnTo>
                    <a:pt x="177925" y="93204"/>
                  </a:lnTo>
                  <a:lnTo>
                    <a:pt x="178255" y="105213"/>
                  </a:lnTo>
                  <a:lnTo>
                    <a:pt x="178588" y="117343"/>
                  </a:lnTo>
                  <a:lnTo>
                    <a:pt x="178669" y="119707"/>
                  </a:lnTo>
                  <a:lnTo>
                    <a:pt x="178727" y="121417"/>
                  </a:lnTo>
                  <a:lnTo>
                    <a:pt x="179027" y="130183"/>
                  </a:lnTo>
                  <a:lnTo>
                    <a:pt x="179144" y="133613"/>
                  </a:lnTo>
                  <a:lnTo>
                    <a:pt x="179178" y="134582"/>
                  </a:lnTo>
                  <a:lnTo>
                    <a:pt x="179178" y="135113"/>
                  </a:lnTo>
                  <a:lnTo>
                    <a:pt x="179591" y="137761"/>
                  </a:lnTo>
                  <a:lnTo>
                    <a:pt x="179700" y="138464"/>
                  </a:lnTo>
                  <a:lnTo>
                    <a:pt x="180798" y="145499"/>
                  </a:lnTo>
                  <a:lnTo>
                    <a:pt x="181405" y="148426"/>
                  </a:lnTo>
                  <a:lnTo>
                    <a:pt x="183880" y="160367"/>
                  </a:lnTo>
                  <a:lnTo>
                    <a:pt x="167481" y="161709"/>
                  </a:lnTo>
                  <a:lnTo>
                    <a:pt x="167546" y="162673"/>
                  </a:lnTo>
                  <a:lnTo>
                    <a:pt x="167563" y="162945"/>
                  </a:lnTo>
                  <a:lnTo>
                    <a:pt x="167583" y="163279"/>
                  </a:lnTo>
                  <a:lnTo>
                    <a:pt x="167643" y="164268"/>
                  </a:lnTo>
                  <a:lnTo>
                    <a:pt x="167671" y="164737"/>
                  </a:lnTo>
                  <a:lnTo>
                    <a:pt x="167703" y="165274"/>
                  </a:lnTo>
                  <a:lnTo>
                    <a:pt x="167570" y="166070"/>
                  </a:lnTo>
                  <a:lnTo>
                    <a:pt x="167536" y="166269"/>
                  </a:lnTo>
                  <a:lnTo>
                    <a:pt x="167094" y="168906"/>
                  </a:lnTo>
                  <a:lnTo>
                    <a:pt x="172669" y="168152"/>
                  </a:lnTo>
                  <a:lnTo>
                    <a:pt x="173022" y="168252"/>
                  </a:lnTo>
                  <a:lnTo>
                    <a:pt x="173361" y="168348"/>
                  </a:lnTo>
                  <a:lnTo>
                    <a:pt x="174480" y="168754"/>
                  </a:lnTo>
                  <a:lnTo>
                    <a:pt x="175216" y="169356"/>
                  </a:lnTo>
                  <a:lnTo>
                    <a:pt x="175629" y="169923"/>
                  </a:lnTo>
                  <a:lnTo>
                    <a:pt x="173120" y="171240"/>
                  </a:lnTo>
                  <a:lnTo>
                    <a:pt x="169128" y="173336"/>
                  </a:lnTo>
                  <a:lnTo>
                    <a:pt x="164377" y="175830"/>
                  </a:lnTo>
                  <a:lnTo>
                    <a:pt x="161887" y="177173"/>
                  </a:lnTo>
                  <a:lnTo>
                    <a:pt x="159322" y="178556"/>
                  </a:lnTo>
                  <a:lnTo>
                    <a:pt x="159012" y="178723"/>
                  </a:lnTo>
                  <a:lnTo>
                    <a:pt x="156069" y="180641"/>
                  </a:lnTo>
                  <a:lnTo>
                    <a:pt x="155607" y="180942"/>
                  </a:lnTo>
                  <a:lnTo>
                    <a:pt x="153467" y="182337"/>
                  </a:lnTo>
                  <a:lnTo>
                    <a:pt x="153847" y="182894"/>
                  </a:lnTo>
                  <a:lnTo>
                    <a:pt x="148697" y="186565"/>
                  </a:lnTo>
                  <a:lnTo>
                    <a:pt x="146941" y="187818"/>
                  </a:lnTo>
                  <a:lnTo>
                    <a:pt x="141004" y="192051"/>
                  </a:lnTo>
                  <a:lnTo>
                    <a:pt x="141024" y="192433"/>
                  </a:lnTo>
                  <a:lnTo>
                    <a:pt x="141040" y="192748"/>
                  </a:lnTo>
                  <a:lnTo>
                    <a:pt x="141168" y="195287"/>
                  </a:lnTo>
                  <a:lnTo>
                    <a:pt x="141207" y="196045"/>
                  </a:lnTo>
                  <a:lnTo>
                    <a:pt x="141372" y="199314"/>
                  </a:lnTo>
                  <a:lnTo>
                    <a:pt x="141388" y="199617"/>
                  </a:lnTo>
                  <a:lnTo>
                    <a:pt x="141735" y="206475"/>
                  </a:lnTo>
                  <a:lnTo>
                    <a:pt x="141729" y="206711"/>
                  </a:lnTo>
                  <a:lnTo>
                    <a:pt x="141686" y="208532"/>
                  </a:lnTo>
                  <a:lnTo>
                    <a:pt x="140802" y="210815"/>
                  </a:lnTo>
                  <a:lnTo>
                    <a:pt x="139993" y="211894"/>
                  </a:lnTo>
                  <a:lnTo>
                    <a:pt x="139748" y="212077"/>
                  </a:lnTo>
                  <a:lnTo>
                    <a:pt x="139256" y="212445"/>
                  </a:lnTo>
                  <a:lnTo>
                    <a:pt x="138967" y="212398"/>
                  </a:lnTo>
                  <a:lnTo>
                    <a:pt x="137096" y="212094"/>
                  </a:lnTo>
                  <a:lnTo>
                    <a:pt x="136176" y="211798"/>
                  </a:lnTo>
                  <a:lnTo>
                    <a:pt x="135041" y="211432"/>
                  </a:lnTo>
                  <a:lnTo>
                    <a:pt x="134839" y="211367"/>
                  </a:lnTo>
                  <a:lnTo>
                    <a:pt x="132360" y="210188"/>
                  </a:lnTo>
                  <a:lnTo>
                    <a:pt x="129415" y="208512"/>
                  </a:lnTo>
                  <a:lnTo>
                    <a:pt x="129008" y="208280"/>
                  </a:lnTo>
                  <a:lnTo>
                    <a:pt x="127667" y="207517"/>
                  </a:lnTo>
                  <a:lnTo>
                    <a:pt x="124163" y="205522"/>
                  </a:lnTo>
                  <a:lnTo>
                    <a:pt x="123730" y="205181"/>
                  </a:lnTo>
                  <a:lnTo>
                    <a:pt x="123030" y="206028"/>
                  </a:lnTo>
                  <a:lnTo>
                    <a:pt x="121699" y="208078"/>
                  </a:lnTo>
                  <a:lnTo>
                    <a:pt x="121131" y="208952"/>
                  </a:lnTo>
                  <a:lnTo>
                    <a:pt x="118847" y="212470"/>
                  </a:lnTo>
                  <a:lnTo>
                    <a:pt x="114568" y="209667"/>
                  </a:lnTo>
                  <a:lnTo>
                    <a:pt x="112571" y="208359"/>
                  </a:lnTo>
                  <a:lnTo>
                    <a:pt x="112182" y="208104"/>
                  </a:lnTo>
                  <a:lnTo>
                    <a:pt x="106968" y="204688"/>
                  </a:lnTo>
                  <a:lnTo>
                    <a:pt x="106537" y="204406"/>
                  </a:lnTo>
                  <a:lnTo>
                    <a:pt x="106298" y="204250"/>
                  </a:lnTo>
                  <a:lnTo>
                    <a:pt x="101595" y="201134"/>
                  </a:lnTo>
                  <a:lnTo>
                    <a:pt x="100500" y="200409"/>
                  </a:lnTo>
                  <a:lnTo>
                    <a:pt x="99926" y="200029"/>
                  </a:lnTo>
                  <a:lnTo>
                    <a:pt x="98779" y="199269"/>
                  </a:lnTo>
                  <a:lnTo>
                    <a:pt x="98472" y="199074"/>
                  </a:lnTo>
                  <a:lnTo>
                    <a:pt x="97230" y="198284"/>
                  </a:lnTo>
                  <a:lnTo>
                    <a:pt x="97056" y="198174"/>
                  </a:lnTo>
                  <a:lnTo>
                    <a:pt x="93183" y="195711"/>
                  </a:lnTo>
                  <a:lnTo>
                    <a:pt x="92987" y="195586"/>
                  </a:lnTo>
                  <a:lnTo>
                    <a:pt x="91555" y="194598"/>
                  </a:lnTo>
                  <a:lnTo>
                    <a:pt x="91010" y="194222"/>
                  </a:lnTo>
                  <a:lnTo>
                    <a:pt x="90535" y="193928"/>
                  </a:lnTo>
                  <a:lnTo>
                    <a:pt x="83473" y="189561"/>
                  </a:lnTo>
                  <a:lnTo>
                    <a:pt x="81094" y="188006"/>
                  </a:lnTo>
                  <a:lnTo>
                    <a:pt x="80721" y="187762"/>
                  </a:lnTo>
                  <a:lnTo>
                    <a:pt x="80351" y="187520"/>
                  </a:lnTo>
                  <a:lnTo>
                    <a:pt x="79910" y="187232"/>
                  </a:lnTo>
                  <a:lnTo>
                    <a:pt x="72747" y="182875"/>
                  </a:lnTo>
                  <a:lnTo>
                    <a:pt x="72236" y="182563"/>
                  </a:lnTo>
                  <a:lnTo>
                    <a:pt x="71805" y="182301"/>
                  </a:lnTo>
                  <a:lnTo>
                    <a:pt x="70731" y="181364"/>
                  </a:lnTo>
                  <a:lnTo>
                    <a:pt x="70363" y="181065"/>
                  </a:lnTo>
                  <a:lnTo>
                    <a:pt x="69942" y="180725"/>
                  </a:lnTo>
                  <a:lnTo>
                    <a:pt x="68138" y="179262"/>
                  </a:lnTo>
                  <a:lnTo>
                    <a:pt x="61607" y="175849"/>
                  </a:lnTo>
                  <a:lnTo>
                    <a:pt x="61236" y="1756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g91"/>
            <p:cNvSpPr/>
            <p:nvPr/>
          </p:nvSpPr>
          <p:spPr>
            <a:xfrm>
              <a:off x="3325032" y="3543800"/>
              <a:ext cx="146758" cy="139379"/>
            </a:xfrm>
            <a:custGeom>
              <a:avLst/>
              <a:pathLst>
                <a:path w="146758" h="139379">
                  <a:moveTo>
                    <a:pt x="127277" y="92728"/>
                  </a:moveTo>
                  <a:lnTo>
                    <a:pt x="146758" y="128358"/>
                  </a:lnTo>
                  <a:lnTo>
                    <a:pt x="145080" y="139379"/>
                  </a:lnTo>
                  <a:lnTo>
                    <a:pt x="139074" y="139221"/>
                  </a:lnTo>
                  <a:lnTo>
                    <a:pt x="132149" y="139039"/>
                  </a:lnTo>
                  <a:lnTo>
                    <a:pt x="129414" y="138967"/>
                  </a:lnTo>
                  <a:lnTo>
                    <a:pt x="122206" y="138777"/>
                  </a:lnTo>
                  <a:lnTo>
                    <a:pt x="105812" y="133057"/>
                  </a:lnTo>
                  <a:lnTo>
                    <a:pt x="101646" y="132271"/>
                  </a:lnTo>
                  <a:lnTo>
                    <a:pt x="94872" y="133525"/>
                  </a:lnTo>
                  <a:lnTo>
                    <a:pt x="91682" y="131518"/>
                  </a:lnTo>
                  <a:lnTo>
                    <a:pt x="85252" y="126792"/>
                  </a:lnTo>
                  <a:lnTo>
                    <a:pt x="81622" y="124418"/>
                  </a:lnTo>
                  <a:lnTo>
                    <a:pt x="82187" y="122167"/>
                  </a:lnTo>
                  <a:lnTo>
                    <a:pt x="81797" y="122018"/>
                  </a:lnTo>
                  <a:lnTo>
                    <a:pt x="81111" y="121755"/>
                  </a:lnTo>
                  <a:lnTo>
                    <a:pt x="77215" y="120259"/>
                  </a:lnTo>
                  <a:lnTo>
                    <a:pt x="74418" y="119185"/>
                  </a:lnTo>
                  <a:lnTo>
                    <a:pt x="74212" y="119106"/>
                  </a:lnTo>
                  <a:lnTo>
                    <a:pt x="73035" y="118654"/>
                  </a:lnTo>
                  <a:lnTo>
                    <a:pt x="72448" y="118529"/>
                  </a:lnTo>
                  <a:lnTo>
                    <a:pt x="68184" y="117621"/>
                  </a:lnTo>
                  <a:lnTo>
                    <a:pt x="67370" y="117493"/>
                  </a:lnTo>
                  <a:lnTo>
                    <a:pt x="66577" y="117368"/>
                  </a:lnTo>
                  <a:lnTo>
                    <a:pt x="63608" y="116900"/>
                  </a:lnTo>
                  <a:lnTo>
                    <a:pt x="61960" y="116640"/>
                  </a:lnTo>
                  <a:lnTo>
                    <a:pt x="59957" y="116805"/>
                  </a:lnTo>
                  <a:lnTo>
                    <a:pt x="59074" y="110232"/>
                  </a:lnTo>
                  <a:lnTo>
                    <a:pt x="55220" y="109561"/>
                  </a:lnTo>
                  <a:lnTo>
                    <a:pt x="52477" y="109244"/>
                  </a:lnTo>
                  <a:lnTo>
                    <a:pt x="42149" y="107870"/>
                  </a:lnTo>
                  <a:lnTo>
                    <a:pt x="42157" y="106859"/>
                  </a:lnTo>
                  <a:lnTo>
                    <a:pt x="39194" y="104398"/>
                  </a:lnTo>
                  <a:lnTo>
                    <a:pt x="38635" y="103803"/>
                  </a:lnTo>
                  <a:lnTo>
                    <a:pt x="37022" y="102086"/>
                  </a:lnTo>
                  <a:lnTo>
                    <a:pt x="36421" y="101446"/>
                  </a:lnTo>
                  <a:lnTo>
                    <a:pt x="35556" y="100792"/>
                  </a:lnTo>
                  <a:lnTo>
                    <a:pt x="33299" y="99059"/>
                  </a:lnTo>
                  <a:lnTo>
                    <a:pt x="32528" y="98061"/>
                  </a:lnTo>
                  <a:lnTo>
                    <a:pt x="30389" y="95293"/>
                  </a:lnTo>
                  <a:lnTo>
                    <a:pt x="29042" y="93550"/>
                  </a:lnTo>
                  <a:lnTo>
                    <a:pt x="27428" y="91178"/>
                  </a:lnTo>
                  <a:lnTo>
                    <a:pt x="27598" y="91026"/>
                  </a:lnTo>
                  <a:lnTo>
                    <a:pt x="30389" y="88529"/>
                  </a:lnTo>
                  <a:lnTo>
                    <a:pt x="30694" y="88257"/>
                  </a:lnTo>
                  <a:lnTo>
                    <a:pt x="32932" y="86255"/>
                  </a:lnTo>
                  <a:lnTo>
                    <a:pt x="33188" y="85926"/>
                  </a:lnTo>
                  <a:lnTo>
                    <a:pt x="32226" y="84460"/>
                  </a:lnTo>
                  <a:lnTo>
                    <a:pt x="31938" y="84023"/>
                  </a:lnTo>
                  <a:lnTo>
                    <a:pt x="31110" y="82761"/>
                  </a:lnTo>
                  <a:lnTo>
                    <a:pt x="30389" y="82052"/>
                  </a:lnTo>
                  <a:lnTo>
                    <a:pt x="29453" y="81130"/>
                  </a:lnTo>
                  <a:lnTo>
                    <a:pt x="29124" y="80305"/>
                  </a:lnTo>
                  <a:lnTo>
                    <a:pt x="28889" y="79714"/>
                  </a:lnTo>
                  <a:lnTo>
                    <a:pt x="28103" y="77744"/>
                  </a:lnTo>
                  <a:lnTo>
                    <a:pt x="23726" y="75583"/>
                  </a:lnTo>
                  <a:lnTo>
                    <a:pt x="22785" y="73991"/>
                  </a:lnTo>
                  <a:lnTo>
                    <a:pt x="20625" y="70336"/>
                  </a:lnTo>
                  <a:lnTo>
                    <a:pt x="19832" y="68768"/>
                  </a:lnTo>
                  <a:lnTo>
                    <a:pt x="19500" y="68112"/>
                  </a:lnTo>
                  <a:lnTo>
                    <a:pt x="17934" y="65018"/>
                  </a:lnTo>
                  <a:lnTo>
                    <a:pt x="17074" y="63588"/>
                  </a:lnTo>
                  <a:lnTo>
                    <a:pt x="14018" y="58501"/>
                  </a:lnTo>
                  <a:lnTo>
                    <a:pt x="13921" y="58341"/>
                  </a:lnTo>
                  <a:lnTo>
                    <a:pt x="10689" y="52792"/>
                  </a:lnTo>
                  <a:lnTo>
                    <a:pt x="10414" y="52321"/>
                  </a:lnTo>
                  <a:lnTo>
                    <a:pt x="6964" y="46399"/>
                  </a:lnTo>
                  <a:lnTo>
                    <a:pt x="5514" y="43910"/>
                  </a:lnTo>
                  <a:lnTo>
                    <a:pt x="4878" y="42820"/>
                  </a:lnTo>
                  <a:lnTo>
                    <a:pt x="4729" y="42563"/>
                  </a:lnTo>
                  <a:lnTo>
                    <a:pt x="3892" y="40871"/>
                  </a:lnTo>
                  <a:lnTo>
                    <a:pt x="3427" y="39932"/>
                  </a:lnTo>
                  <a:lnTo>
                    <a:pt x="2121" y="37292"/>
                  </a:lnTo>
                  <a:lnTo>
                    <a:pt x="2029" y="37106"/>
                  </a:lnTo>
                  <a:lnTo>
                    <a:pt x="1634" y="36042"/>
                  </a:lnTo>
                  <a:lnTo>
                    <a:pt x="771" y="33718"/>
                  </a:lnTo>
                  <a:lnTo>
                    <a:pt x="369" y="32633"/>
                  </a:lnTo>
                  <a:lnTo>
                    <a:pt x="0" y="31539"/>
                  </a:lnTo>
                  <a:lnTo>
                    <a:pt x="776" y="30373"/>
                  </a:lnTo>
                  <a:lnTo>
                    <a:pt x="1578" y="29185"/>
                  </a:lnTo>
                  <a:lnTo>
                    <a:pt x="4596" y="24715"/>
                  </a:lnTo>
                  <a:lnTo>
                    <a:pt x="9656" y="17220"/>
                  </a:lnTo>
                  <a:lnTo>
                    <a:pt x="10217" y="16391"/>
                  </a:lnTo>
                  <a:lnTo>
                    <a:pt x="12122" y="13568"/>
                  </a:lnTo>
                  <a:lnTo>
                    <a:pt x="21186" y="144"/>
                  </a:lnTo>
                  <a:lnTo>
                    <a:pt x="21283" y="0"/>
                  </a:lnTo>
                  <a:lnTo>
                    <a:pt x="24491" y="2275"/>
                  </a:lnTo>
                  <a:lnTo>
                    <a:pt x="30110" y="6261"/>
                  </a:lnTo>
                  <a:lnTo>
                    <a:pt x="30260" y="6364"/>
                  </a:lnTo>
                  <a:lnTo>
                    <a:pt x="34121" y="9010"/>
                  </a:lnTo>
                  <a:lnTo>
                    <a:pt x="34484" y="9259"/>
                  </a:lnTo>
                  <a:lnTo>
                    <a:pt x="39494" y="12694"/>
                  </a:lnTo>
                  <a:lnTo>
                    <a:pt x="40066" y="13086"/>
                  </a:lnTo>
                  <a:lnTo>
                    <a:pt x="45405" y="16745"/>
                  </a:lnTo>
                  <a:lnTo>
                    <a:pt x="45999" y="17152"/>
                  </a:lnTo>
                  <a:lnTo>
                    <a:pt x="46221" y="17305"/>
                  </a:lnTo>
                  <a:lnTo>
                    <a:pt x="56210" y="24152"/>
                  </a:lnTo>
                  <a:lnTo>
                    <a:pt x="56538" y="24377"/>
                  </a:lnTo>
                  <a:lnTo>
                    <a:pt x="58324" y="25601"/>
                  </a:lnTo>
                  <a:lnTo>
                    <a:pt x="59481" y="26476"/>
                  </a:lnTo>
                  <a:lnTo>
                    <a:pt x="60258" y="27064"/>
                  </a:lnTo>
                  <a:lnTo>
                    <a:pt x="63216" y="29302"/>
                  </a:lnTo>
                  <a:lnTo>
                    <a:pt x="65607" y="31398"/>
                  </a:lnTo>
                  <a:lnTo>
                    <a:pt x="66435" y="31851"/>
                  </a:lnTo>
                  <a:lnTo>
                    <a:pt x="68326" y="32887"/>
                  </a:lnTo>
                  <a:lnTo>
                    <a:pt x="69455" y="33505"/>
                  </a:lnTo>
                  <a:lnTo>
                    <a:pt x="73725" y="36280"/>
                  </a:lnTo>
                  <a:lnTo>
                    <a:pt x="74859" y="37176"/>
                  </a:lnTo>
                  <a:lnTo>
                    <a:pt x="81061" y="40472"/>
                  </a:lnTo>
                  <a:lnTo>
                    <a:pt x="81875" y="40905"/>
                  </a:lnTo>
                  <a:lnTo>
                    <a:pt x="81819" y="44358"/>
                  </a:lnTo>
                  <a:lnTo>
                    <a:pt x="82268" y="44371"/>
                  </a:lnTo>
                  <a:lnTo>
                    <a:pt x="82655" y="44382"/>
                  </a:lnTo>
                  <a:lnTo>
                    <a:pt x="87466" y="45114"/>
                  </a:lnTo>
                  <a:lnTo>
                    <a:pt x="87505" y="45482"/>
                  </a:lnTo>
                  <a:lnTo>
                    <a:pt x="87629" y="46642"/>
                  </a:lnTo>
                  <a:lnTo>
                    <a:pt x="90009" y="47487"/>
                  </a:lnTo>
                  <a:lnTo>
                    <a:pt x="91259" y="47932"/>
                  </a:lnTo>
                  <a:lnTo>
                    <a:pt x="92030" y="48206"/>
                  </a:lnTo>
                  <a:lnTo>
                    <a:pt x="96581" y="49912"/>
                  </a:lnTo>
                  <a:lnTo>
                    <a:pt x="97131" y="51738"/>
                  </a:lnTo>
                  <a:lnTo>
                    <a:pt x="97690" y="54148"/>
                  </a:lnTo>
                  <a:lnTo>
                    <a:pt x="110357" y="55280"/>
                  </a:lnTo>
                  <a:lnTo>
                    <a:pt x="112331" y="55457"/>
                  </a:lnTo>
                  <a:lnTo>
                    <a:pt x="112306" y="67642"/>
                  </a:lnTo>
                  <a:lnTo>
                    <a:pt x="107643" y="71656"/>
                  </a:lnTo>
                  <a:lnTo>
                    <a:pt x="107029" y="75419"/>
                  </a:lnTo>
                  <a:lnTo>
                    <a:pt x="108134" y="79056"/>
                  </a:lnTo>
                  <a:lnTo>
                    <a:pt x="113778" y="81816"/>
                  </a:lnTo>
                  <a:lnTo>
                    <a:pt x="116355" y="872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g92"/>
            <p:cNvSpPr/>
            <p:nvPr/>
          </p:nvSpPr>
          <p:spPr>
            <a:xfrm>
              <a:off x="3128295" y="3728539"/>
              <a:ext cx="170566" cy="137111"/>
            </a:xfrm>
            <a:custGeom>
              <a:avLst/>
              <a:pathLst>
                <a:path w="170566" h="137111">
                  <a:moveTo>
                    <a:pt x="32532" y="9398"/>
                  </a:moveTo>
                  <a:lnTo>
                    <a:pt x="32582" y="9633"/>
                  </a:lnTo>
                  <a:lnTo>
                    <a:pt x="34955" y="9211"/>
                  </a:lnTo>
                  <a:lnTo>
                    <a:pt x="34898" y="8765"/>
                  </a:lnTo>
                  <a:lnTo>
                    <a:pt x="34748" y="7585"/>
                  </a:lnTo>
                  <a:lnTo>
                    <a:pt x="35105" y="7511"/>
                  </a:lnTo>
                  <a:lnTo>
                    <a:pt x="38224" y="6864"/>
                  </a:lnTo>
                  <a:lnTo>
                    <a:pt x="39115" y="8630"/>
                  </a:lnTo>
                  <a:lnTo>
                    <a:pt x="39217" y="8833"/>
                  </a:lnTo>
                  <a:lnTo>
                    <a:pt x="41198" y="12758"/>
                  </a:lnTo>
                  <a:lnTo>
                    <a:pt x="39743" y="14931"/>
                  </a:lnTo>
                  <a:lnTo>
                    <a:pt x="39884" y="15378"/>
                  </a:lnTo>
                  <a:lnTo>
                    <a:pt x="40273" y="16620"/>
                  </a:lnTo>
                  <a:lnTo>
                    <a:pt x="40755" y="18928"/>
                  </a:lnTo>
                  <a:lnTo>
                    <a:pt x="40891" y="19807"/>
                  </a:lnTo>
                  <a:lnTo>
                    <a:pt x="44609" y="21242"/>
                  </a:lnTo>
                  <a:lnTo>
                    <a:pt x="46724" y="21768"/>
                  </a:lnTo>
                  <a:lnTo>
                    <a:pt x="47994" y="21863"/>
                  </a:lnTo>
                  <a:lnTo>
                    <a:pt x="50013" y="22013"/>
                  </a:lnTo>
                  <a:lnTo>
                    <a:pt x="51025" y="22088"/>
                  </a:lnTo>
                  <a:lnTo>
                    <a:pt x="54050" y="27769"/>
                  </a:lnTo>
                  <a:lnTo>
                    <a:pt x="54462" y="29816"/>
                  </a:lnTo>
                  <a:lnTo>
                    <a:pt x="54500" y="31048"/>
                  </a:lnTo>
                  <a:lnTo>
                    <a:pt x="56208" y="31529"/>
                  </a:lnTo>
                  <a:lnTo>
                    <a:pt x="61311" y="31292"/>
                  </a:lnTo>
                  <a:lnTo>
                    <a:pt x="63434" y="31193"/>
                  </a:lnTo>
                  <a:lnTo>
                    <a:pt x="64555" y="31141"/>
                  </a:lnTo>
                  <a:lnTo>
                    <a:pt x="67623" y="31492"/>
                  </a:lnTo>
                  <a:lnTo>
                    <a:pt x="68647" y="31719"/>
                  </a:lnTo>
                  <a:lnTo>
                    <a:pt x="71867" y="32435"/>
                  </a:lnTo>
                  <a:lnTo>
                    <a:pt x="74098" y="32837"/>
                  </a:lnTo>
                  <a:lnTo>
                    <a:pt x="76836" y="33647"/>
                  </a:lnTo>
                  <a:lnTo>
                    <a:pt x="77359" y="33802"/>
                  </a:lnTo>
                  <a:lnTo>
                    <a:pt x="79112" y="33907"/>
                  </a:lnTo>
                  <a:lnTo>
                    <a:pt x="79885" y="34001"/>
                  </a:lnTo>
                  <a:lnTo>
                    <a:pt x="82398" y="34304"/>
                  </a:lnTo>
                  <a:lnTo>
                    <a:pt x="84084" y="34508"/>
                  </a:lnTo>
                  <a:lnTo>
                    <a:pt x="84972" y="34615"/>
                  </a:lnTo>
                  <a:lnTo>
                    <a:pt x="86224" y="34630"/>
                  </a:lnTo>
                  <a:lnTo>
                    <a:pt x="86657" y="34635"/>
                  </a:lnTo>
                  <a:lnTo>
                    <a:pt x="86523" y="35909"/>
                  </a:lnTo>
                  <a:lnTo>
                    <a:pt x="86866" y="36576"/>
                  </a:lnTo>
                  <a:lnTo>
                    <a:pt x="88020" y="38056"/>
                  </a:lnTo>
                  <a:lnTo>
                    <a:pt x="88251" y="38321"/>
                  </a:lnTo>
                  <a:lnTo>
                    <a:pt x="89419" y="39661"/>
                  </a:lnTo>
                  <a:lnTo>
                    <a:pt x="92054" y="42094"/>
                  </a:lnTo>
                  <a:lnTo>
                    <a:pt x="93742" y="42124"/>
                  </a:lnTo>
                  <a:lnTo>
                    <a:pt x="94713" y="41131"/>
                  </a:lnTo>
                  <a:lnTo>
                    <a:pt x="96186" y="40258"/>
                  </a:lnTo>
                  <a:lnTo>
                    <a:pt x="97600" y="40318"/>
                  </a:lnTo>
                  <a:lnTo>
                    <a:pt x="98658" y="40789"/>
                  </a:lnTo>
                  <a:lnTo>
                    <a:pt x="101003" y="42156"/>
                  </a:lnTo>
                  <a:lnTo>
                    <a:pt x="103467" y="40425"/>
                  </a:lnTo>
                  <a:lnTo>
                    <a:pt x="104859" y="39075"/>
                  </a:lnTo>
                  <a:lnTo>
                    <a:pt x="105860" y="38085"/>
                  </a:lnTo>
                  <a:lnTo>
                    <a:pt x="108779" y="35197"/>
                  </a:lnTo>
                  <a:lnTo>
                    <a:pt x="111420" y="35956"/>
                  </a:lnTo>
                  <a:lnTo>
                    <a:pt x="113768" y="39215"/>
                  </a:lnTo>
                  <a:lnTo>
                    <a:pt x="114583" y="40347"/>
                  </a:lnTo>
                  <a:lnTo>
                    <a:pt x="118583" y="38164"/>
                  </a:lnTo>
                  <a:lnTo>
                    <a:pt x="119004" y="38430"/>
                  </a:lnTo>
                  <a:lnTo>
                    <a:pt x="120913" y="39633"/>
                  </a:lnTo>
                  <a:lnTo>
                    <a:pt x="121209" y="39820"/>
                  </a:lnTo>
                  <a:lnTo>
                    <a:pt x="121524" y="40020"/>
                  </a:lnTo>
                  <a:lnTo>
                    <a:pt x="123507" y="41282"/>
                  </a:lnTo>
                  <a:lnTo>
                    <a:pt x="123991" y="41601"/>
                  </a:lnTo>
                  <a:lnTo>
                    <a:pt x="124498" y="42156"/>
                  </a:lnTo>
                  <a:lnTo>
                    <a:pt x="126744" y="44611"/>
                  </a:lnTo>
                  <a:lnTo>
                    <a:pt x="128290" y="46301"/>
                  </a:lnTo>
                  <a:lnTo>
                    <a:pt x="129159" y="47251"/>
                  </a:lnTo>
                  <a:lnTo>
                    <a:pt x="131958" y="50311"/>
                  </a:lnTo>
                  <a:lnTo>
                    <a:pt x="134085" y="52636"/>
                  </a:lnTo>
                  <a:lnTo>
                    <a:pt x="140843" y="58788"/>
                  </a:lnTo>
                  <a:lnTo>
                    <a:pt x="142202" y="60025"/>
                  </a:lnTo>
                  <a:lnTo>
                    <a:pt x="153481" y="69734"/>
                  </a:lnTo>
                  <a:lnTo>
                    <a:pt x="152820" y="70137"/>
                  </a:lnTo>
                  <a:lnTo>
                    <a:pt x="152667" y="70230"/>
                  </a:lnTo>
                  <a:lnTo>
                    <a:pt x="150870" y="71631"/>
                  </a:lnTo>
                  <a:lnTo>
                    <a:pt x="150197" y="72711"/>
                  </a:lnTo>
                  <a:lnTo>
                    <a:pt x="149734" y="73636"/>
                  </a:lnTo>
                  <a:lnTo>
                    <a:pt x="149607" y="73891"/>
                  </a:lnTo>
                  <a:lnTo>
                    <a:pt x="149257" y="74592"/>
                  </a:lnTo>
                  <a:lnTo>
                    <a:pt x="148302" y="75702"/>
                  </a:lnTo>
                  <a:lnTo>
                    <a:pt x="146707" y="76823"/>
                  </a:lnTo>
                  <a:lnTo>
                    <a:pt x="144598" y="78066"/>
                  </a:lnTo>
                  <a:lnTo>
                    <a:pt x="144309" y="78284"/>
                  </a:lnTo>
                  <a:lnTo>
                    <a:pt x="143399" y="82111"/>
                  </a:lnTo>
                  <a:lnTo>
                    <a:pt x="142885" y="84272"/>
                  </a:lnTo>
                  <a:lnTo>
                    <a:pt x="141353" y="89532"/>
                  </a:lnTo>
                  <a:lnTo>
                    <a:pt x="141648" y="90185"/>
                  </a:lnTo>
                  <a:lnTo>
                    <a:pt x="143937" y="91994"/>
                  </a:lnTo>
                  <a:lnTo>
                    <a:pt x="146716" y="94282"/>
                  </a:lnTo>
                  <a:lnTo>
                    <a:pt x="149496" y="96946"/>
                  </a:lnTo>
                  <a:lnTo>
                    <a:pt x="153026" y="100717"/>
                  </a:lnTo>
                  <a:lnTo>
                    <a:pt x="156672" y="104529"/>
                  </a:lnTo>
                  <a:lnTo>
                    <a:pt x="159315" y="107374"/>
                  </a:lnTo>
                  <a:lnTo>
                    <a:pt x="160563" y="108714"/>
                  </a:lnTo>
                  <a:lnTo>
                    <a:pt x="161754" y="109993"/>
                  </a:lnTo>
                  <a:lnTo>
                    <a:pt x="163139" y="111258"/>
                  </a:lnTo>
                  <a:lnTo>
                    <a:pt x="164932" y="112658"/>
                  </a:lnTo>
                  <a:lnTo>
                    <a:pt x="166846" y="114105"/>
                  </a:lnTo>
                  <a:lnTo>
                    <a:pt x="168552" y="115587"/>
                  </a:lnTo>
                  <a:lnTo>
                    <a:pt x="169510" y="116791"/>
                  </a:lnTo>
                  <a:lnTo>
                    <a:pt x="170014" y="117812"/>
                  </a:lnTo>
                  <a:lnTo>
                    <a:pt x="170566" y="118302"/>
                  </a:lnTo>
                  <a:lnTo>
                    <a:pt x="170468" y="118729"/>
                  </a:lnTo>
                  <a:lnTo>
                    <a:pt x="169932" y="121038"/>
                  </a:lnTo>
                  <a:lnTo>
                    <a:pt x="169396" y="122878"/>
                  </a:lnTo>
                  <a:lnTo>
                    <a:pt x="169198" y="123555"/>
                  </a:lnTo>
                  <a:lnTo>
                    <a:pt x="169073" y="123985"/>
                  </a:lnTo>
                  <a:lnTo>
                    <a:pt x="168505" y="124535"/>
                  </a:lnTo>
                  <a:lnTo>
                    <a:pt x="168302" y="124731"/>
                  </a:lnTo>
                  <a:lnTo>
                    <a:pt x="165553" y="127391"/>
                  </a:lnTo>
                  <a:lnTo>
                    <a:pt x="164985" y="127910"/>
                  </a:lnTo>
                  <a:lnTo>
                    <a:pt x="162529" y="128437"/>
                  </a:lnTo>
                  <a:lnTo>
                    <a:pt x="156832" y="131743"/>
                  </a:lnTo>
                  <a:lnTo>
                    <a:pt x="152807" y="134201"/>
                  </a:lnTo>
                  <a:lnTo>
                    <a:pt x="150745" y="137111"/>
                  </a:lnTo>
                  <a:lnTo>
                    <a:pt x="150807" y="129067"/>
                  </a:lnTo>
                  <a:lnTo>
                    <a:pt x="150071" y="126056"/>
                  </a:lnTo>
                  <a:lnTo>
                    <a:pt x="148893" y="122896"/>
                  </a:lnTo>
                  <a:lnTo>
                    <a:pt x="148009" y="118681"/>
                  </a:lnTo>
                  <a:lnTo>
                    <a:pt x="148070" y="114357"/>
                  </a:lnTo>
                  <a:lnTo>
                    <a:pt x="147342" y="112913"/>
                  </a:lnTo>
                  <a:lnTo>
                    <a:pt x="144446" y="108448"/>
                  </a:lnTo>
                  <a:lnTo>
                    <a:pt x="143170" y="107143"/>
                  </a:lnTo>
                  <a:lnTo>
                    <a:pt x="137328" y="104484"/>
                  </a:lnTo>
                  <a:lnTo>
                    <a:pt x="134727" y="104283"/>
                  </a:lnTo>
                  <a:lnTo>
                    <a:pt x="133557" y="104283"/>
                  </a:lnTo>
                  <a:lnTo>
                    <a:pt x="131929" y="104283"/>
                  </a:lnTo>
                  <a:lnTo>
                    <a:pt x="130702" y="103882"/>
                  </a:lnTo>
                  <a:lnTo>
                    <a:pt x="130407" y="102728"/>
                  </a:lnTo>
                  <a:lnTo>
                    <a:pt x="130309" y="101373"/>
                  </a:lnTo>
                  <a:lnTo>
                    <a:pt x="130260" y="98664"/>
                  </a:lnTo>
                  <a:lnTo>
                    <a:pt x="129720" y="97209"/>
                  </a:lnTo>
                  <a:lnTo>
                    <a:pt x="127806" y="95854"/>
                  </a:lnTo>
                  <a:lnTo>
                    <a:pt x="126481" y="95051"/>
                  </a:lnTo>
                  <a:lnTo>
                    <a:pt x="125401" y="93897"/>
                  </a:lnTo>
                  <a:lnTo>
                    <a:pt x="125057" y="92392"/>
                  </a:lnTo>
                  <a:lnTo>
                    <a:pt x="124354" y="89977"/>
                  </a:lnTo>
                  <a:lnTo>
                    <a:pt x="123339" y="87525"/>
                  </a:lnTo>
                  <a:lnTo>
                    <a:pt x="122848" y="85569"/>
                  </a:lnTo>
                  <a:lnTo>
                    <a:pt x="122848" y="84314"/>
                  </a:lnTo>
                  <a:lnTo>
                    <a:pt x="123732" y="83361"/>
                  </a:lnTo>
                  <a:lnTo>
                    <a:pt x="124773" y="82677"/>
                  </a:lnTo>
                  <a:lnTo>
                    <a:pt x="121351" y="75083"/>
                  </a:lnTo>
                  <a:lnTo>
                    <a:pt x="121136" y="74760"/>
                  </a:lnTo>
                  <a:lnTo>
                    <a:pt x="115710" y="77552"/>
                  </a:lnTo>
                  <a:lnTo>
                    <a:pt x="114771" y="78196"/>
                  </a:lnTo>
                  <a:lnTo>
                    <a:pt x="112255" y="79920"/>
                  </a:lnTo>
                  <a:lnTo>
                    <a:pt x="109800" y="82148"/>
                  </a:lnTo>
                  <a:lnTo>
                    <a:pt x="109602" y="82858"/>
                  </a:lnTo>
                  <a:lnTo>
                    <a:pt x="109372" y="83683"/>
                  </a:lnTo>
                  <a:lnTo>
                    <a:pt x="109101" y="85906"/>
                  </a:lnTo>
                  <a:lnTo>
                    <a:pt x="108398" y="87062"/>
                  </a:lnTo>
                  <a:lnTo>
                    <a:pt x="107893" y="87893"/>
                  </a:lnTo>
                  <a:lnTo>
                    <a:pt x="106391" y="88872"/>
                  </a:lnTo>
                  <a:lnTo>
                    <a:pt x="106774" y="91385"/>
                  </a:lnTo>
                  <a:lnTo>
                    <a:pt x="107151" y="92401"/>
                  </a:lnTo>
                  <a:lnTo>
                    <a:pt x="107526" y="93400"/>
                  </a:lnTo>
                  <a:lnTo>
                    <a:pt x="108188" y="94606"/>
                  </a:lnTo>
                  <a:lnTo>
                    <a:pt x="108949" y="95624"/>
                  </a:lnTo>
                  <a:lnTo>
                    <a:pt x="107053" y="95683"/>
                  </a:lnTo>
                  <a:lnTo>
                    <a:pt x="105453" y="95733"/>
                  </a:lnTo>
                  <a:lnTo>
                    <a:pt x="101571" y="95855"/>
                  </a:lnTo>
                  <a:lnTo>
                    <a:pt x="98589" y="95948"/>
                  </a:lnTo>
                  <a:lnTo>
                    <a:pt x="97652" y="95964"/>
                  </a:lnTo>
                  <a:lnTo>
                    <a:pt x="96137" y="96011"/>
                  </a:lnTo>
                  <a:lnTo>
                    <a:pt x="94843" y="96052"/>
                  </a:lnTo>
                  <a:lnTo>
                    <a:pt x="94694" y="96055"/>
                  </a:lnTo>
                  <a:lnTo>
                    <a:pt x="88703" y="96186"/>
                  </a:lnTo>
                  <a:lnTo>
                    <a:pt x="87861" y="96204"/>
                  </a:lnTo>
                  <a:lnTo>
                    <a:pt x="86103" y="96242"/>
                  </a:lnTo>
                  <a:lnTo>
                    <a:pt x="86106" y="95227"/>
                  </a:lnTo>
                  <a:lnTo>
                    <a:pt x="82501" y="94947"/>
                  </a:lnTo>
                  <a:lnTo>
                    <a:pt x="78725" y="94654"/>
                  </a:lnTo>
                  <a:lnTo>
                    <a:pt x="78759" y="91970"/>
                  </a:lnTo>
                  <a:lnTo>
                    <a:pt x="78938" y="90380"/>
                  </a:lnTo>
                  <a:lnTo>
                    <a:pt x="79117" y="88795"/>
                  </a:lnTo>
                  <a:lnTo>
                    <a:pt x="75083" y="87648"/>
                  </a:lnTo>
                  <a:lnTo>
                    <a:pt x="72824" y="88499"/>
                  </a:lnTo>
                  <a:lnTo>
                    <a:pt x="70904" y="89189"/>
                  </a:lnTo>
                  <a:lnTo>
                    <a:pt x="69137" y="89824"/>
                  </a:lnTo>
                  <a:lnTo>
                    <a:pt x="64469" y="90374"/>
                  </a:lnTo>
                  <a:lnTo>
                    <a:pt x="62607" y="90593"/>
                  </a:lnTo>
                  <a:lnTo>
                    <a:pt x="62010" y="91008"/>
                  </a:lnTo>
                  <a:lnTo>
                    <a:pt x="61697" y="91226"/>
                  </a:lnTo>
                  <a:lnTo>
                    <a:pt x="61161" y="91599"/>
                  </a:lnTo>
                  <a:lnTo>
                    <a:pt x="60926" y="91748"/>
                  </a:lnTo>
                  <a:lnTo>
                    <a:pt x="59393" y="87379"/>
                  </a:lnTo>
                  <a:lnTo>
                    <a:pt x="58721" y="85707"/>
                  </a:lnTo>
                  <a:lnTo>
                    <a:pt x="58263" y="84566"/>
                  </a:lnTo>
                  <a:lnTo>
                    <a:pt x="58138" y="84254"/>
                  </a:lnTo>
                  <a:lnTo>
                    <a:pt x="58607" y="83431"/>
                  </a:lnTo>
                  <a:lnTo>
                    <a:pt x="58273" y="79315"/>
                  </a:lnTo>
                  <a:lnTo>
                    <a:pt x="57990" y="75815"/>
                  </a:lnTo>
                  <a:lnTo>
                    <a:pt x="54890" y="75391"/>
                  </a:lnTo>
                  <a:lnTo>
                    <a:pt x="53089" y="75144"/>
                  </a:lnTo>
                  <a:lnTo>
                    <a:pt x="50116" y="74737"/>
                  </a:lnTo>
                  <a:lnTo>
                    <a:pt x="49567" y="74662"/>
                  </a:lnTo>
                  <a:lnTo>
                    <a:pt x="45625" y="78322"/>
                  </a:lnTo>
                  <a:lnTo>
                    <a:pt x="44813" y="79059"/>
                  </a:lnTo>
                  <a:lnTo>
                    <a:pt x="44468" y="79372"/>
                  </a:lnTo>
                  <a:lnTo>
                    <a:pt x="43768" y="77997"/>
                  </a:lnTo>
                  <a:lnTo>
                    <a:pt x="41739" y="74755"/>
                  </a:lnTo>
                  <a:lnTo>
                    <a:pt x="41336" y="74463"/>
                  </a:lnTo>
                  <a:lnTo>
                    <a:pt x="40237" y="73665"/>
                  </a:lnTo>
                  <a:lnTo>
                    <a:pt x="40028" y="73514"/>
                  </a:lnTo>
                  <a:lnTo>
                    <a:pt x="39512" y="73139"/>
                  </a:lnTo>
                  <a:lnTo>
                    <a:pt x="38893" y="72728"/>
                  </a:lnTo>
                  <a:lnTo>
                    <a:pt x="35252" y="70445"/>
                  </a:lnTo>
                  <a:lnTo>
                    <a:pt x="34388" y="69903"/>
                  </a:lnTo>
                  <a:lnTo>
                    <a:pt x="33661" y="69447"/>
                  </a:lnTo>
                  <a:lnTo>
                    <a:pt x="28798" y="66265"/>
                  </a:lnTo>
                  <a:lnTo>
                    <a:pt x="28493" y="66065"/>
                  </a:lnTo>
                  <a:lnTo>
                    <a:pt x="28143" y="65836"/>
                  </a:lnTo>
                  <a:lnTo>
                    <a:pt x="27729" y="65564"/>
                  </a:lnTo>
                  <a:lnTo>
                    <a:pt x="22905" y="62233"/>
                  </a:lnTo>
                  <a:lnTo>
                    <a:pt x="17347" y="58395"/>
                  </a:lnTo>
                  <a:lnTo>
                    <a:pt x="11559" y="54397"/>
                  </a:lnTo>
                  <a:lnTo>
                    <a:pt x="7897" y="51768"/>
                  </a:lnTo>
                  <a:lnTo>
                    <a:pt x="7770" y="50884"/>
                  </a:lnTo>
                  <a:lnTo>
                    <a:pt x="7262" y="47371"/>
                  </a:lnTo>
                  <a:lnTo>
                    <a:pt x="6367" y="41171"/>
                  </a:lnTo>
                  <a:lnTo>
                    <a:pt x="5794" y="35960"/>
                  </a:lnTo>
                  <a:lnTo>
                    <a:pt x="5168" y="35505"/>
                  </a:lnTo>
                  <a:lnTo>
                    <a:pt x="953" y="32443"/>
                  </a:lnTo>
                  <a:lnTo>
                    <a:pt x="0" y="31750"/>
                  </a:lnTo>
                  <a:lnTo>
                    <a:pt x="1229" y="29998"/>
                  </a:lnTo>
                  <a:lnTo>
                    <a:pt x="3814" y="26315"/>
                  </a:lnTo>
                  <a:lnTo>
                    <a:pt x="4518" y="24469"/>
                  </a:lnTo>
                  <a:lnTo>
                    <a:pt x="4987" y="23239"/>
                  </a:lnTo>
                  <a:lnTo>
                    <a:pt x="5168" y="22763"/>
                  </a:lnTo>
                  <a:lnTo>
                    <a:pt x="5728" y="21528"/>
                  </a:lnTo>
                  <a:lnTo>
                    <a:pt x="6159" y="20670"/>
                  </a:lnTo>
                  <a:lnTo>
                    <a:pt x="7363" y="18273"/>
                  </a:lnTo>
                  <a:lnTo>
                    <a:pt x="8047" y="16986"/>
                  </a:lnTo>
                  <a:lnTo>
                    <a:pt x="9778" y="13727"/>
                  </a:lnTo>
                  <a:lnTo>
                    <a:pt x="10687" y="12287"/>
                  </a:lnTo>
                  <a:lnTo>
                    <a:pt x="11943" y="10296"/>
                  </a:lnTo>
                  <a:lnTo>
                    <a:pt x="12057" y="10116"/>
                  </a:lnTo>
                  <a:lnTo>
                    <a:pt x="12400" y="9573"/>
                  </a:lnTo>
                  <a:lnTo>
                    <a:pt x="15764" y="5609"/>
                  </a:lnTo>
                  <a:lnTo>
                    <a:pt x="16090" y="5224"/>
                  </a:lnTo>
                  <a:lnTo>
                    <a:pt x="16870" y="4306"/>
                  </a:lnTo>
                  <a:lnTo>
                    <a:pt x="17449" y="3453"/>
                  </a:lnTo>
                  <a:lnTo>
                    <a:pt x="17876" y="2825"/>
                  </a:lnTo>
                  <a:lnTo>
                    <a:pt x="18260" y="2259"/>
                  </a:lnTo>
                  <a:lnTo>
                    <a:pt x="18750" y="1537"/>
                  </a:lnTo>
                  <a:lnTo>
                    <a:pt x="20708" y="1275"/>
                  </a:lnTo>
                  <a:lnTo>
                    <a:pt x="20899" y="1249"/>
                  </a:lnTo>
                  <a:lnTo>
                    <a:pt x="23882" y="850"/>
                  </a:lnTo>
                  <a:lnTo>
                    <a:pt x="29158" y="143"/>
                  </a:lnTo>
                  <a:lnTo>
                    <a:pt x="29673" y="89"/>
                  </a:lnTo>
                  <a:lnTo>
                    <a:pt x="30518" y="0"/>
                  </a:lnTo>
                  <a:lnTo>
                    <a:pt x="31708" y="5556"/>
                  </a:lnTo>
                  <a:lnTo>
                    <a:pt x="32322" y="84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g93"/>
            <p:cNvSpPr/>
            <p:nvPr/>
          </p:nvSpPr>
          <p:spPr>
            <a:xfrm>
              <a:off x="2844277" y="3203903"/>
              <a:ext cx="291380" cy="172058"/>
            </a:xfrm>
            <a:custGeom>
              <a:avLst/>
              <a:pathLst>
                <a:path w="291380" h="172058">
                  <a:moveTo>
                    <a:pt x="156376" y="15158"/>
                  </a:moveTo>
                  <a:lnTo>
                    <a:pt x="156994" y="16351"/>
                  </a:lnTo>
                  <a:lnTo>
                    <a:pt x="161913" y="15279"/>
                  </a:lnTo>
                  <a:lnTo>
                    <a:pt x="168737" y="10919"/>
                  </a:lnTo>
                  <a:lnTo>
                    <a:pt x="176622" y="8362"/>
                  </a:lnTo>
                  <a:lnTo>
                    <a:pt x="192454" y="4555"/>
                  </a:lnTo>
                  <a:lnTo>
                    <a:pt x="198597" y="3077"/>
                  </a:lnTo>
                  <a:lnTo>
                    <a:pt x="200435" y="2635"/>
                  </a:lnTo>
                  <a:lnTo>
                    <a:pt x="210534" y="3782"/>
                  </a:lnTo>
                  <a:lnTo>
                    <a:pt x="215278" y="4321"/>
                  </a:lnTo>
                  <a:lnTo>
                    <a:pt x="225976" y="11112"/>
                  </a:lnTo>
                  <a:lnTo>
                    <a:pt x="226470" y="11425"/>
                  </a:lnTo>
                  <a:lnTo>
                    <a:pt x="226160" y="23732"/>
                  </a:lnTo>
                  <a:lnTo>
                    <a:pt x="219901" y="23708"/>
                  </a:lnTo>
                  <a:lnTo>
                    <a:pt x="218930" y="36712"/>
                  </a:lnTo>
                  <a:lnTo>
                    <a:pt x="236954" y="38519"/>
                  </a:lnTo>
                  <a:lnTo>
                    <a:pt x="236719" y="41409"/>
                  </a:lnTo>
                  <a:lnTo>
                    <a:pt x="249913" y="50801"/>
                  </a:lnTo>
                  <a:lnTo>
                    <a:pt x="250985" y="49765"/>
                  </a:lnTo>
                  <a:lnTo>
                    <a:pt x="251262" y="49498"/>
                  </a:lnTo>
                  <a:lnTo>
                    <a:pt x="256393" y="44540"/>
                  </a:lnTo>
                  <a:lnTo>
                    <a:pt x="257599" y="43375"/>
                  </a:lnTo>
                  <a:lnTo>
                    <a:pt x="271235" y="51764"/>
                  </a:lnTo>
                  <a:lnTo>
                    <a:pt x="266802" y="59252"/>
                  </a:lnTo>
                  <a:lnTo>
                    <a:pt x="273951" y="62406"/>
                  </a:lnTo>
                  <a:lnTo>
                    <a:pt x="282309" y="66094"/>
                  </a:lnTo>
                  <a:lnTo>
                    <a:pt x="281956" y="74041"/>
                  </a:lnTo>
                  <a:lnTo>
                    <a:pt x="285608" y="82711"/>
                  </a:lnTo>
                  <a:lnTo>
                    <a:pt x="287428" y="84106"/>
                  </a:lnTo>
                  <a:lnTo>
                    <a:pt x="290320" y="86323"/>
                  </a:lnTo>
                  <a:lnTo>
                    <a:pt x="291076" y="92679"/>
                  </a:lnTo>
                  <a:lnTo>
                    <a:pt x="291380" y="95234"/>
                  </a:lnTo>
                  <a:lnTo>
                    <a:pt x="286197" y="109322"/>
                  </a:lnTo>
                  <a:lnTo>
                    <a:pt x="284645" y="116691"/>
                  </a:lnTo>
                  <a:lnTo>
                    <a:pt x="282191" y="128348"/>
                  </a:lnTo>
                  <a:lnTo>
                    <a:pt x="280634" y="129044"/>
                  </a:lnTo>
                  <a:lnTo>
                    <a:pt x="276537" y="130877"/>
                  </a:lnTo>
                  <a:lnTo>
                    <a:pt x="275907" y="135843"/>
                  </a:lnTo>
                  <a:lnTo>
                    <a:pt x="277626" y="138352"/>
                  </a:lnTo>
                  <a:lnTo>
                    <a:pt x="278804" y="142943"/>
                  </a:lnTo>
                  <a:lnTo>
                    <a:pt x="279402" y="146627"/>
                  </a:lnTo>
                  <a:lnTo>
                    <a:pt x="281943" y="152579"/>
                  </a:lnTo>
                  <a:lnTo>
                    <a:pt x="281896" y="156414"/>
                  </a:lnTo>
                  <a:lnTo>
                    <a:pt x="280939" y="158221"/>
                  </a:lnTo>
                  <a:lnTo>
                    <a:pt x="280350" y="160403"/>
                  </a:lnTo>
                  <a:lnTo>
                    <a:pt x="279614" y="164542"/>
                  </a:lnTo>
                  <a:lnTo>
                    <a:pt x="279319" y="166198"/>
                  </a:lnTo>
                  <a:lnTo>
                    <a:pt x="275479" y="168344"/>
                  </a:lnTo>
                  <a:lnTo>
                    <a:pt x="264403" y="172058"/>
                  </a:lnTo>
                  <a:lnTo>
                    <a:pt x="259534" y="170834"/>
                  </a:lnTo>
                  <a:lnTo>
                    <a:pt x="259701" y="168581"/>
                  </a:lnTo>
                  <a:lnTo>
                    <a:pt x="260056" y="163558"/>
                  </a:lnTo>
                  <a:lnTo>
                    <a:pt x="255951" y="163494"/>
                  </a:lnTo>
                  <a:lnTo>
                    <a:pt x="251436" y="163424"/>
                  </a:lnTo>
                  <a:lnTo>
                    <a:pt x="246354" y="163345"/>
                  </a:lnTo>
                  <a:lnTo>
                    <a:pt x="242530" y="163286"/>
                  </a:lnTo>
                  <a:lnTo>
                    <a:pt x="240735" y="163258"/>
                  </a:lnTo>
                  <a:lnTo>
                    <a:pt x="239580" y="163258"/>
                  </a:lnTo>
                  <a:lnTo>
                    <a:pt x="238549" y="163258"/>
                  </a:lnTo>
                  <a:lnTo>
                    <a:pt x="237111" y="163258"/>
                  </a:lnTo>
                  <a:lnTo>
                    <a:pt x="232586" y="163258"/>
                  </a:lnTo>
                  <a:lnTo>
                    <a:pt x="228365" y="161602"/>
                  </a:lnTo>
                  <a:lnTo>
                    <a:pt x="226058" y="159394"/>
                  </a:lnTo>
                  <a:lnTo>
                    <a:pt x="225530" y="157954"/>
                  </a:lnTo>
                  <a:lnTo>
                    <a:pt x="225469" y="157789"/>
                  </a:lnTo>
                  <a:lnTo>
                    <a:pt x="225503" y="157640"/>
                  </a:lnTo>
                  <a:lnTo>
                    <a:pt x="227220" y="150095"/>
                  </a:lnTo>
                  <a:lnTo>
                    <a:pt x="227368" y="149442"/>
                  </a:lnTo>
                  <a:lnTo>
                    <a:pt x="227417" y="149226"/>
                  </a:lnTo>
                  <a:lnTo>
                    <a:pt x="227923" y="147002"/>
                  </a:lnTo>
                  <a:lnTo>
                    <a:pt x="228264" y="145136"/>
                  </a:lnTo>
                  <a:lnTo>
                    <a:pt x="228598" y="143301"/>
                  </a:lnTo>
                  <a:lnTo>
                    <a:pt x="228944" y="141402"/>
                  </a:lnTo>
                  <a:lnTo>
                    <a:pt x="230480" y="138053"/>
                  </a:lnTo>
                  <a:lnTo>
                    <a:pt x="231192" y="136502"/>
                  </a:lnTo>
                  <a:lnTo>
                    <a:pt x="231595" y="135622"/>
                  </a:lnTo>
                  <a:lnTo>
                    <a:pt x="233231" y="131789"/>
                  </a:lnTo>
                  <a:lnTo>
                    <a:pt x="234010" y="129963"/>
                  </a:lnTo>
                  <a:lnTo>
                    <a:pt x="234278" y="127418"/>
                  </a:lnTo>
                  <a:lnTo>
                    <a:pt x="233009" y="126652"/>
                  </a:lnTo>
                  <a:lnTo>
                    <a:pt x="232395" y="126914"/>
                  </a:lnTo>
                  <a:lnTo>
                    <a:pt x="232164" y="127013"/>
                  </a:lnTo>
                  <a:lnTo>
                    <a:pt x="231243" y="127829"/>
                  </a:lnTo>
                  <a:lnTo>
                    <a:pt x="230786" y="128234"/>
                  </a:lnTo>
                  <a:lnTo>
                    <a:pt x="226773" y="131789"/>
                  </a:lnTo>
                  <a:lnTo>
                    <a:pt x="225691" y="132747"/>
                  </a:lnTo>
                  <a:lnTo>
                    <a:pt x="225096" y="133274"/>
                  </a:lnTo>
                  <a:lnTo>
                    <a:pt x="224550" y="133723"/>
                  </a:lnTo>
                  <a:lnTo>
                    <a:pt x="219281" y="138053"/>
                  </a:lnTo>
                  <a:lnTo>
                    <a:pt x="219128" y="138179"/>
                  </a:lnTo>
                  <a:lnTo>
                    <a:pt x="218270" y="138884"/>
                  </a:lnTo>
                  <a:lnTo>
                    <a:pt x="217562" y="139466"/>
                  </a:lnTo>
                  <a:lnTo>
                    <a:pt x="217085" y="139857"/>
                  </a:lnTo>
                  <a:lnTo>
                    <a:pt x="216293" y="140482"/>
                  </a:lnTo>
                  <a:lnTo>
                    <a:pt x="214869" y="141604"/>
                  </a:lnTo>
                  <a:lnTo>
                    <a:pt x="212716" y="143301"/>
                  </a:lnTo>
                  <a:lnTo>
                    <a:pt x="210440" y="145095"/>
                  </a:lnTo>
                  <a:lnTo>
                    <a:pt x="209215" y="146060"/>
                  </a:lnTo>
                  <a:lnTo>
                    <a:pt x="208137" y="146910"/>
                  </a:lnTo>
                  <a:lnTo>
                    <a:pt x="206955" y="147888"/>
                  </a:lnTo>
                  <a:lnTo>
                    <a:pt x="205982" y="148695"/>
                  </a:lnTo>
                  <a:lnTo>
                    <a:pt x="204927" y="149568"/>
                  </a:lnTo>
                  <a:lnTo>
                    <a:pt x="199468" y="154090"/>
                  </a:lnTo>
                  <a:lnTo>
                    <a:pt x="198357" y="155009"/>
                  </a:lnTo>
                  <a:lnTo>
                    <a:pt x="197232" y="155941"/>
                  </a:lnTo>
                  <a:lnTo>
                    <a:pt x="192024" y="160255"/>
                  </a:lnTo>
                  <a:lnTo>
                    <a:pt x="191080" y="161037"/>
                  </a:lnTo>
                  <a:lnTo>
                    <a:pt x="190453" y="161556"/>
                  </a:lnTo>
                  <a:lnTo>
                    <a:pt x="190338" y="161411"/>
                  </a:lnTo>
                  <a:lnTo>
                    <a:pt x="187874" y="158640"/>
                  </a:lnTo>
                  <a:lnTo>
                    <a:pt x="187680" y="158423"/>
                  </a:lnTo>
                  <a:lnTo>
                    <a:pt x="187168" y="157846"/>
                  </a:lnTo>
                  <a:lnTo>
                    <a:pt x="185896" y="156416"/>
                  </a:lnTo>
                  <a:lnTo>
                    <a:pt x="184261" y="154578"/>
                  </a:lnTo>
                  <a:lnTo>
                    <a:pt x="178310" y="148951"/>
                  </a:lnTo>
                  <a:lnTo>
                    <a:pt x="177340" y="148033"/>
                  </a:lnTo>
                  <a:lnTo>
                    <a:pt x="176953" y="147667"/>
                  </a:lnTo>
                  <a:lnTo>
                    <a:pt x="175634" y="145796"/>
                  </a:lnTo>
                  <a:lnTo>
                    <a:pt x="173511" y="142787"/>
                  </a:lnTo>
                  <a:lnTo>
                    <a:pt x="172908" y="141932"/>
                  </a:lnTo>
                  <a:lnTo>
                    <a:pt x="171994" y="140635"/>
                  </a:lnTo>
                  <a:lnTo>
                    <a:pt x="171146" y="139182"/>
                  </a:lnTo>
                  <a:lnTo>
                    <a:pt x="168221" y="134169"/>
                  </a:lnTo>
                  <a:lnTo>
                    <a:pt x="167373" y="132716"/>
                  </a:lnTo>
                  <a:lnTo>
                    <a:pt x="164827" y="128354"/>
                  </a:lnTo>
                  <a:lnTo>
                    <a:pt x="163943" y="127918"/>
                  </a:lnTo>
                  <a:lnTo>
                    <a:pt x="158965" y="125467"/>
                  </a:lnTo>
                  <a:lnTo>
                    <a:pt x="158387" y="125183"/>
                  </a:lnTo>
                  <a:lnTo>
                    <a:pt x="158000" y="124821"/>
                  </a:lnTo>
                  <a:lnTo>
                    <a:pt x="157484" y="124340"/>
                  </a:lnTo>
                  <a:lnTo>
                    <a:pt x="152579" y="117624"/>
                  </a:lnTo>
                  <a:lnTo>
                    <a:pt x="150611" y="114929"/>
                  </a:lnTo>
                  <a:lnTo>
                    <a:pt x="149041" y="112780"/>
                  </a:lnTo>
                  <a:lnTo>
                    <a:pt x="143925" y="105607"/>
                  </a:lnTo>
                  <a:lnTo>
                    <a:pt x="143719" y="105318"/>
                  </a:lnTo>
                  <a:lnTo>
                    <a:pt x="143082" y="104425"/>
                  </a:lnTo>
                  <a:lnTo>
                    <a:pt x="142834" y="104100"/>
                  </a:lnTo>
                  <a:lnTo>
                    <a:pt x="142251" y="103335"/>
                  </a:lnTo>
                  <a:lnTo>
                    <a:pt x="140808" y="101441"/>
                  </a:lnTo>
                  <a:lnTo>
                    <a:pt x="139974" y="100397"/>
                  </a:lnTo>
                  <a:lnTo>
                    <a:pt x="139165" y="99384"/>
                  </a:lnTo>
                  <a:lnTo>
                    <a:pt x="133546" y="103110"/>
                  </a:lnTo>
                  <a:lnTo>
                    <a:pt x="129353" y="105891"/>
                  </a:lnTo>
                  <a:lnTo>
                    <a:pt x="114359" y="115835"/>
                  </a:lnTo>
                  <a:lnTo>
                    <a:pt x="111754" y="117270"/>
                  </a:lnTo>
                  <a:lnTo>
                    <a:pt x="110189" y="118132"/>
                  </a:lnTo>
                  <a:lnTo>
                    <a:pt x="109401" y="115684"/>
                  </a:lnTo>
                  <a:lnTo>
                    <a:pt x="107836" y="112547"/>
                  </a:lnTo>
                  <a:lnTo>
                    <a:pt x="106517" y="111545"/>
                  </a:lnTo>
                  <a:lnTo>
                    <a:pt x="104431" y="110541"/>
                  </a:lnTo>
                  <a:lnTo>
                    <a:pt x="103449" y="109601"/>
                  </a:lnTo>
                  <a:lnTo>
                    <a:pt x="100565" y="105649"/>
                  </a:lnTo>
                  <a:lnTo>
                    <a:pt x="97850" y="103688"/>
                  </a:lnTo>
                  <a:lnTo>
                    <a:pt x="94920" y="101573"/>
                  </a:lnTo>
                  <a:lnTo>
                    <a:pt x="94174" y="101213"/>
                  </a:lnTo>
                  <a:lnTo>
                    <a:pt x="90503" y="99441"/>
                  </a:lnTo>
                  <a:lnTo>
                    <a:pt x="82850" y="97778"/>
                  </a:lnTo>
                  <a:lnTo>
                    <a:pt x="82259" y="97610"/>
                  </a:lnTo>
                  <a:lnTo>
                    <a:pt x="79715" y="96887"/>
                  </a:lnTo>
                  <a:lnTo>
                    <a:pt x="75900" y="95803"/>
                  </a:lnTo>
                  <a:lnTo>
                    <a:pt x="70194" y="94737"/>
                  </a:lnTo>
                  <a:lnTo>
                    <a:pt x="65957" y="94737"/>
                  </a:lnTo>
                  <a:lnTo>
                    <a:pt x="64200" y="94787"/>
                  </a:lnTo>
                  <a:lnTo>
                    <a:pt x="61542" y="94862"/>
                  </a:lnTo>
                  <a:lnTo>
                    <a:pt x="59702" y="94737"/>
                  </a:lnTo>
                  <a:lnTo>
                    <a:pt x="57493" y="93796"/>
                  </a:lnTo>
                  <a:lnTo>
                    <a:pt x="55737" y="91306"/>
                  </a:lnTo>
                  <a:lnTo>
                    <a:pt x="53936" y="88041"/>
                  </a:lnTo>
                  <a:lnTo>
                    <a:pt x="52419" y="85239"/>
                  </a:lnTo>
                  <a:lnTo>
                    <a:pt x="52202" y="84651"/>
                  </a:lnTo>
                  <a:lnTo>
                    <a:pt x="51875" y="83766"/>
                  </a:lnTo>
                  <a:lnTo>
                    <a:pt x="51629" y="83093"/>
                  </a:lnTo>
                  <a:lnTo>
                    <a:pt x="50498" y="79999"/>
                  </a:lnTo>
                  <a:lnTo>
                    <a:pt x="49682" y="78594"/>
                  </a:lnTo>
                  <a:lnTo>
                    <a:pt x="45926" y="57821"/>
                  </a:lnTo>
                  <a:lnTo>
                    <a:pt x="45403" y="55452"/>
                  </a:lnTo>
                  <a:lnTo>
                    <a:pt x="44520" y="52341"/>
                  </a:lnTo>
                  <a:lnTo>
                    <a:pt x="44225" y="51739"/>
                  </a:lnTo>
                  <a:lnTo>
                    <a:pt x="43244" y="51337"/>
                  </a:lnTo>
                  <a:lnTo>
                    <a:pt x="42507" y="51237"/>
                  </a:lnTo>
                  <a:lnTo>
                    <a:pt x="41474" y="51501"/>
                  </a:lnTo>
                  <a:lnTo>
                    <a:pt x="40151" y="51839"/>
                  </a:lnTo>
                  <a:lnTo>
                    <a:pt x="33966" y="54850"/>
                  </a:lnTo>
                  <a:lnTo>
                    <a:pt x="31779" y="56073"/>
                  </a:lnTo>
                  <a:lnTo>
                    <a:pt x="25955" y="59329"/>
                  </a:lnTo>
                  <a:lnTo>
                    <a:pt x="22285" y="60471"/>
                  </a:lnTo>
                  <a:lnTo>
                    <a:pt x="13685" y="63148"/>
                  </a:lnTo>
                  <a:lnTo>
                    <a:pt x="3203" y="65311"/>
                  </a:lnTo>
                  <a:lnTo>
                    <a:pt x="245" y="64583"/>
                  </a:lnTo>
                  <a:lnTo>
                    <a:pt x="221" y="64410"/>
                  </a:lnTo>
                  <a:lnTo>
                    <a:pt x="108" y="63578"/>
                  </a:lnTo>
                  <a:lnTo>
                    <a:pt x="0" y="62777"/>
                  </a:lnTo>
                  <a:lnTo>
                    <a:pt x="392" y="61472"/>
                  </a:lnTo>
                  <a:lnTo>
                    <a:pt x="2136" y="60732"/>
                  </a:lnTo>
                  <a:lnTo>
                    <a:pt x="5595" y="59265"/>
                  </a:lnTo>
                  <a:lnTo>
                    <a:pt x="7951" y="58211"/>
                  </a:lnTo>
                  <a:lnTo>
                    <a:pt x="9588" y="57084"/>
                  </a:lnTo>
                  <a:lnTo>
                    <a:pt x="11338" y="54749"/>
                  </a:lnTo>
                  <a:lnTo>
                    <a:pt x="13842" y="51438"/>
                  </a:lnTo>
                  <a:lnTo>
                    <a:pt x="15316" y="47966"/>
                  </a:lnTo>
                  <a:lnTo>
                    <a:pt x="15717" y="47309"/>
                  </a:lnTo>
                  <a:lnTo>
                    <a:pt x="15475" y="45969"/>
                  </a:lnTo>
                  <a:lnTo>
                    <a:pt x="13980" y="37720"/>
                  </a:lnTo>
                  <a:lnTo>
                    <a:pt x="13950" y="37555"/>
                  </a:lnTo>
                  <a:lnTo>
                    <a:pt x="26307" y="21432"/>
                  </a:lnTo>
                  <a:lnTo>
                    <a:pt x="30561" y="15881"/>
                  </a:lnTo>
                  <a:lnTo>
                    <a:pt x="53179" y="17205"/>
                  </a:lnTo>
                  <a:lnTo>
                    <a:pt x="66907" y="24918"/>
                  </a:lnTo>
                  <a:lnTo>
                    <a:pt x="68612" y="25875"/>
                  </a:lnTo>
                  <a:lnTo>
                    <a:pt x="71321" y="30692"/>
                  </a:lnTo>
                  <a:lnTo>
                    <a:pt x="73308" y="30882"/>
                  </a:lnTo>
                  <a:lnTo>
                    <a:pt x="75444" y="30210"/>
                  </a:lnTo>
                  <a:lnTo>
                    <a:pt x="77947" y="27345"/>
                  </a:lnTo>
                  <a:lnTo>
                    <a:pt x="82630" y="25514"/>
                  </a:lnTo>
                  <a:lnTo>
                    <a:pt x="85274" y="19070"/>
                  </a:lnTo>
                  <a:lnTo>
                    <a:pt x="88590" y="16732"/>
                  </a:lnTo>
                  <a:lnTo>
                    <a:pt x="92600" y="14910"/>
                  </a:lnTo>
                  <a:lnTo>
                    <a:pt x="96275" y="14745"/>
                  </a:lnTo>
                  <a:lnTo>
                    <a:pt x="108430" y="17928"/>
                  </a:lnTo>
                  <a:lnTo>
                    <a:pt x="116322" y="19613"/>
                  </a:lnTo>
                  <a:lnTo>
                    <a:pt x="121624" y="18771"/>
                  </a:lnTo>
                  <a:lnTo>
                    <a:pt x="141415" y="7331"/>
                  </a:lnTo>
                  <a:lnTo>
                    <a:pt x="144881" y="2161"/>
                  </a:lnTo>
                  <a:lnTo>
                    <a:pt x="146992" y="546"/>
                  </a:lnTo>
                  <a:lnTo>
                    <a:pt x="149343" y="0"/>
                  </a:lnTo>
                  <a:lnTo>
                    <a:pt x="151677" y="533"/>
                  </a:lnTo>
                  <a:lnTo>
                    <a:pt x="152753" y="778"/>
                  </a:lnTo>
                  <a:lnTo>
                    <a:pt x="154491" y="4080"/>
                  </a:lnTo>
                  <a:lnTo>
                    <a:pt x="155647" y="1087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g94"/>
            <p:cNvSpPr/>
            <p:nvPr/>
          </p:nvSpPr>
          <p:spPr>
            <a:xfrm>
              <a:off x="2708176" y="3706099"/>
              <a:ext cx="175443" cy="102659"/>
            </a:xfrm>
            <a:custGeom>
              <a:avLst/>
              <a:pathLst>
                <a:path w="175443" h="102659">
                  <a:moveTo>
                    <a:pt x="110197" y="5261"/>
                  </a:moveTo>
                  <a:lnTo>
                    <a:pt x="119223" y="11481"/>
                  </a:lnTo>
                  <a:lnTo>
                    <a:pt x="119536" y="11696"/>
                  </a:lnTo>
                  <a:lnTo>
                    <a:pt x="123129" y="14172"/>
                  </a:lnTo>
                  <a:lnTo>
                    <a:pt x="123868" y="14681"/>
                  </a:lnTo>
                  <a:lnTo>
                    <a:pt x="124534" y="15135"/>
                  </a:lnTo>
                  <a:lnTo>
                    <a:pt x="124708" y="15254"/>
                  </a:lnTo>
                  <a:lnTo>
                    <a:pt x="130702" y="19342"/>
                  </a:lnTo>
                  <a:lnTo>
                    <a:pt x="130850" y="19443"/>
                  </a:lnTo>
                  <a:lnTo>
                    <a:pt x="132255" y="20402"/>
                  </a:lnTo>
                  <a:lnTo>
                    <a:pt x="136363" y="23203"/>
                  </a:lnTo>
                  <a:lnTo>
                    <a:pt x="144341" y="28644"/>
                  </a:lnTo>
                  <a:lnTo>
                    <a:pt x="145868" y="29686"/>
                  </a:lnTo>
                  <a:lnTo>
                    <a:pt x="146003" y="29778"/>
                  </a:lnTo>
                  <a:lnTo>
                    <a:pt x="146402" y="30013"/>
                  </a:lnTo>
                  <a:lnTo>
                    <a:pt x="147221" y="30497"/>
                  </a:lnTo>
                  <a:lnTo>
                    <a:pt x="148674" y="28150"/>
                  </a:lnTo>
                  <a:lnTo>
                    <a:pt x="151431" y="23694"/>
                  </a:lnTo>
                  <a:lnTo>
                    <a:pt x="152069" y="22664"/>
                  </a:lnTo>
                  <a:lnTo>
                    <a:pt x="152924" y="23322"/>
                  </a:lnTo>
                  <a:lnTo>
                    <a:pt x="153888" y="23949"/>
                  </a:lnTo>
                  <a:lnTo>
                    <a:pt x="154180" y="24138"/>
                  </a:lnTo>
                  <a:lnTo>
                    <a:pt x="155111" y="24623"/>
                  </a:lnTo>
                  <a:lnTo>
                    <a:pt x="155383" y="24764"/>
                  </a:lnTo>
                  <a:lnTo>
                    <a:pt x="175443" y="38532"/>
                  </a:lnTo>
                  <a:lnTo>
                    <a:pt x="175325" y="38707"/>
                  </a:lnTo>
                  <a:lnTo>
                    <a:pt x="170620" y="45688"/>
                  </a:lnTo>
                  <a:lnTo>
                    <a:pt x="170407" y="46014"/>
                  </a:lnTo>
                  <a:lnTo>
                    <a:pt x="170242" y="46267"/>
                  </a:lnTo>
                  <a:lnTo>
                    <a:pt x="167296" y="50784"/>
                  </a:lnTo>
                  <a:lnTo>
                    <a:pt x="166388" y="52177"/>
                  </a:lnTo>
                  <a:lnTo>
                    <a:pt x="165522" y="53504"/>
                  </a:lnTo>
                  <a:lnTo>
                    <a:pt x="165225" y="53961"/>
                  </a:lnTo>
                  <a:lnTo>
                    <a:pt x="163372" y="56723"/>
                  </a:lnTo>
                  <a:lnTo>
                    <a:pt x="161200" y="59961"/>
                  </a:lnTo>
                  <a:lnTo>
                    <a:pt x="160695" y="60724"/>
                  </a:lnTo>
                  <a:lnTo>
                    <a:pt x="159843" y="62011"/>
                  </a:lnTo>
                  <a:lnTo>
                    <a:pt x="159739" y="62169"/>
                  </a:lnTo>
                  <a:lnTo>
                    <a:pt x="157842" y="65033"/>
                  </a:lnTo>
                  <a:lnTo>
                    <a:pt x="157214" y="65982"/>
                  </a:lnTo>
                  <a:lnTo>
                    <a:pt x="153170" y="71963"/>
                  </a:lnTo>
                  <a:lnTo>
                    <a:pt x="152925" y="72324"/>
                  </a:lnTo>
                  <a:lnTo>
                    <a:pt x="149184" y="77843"/>
                  </a:lnTo>
                  <a:lnTo>
                    <a:pt x="145625" y="82960"/>
                  </a:lnTo>
                  <a:lnTo>
                    <a:pt x="145080" y="83743"/>
                  </a:lnTo>
                  <a:lnTo>
                    <a:pt x="144839" y="84139"/>
                  </a:lnTo>
                  <a:lnTo>
                    <a:pt x="144722" y="84300"/>
                  </a:lnTo>
                  <a:lnTo>
                    <a:pt x="144111" y="85144"/>
                  </a:lnTo>
                  <a:lnTo>
                    <a:pt x="143217" y="86379"/>
                  </a:lnTo>
                  <a:lnTo>
                    <a:pt x="142988" y="86696"/>
                  </a:lnTo>
                  <a:lnTo>
                    <a:pt x="140608" y="89982"/>
                  </a:lnTo>
                  <a:lnTo>
                    <a:pt x="138669" y="92829"/>
                  </a:lnTo>
                  <a:lnTo>
                    <a:pt x="137368" y="94739"/>
                  </a:lnTo>
                  <a:lnTo>
                    <a:pt x="136752" y="95644"/>
                  </a:lnTo>
                  <a:lnTo>
                    <a:pt x="136342" y="96245"/>
                  </a:lnTo>
                  <a:lnTo>
                    <a:pt x="132827" y="101717"/>
                  </a:lnTo>
                  <a:lnTo>
                    <a:pt x="132534" y="102174"/>
                  </a:lnTo>
                  <a:lnTo>
                    <a:pt x="132222" y="102659"/>
                  </a:lnTo>
                  <a:lnTo>
                    <a:pt x="114583" y="90441"/>
                  </a:lnTo>
                  <a:lnTo>
                    <a:pt x="111842" y="88542"/>
                  </a:lnTo>
                  <a:lnTo>
                    <a:pt x="111634" y="88397"/>
                  </a:lnTo>
                  <a:lnTo>
                    <a:pt x="109426" y="91368"/>
                  </a:lnTo>
                  <a:lnTo>
                    <a:pt x="109236" y="91623"/>
                  </a:lnTo>
                  <a:lnTo>
                    <a:pt x="106945" y="93984"/>
                  </a:lnTo>
                  <a:lnTo>
                    <a:pt x="106697" y="94230"/>
                  </a:lnTo>
                  <a:lnTo>
                    <a:pt x="106399" y="94526"/>
                  </a:lnTo>
                  <a:lnTo>
                    <a:pt x="103788" y="97115"/>
                  </a:lnTo>
                  <a:lnTo>
                    <a:pt x="101883" y="99337"/>
                  </a:lnTo>
                  <a:lnTo>
                    <a:pt x="101730" y="99515"/>
                  </a:lnTo>
                  <a:lnTo>
                    <a:pt x="100839" y="100634"/>
                  </a:lnTo>
                  <a:lnTo>
                    <a:pt x="100309" y="101300"/>
                  </a:lnTo>
                  <a:lnTo>
                    <a:pt x="99966" y="101911"/>
                  </a:lnTo>
                  <a:lnTo>
                    <a:pt x="97933" y="100407"/>
                  </a:lnTo>
                  <a:lnTo>
                    <a:pt x="95881" y="98890"/>
                  </a:lnTo>
                  <a:lnTo>
                    <a:pt x="93704" y="97313"/>
                  </a:lnTo>
                  <a:lnTo>
                    <a:pt x="91921" y="96021"/>
                  </a:lnTo>
                  <a:lnTo>
                    <a:pt x="91600" y="95788"/>
                  </a:lnTo>
                  <a:lnTo>
                    <a:pt x="90948" y="96582"/>
                  </a:lnTo>
                  <a:lnTo>
                    <a:pt x="90676" y="96734"/>
                  </a:lnTo>
                  <a:lnTo>
                    <a:pt x="88812" y="98415"/>
                  </a:lnTo>
                  <a:lnTo>
                    <a:pt x="88120" y="97726"/>
                  </a:lnTo>
                  <a:lnTo>
                    <a:pt x="85602" y="94791"/>
                  </a:lnTo>
                  <a:lnTo>
                    <a:pt x="86824" y="91525"/>
                  </a:lnTo>
                  <a:lnTo>
                    <a:pt x="84739" y="93857"/>
                  </a:lnTo>
                  <a:lnTo>
                    <a:pt x="81929" y="97000"/>
                  </a:lnTo>
                  <a:lnTo>
                    <a:pt x="79672" y="94774"/>
                  </a:lnTo>
                  <a:lnTo>
                    <a:pt x="79583" y="95023"/>
                  </a:lnTo>
                  <a:lnTo>
                    <a:pt x="79141" y="96257"/>
                  </a:lnTo>
                  <a:lnTo>
                    <a:pt x="78317" y="98124"/>
                  </a:lnTo>
                  <a:lnTo>
                    <a:pt x="77826" y="97973"/>
                  </a:lnTo>
                  <a:lnTo>
                    <a:pt x="75483" y="96337"/>
                  </a:lnTo>
                  <a:lnTo>
                    <a:pt x="72086" y="94591"/>
                  </a:lnTo>
                  <a:lnTo>
                    <a:pt x="70108" y="95972"/>
                  </a:lnTo>
                  <a:lnTo>
                    <a:pt x="68500" y="97923"/>
                  </a:lnTo>
                  <a:lnTo>
                    <a:pt x="64944" y="95791"/>
                  </a:lnTo>
                  <a:lnTo>
                    <a:pt x="60762" y="91657"/>
                  </a:lnTo>
                  <a:lnTo>
                    <a:pt x="67291" y="85973"/>
                  </a:lnTo>
                  <a:lnTo>
                    <a:pt x="65172" y="84282"/>
                  </a:lnTo>
                  <a:lnTo>
                    <a:pt x="64044" y="83381"/>
                  </a:lnTo>
                  <a:lnTo>
                    <a:pt x="60557" y="83685"/>
                  </a:lnTo>
                  <a:lnTo>
                    <a:pt x="58786" y="84378"/>
                  </a:lnTo>
                  <a:lnTo>
                    <a:pt x="57814" y="84758"/>
                  </a:lnTo>
                  <a:lnTo>
                    <a:pt x="56759" y="85171"/>
                  </a:lnTo>
                  <a:lnTo>
                    <a:pt x="55498" y="85896"/>
                  </a:lnTo>
                  <a:lnTo>
                    <a:pt x="54627" y="86397"/>
                  </a:lnTo>
                  <a:lnTo>
                    <a:pt x="54263" y="86605"/>
                  </a:lnTo>
                  <a:lnTo>
                    <a:pt x="52616" y="86572"/>
                  </a:lnTo>
                  <a:lnTo>
                    <a:pt x="51792" y="86555"/>
                  </a:lnTo>
                  <a:lnTo>
                    <a:pt x="50540" y="86529"/>
                  </a:lnTo>
                  <a:lnTo>
                    <a:pt x="49283" y="85896"/>
                  </a:lnTo>
                  <a:lnTo>
                    <a:pt x="47424" y="84959"/>
                  </a:lnTo>
                  <a:lnTo>
                    <a:pt x="45307" y="88283"/>
                  </a:lnTo>
                  <a:lnTo>
                    <a:pt x="29751" y="76172"/>
                  </a:lnTo>
                  <a:lnTo>
                    <a:pt x="21210" y="67442"/>
                  </a:lnTo>
                  <a:lnTo>
                    <a:pt x="11492" y="60217"/>
                  </a:lnTo>
                  <a:lnTo>
                    <a:pt x="6096" y="58552"/>
                  </a:lnTo>
                  <a:lnTo>
                    <a:pt x="7442" y="56479"/>
                  </a:lnTo>
                  <a:lnTo>
                    <a:pt x="6258" y="53213"/>
                  </a:lnTo>
                  <a:lnTo>
                    <a:pt x="0" y="44872"/>
                  </a:lnTo>
                  <a:lnTo>
                    <a:pt x="4601" y="39773"/>
                  </a:lnTo>
                  <a:lnTo>
                    <a:pt x="7186" y="38797"/>
                  </a:lnTo>
                  <a:lnTo>
                    <a:pt x="8141" y="38504"/>
                  </a:lnTo>
                  <a:lnTo>
                    <a:pt x="8903" y="38270"/>
                  </a:lnTo>
                  <a:lnTo>
                    <a:pt x="8784" y="37862"/>
                  </a:lnTo>
                  <a:lnTo>
                    <a:pt x="8683" y="37518"/>
                  </a:lnTo>
                  <a:lnTo>
                    <a:pt x="9340" y="37391"/>
                  </a:lnTo>
                  <a:lnTo>
                    <a:pt x="9635" y="37335"/>
                  </a:lnTo>
                  <a:lnTo>
                    <a:pt x="10031" y="35497"/>
                  </a:lnTo>
                  <a:lnTo>
                    <a:pt x="10211" y="34663"/>
                  </a:lnTo>
                  <a:lnTo>
                    <a:pt x="10187" y="34282"/>
                  </a:lnTo>
                  <a:lnTo>
                    <a:pt x="10503" y="33123"/>
                  </a:lnTo>
                  <a:lnTo>
                    <a:pt x="10425" y="30710"/>
                  </a:lnTo>
                  <a:lnTo>
                    <a:pt x="11345" y="30792"/>
                  </a:lnTo>
                  <a:lnTo>
                    <a:pt x="12148" y="30863"/>
                  </a:lnTo>
                  <a:lnTo>
                    <a:pt x="13032" y="30941"/>
                  </a:lnTo>
                  <a:lnTo>
                    <a:pt x="16625" y="31784"/>
                  </a:lnTo>
                  <a:lnTo>
                    <a:pt x="16687" y="31362"/>
                  </a:lnTo>
                  <a:lnTo>
                    <a:pt x="16977" y="29393"/>
                  </a:lnTo>
                  <a:lnTo>
                    <a:pt x="17292" y="27259"/>
                  </a:lnTo>
                  <a:lnTo>
                    <a:pt x="17301" y="26683"/>
                  </a:lnTo>
                  <a:lnTo>
                    <a:pt x="17343" y="23949"/>
                  </a:lnTo>
                  <a:lnTo>
                    <a:pt x="17350" y="23459"/>
                  </a:lnTo>
                  <a:lnTo>
                    <a:pt x="19119" y="23441"/>
                  </a:lnTo>
                  <a:lnTo>
                    <a:pt x="21320" y="23419"/>
                  </a:lnTo>
                  <a:lnTo>
                    <a:pt x="21775" y="23414"/>
                  </a:lnTo>
                  <a:lnTo>
                    <a:pt x="21842" y="22144"/>
                  </a:lnTo>
                  <a:lnTo>
                    <a:pt x="23506" y="22108"/>
                  </a:lnTo>
                  <a:lnTo>
                    <a:pt x="27438" y="22023"/>
                  </a:lnTo>
                  <a:lnTo>
                    <a:pt x="29048" y="21722"/>
                  </a:lnTo>
                  <a:lnTo>
                    <a:pt x="29009" y="21486"/>
                  </a:lnTo>
                  <a:lnTo>
                    <a:pt x="28969" y="21247"/>
                  </a:lnTo>
                  <a:lnTo>
                    <a:pt x="28434" y="18009"/>
                  </a:lnTo>
                  <a:lnTo>
                    <a:pt x="28269" y="17000"/>
                  </a:lnTo>
                  <a:lnTo>
                    <a:pt x="28244" y="16219"/>
                  </a:lnTo>
                  <a:lnTo>
                    <a:pt x="28178" y="14201"/>
                  </a:lnTo>
                  <a:lnTo>
                    <a:pt x="28140" y="13036"/>
                  </a:lnTo>
                  <a:lnTo>
                    <a:pt x="28126" y="12592"/>
                  </a:lnTo>
                  <a:lnTo>
                    <a:pt x="33625" y="12382"/>
                  </a:lnTo>
                  <a:lnTo>
                    <a:pt x="33569" y="11957"/>
                  </a:lnTo>
                  <a:lnTo>
                    <a:pt x="33302" y="9948"/>
                  </a:lnTo>
                  <a:lnTo>
                    <a:pt x="33003" y="7707"/>
                  </a:lnTo>
                  <a:lnTo>
                    <a:pt x="33232" y="7723"/>
                  </a:lnTo>
                  <a:lnTo>
                    <a:pt x="35748" y="7896"/>
                  </a:lnTo>
                  <a:lnTo>
                    <a:pt x="37022" y="7983"/>
                  </a:lnTo>
                  <a:lnTo>
                    <a:pt x="38146" y="7887"/>
                  </a:lnTo>
                  <a:lnTo>
                    <a:pt x="43312" y="7445"/>
                  </a:lnTo>
                  <a:lnTo>
                    <a:pt x="43583" y="7519"/>
                  </a:lnTo>
                  <a:lnTo>
                    <a:pt x="44137" y="7671"/>
                  </a:lnTo>
                  <a:lnTo>
                    <a:pt x="45565" y="7596"/>
                  </a:lnTo>
                  <a:lnTo>
                    <a:pt x="45766" y="7570"/>
                  </a:lnTo>
                  <a:lnTo>
                    <a:pt x="46766" y="7443"/>
                  </a:lnTo>
                  <a:lnTo>
                    <a:pt x="50829" y="6925"/>
                  </a:lnTo>
                  <a:lnTo>
                    <a:pt x="52099" y="6840"/>
                  </a:lnTo>
                  <a:lnTo>
                    <a:pt x="54771" y="6659"/>
                  </a:lnTo>
                  <a:lnTo>
                    <a:pt x="55829" y="6587"/>
                  </a:lnTo>
                  <a:lnTo>
                    <a:pt x="56054" y="6341"/>
                  </a:lnTo>
                  <a:lnTo>
                    <a:pt x="57379" y="4887"/>
                  </a:lnTo>
                  <a:lnTo>
                    <a:pt x="57789" y="4436"/>
                  </a:lnTo>
                  <a:lnTo>
                    <a:pt x="58414" y="3773"/>
                  </a:lnTo>
                  <a:lnTo>
                    <a:pt x="59481" y="4841"/>
                  </a:lnTo>
                  <a:lnTo>
                    <a:pt x="60157" y="5973"/>
                  </a:lnTo>
                  <a:lnTo>
                    <a:pt x="60291" y="6198"/>
                  </a:lnTo>
                  <a:lnTo>
                    <a:pt x="62240" y="9462"/>
                  </a:lnTo>
                  <a:lnTo>
                    <a:pt x="65068" y="8647"/>
                  </a:lnTo>
                  <a:lnTo>
                    <a:pt x="67547" y="7932"/>
                  </a:lnTo>
                  <a:lnTo>
                    <a:pt x="68344" y="7702"/>
                  </a:lnTo>
                  <a:lnTo>
                    <a:pt x="68566" y="8140"/>
                  </a:lnTo>
                  <a:lnTo>
                    <a:pt x="68975" y="8944"/>
                  </a:lnTo>
                  <a:lnTo>
                    <a:pt x="69124" y="9237"/>
                  </a:lnTo>
                  <a:lnTo>
                    <a:pt x="69212" y="9377"/>
                  </a:lnTo>
                  <a:lnTo>
                    <a:pt x="69826" y="10356"/>
                  </a:lnTo>
                  <a:lnTo>
                    <a:pt x="70543" y="11499"/>
                  </a:lnTo>
                  <a:lnTo>
                    <a:pt x="70672" y="11704"/>
                  </a:lnTo>
                  <a:lnTo>
                    <a:pt x="71199" y="12545"/>
                  </a:lnTo>
                  <a:lnTo>
                    <a:pt x="71316" y="12738"/>
                  </a:lnTo>
                  <a:lnTo>
                    <a:pt x="73245" y="15944"/>
                  </a:lnTo>
                  <a:lnTo>
                    <a:pt x="74026" y="17099"/>
                  </a:lnTo>
                  <a:lnTo>
                    <a:pt x="74343" y="16663"/>
                  </a:lnTo>
                  <a:lnTo>
                    <a:pt x="75059" y="15679"/>
                  </a:lnTo>
                  <a:lnTo>
                    <a:pt x="75362" y="15262"/>
                  </a:lnTo>
                  <a:lnTo>
                    <a:pt x="75608" y="14918"/>
                  </a:lnTo>
                  <a:lnTo>
                    <a:pt x="76326" y="13895"/>
                  </a:lnTo>
                  <a:lnTo>
                    <a:pt x="76815" y="13198"/>
                  </a:lnTo>
                  <a:lnTo>
                    <a:pt x="77975" y="11544"/>
                  </a:lnTo>
                  <a:lnTo>
                    <a:pt x="78396" y="10944"/>
                  </a:lnTo>
                  <a:lnTo>
                    <a:pt x="78559" y="10712"/>
                  </a:lnTo>
                  <a:lnTo>
                    <a:pt x="79009" y="10070"/>
                  </a:lnTo>
                  <a:lnTo>
                    <a:pt x="79147" y="9875"/>
                  </a:lnTo>
                  <a:lnTo>
                    <a:pt x="79632" y="9182"/>
                  </a:lnTo>
                  <a:lnTo>
                    <a:pt x="79839" y="8888"/>
                  </a:lnTo>
                  <a:lnTo>
                    <a:pt x="80158" y="8434"/>
                  </a:lnTo>
                  <a:lnTo>
                    <a:pt x="80549" y="7876"/>
                  </a:lnTo>
                  <a:lnTo>
                    <a:pt x="81231" y="6904"/>
                  </a:lnTo>
                  <a:lnTo>
                    <a:pt x="81739" y="6179"/>
                  </a:lnTo>
                  <a:lnTo>
                    <a:pt x="81866" y="5998"/>
                  </a:lnTo>
                  <a:lnTo>
                    <a:pt x="82098" y="5668"/>
                  </a:lnTo>
                  <a:lnTo>
                    <a:pt x="82982" y="4408"/>
                  </a:lnTo>
                  <a:lnTo>
                    <a:pt x="83303" y="3950"/>
                  </a:lnTo>
                  <a:lnTo>
                    <a:pt x="84014" y="2938"/>
                  </a:lnTo>
                  <a:lnTo>
                    <a:pt x="84416" y="2365"/>
                  </a:lnTo>
                  <a:lnTo>
                    <a:pt x="84621" y="2072"/>
                  </a:lnTo>
                  <a:lnTo>
                    <a:pt x="85862" y="303"/>
                  </a:lnTo>
                  <a:lnTo>
                    <a:pt x="86118" y="474"/>
                  </a:lnTo>
                  <a:lnTo>
                    <a:pt x="95094" y="6454"/>
                  </a:lnTo>
                  <a:lnTo>
                    <a:pt x="95256" y="6562"/>
                  </a:lnTo>
                  <a:lnTo>
                    <a:pt x="96311" y="7265"/>
                  </a:lnTo>
                  <a:lnTo>
                    <a:pt x="97235" y="7880"/>
                  </a:lnTo>
                  <a:lnTo>
                    <a:pt x="102562" y="0"/>
                  </a:lnTo>
                  <a:lnTo>
                    <a:pt x="103155" y="408"/>
                  </a:lnTo>
                  <a:lnTo>
                    <a:pt x="109214" y="4583"/>
                  </a:lnTo>
                  <a:lnTo>
                    <a:pt x="109379" y="46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g95"/>
            <p:cNvSpPr/>
            <p:nvPr/>
          </p:nvSpPr>
          <p:spPr>
            <a:xfrm>
              <a:off x="2677852" y="3761500"/>
              <a:ext cx="75631" cy="170986"/>
            </a:xfrm>
            <a:custGeom>
              <a:avLst/>
              <a:pathLst>
                <a:path w="75631" h="170986">
                  <a:moveTo>
                    <a:pt x="60076" y="20771"/>
                  </a:moveTo>
                  <a:lnTo>
                    <a:pt x="75631" y="32881"/>
                  </a:lnTo>
                  <a:lnTo>
                    <a:pt x="66335" y="30897"/>
                  </a:lnTo>
                  <a:lnTo>
                    <a:pt x="64834" y="30145"/>
                  </a:lnTo>
                  <a:lnTo>
                    <a:pt x="60327" y="27887"/>
                  </a:lnTo>
                  <a:lnTo>
                    <a:pt x="56763" y="26945"/>
                  </a:lnTo>
                  <a:lnTo>
                    <a:pt x="50742" y="25355"/>
                  </a:lnTo>
                  <a:lnTo>
                    <a:pt x="46209" y="33891"/>
                  </a:lnTo>
                  <a:lnTo>
                    <a:pt x="47840" y="38062"/>
                  </a:lnTo>
                  <a:lnTo>
                    <a:pt x="51281" y="37072"/>
                  </a:lnTo>
                  <a:lnTo>
                    <a:pt x="53495" y="36436"/>
                  </a:lnTo>
                  <a:lnTo>
                    <a:pt x="53459" y="37107"/>
                  </a:lnTo>
                  <a:lnTo>
                    <a:pt x="53318" y="39808"/>
                  </a:lnTo>
                  <a:lnTo>
                    <a:pt x="52611" y="45046"/>
                  </a:lnTo>
                  <a:lnTo>
                    <a:pt x="53715" y="45435"/>
                  </a:lnTo>
                  <a:lnTo>
                    <a:pt x="54319" y="45648"/>
                  </a:lnTo>
                  <a:lnTo>
                    <a:pt x="53831" y="48378"/>
                  </a:lnTo>
                  <a:lnTo>
                    <a:pt x="53200" y="51909"/>
                  </a:lnTo>
                  <a:lnTo>
                    <a:pt x="53977" y="52059"/>
                  </a:lnTo>
                  <a:lnTo>
                    <a:pt x="56935" y="52631"/>
                  </a:lnTo>
                  <a:lnTo>
                    <a:pt x="55737" y="55497"/>
                  </a:lnTo>
                  <a:lnTo>
                    <a:pt x="57136" y="60195"/>
                  </a:lnTo>
                  <a:lnTo>
                    <a:pt x="57237" y="61841"/>
                  </a:lnTo>
                  <a:lnTo>
                    <a:pt x="57431" y="64979"/>
                  </a:lnTo>
                  <a:lnTo>
                    <a:pt x="57539" y="66738"/>
                  </a:lnTo>
                  <a:lnTo>
                    <a:pt x="58874" y="72618"/>
                  </a:lnTo>
                  <a:lnTo>
                    <a:pt x="59041" y="73186"/>
                  </a:lnTo>
                  <a:lnTo>
                    <a:pt x="59224" y="73420"/>
                  </a:lnTo>
                  <a:lnTo>
                    <a:pt x="60647" y="75247"/>
                  </a:lnTo>
                  <a:lnTo>
                    <a:pt x="60518" y="75404"/>
                  </a:lnTo>
                  <a:lnTo>
                    <a:pt x="58390" y="77852"/>
                  </a:lnTo>
                  <a:lnTo>
                    <a:pt x="58319" y="79289"/>
                  </a:lnTo>
                  <a:lnTo>
                    <a:pt x="59104" y="82925"/>
                  </a:lnTo>
                  <a:lnTo>
                    <a:pt x="60006" y="85756"/>
                  </a:lnTo>
                  <a:lnTo>
                    <a:pt x="62175" y="88152"/>
                  </a:lnTo>
                  <a:lnTo>
                    <a:pt x="62451" y="88566"/>
                  </a:lnTo>
                  <a:lnTo>
                    <a:pt x="61885" y="89208"/>
                  </a:lnTo>
                  <a:lnTo>
                    <a:pt x="61529" y="89613"/>
                  </a:lnTo>
                  <a:lnTo>
                    <a:pt x="63454" y="91666"/>
                  </a:lnTo>
                  <a:lnTo>
                    <a:pt x="66780" y="95214"/>
                  </a:lnTo>
                  <a:lnTo>
                    <a:pt x="66289" y="95779"/>
                  </a:lnTo>
                  <a:lnTo>
                    <a:pt x="65866" y="96267"/>
                  </a:lnTo>
                  <a:lnTo>
                    <a:pt x="63295" y="99227"/>
                  </a:lnTo>
                  <a:lnTo>
                    <a:pt x="60816" y="101762"/>
                  </a:lnTo>
                  <a:lnTo>
                    <a:pt x="59368" y="103241"/>
                  </a:lnTo>
                  <a:lnTo>
                    <a:pt x="57559" y="105239"/>
                  </a:lnTo>
                  <a:lnTo>
                    <a:pt x="53840" y="109344"/>
                  </a:lnTo>
                  <a:lnTo>
                    <a:pt x="50778" y="112724"/>
                  </a:lnTo>
                  <a:lnTo>
                    <a:pt x="55357" y="117316"/>
                  </a:lnTo>
                  <a:lnTo>
                    <a:pt x="57687" y="119421"/>
                  </a:lnTo>
                  <a:lnTo>
                    <a:pt x="64037" y="125156"/>
                  </a:lnTo>
                  <a:lnTo>
                    <a:pt x="64385" y="125423"/>
                  </a:lnTo>
                  <a:lnTo>
                    <a:pt x="70908" y="130423"/>
                  </a:lnTo>
                  <a:lnTo>
                    <a:pt x="70483" y="130916"/>
                  </a:lnTo>
                  <a:lnTo>
                    <a:pt x="63845" y="138618"/>
                  </a:lnTo>
                  <a:lnTo>
                    <a:pt x="63531" y="138991"/>
                  </a:lnTo>
                  <a:lnTo>
                    <a:pt x="63070" y="139537"/>
                  </a:lnTo>
                  <a:lnTo>
                    <a:pt x="60900" y="142110"/>
                  </a:lnTo>
                  <a:lnTo>
                    <a:pt x="58874" y="144742"/>
                  </a:lnTo>
                  <a:lnTo>
                    <a:pt x="58654" y="145029"/>
                  </a:lnTo>
                  <a:lnTo>
                    <a:pt x="58251" y="145389"/>
                  </a:lnTo>
                  <a:lnTo>
                    <a:pt x="56316" y="147123"/>
                  </a:lnTo>
                  <a:lnTo>
                    <a:pt x="55975" y="147544"/>
                  </a:lnTo>
                  <a:lnTo>
                    <a:pt x="53691" y="150358"/>
                  </a:lnTo>
                  <a:lnTo>
                    <a:pt x="53352" y="150776"/>
                  </a:lnTo>
                  <a:lnTo>
                    <a:pt x="53224" y="150935"/>
                  </a:lnTo>
                  <a:lnTo>
                    <a:pt x="52988" y="151225"/>
                  </a:lnTo>
                  <a:lnTo>
                    <a:pt x="51067" y="151553"/>
                  </a:lnTo>
                  <a:lnTo>
                    <a:pt x="37190" y="152652"/>
                  </a:lnTo>
                  <a:lnTo>
                    <a:pt x="37588" y="154084"/>
                  </a:lnTo>
                  <a:lnTo>
                    <a:pt x="38293" y="156623"/>
                  </a:lnTo>
                  <a:lnTo>
                    <a:pt x="38339" y="156787"/>
                  </a:lnTo>
                  <a:lnTo>
                    <a:pt x="38409" y="157039"/>
                  </a:lnTo>
                  <a:lnTo>
                    <a:pt x="38460" y="157222"/>
                  </a:lnTo>
                  <a:lnTo>
                    <a:pt x="38678" y="158009"/>
                  </a:lnTo>
                  <a:lnTo>
                    <a:pt x="39201" y="159599"/>
                  </a:lnTo>
                  <a:lnTo>
                    <a:pt x="39317" y="159952"/>
                  </a:lnTo>
                  <a:lnTo>
                    <a:pt x="40046" y="162174"/>
                  </a:lnTo>
                  <a:lnTo>
                    <a:pt x="40376" y="163179"/>
                  </a:lnTo>
                  <a:lnTo>
                    <a:pt x="40450" y="163429"/>
                  </a:lnTo>
                  <a:lnTo>
                    <a:pt x="40916" y="164997"/>
                  </a:lnTo>
                  <a:lnTo>
                    <a:pt x="41728" y="167735"/>
                  </a:lnTo>
                  <a:lnTo>
                    <a:pt x="39793" y="167779"/>
                  </a:lnTo>
                  <a:lnTo>
                    <a:pt x="39755" y="168277"/>
                  </a:lnTo>
                  <a:lnTo>
                    <a:pt x="34248" y="168983"/>
                  </a:lnTo>
                  <a:lnTo>
                    <a:pt x="32150" y="170062"/>
                  </a:lnTo>
                  <a:lnTo>
                    <a:pt x="32377" y="170831"/>
                  </a:lnTo>
                  <a:lnTo>
                    <a:pt x="29911" y="170986"/>
                  </a:lnTo>
                  <a:lnTo>
                    <a:pt x="28495" y="170858"/>
                  </a:lnTo>
                  <a:lnTo>
                    <a:pt x="27371" y="170756"/>
                  </a:lnTo>
                  <a:lnTo>
                    <a:pt x="26756" y="170789"/>
                  </a:lnTo>
                  <a:lnTo>
                    <a:pt x="24573" y="170906"/>
                  </a:lnTo>
                  <a:lnTo>
                    <a:pt x="21751" y="170455"/>
                  </a:lnTo>
                  <a:lnTo>
                    <a:pt x="19678" y="169168"/>
                  </a:lnTo>
                  <a:lnTo>
                    <a:pt x="19520" y="169070"/>
                  </a:lnTo>
                  <a:lnTo>
                    <a:pt x="17186" y="167620"/>
                  </a:lnTo>
                  <a:lnTo>
                    <a:pt x="17284" y="166667"/>
                  </a:lnTo>
                  <a:lnTo>
                    <a:pt x="17896" y="165550"/>
                  </a:lnTo>
                  <a:lnTo>
                    <a:pt x="18192" y="165011"/>
                  </a:lnTo>
                  <a:lnTo>
                    <a:pt x="18184" y="164718"/>
                  </a:lnTo>
                  <a:lnTo>
                    <a:pt x="18167" y="164083"/>
                  </a:lnTo>
                  <a:lnTo>
                    <a:pt x="18265" y="162703"/>
                  </a:lnTo>
                  <a:lnTo>
                    <a:pt x="18228" y="161834"/>
                  </a:lnTo>
                  <a:lnTo>
                    <a:pt x="18192" y="160997"/>
                  </a:lnTo>
                  <a:lnTo>
                    <a:pt x="18167" y="159442"/>
                  </a:lnTo>
                  <a:lnTo>
                    <a:pt x="18854" y="158275"/>
                  </a:lnTo>
                  <a:lnTo>
                    <a:pt x="17995" y="154889"/>
                  </a:lnTo>
                  <a:lnTo>
                    <a:pt x="21647" y="153988"/>
                  </a:lnTo>
                  <a:lnTo>
                    <a:pt x="27261" y="147822"/>
                  </a:lnTo>
                  <a:lnTo>
                    <a:pt x="26160" y="146859"/>
                  </a:lnTo>
                  <a:lnTo>
                    <a:pt x="18705" y="140450"/>
                  </a:lnTo>
                  <a:lnTo>
                    <a:pt x="18387" y="140176"/>
                  </a:lnTo>
                  <a:lnTo>
                    <a:pt x="16828" y="139034"/>
                  </a:lnTo>
                  <a:lnTo>
                    <a:pt x="13106" y="136307"/>
                  </a:lnTo>
                  <a:lnTo>
                    <a:pt x="8350" y="132411"/>
                  </a:lnTo>
                  <a:lnTo>
                    <a:pt x="7910" y="132050"/>
                  </a:lnTo>
                  <a:lnTo>
                    <a:pt x="13299" y="125548"/>
                  </a:lnTo>
                  <a:lnTo>
                    <a:pt x="14813" y="123640"/>
                  </a:lnTo>
                  <a:lnTo>
                    <a:pt x="16833" y="121092"/>
                  </a:lnTo>
                  <a:lnTo>
                    <a:pt x="14065" y="118654"/>
                  </a:lnTo>
                  <a:lnTo>
                    <a:pt x="13663" y="118308"/>
                  </a:lnTo>
                  <a:lnTo>
                    <a:pt x="13113" y="117835"/>
                  </a:lnTo>
                  <a:lnTo>
                    <a:pt x="8376" y="113762"/>
                  </a:lnTo>
                  <a:lnTo>
                    <a:pt x="7571" y="113180"/>
                  </a:lnTo>
                  <a:lnTo>
                    <a:pt x="11230" y="108309"/>
                  </a:lnTo>
                  <a:lnTo>
                    <a:pt x="11792" y="107561"/>
                  </a:lnTo>
                  <a:lnTo>
                    <a:pt x="8435" y="104691"/>
                  </a:lnTo>
                  <a:lnTo>
                    <a:pt x="3958" y="105955"/>
                  </a:lnTo>
                  <a:lnTo>
                    <a:pt x="3598" y="105970"/>
                  </a:lnTo>
                  <a:lnTo>
                    <a:pt x="1289" y="106066"/>
                  </a:lnTo>
                  <a:lnTo>
                    <a:pt x="0" y="105970"/>
                  </a:lnTo>
                  <a:lnTo>
                    <a:pt x="192" y="104598"/>
                  </a:lnTo>
                  <a:lnTo>
                    <a:pt x="1790" y="98871"/>
                  </a:lnTo>
                  <a:lnTo>
                    <a:pt x="1149" y="98690"/>
                  </a:lnTo>
                  <a:lnTo>
                    <a:pt x="1275" y="94897"/>
                  </a:lnTo>
                  <a:lnTo>
                    <a:pt x="1289" y="93505"/>
                  </a:lnTo>
                  <a:lnTo>
                    <a:pt x="1488" y="91315"/>
                  </a:lnTo>
                  <a:lnTo>
                    <a:pt x="1437" y="87838"/>
                  </a:lnTo>
                  <a:lnTo>
                    <a:pt x="3621" y="87933"/>
                  </a:lnTo>
                  <a:lnTo>
                    <a:pt x="6988" y="87813"/>
                  </a:lnTo>
                  <a:lnTo>
                    <a:pt x="2993" y="82113"/>
                  </a:lnTo>
                  <a:lnTo>
                    <a:pt x="6242" y="81260"/>
                  </a:lnTo>
                  <a:lnTo>
                    <a:pt x="6030" y="79359"/>
                  </a:lnTo>
                  <a:lnTo>
                    <a:pt x="5908" y="78264"/>
                  </a:lnTo>
                  <a:lnTo>
                    <a:pt x="5429" y="76569"/>
                  </a:lnTo>
                  <a:lnTo>
                    <a:pt x="5221" y="75835"/>
                  </a:lnTo>
                  <a:lnTo>
                    <a:pt x="2757" y="70844"/>
                  </a:lnTo>
                  <a:lnTo>
                    <a:pt x="1800" y="66087"/>
                  </a:lnTo>
                  <a:lnTo>
                    <a:pt x="2164" y="65331"/>
                  </a:lnTo>
                  <a:lnTo>
                    <a:pt x="2410" y="64821"/>
                  </a:lnTo>
                  <a:lnTo>
                    <a:pt x="3497" y="62252"/>
                  </a:lnTo>
                  <a:lnTo>
                    <a:pt x="3532" y="61454"/>
                  </a:lnTo>
                  <a:lnTo>
                    <a:pt x="3657" y="58537"/>
                  </a:lnTo>
                  <a:lnTo>
                    <a:pt x="3261" y="56567"/>
                  </a:lnTo>
                  <a:lnTo>
                    <a:pt x="10328" y="55839"/>
                  </a:lnTo>
                  <a:lnTo>
                    <a:pt x="10515" y="55398"/>
                  </a:lnTo>
                  <a:lnTo>
                    <a:pt x="10907" y="55438"/>
                  </a:lnTo>
                  <a:lnTo>
                    <a:pt x="15215" y="56025"/>
                  </a:lnTo>
                  <a:lnTo>
                    <a:pt x="15335" y="56236"/>
                  </a:lnTo>
                  <a:lnTo>
                    <a:pt x="18070" y="61041"/>
                  </a:lnTo>
                  <a:lnTo>
                    <a:pt x="20673" y="65979"/>
                  </a:lnTo>
                  <a:lnTo>
                    <a:pt x="21916" y="66446"/>
                  </a:lnTo>
                  <a:lnTo>
                    <a:pt x="22583" y="62653"/>
                  </a:lnTo>
                  <a:lnTo>
                    <a:pt x="22583" y="60385"/>
                  </a:lnTo>
                  <a:lnTo>
                    <a:pt x="22721" y="58840"/>
                  </a:lnTo>
                  <a:lnTo>
                    <a:pt x="22776" y="58676"/>
                  </a:lnTo>
                  <a:lnTo>
                    <a:pt x="22900" y="58308"/>
                  </a:lnTo>
                  <a:lnTo>
                    <a:pt x="23042" y="57886"/>
                  </a:lnTo>
                  <a:lnTo>
                    <a:pt x="23664" y="56038"/>
                  </a:lnTo>
                  <a:lnTo>
                    <a:pt x="24005" y="55024"/>
                  </a:lnTo>
                  <a:lnTo>
                    <a:pt x="23923" y="53873"/>
                  </a:lnTo>
                  <a:lnTo>
                    <a:pt x="23410" y="53048"/>
                  </a:lnTo>
                  <a:lnTo>
                    <a:pt x="23019" y="52745"/>
                  </a:lnTo>
                  <a:lnTo>
                    <a:pt x="22650" y="50805"/>
                  </a:lnTo>
                  <a:lnTo>
                    <a:pt x="22476" y="49462"/>
                  </a:lnTo>
                  <a:lnTo>
                    <a:pt x="22012" y="47594"/>
                  </a:lnTo>
                  <a:lnTo>
                    <a:pt x="21938" y="45947"/>
                  </a:lnTo>
                  <a:lnTo>
                    <a:pt x="21903" y="45147"/>
                  </a:lnTo>
                  <a:lnTo>
                    <a:pt x="21746" y="42859"/>
                  </a:lnTo>
                  <a:lnTo>
                    <a:pt x="21990" y="41570"/>
                  </a:lnTo>
                  <a:lnTo>
                    <a:pt x="22077" y="41112"/>
                  </a:lnTo>
                  <a:lnTo>
                    <a:pt x="22324" y="39810"/>
                  </a:lnTo>
                  <a:lnTo>
                    <a:pt x="26408" y="39131"/>
                  </a:lnTo>
                  <a:lnTo>
                    <a:pt x="24227" y="36213"/>
                  </a:lnTo>
                  <a:lnTo>
                    <a:pt x="24109" y="36056"/>
                  </a:lnTo>
                  <a:lnTo>
                    <a:pt x="23379" y="35078"/>
                  </a:lnTo>
                  <a:lnTo>
                    <a:pt x="25046" y="32530"/>
                  </a:lnTo>
                  <a:lnTo>
                    <a:pt x="27034" y="29491"/>
                  </a:lnTo>
                  <a:lnTo>
                    <a:pt x="29780" y="25292"/>
                  </a:lnTo>
                  <a:lnTo>
                    <a:pt x="29191" y="24439"/>
                  </a:lnTo>
                  <a:lnTo>
                    <a:pt x="24121" y="16661"/>
                  </a:lnTo>
                  <a:lnTo>
                    <a:pt x="24152" y="16403"/>
                  </a:lnTo>
                  <a:lnTo>
                    <a:pt x="27952" y="13181"/>
                  </a:lnTo>
                  <a:lnTo>
                    <a:pt x="24388" y="7131"/>
                  </a:lnTo>
                  <a:lnTo>
                    <a:pt x="26207" y="0"/>
                  </a:lnTo>
                  <a:lnTo>
                    <a:pt x="36421" y="3151"/>
                  </a:lnTo>
                  <a:lnTo>
                    <a:pt x="41816" y="4816"/>
                  </a:lnTo>
                  <a:lnTo>
                    <a:pt x="51535" y="120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g96"/>
            <p:cNvSpPr/>
            <p:nvPr/>
          </p:nvSpPr>
          <p:spPr>
            <a:xfrm>
              <a:off x="2533177" y="3959784"/>
              <a:ext cx="136165" cy="97326"/>
            </a:xfrm>
            <a:custGeom>
              <a:avLst/>
              <a:pathLst>
                <a:path w="136165" h="97326">
                  <a:moveTo>
                    <a:pt x="82577" y="28040"/>
                  </a:moveTo>
                  <a:lnTo>
                    <a:pt x="82820" y="28203"/>
                  </a:lnTo>
                  <a:lnTo>
                    <a:pt x="84647" y="27966"/>
                  </a:lnTo>
                  <a:lnTo>
                    <a:pt x="88347" y="27487"/>
                  </a:lnTo>
                  <a:lnTo>
                    <a:pt x="99345" y="26062"/>
                  </a:lnTo>
                  <a:lnTo>
                    <a:pt x="99921" y="25987"/>
                  </a:lnTo>
                  <a:lnTo>
                    <a:pt x="100569" y="25903"/>
                  </a:lnTo>
                  <a:lnTo>
                    <a:pt x="101135" y="25830"/>
                  </a:lnTo>
                  <a:lnTo>
                    <a:pt x="101896" y="25731"/>
                  </a:lnTo>
                  <a:lnTo>
                    <a:pt x="106883" y="25085"/>
                  </a:lnTo>
                  <a:lnTo>
                    <a:pt x="108551" y="24877"/>
                  </a:lnTo>
                  <a:lnTo>
                    <a:pt x="110835" y="24592"/>
                  </a:lnTo>
                  <a:lnTo>
                    <a:pt x="120397" y="23399"/>
                  </a:lnTo>
                  <a:lnTo>
                    <a:pt x="128103" y="22438"/>
                  </a:lnTo>
                  <a:lnTo>
                    <a:pt x="128355" y="22410"/>
                  </a:lnTo>
                  <a:lnTo>
                    <a:pt x="129138" y="22326"/>
                  </a:lnTo>
                  <a:lnTo>
                    <a:pt x="130650" y="22162"/>
                  </a:lnTo>
                  <a:lnTo>
                    <a:pt x="130947" y="22130"/>
                  </a:lnTo>
                  <a:lnTo>
                    <a:pt x="133613" y="23844"/>
                  </a:lnTo>
                  <a:lnTo>
                    <a:pt x="134448" y="24948"/>
                  </a:lnTo>
                  <a:lnTo>
                    <a:pt x="135037" y="25901"/>
                  </a:lnTo>
                  <a:lnTo>
                    <a:pt x="135527" y="26854"/>
                  </a:lnTo>
                  <a:lnTo>
                    <a:pt x="135920" y="28109"/>
                  </a:lnTo>
                  <a:lnTo>
                    <a:pt x="136116" y="29012"/>
                  </a:lnTo>
                  <a:lnTo>
                    <a:pt x="136165" y="29764"/>
                  </a:lnTo>
                  <a:lnTo>
                    <a:pt x="136165" y="30052"/>
                  </a:lnTo>
                  <a:lnTo>
                    <a:pt x="135084" y="32639"/>
                  </a:lnTo>
                  <a:lnTo>
                    <a:pt x="134202" y="34748"/>
                  </a:lnTo>
                  <a:lnTo>
                    <a:pt x="133284" y="36850"/>
                  </a:lnTo>
                  <a:lnTo>
                    <a:pt x="131724" y="40421"/>
                  </a:lnTo>
                  <a:lnTo>
                    <a:pt x="131159" y="41713"/>
                  </a:lnTo>
                  <a:lnTo>
                    <a:pt x="128325" y="48200"/>
                  </a:lnTo>
                  <a:lnTo>
                    <a:pt x="127783" y="49439"/>
                  </a:lnTo>
                  <a:lnTo>
                    <a:pt x="127718" y="49590"/>
                  </a:lnTo>
                  <a:lnTo>
                    <a:pt x="127263" y="50638"/>
                  </a:lnTo>
                  <a:lnTo>
                    <a:pt x="126366" y="52704"/>
                  </a:lnTo>
                  <a:lnTo>
                    <a:pt x="125627" y="54406"/>
                  </a:lnTo>
                  <a:lnTo>
                    <a:pt x="124243" y="57594"/>
                  </a:lnTo>
                  <a:lnTo>
                    <a:pt x="118774" y="70191"/>
                  </a:lnTo>
                  <a:lnTo>
                    <a:pt x="113643" y="82010"/>
                  </a:lnTo>
                  <a:lnTo>
                    <a:pt x="112895" y="83733"/>
                  </a:lnTo>
                  <a:lnTo>
                    <a:pt x="112198" y="85338"/>
                  </a:lnTo>
                  <a:lnTo>
                    <a:pt x="110804" y="88549"/>
                  </a:lnTo>
                  <a:lnTo>
                    <a:pt x="108573" y="93688"/>
                  </a:lnTo>
                  <a:lnTo>
                    <a:pt x="108047" y="94821"/>
                  </a:lnTo>
                  <a:lnTo>
                    <a:pt x="107958" y="95013"/>
                  </a:lnTo>
                  <a:lnTo>
                    <a:pt x="107433" y="94670"/>
                  </a:lnTo>
                  <a:lnTo>
                    <a:pt x="102918" y="91718"/>
                  </a:lnTo>
                  <a:lnTo>
                    <a:pt x="93921" y="85838"/>
                  </a:lnTo>
                  <a:lnTo>
                    <a:pt x="93104" y="85301"/>
                  </a:lnTo>
                  <a:lnTo>
                    <a:pt x="92488" y="84899"/>
                  </a:lnTo>
                  <a:lnTo>
                    <a:pt x="92352" y="84809"/>
                  </a:lnTo>
                  <a:lnTo>
                    <a:pt x="92086" y="84630"/>
                  </a:lnTo>
                  <a:lnTo>
                    <a:pt x="90821" y="83776"/>
                  </a:lnTo>
                  <a:lnTo>
                    <a:pt x="90318" y="83437"/>
                  </a:lnTo>
                  <a:lnTo>
                    <a:pt x="79052" y="75836"/>
                  </a:lnTo>
                  <a:lnTo>
                    <a:pt x="78886" y="76093"/>
                  </a:lnTo>
                  <a:lnTo>
                    <a:pt x="76072" y="80431"/>
                  </a:lnTo>
                  <a:lnTo>
                    <a:pt x="75052" y="82002"/>
                  </a:lnTo>
                  <a:lnTo>
                    <a:pt x="71248" y="87866"/>
                  </a:lnTo>
                  <a:lnTo>
                    <a:pt x="70473" y="88993"/>
                  </a:lnTo>
                  <a:lnTo>
                    <a:pt x="69856" y="89891"/>
                  </a:lnTo>
                  <a:lnTo>
                    <a:pt x="64848" y="97180"/>
                  </a:lnTo>
                  <a:lnTo>
                    <a:pt x="64748" y="97326"/>
                  </a:lnTo>
                  <a:lnTo>
                    <a:pt x="63948" y="96819"/>
                  </a:lnTo>
                  <a:lnTo>
                    <a:pt x="50788" y="88480"/>
                  </a:lnTo>
                  <a:lnTo>
                    <a:pt x="50647" y="88390"/>
                  </a:lnTo>
                  <a:lnTo>
                    <a:pt x="45629" y="85211"/>
                  </a:lnTo>
                  <a:lnTo>
                    <a:pt x="45145" y="84904"/>
                  </a:lnTo>
                  <a:lnTo>
                    <a:pt x="44972" y="84795"/>
                  </a:lnTo>
                  <a:lnTo>
                    <a:pt x="42837" y="83442"/>
                  </a:lnTo>
                  <a:lnTo>
                    <a:pt x="35825" y="78998"/>
                  </a:lnTo>
                  <a:lnTo>
                    <a:pt x="30564" y="75664"/>
                  </a:lnTo>
                  <a:lnTo>
                    <a:pt x="29994" y="75303"/>
                  </a:lnTo>
                  <a:lnTo>
                    <a:pt x="24938" y="72099"/>
                  </a:lnTo>
                  <a:lnTo>
                    <a:pt x="24059" y="71542"/>
                  </a:lnTo>
                  <a:lnTo>
                    <a:pt x="23529" y="71207"/>
                  </a:lnTo>
                  <a:lnTo>
                    <a:pt x="18307" y="67897"/>
                  </a:lnTo>
                  <a:lnTo>
                    <a:pt x="18148" y="67797"/>
                  </a:lnTo>
                  <a:lnTo>
                    <a:pt x="13341" y="64777"/>
                  </a:lnTo>
                  <a:lnTo>
                    <a:pt x="12340" y="64149"/>
                  </a:lnTo>
                  <a:lnTo>
                    <a:pt x="6767" y="60649"/>
                  </a:lnTo>
                  <a:lnTo>
                    <a:pt x="1632" y="57423"/>
                  </a:lnTo>
                  <a:lnTo>
                    <a:pt x="407" y="56654"/>
                  </a:lnTo>
                  <a:lnTo>
                    <a:pt x="241" y="56550"/>
                  </a:lnTo>
                  <a:lnTo>
                    <a:pt x="0" y="56398"/>
                  </a:lnTo>
                  <a:lnTo>
                    <a:pt x="470" y="56089"/>
                  </a:lnTo>
                  <a:lnTo>
                    <a:pt x="2625" y="54675"/>
                  </a:lnTo>
                  <a:lnTo>
                    <a:pt x="3288" y="54240"/>
                  </a:lnTo>
                  <a:lnTo>
                    <a:pt x="3705" y="53966"/>
                  </a:lnTo>
                  <a:lnTo>
                    <a:pt x="5186" y="53032"/>
                  </a:lnTo>
                  <a:lnTo>
                    <a:pt x="6630" y="52120"/>
                  </a:lnTo>
                  <a:lnTo>
                    <a:pt x="9163" y="50775"/>
                  </a:lnTo>
                  <a:lnTo>
                    <a:pt x="10593" y="50035"/>
                  </a:lnTo>
                  <a:lnTo>
                    <a:pt x="14725" y="47896"/>
                  </a:lnTo>
                  <a:lnTo>
                    <a:pt x="14739" y="47549"/>
                  </a:lnTo>
                  <a:lnTo>
                    <a:pt x="14757" y="47085"/>
                  </a:lnTo>
                  <a:lnTo>
                    <a:pt x="14766" y="46850"/>
                  </a:lnTo>
                  <a:lnTo>
                    <a:pt x="15119" y="37837"/>
                  </a:lnTo>
                  <a:lnTo>
                    <a:pt x="15349" y="31986"/>
                  </a:lnTo>
                  <a:lnTo>
                    <a:pt x="15426" y="31237"/>
                  </a:lnTo>
                  <a:lnTo>
                    <a:pt x="15545" y="30080"/>
                  </a:lnTo>
                  <a:lnTo>
                    <a:pt x="18271" y="25555"/>
                  </a:lnTo>
                  <a:lnTo>
                    <a:pt x="20065" y="22691"/>
                  </a:lnTo>
                  <a:lnTo>
                    <a:pt x="21873" y="19805"/>
                  </a:lnTo>
                  <a:lnTo>
                    <a:pt x="22932" y="18113"/>
                  </a:lnTo>
                  <a:lnTo>
                    <a:pt x="25659" y="13788"/>
                  </a:lnTo>
                  <a:lnTo>
                    <a:pt x="27424" y="10989"/>
                  </a:lnTo>
                  <a:lnTo>
                    <a:pt x="29147" y="8089"/>
                  </a:lnTo>
                  <a:lnTo>
                    <a:pt x="29533" y="7439"/>
                  </a:lnTo>
                  <a:lnTo>
                    <a:pt x="32773" y="1987"/>
                  </a:lnTo>
                  <a:lnTo>
                    <a:pt x="33893" y="104"/>
                  </a:lnTo>
                  <a:lnTo>
                    <a:pt x="34032" y="0"/>
                  </a:lnTo>
                  <a:lnTo>
                    <a:pt x="36379" y="1590"/>
                  </a:lnTo>
                  <a:lnTo>
                    <a:pt x="40427" y="4225"/>
                  </a:lnTo>
                  <a:lnTo>
                    <a:pt x="42891" y="5830"/>
                  </a:lnTo>
                  <a:lnTo>
                    <a:pt x="48503" y="9483"/>
                  </a:lnTo>
                  <a:lnTo>
                    <a:pt x="51656" y="11307"/>
                  </a:lnTo>
                  <a:lnTo>
                    <a:pt x="54700" y="13069"/>
                  </a:lnTo>
                  <a:lnTo>
                    <a:pt x="62782" y="17745"/>
                  </a:lnTo>
                  <a:lnTo>
                    <a:pt x="63376" y="18089"/>
                  </a:lnTo>
                  <a:lnTo>
                    <a:pt x="69342" y="21541"/>
                  </a:lnTo>
                  <a:lnTo>
                    <a:pt x="75407" y="24502"/>
                  </a:lnTo>
                  <a:lnTo>
                    <a:pt x="77321" y="25436"/>
                  </a:lnTo>
                  <a:lnTo>
                    <a:pt x="80525" y="26950"/>
                  </a:lnTo>
                  <a:lnTo>
                    <a:pt x="81543" y="27431"/>
                  </a:lnTo>
                  <a:lnTo>
                    <a:pt x="81723" y="274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g97"/>
            <p:cNvSpPr/>
            <p:nvPr/>
          </p:nvSpPr>
          <p:spPr>
            <a:xfrm>
              <a:off x="2660961" y="3906530"/>
              <a:ext cx="142323" cy="120756"/>
            </a:xfrm>
            <a:custGeom>
              <a:avLst/>
              <a:pathLst>
                <a:path w="142323" h="120756">
                  <a:moveTo>
                    <a:pt x="100358" y="21315"/>
                  </a:moveTo>
                  <a:lnTo>
                    <a:pt x="102430" y="23095"/>
                  </a:lnTo>
                  <a:lnTo>
                    <a:pt x="106558" y="26547"/>
                  </a:lnTo>
                  <a:lnTo>
                    <a:pt x="107061" y="25964"/>
                  </a:lnTo>
                  <a:lnTo>
                    <a:pt x="108648" y="24127"/>
                  </a:lnTo>
                  <a:lnTo>
                    <a:pt x="110132" y="22408"/>
                  </a:lnTo>
                  <a:lnTo>
                    <a:pt x="113181" y="25006"/>
                  </a:lnTo>
                  <a:lnTo>
                    <a:pt x="115582" y="27053"/>
                  </a:lnTo>
                  <a:lnTo>
                    <a:pt x="116082" y="27480"/>
                  </a:lnTo>
                  <a:lnTo>
                    <a:pt x="119865" y="30703"/>
                  </a:lnTo>
                  <a:lnTo>
                    <a:pt x="122140" y="32642"/>
                  </a:lnTo>
                  <a:lnTo>
                    <a:pt x="125057" y="35128"/>
                  </a:lnTo>
                  <a:lnTo>
                    <a:pt x="125451" y="35464"/>
                  </a:lnTo>
                  <a:lnTo>
                    <a:pt x="127276" y="37019"/>
                  </a:lnTo>
                  <a:lnTo>
                    <a:pt x="128335" y="37922"/>
                  </a:lnTo>
                  <a:lnTo>
                    <a:pt x="128852" y="38363"/>
                  </a:lnTo>
                  <a:lnTo>
                    <a:pt x="132682" y="41627"/>
                  </a:lnTo>
                  <a:lnTo>
                    <a:pt x="134803" y="43435"/>
                  </a:lnTo>
                  <a:lnTo>
                    <a:pt x="135221" y="43791"/>
                  </a:lnTo>
                  <a:lnTo>
                    <a:pt x="140002" y="47865"/>
                  </a:lnTo>
                  <a:lnTo>
                    <a:pt x="141912" y="49493"/>
                  </a:lnTo>
                  <a:lnTo>
                    <a:pt x="142323" y="49844"/>
                  </a:lnTo>
                  <a:lnTo>
                    <a:pt x="141327" y="50717"/>
                  </a:lnTo>
                  <a:lnTo>
                    <a:pt x="139460" y="52201"/>
                  </a:lnTo>
                  <a:lnTo>
                    <a:pt x="137325" y="53680"/>
                  </a:lnTo>
                  <a:lnTo>
                    <a:pt x="135499" y="54800"/>
                  </a:lnTo>
                  <a:lnTo>
                    <a:pt x="134017" y="55646"/>
                  </a:lnTo>
                  <a:lnTo>
                    <a:pt x="132900" y="55925"/>
                  </a:lnTo>
                  <a:lnTo>
                    <a:pt x="131356" y="56198"/>
                  </a:lnTo>
                  <a:lnTo>
                    <a:pt x="130932" y="56272"/>
                  </a:lnTo>
                  <a:lnTo>
                    <a:pt x="130390" y="56368"/>
                  </a:lnTo>
                  <a:lnTo>
                    <a:pt x="123470" y="57588"/>
                  </a:lnTo>
                  <a:lnTo>
                    <a:pt x="119989" y="58202"/>
                  </a:lnTo>
                  <a:lnTo>
                    <a:pt x="118778" y="58358"/>
                  </a:lnTo>
                  <a:lnTo>
                    <a:pt x="108410" y="59692"/>
                  </a:lnTo>
                  <a:lnTo>
                    <a:pt x="105022" y="60128"/>
                  </a:lnTo>
                  <a:lnTo>
                    <a:pt x="103961" y="60254"/>
                  </a:lnTo>
                  <a:lnTo>
                    <a:pt x="104070" y="61062"/>
                  </a:lnTo>
                  <a:lnTo>
                    <a:pt x="104206" y="62071"/>
                  </a:lnTo>
                  <a:lnTo>
                    <a:pt x="104244" y="62355"/>
                  </a:lnTo>
                  <a:lnTo>
                    <a:pt x="104446" y="63856"/>
                  </a:lnTo>
                  <a:lnTo>
                    <a:pt x="105818" y="74045"/>
                  </a:lnTo>
                  <a:lnTo>
                    <a:pt x="106208" y="76941"/>
                  </a:lnTo>
                  <a:lnTo>
                    <a:pt x="106977" y="82644"/>
                  </a:lnTo>
                  <a:lnTo>
                    <a:pt x="107019" y="82961"/>
                  </a:lnTo>
                  <a:lnTo>
                    <a:pt x="107125" y="83747"/>
                  </a:lnTo>
                  <a:lnTo>
                    <a:pt x="108548" y="94313"/>
                  </a:lnTo>
                  <a:lnTo>
                    <a:pt x="108625" y="94881"/>
                  </a:lnTo>
                  <a:lnTo>
                    <a:pt x="109898" y="104336"/>
                  </a:lnTo>
                  <a:lnTo>
                    <a:pt x="109958" y="104779"/>
                  </a:lnTo>
                  <a:lnTo>
                    <a:pt x="110969" y="112285"/>
                  </a:lnTo>
                  <a:lnTo>
                    <a:pt x="111100" y="113255"/>
                  </a:lnTo>
                  <a:lnTo>
                    <a:pt x="109672" y="113500"/>
                  </a:lnTo>
                  <a:lnTo>
                    <a:pt x="107758" y="113788"/>
                  </a:lnTo>
                  <a:lnTo>
                    <a:pt x="106539" y="113971"/>
                  </a:lnTo>
                  <a:lnTo>
                    <a:pt x="103743" y="114342"/>
                  </a:lnTo>
                  <a:lnTo>
                    <a:pt x="99692" y="114880"/>
                  </a:lnTo>
                  <a:lnTo>
                    <a:pt x="96431" y="115312"/>
                  </a:lnTo>
                  <a:lnTo>
                    <a:pt x="93126" y="115751"/>
                  </a:lnTo>
                  <a:lnTo>
                    <a:pt x="92946" y="115774"/>
                  </a:lnTo>
                  <a:lnTo>
                    <a:pt x="88891" y="116297"/>
                  </a:lnTo>
                  <a:lnTo>
                    <a:pt x="85959" y="116675"/>
                  </a:lnTo>
                  <a:lnTo>
                    <a:pt x="85563" y="116726"/>
                  </a:lnTo>
                  <a:lnTo>
                    <a:pt x="83980" y="116930"/>
                  </a:lnTo>
                  <a:lnTo>
                    <a:pt x="82323" y="117143"/>
                  </a:lnTo>
                  <a:lnTo>
                    <a:pt x="75539" y="118018"/>
                  </a:lnTo>
                  <a:lnTo>
                    <a:pt x="69563" y="118789"/>
                  </a:lnTo>
                  <a:lnTo>
                    <a:pt x="69057" y="118854"/>
                  </a:lnTo>
                  <a:lnTo>
                    <a:pt x="68751" y="118892"/>
                  </a:lnTo>
                  <a:lnTo>
                    <a:pt x="68596" y="118911"/>
                  </a:lnTo>
                  <a:lnTo>
                    <a:pt x="61290" y="119813"/>
                  </a:lnTo>
                  <a:lnTo>
                    <a:pt x="61086" y="119839"/>
                  </a:lnTo>
                  <a:lnTo>
                    <a:pt x="60922" y="119859"/>
                  </a:lnTo>
                  <a:lnTo>
                    <a:pt x="54152" y="120531"/>
                  </a:lnTo>
                  <a:lnTo>
                    <a:pt x="53519" y="120554"/>
                  </a:lnTo>
                  <a:lnTo>
                    <a:pt x="47948" y="120756"/>
                  </a:lnTo>
                  <a:lnTo>
                    <a:pt x="47577" y="120720"/>
                  </a:lnTo>
                  <a:lnTo>
                    <a:pt x="46805" y="120645"/>
                  </a:lnTo>
                  <a:lnTo>
                    <a:pt x="42455" y="120225"/>
                  </a:lnTo>
                  <a:lnTo>
                    <a:pt x="41629" y="120145"/>
                  </a:lnTo>
                  <a:lnTo>
                    <a:pt x="41458" y="120102"/>
                  </a:lnTo>
                  <a:lnTo>
                    <a:pt x="40731" y="119917"/>
                  </a:lnTo>
                  <a:lnTo>
                    <a:pt x="39715" y="119659"/>
                  </a:lnTo>
                  <a:lnTo>
                    <a:pt x="38872" y="119445"/>
                  </a:lnTo>
                  <a:lnTo>
                    <a:pt x="34562" y="118151"/>
                  </a:lnTo>
                  <a:lnTo>
                    <a:pt x="34210" y="118046"/>
                  </a:lnTo>
                  <a:lnTo>
                    <a:pt x="32456" y="117263"/>
                  </a:lnTo>
                  <a:lnTo>
                    <a:pt x="31249" y="116724"/>
                  </a:lnTo>
                  <a:lnTo>
                    <a:pt x="28336" y="115423"/>
                  </a:lnTo>
                  <a:lnTo>
                    <a:pt x="25099" y="113977"/>
                  </a:lnTo>
                  <a:lnTo>
                    <a:pt x="24716" y="113806"/>
                  </a:lnTo>
                  <a:lnTo>
                    <a:pt x="22003" y="112595"/>
                  </a:lnTo>
                  <a:lnTo>
                    <a:pt x="15864" y="109853"/>
                  </a:lnTo>
                  <a:lnTo>
                    <a:pt x="14712" y="109339"/>
                  </a:lnTo>
                  <a:lnTo>
                    <a:pt x="12570" y="108382"/>
                  </a:lnTo>
                  <a:lnTo>
                    <a:pt x="9799" y="107145"/>
                  </a:lnTo>
                  <a:lnTo>
                    <a:pt x="9595" y="107054"/>
                  </a:lnTo>
                  <a:lnTo>
                    <a:pt x="2692" y="103917"/>
                  </a:lnTo>
                  <a:lnTo>
                    <a:pt x="1409" y="103334"/>
                  </a:lnTo>
                  <a:lnTo>
                    <a:pt x="0" y="102694"/>
                  </a:lnTo>
                  <a:lnTo>
                    <a:pt x="593" y="101335"/>
                  </a:lnTo>
                  <a:lnTo>
                    <a:pt x="3375" y="94968"/>
                  </a:lnTo>
                  <a:lnTo>
                    <a:pt x="3940" y="93675"/>
                  </a:lnTo>
                  <a:lnTo>
                    <a:pt x="5500" y="90104"/>
                  </a:lnTo>
                  <a:lnTo>
                    <a:pt x="6422" y="87995"/>
                  </a:lnTo>
                  <a:lnTo>
                    <a:pt x="7300" y="85893"/>
                  </a:lnTo>
                  <a:lnTo>
                    <a:pt x="8382" y="83306"/>
                  </a:lnTo>
                  <a:lnTo>
                    <a:pt x="8382" y="83019"/>
                  </a:lnTo>
                  <a:lnTo>
                    <a:pt x="8333" y="82266"/>
                  </a:lnTo>
                  <a:lnTo>
                    <a:pt x="8137" y="81363"/>
                  </a:lnTo>
                  <a:lnTo>
                    <a:pt x="7744" y="80109"/>
                  </a:lnTo>
                  <a:lnTo>
                    <a:pt x="7253" y="79155"/>
                  </a:lnTo>
                  <a:lnTo>
                    <a:pt x="6664" y="78202"/>
                  </a:lnTo>
                  <a:lnTo>
                    <a:pt x="5830" y="77098"/>
                  </a:lnTo>
                  <a:lnTo>
                    <a:pt x="3164" y="75384"/>
                  </a:lnTo>
                  <a:lnTo>
                    <a:pt x="5363" y="75146"/>
                  </a:lnTo>
                  <a:lnTo>
                    <a:pt x="5870" y="75091"/>
                  </a:lnTo>
                  <a:lnTo>
                    <a:pt x="12200" y="74406"/>
                  </a:lnTo>
                  <a:lnTo>
                    <a:pt x="13168" y="74301"/>
                  </a:lnTo>
                  <a:lnTo>
                    <a:pt x="13873" y="74225"/>
                  </a:lnTo>
                  <a:lnTo>
                    <a:pt x="15303" y="73998"/>
                  </a:lnTo>
                  <a:lnTo>
                    <a:pt x="16286" y="73842"/>
                  </a:lnTo>
                  <a:lnTo>
                    <a:pt x="19710" y="73299"/>
                  </a:lnTo>
                  <a:lnTo>
                    <a:pt x="20085" y="73239"/>
                  </a:lnTo>
                  <a:lnTo>
                    <a:pt x="22221" y="72900"/>
                  </a:lnTo>
                  <a:lnTo>
                    <a:pt x="25065" y="72449"/>
                  </a:lnTo>
                  <a:lnTo>
                    <a:pt x="26658" y="72246"/>
                  </a:lnTo>
                  <a:lnTo>
                    <a:pt x="28823" y="71926"/>
                  </a:lnTo>
                  <a:lnTo>
                    <a:pt x="33966" y="71211"/>
                  </a:lnTo>
                  <a:lnTo>
                    <a:pt x="35896" y="70942"/>
                  </a:lnTo>
                  <a:lnTo>
                    <a:pt x="39996" y="70372"/>
                  </a:lnTo>
                  <a:lnTo>
                    <a:pt x="40214" y="70343"/>
                  </a:lnTo>
                  <a:lnTo>
                    <a:pt x="41380" y="70186"/>
                  </a:lnTo>
                  <a:lnTo>
                    <a:pt x="42503" y="70036"/>
                  </a:lnTo>
                  <a:lnTo>
                    <a:pt x="48441" y="69240"/>
                  </a:lnTo>
                  <a:lnTo>
                    <a:pt x="49320" y="69122"/>
                  </a:lnTo>
                  <a:lnTo>
                    <a:pt x="55117" y="68345"/>
                  </a:lnTo>
                  <a:lnTo>
                    <a:pt x="61752" y="67456"/>
                  </a:lnTo>
                  <a:lnTo>
                    <a:pt x="61929" y="67432"/>
                  </a:lnTo>
                  <a:lnTo>
                    <a:pt x="63706" y="67171"/>
                  </a:lnTo>
                  <a:lnTo>
                    <a:pt x="63994" y="67129"/>
                  </a:lnTo>
                  <a:lnTo>
                    <a:pt x="69083" y="66383"/>
                  </a:lnTo>
                  <a:lnTo>
                    <a:pt x="70782" y="66134"/>
                  </a:lnTo>
                  <a:lnTo>
                    <a:pt x="73411" y="65749"/>
                  </a:lnTo>
                  <a:lnTo>
                    <a:pt x="76407" y="65310"/>
                  </a:lnTo>
                  <a:lnTo>
                    <a:pt x="77325" y="65175"/>
                  </a:lnTo>
                  <a:lnTo>
                    <a:pt x="77812" y="65104"/>
                  </a:lnTo>
                  <a:lnTo>
                    <a:pt x="77700" y="64660"/>
                  </a:lnTo>
                  <a:lnTo>
                    <a:pt x="77491" y="63829"/>
                  </a:lnTo>
                  <a:lnTo>
                    <a:pt x="76080" y="55805"/>
                  </a:lnTo>
                  <a:lnTo>
                    <a:pt x="76292" y="54562"/>
                  </a:lnTo>
                  <a:lnTo>
                    <a:pt x="75605" y="51840"/>
                  </a:lnTo>
                  <a:lnTo>
                    <a:pt x="75506" y="51532"/>
                  </a:lnTo>
                  <a:lnTo>
                    <a:pt x="75334" y="50993"/>
                  </a:lnTo>
                  <a:lnTo>
                    <a:pt x="75065" y="50147"/>
                  </a:lnTo>
                  <a:lnTo>
                    <a:pt x="74967" y="49160"/>
                  </a:lnTo>
                  <a:lnTo>
                    <a:pt x="74985" y="48493"/>
                  </a:lnTo>
                  <a:lnTo>
                    <a:pt x="74994" y="48169"/>
                  </a:lnTo>
                  <a:lnTo>
                    <a:pt x="75034" y="47909"/>
                  </a:lnTo>
                  <a:lnTo>
                    <a:pt x="75145" y="47190"/>
                  </a:lnTo>
                  <a:lnTo>
                    <a:pt x="75429" y="46207"/>
                  </a:lnTo>
                  <a:lnTo>
                    <a:pt x="75672" y="45630"/>
                  </a:lnTo>
                  <a:lnTo>
                    <a:pt x="75769" y="45400"/>
                  </a:lnTo>
                  <a:lnTo>
                    <a:pt x="76217" y="44610"/>
                  </a:lnTo>
                  <a:lnTo>
                    <a:pt x="76681" y="43971"/>
                  </a:lnTo>
                  <a:lnTo>
                    <a:pt x="77162" y="43397"/>
                  </a:lnTo>
                  <a:lnTo>
                    <a:pt x="77680" y="42629"/>
                  </a:lnTo>
                  <a:lnTo>
                    <a:pt x="79266" y="40278"/>
                  </a:lnTo>
                  <a:lnTo>
                    <a:pt x="79262" y="40069"/>
                  </a:lnTo>
                  <a:lnTo>
                    <a:pt x="79247" y="39314"/>
                  </a:lnTo>
                  <a:lnTo>
                    <a:pt x="79236" y="38768"/>
                  </a:lnTo>
                  <a:lnTo>
                    <a:pt x="79227" y="38351"/>
                  </a:lnTo>
                  <a:lnTo>
                    <a:pt x="79887" y="36549"/>
                  </a:lnTo>
                  <a:lnTo>
                    <a:pt x="80562" y="34703"/>
                  </a:lnTo>
                  <a:lnTo>
                    <a:pt x="79134" y="30802"/>
                  </a:lnTo>
                  <a:lnTo>
                    <a:pt x="77196" y="30163"/>
                  </a:lnTo>
                  <a:lnTo>
                    <a:pt x="76596" y="29966"/>
                  </a:lnTo>
                  <a:lnTo>
                    <a:pt x="73551" y="28572"/>
                  </a:lnTo>
                  <a:lnTo>
                    <a:pt x="73229" y="28402"/>
                  </a:lnTo>
                  <a:lnTo>
                    <a:pt x="72931" y="28245"/>
                  </a:lnTo>
                  <a:lnTo>
                    <a:pt x="71817" y="27658"/>
                  </a:lnTo>
                  <a:lnTo>
                    <a:pt x="71522" y="27502"/>
                  </a:lnTo>
                  <a:lnTo>
                    <a:pt x="70575" y="27003"/>
                  </a:lnTo>
                  <a:lnTo>
                    <a:pt x="70314" y="26822"/>
                  </a:lnTo>
                  <a:lnTo>
                    <a:pt x="69205" y="26054"/>
                  </a:lnTo>
                  <a:lnTo>
                    <a:pt x="65347" y="25414"/>
                  </a:lnTo>
                  <a:lnTo>
                    <a:pt x="64058" y="25200"/>
                  </a:lnTo>
                  <a:lnTo>
                    <a:pt x="64086" y="22584"/>
                  </a:lnTo>
                  <a:lnTo>
                    <a:pt x="61318" y="22646"/>
                  </a:lnTo>
                  <a:lnTo>
                    <a:pt x="60225" y="22670"/>
                  </a:lnTo>
                  <a:lnTo>
                    <a:pt x="59712" y="22682"/>
                  </a:lnTo>
                  <a:lnTo>
                    <a:pt x="58619" y="22706"/>
                  </a:lnTo>
                  <a:lnTo>
                    <a:pt x="57807" y="19968"/>
                  </a:lnTo>
                  <a:lnTo>
                    <a:pt x="57341" y="18400"/>
                  </a:lnTo>
                  <a:lnTo>
                    <a:pt x="57267" y="18150"/>
                  </a:lnTo>
                  <a:lnTo>
                    <a:pt x="56937" y="17145"/>
                  </a:lnTo>
                  <a:lnTo>
                    <a:pt x="56208" y="14923"/>
                  </a:lnTo>
                  <a:lnTo>
                    <a:pt x="56092" y="14570"/>
                  </a:lnTo>
                  <a:lnTo>
                    <a:pt x="55569" y="12980"/>
                  </a:lnTo>
                  <a:lnTo>
                    <a:pt x="55351" y="12193"/>
                  </a:lnTo>
                  <a:lnTo>
                    <a:pt x="55283" y="11949"/>
                  </a:lnTo>
                  <a:lnTo>
                    <a:pt x="55230" y="11758"/>
                  </a:lnTo>
                  <a:lnTo>
                    <a:pt x="55184" y="11594"/>
                  </a:lnTo>
                  <a:lnTo>
                    <a:pt x="54479" y="9055"/>
                  </a:lnTo>
                  <a:lnTo>
                    <a:pt x="54189" y="7614"/>
                  </a:lnTo>
                  <a:lnTo>
                    <a:pt x="67958" y="6524"/>
                  </a:lnTo>
                  <a:lnTo>
                    <a:pt x="69879" y="6196"/>
                  </a:lnTo>
                  <a:lnTo>
                    <a:pt x="70115" y="5905"/>
                  </a:lnTo>
                  <a:lnTo>
                    <a:pt x="70243" y="5747"/>
                  </a:lnTo>
                  <a:lnTo>
                    <a:pt x="70582" y="5329"/>
                  </a:lnTo>
                  <a:lnTo>
                    <a:pt x="72866" y="2515"/>
                  </a:lnTo>
                  <a:lnTo>
                    <a:pt x="73217" y="2082"/>
                  </a:lnTo>
                  <a:lnTo>
                    <a:pt x="75142" y="360"/>
                  </a:lnTo>
                  <a:lnTo>
                    <a:pt x="75545" y="0"/>
                  </a:lnTo>
                  <a:lnTo>
                    <a:pt x="78062" y="2162"/>
                  </a:lnTo>
                  <a:lnTo>
                    <a:pt x="78208" y="2287"/>
                  </a:lnTo>
                  <a:lnTo>
                    <a:pt x="86015" y="8993"/>
                  </a:lnTo>
                  <a:lnTo>
                    <a:pt x="86539" y="9444"/>
                  </a:lnTo>
                  <a:lnTo>
                    <a:pt x="91490" y="13697"/>
                  </a:lnTo>
                  <a:lnTo>
                    <a:pt x="91685" y="13865"/>
                  </a:lnTo>
                  <a:lnTo>
                    <a:pt x="92154" y="14267"/>
                  </a:lnTo>
                  <a:lnTo>
                    <a:pt x="96801" y="182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g98"/>
            <p:cNvSpPr/>
            <p:nvPr/>
          </p:nvSpPr>
          <p:spPr>
            <a:xfrm>
              <a:off x="2764922" y="3962802"/>
              <a:ext cx="133972" cy="129340"/>
            </a:xfrm>
            <a:custGeom>
              <a:avLst/>
              <a:pathLst>
                <a:path w="133972" h="129340">
                  <a:moveTo>
                    <a:pt x="68723" y="26135"/>
                  </a:moveTo>
                  <a:lnTo>
                    <a:pt x="75285" y="29795"/>
                  </a:lnTo>
                  <a:lnTo>
                    <a:pt x="76187" y="28280"/>
                  </a:lnTo>
                  <a:lnTo>
                    <a:pt x="76397" y="28423"/>
                  </a:lnTo>
                  <a:lnTo>
                    <a:pt x="76575" y="28543"/>
                  </a:lnTo>
                  <a:lnTo>
                    <a:pt x="77732" y="29326"/>
                  </a:lnTo>
                  <a:lnTo>
                    <a:pt x="84250" y="33737"/>
                  </a:lnTo>
                  <a:lnTo>
                    <a:pt x="85864" y="34829"/>
                  </a:lnTo>
                  <a:lnTo>
                    <a:pt x="90819" y="38183"/>
                  </a:lnTo>
                  <a:lnTo>
                    <a:pt x="96023" y="41705"/>
                  </a:lnTo>
                  <a:lnTo>
                    <a:pt x="100015" y="44406"/>
                  </a:lnTo>
                  <a:lnTo>
                    <a:pt x="102220" y="45899"/>
                  </a:lnTo>
                  <a:lnTo>
                    <a:pt x="107968" y="49789"/>
                  </a:lnTo>
                  <a:lnTo>
                    <a:pt x="114064" y="53914"/>
                  </a:lnTo>
                  <a:lnTo>
                    <a:pt x="120269" y="58110"/>
                  </a:lnTo>
                  <a:lnTo>
                    <a:pt x="127080" y="62134"/>
                  </a:lnTo>
                  <a:lnTo>
                    <a:pt x="131199" y="64568"/>
                  </a:lnTo>
                  <a:lnTo>
                    <a:pt x="133972" y="66207"/>
                  </a:lnTo>
                  <a:lnTo>
                    <a:pt x="133740" y="66546"/>
                  </a:lnTo>
                  <a:lnTo>
                    <a:pt x="116308" y="91967"/>
                  </a:lnTo>
                  <a:lnTo>
                    <a:pt x="103871" y="110104"/>
                  </a:lnTo>
                  <a:lnTo>
                    <a:pt x="103694" y="110363"/>
                  </a:lnTo>
                  <a:lnTo>
                    <a:pt x="91342" y="128375"/>
                  </a:lnTo>
                  <a:lnTo>
                    <a:pt x="91095" y="128735"/>
                  </a:lnTo>
                  <a:lnTo>
                    <a:pt x="90689" y="129340"/>
                  </a:lnTo>
                  <a:lnTo>
                    <a:pt x="90097" y="128940"/>
                  </a:lnTo>
                  <a:lnTo>
                    <a:pt x="89494" y="128534"/>
                  </a:lnTo>
                  <a:lnTo>
                    <a:pt x="88012" y="127533"/>
                  </a:lnTo>
                  <a:lnTo>
                    <a:pt x="87420" y="127134"/>
                  </a:lnTo>
                  <a:lnTo>
                    <a:pt x="78107" y="120850"/>
                  </a:lnTo>
                  <a:lnTo>
                    <a:pt x="77958" y="120750"/>
                  </a:lnTo>
                  <a:lnTo>
                    <a:pt x="78502" y="119946"/>
                  </a:lnTo>
                  <a:lnTo>
                    <a:pt x="75298" y="117752"/>
                  </a:lnTo>
                  <a:lnTo>
                    <a:pt x="72259" y="115669"/>
                  </a:lnTo>
                  <a:lnTo>
                    <a:pt x="71690" y="115272"/>
                  </a:lnTo>
                  <a:lnTo>
                    <a:pt x="67065" y="112041"/>
                  </a:lnTo>
                  <a:lnTo>
                    <a:pt x="66456" y="111616"/>
                  </a:lnTo>
                  <a:lnTo>
                    <a:pt x="65797" y="112550"/>
                  </a:lnTo>
                  <a:lnTo>
                    <a:pt x="65620" y="112801"/>
                  </a:lnTo>
                  <a:lnTo>
                    <a:pt x="65238" y="113366"/>
                  </a:lnTo>
                  <a:lnTo>
                    <a:pt x="65066" y="113621"/>
                  </a:lnTo>
                  <a:lnTo>
                    <a:pt x="59126" y="109625"/>
                  </a:lnTo>
                  <a:lnTo>
                    <a:pt x="53031" y="105526"/>
                  </a:lnTo>
                  <a:lnTo>
                    <a:pt x="53607" y="104711"/>
                  </a:lnTo>
                  <a:lnTo>
                    <a:pt x="53685" y="104535"/>
                  </a:lnTo>
                  <a:lnTo>
                    <a:pt x="48681" y="101136"/>
                  </a:lnTo>
                  <a:lnTo>
                    <a:pt x="48300" y="100877"/>
                  </a:lnTo>
                  <a:lnTo>
                    <a:pt x="47733" y="100492"/>
                  </a:lnTo>
                  <a:lnTo>
                    <a:pt x="47944" y="100181"/>
                  </a:lnTo>
                  <a:lnTo>
                    <a:pt x="48533" y="99269"/>
                  </a:lnTo>
                  <a:lnTo>
                    <a:pt x="45691" y="97447"/>
                  </a:lnTo>
                  <a:lnTo>
                    <a:pt x="43615" y="96116"/>
                  </a:lnTo>
                  <a:lnTo>
                    <a:pt x="42039" y="95106"/>
                  </a:lnTo>
                  <a:lnTo>
                    <a:pt x="41269" y="94613"/>
                  </a:lnTo>
                  <a:lnTo>
                    <a:pt x="40432" y="95845"/>
                  </a:lnTo>
                  <a:lnTo>
                    <a:pt x="40004" y="96513"/>
                  </a:lnTo>
                  <a:lnTo>
                    <a:pt x="37669" y="100159"/>
                  </a:lnTo>
                  <a:lnTo>
                    <a:pt x="35809" y="103019"/>
                  </a:lnTo>
                  <a:lnTo>
                    <a:pt x="35524" y="103464"/>
                  </a:lnTo>
                  <a:lnTo>
                    <a:pt x="35236" y="103301"/>
                  </a:lnTo>
                  <a:lnTo>
                    <a:pt x="28807" y="99660"/>
                  </a:lnTo>
                  <a:lnTo>
                    <a:pt x="24308" y="97112"/>
                  </a:lnTo>
                  <a:lnTo>
                    <a:pt x="22177" y="95668"/>
                  </a:lnTo>
                  <a:lnTo>
                    <a:pt x="21049" y="94905"/>
                  </a:lnTo>
                  <a:lnTo>
                    <a:pt x="19040" y="93447"/>
                  </a:lnTo>
                  <a:lnTo>
                    <a:pt x="16792" y="91816"/>
                  </a:lnTo>
                  <a:lnTo>
                    <a:pt x="16495" y="91600"/>
                  </a:lnTo>
                  <a:lnTo>
                    <a:pt x="16059" y="91284"/>
                  </a:lnTo>
                  <a:lnTo>
                    <a:pt x="14535" y="90179"/>
                  </a:lnTo>
                  <a:lnTo>
                    <a:pt x="12976" y="89242"/>
                  </a:lnTo>
                  <a:lnTo>
                    <a:pt x="11001" y="88057"/>
                  </a:lnTo>
                  <a:lnTo>
                    <a:pt x="10665" y="87857"/>
                  </a:lnTo>
                  <a:lnTo>
                    <a:pt x="4398" y="84244"/>
                  </a:lnTo>
                  <a:lnTo>
                    <a:pt x="6778" y="80049"/>
                  </a:lnTo>
                  <a:lnTo>
                    <a:pt x="7716" y="78396"/>
                  </a:lnTo>
                  <a:lnTo>
                    <a:pt x="10659" y="73211"/>
                  </a:lnTo>
                  <a:lnTo>
                    <a:pt x="10426" y="73241"/>
                  </a:lnTo>
                  <a:lnTo>
                    <a:pt x="4620" y="73982"/>
                  </a:lnTo>
                  <a:lnTo>
                    <a:pt x="2578" y="57698"/>
                  </a:lnTo>
                  <a:lnTo>
                    <a:pt x="3797" y="57515"/>
                  </a:lnTo>
                  <a:lnTo>
                    <a:pt x="5711" y="57228"/>
                  </a:lnTo>
                  <a:lnTo>
                    <a:pt x="7135" y="56956"/>
                  </a:lnTo>
                  <a:lnTo>
                    <a:pt x="7008" y="56012"/>
                  </a:lnTo>
                  <a:lnTo>
                    <a:pt x="5997" y="48506"/>
                  </a:lnTo>
                  <a:lnTo>
                    <a:pt x="5937" y="48063"/>
                  </a:lnTo>
                  <a:lnTo>
                    <a:pt x="4663" y="38608"/>
                  </a:lnTo>
                  <a:lnTo>
                    <a:pt x="4587" y="38040"/>
                  </a:lnTo>
                  <a:lnTo>
                    <a:pt x="3164" y="27474"/>
                  </a:lnTo>
                  <a:lnTo>
                    <a:pt x="3058" y="26687"/>
                  </a:lnTo>
                  <a:lnTo>
                    <a:pt x="3015" y="26371"/>
                  </a:lnTo>
                  <a:lnTo>
                    <a:pt x="2247" y="20668"/>
                  </a:lnTo>
                  <a:lnTo>
                    <a:pt x="1857" y="17772"/>
                  </a:lnTo>
                  <a:lnTo>
                    <a:pt x="485" y="7583"/>
                  </a:lnTo>
                  <a:lnTo>
                    <a:pt x="283" y="6082"/>
                  </a:lnTo>
                  <a:lnTo>
                    <a:pt x="244" y="5798"/>
                  </a:lnTo>
                  <a:lnTo>
                    <a:pt x="108" y="4789"/>
                  </a:lnTo>
                  <a:lnTo>
                    <a:pt x="0" y="3981"/>
                  </a:lnTo>
                  <a:lnTo>
                    <a:pt x="1061" y="3855"/>
                  </a:lnTo>
                  <a:lnTo>
                    <a:pt x="4449" y="3419"/>
                  </a:lnTo>
                  <a:lnTo>
                    <a:pt x="14816" y="2085"/>
                  </a:lnTo>
                  <a:lnTo>
                    <a:pt x="16027" y="1929"/>
                  </a:lnTo>
                  <a:lnTo>
                    <a:pt x="19508" y="1315"/>
                  </a:lnTo>
                  <a:lnTo>
                    <a:pt x="26429" y="95"/>
                  </a:lnTo>
                  <a:lnTo>
                    <a:pt x="26971" y="0"/>
                  </a:lnTo>
                  <a:lnTo>
                    <a:pt x="27401" y="1157"/>
                  </a:lnTo>
                  <a:lnTo>
                    <a:pt x="27690" y="1932"/>
                  </a:lnTo>
                  <a:lnTo>
                    <a:pt x="27836" y="2324"/>
                  </a:lnTo>
                  <a:lnTo>
                    <a:pt x="27945" y="2618"/>
                  </a:lnTo>
                  <a:lnTo>
                    <a:pt x="30537" y="4833"/>
                  </a:lnTo>
                  <a:lnTo>
                    <a:pt x="31080" y="5136"/>
                  </a:lnTo>
                  <a:lnTo>
                    <a:pt x="37474" y="8703"/>
                  </a:lnTo>
                  <a:lnTo>
                    <a:pt x="44121" y="12411"/>
                  </a:lnTo>
                  <a:lnTo>
                    <a:pt x="50559" y="16002"/>
                  </a:lnTo>
                  <a:lnTo>
                    <a:pt x="56409" y="19265"/>
                  </a:lnTo>
                  <a:lnTo>
                    <a:pt x="62747" y="228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g99"/>
            <p:cNvSpPr/>
            <p:nvPr/>
          </p:nvSpPr>
          <p:spPr>
            <a:xfrm>
              <a:off x="2868695" y="3985855"/>
              <a:ext cx="189539" cy="126435"/>
            </a:xfrm>
            <a:custGeom>
              <a:avLst/>
              <a:pathLst>
                <a:path w="189539" h="126435">
                  <a:moveTo>
                    <a:pt x="154340" y="25178"/>
                  </a:moveTo>
                  <a:lnTo>
                    <a:pt x="160043" y="29167"/>
                  </a:lnTo>
                  <a:lnTo>
                    <a:pt x="161041" y="29868"/>
                  </a:lnTo>
                  <a:lnTo>
                    <a:pt x="163720" y="31747"/>
                  </a:lnTo>
                  <a:lnTo>
                    <a:pt x="165929" y="33296"/>
                  </a:lnTo>
                  <a:lnTo>
                    <a:pt x="166092" y="33411"/>
                  </a:lnTo>
                  <a:lnTo>
                    <a:pt x="171122" y="36939"/>
                  </a:lnTo>
                  <a:lnTo>
                    <a:pt x="171533" y="37215"/>
                  </a:lnTo>
                  <a:lnTo>
                    <a:pt x="171818" y="37410"/>
                  </a:lnTo>
                  <a:lnTo>
                    <a:pt x="172067" y="37580"/>
                  </a:lnTo>
                  <a:lnTo>
                    <a:pt x="172596" y="37942"/>
                  </a:lnTo>
                  <a:lnTo>
                    <a:pt x="177906" y="41569"/>
                  </a:lnTo>
                  <a:lnTo>
                    <a:pt x="177733" y="41835"/>
                  </a:lnTo>
                  <a:lnTo>
                    <a:pt x="177437" y="42290"/>
                  </a:lnTo>
                  <a:lnTo>
                    <a:pt x="183474" y="46524"/>
                  </a:lnTo>
                  <a:lnTo>
                    <a:pt x="183123" y="47015"/>
                  </a:lnTo>
                  <a:lnTo>
                    <a:pt x="188975" y="51228"/>
                  </a:lnTo>
                  <a:lnTo>
                    <a:pt x="189539" y="51633"/>
                  </a:lnTo>
                  <a:lnTo>
                    <a:pt x="189127" y="52204"/>
                  </a:lnTo>
                  <a:lnTo>
                    <a:pt x="188421" y="53184"/>
                  </a:lnTo>
                  <a:lnTo>
                    <a:pt x="188017" y="53745"/>
                  </a:lnTo>
                  <a:lnTo>
                    <a:pt x="186896" y="55300"/>
                  </a:lnTo>
                  <a:lnTo>
                    <a:pt x="186260" y="56182"/>
                  </a:lnTo>
                  <a:lnTo>
                    <a:pt x="185763" y="56871"/>
                  </a:lnTo>
                  <a:lnTo>
                    <a:pt x="185644" y="57036"/>
                  </a:lnTo>
                  <a:lnTo>
                    <a:pt x="184451" y="58691"/>
                  </a:lnTo>
                  <a:lnTo>
                    <a:pt x="184132" y="59134"/>
                  </a:lnTo>
                  <a:lnTo>
                    <a:pt x="183593" y="59933"/>
                  </a:lnTo>
                  <a:lnTo>
                    <a:pt x="183413" y="60199"/>
                  </a:lnTo>
                  <a:lnTo>
                    <a:pt x="182807" y="61097"/>
                  </a:lnTo>
                  <a:lnTo>
                    <a:pt x="182499" y="61553"/>
                  </a:lnTo>
                  <a:lnTo>
                    <a:pt x="181727" y="62698"/>
                  </a:lnTo>
                  <a:lnTo>
                    <a:pt x="181596" y="62892"/>
                  </a:lnTo>
                  <a:lnTo>
                    <a:pt x="181183" y="63504"/>
                  </a:lnTo>
                  <a:lnTo>
                    <a:pt x="180598" y="64370"/>
                  </a:lnTo>
                  <a:lnTo>
                    <a:pt x="180480" y="64544"/>
                  </a:lnTo>
                  <a:lnTo>
                    <a:pt x="179847" y="65482"/>
                  </a:lnTo>
                  <a:lnTo>
                    <a:pt x="177815" y="68492"/>
                  </a:lnTo>
                  <a:lnTo>
                    <a:pt x="177607" y="68801"/>
                  </a:lnTo>
                  <a:lnTo>
                    <a:pt x="176357" y="70653"/>
                  </a:lnTo>
                  <a:lnTo>
                    <a:pt x="176050" y="71108"/>
                  </a:lnTo>
                  <a:lnTo>
                    <a:pt x="173427" y="74993"/>
                  </a:lnTo>
                  <a:lnTo>
                    <a:pt x="172360" y="76574"/>
                  </a:lnTo>
                  <a:lnTo>
                    <a:pt x="169848" y="80295"/>
                  </a:lnTo>
                  <a:lnTo>
                    <a:pt x="158268" y="97682"/>
                  </a:lnTo>
                  <a:lnTo>
                    <a:pt x="157751" y="98458"/>
                  </a:lnTo>
                  <a:lnTo>
                    <a:pt x="156858" y="99799"/>
                  </a:lnTo>
                  <a:lnTo>
                    <a:pt x="155436" y="101935"/>
                  </a:lnTo>
                  <a:lnTo>
                    <a:pt x="154547" y="103269"/>
                  </a:lnTo>
                  <a:lnTo>
                    <a:pt x="153743" y="104476"/>
                  </a:lnTo>
                  <a:lnTo>
                    <a:pt x="153119" y="105414"/>
                  </a:lnTo>
                  <a:lnTo>
                    <a:pt x="152704" y="106037"/>
                  </a:lnTo>
                  <a:lnTo>
                    <a:pt x="152141" y="106882"/>
                  </a:lnTo>
                  <a:lnTo>
                    <a:pt x="151428" y="107952"/>
                  </a:lnTo>
                  <a:lnTo>
                    <a:pt x="150809" y="108881"/>
                  </a:lnTo>
                  <a:lnTo>
                    <a:pt x="150529" y="109302"/>
                  </a:lnTo>
                  <a:lnTo>
                    <a:pt x="150278" y="109678"/>
                  </a:lnTo>
                  <a:lnTo>
                    <a:pt x="150046" y="110027"/>
                  </a:lnTo>
                  <a:lnTo>
                    <a:pt x="149557" y="110761"/>
                  </a:lnTo>
                  <a:lnTo>
                    <a:pt x="148673" y="112088"/>
                  </a:lnTo>
                  <a:lnTo>
                    <a:pt x="148524" y="112312"/>
                  </a:lnTo>
                  <a:lnTo>
                    <a:pt x="148352" y="112570"/>
                  </a:lnTo>
                  <a:lnTo>
                    <a:pt x="148019" y="113070"/>
                  </a:lnTo>
                  <a:lnTo>
                    <a:pt x="147431" y="113954"/>
                  </a:lnTo>
                  <a:lnTo>
                    <a:pt x="146713" y="115031"/>
                  </a:lnTo>
                  <a:lnTo>
                    <a:pt x="146221" y="115769"/>
                  </a:lnTo>
                  <a:lnTo>
                    <a:pt x="145592" y="116715"/>
                  </a:lnTo>
                  <a:lnTo>
                    <a:pt x="143917" y="119229"/>
                  </a:lnTo>
                  <a:lnTo>
                    <a:pt x="143565" y="119084"/>
                  </a:lnTo>
                  <a:lnTo>
                    <a:pt x="142363" y="118686"/>
                  </a:lnTo>
                  <a:lnTo>
                    <a:pt x="140830" y="118179"/>
                  </a:lnTo>
                  <a:lnTo>
                    <a:pt x="137944" y="116885"/>
                  </a:lnTo>
                  <a:lnTo>
                    <a:pt x="136206" y="115684"/>
                  </a:lnTo>
                  <a:lnTo>
                    <a:pt x="136021" y="115556"/>
                  </a:lnTo>
                  <a:lnTo>
                    <a:pt x="132886" y="113390"/>
                  </a:lnTo>
                  <a:lnTo>
                    <a:pt x="130642" y="111840"/>
                  </a:lnTo>
                  <a:lnTo>
                    <a:pt x="130461" y="111714"/>
                  </a:lnTo>
                  <a:lnTo>
                    <a:pt x="130145" y="111496"/>
                  </a:lnTo>
                  <a:lnTo>
                    <a:pt x="125179" y="108066"/>
                  </a:lnTo>
                  <a:lnTo>
                    <a:pt x="124380" y="107514"/>
                  </a:lnTo>
                  <a:lnTo>
                    <a:pt x="118601" y="103521"/>
                  </a:lnTo>
                  <a:lnTo>
                    <a:pt x="118455" y="103420"/>
                  </a:lnTo>
                  <a:lnTo>
                    <a:pt x="116479" y="102055"/>
                  </a:lnTo>
                  <a:lnTo>
                    <a:pt x="112723" y="99461"/>
                  </a:lnTo>
                  <a:lnTo>
                    <a:pt x="112339" y="99195"/>
                  </a:lnTo>
                  <a:lnTo>
                    <a:pt x="106507" y="95166"/>
                  </a:lnTo>
                  <a:lnTo>
                    <a:pt x="106148" y="94918"/>
                  </a:lnTo>
                  <a:lnTo>
                    <a:pt x="105797" y="94676"/>
                  </a:lnTo>
                  <a:lnTo>
                    <a:pt x="100983" y="91350"/>
                  </a:lnTo>
                  <a:lnTo>
                    <a:pt x="89759" y="83596"/>
                  </a:lnTo>
                  <a:lnTo>
                    <a:pt x="89260" y="83251"/>
                  </a:lnTo>
                  <a:lnTo>
                    <a:pt x="88961" y="83110"/>
                  </a:lnTo>
                  <a:lnTo>
                    <a:pt x="88183" y="82742"/>
                  </a:lnTo>
                  <a:lnTo>
                    <a:pt x="87947" y="82765"/>
                  </a:lnTo>
                  <a:lnTo>
                    <a:pt x="87524" y="83380"/>
                  </a:lnTo>
                  <a:lnTo>
                    <a:pt x="85876" y="85781"/>
                  </a:lnTo>
                  <a:lnTo>
                    <a:pt x="83598" y="89100"/>
                  </a:lnTo>
                  <a:lnTo>
                    <a:pt x="82443" y="90849"/>
                  </a:lnTo>
                  <a:lnTo>
                    <a:pt x="80715" y="93465"/>
                  </a:lnTo>
                  <a:lnTo>
                    <a:pt x="76849" y="98858"/>
                  </a:lnTo>
                  <a:lnTo>
                    <a:pt x="75598" y="100666"/>
                  </a:lnTo>
                  <a:lnTo>
                    <a:pt x="69982" y="108780"/>
                  </a:lnTo>
                  <a:lnTo>
                    <a:pt x="68631" y="110732"/>
                  </a:lnTo>
                  <a:lnTo>
                    <a:pt x="66701" y="113462"/>
                  </a:lnTo>
                  <a:lnTo>
                    <a:pt x="64685" y="116312"/>
                  </a:lnTo>
                  <a:lnTo>
                    <a:pt x="60976" y="121343"/>
                  </a:lnTo>
                  <a:lnTo>
                    <a:pt x="60675" y="121702"/>
                  </a:lnTo>
                  <a:lnTo>
                    <a:pt x="57216" y="125837"/>
                  </a:lnTo>
                  <a:lnTo>
                    <a:pt x="56838" y="126289"/>
                  </a:lnTo>
                  <a:lnTo>
                    <a:pt x="56716" y="126435"/>
                  </a:lnTo>
                  <a:lnTo>
                    <a:pt x="49050" y="121166"/>
                  </a:lnTo>
                  <a:lnTo>
                    <a:pt x="46882" y="119676"/>
                  </a:lnTo>
                  <a:lnTo>
                    <a:pt x="43253" y="117181"/>
                  </a:lnTo>
                  <a:lnTo>
                    <a:pt x="43112" y="117084"/>
                  </a:lnTo>
                  <a:lnTo>
                    <a:pt x="37170" y="112999"/>
                  </a:lnTo>
                  <a:lnTo>
                    <a:pt x="34277" y="111010"/>
                  </a:lnTo>
                  <a:lnTo>
                    <a:pt x="31740" y="109267"/>
                  </a:lnTo>
                  <a:lnTo>
                    <a:pt x="31407" y="109038"/>
                  </a:lnTo>
                  <a:lnTo>
                    <a:pt x="31245" y="108926"/>
                  </a:lnTo>
                  <a:lnTo>
                    <a:pt x="25468" y="104955"/>
                  </a:lnTo>
                  <a:lnTo>
                    <a:pt x="25281" y="104826"/>
                  </a:lnTo>
                  <a:lnTo>
                    <a:pt x="19150" y="100612"/>
                  </a:lnTo>
                  <a:lnTo>
                    <a:pt x="15678" y="98225"/>
                  </a:lnTo>
                  <a:lnTo>
                    <a:pt x="13644" y="96827"/>
                  </a:lnTo>
                  <a:lnTo>
                    <a:pt x="13062" y="96427"/>
                  </a:lnTo>
                  <a:lnTo>
                    <a:pt x="12911" y="96323"/>
                  </a:lnTo>
                  <a:lnTo>
                    <a:pt x="10010" y="94329"/>
                  </a:lnTo>
                  <a:lnTo>
                    <a:pt x="4865" y="90750"/>
                  </a:lnTo>
                  <a:lnTo>
                    <a:pt x="4079" y="90202"/>
                  </a:lnTo>
                  <a:lnTo>
                    <a:pt x="0" y="87196"/>
                  </a:lnTo>
                  <a:lnTo>
                    <a:pt x="99" y="87051"/>
                  </a:lnTo>
                  <a:lnTo>
                    <a:pt x="12549" y="68895"/>
                  </a:lnTo>
                  <a:lnTo>
                    <a:pt x="29968" y="43493"/>
                  </a:lnTo>
                  <a:lnTo>
                    <a:pt x="30200" y="43155"/>
                  </a:lnTo>
                  <a:lnTo>
                    <a:pt x="34584" y="46170"/>
                  </a:lnTo>
                  <a:lnTo>
                    <a:pt x="43166" y="52072"/>
                  </a:lnTo>
                  <a:lnTo>
                    <a:pt x="45887" y="53944"/>
                  </a:lnTo>
                  <a:lnTo>
                    <a:pt x="49513" y="56437"/>
                  </a:lnTo>
                  <a:lnTo>
                    <a:pt x="49666" y="56543"/>
                  </a:lnTo>
                  <a:lnTo>
                    <a:pt x="53797" y="59384"/>
                  </a:lnTo>
                  <a:lnTo>
                    <a:pt x="55289" y="60410"/>
                  </a:lnTo>
                  <a:lnTo>
                    <a:pt x="57581" y="61987"/>
                  </a:lnTo>
                  <a:lnTo>
                    <a:pt x="58023" y="62291"/>
                  </a:lnTo>
                  <a:lnTo>
                    <a:pt x="61178" y="64460"/>
                  </a:lnTo>
                  <a:lnTo>
                    <a:pt x="61345" y="64575"/>
                  </a:lnTo>
                  <a:lnTo>
                    <a:pt x="61863" y="64932"/>
                  </a:lnTo>
                  <a:lnTo>
                    <a:pt x="67073" y="68515"/>
                  </a:lnTo>
                  <a:lnTo>
                    <a:pt x="67276" y="68655"/>
                  </a:lnTo>
                  <a:lnTo>
                    <a:pt x="67630" y="68898"/>
                  </a:lnTo>
                  <a:lnTo>
                    <a:pt x="67920" y="68460"/>
                  </a:lnTo>
                  <a:lnTo>
                    <a:pt x="68183" y="68064"/>
                  </a:lnTo>
                  <a:lnTo>
                    <a:pt x="80334" y="49757"/>
                  </a:lnTo>
                  <a:lnTo>
                    <a:pt x="80634" y="49305"/>
                  </a:lnTo>
                  <a:lnTo>
                    <a:pt x="81240" y="48391"/>
                  </a:lnTo>
                  <a:lnTo>
                    <a:pt x="84094" y="46717"/>
                  </a:lnTo>
                  <a:lnTo>
                    <a:pt x="85063" y="46149"/>
                  </a:lnTo>
                  <a:lnTo>
                    <a:pt x="85441" y="45923"/>
                  </a:lnTo>
                  <a:lnTo>
                    <a:pt x="85589" y="45705"/>
                  </a:lnTo>
                  <a:lnTo>
                    <a:pt x="85996" y="45106"/>
                  </a:lnTo>
                  <a:lnTo>
                    <a:pt x="95860" y="30594"/>
                  </a:lnTo>
                  <a:lnTo>
                    <a:pt x="96320" y="29917"/>
                  </a:lnTo>
                  <a:lnTo>
                    <a:pt x="96629" y="29464"/>
                  </a:lnTo>
                  <a:lnTo>
                    <a:pt x="97147" y="28701"/>
                  </a:lnTo>
                  <a:lnTo>
                    <a:pt x="103428" y="19460"/>
                  </a:lnTo>
                  <a:lnTo>
                    <a:pt x="108826" y="11520"/>
                  </a:lnTo>
                  <a:lnTo>
                    <a:pt x="114604" y="3018"/>
                  </a:lnTo>
                  <a:lnTo>
                    <a:pt x="114726" y="2840"/>
                  </a:lnTo>
                  <a:lnTo>
                    <a:pt x="116292" y="535"/>
                  </a:lnTo>
                  <a:lnTo>
                    <a:pt x="116473" y="268"/>
                  </a:lnTo>
                  <a:lnTo>
                    <a:pt x="116647" y="0"/>
                  </a:lnTo>
                  <a:lnTo>
                    <a:pt x="117169" y="336"/>
                  </a:lnTo>
                  <a:lnTo>
                    <a:pt x="123798" y="4597"/>
                  </a:lnTo>
                  <a:lnTo>
                    <a:pt x="124282" y="4908"/>
                  </a:lnTo>
                  <a:lnTo>
                    <a:pt x="124675" y="5170"/>
                  </a:lnTo>
                  <a:lnTo>
                    <a:pt x="125658" y="5876"/>
                  </a:lnTo>
                  <a:lnTo>
                    <a:pt x="130434" y="9050"/>
                  </a:lnTo>
                  <a:lnTo>
                    <a:pt x="136156" y="12852"/>
                  </a:lnTo>
                  <a:lnTo>
                    <a:pt x="142242" y="16918"/>
                  </a:lnTo>
                  <a:lnTo>
                    <a:pt x="148017" y="20777"/>
                  </a:lnTo>
                  <a:lnTo>
                    <a:pt x="148206" y="20903"/>
                  </a:lnTo>
                  <a:lnTo>
                    <a:pt x="148772" y="2128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g100"/>
            <p:cNvSpPr/>
            <p:nvPr/>
          </p:nvSpPr>
          <p:spPr>
            <a:xfrm>
              <a:off x="2883612" y="3866917"/>
              <a:ext cx="130539" cy="187836"/>
            </a:xfrm>
            <a:custGeom>
              <a:avLst/>
              <a:pathLst>
                <a:path w="130539" h="187836">
                  <a:moveTo>
                    <a:pt x="85684" y="56673"/>
                  </a:moveTo>
                  <a:lnTo>
                    <a:pt x="88508" y="58618"/>
                  </a:lnTo>
                  <a:lnTo>
                    <a:pt x="91289" y="56998"/>
                  </a:lnTo>
                  <a:lnTo>
                    <a:pt x="91684" y="56768"/>
                  </a:lnTo>
                  <a:lnTo>
                    <a:pt x="93935" y="53117"/>
                  </a:lnTo>
                  <a:lnTo>
                    <a:pt x="94391" y="53475"/>
                  </a:lnTo>
                  <a:lnTo>
                    <a:pt x="97716" y="56083"/>
                  </a:lnTo>
                  <a:lnTo>
                    <a:pt x="107611" y="62779"/>
                  </a:lnTo>
                  <a:lnTo>
                    <a:pt x="110617" y="64769"/>
                  </a:lnTo>
                  <a:lnTo>
                    <a:pt x="115172" y="67787"/>
                  </a:lnTo>
                  <a:lnTo>
                    <a:pt x="127662" y="76610"/>
                  </a:lnTo>
                  <a:lnTo>
                    <a:pt x="130539" y="78399"/>
                  </a:lnTo>
                  <a:lnTo>
                    <a:pt x="128118" y="81638"/>
                  </a:lnTo>
                  <a:lnTo>
                    <a:pt x="126064" y="84387"/>
                  </a:lnTo>
                  <a:lnTo>
                    <a:pt x="120083" y="93265"/>
                  </a:lnTo>
                  <a:lnTo>
                    <a:pt x="126746" y="97778"/>
                  </a:lnTo>
                  <a:lnTo>
                    <a:pt x="122577" y="104192"/>
                  </a:lnTo>
                  <a:lnTo>
                    <a:pt x="117189" y="112455"/>
                  </a:lnTo>
                  <a:lnTo>
                    <a:pt x="109896" y="123639"/>
                  </a:lnTo>
                  <a:lnTo>
                    <a:pt x="109644" y="124026"/>
                  </a:lnTo>
                  <a:lnTo>
                    <a:pt x="109365" y="123846"/>
                  </a:lnTo>
                  <a:lnTo>
                    <a:pt x="108880" y="123535"/>
                  </a:lnTo>
                  <a:lnTo>
                    <a:pt x="102252" y="119274"/>
                  </a:lnTo>
                  <a:lnTo>
                    <a:pt x="101729" y="118938"/>
                  </a:lnTo>
                  <a:lnTo>
                    <a:pt x="101556" y="119206"/>
                  </a:lnTo>
                  <a:lnTo>
                    <a:pt x="101368" y="119482"/>
                  </a:lnTo>
                  <a:lnTo>
                    <a:pt x="99808" y="121778"/>
                  </a:lnTo>
                  <a:lnTo>
                    <a:pt x="99567" y="122132"/>
                  </a:lnTo>
                  <a:lnTo>
                    <a:pt x="93908" y="130458"/>
                  </a:lnTo>
                  <a:lnTo>
                    <a:pt x="88511" y="138399"/>
                  </a:lnTo>
                  <a:lnTo>
                    <a:pt x="82230" y="147639"/>
                  </a:lnTo>
                  <a:lnTo>
                    <a:pt x="81711" y="148402"/>
                  </a:lnTo>
                  <a:lnTo>
                    <a:pt x="81320" y="148977"/>
                  </a:lnTo>
                  <a:lnTo>
                    <a:pt x="80943" y="149532"/>
                  </a:lnTo>
                  <a:lnTo>
                    <a:pt x="71079" y="164044"/>
                  </a:lnTo>
                  <a:lnTo>
                    <a:pt x="70671" y="164644"/>
                  </a:lnTo>
                  <a:lnTo>
                    <a:pt x="70519" y="164868"/>
                  </a:lnTo>
                  <a:lnTo>
                    <a:pt x="70146" y="165087"/>
                  </a:lnTo>
                  <a:lnTo>
                    <a:pt x="69177" y="165655"/>
                  </a:lnTo>
                  <a:lnTo>
                    <a:pt x="66323" y="167330"/>
                  </a:lnTo>
                  <a:lnTo>
                    <a:pt x="65716" y="168243"/>
                  </a:lnTo>
                  <a:lnTo>
                    <a:pt x="65417" y="168695"/>
                  </a:lnTo>
                  <a:lnTo>
                    <a:pt x="53265" y="187003"/>
                  </a:lnTo>
                  <a:lnTo>
                    <a:pt x="52922" y="187520"/>
                  </a:lnTo>
                  <a:lnTo>
                    <a:pt x="52712" y="187836"/>
                  </a:lnTo>
                  <a:lnTo>
                    <a:pt x="52359" y="187593"/>
                  </a:lnTo>
                  <a:lnTo>
                    <a:pt x="52156" y="187453"/>
                  </a:lnTo>
                  <a:lnTo>
                    <a:pt x="46946" y="183870"/>
                  </a:lnTo>
                  <a:lnTo>
                    <a:pt x="46428" y="183514"/>
                  </a:lnTo>
                  <a:lnTo>
                    <a:pt x="46260" y="183399"/>
                  </a:lnTo>
                  <a:lnTo>
                    <a:pt x="43106" y="181229"/>
                  </a:lnTo>
                  <a:lnTo>
                    <a:pt x="42664" y="180925"/>
                  </a:lnTo>
                  <a:lnTo>
                    <a:pt x="40317" y="179311"/>
                  </a:lnTo>
                  <a:lnTo>
                    <a:pt x="38879" y="178322"/>
                  </a:lnTo>
                  <a:lnTo>
                    <a:pt x="34748" y="175480"/>
                  </a:lnTo>
                  <a:lnTo>
                    <a:pt x="34590" y="175372"/>
                  </a:lnTo>
                  <a:lnTo>
                    <a:pt x="30969" y="172882"/>
                  </a:lnTo>
                  <a:lnTo>
                    <a:pt x="28239" y="171004"/>
                  </a:lnTo>
                  <a:lnTo>
                    <a:pt x="19667" y="165108"/>
                  </a:lnTo>
                  <a:lnTo>
                    <a:pt x="15228" y="162059"/>
                  </a:lnTo>
                  <a:lnTo>
                    <a:pt x="15844" y="161172"/>
                  </a:lnTo>
                  <a:lnTo>
                    <a:pt x="29481" y="141554"/>
                  </a:lnTo>
                  <a:lnTo>
                    <a:pt x="30058" y="140725"/>
                  </a:lnTo>
                  <a:lnTo>
                    <a:pt x="42212" y="122903"/>
                  </a:lnTo>
                  <a:lnTo>
                    <a:pt x="44152" y="118116"/>
                  </a:lnTo>
                  <a:lnTo>
                    <a:pt x="44207" y="115431"/>
                  </a:lnTo>
                  <a:lnTo>
                    <a:pt x="44246" y="112220"/>
                  </a:lnTo>
                  <a:lnTo>
                    <a:pt x="43932" y="110574"/>
                  </a:lnTo>
                  <a:lnTo>
                    <a:pt x="43147" y="107724"/>
                  </a:lnTo>
                  <a:lnTo>
                    <a:pt x="41782" y="104917"/>
                  </a:lnTo>
                  <a:lnTo>
                    <a:pt x="30700" y="82122"/>
                  </a:lnTo>
                  <a:lnTo>
                    <a:pt x="18033" y="55715"/>
                  </a:lnTo>
                  <a:lnTo>
                    <a:pt x="9766" y="38482"/>
                  </a:lnTo>
                  <a:lnTo>
                    <a:pt x="9528" y="37964"/>
                  </a:lnTo>
                  <a:lnTo>
                    <a:pt x="9315" y="37501"/>
                  </a:lnTo>
                  <a:lnTo>
                    <a:pt x="8285" y="35265"/>
                  </a:lnTo>
                  <a:lnTo>
                    <a:pt x="3602" y="25095"/>
                  </a:lnTo>
                  <a:lnTo>
                    <a:pt x="2606" y="22932"/>
                  </a:lnTo>
                  <a:lnTo>
                    <a:pt x="565" y="18499"/>
                  </a:lnTo>
                  <a:lnTo>
                    <a:pt x="0" y="14261"/>
                  </a:lnTo>
                  <a:lnTo>
                    <a:pt x="120" y="10582"/>
                  </a:lnTo>
                  <a:lnTo>
                    <a:pt x="179" y="8769"/>
                  </a:lnTo>
                  <a:lnTo>
                    <a:pt x="314" y="4660"/>
                  </a:lnTo>
                  <a:lnTo>
                    <a:pt x="3533" y="0"/>
                  </a:lnTo>
                  <a:lnTo>
                    <a:pt x="4700" y="846"/>
                  </a:lnTo>
                  <a:lnTo>
                    <a:pt x="5970" y="1767"/>
                  </a:lnTo>
                  <a:lnTo>
                    <a:pt x="7298" y="2730"/>
                  </a:lnTo>
                  <a:lnTo>
                    <a:pt x="16804" y="9624"/>
                  </a:lnTo>
                  <a:lnTo>
                    <a:pt x="24406" y="14890"/>
                  </a:lnTo>
                  <a:lnTo>
                    <a:pt x="33336" y="20814"/>
                  </a:lnTo>
                  <a:lnTo>
                    <a:pt x="35913" y="22433"/>
                  </a:lnTo>
                  <a:lnTo>
                    <a:pt x="52230" y="33954"/>
                  </a:lnTo>
                  <a:lnTo>
                    <a:pt x="60683" y="39594"/>
                  </a:lnTo>
                  <a:lnTo>
                    <a:pt x="66986" y="43961"/>
                  </a:lnTo>
                  <a:lnTo>
                    <a:pt x="68185" y="44792"/>
                  </a:lnTo>
                  <a:lnTo>
                    <a:pt x="71929" y="47199"/>
                  </a:lnTo>
                  <a:lnTo>
                    <a:pt x="72645" y="47693"/>
                  </a:lnTo>
                  <a:lnTo>
                    <a:pt x="73247" y="481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g101"/>
            <p:cNvSpPr/>
            <p:nvPr/>
          </p:nvSpPr>
          <p:spPr>
            <a:xfrm>
              <a:off x="2724062" y="3786856"/>
              <a:ext cx="130311" cy="130830"/>
            </a:xfrm>
            <a:custGeom>
              <a:avLst/>
              <a:pathLst>
                <a:path w="130311" h="130830">
                  <a:moveTo>
                    <a:pt x="29432" y="7529"/>
                  </a:moveTo>
                  <a:lnTo>
                    <a:pt x="31636" y="4252"/>
                  </a:lnTo>
                  <a:lnTo>
                    <a:pt x="33398" y="5140"/>
                  </a:lnTo>
                  <a:lnTo>
                    <a:pt x="34654" y="5773"/>
                  </a:lnTo>
                  <a:lnTo>
                    <a:pt x="35906" y="5798"/>
                  </a:lnTo>
                  <a:lnTo>
                    <a:pt x="36731" y="5815"/>
                  </a:lnTo>
                  <a:lnTo>
                    <a:pt x="38378" y="5849"/>
                  </a:lnTo>
                  <a:lnTo>
                    <a:pt x="38741" y="5640"/>
                  </a:lnTo>
                  <a:lnTo>
                    <a:pt x="39612" y="5140"/>
                  </a:lnTo>
                  <a:lnTo>
                    <a:pt x="40873" y="4415"/>
                  </a:lnTo>
                  <a:lnTo>
                    <a:pt x="41929" y="4002"/>
                  </a:lnTo>
                  <a:lnTo>
                    <a:pt x="42901" y="3622"/>
                  </a:lnTo>
                  <a:lnTo>
                    <a:pt x="44672" y="2929"/>
                  </a:lnTo>
                  <a:lnTo>
                    <a:pt x="48158" y="2625"/>
                  </a:lnTo>
                  <a:lnTo>
                    <a:pt x="49287" y="3526"/>
                  </a:lnTo>
                  <a:lnTo>
                    <a:pt x="51405" y="5217"/>
                  </a:lnTo>
                  <a:lnTo>
                    <a:pt x="44876" y="10900"/>
                  </a:lnTo>
                  <a:lnTo>
                    <a:pt x="49058" y="15035"/>
                  </a:lnTo>
                  <a:lnTo>
                    <a:pt x="52615" y="17167"/>
                  </a:lnTo>
                  <a:lnTo>
                    <a:pt x="54222" y="15215"/>
                  </a:lnTo>
                  <a:lnTo>
                    <a:pt x="56200" y="13835"/>
                  </a:lnTo>
                  <a:lnTo>
                    <a:pt x="59597" y="15581"/>
                  </a:lnTo>
                  <a:lnTo>
                    <a:pt x="61941" y="17217"/>
                  </a:lnTo>
                  <a:lnTo>
                    <a:pt x="62432" y="17367"/>
                  </a:lnTo>
                  <a:lnTo>
                    <a:pt x="63255" y="15501"/>
                  </a:lnTo>
                  <a:lnTo>
                    <a:pt x="63697" y="14267"/>
                  </a:lnTo>
                  <a:lnTo>
                    <a:pt x="63808" y="14013"/>
                  </a:lnTo>
                  <a:lnTo>
                    <a:pt x="66043" y="16244"/>
                  </a:lnTo>
                  <a:lnTo>
                    <a:pt x="68853" y="13101"/>
                  </a:lnTo>
                  <a:lnTo>
                    <a:pt x="70939" y="10769"/>
                  </a:lnTo>
                  <a:lnTo>
                    <a:pt x="69716" y="14035"/>
                  </a:lnTo>
                  <a:lnTo>
                    <a:pt x="72235" y="16970"/>
                  </a:lnTo>
                  <a:lnTo>
                    <a:pt x="72926" y="17658"/>
                  </a:lnTo>
                  <a:lnTo>
                    <a:pt x="74869" y="16060"/>
                  </a:lnTo>
                  <a:lnTo>
                    <a:pt x="75062" y="15825"/>
                  </a:lnTo>
                  <a:lnTo>
                    <a:pt x="75714" y="15032"/>
                  </a:lnTo>
                  <a:lnTo>
                    <a:pt x="76035" y="15264"/>
                  </a:lnTo>
                  <a:lnTo>
                    <a:pt x="77819" y="16557"/>
                  </a:lnTo>
                  <a:lnTo>
                    <a:pt x="80044" y="18169"/>
                  </a:lnTo>
                  <a:lnTo>
                    <a:pt x="82047" y="19651"/>
                  </a:lnTo>
                  <a:lnTo>
                    <a:pt x="84081" y="21155"/>
                  </a:lnTo>
                  <a:lnTo>
                    <a:pt x="84424" y="20544"/>
                  </a:lnTo>
                  <a:lnTo>
                    <a:pt x="84954" y="19878"/>
                  </a:lnTo>
                  <a:lnTo>
                    <a:pt x="85845" y="18759"/>
                  </a:lnTo>
                  <a:lnTo>
                    <a:pt x="85997" y="18581"/>
                  </a:lnTo>
                  <a:lnTo>
                    <a:pt x="87902" y="16359"/>
                  </a:lnTo>
                  <a:lnTo>
                    <a:pt x="90513" y="13770"/>
                  </a:lnTo>
                  <a:lnTo>
                    <a:pt x="90816" y="13469"/>
                  </a:lnTo>
                  <a:lnTo>
                    <a:pt x="91059" y="13228"/>
                  </a:lnTo>
                  <a:lnTo>
                    <a:pt x="93351" y="10867"/>
                  </a:lnTo>
                  <a:lnTo>
                    <a:pt x="93540" y="10612"/>
                  </a:lnTo>
                  <a:lnTo>
                    <a:pt x="95748" y="7641"/>
                  </a:lnTo>
                  <a:lnTo>
                    <a:pt x="95957" y="7786"/>
                  </a:lnTo>
                  <a:lnTo>
                    <a:pt x="98698" y="9684"/>
                  </a:lnTo>
                  <a:lnTo>
                    <a:pt x="116337" y="21903"/>
                  </a:lnTo>
                  <a:lnTo>
                    <a:pt x="128192" y="30115"/>
                  </a:lnTo>
                  <a:lnTo>
                    <a:pt x="124353" y="35555"/>
                  </a:lnTo>
                  <a:lnTo>
                    <a:pt x="124081" y="35955"/>
                  </a:lnTo>
                  <a:lnTo>
                    <a:pt x="123439" y="37248"/>
                  </a:lnTo>
                  <a:lnTo>
                    <a:pt x="123504" y="37628"/>
                  </a:lnTo>
                  <a:lnTo>
                    <a:pt x="123568" y="37999"/>
                  </a:lnTo>
                  <a:lnTo>
                    <a:pt x="123714" y="38854"/>
                  </a:lnTo>
                  <a:lnTo>
                    <a:pt x="124084" y="39700"/>
                  </a:lnTo>
                  <a:lnTo>
                    <a:pt x="124422" y="40476"/>
                  </a:lnTo>
                  <a:lnTo>
                    <a:pt x="126358" y="44914"/>
                  </a:lnTo>
                  <a:lnTo>
                    <a:pt x="127071" y="46547"/>
                  </a:lnTo>
                  <a:lnTo>
                    <a:pt x="127602" y="47764"/>
                  </a:lnTo>
                  <a:lnTo>
                    <a:pt x="130311" y="50634"/>
                  </a:lnTo>
                  <a:lnTo>
                    <a:pt x="127587" y="52073"/>
                  </a:lnTo>
                  <a:lnTo>
                    <a:pt x="127386" y="52179"/>
                  </a:lnTo>
                  <a:lnTo>
                    <a:pt x="125608" y="50289"/>
                  </a:lnTo>
                  <a:lnTo>
                    <a:pt x="124951" y="49591"/>
                  </a:lnTo>
                  <a:lnTo>
                    <a:pt x="124379" y="48880"/>
                  </a:lnTo>
                  <a:lnTo>
                    <a:pt x="123770" y="48124"/>
                  </a:lnTo>
                  <a:lnTo>
                    <a:pt x="119219" y="43628"/>
                  </a:lnTo>
                  <a:lnTo>
                    <a:pt x="118735" y="43150"/>
                  </a:lnTo>
                  <a:lnTo>
                    <a:pt x="118519" y="43209"/>
                  </a:lnTo>
                  <a:lnTo>
                    <a:pt x="117071" y="44702"/>
                  </a:lnTo>
                  <a:lnTo>
                    <a:pt x="116323" y="45474"/>
                  </a:lnTo>
                  <a:lnTo>
                    <a:pt x="115514" y="46309"/>
                  </a:lnTo>
                  <a:lnTo>
                    <a:pt x="113860" y="48015"/>
                  </a:lnTo>
                  <a:lnTo>
                    <a:pt x="113202" y="48693"/>
                  </a:lnTo>
                  <a:lnTo>
                    <a:pt x="110786" y="51109"/>
                  </a:lnTo>
                  <a:lnTo>
                    <a:pt x="110390" y="50934"/>
                  </a:lnTo>
                  <a:lnTo>
                    <a:pt x="108433" y="50072"/>
                  </a:lnTo>
                  <a:lnTo>
                    <a:pt x="108111" y="51011"/>
                  </a:lnTo>
                  <a:lnTo>
                    <a:pt x="107400" y="53083"/>
                  </a:lnTo>
                  <a:lnTo>
                    <a:pt x="106860" y="54660"/>
                  </a:lnTo>
                  <a:lnTo>
                    <a:pt x="106549" y="55567"/>
                  </a:lnTo>
                  <a:lnTo>
                    <a:pt x="105021" y="60023"/>
                  </a:lnTo>
                  <a:lnTo>
                    <a:pt x="104636" y="61147"/>
                  </a:lnTo>
                  <a:lnTo>
                    <a:pt x="104112" y="62673"/>
                  </a:lnTo>
                  <a:lnTo>
                    <a:pt x="103888" y="63328"/>
                  </a:lnTo>
                  <a:lnTo>
                    <a:pt x="103721" y="63816"/>
                  </a:lnTo>
                  <a:lnTo>
                    <a:pt x="103641" y="63956"/>
                  </a:lnTo>
                  <a:lnTo>
                    <a:pt x="103254" y="64641"/>
                  </a:lnTo>
                  <a:lnTo>
                    <a:pt x="102632" y="65894"/>
                  </a:lnTo>
                  <a:lnTo>
                    <a:pt x="101822" y="67522"/>
                  </a:lnTo>
                  <a:lnTo>
                    <a:pt x="101500" y="68171"/>
                  </a:lnTo>
                  <a:lnTo>
                    <a:pt x="102165" y="68910"/>
                  </a:lnTo>
                  <a:lnTo>
                    <a:pt x="106345" y="72705"/>
                  </a:lnTo>
                  <a:lnTo>
                    <a:pt x="105927" y="73183"/>
                  </a:lnTo>
                  <a:lnTo>
                    <a:pt x="102730" y="76847"/>
                  </a:lnTo>
                  <a:lnTo>
                    <a:pt x="101386" y="78344"/>
                  </a:lnTo>
                  <a:lnTo>
                    <a:pt x="100867" y="78908"/>
                  </a:lnTo>
                  <a:lnTo>
                    <a:pt x="98262" y="81736"/>
                  </a:lnTo>
                  <a:lnTo>
                    <a:pt x="97156" y="82937"/>
                  </a:lnTo>
                  <a:lnTo>
                    <a:pt x="95046" y="85228"/>
                  </a:lnTo>
                  <a:lnTo>
                    <a:pt x="86643" y="95088"/>
                  </a:lnTo>
                  <a:lnTo>
                    <a:pt x="83253" y="99067"/>
                  </a:lnTo>
                  <a:lnTo>
                    <a:pt x="78870" y="104210"/>
                  </a:lnTo>
                  <a:lnTo>
                    <a:pt x="78491" y="104655"/>
                  </a:lnTo>
                  <a:lnTo>
                    <a:pt x="73197" y="110868"/>
                  </a:lnTo>
                  <a:lnTo>
                    <a:pt x="68909" y="115797"/>
                  </a:lnTo>
                  <a:lnTo>
                    <a:pt x="61081" y="125185"/>
                  </a:lnTo>
                  <a:lnTo>
                    <a:pt x="56374" y="130830"/>
                  </a:lnTo>
                  <a:lnTo>
                    <a:pt x="50013" y="124912"/>
                  </a:lnTo>
                  <a:lnTo>
                    <a:pt x="46670" y="122167"/>
                  </a:lnTo>
                  <a:lnTo>
                    <a:pt x="39339" y="116146"/>
                  </a:lnTo>
                  <a:lnTo>
                    <a:pt x="36121" y="113725"/>
                  </a:lnTo>
                  <a:lnTo>
                    <a:pt x="29703" y="108897"/>
                  </a:lnTo>
                  <a:lnTo>
                    <a:pt x="24700" y="105065"/>
                  </a:lnTo>
                  <a:lnTo>
                    <a:pt x="18175" y="100068"/>
                  </a:lnTo>
                  <a:lnTo>
                    <a:pt x="17827" y="99801"/>
                  </a:lnTo>
                  <a:lnTo>
                    <a:pt x="11478" y="94066"/>
                  </a:lnTo>
                  <a:lnTo>
                    <a:pt x="9147" y="91961"/>
                  </a:lnTo>
                  <a:lnTo>
                    <a:pt x="4569" y="87369"/>
                  </a:lnTo>
                  <a:lnTo>
                    <a:pt x="7630" y="83989"/>
                  </a:lnTo>
                  <a:lnTo>
                    <a:pt x="11349" y="79884"/>
                  </a:lnTo>
                  <a:lnTo>
                    <a:pt x="13159" y="77886"/>
                  </a:lnTo>
                  <a:lnTo>
                    <a:pt x="14606" y="76407"/>
                  </a:lnTo>
                  <a:lnTo>
                    <a:pt x="17085" y="73872"/>
                  </a:lnTo>
                  <a:lnTo>
                    <a:pt x="19656" y="70912"/>
                  </a:lnTo>
                  <a:lnTo>
                    <a:pt x="20079" y="70424"/>
                  </a:lnTo>
                  <a:lnTo>
                    <a:pt x="20570" y="69858"/>
                  </a:lnTo>
                  <a:lnTo>
                    <a:pt x="17244" y="66311"/>
                  </a:lnTo>
                  <a:lnTo>
                    <a:pt x="15320" y="64258"/>
                  </a:lnTo>
                  <a:lnTo>
                    <a:pt x="15676" y="63853"/>
                  </a:lnTo>
                  <a:lnTo>
                    <a:pt x="16292" y="63157"/>
                  </a:lnTo>
                  <a:lnTo>
                    <a:pt x="15965" y="62796"/>
                  </a:lnTo>
                  <a:lnTo>
                    <a:pt x="13797" y="60401"/>
                  </a:lnTo>
                  <a:lnTo>
                    <a:pt x="12895" y="57570"/>
                  </a:lnTo>
                  <a:lnTo>
                    <a:pt x="12109" y="53934"/>
                  </a:lnTo>
                  <a:lnTo>
                    <a:pt x="12180" y="52497"/>
                  </a:lnTo>
                  <a:lnTo>
                    <a:pt x="14312" y="50046"/>
                  </a:lnTo>
                  <a:lnTo>
                    <a:pt x="14438" y="49892"/>
                  </a:lnTo>
                  <a:lnTo>
                    <a:pt x="13014" y="48065"/>
                  </a:lnTo>
                  <a:lnTo>
                    <a:pt x="12832" y="47831"/>
                  </a:lnTo>
                  <a:lnTo>
                    <a:pt x="12664" y="47263"/>
                  </a:lnTo>
                  <a:lnTo>
                    <a:pt x="11329" y="41383"/>
                  </a:lnTo>
                  <a:lnTo>
                    <a:pt x="11221" y="39624"/>
                  </a:lnTo>
                  <a:lnTo>
                    <a:pt x="11028" y="36486"/>
                  </a:lnTo>
                  <a:lnTo>
                    <a:pt x="10926" y="34840"/>
                  </a:lnTo>
                  <a:lnTo>
                    <a:pt x="9527" y="30142"/>
                  </a:lnTo>
                  <a:lnTo>
                    <a:pt x="10725" y="27276"/>
                  </a:lnTo>
                  <a:lnTo>
                    <a:pt x="7767" y="26704"/>
                  </a:lnTo>
                  <a:lnTo>
                    <a:pt x="6990" y="26554"/>
                  </a:lnTo>
                  <a:lnTo>
                    <a:pt x="7621" y="23023"/>
                  </a:lnTo>
                  <a:lnTo>
                    <a:pt x="8109" y="20293"/>
                  </a:lnTo>
                  <a:lnTo>
                    <a:pt x="7506" y="20080"/>
                  </a:lnTo>
                  <a:lnTo>
                    <a:pt x="6401" y="19691"/>
                  </a:lnTo>
                  <a:lnTo>
                    <a:pt x="7108" y="14452"/>
                  </a:lnTo>
                  <a:lnTo>
                    <a:pt x="7250" y="11752"/>
                  </a:lnTo>
                  <a:lnTo>
                    <a:pt x="7285" y="11081"/>
                  </a:lnTo>
                  <a:lnTo>
                    <a:pt x="5071" y="11717"/>
                  </a:lnTo>
                  <a:lnTo>
                    <a:pt x="1630" y="12706"/>
                  </a:lnTo>
                  <a:lnTo>
                    <a:pt x="0" y="8536"/>
                  </a:lnTo>
                  <a:lnTo>
                    <a:pt x="4532" y="0"/>
                  </a:lnTo>
                  <a:lnTo>
                    <a:pt x="10553" y="1590"/>
                  </a:lnTo>
                  <a:lnTo>
                    <a:pt x="14117" y="2531"/>
                  </a:lnTo>
                  <a:lnTo>
                    <a:pt x="18624" y="4790"/>
                  </a:lnTo>
                  <a:lnTo>
                    <a:pt x="20125" y="554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g102"/>
            <p:cNvSpPr/>
            <p:nvPr/>
          </p:nvSpPr>
          <p:spPr>
            <a:xfrm>
              <a:off x="2593116" y="3742969"/>
              <a:ext cx="114517" cy="132434"/>
            </a:xfrm>
            <a:custGeom>
              <a:avLst/>
              <a:pathLst>
                <a:path w="114517" h="132434">
                  <a:moveTo>
                    <a:pt x="108741" y="73556"/>
                  </a:moveTo>
                  <a:lnTo>
                    <a:pt x="108400" y="74569"/>
                  </a:lnTo>
                  <a:lnTo>
                    <a:pt x="107778" y="76418"/>
                  </a:lnTo>
                  <a:lnTo>
                    <a:pt x="107636" y="76839"/>
                  </a:lnTo>
                  <a:lnTo>
                    <a:pt x="107512" y="77207"/>
                  </a:lnTo>
                  <a:lnTo>
                    <a:pt x="107457" y="77371"/>
                  </a:lnTo>
                  <a:lnTo>
                    <a:pt x="107320" y="78916"/>
                  </a:lnTo>
                  <a:lnTo>
                    <a:pt x="107320" y="81184"/>
                  </a:lnTo>
                  <a:lnTo>
                    <a:pt x="106652" y="84977"/>
                  </a:lnTo>
                  <a:lnTo>
                    <a:pt x="105409" y="84510"/>
                  </a:lnTo>
                  <a:lnTo>
                    <a:pt x="102806" y="79572"/>
                  </a:lnTo>
                  <a:lnTo>
                    <a:pt x="100072" y="74768"/>
                  </a:lnTo>
                  <a:lnTo>
                    <a:pt x="99951" y="74556"/>
                  </a:lnTo>
                  <a:lnTo>
                    <a:pt x="95643" y="73969"/>
                  </a:lnTo>
                  <a:lnTo>
                    <a:pt x="95251" y="73929"/>
                  </a:lnTo>
                  <a:lnTo>
                    <a:pt x="95064" y="74371"/>
                  </a:lnTo>
                  <a:lnTo>
                    <a:pt x="87998" y="75099"/>
                  </a:lnTo>
                  <a:lnTo>
                    <a:pt x="88393" y="77069"/>
                  </a:lnTo>
                  <a:lnTo>
                    <a:pt x="88268" y="79986"/>
                  </a:lnTo>
                  <a:lnTo>
                    <a:pt x="88233" y="80784"/>
                  </a:lnTo>
                  <a:lnTo>
                    <a:pt x="87146" y="83353"/>
                  </a:lnTo>
                  <a:lnTo>
                    <a:pt x="86900" y="83862"/>
                  </a:lnTo>
                  <a:lnTo>
                    <a:pt x="86536" y="84619"/>
                  </a:lnTo>
                  <a:lnTo>
                    <a:pt x="87494" y="89376"/>
                  </a:lnTo>
                  <a:lnTo>
                    <a:pt x="89957" y="94367"/>
                  </a:lnTo>
                  <a:lnTo>
                    <a:pt x="90165" y="95100"/>
                  </a:lnTo>
                  <a:lnTo>
                    <a:pt x="90644" y="96795"/>
                  </a:lnTo>
                  <a:lnTo>
                    <a:pt x="90766" y="97891"/>
                  </a:lnTo>
                  <a:lnTo>
                    <a:pt x="90978" y="99791"/>
                  </a:lnTo>
                  <a:lnTo>
                    <a:pt x="87666" y="100664"/>
                  </a:lnTo>
                  <a:lnTo>
                    <a:pt x="91724" y="106344"/>
                  </a:lnTo>
                  <a:lnTo>
                    <a:pt x="88357" y="106464"/>
                  </a:lnTo>
                  <a:lnTo>
                    <a:pt x="86173" y="106369"/>
                  </a:lnTo>
                  <a:lnTo>
                    <a:pt x="86224" y="109846"/>
                  </a:lnTo>
                  <a:lnTo>
                    <a:pt x="86026" y="112036"/>
                  </a:lnTo>
                  <a:lnTo>
                    <a:pt x="86011" y="113428"/>
                  </a:lnTo>
                  <a:lnTo>
                    <a:pt x="85886" y="117222"/>
                  </a:lnTo>
                  <a:lnTo>
                    <a:pt x="86526" y="117402"/>
                  </a:lnTo>
                  <a:lnTo>
                    <a:pt x="84928" y="123129"/>
                  </a:lnTo>
                  <a:lnTo>
                    <a:pt x="84730" y="124544"/>
                  </a:lnTo>
                  <a:lnTo>
                    <a:pt x="86026" y="124597"/>
                  </a:lnTo>
                  <a:lnTo>
                    <a:pt x="88334" y="124501"/>
                  </a:lnTo>
                  <a:lnTo>
                    <a:pt x="88695" y="124486"/>
                  </a:lnTo>
                  <a:lnTo>
                    <a:pt x="93171" y="123222"/>
                  </a:lnTo>
                  <a:lnTo>
                    <a:pt x="96529" y="126092"/>
                  </a:lnTo>
                  <a:lnTo>
                    <a:pt x="95966" y="126840"/>
                  </a:lnTo>
                  <a:lnTo>
                    <a:pt x="92307" y="131711"/>
                  </a:lnTo>
                  <a:lnTo>
                    <a:pt x="91659" y="132434"/>
                  </a:lnTo>
                  <a:lnTo>
                    <a:pt x="89028" y="130427"/>
                  </a:lnTo>
                  <a:lnTo>
                    <a:pt x="87261" y="129805"/>
                  </a:lnTo>
                  <a:lnTo>
                    <a:pt x="81743" y="129724"/>
                  </a:lnTo>
                  <a:lnTo>
                    <a:pt x="80429" y="129704"/>
                  </a:lnTo>
                  <a:lnTo>
                    <a:pt x="76914" y="128400"/>
                  </a:lnTo>
                  <a:lnTo>
                    <a:pt x="73069" y="126672"/>
                  </a:lnTo>
                  <a:lnTo>
                    <a:pt x="71377" y="125911"/>
                  </a:lnTo>
                  <a:lnTo>
                    <a:pt x="64388" y="123563"/>
                  </a:lnTo>
                  <a:lnTo>
                    <a:pt x="60877" y="122932"/>
                  </a:lnTo>
                  <a:lnTo>
                    <a:pt x="60180" y="122621"/>
                  </a:lnTo>
                  <a:lnTo>
                    <a:pt x="59542" y="122752"/>
                  </a:lnTo>
                  <a:lnTo>
                    <a:pt x="58846" y="125008"/>
                  </a:lnTo>
                  <a:lnTo>
                    <a:pt x="54564" y="122541"/>
                  </a:lnTo>
                  <a:lnTo>
                    <a:pt x="52179" y="119139"/>
                  </a:lnTo>
                  <a:lnTo>
                    <a:pt x="51131" y="114938"/>
                  </a:lnTo>
                  <a:lnTo>
                    <a:pt x="50022" y="115595"/>
                  </a:lnTo>
                  <a:lnTo>
                    <a:pt x="47676" y="116719"/>
                  </a:lnTo>
                  <a:lnTo>
                    <a:pt x="45683" y="117873"/>
                  </a:lnTo>
                  <a:lnTo>
                    <a:pt x="44467" y="115003"/>
                  </a:lnTo>
                  <a:lnTo>
                    <a:pt x="44354" y="114737"/>
                  </a:lnTo>
                  <a:lnTo>
                    <a:pt x="42903" y="115590"/>
                  </a:lnTo>
                  <a:lnTo>
                    <a:pt x="38531" y="118159"/>
                  </a:lnTo>
                  <a:lnTo>
                    <a:pt x="37325" y="118868"/>
                  </a:lnTo>
                  <a:lnTo>
                    <a:pt x="37080" y="119012"/>
                  </a:lnTo>
                  <a:lnTo>
                    <a:pt x="35107" y="119841"/>
                  </a:lnTo>
                  <a:lnTo>
                    <a:pt x="33678" y="120442"/>
                  </a:lnTo>
                  <a:lnTo>
                    <a:pt x="32043" y="117552"/>
                  </a:lnTo>
                  <a:lnTo>
                    <a:pt x="31019" y="115699"/>
                  </a:lnTo>
                  <a:lnTo>
                    <a:pt x="30262" y="114331"/>
                  </a:lnTo>
                  <a:lnTo>
                    <a:pt x="29407" y="113240"/>
                  </a:lnTo>
                  <a:lnTo>
                    <a:pt x="28598" y="112209"/>
                  </a:lnTo>
                  <a:lnTo>
                    <a:pt x="27162" y="110723"/>
                  </a:lnTo>
                  <a:lnTo>
                    <a:pt x="26694" y="110238"/>
                  </a:lnTo>
                  <a:lnTo>
                    <a:pt x="26301" y="109830"/>
                  </a:lnTo>
                  <a:lnTo>
                    <a:pt x="24533" y="107279"/>
                  </a:lnTo>
                  <a:lnTo>
                    <a:pt x="23389" y="105628"/>
                  </a:lnTo>
                  <a:lnTo>
                    <a:pt x="23199" y="105354"/>
                  </a:lnTo>
                  <a:lnTo>
                    <a:pt x="21782" y="103309"/>
                  </a:lnTo>
                  <a:lnTo>
                    <a:pt x="21438" y="102678"/>
                  </a:lnTo>
                  <a:lnTo>
                    <a:pt x="21273" y="102378"/>
                  </a:lnTo>
                  <a:lnTo>
                    <a:pt x="19917" y="99898"/>
                  </a:lnTo>
                  <a:lnTo>
                    <a:pt x="13075" y="84380"/>
                  </a:lnTo>
                  <a:lnTo>
                    <a:pt x="13593" y="73009"/>
                  </a:lnTo>
                  <a:lnTo>
                    <a:pt x="20426" y="72768"/>
                  </a:lnTo>
                  <a:lnTo>
                    <a:pt x="20082" y="65317"/>
                  </a:lnTo>
                  <a:lnTo>
                    <a:pt x="15098" y="64263"/>
                  </a:lnTo>
                  <a:lnTo>
                    <a:pt x="13732" y="63974"/>
                  </a:lnTo>
                  <a:lnTo>
                    <a:pt x="8485" y="63388"/>
                  </a:lnTo>
                  <a:lnTo>
                    <a:pt x="8361" y="59298"/>
                  </a:lnTo>
                  <a:lnTo>
                    <a:pt x="8188" y="53619"/>
                  </a:lnTo>
                  <a:lnTo>
                    <a:pt x="8048" y="48995"/>
                  </a:lnTo>
                  <a:lnTo>
                    <a:pt x="7275" y="38399"/>
                  </a:lnTo>
                  <a:lnTo>
                    <a:pt x="5802" y="28766"/>
                  </a:lnTo>
                  <a:lnTo>
                    <a:pt x="3351" y="17282"/>
                  </a:lnTo>
                  <a:lnTo>
                    <a:pt x="2268" y="12209"/>
                  </a:lnTo>
                  <a:lnTo>
                    <a:pt x="0" y="0"/>
                  </a:lnTo>
                  <a:lnTo>
                    <a:pt x="9042" y="770"/>
                  </a:lnTo>
                  <a:lnTo>
                    <a:pt x="22295" y="1974"/>
                  </a:lnTo>
                  <a:lnTo>
                    <a:pt x="33781" y="3178"/>
                  </a:lnTo>
                  <a:lnTo>
                    <a:pt x="54102" y="8597"/>
                  </a:lnTo>
                  <a:lnTo>
                    <a:pt x="86793" y="14617"/>
                  </a:lnTo>
                  <a:lnTo>
                    <a:pt x="100082" y="16771"/>
                  </a:lnTo>
                  <a:lnTo>
                    <a:pt x="110943" y="18531"/>
                  </a:lnTo>
                  <a:lnTo>
                    <a:pt x="109124" y="25663"/>
                  </a:lnTo>
                  <a:lnTo>
                    <a:pt x="112688" y="31713"/>
                  </a:lnTo>
                  <a:lnTo>
                    <a:pt x="108889" y="34935"/>
                  </a:lnTo>
                  <a:lnTo>
                    <a:pt x="108857" y="35192"/>
                  </a:lnTo>
                  <a:lnTo>
                    <a:pt x="113928" y="42971"/>
                  </a:lnTo>
                  <a:lnTo>
                    <a:pt x="114517" y="43824"/>
                  </a:lnTo>
                  <a:lnTo>
                    <a:pt x="111770" y="48022"/>
                  </a:lnTo>
                  <a:lnTo>
                    <a:pt x="109782" y="51061"/>
                  </a:lnTo>
                  <a:lnTo>
                    <a:pt x="108115" y="53609"/>
                  </a:lnTo>
                  <a:lnTo>
                    <a:pt x="108845" y="54587"/>
                  </a:lnTo>
                  <a:lnTo>
                    <a:pt x="108963" y="54745"/>
                  </a:lnTo>
                  <a:lnTo>
                    <a:pt x="111144" y="57662"/>
                  </a:lnTo>
                  <a:lnTo>
                    <a:pt x="107061" y="58341"/>
                  </a:lnTo>
                  <a:lnTo>
                    <a:pt x="106813" y="59647"/>
                  </a:lnTo>
                  <a:lnTo>
                    <a:pt x="106727" y="60102"/>
                  </a:lnTo>
                  <a:lnTo>
                    <a:pt x="106482" y="61390"/>
                  </a:lnTo>
                  <a:lnTo>
                    <a:pt x="106639" y="63678"/>
                  </a:lnTo>
                  <a:lnTo>
                    <a:pt x="106675" y="64478"/>
                  </a:lnTo>
                  <a:lnTo>
                    <a:pt x="106748" y="66125"/>
                  </a:lnTo>
                  <a:lnTo>
                    <a:pt x="107213" y="67993"/>
                  </a:lnTo>
                  <a:lnTo>
                    <a:pt x="107386" y="69336"/>
                  </a:lnTo>
                  <a:lnTo>
                    <a:pt x="107755" y="71276"/>
                  </a:lnTo>
                  <a:lnTo>
                    <a:pt x="108146" y="71579"/>
                  </a:lnTo>
                  <a:lnTo>
                    <a:pt x="108660" y="7240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g103"/>
            <p:cNvSpPr/>
            <p:nvPr/>
          </p:nvSpPr>
          <p:spPr>
            <a:xfrm>
              <a:off x="2626794" y="3857707"/>
              <a:ext cx="114729" cy="124410"/>
            </a:xfrm>
            <a:custGeom>
              <a:avLst/>
              <a:pathLst>
                <a:path w="114729" h="124410">
                  <a:moveTo>
                    <a:pt x="10788" y="265"/>
                  </a:moveTo>
                  <a:lnTo>
                    <a:pt x="12004" y="3135"/>
                  </a:lnTo>
                  <a:lnTo>
                    <a:pt x="13997" y="1981"/>
                  </a:lnTo>
                  <a:lnTo>
                    <a:pt x="16343" y="857"/>
                  </a:lnTo>
                  <a:lnTo>
                    <a:pt x="17453" y="200"/>
                  </a:lnTo>
                  <a:lnTo>
                    <a:pt x="18500" y="4401"/>
                  </a:lnTo>
                  <a:lnTo>
                    <a:pt x="20886" y="7803"/>
                  </a:lnTo>
                  <a:lnTo>
                    <a:pt x="25168" y="10270"/>
                  </a:lnTo>
                  <a:lnTo>
                    <a:pt x="25863" y="8014"/>
                  </a:lnTo>
                  <a:lnTo>
                    <a:pt x="26501" y="7883"/>
                  </a:lnTo>
                  <a:lnTo>
                    <a:pt x="27198" y="8194"/>
                  </a:lnTo>
                  <a:lnTo>
                    <a:pt x="30709" y="8826"/>
                  </a:lnTo>
                  <a:lnTo>
                    <a:pt x="37699" y="11174"/>
                  </a:lnTo>
                  <a:lnTo>
                    <a:pt x="39390" y="11934"/>
                  </a:lnTo>
                  <a:lnTo>
                    <a:pt x="43236" y="13662"/>
                  </a:lnTo>
                  <a:lnTo>
                    <a:pt x="46750" y="14967"/>
                  </a:lnTo>
                  <a:lnTo>
                    <a:pt x="48065" y="14986"/>
                  </a:lnTo>
                  <a:lnTo>
                    <a:pt x="53583" y="15067"/>
                  </a:lnTo>
                  <a:lnTo>
                    <a:pt x="55350" y="15689"/>
                  </a:lnTo>
                  <a:lnTo>
                    <a:pt x="57981" y="17696"/>
                  </a:lnTo>
                  <a:lnTo>
                    <a:pt x="58629" y="16974"/>
                  </a:lnTo>
                  <a:lnTo>
                    <a:pt x="59434" y="17556"/>
                  </a:lnTo>
                  <a:lnTo>
                    <a:pt x="64171" y="21629"/>
                  </a:lnTo>
                  <a:lnTo>
                    <a:pt x="64721" y="22102"/>
                  </a:lnTo>
                  <a:lnTo>
                    <a:pt x="65123" y="22447"/>
                  </a:lnTo>
                  <a:lnTo>
                    <a:pt x="67891" y="24886"/>
                  </a:lnTo>
                  <a:lnTo>
                    <a:pt x="65870" y="27433"/>
                  </a:lnTo>
                  <a:lnTo>
                    <a:pt x="64357" y="29341"/>
                  </a:lnTo>
                  <a:lnTo>
                    <a:pt x="58967" y="35844"/>
                  </a:lnTo>
                  <a:lnTo>
                    <a:pt x="59408" y="36205"/>
                  </a:lnTo>
                  <a:lnTo>
                    <a:pt x="64164" y="40101"/>
                  </a:lnTo>
                  <a:lnTo>
                    <a:pt x="67886" y="42828"/>
                  </a:lnTo>
                  <a:lnTo>
                    <a:pt x="69445" y="43970"/>
                  </a:lnTo>
                  <a:lnTo>
                    <a:pt x="69763" y="44243"/>
                  </a:lnTo>
                  <a:lnTo>
                    <a:pt x="77218" y="50653"/>
                  </a:lnTo>
                  <a:lnTo>
                    <a:pt x="78319" y="51615"/>
                  </a:lnTo>
                  <a:lnTo>
                    <a:pt x="72705" y="57782"/>
                  </a:lnTo>
                  <a:lnTo>
                    <a:pt x="69053" y="58682"/>
                  </a:lnTo>
                  <a:lnTo>
                    <a:pt x="69912" y="62069"/>
                  </a:lnTo>
                  <a:lnTo>
                    <a:pt x="69225" y="63236"/>
                  </a:lnTo>
                  <a:lnTo>
                    <a:pt x="69249" y="64791"/>
                  </a:lnTo>
                  <a:lnTo>
                    <a:pt x="69286" y="65628"/>
                  </a:lnTo>
                  <a:lnTo>
                    <a:pt x="69323" y="66497"/>
                  </a:lnTo>
                  <a:lnTo>
                    <a:pt x="69225" y="67877"/>
                  </a:lnTo>
                  <a:lnTo>
                    <a:pt x="69242" y="68512"/>
                  </a:lnTo>
                  <a:lnTo>
                    <a:pt x="69249" y="68805"/>
                  </a:lnTo>
                  <a:lnTo>
                    <a:pt x="68954" y="69344"/>
                  </a:lnTo>
                  <a:lnTo>
                    <a:pt x="68341" y="70460"/>
                  </a:lnTo>
                  <a:lnTo>
                    <a:pt x="68243" y="71414"/>
                  </a:lnTo>
                  <a:lnTo>
                    <a:pt x="70578" y="72864"/>
                  </a:lnTo>
                  <a:lnTo>
                    <a:pt x="70736" y="72962"/>
                  </a:lnTo>
                  <a:lnTo>
                    <a:pt x="72808" y="74249"/>
                  </a:lnTo>
                  <a:lnTo>
                    <a:pt x="75631" y="74700"/>
                  </a:lnTo>
                  <a:lnTo>
                    <a:pt x="77813" y="74583"/>
                  </a:lnTo>
                  <a:lnTo>
                    <a:pt x="78428" y="74550"/>
                  </a:lnTo>
                  <a:lnTo>
                    <a:pt x="79553" y="74651"/>
                  </a:lnTo>
                  <a:lnTo>
                    <a:pt x="80969" y="74780"/>
                  </a:lnTo>
                  <a:lnTo>
                    <a:pt x="83435" y="74625"/>
                  </a:lnTo>
                  <a:lnTo>
                    <a:pt x="83207" y="73855"/>
                  </a:lnTo>
                  <a:lnTo>
                    <a:pt x="85305" y="72777"/>
                  </a:lnTo>
                  <a:lnTo>
                    <a:pt x="90849" y="72066"/>
                  </a:lnTo>
                  <a:lnTo>
                    <a:pt x="90861" y="71572"/>
                  </a:lnTo>
                  <a:lnTo>
                    <a:pt x="92786" y="71529"/>
                  </a:lnTo>
                  <a:lnTo>
                    <a:pt x="93879" y="71504"/>
                  </a:lnTo>
                  <a:lnTo>
                    <a:pt x="94392" y="71493"/>
                  </a:lnTo>
                  <a:lnTo>
                    <a:pt x="95485" y="71468"/>
                  </a:lnTo>
                  <a:lnTo>
                    <a:pt x="98253" y="71406"/>
                  </a:lnTo>
                  <a:lnTo>
                    <a:pt x="98224" y="74022"/>
                  </a:lnTo>
                  <a:lnTo>
                    <a:pt x="99514" y="74236"/>
                  </a:lnTo>
                  <a:lnTo>
                    <a:pt x="103372" y="74877"/>
                  </a:lnTo>
                  <a:lnTo>
                    <a:pt x="104481" y="75645"/>
                  </a:lnTo>
                  <a:lnTo>
                    <a:pt x="104794" y="75853"/>
                  </a:lnTo>
                  <a:lnTo>
                    <a:pt x="105688" y="76325"/>
                  </a:lnTo>
                  <a:lnTo>
                    <a:pt x="105983" y="76481"/>
                  </a:lnTo>
                  <a:lnTo>
                    <a:pt x="107100" y="77069"/>
                  </a:lnTo>
                  <a:lnTo>
                    <a:pt x="107395" y="77225"/>
                  </a:lnTo>
                  <a:lnTo>
                    <a:pt x="107718" y="77395"/>
                  </a:lnTo>
                  <a:lnTo>
                    <a:pt x="110888" y="78830"/>
                  </a:lnTo>
                  <a:lnTo>
                    <a:pt x="111363" y="78986"/>
                  </a:lnTo>
                  <a:lnTo>
                    <a:pt x="113301" y="79625"/>
                  </a:lnTo>
                  <a:lnTo>
                    <a:pt x="114729" y="83526"/>
                  </a:lnTo>
                  <a:lnTo>
                    <a:pt x="114053" y="85371"/>
                  </a:lnTo>
                  <a:lnTo>
                    <a:pt x="113394" y="87174"/>
                  </a:lnTo>
                  <a:lnTo>
                    <a:pt x="113402" y="87591"/>
                  </a:lnTo>
                  <a:lnTo>
                    <a:pt x="113413" y="88136"/>
                  </a:lnTo>
                  <a:lnTo>
                    <a:pt x="113429" y="88891"/>
                  </a:lnTo>
                  <a:lnTo>
                    <a:pt x="113433" y="89101"/>
                  </a:lnTo>
                  <a:lnTo>
                    <a:pt x="111777" y="91555"/>
                  </a:lnTo>
                  <a:lnTo>
                    <a:pt x="111273" y="92302"/>
                  </a:lnTo>
                  <a:lnTo>
                    <a:pt x="110801" y="92848"/>
                  </a:lnTo>
                  <a:lnTo>
                    <a:pt x="110383" y="93433"/>
                  </a:lnTo>
                  <a:lnTo>
                    <a:pt x="109936" y="94222"/>
                  </a:lnTo>
                  <a:lnTo>
                    <a:pt x="109839" y="94453"/>
                  </a:lnTo>
                  <a:lnTo>
                    <a:pt x="109583" y="95061"/>
                  </a:lnTo>
                  <a:lnTo>
                    <a:pt x="109311" y="96012"/>
                  </a:lnTo>
                  <a:lnTo>
                    <a:pt x="109201" y="96732"/>
                  </a:lnTo>
                  <a:lnTo>
                    <a:pt x="109161" y="96993"/>
                  </a:lnTo>
                  <a:lnTo>
                    <a:pt x="109152" y="97316"/>
                  </a:lnTo>
                  <a:lnTo>
                    <a:pt x="109134" y="97985"/>
                  </a:lnTo>
                  <a:lnTo>
                    <a:pt x="109231" y="98970"/>
                  </a:lnTo>
                  <a:lnTo>
                    <a:pt x="109501" y="99815"/>
                  </a:lnTo>
                  <a:lnTo>
                    <a:pt x="109673" y="100355"/>
                  </a:lnTo>
                  <a:lnTo>
                    <a:pt x="109771" y="100663"/>
                  </a:lnTo>
                  <a:lnTo>
                    <a:pt x="110458" y="103385"/>
                  </a:lnTo>
                  <a:lnTo>
                    <a:pt x="110247" y="104627"/>
                  </a:lnTo>
                  <a:lnTo>
                    <a:pt x="111658" y="112652"/>
                  </a:lnTo>
                  <a:lnTo>
                    <a:pt x="111867" y="113482"/>
                  </a:lnTo>
                  <a:lnTo>
                    <a:pt x="111978" y="113926"/>
                  </a:lnTo>
                  <a:lnTo>
                    <a:pt x="111492" y="113998"/>
                  </a:lnTo>
                  <a:lnTo>
                    <a:pt x="110574" y="114132"/>
                  </a:lnTo>
                  <a:lnTo>
                    <a:pt x="107577" y="114572"/>
                  </a:lnTo>
                  <a:lnTo>
                    <a:pt x="104949" y="114957"/>
                  </a:lnTo>
                  <a:lnTo>
                    <a:pt x="103250" y="115206"/>
                  </a:lnTo>
                  <a:lnTo>
                    <a:pt x="98161" y="115952"/>
                  </a:lnTo>
                  <a:lnTo>
                    <a:pt x="97873" y="115994"/>
                  </a:lnTo>
                  <a:lnTo>
                    <a:pt x="96096" y="116254"/>
                  </a:lnTo>
                  <a:lnTo>
                    <a:pt x="95918" y="116278"/>
                  </a:lnTo>
                  <a:lnTo>
                    <a:pt x="89283" y="117168"/>
                  </a:lnTo>
                  <a:lnTo>
                    <a:pt x="83487" y="117945"/>
                  </a:lnTo>
                  <a:lnTo>
                    <a:pt x="82608" y="118063"/>
                  </a:lnTo>
                  <a:lnTo>
                    <a:pt x="76669" y="118859"/>
                  </a:lnTo>
                  <a:lnTo>
                    <a:pt x="75546" y="119009"/>
                  </a:lnTo>
                  <a:lnTo>
                    <a:pt x="74381" y="119165"/>
                  </a:lnTo>
                  <a:lnTo>
                    <a:pt x="74163" y="119195"/>
                  </a:lnTo>
                  <a:lnTo>
                    <a:pt x="70062" y="119765"/>
                  </a:lnTo>
                  <a:lnTo>
                    <a:pt x="68132" y="120034"/>
                  </a:lnTo>
                  <a:lnTo>
                    <a:pt x="62989" y="120749"/>
                  </a:lnTo>
                  <a:lnTo>
                    <a:pt x="60823" y="121050"/>
                  </a:lnTo>
                  <a:lnTo>
                    <a:pt x="59231" y="121272"/>
                  </a:lnTo>
                  <a:lnTo>
                    <a:pt x="56388" y="121723"/>
                  </a:lnTo>
                  <a:lnTo>
                    <a:pt x="54252" y="122062"/>
                  </a:lnTo>
                  <a:lnTo>
                    <a:pt x="53877" y="122122"/>
                  </a:lnTo>
                  <a:lnTo>
                    <a:pt x="50452" y="122665"/>
                  </a:lnTo>
                  <a:lnTo>
                    <a:pt x="49469" y="122821"/>
                  </a:lnTo>
                  <a:lnTo>
                    <a:pt x="48040" y="123048"/>
                  </a:lnTo>
                  <a:lnTo>
                    <a:pt x="47303" y="123128"/>
                  </a:lnTo>
                  <a:lnTo>
                    <a:pt x="46367" y="123229"/>
                  </a:lnTo>
                  <a:lnTo>
                    <a:pt x="40037" y="123914"/>
                  </a:lnTo>
                  <a:lnTo>
                    <a:pt x="39529" y="123969"/>
                  </a:lnTo>
                  <a:lnTo>
                    <a:pt x="37330" y="124207"/>
                  </a:lnTo>
                  <a:lnTo>
                    <a:pt x="37033" y="124239"/>
                  </a:lnTo>
                  <a:lnTo>
                    <a:pt x="35521" y="124403"/>
                  </a:lnTo>
                  <a:lnTo>
                    <a:pt x="34728" y="124410"/>
                  </a:lnTo>
                  <a:lnTo>
                    <a:pt x="34665" y="123954"/>
                  </a:lnTo>
                  <a:lnTo>
                    <a:pt x="34622" y="123638"/>
                  </a:lnTo>
                  <a:lnTo>
                    <a:pt x="34298" y="121288"/>
                  </a:lnTo>
                  <a:lnTo>
                    <a:pt x="33464" y="115225"/>
                  </a:lnTo>
                  <a:lnTo>
                    <a:pt x="31933" y="115265"/>
                  </a:lnTo>
                  <a:lnTo>
                    <a:pt x="31575" y="113040"/>
                  </a:lnTo>
                  <a:lnTo>
                    <a:pt x="31303" y="111344"/>
                  </a:lnTo>
                  <a:lnTo>
                    <a:pt x="30214" y="105226"/>
                  </a:lnTo>
                  <a:lnTo>
                    <a:pt x="30115" y="104671"/>
                  </a:lnTo>
                  <a:lnTo>
                    <a:pt x="29898" y="101922"/>
                  </a:lnTo>
                  <a:lnTo>
                    <a:pt x="29640" y="98672"/>
                  </a:lnTo>
                  <a:lnTo>
                    <a:pt x="29618" y="98389"/>
                  </a:lnTo>
                  <a:lnTo>
                    <a:pt x="29139" y="96696"/>
                  </a:lnTo>
                  <a:lnTo>
                    <a:pt x="28685" y="96207"/>
                  </a:lnTo>
                  <a:lnTo>
                    <a:pt x="27041" y="93986"/>
                  </a:lnTo>
                  <a:lnTo>
                    <a:pt x="25292" y="91025"/>
                  </a:lnTo>
                  <a:lnTo>
                    <a:pt x="23942" y="88215"/>
                  </a:lnTo>
                  <a:lnTo>
                    <a:pt x="23071" y="85758"/>
                  </a:lnTo>
                  <a:lnTo>
                    <a:pt x="22633" y="84536"/>
                  </a:lnTo>
                  <a:lnTo>
                    <a:pt x="21069" y="80165"/>
                  </a:lnTo>
                  <a:lnTo>
                    <a:pt x="19822" y="77514"/>
                  </a:lnTo>
                  <a:lnTo>
                    <a:pt x="21412" y="76069"/>
                  </a:lnTo>
                  <a:lnTo>
                    <a:pt x="21185" y="73981"/>
                  </a:lnTo>
                  <a:lnTo>
                    <a:pt x="22924" y="70810"/>
                  </a:lnTo>
                  <a:lnTo>
                    <a:pt x="22669" y="69807"/>
                  </a:lnTo>
                  <a:lnTo>
                    <a:pt x="22857" y="69521"/>
                  </a:lnTo>
                  <a:lnTo>
                    <a:pt x="23187" y="69017"/>
                  </a:lnTo>
                  <a:lnTo>
                    <a:pt x="23408" y="68680"/>
                  </a:lnTo>
                  <a:lnTo>
                    <a:pt x="22997" y="66683"/>
                  </a:lnTo>
                  <a:lnTo>
                    <a:pt x="23992" y="65158"/>
                  </a:lnTo>
                  <a:lnTo>
                    <a:pt x="24511" y="63683"/>
                  </a:lnTo>
                  <a:lnTo>
                    <a:pt x="24707" y="62098"/>
                  </a:lnTo>
                  <a:lnTo>
                    <a:pt x="24511" y="61586"/>
                  </a:lnTo>
                  <a:lnTo>
                    <a:pt x="22665" y="56779"/>
                  </a:lnTo>
                  <a:lnTo>
                    <a:pt x="21959" y="55948"/>
                  </a:lnTo>
                  <a:lnTo>
                    <a:pt x="14910" y="47648"/>
                  </a:lnTo>
                  <a:lnTo>
                    <a:pt x="11818" y="47046"/>
                  </a:lnTo>
                  <a:lnTo>
                    <a:pt x="11436" y="35406"/>
                  </a:lnTo>
                  <a:lnTo>
                    <a:pt x="12464" y="35640"/>
                  </a:lnTo>
                  <a:lnTo>
                    <a:pt x="19520" y="37248"/>
                  </a:lnTo>
                  <a:lnTo>
                    <a:pt x="20526" y="36304"/>
                  </a:lnTo>
                  <a:lnTo>
                    <a:pt x="20816" y="34981"/>
                  </a:lnTo>
                  <a:lnTo>
                    <a:pt x="19635" y="30747"/>
                  </a:lnTo>
                  <a:lnTo>
                    <a:pt x="19740" y="27912"/>
                  </a:lnTo>
                  <a:lnTo>
                    <a:pt x="19657" y="25068"/>
                  </a:lnTo>
                  <a:lnTo>
                    <a:pt x="19421" y="24902"/>
                  </a:lnTo>
                  <a:lnTo>
                    <a:pt x="15451" y="22130"/>
                  </a:lnTo>
                  <a:lnTo>
                    <a:pt x="13597" y="20140"/>
                  </a:lnTo>
                  <a:lnTo>
                    <a:pt x="10850" y="17189"/>
                  </a:lnTo>
                  <a:lnTo>
                    <a:pt x="10563" y="16853"/>
                  </a:lnTo>
                  <a:lnTo>
                    <a:pt x="4945" y="11733"/>
                  </a:lnTo>
                  <a:lnTo>
                    <a:pt x="3842" y="8745"/>
                  </a:lnTo>
                  <a:lnTo>
                    <a:pt x="0" y="5704"/>
                  </a:lnTo>
                  <a:lnTo>
                    <a:pt x="1428" y="5103"/>
                  </a:lnTo>
                  <a:lnTo>
                    <a:pt x="3401" y="4274"/>
                  </a:lnTo>
                  <a:lnTo>
                    <a:pt x="3647" y="4130"/>
                  </a:lnTo>
                  <a:lnTo>
                    <a:pt x="4853" y="3421"/>
                  </a:lnTo>
                  <a:lnTo>
                    <a:pt x="9224" y="852"/>
                  </a:lnTo>
                  <a:lnTo>
                    <a:pt x="10676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g104"/>
            <p:cNvSpPr/>
            <p:nvPr/>
          </p:nvSpPr>
          <p:spPr>
            <a:xfrm>
              <a:off x="2487027" y="3503789"/>
              <a:ext cx="166842" cy="126279"/>
            </a:xfrm>
            <a:custGeom>
              <a:avLst/>
              <a:pathLst>
                <a:path w="166842" h="126279">
                  <a:moveTo>
                    <a:pt x="40788" y="2947"/>
                  </a:moveTo>
                  <a:lnTo>
                    <a:pt x="43856" y="11790"/>
                  </a:lnTo>
                  <a:lnTo>
                    <a:pt x="45013" y="11220"/>
                  </a:lnTo>
                  <a:lnTo>
                    <a:pt x="46398" y="10538"/>
                  </a:lnTo>
                  <a:lnTo>
                    <a:pt x="52051" y="16710"/>
                  </a:lnTo>
                  <a:lnTo>
                    <a:pt x="53122" y="17880"/>
                  </a:lnTo>
                  <a:lnTo>
                    <a:pt x="56745" y="22336"/>
                  </a:lnTo>
                  <a:lnTo>
                    <a:pt x="58395" y="24152"/>
                  </a:lnTo>
                  <a:lnTo>
                    <a:pt x="59136" y="24968"/>
                  </a:lnTo>
                  <a:lnTo>
                    <a:pt x="61834" y="27940"/>
                  </a:lnTo>
                  <a:lnTo>
                    <a:pt x="63526" y="29803"/>
                  </a:lnTo>
                  <a:lnTo>
                    <a:pt x="66296" y="34740"/>
                  </a:lnTo>
                  <a:lnTo>
                    <a:pt x="66527" y="35153"/>
                  </a:lnTo>
                  <a:lnTo>
                    <a:pt x="67690" y="37227"/>
                  </a:lnTo>
                  <a:lnTo>
                    <a:pt x="67848" y="37508"/>
                  </a:lnTo>
                  <a:lnTo>
                    <a:pt x="68673" y="37117"/>
                  </a:lnTo>
                  <a:lnTo>
                    <a:pt x="69614" y="38243"/>
                  </a:lnTo>
                  <a:lnTo>
                    <a:pt x="73909" y="43371"/>
                  </a:lnTo>
                  <a:lnTo>
                    <a:pt x="76427" y="46105"/>
                  </a:lnTo>
                  <a:lnTo>
                    <a:pt x="76792" y="46502"/>
                  </a:lnTo>
                  <a:lnTo>
                    <a:pt x="77987" y="47864"/>
                  </a:lnTo>
                  <a:lnTo>
                    <a:pt x="79069" y="49098"/>
                  </a:lnTo>
                  <a:lnTo>
                    <a:pt x="81751" y="50982"/>
                  </a:lnTo>
                  <a:lnTo>
                    <a:pt x="83586" y="52271"/>
                  </a:lnTo>
                  <a:lnTo>
                    <a:pt x="85527" y="54909"/>
                  </a:lnTo>
                  <a:lnTo>
                    <a:pt x="86559" y="55403"/>
                  </a:lnTo>
                  <a:lnTo>
                    <a:pt x="87698" y="55947"/>
                  </a:lnTo>
                  <a:lnTo>
                    <a:pt x="89519" y="56818"/>
                  </a:lnTo>
                  <a:lnTo>
                    <a:pt x="92634" y="58307"/>
                  </a:lnTo>
                  <a:lnTo>
                    <a:pt x="93165" y="58655"/>
                  </a:lnTo>
                  <a:lnTo>
                    <a:pt x="95101" y="59928"/>
                  </a:lnTo>
                  <a:lnTo>
                    <a:pt x="96681" y="60966"/>
                  </a:lnTo>
                  <a:lnTo>
                    <a:pt x="96907" y="61115"/>
                  </a:lnTo>
                  <a:lnTo>
                    <a:pt x="98819" y="62371"/>
                  </a:lnTo>
                  <a:lnTo>
                    <a:pt x="100003" y="63002"/>
                  </a:lnTo>
                  <a:lnTo>
                    <a:pt x="101553" y="64307"/>
                  </a:lnTo>
                  <a:lnTo>
                    <a:pt x="103472" y="65923"/>
                  </a:lnTo>
                  <a:lnTo>
                    <a:pt x="103602" y="65783"/>
                  </a:lnTo>
                  <a:lnTo>
                    <a:pt x="107208" y="61890"/>
                  </a:lnTo>
                  <a:lnTo>
                    <a:pt x="110395" y="65245"/>
                  </a:lnTo>
                  <a:lnTo>
                    <a:pt x="111054" y="65938"/>
                  </a:lnTo>
                  <a:lnTo>
                    <a:pt x="111404" y="67285"/>
                  </a:lnTo>
                  <a:lnTo>
                    <a:pt x="112173" y="70242"/>
                  </a:lnTo>
                  <a:lnTo>
                    <a:pt x="112284" y="70672"/>
                  </a:lnTo>
                  <a:lnTo>
                    <a:pt x="115665" y="75846"/>
                  </a:lnTo>
                  <a:lnTo>
                    <a:pt x="116869" y="75274"/>
                  </a:lnTo>
                  <a:lnTo>
                    <a:pt x="117571" y="75539"/>
                  </a:lnTo>
                  <a:lnTo>
                    <a:pt x="117746" y="75632"/>
                  </a:lnTo>
                  <a:lnTo>
                    <a:pt x="119096" y="76353"/>
                  </a:lnTo>
                  <a:lnTo>
                    <a:pt x="121798" y="78248"/>
                  </a:lnTo>
                  <a:lnTo>
                    <a:pt x="122936" y="79045"/>
                  </a:lnTo>
                  <a:lnTo>
                    <a:pt x="124736" y="78248"/>
                  </a:lnTo>
                  <a:lnTo>
                    <a:pt x="125037" y="78115"/>
                  </a:lnTo>
                  <a:lnTo>
                    <a:pt x="125440" y="78248"/>
                  </a:lnTo>
                  <a:lnTo>
                    <a:pt x="127303" y="78861"/>
                  </a:lnTo>
                  <a:lnTo>
                    <a:pt x="128834" y="81029"/>
                  </a:lnTo>
                  <a:lnTo>
                    <a:pt x="129271" y="82378"/>
                  </a:lnTo>
                  <a:lnTo>
                    <a:pt x="130004" y="84644"/>
                  </a:lnTo>
                  <a:lnTo>
                    <a:pt x="131279" y="88585"/>
                  </a:lnTo>
                  <a:lnTo>
                    <a:pt x="130929" y="89190"/>
                  </a:lnTo>
                  <a:lnTo>
                    <a:pt x="131884" y="91719"/>
                  </a:lnTo>
                  <a:lnTo>
                    <a:pt x="132236" y="92651"/>
                  </a:lnTo>
                  <a:lnTo>
                    <a:pt x="132323" y="92882"/>
                  </a:lnTo>
                  <a:lnTo>
                    <a:pt x="134285" y="96799"/>
                  </a:lnTo>
                  <a:lnTo>
                    <a:pt x="134314" y="97298"/>
                  </a:lnTo>
                  <a:lnTo>
                    <a:pt x="134389" y="98590"/>
                  </a:lnTo>
                  <a:lnTo>
                    <a:pt x="134507" y="98823"/>
                  </a:lnTo>
                  <a:lnTo>
                    <a:pt x="134646" y="99098"/>
                  </a:lnTo>
                  <a:lnTo>
                    <a:pt x="135400" y="100590"/>
                  </a:lnTo>
                  <a:lnTo>
                    <a:pt x="135646" y="101075"/>
                  </a:lnTo>
                  <a:lnTo>
                    <a:pt x="137114" y="103980"/>
                  </a:lnTo>
                  <a:lnTo>
                    <a:pt x="140042" y="103597"/>
                  </a:lnTo>
                  <a:lnTo>
                    <a:pt x="140245" y="103553"/>
                  </a:lnTo>
                  <a:lnTo>
                    <a:pt x="147490" y="102002"/>
                  </a:lnTo>
                  <a:lnTo>
                    <a:pt x="149505" y="101570"/>
                  </a:lnTo>
                  <a:lnTo>
                    <a:pt x="150585" y="101121"/>
                  </a:lnTo>
                  <a:lnTo>
                    <a:pt x="150862" y="101367"/>
                  </a:lnTo>
                  <a:lnTo>
                    <a:pt x="153015" y="103278"/>
                  </a:lnTo>
                  <a:lnTo>
                    <a:pt x="158100" y="107791"/>
                  </a:lnTo>
                  <a:lnTo>
                    <a:pt x="158594" y="108230"/>
                  </a:lnTo>
                  <a:lnTo>
                    <a:pt x="159609" y="108304"/>
                  </a:lnTo>
                  <a:lnTo>
                    <a:pt x="166672" y="108825"/>
                  </a:lnTo>
                  <a:lnTo>
                    <a:pt x="166842" y="108837"/>
                  </a:lnTo>
                  <a:lnTo>
                    <a:pt x="166825" y="109018"/>
                  </a:lnTo>
                  <a:lnTo>
                    <a:pt x="166727" y="110089"/>
                  </a:lnTo>
                  <a:lnTo>
                    <a:pt x="166580" y="111691"/>
                  </a:lnTo>
                  <a:lnTo>
                    <a:pt x="166554" y="111969"/>
                  </a:lnTo>
                  <a:lnTo>
                    <a:pt x="166002" y="117984"/>
                  </a:lnTo>
                  <a:lnTo>
                    <a:pt x="165914" y="118949"/>
                  </a:lnTo>
                  <a:lnTo>
                    <a:pt x="165808" y="120163"/>
                  </a:lnTo>
                  <a:lnTo>
                    <a:pt x="165774" y="120559"/>
                  </a:lnTo>
                  <a:lnTo>
                    <a:pt x="165649" y="121994"/>
                  </a:lnTo>
                  <a:lnTo>
                    <a:pt x="165636" y="122148"/>
                  </a:lnTo>
                  <a:lnTo>
                    <a:pt x="165622" y="122306"/>
                  </a:lnTo>
                  <a:lnTo>
                    <a:pt x="165562" y="122997"/>
                  </a:lnTo>
                  <a:lnTo>
                    <a:pt x="165550" y="123139"/>
                  </a:lnTo>
                  <a:lnTo>
                    <a:pt x="165516" y="123531"/>
                  </a:lnTo>
                  <a:lnTo>
                    <a:pt x="165469" y="124070"/>
                  </a:lnTo>
                  <a:lnTo>
                    <a:pt x="165446" y="124339"/>
                  </a:lnTo>
                  <a:lnTo>
                    <a:pt x="165422" y="124614"/>
                  </a:lnTo>
                  <a:lnTo>
                    <a:pt x="165409" y="124763"/>
                  </a:lnTo>
                  <a:lnTo>
                    <a:pt x="165396" y="124906"/>
                  </a:lnTo>
                  <a:lnTo>
                    <a:pt x="165376" y="125137"/>
                  </a:lnTo>
                  <a:lnTo>
                    <a:pt x="165326" y="125720"/>
                  </a:lnTo>
                  <a:lnTo>
                    <a:pt x="165275" y="126279"/>
                  </a:lnTo>
                  <a:lnTo>
                    <a:pt x="164815" y="126247"/>
                  </a:lnTo>
                  <a:lnTo>
                    <a:pt x="159034" y="125851"/>
                  </a:lnTo>
                  <a:lnTo>
                    <a:pt x="154584" y="125546"/>
                  </a:lnTo>
                  <a:lnTo>
                    <a:pt x="151775" y="125354"/>
                  </a:lnTo>
                  <a:lnTo>
                    <a:pt x="143018" y="124754"/>
                  </a:lnTo>
                  <a:lnTo>
                    <a:pt x="139903" y="124540"/>
                  </a:lnTo>
                  <a:lnTo>
                    <a:pt x="133549" y="124632"/>
                  </a:lnTo>
                  <a:lnTo>
                    <a:pt x="124096" y="124127"/>
                  </a:lnTo>
                  <a:lnTo>
                    <a:pt x="115745" y="123815"/>
                  </a:lnTo>
                  <a:lnTo>
                    <a:pt x="114101" y="123707"/>
                  </a:lnTo>
                  <a:lnTo>
                    <a:pt x="107412" y="123269"/>
                  </a:lnTo>
                  <a:lnTo>
                    <a:pt x="103589" y="122652"/>
                  </a:lnTo>
                  <a:lnTo>
                    <a:pt x="99122" y="122276"/>
                  </a:lnTo>
                  <a:lnTo>
                    <a:pt x="98274" y="122178"/>
                  </a:lnTo>
                  <a:lnTo>
                    <a:pt x="92394" y="121499"/>
                  </a:lnTo>
                  <a:lnTo>
                    <a:pt x="91069" y="121347"/>
                  </a:lnTo>
                  <a:lnTo>
                    <a:pt x="90480" y="121279"/>
                  </a:lnTo>
                  <a:lnTo>
                    <a:pt x="87739" y="120898"/>
                  </a:lnTo>
                  <a:lnTo>
                    <a:pt x="85483" y="120585"/>
                  </a:lnTo>
                  <a:lnTo>
                    <a:pt x="83487" y="120309"/>
                  </a:lnTo>
                  <a:lnTo>
                    <a:pt x="83022" y="120244"/>
                  </a:lnTo>
                  <a:lnTo>
                    <a:pt x="76493" y="119440"/>
                  </a:lnTo>
                  <a:lnTo>
                    <a:pt x="74874" y="119241"/>
                  </a:lnTo>
                  <a:lnTo>
                    <a:pt x="70854" y="118487"/>
                  </a:lnTo>
                  <a:lnTo>
                    <a:pt x="70456" y="118413"/>
                  </a:lnTo>
                  <a:lnTo>
                    <a:pt x="66775" y="118162"/>
                  </a:lnTo>
                  <a:lnTo>
                    <a:pt x="59068" y="118122"/>
                  </a:lnTo>
                  <a:lnTo>
                    <a:pt x="57830" y="118116"/>
                  </a:lnTo>
                  <a:lnTo>
                    <a:pt x="56982" y="118112"/>
                  </a:lnTo>
                  <a:lnTo>
                    <a:pt x="54106" y="118175"/>
                  </a:lnTo>
                  <a:lnTo>
                    <a:pt x="52417" y="118212"/>
                  </a:lnTo>
                  <a:lnTo>
                    <a:pt x="49348" y="116632"/>
                  </a:lnTo>
                  <a:lnTo>
                    <a:pt x="49104" y="116506"/>
                  </a:lnTo>
                  <a:lnTo>
                    <a:pt x="46426" y="114003"/>
                  </a:lnTo>
                  <a:lnTo>
                    <a:pt x="44115" y="111454"/>
                  </a:lnTo>
                  <a:lnTo>
                    <a:pt x="41497" y="108567"/>
                  </a:lnTo>
                  <a:lnTo>
                    <a:pt x="41349" y="108403"/>
                  </a:lnTo>
                  <a:lnTo>
                    <a:pt x="41136" y="107847"/>
                  </a:lnTo>
                  <a:lnTo>
                    <a:pt x="40784" y="106923"/>
                  </a:lnTo>
                  <a:lnTo>
                    <a:pt x="36440" y="101881"/>
                  </a:lnTo>
                  <a:lnTo>
                    <a:pt x="30869" y="100501"/>
                  </a:lnTo>
                  <a:lnTo>
                    <a:pt x="27780" y="99862"/>
                  </a:lnTo>
                  <a:lnTo>
                    <a:pt x="25087" y="99305"/>
                  </a:lnTo>
                  <a:lnTo>
                    <a:pt x="23473" y="98971"/>
                  </a:lnTo>
                  <a:lnTo>
                    <a:pt x="20561" y="98369"/>
                  </a:lnTo>
                  <a:lnTo>
                    <a:pt x="20397" y="98278"/>
                  </a:lnTo>
                  <a:lnTo>
                    <a:pt x="18219" y="97081"/>
                  </a:lnTo>
                  <a:lnTo>
                    <a:pt x="12306" y="93831"/>
                  </a:lnTo>
                  <a:lnTo>
                    <a:pt x="10474" y="92825"/>
                  </a:lnTo>
                  <a:lnTo>
                    <a:pt x="10488" y="91713"/>
                  </a:lnTo>
                  <a:lnTo>
                    <a:pt x="10497" y="90944"/>
                  </a:lnTo>
                  <a:lnTo>
                    <a:pt x="11064" y="89652"/>
                  </a:lnTo>
                  <a:lnTo>
                    <a:pt x="11483" y="88492"/>
                  </a:lnTo>
                  <a:lnTo>
                    <a:pt x="11687" y="86718"/>
                  </a:lnTo>
                  <a:lnTo>
                    <a:pt x="11906" y="86209"/>
                  </a:lnTo>
                  <a:lnTo>
                    <a:pt x="12521" y="84789"/>
                  </a:lnTo>
                  <a:lnTo>
                    <a:pt x="12935" y="83830"/>
                  </a:lnTo>
                  <a:lnTo>
                    <a:pt x="14582" y="80022"/>
                  </a:lnTo>
                  <a:lnTo>
                    <a:pt x="14914" y="77737"/>
                  </a:lnTo>
                  <a:lnTo>
                    <a:pt x="15113" y="74215"/>
                  </a:lnTo>
                  <a:lnTo>
                    <a:pt x="15190" y="72847"/>
                  </a:lnTo>
                  <a:lnTo>
                    <a:pt x="14937" y="70942"/>
                  </a:lnTo>
                  <a:lnTo>
                    <a:pt x="8629" y="71627"/>
                  </a:lnTo>
                  <a:lnTo>
                    <a:pt x="8513" y="71366"/>
                  </a:lnTo>
                  <a:lnTo>
                    <a:pt x="6944" y="67823"/>
                  </a:lnTo>
                  <a:lnTo>
                    <a:pt x="5738" y="65100"/>
                  </a:lnTo>
                  <a:lnTo>
                    <a:pt x="4717" y="63890"/>
                  </a:lnTo>
                  <a:lnTo>
                    <a:pt x="3790" y="61485"/>
                  </a:lnTo>
                  <a:lnTo>
                    <a:pt x="1463" y="55446"/>
                  </a:lnTo>
                  <a:lnTo>
                    <a:pt x="383" y="53008"/>
                  </a:lnTo>
                  <a:lnTo>
                    <a:pt x="0" y="52142"/>
                  </a:lnTo>
                  <a:lnTo>
                    <a:pt x="1737" y="51675"/>
                  </a:lnTo>
                  <a:lnTo>
                    <a:pt x="4829" y="50120"/>
                  </a:lnTo>
                  <a:lnTo>
                    <a:pt x="9726" y="49459"/>
                  </a:lnTo>
                  <a:lnTo>
                    <a:pt x="13566" y="49217"/>
                  </a:lnTo>
                  <a:lnTo>
                    <a:pt x="17002" y="48213"/>
                  </a:lnTo>
                  <a:lnTo>
                    <a:pt x="18139" y="46620"/>
                  </a:lnTo>
                  <a:lnTo>
                    <a:pt x="24033" y="46176"/>
                  </a:lnTo>
                  <a:lnTo>
                    <a:pt x="36893" y="43266"/>
                  </a:lnTo>
                  <a:lnTo>
                    <a:pt x="36756" y="42608"/>
                  </a:lnTo>
                  <a:lnTo>
                    <a:pt x="35690" y="37496"/>
                  </a:lnTo>
                  <a:lnTo>
                    <a:pt x="39985" y="36869"/>
                  </a:lnTo>
                  <a:lnTo>
                    <a:pt x="38145" y="30798"/>
                  </a:lnTo>
                  <a:lnTo>
                    <a:pt x="36377" y="25981"/>
                  </a:lnTo>
                  <a:lnTo>
                    <a:pt x="33727" y="20161"/>
                  </a:lnTo>
                  <a:lnTo>
                    <a:pt x="28524" y="12836"/>
                  </a:lnTo>
                  <a:lnTo>
                    <a:pt x="31174" y="4909"/>
                  </a:lnTo>
                  <a:lnTo>
                    <a:pt x="33699" y="2047"/>
                  </a:lnTo>
                  <a:lnTo>
                    <a:pt x="3698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g105"/>
            <p:cNvSpPr/>
            <p:nvPr/>
          </p:nvSpPr>
          <p:spPr>
            <a:xfrm>
              <a:off x="2508504" y="3628330"/>
              <a:ext cx="191422" cy="131410"/>
            </a:xfrm>
            <a:custGeom>
              <a:avLst/>
              <a:pathLst>
                <a:path w="191422" h="131410">
                  <a:moveTo>
                    <a:pt x="118426" y="0"/>
                  </a:moveTo>
                  <a:lnTo>
                    <a:pt x="118288" y="1768"/>
                  </a:lnTo>
                  <a:lnTo>
                    <a:pt x="118218" y="2663"/>
                  </a:lnTo>
                  <a:lnTo>
                    <a:pt x="117979" y="5727"/>
                  </a:lnTo>
                  <a:lnTo>
                    <a:pt x="117924" y="6431"/>
                  </a:lnTo>
                  <a:lnTo>
                    <a:pt x="117870" y="7127"/>
                  </a:lnTo>
                  <a:lnTo>
                    <a:pt x="117732" y="8896"/>
                  </a:lnTo>
                  <a:lnTo>
                    <a:pt x="117593" y="10686"/>
                  </a:lnTo>
                  <a:lnTo>
                    <a:pt x="117577" y="10886"/>
                  </a:lnTo>
                  <a:lnTo>
                    <a:pt x="117553" y="11189"/>
                  </a:lnTo>
                  <a:lnTo>
                    <a:pt x="117345" y="13862"/>
                  </a:lnTo>
                  <a:lnTo>
                    <a:pt x="117334" y="14001"/>
                  </a:lnTo>
                  <a:lnTo>
                    <a:pt x="117314" y="14262"/>
                  </a:lnTo>
                  <a:lnTo>
                    <a:pt x="117166" y="16152"/>
                  </a:lnTo>
                  <a:lnTo>
                    <a:pt x="117097" y="17038"/>
                  </a:lnTo>
                  <a:lnTo>
                    <a:pt x="117018" y="18051"/>
                  </a:lnTo>
                  <a:lnTo>
                    <a:pt x="116952" y="18904"/>
                  </a:lnTo>
                  <a:lnTo>
                    <a:pt x="116897" y="19607"/>
                  </a:lnTo>
                  <a:lnTo>
                    <a:pt x="116810" y="20723"/>
                  </a:lnTo>
                  <a:lnTo>
                    <a:pt x="116761" y="21418"/>
                  </a:lnTo>
                  <a:lnTo>
                    <a:pt x="116735" y="21776"/>
                  </a:lnTo>
                  <a:lnTo>
                    <a:pt x="116701" y="22260"/>
                  </a:lnTo>
                  <a:lnTo>
                    <a:pt x="116656" y="22893"/>
                  </a:lnTo>
                  <a:lnTo>
                    <a:pt x="116537" y="24556"/>
                  </a:lnTo>
                  <a:lnTo>
                    <a:pt x="116457" y="25690"/>
                  </a:lnTo>
                  <a:lnTo>
                    <a:pt x="116396" y="26545"/>
                  </a:lnTo>
                  <a:lnTo>
                    <a:pt x="116331" y="27464"/>
                  </a:lnTo>
                  <a:lnTo>
                    <a:pt x="116285" y="28101"/>
                  </a:lnTo>
                  <a:lnTo>
                    <a:pt x="116266" y="28380"/>
                  </a:lnTo>
                  <a:lnTo>
                    <a:pt x="116240" y="28737"/>
                  </a:lnTo>
                  <a:lnTo>
                    <a:pt x="116211" y="29262"/>
                  </a:lnTo>
                  <a:lnTo>
                    <a:pt x="116112" y="31084"/>
                  </a:lnTo>
                  <a:lnTo>
                    <a:pt x="116069" y="31877"/>
                  </a:lnTo>
                  <a:lnTo>
                    <a:pt x="116060" y="32037"/>
                  </a:lnTo>
                  <a:lnTo>
                    <a:pt x="116012" y="32915"/>
                  </a:lnTo>
                  <a:lnTo>
                    <a:pt x="115955" y="33957"/>
                  </a:lnTo>
                  <a:lnTo>
                    <a:pt x="115900" y="34964"/>
                  </a:lnTo>
                  <a:lnTo>
                    <a:pt x="115890" y="35154"/>
                  </a:lnTo>
                  <a:lnTo>
                    <a:pt x="115846" y="35963"/>
                  </a:lnTo>
                  <a:lnTo>
                    <a:pt x="115802" y="36759"/>
                  </a:lnTo>
                  <a:lnTo>
                    <a:pt x="115786" y="37062"/>
                  </a:lnTo>
                  <a:lnTo>
                    <a:pt x="117224" y="37199"/>
                  </a:lnTo>
                  <a:lnTo>
                    <a:pt x="118089" y="37281"/>
                  </a:lnTo>
                  <a:lnTo>
                    <a:pt x="141055" y="39470"/>
                  </a:lnTo>
                  <a:lnTo>
                    <a:pt x="146347" y="39974"/>
                  </a:lnTo>
                  <a:lnTo>
                    <a:pt x="156038" y="40538"/>
                  </a:lnTo>
                  <a:lnTo>
                    <a:pt x="166971" y="41173"/>
                  </a:lnTo>
                  <a:lnTo>
                    <a:pt x="167448" y="41201"/>
                  </a:lnTo>
                  <a:lnTo>
                    <a:pt x="167782" y="41217"/>
                  </a:lnTo>
                  <a:lnTo>
                    <a:pt x="169015" y="41277"/>
                  </a:lnTo>
                  <a:lnTo>
                    <a:pt x="170025" y="41327"/>
                  </a:lnTo>
                  <a:lnTo>
                    <a:pt x="170218" y="41344"/>
                  </a:lnTo>
                  <a:lnTo>
                    <a:pt x="172210" y="41524"/>
                  </a:lnTo>
                  <a:lnTo>
                    <a:pt x="177465" y="41998"/>
                  </a:lnTo>
                  <a:lnTo>
                    <a:pt x="178369" y="42079"/>
                  </a:lnTo>
                  <a:lnTo>
                    <a:pt x="191422" y="43087"/>
                  </a:lnTo>
                  <a:lnTo>
                    <a:pt x="190763" y="48758"/>
                  </a:lnTo>
                  <a:lnTo>
                    <a:pt x="190720" y="49128"/>
                  </a:lnTo>
                  <a:lnTo>
                    <a:pt x="190410" y="51799"/>
                  </a:lnTo>
                  <a:lnTo>
                    <a:pt x="181447" y="50783"/>
                  </a:lnTo>
                  <a:lnTo>
                    <a:pt x="181360" y="52345"/>
                  </a:lnTo>
                  <a:lnTo>
                    <a:pt x="181222" y="54816"/>
                  </a:lnTo>
                  <a:lnTo>
                    <a:pt x="181185" y="55472"/>
                  </a:lnTo>
                  <a:lnTo>
                    <a:pt x="181114" y="56749"/>
                  </a:lnTo>
                  <a:lnTo>
                    <a:pt x="181065" y="58348"/>
                  </a:lnTo>
                  <a:lnTo>
                    <a:pt x="180979" y="61163"/>
                  </a:lnTo>
                  <a:lnTo>
                    <a:pt x="180729" y="69310"/>
                  </a:lnTo>
                  <a:lnTo>
                    <a:pt x="180650" y="71913"/>
                  </a:lnTo>
                  <a:lnTo>
                    <a:pt x="180584" y="74049"/>
                  </a:lnTo>
                  <a:lnTo>
                    <a:pt x="180487" y="76898"/>
                  </a:lnTo>
                  <a:lnTo>
                    <a:pt x="180420" y="78858"/>
                  </a:lnTo>
                  <a:lnTo>
                    <a:pt x="180358" y="80683"/>
                  </a:lnTo>
                  <a:lnTo>
                    <a:pt x="180323" y="81721"/>
                  </a:lnTo>
                  <a:lnTo>
                    <a:pt x="180250" y="83863"/>
                  </a:lnTo>
                  <a:lnTo>
                    <a:pt x="180109" y="85473"/>
                  </a:lnTo>
                  <a:lnTo>
                    <a:pt x="180025" y="86433"/>
                  </a:lnTo>
                  <a:lnTo>
                    <a:pt x="179840" y="88551"/>
                  </a:lnTo>
                  <a:lnTo>
                    <a:pt x="179740" y="89703"/>
                  </a:lnTo>
                  <a:lnTo>
                    <a:pt x="179698" y="90180"/>
                  </a:lnTo>
                  <a:lnTo>
                    <a:pt x="179396" y="93629"/>
                  </a:lnTo>
                  <a:lnTo>
                    <a:pt x="179371" y="93923"/>
                  </a:lnTo>
                  <a:lnTo>
                    <a:pt x="179210" y="95764"/>
                  </a:lnTo>
                  <a:lnTo>
                    <a:pt x="179162" y="96023"/>
                  </a:lnTo>
                  <a:lnTo>
                    <a:pt x="179091" y="96409"/>
                  </a:lnTo>
                  <a:lnTo>
                    <a:pt x="179023" y="96779"/>
                  </a:lnTo>
                  <a:lnTo>
                    <a:pt x="178954" y="97149"/>
                  </a:lnTo>
                  <a:lnTo>
                    <a:pt x="179031" y="97998"/>
                  </a:lnTo>
                  <a:lnTo>
                    <a:pt x="179112" y="98892"/>
                  </a:lnTo>
                  <a:lnTo>
                    <a:pt x="179151" y="99316"/>
                  </a:lnTo>
                  <a:lnTo>
                    <a:pt x="178188" y="99578"/>
                  </a:lnTo>
                  <a:lnTo>
                    <a:pt x="177973" y="99637"/>
                  </a:lnTo>
                  <a:lnTo>
                    <a:pt x="177993" y="100746"/>
                  </a:lnTo>
                  <a:lnTo>
                    <a:pt x="178030" y="102831"/>
                  </a:lnTo>
                  <a:lnTo>
                    <a:pt x="178046" y="103716"/>
                  </a:lnTo>
                  <a:lnTo>
                    <a:pt x="178234" y="104311"/>
                  </a:lnTo>
                  <a:lnTo>
                    <a:pt x="178454" y="105007"/>
                  </a:lnTo>
                  <a:lnTo>
                    <a:pt x="178826" y="106185"/>
                  </a:lnTo>
                  <a:lnTo>
                    <a:pt x="179041" y="106863"/>
                  </a:lnTo>
                  <a:lnTo>
                    <a:pt x="179328" y="107773"/>
                  </a:lnTo>
                  <a:lnTo>
                    <a:pt x="179476" y="108242"/>
                  </a:lnTo>
                  <a:lnTo>
                    <a:pt x="179576" y="108558"/>
                  </a:lnTo>
                  <a:lnTo>
                    <a:pt x="182617" y="117266"/>
                  </a:lnTo>
                  <a:lnTo>
                    <a:pt x="183176" y="120909"/>
                  </a:lnTo>
                  <a:lnTo>
                    <a:pt x="185179" y="122715"/>
                  </a:lnTo>
                  <a:lnTo>
                    <a:pt x="184658" y="127801"/>
                  </a:lnTo>
                  <a:lnTo>
                    <a:pt x="184694" y="131410"/>
                  </a:lnTo>
                  <a:lnTo>
                    <a:pt x="171405" y="129256"/>
                  </a:lnTo>
                  <a:lnTo>
                    <a:pt x="138714" y="123236"/>
                  </a:lnTo>
                  <a:lnTo>
                    <a:pt x="118393" y="117817"/>
                  </a:lnTo>
                  <a:lnTo>
                    <a:pt x="106907" y="116613"/>
                  </a:lnTo>
                  <a:lnTo>
                    <a:pt x="93654" y="115409"/>
                  </a:lnTo>
                  <a:lnTo>
                    <a:pt x="84612" y="114638"/>
                  </a:lnTo>
                  <a:lnTo>
                    <a:pt x="79518" y="114205"/>
                  </a:lnTo>
                  <a:lnTo>
                    <a:pt x="55662" y="109689"/>
                  </a:lnTo>
                  <a:lnTo>
                    <a:pt x="27389" y="99153"/>
                  </a:lnTo>
                  <a:lnTo>
                    <a:pt x="12074" y="92530"/>
                  </a:lnTo>
                  <a:lnTo>
                    <a:pt x="5890" y="85907"/>
                  </a:lnTo>
                  <a:lnTo>
                    <a:pt x="0" y="75371"/>
                  </a:lnTo>
                  <a:lnTo>
                    <a:pt x="4024" y="74869"/>
                  </a:lnTo>
                  <a:lnTo>
                    <a:pt x="5252" y="71608"/>
                  </a:lnTo>
                  <a:lnTo>
                    <a:pt x="9508" y="68864"/>
                  </a:lnTo>
                  <a:lnTo>
                    <a:pt x="11569" y="66355"/>
                  </a:lnTo>
                  <a:lnTo>
                    <a:pt x="10686" y="64750"/>
                  </a:lnTo>
                  <a:lnTo>
                    <a:pt x="16949" y="60408"/>
                  </a:lnTo>
                  <a:lnTo>
                    <a:pt x="19914" y="60888"/>
                  </a:lnTo>
                  <a:lnTo>
                    <a:pt x="20363" y="61267"/>
                  </a:lnTo>
                  <a:lnTo>
                    <a:pt x="20911" y="61168"/>
                  </a:lnTo>
                  <a:lnTo>
                    <a:pt x="21110" y="60783"/>
                  </a:lnTo>
                  <a:lnTo>
                    <a:pt x="23749" y="55695"/>
                  </a:lnTo>
                  <a:lnTo>
                    <a:pt x="27142" y="58950"/>
                  </a:lnTo>
                  <a:lnTo>
                    <a:pt x="30113" y="57254"/>
                  </a:lnTo>
                  <a:lnTo>
                    <a:pt x="30349" y="57119"/>
                  </a:lnTo>
                  <a:lnTo>
                    <a:pt x="30064" y="56642"/>
                  </a:lnTo>
                  <a:lnTo>
                    <a:pt x="23015" y="49280"/>
                  </a:lnTo>
                  <a:lnTo>
                    <a:pt x="25743" y="46215"/>
                  </a:lnTo>
                  <a:lnTo>
                    <a:pt x="26627" y="45258"/>
                  </a:lnTo>
                  <a:lnTo>
                    <a:pt x="27062" y="44788"/>
                  </a:lnTo>
                  <a:lnTo>
                    <a:pt x="27306" y="44525"/>
                  </a:lnTo>
                  <a:lnTo>
                    <a:pt x="27836" y="43864"/>
                  </a:lnTo>
                  <a:lnTo>
                    <a:pt x="28286" y="43303"/>
                  </a:lnTo>
                  <a:lnTo>
                    <a:pt x="28640" y="42862"/>
                  </a:lnTo>
                  <a:lnTo>
                    <a:pt x="30486" y="40561"/>
                  </a:lnTo>
                  <a:lnTo>
                    <a:pt x="31534" y="39256"/>
                  </a:lnTo>
                  <a:lnTo>
                    <a:pt x="32057" y="38604"/>
                  </a:lnTo>
                  <a:lnTo>
                    <a:pt x="33367" y="37737"/>
                  </a:lnTo>
                  <a:lnTo>
                    <a:pt x="33590" y="37590"/>
                  </a:lnTo>
                  <a:lnTo>
                    <a:pt x="31771" y="35476"/>
                  </a:lnTo>
                  <a:lnTo>
                    <a:pt x="34371" y="33264"/>
                  </a:lnTo>
                  <a:lnTo>
                    <a:pt x="34696" y="32988"/>
                  </a:lnTo>
                  <a:lnTo>
                    <a:pt x="34993" y="32824"/>
                  </a:lnTo>
                  <a:lnTo>
                    <a:pt x="36466" y="32586"/>
                  </a:lnTo>
                  <a:lnTo>
                    <a:pt x="36884" y="32929"/>
                  </a:lnTo>
                  <a:lnTo>
                    <a:pt x="38566" y="34307"/>
                  </a:lnTo>
                  <a:lnTo>
                    <a:pt x="38700" y="34221"/>
                  </a:lnTo>
                  <a:lnTo>
                    <a:pt x="39937" y="33426"/>
                  </a:lnTo>
                  <a:lnTo>
                    <a:pt x="40338" y="33168"/>
                  </a:lnTo>
                  <a:lnTo>
                    <a:pt x="41011" y="32735"/>
                  </a:lnTo>
                  <a:lnTo>
                    <a:pt x="41571" y="32375"/>
                  </a:lnTo>
                  <a:lnTo>
                    <a:pt x="41869" y="32183"/>
                  </a:lnTo>
                  <a:lnTo>
                    <a:pt x="42163" y="32322"/>
                  </a:lnTo>
                  <a:lnTo>
                    <a:pt x="42634" y="32545"/>
                  </a:lnTo>
                  <a:lnTo>
                    <a:pt x="42885" y="32488"/>
                  </a:lnTo>
                  <a:lnTo>
                    <a:pt x="43238" y="32408"/>
                  </a:lnTo>
                  <a:lnTo>
                    <a:pt x="43460" y="32357"/>
                  </a:lnTo>
                  <a:lnTo>
                    <a:pt x="43635" y="32317"/>
                  </a:lnTo>
                  <a:lnTo>
                    <a:pt x="43879" y="32262"/>
                  </a:lnTo>
                  <a:lnTo>
                    <a:pt x="44225" y="32183"/>
                  </a:lnTo>
                  <a:lnTo>
                    <a:pt x="44327" y="32322"/>
                  </a:lnTo>
                  <a:lnTo>
                    <a:pt x="44462" y="32505"/>
                  </a:lnTo>
                  <a:lnTo>
                    <a:pt x="44500" y="32188"/>
                  </a:lnTo>
                  <a:lnTo>
                    <a:pt x="45089" y="27353"/>
                  </a:lnTo>
                  <a:lnTo>
                    <a:pt x="46053" y="26988"/>
                  </a:lnTo>
                  <a:lnTo>
                    <a:pt x="46250" y="26913"/>
                  </a:lnTo>
                  <a:lnTo>
                    <a:pt x="47880" y="26295"/>
                  </a:lnTo>
                  <a:lnTo>
                    <a:pt x="48997" y="23136"/>
                  </a:lnTo>
                  <a:lnTo>
                    <a:pt x="49301" y="22276"/>
                  </a:lnTo>
                  <a:lnTo>
                    <a:pt x="47405" y="21515"/>
                  </a:lnTo>
                  <a:lnTo>
                    <a:pt x="51705" y="20789"/>
                  </a:lnTo>
                  <a:lnTo>
                    <a:pt x="52642" y="19548"/>
                  </a:lnTo>
                  <a:lnTo>
                    <a:pt x="52882" y="19088"/>
                  </a:lnTo>
                  <a:lnTo>
                    <a:pt x="53097" y="18676"/>
                  </a:lnTo>
                  <a:lnTo>
                    <a:pt x="53861" y="17216"/>
                  </a:lnTo>
                  <a:lnTo>
                    <a:pt x="54090" y="16776"/>
                  </a:lnTo>
                  <a:lnTo>
                    <a:pt x="54704" y="16438"/>
                  </a:lnTo>
                  <a:lnTo>
                    <a:pt x="55992" y="17389"/>
                  </a:lnTo>
                  <a:lnTo>
                    <a:pt x="57136" y="17894"/>
                  </a:lnTo>
                  <a:lnTo>
                    <a:pt x="61394" y="19308"/>
                  </a:lnTo>
                  <a:lnTo>
                    <a:pt x="61529" y="19353"/>
                  </a:lnTo>
                  <a:lnTo>
                    <a:pt x="61747" y="19420"/>
                  </a:lnTo>
                  <a:lnTo>
                    <a:pt x="63941" y="20103"/>
                  </a:lnTo>
                  <a:lnTo>
                    <a:pt x="63946" y="20339"/>
                  </a:lnTo>
                  <a:lnTo>
                    <a:pt x="63954" y="20718"/>
                  </a:lnTo>
                  <a:lnTo>
                    <a:pt x="63979" y="21918"/>
                  </a:lnTo>
                  <a:lnTo>
                    <a:pt x="63985" y="22186"/>
                  </a:lnTo>
                  <a:lnTo>
                    <a:pt x="64495" y="22089"/>
                  </a:lnTo>
                  <a:lnTo>
                    <a:pt x="64763" y="22039"/>
                  </a:lnTo>
                  <a:lnTo>
                    <a:pt x="65037" y="21987"/>
                  </a:lnTo>
                  <a:lnTo>
                    <a:pt x="65451" y="21908"/>
                  </a:lnTo>
                  <a:lnTo>
                    <a:pt x="65590" y="21882"/>
                  </a:lnTo>
                  <a:lnTo>
                    <a:pt x="65973" y="21810"/>
                  </a:lnTo>
                  <a:lnTo>
                    <a:pt x="69056" y="21353"/>
                  </a:lnTo>
                  <a:lnTo>
                    <a:pt x="69798" y="21243"/>
                  </a:lnTo>
                  <a:lnTo>
                    <a:pt x="70076" y="21202"/>
                  </a:lnTo>
                  <a:lnTo>
                    <a:pt x="70406" y="21153"/>
                  </a:lnTo>
                  <a:lnTo>
                    <a:pt x="70976" y="21069"/>
                  </a:lnTo>
                  <a:lnTo>
                    <a:pt x="71156" y="21042"/>
                  </a:lnTo>
                  <a:lnTo>
                    <a:pt x="74778" y="20276"/>
                  </a:lnTo>
                  <a:lnTo>
                    <a:pt x="75427" y="20139"/>
                  </a:lnTo>
                  <a:lnTo>
                    <a:pt x="75571" y="20000"/>
                  </a:lnTo>
                  <a:lnTo>
                    <a:pt x="75913" y="19672"/>
                  </a:lnTo>
                  <a:lnTo>
                    <a:pt x="77072" y="19608"/>
                  </a:lnTo>
                  <a:lnTo>
                    <a:pt x="78092" y="19552"/>
                  </a:lnTo>
                  <a:lnTo>
                    <a:pt x="78280" y="19519"/>
                  </a:lnTo>
                  <a:lnTo>
                    <a:pt x="79383" y="19324"/>
                  </a:lnTo>
                  <a:lnTo>
                    <a:pt x="80064" y="19204"/>
                  </a:lnTo>
                  <a:lnTo>
                    <a:pt x="81476" y="18954"/>
                  </a:lnTo>
                  <a:lnTo>
                    <a:pt x="82952" y="18694"/>
                  </a:lnTo>
                  <a:lnTo>
                    <a:pt x="84832" y="18397"/>
                  </a:lnTo>
                  <a:lnTo>
                    <a:pt x="85104" y="18354"/>
                  </a:lnTo>
                  <a:lnTo>
                    <a:pt x="85337" y="18318"/>
                  </a:lnTo>
                  <a:lnTo>
                    <a:pt x="86234" y="18142"/>
                  </a:lnTo>
                  <a:lnTo>
                    <a:pt x="87646" y="17866"/>
                  </a:lnTo>
                  <a:lnTo>
                    <a:pt x="88011" y="17794"/>
                  </a:lnTo>
                  <a:lnTo>
                    <a:pt x="88402" y="17598"/>
                  </a:lnTo>
                  <a:lnTo>
                    <a:pt x="88585" y="17506"/>
                  </a:lnTo>
                  <a:lnTo>
                    <a:pt x="89015" y="17291"/>
                  </a:lnTo>
                  <a:lnTo>
                    <a:pt x="89484" y="17056"/>
                  </a:lnTo>
                  <a:lnTo>
                    <a:pt x="90974" y="16310"/>
                  </a:lnTo>
                  <a:lnTo>
                    <a:pt x="94055" y="14767"/>
                  </a:lnTo>
                  <a:lnTo>
                    <a:pt x="94275" y="14657"/>
                  </a:lnTo>
                  <a:lnTo>
                    <a:pt x="94716" y="14477"/>
                  </a:lnTo>
                  <a:lnTo>
                    <a:pt x="95000" y="14905"/>
                  </a:lnTo>
                  <a:lnTo>
                    <a:pt x="95175" y="15170"/>
                  </a:lnTo>
                  <a:lnTo>
                    <a:pt x="95631" y="15859"/>
                  </a:lnTo>
                  <a:lnTo>
                    <a:pt x="95731" y="16009"/>
                  </a:lnTo>
                  <a:lnTo>
                    <a:pt x="96388" y="17001"/>
                  </a:lnTo>
                  <a:lnTo>
                    <a:pt x="96533" y="17219"/>
                  </a:lnTo>
                  <a:lnTo>
                    <a:pt x="96890" y="17757"/>
                  </a:lnTo>
                  <a:lnTo>
                    <a:pt x="97817" y="19157"/>
                  </a:lnTo>
                  <a:lnTo>
                    <a:pt x="98475" y="19955"/>
                  </a:lnTo>
                  <a:lnTo>
                    <a:pt x="99221" y="20861"/>
                  </a:lnTo>
                  <a:lnTo>
                    <a:pt x="99774" y="20537"/>
                  </a:lnTo>
                  <a:lnTo>
                    <a:pt x="102380" y="20384"/>
                  </a:lnTo>
                  <a:lnTo>
                    <a:pt x="103783" y="20701"/>
                  </a:lnTo>
                  <a:lnTo>
                    <a:pt x="105877" y="21174"/>
                  </a:lnTo>
                  <a:lnTo>
                    <a:pt x="109707" y="21300"/>
                  </a:lnTo>
                  <a:lnTo>
                    <a:pt x="110144" y="21314"/>
                  </a:lnTo>
                  <a:lnTo>
                    <a:pt x="110467" y="21324"/>
                  </a:lnTo>
                  <a:lnTo>
                    <a:pt x="110489" y="21029"/>
                  </a:lnTo>
                  <a:lnTo>
                    <a:pt x="110734" y="17795"/>
                  </a:lnTo>
                  <a:lnTo>
                    <a:pt x="110772" y="17291"/>
                  </a:lnTo>
                  <a:lnTo>
                    <a:pt x="110864" y="16068"/>
                  </a:lnTo>
                  <a:lnTo>
                    <a:pt x="110894" y="15677"/>
                  </a:lnTo>
                  <a:lnTo>
                    <a:pt x="111193" y="11720"/>
                  </a:lnTo>
                  <a:lnTo>
                    <a:pt x="111233" y="11189"/>
                  </a:lnTo>
                  <a:lnTo>
                    <a:pt x="111325" y="9975"/>
                  </a:lnTo>
                  <a:lnTo>
                    <a:pt x="111334" y="9846"/>
                  </a:lnTo>
                  <a:lnTo>
                    <a:pt x="111373" y="9333"/>
                  </a:lnTo>
                  <a:lnTo>
                    <a:pt x="111478" y="7939"/>
                  </a:lnTo>
                  <a:lnTo>
                    <a:pt x="111539" y="7140"/>
                  </a:lnTo>
                  <a:lnTo>
                    <a:pt x="111635" y="5874"/>
                  </a:lnTo>
                  <a:lnTo>
                    <a:pt x="111651" y="5657"/>
                  </a:lnTo>
                  <a:lnTo>
                    <a:pt x="111689" y="5156"/>
                  </a:lnTo>
                  <a:lnTo>
                    <a:pt x="111790" y="3821"/>
                  </a:lnTo>
                  <a:lnTo>
                    <a:pt x="111838" y="3180"/>
                  </a:lnTo>
                  <a:lnTo>
                    <a:pt x="111943" y="1797"/>
                  </a:lnTo>
                  <a:lnTo>
                    <a:pt x="111967" y="1477"/>
                  </a:lnTo>
                  <a:lnTo>
                    <a:pt x="112000" y="1037"/>
                  </a:lnTo>
                  <a:lnTo>
                    <a:pt x="112117" y="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g106"/>
            <p:cNvSpPr/>
            <p:nvPr/>
          </p:nvSpPr>
          <p:spPr>
            <a:xfrm>
              <a:off x="2509413" y="3760252"/>
              <a:ext cx="138198" cy="168809"/>
            </a:xfrm>
            <a:custGeom>
              <a:avLst/>
              <a:pathLst>
                <a:path w="138198" h="168809">
                  <a:moveTo>
                    <a:pt x="103785" y="48035"/>
                  </a:moveTo>
                  <a:lnTo>
                    <a:pt x="104129" y="55485"/>
                  </a:lnTo>
                  <a:lnTo>
                    <a:pt x="97296" y="55726"/>
                  </a:lnTo>
                  <a:lnTo>
                    <a:pt x="96778" y="67097"/>
                  </a:lnTo>
                  <a:lnTo>
                    <a:pt x="103620" y="82615"/>
                  </a:lnTo>
                  <a:lnTo>
                    <a:pt x="104976" y="85095"/>
                  </a:lnTo>
                  <a:lnTo>
                    <a:pt x="105140" y="85396"/>
                  </a:lnTo>
                  <a:lnTo>
                    <a:pt x="105485" y="86026"/>
                  </a:lnTo>
                  <a:lnTo>
                    <a:pt x="106902" y="88071"/>
                  </a:lnTo>
                  <a:lnTo>
                    <a:pt x="107092" y="88345"/>
                  </a:lnTo>
                  <a:lnTo>
                    <a:pt x="108236" y="89996"/>
                  </a:lnTo>
                  <a:lnTo>
                    <a:pt x="110003" y="92548"/>
                  </a:lnTo>
                  <a:lnTo>
                    <a:pt x="110397" y="92955"/>
                  </a:lnTo>
                  <a:lnTo>
                    <a:pt x="110865" y="93440"/>
                  </a:lnTo>
                  <a:lnTo>
                    <a:pt x="112301" y="94926"/>
                  </a:lnTo>
                  <a:lnTo>
                    <a:pt x="113109" y="95957"/>
                  </a:lnTo>
                  <a:lnTo>
                    <a:pt x="113965" y="97048"/>
                  </a:lnTo>
                  <a:lnTo>
                    <a:pt x="114722" y="98417"/>
                  </a:lnTo>
                  <a:lnTo>
                    <a:pt x="115746" y="100269"/>
                  </a:lnTo>
                  <a:lnTo>
                    <a:pt x="117381" y="103159"/>
                  </a:lnTo>
                  <a:lnTo>
                    <a:pt x="121224" y="106200"/>
                  </a:lnTo>
                  <a:lnTo>
                    <a:pt x="122327" y="109188"/>
                  </a:lnTo>
                  <a:lnTo>
                    <a:pt x="127945" y="114308"/>
                  </a:lnTo>
                  <a:lnTo>
                    <a:pt x="128232" y="114644"/>
                  </a:lnTo>
                  <a:lnTo>
                    <a:pt x="130979" y="117595"/>
                  </a:lnTo>
                  <a:lnTo>
                    <a:pt x="132832" y="119585"/>
                  </a:lnTo>
                  <a:lnTo>
                    <a:pt x="136802" y="122357"/>
                  </a:lnTo>
                  <a:lnTo>
                    <a:pt x="137039" y="122523"/>
                  </a:lnTo>
                  <a:lnTo>
                    <a:pt x="137121" y="125366"/>
                  </a:lnTo>
                  <a:lnTo>
                    <a:pt x="137017" y="128202"/>
                  </a:lnTo>
                  <a:lnTo>
                    <a:pt x="138198" y="132436"/>
                  </a:lnTo>
                  <a:lnTo>
                    <a:pt x="137908" y="133759"/>
                  </a:lnTo>
                  <a:lnTo>
                    <a:pt x="136901" y="134703"/>
                  </a:lnTo>
                  <a:lnTo>
                    <a:pt x="129845" y="133095"/>
                  </a:lnTo>
                  <a:lnTo>
                    <a:pt x="128817" y="132861"/>
                  </a:lnTo>
                  <a:lnTo>
                    <a:pt x="123162" y="134125"/>
                  </a:lnTo>
                  <a:lnTo>
                    <a:pt x="122695" y="134079"/>
                  </a:lnTo>
                  <a:lnTo>
                    <a:pt x="121926" y="134004"/>
                  </a:lnTo>
                  <a:lnTo>
                    <a:pt x="120180" y="133939"/>
                  </a:lnTo>
                  <a:lnTo>
                    <a:pt x="119785" y="133924"/>
                  </a:lnTo>
                  <a:lnTo>
                    <a:pt x="116533" y="134398"/>
                  </a:lnTo>
                  <a:lnTo>
                    <a:pt x="111718" y="134210"/>
                  </a:lnTo>
                  <a:lnTo>
                    <a:pt x="108489" y="134846"/>
                  </a:lnTo>
                  <a:lnTo>
                    <a:pt x="106516" y="135428"/>
                  </a:lnTo>
                  <a:lnTo>
                    <a:pt x="105690" y="135535"/>
                  </a:lnTo>
                  <a:lnTo>
                    <a:pt x="105368" y="135577"/>
                  </a:lnTo>
                  <a:lnTo>
                    <a:pt x="103512" y="135819"/>
                  </a:lnTo>
                  <a:lnTo>
                    <a:pt x="103247" y="135939"/>
                  </a:lnTo>
                  <a:lnTo>
                    <a:pt x="96758" y="136000"/>
                  </a:lnTo>
                  <a:lnTo>
                    <a:pt x="92340" y="135889"/>
                  </a:lnTo>
                  <a:lnTo>
                    <a:pt x="90510" y="135830"/>
                  </a:lnTo>
                  <a:lnTo>
                    <a:pt x="79515" y="135477"/>
                  </a:lnTo>
                  <a:lnTo>
                    <a:pt x="79266" y="138263"/>
                  </a:lnTo>
                  <a:lnTo>
                    <a:pt x="77454" y="141248"/>
                  </a:lnTo>
                  <a:lnTo>
                    <a:pt x="71733" y="150670"/>
                  </a:lnTo>
                  <a:lnTo>
                    <a:pt x="71637" y="150830"/>
                  </a:lnTo>
                  <a:lnTo>
                    <a:pt x="69716" y="153857"/>
                  </a:lnTo>
                  <a:lnTo>
                    <a:pt x="66069" y="159829"/>
                  </a:lnTo>
                  <a:lnTo>
                    <a:pt x="60586" y="168809"/>
                  </a:lnTo>
                  <a:lnTo>
                    <a:pt x="58323" y="167382"/>
                  </a:lnTo>
                  <a:lnTo>
                    <a:pt x="57975" y="167163"/>
                  </a:lnTo>
                  <a:lnTo>
                    <a:pt x="52188" y="163341"/>
                  </a:lnTo>
                  <a:lnTo>
                    <a:pt x="44938" y="158553"/>
                  </a:lnTo>
                  <a:lnTo>
                    <a:pt x="37854" y="154224"/>
                  </a:lnTo>
                  <a:lnTo>
                    <a:pt x="37418" y="153957"/>
                  </a:lnTo>
                  <a:lnTo>
                    <a:pt x="33739" y="151620"/>
                  </a:lnTo>
                  <a:lnTo>
                    <a:pt x="31617" y="150272"/>
                  </a:lnTo>
                  <a:lnTo>
                    <a:pt x="30419" y="149761"/>
                  </a:lnTo>
                  <a:lnTo>
                    <a:pt x="28273" y="148399"/>
                  </a:lnTo>
                  <a:lnTo>
                    <a:pt x="25806" y="146833"/>
                  </a:lnTo>
                  <a:lnTo>
                    <a:pt x="19228" y="142657"/>
                  </a:lnTo>
                  <a:lnTo>
                    <a:pt x="17865" y="141904"/>
                  </a:lnTo>
                  <a:lnTo>
                    <a:pt x="15959" y="140851"/>
                  </a:lnTo>
                  <a:lnTo>
                    <a:pt x="15796" y="140750"/>
                  </a:lnTo>
                  <a:lnTo>
                    <a:pt x="5183" y="134165"/>
                  </a:lnTo>
                  <a:lnTo>
                    <a:pt x="772" y="131428"/>
                  </a:lnTo>
                  <a:lnTo>
                    <a:pt x="0" y="130949"/>
                  </a:lnTo>
                  <a:lnTo>
                    <a:pt x="3405" y="124500"/>
                  </a:lnTo>
                  <a:lnTo>
                    <a:pt x="3530" y="124264"/>
                  </a:lnTo>
                  <a:lnTo>
                    <a:pt x="6995" y="118627"/>
                  </a:lnTo>
                  <a:lnTo>
                    <a:pt x="7117" y="118431"/>
                  </a:lnTo>
                  <a:lnTo>
                    <a:pt x="10893" y="113065"/>
                  </a:lnTo>
                  <a:lnTo>
                    <a:pt x="11647" y="111838"/>
                  </a:lnTo>
                  <a:lnTo>
                    <a:pt x="13099" y="109475"/>
                  </a:lnTo>
                  <a:lnTo>
                    <a:pt x="14575" y="107074"/>
                  </a:lnTo>
                  <a:lnTo>
                    <a:pt x="18197" y="101415"/>
                  </a:lnTo>
                  <a:lnTo>
                    <a:pt x="21084" y="96346"/>
                  </a:lnTo>
                  <a:lnTo>
                    <a:pt x="23009" y="95684"/>
                  </a:lnTo>
                  <a:lnTo>
                    <a:pt x="33297" y="101945"/>
                  </a:lnTo>
                  <a:lnTo>
                    <a:pt x="42873" y="86445"/>
                  </a:lnTo>
                  <a:lnTo>
                    <a:pt x="44420" y="83942"/>
                  </a:lnTo>
                  <a:lnTo>
                    <a:pt x="46118" y="81194"/>
                  </a:lnTo>
                  <a:lnTo>
                    <a:pt x="49548" y="74753"/>
                  </a:lnTo>
                  <a:lnTo>
                    <a:pt x="50728" y="72537"/>
                  </a:lnTo>
                  <a:lnTo>
                    <a:pt x="50804" y="72393"/>
                  </a:lnTo>
                  <a:lnTo>
                    <a:pt x="56845" y="65841"/>
                  </a:lnTo>
                  <a:lnTo>
                    <a:pt x="57284" y="65364"/>
                  </a:lnTo>
                  <a:lnTo>
                    <a:pt x="58225" y="64435"/>
                  </a:lnTo>
                  <a:lnTo>
                    <a:pt x="60317" y="62369"/>
                  </a:lnTo>
                  <a:lnTo>
                    <a:pt x="57534" y="59268"/>
                  </a:lnTo>
                  <a:lnTo>
                    <a:pt x="56016" y="57856"/>
                  </a:lnTo>
                  <a:lnTo>
                    <a:pt x="53415" y="55347"/>
                  </a:lnTo>
                  <a:lnTo>
                    <a:pt x="50558" y="52590"/>
                  </a:lnTo>
                  <a:lnTo>
                    <a:pt x="50413" y="51839"/>
                  </a:lnTo>
                  <a:lnTo>
                    <a:pt x="52845" y="49867"/>
                  </a:lnTo>
                  <a:lnTo>
                    <a:pt x="55095" y="48234"/>
                  </a:lnTo>
                  <a:lnTo>
                    <a:pt x="56117" y="47554"/>
                  </a:lnTo>
                  <a:lnTo>
                    <a:pt x="59030" y="50719"/>
                  </a:lnTo>
                  <a:lnTo>
                    <a:pt x="63153" y="43545"/>
                  </a:lnTo>
                  <a:lnTo>
                    <a:pt x="67669" y="39882"/>
                  </a:lnTo>
                  <a:lnTo>
                    <a:pt x="70663" y="36169"/>
                  </a:lnTo>
                  <a:lnTo>
                    <a:pt x="74001" y="31403"/>
                  </a:lnTo>
                  <a:lnTo>
                    <a:pt x="66540" y="30249"/>
                  </a:lnTo>
                  <a:lnTo>
                    <a:pt x="66638" y="26185"/>
                  </a:lnTo>
                  <a:lnTo>
                    <a:pt x="71301" y="25594"/>
                  </a:lnTo>
                  <a:lnTo>
                    <a:pt x="73602" y="19611"/>
                  </a:lnTo>
                  <a:lnTo>
                    <a:pt x="79492" y="14494"/>
                  </a:lnTo>
                  <a:lnTo>
                    <a:pt x="81848" y="9075"/>
                  </a:lnTo>
                  <a:lnTo>
                    <a:pt x="84204" y="1850"/>
                  </a:lnTo>
                  <a:lnTo>
                    <a:pt x="87054" y="0"/>
                  </a:lnTo>
                  <a:lnTo>
                    <a:pt x="89505" y="11483"/>
                  </a:lnTo>
                  <a:lnTo>
                    <a:pt x="90978" y="21117"/>
                  </a:lnTo>
                  <a:lnTo>
                    <a:pt x="91751" y="31712"/>
                  </a:lnTo>
                  <a:lnTo>
                    <a:pt x="91891" y="36336"/>
                  </a:lnTo>
                  <a:lnTo>
                    <a:pt x="92064" y="42016"/>
                  </a:lnTo>
                  <a:lnTo>
                    <a:pt x="92188" y="46105"/>
                  </a:lnTo>
                  <a:lnTo>
                    <a:pt x="97435" y="46691"/>
                  </a:lnTo>
                  <a:lnTo>
                    <a:pt x="98801" y="469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g107"/>
            <p:cNvSpPr/>
            <p:nvPr/>
          </p:nvSpPr>
          <p:spPr>
            <a:xfrm>
              <a:off x="2409831" y="3653428"/>
              <a:ext cx="186635" cy="208769"/>
            </a:xfrm>
            <a:custGeom>
              <a:avLst/>
              <a:pathLst>
                <a:path w="186635" h="208769">
                  <a:moveTo>
                    <a:pt x="78645" y="16557"/>
                  </a:moveTo>
                  <a:lnTo>
                    <a:pt x="83652" y="24986"/>
                  </a:lnTo>
                  <a:lnTo>
                    <a:pt x="84535" y="31307"/>
                  </a:lnTo>
                  <a:lnTo>
                    <a:pt x="95138" y="40338"/>
                  </a:lnTo>
                  <a:lnTo>
                    <a:pt x="98672" y="50273"/>
                  </a:lnTo>
                  <a:lnTo>
                    <a:pt x="104562" y="60809"/>
                  </a:lnTo>
                  <a:lnTo>
                    <a:pt x="110747" y="67432"/>
                  </a:lnTo>
                  <a:lnTo>
                    <a:pt x="126061" y="74055"/>
                  </a:lnTo>
                  <a:lnTo>
                    <a:pt x="154334" y="84591"/>
                  </a:lnTo>
                  <a:lnTo>
                    <a:pt x="178190" y="89106"/>
                  </a:lnTo>
                  <a:lnTo>
                    <a:pt x="183284" y="89540"/>
                  </a:lnTo>
                  <a:lnTo>
                    <a:pt x="185553" y="101750"/>
                  </a:lnTo>
                  <a:lnTo>
                    <a:pt x="186635" y="106823"/>
                  </a:lnTo>
                  <a:lnTo>
                    <a:pt x="183786" y="108674"/>
                  </a:lnTo>
                  <a:lnTo>
                    <a:pt x="181429" y="115899"/>
                  </a:lnTo>
                  <a:lnTo>
                    <a:pt x="179073" y="121317"/>
                  </a:lnTo>
                  <a:lnTo>
                    <a:pt x="173183" y="126435"/>
                  </a:lnTo>
                  <a:lnTo>
                    <a:pt x="170882" y="132418"/>
                  </a:lnTo>
                  <a:lnTo>
                    <a:pt x="166219" y="133009"/>
                  </a:lnTo>
                  <a:lnTo>
                    <a:pt x="166121" y="137073"/>
                  </a:lnTo>
                  <a:lnTo>
                    <a:pt x="173582" y="138227"/>
                  </a:lnTo>
                  <a:lnTo>
                    <a:pt x="170244" y="142993"/>
                  </a:lnTo>
                  <a:lnTo>
                    <a:pt x="167250" y="146706"/>
                  </a:lnTo>
                  <a:lnTo>
                    <a:pt x="162734" y="150368"/>
                  </a:lnTo>
                  <a:lnTo>
                    <a:pt x="158611" y="157543"/>
                  </a:lnTo>
                  <a:lnTo>
                    <a:pt x="155698" y="154377"/>
                  </a:lnTo>
                  <a:lnTo>
                    <a:pt x="154676" y="155058"/>
                  </a:lnTo>
                  <a:lnTo>
                    <a:pt x="152426" y="156690"/>
                  </a:lnTo>
                  <a:lnTo>
                    <a:pt x="149994" y="158662"/>
                  </a:lnTo>
                  <a:lnTo>
                    <a:pt x="150140" y="159414"/>
                  </a:lnTo>
                  <a:lnTo>
                    <a:pt x="152997" y="162171"/>
                  </a:lnTo>
                  <a:lnTo>
                    <a:pt x="155598" y="164680"/>
                  </a:lnTo>
                  <a:lnTo>
                    <a:pt x="157115" y="166092"/>
                  </a:lnTo>
                  <a:lnTo>
                    <a:pt x="159899" y="169193"/>
                  </a:lnTo>
                  <a:lnTo>
                    <a:pt x="157806" y="171259"/>
                  </a:lnTo>
                  <a:lnTo>
                    <a:pt x="156865" y="172188"/>
                  </a:lnTo>
                  <a:lnTo>
                    <a:pt x="156426" y="172664"/>
                  </a:lnTo>
                  <a:lnTo>
                    <a:pt x="150386" y="179217"/>
                  </a:lnTo>
                  <a:lnTo>
                    <a:pt x="150309" y="179360"/>
                  </a:lnTo>
                  <a:lnTo>
                    <a:pt x="149129" y="181577"/>
                  </a:lnTo>
                  <a:lnTo>
                    <a:pt x="145699" y="188017"/>
                  </a:lnTo>
                  <a:lnTo>
                    <a:pt x="144001" y="190766"/>
                  </a:lnTo>
                  <a:lnTo>
                    <a:pt x="142455" y="193269"/>
                  </a:lnTo>
                  <a:lnTo>
                    <a:pt x="132878" y="208769"/>
                  </a:lnTo>
                  <a:lnTo>
                    <a:pt x="122590" y="202507"/>
                  </a:lnTo>
                  <a:lnTo>
                    <a:pt x="120666" y="203170"/>
                  </a:lnTo>
                  <a:lnTo>
                    <a:pt x="118352" y="202863"/>
                  </a:lnTo>
                  <a:lnTo>
                    <a:pt x="113757" y="200228"/>
                  </a:lnTo>
                  <a:lnTo>
                    <a:pt x="109338" y="197318"/>
                  </a:lnTo>
                  <a:lnTo>
                    <a:pt x="113163" y="191027"/>
                  </a:lnTo>
                  <a:lnTo>
                    <a:pt x="106989" y="187027"/>
                  </a:lnTo>
                  <a:lnTo>
                    <a:pt x="101454" y="183579"/>
                  </a:lnTo>
                  <a:lnTo>
                    <a:pt x="85808" y="174847"/>
                  </a:lnTo>
                  <a:lnTo>
                    <a:pt x="87919" y="170958"/>
                  </a:lnTo>
                  <a:lnTo>
                    <a:pt x="89784" y="167196"/>
                  </a:lnTo>
                  <a:lnTo>
                    <a:pt x="89534" y="165792"/>
                  </a:lnTo>
                  <a:lnTo>
                    <a:pt x="89299" y="164475"/>
                  </a:lnTo>
                  <a:lnTo>
                    <a:pt x="88464" y="163095"/>
                  </a:lnTo>
                  <a:lnTo>
                    <a:pt x="86255" y="159282"/>
                  </a:lnTo>
                  <a:lnTo>
                    <a:pt x="85620" y="158322"/>
                  </a:lnTo>
                  <a:lnTo>
                    <a:pt x="82451" y="153537"/>
                  </a:lnTo>
                  <a:lnTo>
                    <a:pt x="79997" y="150402"/>
                  </a:lnTo>
                  <a:lnTo>
                    <a:pt x="78731" y="149427"/>
                  </a:lnTo>
                  <a:lnTo>
                    <a:pt x="77937" y="148806"/>
                  </a:lnTo>
                  <a:lnTo>
                    <a:pt x="76536" y="147015"/>
                  </a:lnTo>
                  <a:lnTo>
                    <a:pt x="73763" y="143829"/>
                  </a:lnTo>
                  <a:lnTo>
                    <a:pt x="71548" y="141995"/>
                  </a:lnTo>
                  <a:lnTo>
                    <a:pt x="69370" y="140192"/>
                  </a:lnTo>
                  <a:lnTo>
                    <a:pt x="69032" y="139819"/>
                  </a:lnTo>
                  <a:lnTo>
                    <a:pt x="68301" y="139012"/>
                  </a:lnTo>
                  <a:lnTo>
                    <a:pt x="66672" y="137215"/>
                  </a:lnTo>
                  <a:lnTo>
                    <a:pt x="65125" y="135509"/>
                  </a:lnTo>
                  <a:lnTo>
                    <a:pt x="62523" y="133101"/>
                  </a:lnTo>
                  <a:lnTo>
                    <a:pt x="59775" y="131646"/>
                  </a:lnTo>
                  <a:lnTo>
                    <a:pt x="57198" y="130502"/>
                  </a:lnTo>
                  <a:lnTo>
                    <a:pt x="52592" y="128377"/>
                  </a:lnTo>
                  <a:lnTo>
                    <a:pt x="51476" y="127862"/>
                  </a:lnTo>
                  <a:lnTo>
                    <a:pt x="51293" y="127778"/>
                  </a:lnTo>
                  <a:lnTo>
                    <a:pt x="51122" y="127690"/>
                  </a:lnTo>
                  <a:lnTo>
                    <a:pt x="49879" y="127055"/>
                  </a:lnTo>
                  <a:lnTo>
                    <a:pt x="46573" y="126036"/>
                  </a:lnTo>
                  <a:lnTo>
                    <a:pt x="45355" y="125474"/>
                  </a:lnTo>
                  <a:lnTo>
                    <a:pt x="43229" y="122267"/>
                  </a:lnTo>
                  <a:lnTo>
                    <a:pt x="37981" y="114351"/>
                  </a:lnTo>
                  <a:lnTo>
                    <a:pt x="35669" y="117843"/>
                  </a:lnTo>
                  <a:lnTo>
                    <a:pt x="33548" y="116594"/>
                  </a:lnTo>
                  <a:lnTo>
                    <a:pt x="28100" y="113569"/>
                  </a:lnTo>
                  <a:lnTo>
                    <a:pt x="26670" y="113129"/>
                  </a:lnTo>
                  <a:lnTo>
                    <a:pt x="23211" y="112063"/>
                  </a:lnTo>
                  <a:lnTo>
                    <a:pt x="21931" y="111411"/>
                  </a:lnTo>
                  <a:lnTo>
                    <a:pt x="20232" y="110928"/>
                  </a:lnTo>
                  <a:lnTo>
                    <a:pt x="12280" y="108533"/>
                  </a:lnTo>
                  <a:lnTo>
                    <a:pt x="10081" y="107719"/>
                  </a:lnTo>
                  <a:lnTo>
                    <a:pt x="7846" y="106892"/>
                  </a:lnTo>
                  <a:lnTo>
                    <a:pt x="5807" y="106188"/>
                  </a:lnTo>
                  <a:lnTo>
                    <a:pt x="5224" y="105986"/>
                  </a:lnTo>
                  <a:lnTo>
                    <a:pt x="3322" y="105108"/>
                  </a:lnTo>
                  <a:lnTo>
                    <a:pt x="0" y="103707"/>
                  </a:lnTo>
                  <a:lnTo>
                    <a:pt x="2832" y="100667"/>
                  </a:lnTo>
                  <a:lnTo>
                    <a:pt x="3664" y="98394"/>
                  </a:lnTo>
                  <a:lnTo>
                    <a:pt x="4409" y="96354"/>
                  </a:lnTo>
                  <a:lnTo>
                    <a:pt x="5973" y="92078"/>
                  </a:lnTo>
                  <a:lnTo>
                    <a:pt x="12492" y="95851"/>
                  </a:lnTo>
                  <a:lnTo>
                    <a:pt x="13513" y="94165"/>
                  </a:lnTo>
                  <a:lnTo>
                    <a:pt x="11235" y="89750"/>
                  </a:lnTo>
                  <a:lnTo>
                    <a:pt x="14534" y="85575"/>
                  </a:lnTo>
                  <a:lnTo>
                    <a:pt x="20660" y="80919"/>
                  </a:lnTo>
                  <a:lnTo>
                    <a:pt x="22937" y="76745"/>
                  </a:lnTo>
                  <a:lnTo>
                    <a:pt x="22073" y="75059"/>
                  </a:lnTo>
                  <a:lnTo>
                    <a:pt x="15476" y="71286"/>
                  </a:lnTo>
                  <a:lnTo>
                    <a:pt x="16340" y="63258"/>
                  </a:lnTo>
                  <a:lnTo>
                    <a:pt x="15791" y="62696"/>
                  </a:lnTo>
                  <a:lnTo>
                    <a:pt x="12335" y="64462"/>
                  </a:lnTo>
                  <a:lnTo>
                    <a:pt x="5424" y="64703"/>
                  </a:lnTo>
                  <a:lnTo>
                    <a:pt x="3539" y="59405"/>
                  </a:lnTo>
                  <a:lnTo>
                    <a:pt x="4324" y="56756"/>
                  </a:lnTo>
                  <a:lnTo>
                    <a:pt x="2361" y="53545"/>
                  </a:lnTo>
                  <a:lnTo>
                    <a:pt x="5816" y="49852"/>
                  </a:lnTo>
                  <a:lnTo>
                    <a:pt x="7484" y="49410"/>
                  </a:lnTo>
                  <a:lnTo>
                    <a:pt x="12178" y="48166"/>
                  </a:lnTo>
                  <a:lnTo>
                    <a:pt x="10569" y="35759"/>
                  </a:lnTo>
                  <a:lnTo>
                    <a:pt x="10450" y="34840"/>
                  </a:lnTo>
                  <a:lnTo>
                    <a:pt x="7230" y="35001"/>
                  </a:lnTo>
                  <a:lnTo>
                    <a:pt x="5267" y="27856"/>
                  </a:lnTo>
                  <a:lnTo>
                    <a:pt x="3217" y="26101"/>
                  </a:lnTo>
                  <a:lnTo>
                    <a:pt x="2583" y="19703"/>
                  </a:lnTo>
                  <a:lnTo>
                    <a:pt x="2806" y="19616"/>
                  </a:lnTo>
                  <a:lnTo>
                    <a:pt x="4767" y="18850"/>
                  </a:lnTo>
                  <a:lnTo>
                    <a:pt x="7143" y="18146"/>
                  </a:lnTo>
                  <a:lnTo>
                    <a:pt x="8553" y="17943"/>
                  </a:lnTo>
                  <a:lnTo>
                    <a:pt x="14383" y="17105"/>
                  </a:lnTo>
                  <a:lnTo>
                    <a:pt x="14847" y="17038"/>
                  </a:lnTo>
                  <a:lnTo>
                    <a:pt x="15609" y="16977"/>
                  </a:lnTo>
                  <a:lnTo>
                    <a:pt x="17008" y="16864"/>
                  </a:lnTo>
                  <a:lnTo>
                    <a:pt x="22448" y="16428"/>
                  </a:lnTo>
                  <a:lnTo>
                    <a:pt x="27552" y="17786"/>
                  </a:lnTo>
                  <a:lnTo>
                    <a:pt x="27721" y="17848"/>
                  </a:lnTo>
                  <a:lnTo>
                    <a:pt x="31480" y="19238"/>
                  </a:lnTo>
                  <a:lnTo>
                    <a:pt x="32166" y="19492"/>
                  </a:lnTo>
                  <a:lnTo>
                    <a:pt x="34982" y="22553"/>
                  </a:lnTo>
                  <a:lnTo>
                    <a:pt x="35253" y="22869"/>
                  </a:lnTo>
                  <a:lnTo>
                    <a:pt x="37900" y="24019"/>
                  </a:lnTo>
                  <a:lnTo>
                    <a:pt x="38494" y="23428"/>
                  </a:lnTo>
                  <a:lnTo>
                    <a:pt x="44139" y="13995"/>
                  </a:lnTo>
                  <a:lnTo>
                    <a:pt x="41930" y="4061"/>
                  </a:lnTo>
                  <a:lnTo>
                    <a:pt x="49488" y="0"/>
                  </a:lnTo>
                  <a:lnTo>
                    <a:pt x="58913" y="1505"/>
                  </a:lnTo>
                  <a:lnTo>
                    <a:pt x="65981" y="6923"/>
                  </a:lnTo>
                  <a:lnTo>
                    <a:pt x="70988" y="123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g108"/>
            <p:cNvSpPr/>
            <p:nvPr/>
          </p:nvSpPr>
          <p:spPr>
            <a:xfrm>
              <a:off x="2336211" y="3757136"/>
              <a:ext cx="194286" cy="127380"/>
            </a:xfrm>
            <a:custGeom>
              <a:avLst/>
              <a:pathLst>
                <a:path w="194286" h="127380">
                  <a:moveTo>
                    <a:pt x="107168" y="12887"/>
                  </a:moveTo>
                  <a:lnTo>
                    <a:pt x="109289" y="14136"/>
                  </a:lnTo>
                  <a:lnTo>
                    <a:pt x="111601" y="10644"/>
                  </a:lnTo>
                  <a:lnTo>
                    <a:pt x="116849" y="18560"/>
                  </a:lnTo>
                  <a:lnTo>
                    <a:pt x="118975" y="21767"/>
                  </a:lnTo>
                  <a:lnTo>
                    <a:pt x="120193" y="22329"/>
                  </a:lnTo>
                  <a:lnTo>
                    <a:pt x="123499" y="23348"/>
                  </a:lnTo>
                  <a:lnTo>
                    <a:pt x="124742" y="23983"/>
                  </a:lnTo>
                  <a:lnTo>
                    <a:pt x="124913" y="24070"/>
                  </a:lnTo>
                  <a:lnTo>
                    <a:pt x="125096" y="24155"/>
                  </a:lnTo>
                  <a:lnTo>
                    <a:pt x="126212" y="24669"/>
                  </a:lnTo>
                  <a:lnTo>
                    <a:pt x="130818" y="26795"/>
                  </a:lnTo>
                  <a:lnTo>
                    <a:pt x="133395" y="27938"/>
                  </a:lnTo>
                  <a:lnTo>
                    <a:pt x="136143" y="29393"/>
                  </a:lnTo>
                  <a:lnTo>
                    <a:pt x="138745" y="31802"/>
                  </a:lnTo>
                  <a:lnTo>
                    <a:pt x="140292" y="33508"/>
                  </a:lnTo>
                  <a:lnTo>
                    <a:pt x="141921" y="35305"/>
                  </a:lnTo>
                  <a:lnTo>
                    <a:pt x="142652" y="36112"/>
                  </a:lnTo>
                  <a:lnTo>
                    <a:pt x="142990" y="36484"/>
                  </a:lnTo>
                  <a:lnTo>
                    <a:pt x="145168" y="38287"/>
                  </a:lnTo>
                  <a:lnTo>
                    <a:pt x="147383" y="40122"/>
                  </a:lnTo>
                  <a:lnTo>
                    <a:pt x="150156" y="43308"/>
                  </a:lnTo>
                  <a:lnTo>
                    <a:pt x="151575" y="45121"/>
                  </a:lnTo>
                  <a:lnTo>
                    <a:pt x="152351" y="45719"/>
                  </a:lnTo>
                  <a:lnTo>
                    <a:pt x="153617" y="46694"/>
                  </a:lnTo>
                  <a:lnTo>
                    <a:pt x="156071" y="49830"/>
                  </a:lnTo>
                  <a:lnTo>
                    <a:pt x="159240" y="54615"/>
                  </a:lnTo>
                  <a:lnTo>
                    <a:pt x="159875" y="55575"/>
                  </a:lnTo>
                  <a:lnTo>
                    <a:pt x="162084" y="59388"/>
                  </a:lnTo>
                  <a:lnTo>
                    <a:pt x="162919" y="60768"/>
                  </a:lnTo>
                  <a:lnTo>
                    <a:pt x="163154" y="62085"/>
                  </a:lnTo>
                  <a:lnTo>
                    <a:pt x="163404" y="63488"/>
                  </a:lnTo>
                  <a:lnTo>
                    <a:pt x="161539" y="67251"/>
                  </a:lnTo>
                  <a:lnTo>
                    <a:pt x="159428" y="71139"/>
                  </a:lnTo>
                  <a:lnTo>
                    <a:pt x="175074" y="79872"/>
                  </a:lnTo>
                  <a:lnTo>
                    <a:pt x="180609" y="83319"/>
                  </a:lnTo>
                  <a:lnTo>
                    <a:pt x="186783" y="87320"/>
                  </a:lnTo>
                  <a:lnTo>
                    <a:pt x="182977" y="93622"/>
                  </a:lnTo>
                  <a:lnTo>
                    <a:pt x="187394" y="96532"/>
                  </a:lnTo>
                  <a:lnTo>
                    <a:pt x="191972" y="99155"/>
                  </a:lnTo>
                  <a:lnTo>
                    <a:pt x="194286" y="99462"/>
                  </a:lnTo>
                  <a:lnTo>
                    <a:pt x="191398" y="104531"/>
                  </a:lnTo>
                  <a:lnTo>
                    <a:pt x="187776" y="110190"/>
                  </a:lnTo>
                  <a:lnTo>
                    <a:pt x="186301" y="112591"/>
                  </a:lnTo>
                  <a:lnTo>
                    <a:pt x="184848" y="114954"/>
                  </a:lnTo>
                  <a:lnTo>
                    <a:pt x="184095" y="116181"/>
                  </a:lnTo>
                  <a:lnTo>
                    <a:pt x="180318" y="121547"/>
                  </a:lnTo>
                  <a:lnTo>
                    <a:pt x="180197" y="121744"/>
                  </a:lnTo>
                  <a:lnTo>
                    <a:pt x="176732" y="127380"/>
                  </a:lnTo>
                  <a:lnTo>
                    <a:pt x="170483" y="123719"/>
                  </a:lnTo>
                  <a:lnTo>
                    <a:pt x="165534" y="120821"/>
                  </a:lnTo>
                  <a:lnTo>
                    <a:pt x="160142" y="117662"/>
                  </a:lnTo>
                  <a:lnTo>
                    <a:pt x="154271" y="113979"/>
                  </a:lnTo>
                  <a:lnTo>
                    <a:pt x="152052" y="112587"/>
                  </a:lnTo>
                  <a:lnTo>
                    <a:pt x="150722" y="111752"/>
                  </a:lnTo>
                  <a:lnTo>
                    <a:pt x="146063" y="108787"/>
                  </a:lnTo>
                  <a:lnTo>
                    <a:pt x="142684" y="106817"/>
                  </a:lnTo>
                  <a:lnTo>
                    <a:pt x="138357" y="104296"/>
                  </a:lnTo>
                  <a:lnTo>
                    <a:pt x="137302" y="103819"/>
                  </a:lnTo>
                  <a:lnTo>
                    <a:pt x="136320" y="107131"/>
                  </a:lnTo>
                  <a:lnTo>
                    <a:pt x="134823" y="110317"/>
                  </a:lnTo>
                  <a:lnTo>
                    <a:pt x="131006" y="108139"/>
                  </a:lnTo>
                  <a:lnTo>
                    <a:pt x="129846" y="107648"/>
                  </a:lnTo>
                  <a:lnTo>
                    <a:pt x="129211" y="107380"/>
                  </a:lnTo>
                  <a:lnTo>
                    <a:pt x="128320" y="107078"/>
                  </a:lnTo>
                  <a:lnTo>
                    <a:pt x="127744" y="106883"/>
                  </a:lnTo>
                  <a:lnTo>
                    <a:pt x="125583" y="105635"/>
                  </a:lnTo>
                  <a:lnTo>
                    <a:pt x="124865" y="105221"/>
                  </a:lnTo>
                  <a:lnTo>
                    <a:pt x="120399" y="108394"/>
                  </a:lnTo>
                  <a:lnTo>
                    <a:pt x="116979" y="108140"/>
                  </a:lnTo>
                  <a:lnTo>
                    <a:pt x="111266" y="109585"/>
                  </a:lnTo>
                  <a:lnTo>
                    <a:pt x="106200" y="107658"/>
                  </a:lnTo>
                  <a:lnTo>
                    <a:pt x="102195" y="105852"/>
                  </a:lnTo>
                  <a:lnTo>
                    <a:pt x="100487" y="101517"/>
                  </a:lnTo>
                  <a:lnTo>
                    <a:pt x="96835" y="103022"/>
                  </a:lnTo>
                  <a:lnTo>
                    <a:pt x="93360" y="103805"/>
                  </a:lnTo>
                  <a:lnTo>
                    <a:pt x="93407" y="95865"/>
                  </a:lnTo>
                  <a:lnTo>
                    <a:pt x="91207" y="91290"/>
                  </a:lnTo>
                  <a:lnTo>
                    <a:pt x="90265" y="92574"/>
                  </a:lnTo>
                  <a:lnTo>
                    <a:pt x="68038" y="96272"/>
                  </a:lnTo>
                  <a:lnTo>
                    <a:pt x="66817" y="91753"/>
                  </a:lnTo>
                  <a:lnTo>
                    <a:pt x="66559" y="90800"/>
                  </a:lnTo>
                  <a:lnTo>
                    <a:pt x="70623" y="89777"/>
                  </a:lnTo>
                  <a:lnTo>
                    <a:pt x="70805" y="90458"/>
                  </a:lnTo>
                  <a:lnTo>
                    <a:pt x="70977" y="91101"/>
                  </a:lnTo>
                  <a:lnTo>
                    <a:pt x="87705" y="86646"/>
                  </a:lnTo>
                  <a:lnTo>
                    <a:pt x="90117" y="84633"/>
                  </a:lnTo>
                  <a:lnTo>
                    <a:pt x="90591" y="84238"/>
                  </a:lnTo>
                  <a:lnTo>
                    <a:pt x="95864" y="84741"/>
                  </a:lnTo>
                  <a:lnTo>
                    <a:pt x="100004" y="80613"/>
                  </a:lnTo>
                  <a:lnTo>
                    <a:pt x="97255" y="77964"/>
                  </a:lnTo>
                  <a:lnTo>
                    <a:pt x="101496" y="72986"/>
                  </a:lnTo>
                  <a:lnTo>
                    <a:pt x="101496" y="72505"/>
                  </a:lnTo>
                  <a:lnTo>
                    <a:pt x="98276" y="71702"/>
                  </a:lnTo>
                  <a:lnTo>
                    <a:pt x="99532" y="68330"/>
                  </a:lnTo>
                  <a:lnTo>
                    <a:pt x="101636" y="68788"/>
                  </a:lnTo>
                  <a:lnTo>
                    <a:pt x="100710" y="64156"/>
                  </a:lnTo>
                  <a:lnTo>
                    <a:pt x="98826" y="61908"/>
                  </a:lnTo>
                  <a:lnTo>
                    <a:pt x="96077" y="60624"/>
                  </a:lnTo>
                  <a:lnTo>
                    <a:pt x="94035" y="60062"/>
                  </a:lnTo>
                  <a:lnTo>
                    <a:pt x="88209" y="59609"/>
                  </a:lnTo>
                  <a:lnTo>
                    <a:pt x="77935" y="67528"/>
                  </a:lnTo>
                  <a:lnTo>
                    <a:pt x="73615" y="67688"/>
                  </a:lnTo>
                  <a:lnTo>
                    <a:pt x="73223" y="64798"/>
                  </a:lnTo>
                  <a:lnTo>
                    <a:pt x="71888" y="64959"/>
                  </a:lnTo>
                  <a:lnTo>
                    <a:pt x="70474" y="55245"/>
                  </a:lnTo>
                  <a:lnTo>
                    <a:pt x="64505" y="58296"/>
                  </a:lnTo>
                  <a:lnTo>
                    <a:pt x="67332" y="62791"/>
                  </a:lnTo>
                  <a:lnTo>
                    <a:pt x="61913" y="72826"/>
                  </a:lnTo>
                  <a:lnTo>
                    <a:pt x="58615" y="74431"/>
                  </a:lnTo>
                  <a:lnTo>
                    <a:pt x="54767" y="74512"/>
                  </a:lnTo>
                  <a:lnTo>
                    <a:pt x="52525" y="71929"/>
                  </a:lnTo>
                  <a:lnTo>
                    <a:pt x="51154" y="74431"/>
                  </a:lnTo>
                  <a:lnTo>
                    <a:pt x="49976" y="77402"/>
                  </a:lnTo>
                  <a:lnTo>
                    <a:pt x="45735" y="82058"/>
                  </a:lnTo>
                  <a:lnTo>
                    <a:pt x="35550" y="90360"/>
                  </a:lnTo>
                  <a:lnTo>
                    <a:pt x="15198" y="102683"/>
                  </a:lnTo>
                  <a:lnTo>
                    <a:pt x="12605" y="99049"/>
                  </a:lnTo>
                  <a:lnTo>
                    <a:pt x="18200" y="94172"/>
                  </a:lnTo>
                  <a:lnTo>
                    <a:pt x="15020" y="88633"/>
                  </a:lnTo>
                  <a:lnTo>
                    <a:pt x="18200" y="86646"/>
                  </a:lnTo>
                  <a:lnTo>
                    <a:pt x="21852" y="91041"/>
                  </a:lnTo>
                  <a:lnTo>
                    <a:pt x="23325" y="91402"/>
                  </a:lnTo>
                  <a:lnTo>
                    <a:pt x="28680" y="87530"/>
                  </a:lnTo>
                  <a:lnTo>
                    <a:pt x="25151" y="83094"/>
                  </a:lnTo>
                  <a:lnTo>
                    <a:pt x="31453" y="76772"/>
                  </a:lnTo>
                  <a:lnTo>
                    <a:pt x="31336" y="74544"/>
                  </a:lnTo>
                  <a:lnTo>
                    <a:pt x="33986" y="71835"/>
                  </a:lnTo>
                  <a:lnTo>
                    <a:pt x="35223" y="72738"/>
                  </a:lnTo>
                  <a:lnTo>
                    <a:pt x="36578" y="71173"/>
                  </a:lnTo>
                  <a:lnTo>
                    <a:pt x="33809" y="68644"/>
                  </a:lnTo>
                  <a:lnTo>
                    <a:pt x="28803" y="64128"/>
                  </a:lnTo>
                  <a:lnTo>
                    <a:pt x="26918" y="65031"/>
                  </a:lnTo>
                  <a:lnTo>
                    <a:pt x="28626" y="72317"/>
                  </a:lnTo>
                  <a:lnTo>
                    <a:pt x="4299" y="76591"/>
                  </a:lnTo>
                  <a:lnTo>
                    <a:pt x="1825" y="76953"/>
                  </a:lnTo>
                  <a:lnTo>
                    <a:pt x="0" y="63165"/>
                  </a:lnTo>
                  <a:lnTo>
                    <a:pt x="18436" y="59553"/>
                  </a:lnTo>
                  <a:lnTo>
                    <a:pt x="18259" y="53592"/>
                  </a:lnTo>
                  <a:lnTo>
                    <a:pt x="27212" y="51124"/>
                  </a:lnTo>
                  <a:lnTo>
                    <a:pt x="28096" y="56723"/>
                  </a:lnTo>
                  <a:lnTo>
                    <a:pt x="32514" y="49980"/>
                  </a:lnTo>
                  <a:lnTo>
                    <a:pt x="35635" y="43718"/>
                  </a:lnTo>
                  <a:lnTo>
                    <a:pt x="36048" y="38059"/>
                  </a:lnTo>
                  <a:lnTo>
                    <a:pt x="39994" y="37697"/>
                  </a:lnTo>
                  <a:lnTo>
                    <a:pt x="39641" y="36493"/>
                  </a:lnTo>
                  <a:lnTo>
                    <a:pt x="38227" y="34988"/>
                  </a:lnTo>
                  <a:lnTo>
                    <a:pt x="36460" y="34928"/>
                  </a:lnTo>
                  <a:lnTo>
                    <a:pt x="35635" y="30111"/>
                  </a:lnTo>
                  <a:lnTo>
                    <a:pt x="30746" y="26559"/>
                  </a:lnTo>
                  <a:lnTo>
                    <a:pt x="24032" y="22043"/>
                  </a:lnTo>
                  <a:lnTo>
                    <a:pt x="15491" y="18250"/>
                  </a:lnTo>
                  <a:lnTo>
                    <a:pt x="16000" y="17181"/>
                  </a:lnTo>
                  <a:lnTo>
                    <a:pt x="17073" y="14931"/>
                  </a:lnTo>
                  <a:lnTo>
                    <a:pt x="13225" y="10596"/>
                  </a:lnTo>
                  <a:lnTo>
                    <a:pt x="15052" y="7818"/>
                  </a:lnTo>
                  <a:lnTo>
                    <a:pt x="22021" y="12202"/>
                  </a:lnTo>
                  <a:lnTo>
                    <a:pt x="26498" y="13325"/>
                  </a:lnTo>
                  <a:lnTo>
                    <a:pt x="35686" y="13566"/>
                  </a:lnTo>
                  <a:lnTo>
                    <a:pt x="35843" y="17901"/>
                  </a:lnTo>
                  <a:lnTo>
                    <a:pt x="29561" y="18864"/>
                  </a:lnTo>
                  <a:lnTo>
                    <a:pt x="29561" y="20229"/>
                  </a:lnTo>
                  <a:lnTo>
                    <a:pt x="34980" y="22397"/>
                  </a:lnTo>
                  <a:lnTo>
                    <a:pt x="36158" y="24644"/>
                  </a:lnTo>
                  <a:lnTo>
                    <a:pt x="43776" y="21192"/>
                  </a:lnTo>
                  <a:lnTo>
                    <a:pt x="42519" y="18864"/>
                  </a:lnTo>
                  <a:lnTo>
                    <a:pt x="43069" y="17098"/>
                  </a:lnTo>
                  <a:lnTo>
                    <a:pt x="49744" y="15413"/>
                  </a:lnTo>
                  <a:lnTo>
                    <a:pt x="54221" y="12763"/>
                  </a:lnTo>
                  <a:lnTo>
                    <a:pt x="57205" y="7867"/>
                  </a:lnTo>
                  <a:lnTo>
                    <a:pt x="60661" y="7786"/>
                  </a:lnTo>
                  <a:lnTo>
                    <a:pt x="70007" y="1123"/>
                  </a:lnTo>
                  <a:lnTo>
                    <a:pt x="73619" y="0"/>
                  </a:lnTo>
                  <a:lnTo>
                    <a:pt x="76942" y="1401"/>
                  </a:lnTo>
                  <a:lnTo>
                    <a:pt x="78844" y="2279"/>
                  </a:lnTo>
                  <a:lnTo>
                    <a:pt x="79427" y="2480"/>
                  </a:lnTo>
                  <a:lnTo>
                    <a:pt x="81466" y="3185"/>
                  </a:lnTo>
                  <a:lnTo>
                    <a:pt x="83701" y="4012"/>
                  </a:lnTo>
                  <a:lnTo>
                    <a:pt x="85900" y="4825"/>
                  </a:lnTo>
                  <a:lnTo>
                    <a:pt x="93852" y="7221"/>
                  </a:lnTo>
                  <a:lnTo>
                    <a:pt x="95551" y="7704"/>
                  </a:lnTo>
                  <a:lnTo>
                    <a:pt x="96831" y="8356"/>
                  </a:lnTo>
                  <a:lnTo>
                    <a:pt x="100290" y="9421"/>
                  </a:lnTo>
                  <a:lnTo>
                    <a:pt x="101720" y="986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g109"/>
            <p:cNvSpPr/>
            <p:nvPr/>
          </p:nvSpPr>
          <p:spPr>
            <a:xfrm>
              <a:off x="2426104" y="3860956"/>
              <a:ext cx="141284" cy="91892"/>
            </a:xfrm>
            <a:custGeom>
              <a:avLst/>
              <a:pathLst>
                <a:path w="141284" h="91892">
                  <a:moveTo>
                    <a:pt x="56171" y="4967"/>
                  </a:moveTo>
                  <a:lnTo>
                    <a:pt x="60830" y="7932"/>
                  </a:lnTo>
                  <a:lnTo>
                    <a:pt x="62160" y="8767"/>
                  </a:lnTo>
                  <a:lnTo>
                    <a:pt x="64493" y="10230"/>
                  </a:lnTo>
                  <a:lnTo>
                    <a:pt x="70250" y="13842"/>
                  </a:lnTo>
                  <a:lnTo>
                    <a:pt x="75642" y="17001"/>
                  </a:lnTo>
                  <a:lnTo>
                    <a:pt x="80591" y="19899"/>
                  </a:lnTo>
                  <a:lnTo>
                    <a:pt x="86840" y="23560"/>
                  </a:lnTo>
                  <a:lnTo>
                    <a:pt x="86715" y="23796"/>
                  </a:lnTo>
                  <a:lnTo>
                    <a:pt x="83309" y="30245"/>
                  </a:lnTo>
                  <a:lnTo>
                    <a:pt x="84081" y="30724"/>
                  </a:lnTo>
                  <a:lnTo>
                    <a:pt x="88492" y="33461"/>
                  </a:lnTo>
                  <a:lnTo>
                    <a:pt x="99105" y="40046"/>
                  </a:lnTo>
                  <a:lnTo>
                    <a:pt x="99268" y="40147"/>
                  </a:lnTo>
                  <a:lnTo>
                    <a:pt x="101175" y="41200"/>
                  </a:lnTo>
                  <a:lnTo>
                    <a:pt x="102537" y="41953"/>
                  </a:lnTo>
                  <a:lnTo>
                    <a:pt x="109115" y="46129"/>
                  </a:lnTo>
                  <a:lnTo>
                    <a:pt x="111582" y="47695"/>
                  </a:lnTo>
                  <a:lnTo>
                    <a:pt x="113729" y="49058"/>
                  </a:lnTo>
                  <a:lnTo>
                    <a:pt x="114926" y="49568"/>
                  </a:lnTo>
                  <a:lnTo>
                    <a:pt x="117048" y="50916"/>
                  </a:lnTo>
                  <a:lnTo>
                    <a:pt x="120727" y="53253"/>
                  </a:lnTo>
                  <a:lnTo>
                    <a:pt x="121163" y="53520"/>
                  </a:lnTo>
                  <a:lnTo>
                    <a:pt x="128247" y="57849"/>
                  </a:lnTo>
                  <a:lnTo>
                    <a:pt x="135498" y="62638"/>
                  </a:lnTo>
                  <a:lnTo>
                    <a:pt x="141284" y="66459"/>
                  </a:lnTo>
                  <a:lnTo>
                    <a:pt x="134916" y="76158"/>
                  </a:lnTo>
                  <a:lnTo>
                    <a:pt x="131147" y="81898"/>
                  </a:lnTo>
                  <a:lnTo>
                    <a:pt x="126719" y="88855"/>
                  </a:lnTo>
                  <a:lnTo>
                    <a:pt x="130058" y="90999"/>
                  </a:lnTo>
                  <a:lnTo>
                    <a:pt x="128992" y="91380"/>
                  </a:lnTo>
                  <a:lnTo>
                    <a:pt x="127554" y="91892"/>
                  </a:lnTo>
                  <a:lnTo>
                    <a:pt x="121970" y="91169"/>
                  </a:lnTo>
                  <a:lnTo>
                    <a:pt x="112314" y="89917"/>
                  </a:lnTo>
                  <a:lnTo>
                    <a:pt x="108825" y="89278"/>
                  </a:lnTo>
                  <a:lnTo>
                    <a:pt x="108270" y="89194"/>
                  </a:lnTo>
                  <a:lnTo>
                    <a:pt x="99407" y="89151"/>
                  </a:lnTo>
                  <a:lnTo>
                    <a:pt x="101457" y="86256"/>
                  </a:lnTo>
                  <a:lnTo>
                    <a:pt x="95680" y="82529"/>
                  </a:lnTo>
                  <a:lnTo>
                    <a:pt x="97256" y="80054"/>
                  </a:lnTo>
                  <a:lnTo>
                    <a:pt x="96503" y="79583"/>
                  </a:lnTo>
                  <a:lnTo>
                    <a:pt x="84336" y="71966"/>
                  </a:lnTo>
                  <a:lnTo>
                    <a:pt x="77170" y="67812"/>
                  </a:lnTo>
                  <a:lnTo>
                    <a:pt x="75088" y="73180"/>
                  </a:lnTo>
                  <a:lnTo>
                    <a:pt x="75039" y="73324"/>
                  </a:lnTo>
                  <a:lnTo>
                    <a:pt x="74975" y="73509"/>
                  </a:lnTo>
                  <a:lnTo>
                    <a:pt x="74467" y="74998"/>
                  </a:lnTo>
                  <a:lnTo>
                    <a:pt x="74067" y="76170"/>
                  </a:lnTo>
                  <a:lnTo>
                    <a:pt x="72535" y="78117"/>
                  </a:lnTo>
                  <a:lnTo>
                    <a:pt x="68748" y="82242"/>
                  </a:lnTo>
                  <a:lnTo>
                    <a:pt x="65055" y="86265"/>
                  </a:lnTo>
                  <a:lnTo>
                    <a:pt x="61795" y="90379"/>
                  </a:lnTo>
                  <a:lnTo>
                    <a:pt x="59906" y="88913"/>
                  </a:lnTo>
                  <a:lnTo>
                    <a:pt x="53782" y="84165"/>
                  </a:lnTo>
                  <a:lnTo>
                    <a:pt x="50708" y="80428"/>
                  </a:lnTo>
                  <a:lnTo>
                    <a:pt x="49859" y="79589"/>
                  </a:lnTo>
                  <a:lnTo>
                    <a:pt x="49765" y="79224"/>
                  </a:lnTo>
                  <a:lnTo>
                    <a:pt x="49708" y="79002"/>
                  </a:lnTo>
                  <a:lnTo>
                    <a:pt x="50103" y="78960"/>
                  </a:lnTo>
                  <a:lnTo>
                    <a:pt x="52459" y="77354"/>
                  </a:lnTo>
                  <a:lnTo>
                    <a:pt x="54158" y="75528"/>
                  </a:lnTo>
                  <a:lnTo>
                    <a:pt x="54140" y="75265"/>
                  </a:lnTo>
                  <a:lnTo>
                    <a:pt x="51038" y="73339"/>
                  </a:lnTo>
                  <a:lnTo>
                    <a:pt x="48749" y="71973"/>
                  </a:lnTo>
                  <a:lnTo>
                    <a:pt x="46358" y="70880"/>
                  </a:lnTo>
                  <a:lnTo>
                    <a:pt x="45324" y="71438"/>
                  </a:lnTo>
                  <a:lnTo>
                    <a:pt x="44934" y="71384"/>
                  </a:lnTo>
                  <a:lnTo>
                    <a:pt x="44373" y="71252"/>
                  </a:lnTo>
                  <a:lnTo>
                    <a:pt x="42476" y="71043"/>
                  </a:lnTo>
                  <a:lnTo>
                    <a:pt x="39523" y="70717"/>
                  </a:lnTo>
                  <a:lnTo>
                    <a:pt x="38704" y="70627"/>
                  </a:lnTo>
                  <a:lnTo>
                    <a:pt x="36188" y="70307"/>
                  </a:lnTo>
                  <a:lnTo>
                    <a:pt x="32664" y="70150"/>
                  </a:lnTo>
                  <a:lnTo>
                    <a:pt x="30339" y="70273"/>
                  </a:lnTo>
                  <a:lnTo>
                    <a:pt x="26295" y="69222"/>
                  </a:lnTo>
                  <a:lnTo>
                    <a:pt x="26025" y="69152"/>
                  </a:lnTo>
                  <a:lnTo>
                    <a:pt x="20400" y="66134"/>
                  </a:lnTo>
                  <a:lnTo>
                    <a:pt x="19781" y="65509"/>
                  </a:lnTo>
                  <a:lnTo>
                    <a:pt x="17032" y="63954"/>
                  </a:lnTo>
                  <a:lnTo>
                    <a:pt x="14686" y="62627"/>
                  </a:lnTo>
                  <a:lnTo>
                    <a:pt x="14539" y="62590"/>
                  </a:lnTo>
                  <a:lnTo>
                    <a:pt x="11395" y="61807"/>
                  </a:lnTo>
                  <a:lnTo>
                    <a:pt x="4364" y="62417"/>
                  </a:lnTo>
                  <a:lnTo>
                    <a:pt x="912" y="62717"/>
                  </a:lnTo>
                  <a:lnTo>
                    <a:pt x="801" y="61712"/>
                  </a:lnTo>
                  <a:lnTo>
                    <a:pt x="733" y="61099"/>
                  </a:lnTo>
                  <a:lnTo>
                    <a:pt x="698" y="60782"/>
                  </a:lnTo>
                  <a:lnTo>
                    <a:pt x="565" y="59604"/>
                  </a:lnTo>
                  <a:lnTo>
                    <a:pt x="1209" y="59468"/>
                  </a:lnTo>
                  <a:lnTo>
                    <a:pt x="4845" y="58700"/>
                  </a:lnTo>
                  <a:lnTo>
                    <a:pt x="5179" y="52379"/>
                  </a:lnTo>
                  <a:lnTo>
                    <a:pt x="7570" y="52390"/>
                  </a:lnTo>
                  <a:lnTo>
                    <a:pt x="7163" y="48875"/>
                  </a:lnTo>
                  <a:lnTo>
                    <a:pt x="2748" y="50080"/>
                  </a:lnTo>
                  <a:lnTo>
                    <a:pt x="2012" y="48574"/>
                  </a:lnTo>
                  <a:lnTo>
                    <a:pt x="1178" y="46116"/>
                  </a:lnTo>
                  <a:lnTo>
                    <a:pt x="343" y="42504"/>
                  </a:lnTo>
                  <a:lnTo>
                    <a:pt x="0" y="38640"/>
                  </a:lnTo>
                  <a:lnTo>
                    <a:pt x="1030" y="35228"/>
                  </a:lnTo>
                  <a:lnTo>
                    <a:pt x="3102" y="25326"/>
                  </a:lnTo>
                  <a:lnTo>
                    <a:pt x="4522" y="18394"/>
                  </a:lnTo>
                  <a:lnTo>
                    <a:pt x="1027" y="15264"/>
                  </a:lnTo>
                  <a:lnTo>
                    <a:pt x="1186" y="15002"/>
                  </a:lnTo>
                  <a:lnTo>
                    <a:pt x="2449" y="12915"/>
                  </a:lnTo>
                  <a:lnTo>
                    <a:pt x="3069" y="11892"/>
                  </a:lnTo>
                  <a:lnTo>
                    <a:pt x="5661" y="9484"/>
                  </a:lnTo>
                  <a:lnTo>
                    <a:pt x="13004" y="17351"/>
                  </a:lnTo>
                  <a:lnTo>
                    <a:pt x="16891" y="20361"/>
                  </a:lnTo>
                  <a:lnTo>
                    <a:pt x="17873" y="15103"/>
                  </a:lnTo>
                  <a:lnTo>
                    <a:pt x="16145" y="14421"/>
                  </a:lnTo>
                  <a:lnTo>
                    <a:pt x="17598" y="7437"/>
                  </a:lnTo>
                  <a:lnTo>
                    <a:pt x="21379" y="7302"/>
                  </a:lnTo>
                  <a:lnTo>
                    <a:pt x="21374" y="5765"/>
                  </a:lnTo>
                  <a:lnTo>
                    <a:pt x="27087" y="4320"/>
                  </a:lnTo>
                  <a:lnTo>
                    <a:pt x="30507" y="4574"/>
                  </a:lnTo>
                  <a:lnTo>
                    <a:pt x="34973" y="1401"/>
                  </a:lnTo>
                  <a:lnTo>
                    <a:pt x="35690" y="1815"/>
                  </a:lnTo>
                  <a:lnTo>
                    <a:pt x="37852" y="3063"/>
                  </a:lnTo>
                  <a:lnTo>
                    <a:pt x="38428" y="3258"/>
                  </a:lnTo>
                  <a:lnTo>
                    <a:pt x="39319" y="3560"/>
                  </a:lnTo>
                  <a:lnTo>
                    <a:pt x="39954" y="3828"/>
                  </a:lnTo>
                  <a:lnTo>
                    <a:pt x="41114" y="4319"/>
                  </a:lnTo>
                  <a:lnTo>
                    <a:pt x="44931" y="6497"/>
                  </a:lnTo>
                  <a:lnTo>
                    <a:pt x="46428" y="3311"/>
                  </a:lnTo>
                  <a:lnTo>
                    <a:pt x="47410" y="0"/>
                  </a:lnTo>
                  <a:lnTo>
                    <a:pt x="48465" y="476"/>
                  </a:lnTo>
                  <a:lnTo>
                    <a:pt x="52792" y="29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g110"/>
            <p:cNvSpPr/>
            <p:nvPr/>
          </p:nvSpPr>
          <p:spPr>
            <a:xfrm>
              <a:off x="2254047" y="3922668"/>
              <a:ext cx="273514" cy="122587"/>
            </a:xfrm>
            <a:custGeom>
              <a:avLst/>
              <a:pathLst>
                <a:path w="273514" h="122587">
                  <a:moveTo>
                    <a:pt x="172858" y="0"/>
                  </a:moveTo>
                  <a:lnTo>
                    <a:pt x="172969" y="1004"/>
                  </a:lnTo>
                  <a:lnTo>
                    <a:pt x="176421" y="704"/>
                  </a:lnTo>
                  <a:lnTo>
                    <a:pt x="183452" y="94"/>
                  </a:lnTo>
                  <a:lnTo>
                    <a:pt x="186596" y="878"/>
                  </a:lnTo>
                  <a:lnTo>
                    <a:pt x="186743" y="914"/>
                  </a:lnTo>
                  <a:lnTo>
                    <a:pt x="189089" y="2241"/>
                  </a:lnTo>
                  <a:lnTo>
                    <a:pt x="191838" y="3797"/>
                  </a:lnTo>
                  <a:lnTo>
                    <a:pt x="192457" y="4421"/>
                  </a:lnTo>
                  <a:lnTo>
                    <a:pt x="198082" y="7439"/>
                  </a:lnTo>
                  <a:lnTo>
                    <a:pt x="198352" y="7510"/>
                  </a:lnTo>
                  <a:lnTo>
                    <a:pt x="202396" y="8561"/>
                  </a:lnTo>
                  <a:lnTo>
                    <a:pt x="204811" y="8433"/>
                  </a:lnTo>
                  <a:lnTo>
                    <a:pt x="208315" y="8597"/>
                  </a:lnTo>
                  <a:lnTo>
                    <a:pt x="210760" y="8914"/>
                  </a:lnTo>
                  <a:lnTo>
                    <a:pt x="211579" y="9005"/>
                  </a:lnTo>
                  <a:lnTo>
                    <a:pt x="214533" y="9330"/>
                  </a:lnTo>
                  <a:lnTo>
                    <a:pt x="216430" y="9539"/>
                  </a:lnTo>
                  <a:lnTo>
                    <a:pt x="216991" y="9672"/>
                  </a:lnTo>
                  <a:lnTo>
                    <a:pt x="217381" y="9725"/>
                  </a:lnTo>
                  <a:lnTo>
                    <a:pt x="218494" y="9124"/>
                  </a:lnTo>
                  <a:lnTo>
                    <a:pt x="220806" y="10261"/>
                  </a:lnTo>
                  <a:lnTo>
                    <a:pt x="223095" y="11626"/>
                  </a:lnTo>
                  <a:lnTo>
                    <a:pt x="226197" y="13553"/>
                  </a:lnTo>
                  <a:lnTo>
                    <a:pt x="226215" y="13815"/>
                  </a:lnTo>
                  <a:lnTo>
                    <a:pt x="224516" y="15641"/>
                  </a:lnTo>
                  <a:lnTo>
                    <a:pt x="222077" y="17312"/>
                  </a:lnTo>
                  <a:lnTo>
                    <a:pt x="221765" y="17289"/>
                  </a:lnTo>
                  <a:lnTo>
                    <a:pt x="221822" y="17511"/>
                  </a:lnTo>
                  <a:lnTo>
                    <a:pt x="221916" y="17877"/>
                  </a:lnTo>
                  <a:lnTo>
                    <a:pt x="222764" y="18716"/>
                  </a:lnTo>
                  <a:lnTo>
                    <a:pt x="225839" y="22452"/>
                  </a:lnTo>
                  <a:lnTo>
                    <a:pt x="231962" y="27201"/>
                  </a:lnTo>
                  <a:lnTo>
                    <a:pt x="233852" y="28666"/>
                  </a:lnTo>
                  <a:lnTo>
                    <a:pt x="237112" y="24552"/>
                  </a:lnTo>
                  <a:lnTo>
                    <a:pt x="240804" y="20530"/>
                  </a:lnTo>
                  <a:lnTo>
                    <a:pt x="244592" y="16404"/>
                  </a:lnTo>
                  <a:lnTo>
                    <a:pt x="246124" y="14457"/>
                  </a:lnTo>
                  <a:lnTo>
                    <a:pt x="246524" y="13286"/>
                  </a:lnTo>
                  <a:lnTo>
                    <a:pt x="247032" y="11796"/>
                  </a:lnTo>
                  <a:lnTo>
                    <a:pt x="247095" y="11611"/>
                  </a:lnTo>
                  <a:lnTo>
                    <a:pt x="247145" y="11467"/>
                  </a:lnTo>
                  <a:lnTo>
                    <a:pt x="249227" y="6099"/>
                  </a:lnTo>
                  <a:lnTo>
                    <a:pt x="256393" y="10254"/>
                  </a:lnTo>
                  <a:lnTo>
                    <a:pt x="268560" y="17871"/>
                  </a:lnTo>
                  <a:lnTo>
                    <a:pt x="269312" y="18342"/>
                  </a:lnTo>
                  <a:lnTo>
                    <a:pt x="267737" y="20816"/>
                  </a:lnTo>
                  <a:lnTo>
                    <a:pt x="273514" y="24543"/>
                  </a:lnTo>
                  <a:lnTo>
                    <a:pt x="271464" y="27439"/>
                  </a:lnTo>
                  <a:lnTo>
                    <a:pt x="261242" y="29609"/>
                  </a:lnTo>
                  <a:lnTo>
                    <a:pt x="246202" y="34948"/>
                  </a:lnTo>
                  <a:lnTo>
                    <a:pt x="245797" y="35018"/>
                  </a:lnTo>
                  <a:lnTo>
                    <a:pt x="244690" y="35209"/>
                  </a:lnTo>
                  <a:lnTo>
                    <a:pt x="242550" y="35088"/>
                  </a:lnTo>
                  <a:lnTo>
                    <a:pt x="238388" y="35630"/>
                  </a:lnTo>
                  <a:lnTo>
                    <a:pt x="233597" y="35169"/>
                  </a:lnTo>
                  <a:lnTo>
                    <a:pt x="232754" y="41582"/>
                  </a:lnTo>
                  <a:lnTo>
                    <a:pt x="232199" y="43873"/>
                  </a:lnTo>
                  <a:lnTo>
                    <a:pt x="231472" y="46879"/>
                  </a:lnTo>
                  <a:lnTo>
                    <a:pt x="230942" y="49068"/>
                  </a:lnTo>
                  <a:lnTo>
                    <a:pt x="233343" y="50442"/>
                  </a:lnTo>
                  <a:lnTo>
                    <a:pt x="233769" y="50949"/>
                  </a:lnTo>
                  <a:lnTo>
                    <a:pt x="233602" y="51213"/>
                  </a:lnTo>
                  <a:lnTo>
                    <a:pt x="232838" y="52416"/>
                  </a:lnTo>
                  <a:lnTo>
                    <a:pt x="232501" y="52947"/>
                  </a:lnTo>
                  <a:lnTo>
                    <a:pt x="232326" y="53222"/>
                  </a:lnTo>
                  <a:lnTo>
                    <a:pt x="230868" y="55435"/>
                  </a:lnTo>
                  <a:lnTo>
                    <a:pt x="230486" y="56503"/>
                  </a:lnTo>
                  <a:lnTo>
                    <a:pt x="229429" y="58297"/>
                  </a:lnTo>
                  <a:lnTo>
                    <a:pt x="228337" y="59955"/>
                  </a:lnTo>
                  <a:lnTo>
                    <a:pt x="227985" y="60490"/>
                  </a:lnTo>
                  <a:lnTo>
                    <a:pt x="227736" y="60868"/>
                  </a:lnTo>
                  <a:lnTo>
                    <a:pt x="225919" y="63845"/>
                  </a:lnTo>
                  <a:lnTo>
                    <a:pt x="225736" y="64145"/>
                  </a:lnTo>
                  <a:lnTo>
                    <a:pt x="225184" y="65049"/>
                  </a:lnTo>
                  <a:lnTo>
                    <a:pt x="224021" y="66955"/>
                  </a:lnTo>
                  <a:lnTo>
                    <a:pt x="223932" y="67101"/>
                  </a:lnTo>
                  <a:lnTo>
                    <a:pt x="223410" y="67981"/>
                  </a:lnTo>
                  <a:lnTo>
                    <a:pt x="222668" y="69232"/>
                  </a:lnTo>
                  <a:lnTo>
                    <a:pt x="220324" y="73182"/>
                  </a:lnTo>
                  <a:lnTo>
                    <a:pt x="219128" y="75161"/>
                  </a:lnTo>
                  <a:lnTo>
                    <a:pt x="217367" y="78073"/>
                  </a:lnTo>
                  <a:lnTo>
                    <a:pt x="216584" y="79368"/>
                  </a:lnTo>
                  <a:lnTo>
                    <a:pt x="215968" y="80220"/>
                  </a:lnTo>
                  <a:lnTo>
                    <a:pt x="212579" y="84907"/>
                  </a:lnTo>
                  <a:lnTo>
                    <a:pt x="211828" y="84531"/>
                  </a:lnTo>
                  <a:lnTo>
                    <a:pt x="209407" y="88799"/>
                  </a:lnTo>
                  <a:lnTo>
                    <a:pt x="209270" y="89041"/>
                  </a:lnTo>
                  <a:lnTo>
                    <a:pt x="208607" y="90436"/>
                  </a:lnTo>
                  <a:lnTo>
                    <a:pt x="208296" y="91091"/>
                  </a:lnTo>
                  <a:lnTo>
                    <a:pt x="207974" y="92011"/>
                  </a:lnTo>
                  <a:lnTo>
                    <a:pt x="206629" y="94811"/>
                  </a:lnTo>
                  <a:lnTo>
                    <a:pt x="204116" y="93095"/>
                  </a:lnTo>
                  <a:lnTo>
                    <a:pt x="201017" y="90733"/>
                  </a:lnTo>
                  <a:lnTo>
                    <a:pt x="200627" y="90436"/>
                  </a:lnTo>
                  <a:lnTo>
                    <a:pt x="200140" y="90065"/>
                  </a:lnTo>
                  <a:lnTo>
                    <a:pt x="199932" y="90436"/>
                  </a:lnTo>
                  <a:lnTo>
                    <a:pt x="198462" y="93055"/>
                  </a:lnTo>
                  <a:lnTo>
                    <a:pt x="196435" y="95965"/>
                  </a:lnTo>
                  <a:lnTo>
                    <a:pt x="195939" y="96677"/>
                  </a:lnTo>
                  <a:lnTo>
                    <a:pt x="194717" y="98528"/>
                  </a:lnTo>
                  <a:lnTo>
                    <a:pt x="192787" y="101454"/>
                  </a:lnTo>
                  <a:lnTo>
                    <a:pt x="192456" y="101920"/>
                  </a:lnTo>
                  <a:lnTo>
                    <a:pt x="191051" y="103892"/>
                  </a:lnTo>
                  <a:lnTo>
                    <a:pt x="190051" y="105297"/>
                  </a:lnTo>
                  <a:lnTo>
                    <a:pt x="189022" y="106742"/>
                  </a:lnTo>
                  <a:lnTo>
                    <a:pt x="187683" y="108396"/>
                  </a:lnTo>
                  <a:lnTo>
                    <a:pt x="187308" y="109340"/>
                  </a:lnTo>
                  <a:lnTo>
                    <a:pt x="187143" y="109758"/>
                  </a:lnTo>
                  <a:lnTo>
                    <a:pt x="186891" y="109641"/>
                  </a:lnTo>
                  <a:lnTo>
                    <a:pt x="184739" y="108634"/>
                  </a:lnTo>
                  <a:lnTo>
                    <a:pt x="182116" y="107405"/>
                  </a:lnTo>
                  <a:lnTo>
                    <a:pt x="181055" y="109683"/>
                  </a:lnTo>
                  <a:lnTo>
                    <a:pt x="180532" y="110023"/>
                  </a:lnTo>
                  <a:lnTo>
                    <a:pt x="176716" y="112508"/>
                  </a:lnTo>
                  <a:lnTo>
                    <a:pt x="176078" y="115318"/>
                  </a:lnTo>
                  <a:lnTo>
                    <a:pt x="175731" y="120459"/>
                  </a:lnTo>
                  <a:lnTo>
                    <a:pt x="164808" y="119717"/>
                  </a:lnTo>
                  <a:lnTo>
                    <a:pt x="163747" y="119888"/>
                  </a:lnTo>
                  <a:lnTo>
                    <a:pt x="151745" y="121832"/>
                  </a:lnTo>
                  <a:lnTo>
                    <a:pt x="148944" y="122285"/>
                  </a:lnTo>
                  <a:lnTo>
                    <a:pt x="144046" y="122587"/>
                  </a:lnTo>
                  <a:lnTo>
                    <a:pt x="142896" y="118981"/>
                  </a:lnTo>
                  <a:lnTo>
                    <a:pt x="144781" y="109829"/>
                  </a:lnTo>
                  <a:lnTo>
                    <a:pt x="140894" y="103568"/>
                  </a:lnTo>
                  <a:lnTo>
                    <a:pt x="134886" y="102604"/>
                  </a:lnTo>
                  <a:lnTo>
                    <a:pt x="132176" y="109829"/>
                  </a:lnTo>
                  <a:lnTo>
                    <a:pt x="114270" y="102243"/>
                  </a:lnTo>
                  <a:lnTo>
                    <a:pt x="108262" y="102484"/>
                  </a:lnTo>
                  <a:lnTo>
                    <a:pt x="90238" y="97667"/>
                  </a:lnTo>
                  <a:lnTo>
                    <a:pt x="86586" y="98992"/>
                  </a:lnTo>
                  <a:lnTo>
                    <a:pt x="84078" y="98312"/>
                  </a:lnTo>
                  <a:lnTo>
                    <a:pt x="76808" y="96343"/>
                  </a:lnTo>
                  <a:lnTo>
                    <a:pt x="56074" y="99112"/>
                  </a:lnTo>
                  <a:lnTo>
                    <a:pt x="56034" y="100545"/>
                  </a:lnTo>
                  <a:lnTo>
                    <a:pt x="55957" y="103327"/>
                  </a:lnTo>
                  <a:lnTo>
                    <a:pt x="7657" y="92971"/>
                  </a:lnTo>
                  <a:lnTo>
                    <a:pt x="0" y="84301"/>
                  </a:lnTo>
                  <a:lnTo>
                    <a:pt x="3180" y="77558"/>
                  </a:lnTo>
                  <a:lnTo>
                    <a:pt x="15550" y="80568"/>
                  </a:lnTo>
                  <a:lnTo>
                    <a:pt x="26741" y="75029"/>
                  </a:lnTo>
                  <a:lnTo>
                    <a:pt x="29215" y="84783"/>
                  </a:lnTo>
                  <a:lnTo>
                    <a:pt x="41467" y="83579"/>
                  </a:lnTo>
                  <a:lnTo>
                    <a:pt x="42645" y="87432"/>
                  </a:lnTo>
                  <a:lnTo>
                    <a:pt x="82345" y="88757"/>
                  </a:lnTo>
                  <a:lnTo>
                    <a:pt x="90441" y="90548"/>
                  </a:lnTo>
                  <a:lnTo>
                    <a:pt x="90827" y="87071"/>
                  </a:lnTo>
                  <a:lnTo>
                    <a:pt x="86232" y="82615"/>
                  </a:lnTo>
                  <a:lnTo>
                    <a:pt x="82698" y="76956"/>
                  </a:lnTo>
                  <a:lnTo>
                    <a:pt x="80813" y="70694"/>
                  </a:lnTo>
                  <a:lnTo>
                    <a:pt x="81756" y="65998"/>
                  </a:lnTo>
                  <a:lnTo>
                    <a:pt x="91534" y="63108"/>
                  </a:lnTo>
                  <a:lnTo>
                    <a:pt x="103550" y="78521"/>
                  </a:lnTo>
                  <a:lnTo>
                    <a:pt x="110029" y="87312"/>
                  </a:lnTo>
                  <a:lnTo>
                    <a:pt x="128289" y="92249"/>
                  </a:lnTo>
                  <a:lnTo>
                    <a:pt x="126757" y="82495"/>
                  </a:lnTo>
                  <a:lnTo>
                    <a:pt x="127228" y="78401"/>
                  </a:lnTo>
                  <a:lnTo>
                    <a:pt x="127329" y="76137"/>
                  </a:lnTo>
                  <a:lnTo>
                    <a:pt x="123026" y="68556"/>
                  </a:lnTo>
                  <a:lnTo>
                    <a:pt x="128732" y="62097"/>
                  </a:lnTo>
                  <a:lnTo>
                    <a:pt x="135695" y="66206"/>
                  </a:lnTo>
                  <a:lnTo>
                    <a:pt x="136191" y="65657"/>
                  </a:lnTo>
                  <a:lnTo>
                    <a:pt x="137369" y="62847"/>
                  </a:lnTo>
                  <a:lnTo>
                    <a:pt x="133443" y="56225"/>
                  </a:lnTo>
                  <a:lnTo>
                    <a:pt x="133443" y="52512"/>
                  </a:lnTo>
                  <a:lnTo>
                    <a:pt x="135164" y="48558"/>
                  </a:lnTo>
                  <a:lnTo>
                    <a:pt x="136264" y="46912"/>
                  </a:lnTo>
                  <a:lnTo>
                    <a:pt x="141885" y="43782"/>
                  </a:lnTo>
                  <a:lnTo>
                    <a:pt x="153469" y="43280"/>
                  </a:lnTo>
                  <a:lnTo>
                    <a:pt x="151800" y="41273"/>
                  </a:lnTo>
                  <a:lnTo>
                    <a:pt x="157200" y="28429"/>
                  </a:lnTo>
                  <a:lnTo>
                    <a:pt x="167311" y="19097"/>
                  </a:lnTo>
                  <a:lnTo>
                    <a:pt x="173202" y="12273"/>
                  </a:lnTo>
                  <a:lnTo>
                    <a:pt x="173398" y="8761"/>
                  </a:lnTo>
                  <a:lnTo>
                    <a:pt x="172514" y="8761"/>
                  </a:lnTo>
                  <a:lnTo>
                    <a:pt x="170781" y="2401"/>
                  </a:lnTo>
                  <a:lnTo>
                    <a:pt x="170486" y="30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g111"/>
            <p:cNvSpPr/>
            <p:nvPr/>
          </p:nvSpPr>
          <p:spPr>
            <a:xfrm>
              <a:off x="2441237" y="3950108"/>
              <a:ext cx="126274" cy="99030"/>
            </a:xfrm>
            <a:custGeom>
              <a:avLst/>
              <a:pathLst>
                <a:path w="126274" h="99030">
                  <a:moveTo>
                    <a:pt x="106836" y="2017"/>
                  </a:moveTo>
                  <a:lnTo>
                    <a:pt x="112421" y="2740"/>
                  </a:lnTo>
                  <a:lnTo>
                    <a:pt x="113858" y="2228"/>
                  </a:lnTo>
                  <a:lnTo>
                    <a:pt x="114939" y="1842"/>
                  </a:lnTo>
                  <a:lnTo>
                    <a:pt x="116148" y="2613"/>
                  </a:lnTo>
                  <a:lnTo>
                    <a:pt x="125983" y="8885"/>
                  </a:lnTo>
                  <a:lnTo>
                    <a:pt x="126274" y="9070"/>
                  </a:lnTo>
                  <a:lnTo>
                    <a:pt x="125917" y="9639"/>
                  </a:lnTo>
                  <a:lnTo>
                    <a:pt x="125833" y="9780"/>
                  </a:lnTo>
                  <a:lnTo>
                    <a:pt x="124714" y="11663"/>
                  </a:lnTo>
                  <a:lnTo>
                    <a:pt x="121473" y="17116"/>
                  </a:lnTo>
                  <a:lnTo>
                    <a:pt x="121087" y="17766"/>
                  </a:lnTo>
                  <a:lnTo>
                    <a:pt x="119364" y="20665"/>
                  </a:lnTo>
                  <a:lnTo>
                    <a:pt x="117599" y="23464"/>
                  </a:lnTo>
                  <a:lnTo>
                    <a:pt x="114873" y="27790"/>
                  </a:lnTo>
                  <a:lnTo>
                    <a:pt x="113813" y="29481"/>
                  </a:lnTo>
                  <a:lnTo>
                    <a:pt x="112005" y="32367"/>
                  </a:lnTo>
                  <a:lnTo>
                    <a:pt x="110211" y="35231"/>
                  </a:lnTo>
                  <a:lnTo>
                    <a:pt x="107485" y="39756"/>
                  </a:lnTo>
                  <a:lnTo>
                    <a:pt x="107366" y="40913"/>
                  </a:lnTo>
                  <a:lnTo>
                    <a:pt x="107289" y="41662"/>
                  </a:lnTo>
                  <a:lnTo>
                    <a:pt x="107060" y="47513"/>
                  </a:lnTo>
                  <a:lnTo>
                    <a:pt x="106706" y="56526"/>
                  </a:lnTo>
                  <a:lnTo>
                    <a:pt x="106697" y="56761"/>
                  </a:lnTo>
                  <a:lnTo>
                    <a:pt x="106679" y="57225"/>
                  </a:lnTo>
                  <a:lnTo>
                    <a:pt x="106666" y="57572"/>
                  </a:lnTo>
                  <a:lnTo>
                    <a:pt x="102533" y="59711"/>
                  </a:lnTo>
                  <a:lnTo>
                    <a:pt x="101103" y="60452"/>
                  </a:lnTo>
                  <a:lnTo>
                    <a:pt x="98570" y="61796"/>
                  </a:lnTo>
                  <a:lnTo>
                    <a:pt x="97126" y="62708"/>
                  </a:lnTo>
                  <a:lnTo>
                    <a:pt x="95645" y="63643"/>
                  </a:lnTo>
                  <a:lnTo>
                    <a:pt x="95228" y="63916"/>
                  </a:lnTo>
                  <a:lnTo>
                    <a:pt x="94565" y="64351"/>
                  </a:lnTo>
                  <a:lnTo>
                    <a:pt x="92411" y="65765"/>
                  </a:lnTo>
                  <a:lnTo>
                    <a:pt x="91940" y="66074"/>
                  </a:lnTo>
                  <a:lnTo>
                    <a:pt x="91707" y="66293"/>
                  </a:lnTo>
                  <a:lnTo>
                    <a:pt x="89998" y="67906"/>
                  </a:lnTo>
                  <a:lnTo>
                    <a:pt x="88971" y="68874"/>
                  </a:lnTo>
                  <a:lnTo>
                    <a:pt x="86218" y="72068"/>
                  </a:lnTo>
                  <a:lnTo>
                    <a:pt x="86006" y="72363"/>
                  </a:lnTo>
                  <a:lnTo>
                    <a:pt x="84506" y="74453"/>
                  </a:lnTo>
                  <a:lnTo>
                    <a:pt x="83714" y="75557"/>
                  </a:lnTo>
                  <a:lnTo>
                    <a:pt x="82806" y="76821"/>
                  </a:lnTo>
                  <a:lnTo>
                    <a:pt x="80152" y="81186"/>
                  </a:lnTo>
                  <a:lnTo>
                    <a:pt x="76755" y="86771"/>
                  </a:lnTo>
                  <a:lnTo>
                    <a:pt x="73792" y="91507"/>
                  </a:lnTo>
                  <a:lnTo>
                    <a:pt x="69341" y="98620"/>
                  </a:lnTo>
                  <a:lnTo>
                    <a:pt x="69020" y="99030"/>
                  </a:lnTo>
                  <a:lnTo>
                    <a:pt x="68572" y="98762"/>
                  </a:lnTo>
                  <a:lnTo>
                    <a:pt x="62393" y="95063"/>
                  </a:lnTo>
                  <a:lnTo>
                    <a:pt x="61170" y="94331"/>
                  </a:lnTo>
                  <a:lnTo>
                    <a:pt x="59526" y="93346"/>
                  </a:lnTo>
                  <a:lnTo>
                    <a:pt x="57040" y="91857"/>
                  </a:lnTo>
                  <a:lnTo>
                    <a:pt x="55046" y="90664"/>
                  </a:lnTo>
                  <a:lnTo>
                    <a:pt x="51656" y="88741"/>
                  </a:lnTo>
                  <a:lnTo>
                    <a:pt x="50361" y="88006"/>
                  </a:lnTo>
                  <a:lnTo>
                    <a:pt x="46826" y="86215"/>
                  </a:lnTo>
                  <a:lnTo>
                    <a:pt x="46364" y="86962"/>
                  </a:lnTo>
                  <a:lnTo>
                    <a:pt x="44914" y="86123"/>
                  </a:lnTo>
                  <a:lnTo>
                    <a:pt x="44011" y="85601"/>
                  </a:lnTo>
                  <a:lnTo>
                    <a:pt x="43630" y="85380"/>
                  </a:lnTo>
                  <a:lnTo>
                    <a:pt x="38916" y="82653"/>
                  </a:lnTo>
                  <a:lnTo>
                    <a:pt x="38642" y="82503"/>
                  </a:lnTo>
                  <a:lnTo>
                    <a:pt x="32996" y="79402"/>
                  </a:lnTo>
                  <a:lnTo>
                    <a:pt x="31161" y="81260"/>
                  </a:lnTo>
                  <a:lnTo>
                    <a:pt x="28858" y="81694"/>
                  </a:lnTo>
                  <a:lnTo>
                    <a:pt x="27929" y="81894"/>
                  </a:lnTo>
                  <a:lnTo>
                    <a:pt x="25124" y="82498"/>
                  </a:lnTo>
                  <a:lnTo>
                    <a:pt x="24993" y="82526"/>
                  </a:lnTo>
                  <a:lnTo>
                    <a:pt x="22155" y="83137"/>
                  </a:lnTo>
                  <a:lnTo>
                    <a:pt x="21917" y="83208"/>
                  </a:lnTo>
                  <a:lnTo>
                    <a:pt x="18801" y="84140"/>
                  </a:lnTo>
                  <a:lnTo>
                    <a:pt x="17909" y="84992"/>
                  </a:lnTo>
                  <a:lnTo>
                    <a:pt x="17641" y="85247"/>
                  </a:lnTo>
                  <a:lnTo>
                    <a:pt x="16012" y="86137"/>
                  </a:lnTo>
                  <a:lnTo>
                    <a:pt x="14313" y="87065"/>
                  </a:lnTo>
                  <a:lnTo>
                    <a:pt x="13152" y="87699"/>
                  </a:lnTo>
                  <a:lnTo>
                    <a:pt x="12987" y="87789"/>
                  </a:lnTo>
                  <a:lnTo>
                    <a:pt x="13035" y="85810"/>
                  </a:lnTo>
                  <a:lnTo>
                    <a:pt x="13041" y="85553"/>
                  </a:lnTo>
                  <a:lnTo>
                    <a:pt x="8381" y="84228"/>
                  </a:lnTo>
                  <a:lnTo>
                    <a:pt x="4425" y="84068"/>
                  </a:lnTo>
                  <a:lnTo>
                    <a:pt x="4264" y="83927"/>
                  </a:lnTo>
                  <a:lnTo>
                    <a:pt x="4059" y="83817"/>
                  </a:lnTo>
                  <a:lnTo>
                    <a:pt x="3527" y="83530"/>
                  </a:lnTo>
                  <a:lnTo>
                    <a:pt x="2976" y="83233"/>
                  </a:lnTo>
                  <a:lnTo>
                    <a:pt x="2843" y="83161"/>
                  </a:lnTo>
                  <a:lnTo>
                    <a:pt x="2614" y="83037"/>
                  </a:lnTo>
                  <a:lnTo>
                    <a:pt x="2268" y="82851"/>
                  </a:lnTo>
                  <a:lnTo>
                    <a:pt x="1793" y="82595"/>
                  </a:lnTo>
                  <a:lnTo>
                    <a:pt x="1151" y="82648"/>
                  </a:lnTo>
                  <a:lnTo>
                    <a:pt x="953" y="82665"/>
                  </a:lnTo>
                  <a:lnTo>
                    <a:pt x="545" y="82597"/>
                  </a:lnTo>
                  <a:lnTo>
                    <a:pt x="0" y="82199"/>
                  </a:lnTo>
                  <a:lnTo>
                    <a:pt x="118" y="81901"/>
                  </a:lnTo>
                  <a:lnTo>
                    <a:pt x="492" y="80956"/>
                  </a:lnTo>
                  <a:lnTo>
                    <a:pt x="1834" y="79299"/>
                  </a:lnTo>
                  <a:lnTo>
                    <a:pt x="2860" y="77858"/>
                  </a:lnTo>
                  <a:lnTo>
                    <a:pt x="3861" y="76453"/>
                  </a:lnTo>
                  <a:lnTo>
                    <a:pt x="5265" y="74480"/>
                  </a:lnTo>
                  <a:lnTo>
                    <a:pt x="5597" y="74015"/>
                  </a:lnTo>
                  <a:lnTo>
                    <a:pt x="7527" y="71089"/>
                  </a:lnTo>
                  <a:lnTo>
                    <a:pt x="8748" y="69238"/>
                  </a:lnTo>
                  <a:lnTo>
                    <a:pt x="9244" y="68525"/>
                  </a:lnTo>
                  <a:lnTo>
                    <a:pt x="11271" y="65616"/>
                  </a:lnTo>
                  <a:lnTo>
                    <a:pt x="12741" y="62996"/>
                  </a:lnTo>
                  <a:lnTo>
                    <a:pt x="12950" y="62625"/>
                  </a:lnTo>
                  <a:lnTo>
                    <a:pt x="13437" y="62996"/>
                  </a:lnTo>
                  <a:lnTo>
                    <a:pt x="13827" y="63294"/>
                  </a:lnTo>
                  <a:lnTo>
                    <a:pt x="16926" y="65656"/>
                  </a:lnTo>
                  <a:lnTo>
                    <a:pt x="19439" y="67372"/>
                  </a:lnTo>
                  <a:lnTo>
                    <a:pt x="20784" y="64572"/>
                  </a:lnTo>
                  <a:lnTo>
                    <a:pt x="21105" y="63652"/>
                  </a:lnTo>
                  <a:lnTo>
                    <a:pt x="21417" y="62996"/>
                  </a:lnTo>
                  <a:lnTo>
                    <a:pt x="22080" y="61602"/>
                  </a:lnTo>
                  <a:lnTo>
                    <a:pt x="22217" y="61360"/>
                  </a:lnTo>
                  <a:lnTo>
                    <a:pt x="24637" y="57092"/>
                  </a:lnTo>
                  <a:lnTo>
                    <a:pt x="25388" y="57468"/>
                  </a:lnTo>
                  <a:lnTo>
                    <a:pt x="28777" y="52781"/>
                  </a:lnTo>
                  <a:lnTo>
                    <a:pt x="29393" y="51929"/>
                  </a:lnTo>
                  <a:lnTo>
                    <a:pt x="30176" y="50634"/>
                  </a:lnTo>
                  <a:lnTo>
                    <a:pt x="31937" y="47722"/>
                  </a:lnTo>
                  <a:lnTo>
                    <a:pt x="33134" y="45743"/>
                  </a:lnTo>
                  <a:lnTo>
                    <a:pt x="35477" y="41793"/>
                  </a:lnTo>
                  <a:lnTo>
                    <a:pt x="36219" y="40542"/>
                  </a:lnTo>
                  <a:lnTo>
                    <a:pt x="36741" y="39662"/>
                  </a:lnTo>
                  <a:lnTo>
                    <a:pt x="36831" y="39516"/>
                  </a:lnTo>
                  <a:lnTo>
                    <a:pt x="37994" y="37610"/>
                  </a:lnTo>
                  <a:lnTo>
                    <a:pt x="38545" y="36706"/>
                  </a:lnTo>
                  <a:lnTo>
                    <a:pt x="38729" y="36405"/>
                  </a:lnTo>
                  <a:lnTo>
                    <a:pt x="40545" y="33429"/>
                  </a:lnTo>
                  <a:lnTo>
                    <a:pt x="40794" y="33051"/>
                  </a:lnTo>
                  <a:lnTo>
                    <a:pt x="41147" y="32516"/>
                  </a:lnTo>
                  <a:lnTo>
                    <a:pt x="42239" y="30857"/>
                  </a:lnTo>
                  <a:lnTo>
                    <a:pt x="43295" y="29064"/>
                  </a:lnTo>
                  <a:lnTo>
                    <a:pt x="43730" y="27916"/>
                  </a:lnTo>
                  <a:lnTo>
                    <a:pt x="45136" y="25783"/>
                  </a:lnTo>
                  <a:lnTo>
                    <a:pt x="45311" y="25507"/>
                  </a:lnTo>
                  <a:lnTo>
                    <a:pt x="45647" y="24977"/>
                  </a:lnTo>
                  <a:lnTo>
                    <a:pt x="46411" y="23774"/>
                  </a:lnTo>
                  <a:lnTo>
                    <a:pt x="46579" y="23510"/>
                  </a:lnTo>
                  <a:lnTo>
                    <a:pt x="46152" y="23003"/>
                  </a:lnTo>
                  <a:lnTo>
                    <a:pt x="43751" y="21629"/>
                  </a:lnTo>
                  <a:lnTo>
                    <a:pt x="44281" y="19439"/>
                  </a:lnTo>
                  <a:lnTo>
                    <a:pt x="45009" y="16434"/>
                  </a:lnTo>
                  <a:lnTo>
                    <a:pt x="45563" y="14142"/>
                  </a:lnTo>
                  <a:lnTo>
                    <a:pt x="46406" y="7729"/>
                  </a:lnTo>
                  <a:lnTo>
                    <a:pt x="51197" y="8191"/>
                  </a:lnTo>
                  <a:lnTo>
                    <a:pt x="55360" y="7649"/>
                  </a:lnTo>
                  <a:lnTo>
                    <a:pt x="57500" y="7769"/>
                  </a:lnTo>
                  <a:lnTo>
                    <a:pt x="58606" y="7578"/>
                  </a:lnTo>
                  <a:lnTo>
                    <a:pt x="59012" y="7508"/>
                  </a:lnTo>
                  <a:lnTo>
                    <a:pt x="74051" y="2170"/>
                  </a:lnTo>
                  <a:lnTo>
                    <a:pt x="84273" y="0"/>
                  </a:lnTo>
                  <a:lnTo>
                    <a:pt x="93234" y="43"/>
                  </a:lnTo>
                  <a:lnTo>
                    <a:pt x="93691" y="126"/>
                  </a:lnTo>
                  <a:lnTo>
                    <a:pt x="97180" y="7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g112"/>
            <p:cNvSpPr/>
            <p:nvPr/>
          </p:nvSpPr>
          <p:spPr>
            <a:xfrm>
              <a:off x="2622606" y="4009224"/>
              <a:ext cx="107453" cy="154223"/>
            </a:xfrm>
            <a:custGeom>
              <a:avLst/>
              <a:pathLst>
                <a:path w="107453" h="154223">
                  <a:moveTo>
                    <a:pt x="39764" y="640"/>
                  </a:moveTo>
                  <a:lnTo>
                    <a:pt x="41047" y="1223"/>
                  </a:lnTo>
                  <a:lnTo>
                    <a:pt x="47951" y="4360"/>
                  </a:lnTo>
                  <a:lnTo>
                    <a:pt x="48154" y="4451"/>
                  </a:lnTo>
                  <a:lnTo>
                    <a:pt x="50925" y="5688"/>
                  </a:lnTo>
                  <a:lnTo>
                    <a:pt x="53067" y="6645"/>
                  </a:lnTo>
                  <a:lnTo>
                    <a:pt x="54219" y="7159"/>
                  </a:lnTo>
                  <a:lnTo>
                    <a:pt x="60358" y="9901"/>
                  </a:lnTo>
                  <a:lnTo>
                    <a:pt x="63071" y="11112"/>
                  </a:lnTo>
                  <a:lnTo>
                    <a:pt x="63454" y="11283"/>
                  </a:lnTo>
                  <a:lnTo>
                    <a:pt x="66691" y="12729"/>
                  </a:lnTo>
                  <a:lnTo>
                    <a:pt x="69604" y="14029"/>
                  </a:lnTo>
                  <a:lnTo>
                    <a:pt x="70811" y="14568"/>
                  </a:lnTo>
                  <a:lnTo>
                    <a:pt x="72565" y="15352"/>
                  </a:lnTo>
                  <a:lnTo>
                    <a:pt x="72917" y="15457"/>
                  </a:lnTo>
                  <a:lnTo>
                    <a:pt x="77228" y="16750"/>
                  </a:lnTo>
                  <a:lnTo>
                    <a:pt x="78070" y="16964"/>
                  </a:lnTo>
                  <a:lnTo>
                    <a:pt x="79086" y="17222"/>
                  </a:lnTo>
                  <a:lnTo>
                    <a:pt x="79814" y="17407"/>
                  </a:lnTo>
                  <a:lnTo>
                    <a:pt x="79984" y="17451"/>
                  </a:lnTo>
                  <a:lnTo>
                    <a:pt x="80810" y="17530"/>
                  </a:lnTo>
                  <a:lnTo>
                    <a:pt x="85160" y="17951"/>
                  </a:lnTo>
                  <a:lnTo>
                    <a:pt x="85932" y="18026"/>
                  </a:lnTo>
                  <a:lnTo>
                    <a:pt x="85957" y="18251"/>
                  </a:lnTo>
                  <a:lnTo>
                    <a:pt x="86054" y="19122"/>
                  </a:lnTo>
                  <a:lnTo>
                    <a:pt x="86588" y="23926"/>
                  </a:lnTo>
                  <a:lnTo>
                    <a:pt x="87643" y="33408"/>
                  </a:lnTo>
                  <a:lnTo>
                    <a:pt x="87670" y="33684"/>
                  </a:lnTo>
                  <a:lnTo>
                    <a:pt x="87756" y="35940"/>
                  </a:lnTo>
                  <a:lnTo>
                    <a:pt x="87803" y="37183"/>
                  </a:lnTo>
                  <a:lnTo>
                    <a:pt x="87901" y="37997"/>
                  </a:lnTo>
                  <a:lnTo>
                    <a:pt x="88231" y="40733"/>
                  </a:lnTo>
                  <a:lnTo>
                    <a:pt x="88264" y="41012"/>
                  </a:lnTo>
                  <a:lnTo>
                    <a:pt x="88828" y="43255"/>
                  </a:lnTo>
                  <a:lnTo>
                    <a:pt x="88969" y="45073"/>
                  </a:lnTo>
                  <a:lnTo>
                    <a:pt x="89161" y="46587"/>
                  </a:lnTo>
                  <a:lnTo>
                    <a:pt x="89835" y="48422"/>
                  </a:lnTo>
                  <a:lnTo>
                    <a:pt x="85168" y="50006"/>
                  </a:lnTo>
                  <a:lnTo>
                    <a:pt x="84490" y="50141"/>
                  </a:lnTo>
                  <a:lnTo>
                    <a:pt x="81715" y="50773"/>
                  </a:lnTo>
                  <a:lnTo>
                    <a:pt x="81330" y="50783"/>
                  </a:lnTo>
                  <a:lnTo>
                    <a:pt x="75351" y="50944"/>
                  </a:lnTo>
                  <a:lnTo>
                    <a:pt x="73313" y="51124"/>
                  </a:lnTo>
                  <a:lnTo>
                    <a:pt x="65203" y="50329"/>
                  </a:lnTo>
                  <a:lnTo>
                    <a:pt x="63870" y="51606"/>
                  </a:lnTo>
                  <a:lnTo>
                    <a:pt x="63472" y="52328"/>
                  </a:lnTo>
                  <a:lnTo>
                    <a:pt x="63281" y="53818"/>
                  </a:lnTo>
                  <a:lnTo>
                    <a:pt x="63845" y="56017"/>
                  </a:lnTo>
                  <a:lnTo>
                    <a:pt x="65325" y="55521"/>
                  </a:lnTo>
                  <a:lnTo>
                    <a:pt x="66049" y="55278"/>
                  </a:lnTo>
                  <a:lnTo>
                    <a:pt x="67021" y="55038"/>
                  </a:lnTo>
                  <a:lnTo>
                    <a:pt x="68688" y="54972"/>
                  </a:lnTo>
                  <a:lnTo>
                    <a:pt x="68989" y="55007"/>
                  </a:lnTo>
                  <a:lnTo>
                    <a:pt x="70305" y="55158"/>
                  </a:lnTo>
                  <a:lnTo>
                    <a:pt x="71777" y="55414"/>
                  </a:lnTo>
                  <a:lnTo>
                    <a:pt x="72514" y="55670"/>
                  </a:lnTo>
                  <a:lnTo>
                    <a:pt x="73316" y="56016"/>
                  </a:lnTo>
                  <a:lnTo>
                    <a:pt x="73313" y="56839"/>
                  </a:lnTo>
                  <a:lnTo>
                    <a:pt x="73310" y="57787"/>
                  </a:lnTo>
                  <a:lnTo>
                    <a:pt x="76753" y="57733"/>
                  </a:lnTo>
                  <a:lnTo>
                    <a:pt x="84744" y="57241"/>
                  </a:lnTo>
                  <a:lnTo>
                    <a:pt x="84774" y="58024"/>
                  </a:lnTo>
                  <a:lnTo>
                    <a:pt x="84832" y="59569"/>
                  </a:lnTo>
                  <a:lnTo>
                    <a:pt x="85363" y="65180"/>
                  </a:lnTo>
                  <a:lnTo>
                    <a:pt x="85695" y="67072"/>
                  </a:lnTo>
                  <a:lnTo>
                    <a:pt x="82457" y="67744"/>
                  </a:lnTo>
                  <a:lnTo>
                    <a:pt x="78864" y="68196"/>
                  </a:lnTo>
                  <a:lnTo>
                    <a:pt x="78187" y="68211"/>
                  </a:lnTo>
                  <a:lnTo>
                    <a:pt x="77820" y="68156"/>
                  </a:lnTo>
                  <a:lnTo>
                    <a:pt x="79090" y="70946"/>
                  </a:lnTo>
                  <a:lnTo>
                    <a:pt x="79777" y="72455"/>
                  </a:lnTo>
                  <a:lnTo>
                    <a:pt x="80137" y="72757"/>
                  </a:lnTo>
                  <a:lnTo>
                    <a:pt x="80543" y="73097"/>
                  </a:lnTo>
                  <a:lnTo>
                    <a:pt x="83228" y="80494"/>
                  </a:lnTo>
                  <a:lnTo>
                    <a:pt x="85002" y="83283"/>
                  </a:lnTo>
                  <a:lnTo>
                    <a:pt x="89831" y="107393"/>
                  </a:lnTo>
                  <a:lnTo>
                    <a:pt x="90465" y="109042"/>
                  </a:lnTo>
                  <a:lnTo>
                    <a:pt x="90688" y="112735"/>
                  </a:lnTo>
                  <a:lnTo>
                    <a:pt x="90819" y="114902"/>
                  </a:lnTo>
                  <a:lnTo>
                    <a:pt x="91175" y="121799"/>
                  </a:lnTo>
                  <a:lnTo>
                    <a:pt x="91378" y="121940"/>
                  </a:lnTo>
                  <a:lnTo>
                    <a:pt x="93495" y="123418"/>
                  </a:lnTo>
                  <a:lnTo>
                    <a:pt x="93387" y="123549"/>
                  </a:lnTo>
                  <a:lnTo>
                    <a:pt x="92692" y="124395"/>
                  </a:lnTo>
                  <a:lnTo>
                    <a:pt x="93233" y="124753"/>
                  </a:lnTo>
                  <a:lnTo>
                    <a:pt x="91068" y="127851"/>
                  </a:lnTo>
                  <a:lnTo>
                    <a:pt x="89537" y="130177"/>
                  </a:lnTo>
                  <a:lnTo>
                    <a:pt x="89668" y="130267"/>
                  </a:lnTo>
                  <a:lnTo>
                    <a:pt x="106787" y="142074"/>
                  </a:lnTo>
                  <a:lnTo>
                    <a:pt x="107453" y="142533"/>
                  </a:lnTo>
                  <a:lnTo>
                    <a:pt x="106681" y="143579"/>
                  </a:lnTo>
                  <a:lnTo>
                    <a:pt x="103518" y="147863"/>
                  </a:lnTo>
                  <a:lnTo>
                    <a:pt x="100847" y="151480"/>
                  </a:lnTo>
                  <a:lnTo>
                    <a:pt x="99727" y="152997"/>
                  </a:lnTo>
                  <a:lnTo>
                    <a:pt x="98882" y="154223"/>
                  </a:lnTo>
                  <a:lnTo>
                    <a:pt x="94627" y="151558"/>
                  </a:lnTo>
                  <a:lnTo>
                    <a:pt x="88680" y="147524"/>
                  </a:lnTo>
                  <a:lnTo>
                    <a:pt x="88358" y="147306"/>
                  </a:lnTo>
                  <a:lnTo>
                    <a:pt x="81166" y="142334"/>
                  </a:lnTo>
                  <a:lnTo>
                    <a:pt x="80075" y="141581"/>
                  </a:lnTo>
                  <a:lnTo>
                    <a:pt x="79692" y="141316"/>
                  </a:lnTo>
                  <a:lnTo>
                    <a:pt x="75078" y="138290"/>
                  </a:lnTo>
                  <a:lnTo>
                    <a:pt x="72239" y="136428"/>
                  </a:lnTo>
                  <a:lnTo>
                    <a:pt x="71398" y="135877"/>
                  </a:lnTo>
                  <a:lnTo>
                    <a:pt x="69107" y="134374"/>
                  </a:lnTo>
                  <a:lnTo>
                    <a:pt x="63138" y="130284"/>
                  </a:lnTo>
                  <a:lnTo>
                    <a:pt x="63005" y="130192"/>
                  </a:lnTo>
                  <a:lnTo>
                    <a:pt x="53696" y="123813"/>
                  </a:lnTo>
                  <a:lnTo>
                    <a:pt x="46292" y="118738"/>
                  </a:lnTo>
                  <a:lnTo>
                    <a:pt x="43609" y="116899"/>
                  </a:lnTo>
                  <a:lnTo>
                    <a:pt x="35739" y="111506"/>
                  </a:lnTo>
                  <a:lnTo>
                    <a:pt x="30175" y="107620"/>
                  </a:lnTo>
                  <a:lnTo>
                    <a:pt x="29637" y="107244"/>
                  </a:lnTo>
                  <a:lnTo>
                    <a:pt x="27845" y="106037"/>
                  </a:lnTo>
                  <a:lnTo>
                    <a:pt x="24467" y="103760"/>
                  </a:lnTo>
                  <a:lnTo>
                    <a:pt x="19048" y="100107"/>
                  </a:lnTo>
                  <a:lnTo>
                    <a:pt x="18906" y="100012"/>
                  </a:lnTo>
                  <a:lnTo>
                    <a:pt x="13255" y="96204"/>
                  </a:lnTo>
                  <a:lnTo>
                    <a:pt x="10180" y="94131"/>
                  </a:lnTo>
                  <a:lnTo>
                    <a:pt x="7438" y="92283"/>
                  </a:lnTo>
                  <a:lnTo>
                    <a:pt x="0" y="87270"/>
                  </a:lnTo>
                  <a:lnTo>
                    <a:pt x="194" y="86843"/>
                  </a:lnTo>
                  <a:lnTo>
                    <a:pt x="1170" y="84704"/>
                  </a:lnTo>
                  <a:lnTo>
                    <a:pt x="3117" y="80436"/>
                  </a:lnTo>
                  <a:lnTo>
                    <a:pt x="3411" y="79791"/>
                  </a:lnTo>
                  <a:lnTo>
                    <a:pt x="3473" y="79655"/>
                  </a:lnTo>
                  <a:lnTo>
                    <a:pt x="5246" y="75154"/>
                  </a:lnTo>
                  <a:lnTo>
                    <a:pt x="5586" y="74325"/>
                  </a:lnTo>
                  <a:lnTo>
                    <a:pt x="5668" y="74123"/>
                  </a:lnTo>
                  <a:lnTo>
                    <a:pt x="6290" y="72602"/>
                  </a:lnTo>
                  <a:lnTo>
                    <a:pt x="7280" y="70331"/>
                  </a:lnTo>
                  <a:lnTo>
                    <a:pt x="7843" y="69040"/>
                  </a:lnTo>
                  <a:lnTo>
                    <a:pt x="8238" y="68135"/>
                  </a:lnTo>
                  <a:lnTo>
                    <a:pt x="8322" y="67942"/>
                  </a:lnTo>
                  <a:lnTo>
                    <a:pt x="8454" y="67639"/>
                  </a:lnTo>
                  <a:lnTo>
                    <a:pt x="11095" y="61580"/>
                  </a:lnTo>
                  <a:lnTo>
                    <a:pt x="11191" y="61374"/>
                  </a:lnTo>
                  <a:lnTo>
                    <a:pt x="11448" y="60820"/>
                  </a:lnTo>
                  <a:lnTo>
                    <a:pt x="15724" y="51613"/>
                  </a:lnTo>
                  <a:lnTo>
                    <a:pt x="18530" y="45573"/>
                  </a:lnTo>
                  <a:lnTo>
                    <a:pt x="18619" y="45381"/>
                  </a:lnTo>
                  <a:lnTo>
                    <a:pt x="19145" y="44248"/>
                  </a:lnTo>
                  <a:lnTo>
                    <a:pt x="21376" y="39109"/>
                  </a:lnTo>
                  <a:lnTo>
                    <a:pt x="22770" y="35898"/>
                  </a:lnTo>
                  <a:lnTo>
                    <a:pt x="23467" y="34293"/>
                  </a:lnTo>
                  <a:lnTo>
                    <a:pt x="24215" y="32570"/>
                  </a:lnTo>
                  <a:lnTo>
                    <a:pt x="29346" y="20751"/>
                  </a:lnTo>
                  <a:lnTo>
                    <a:pt x="34815" y="8154"/>
                  </a:lnTo>
                  <a:lnTo>
                    <a:pt x="36199" y="4966"/>
                  </a:lnTo>
                  <a:lnTo>
                    <a:pt x="36937" y="3264"/>
                  </a:lnTo>
                  <a:lnTo>
                    <a:pt x="37865" y="1129"/>
                  </a:lnTo>
                  <a:lnTo>
                    <a:pt x="38289" y="150"/>
                  </a:lnTo>
                  <a:lnTo>
                    <a:pt x="3835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g113"/>
            <p:cNvSpPr/>
            <p:nvPr/>
          </p:nvSpPr>
          <p:spPr>
            <a:xfrm>
              <a:off x="2610774" y="4057416"/>
              <a:ext cx="244838" cy="180270"/>
            </a:xfrm>
            <a:custGeom>
              <a:avLst/>
              <a:pathLst>
                <a:path w="244838" h="180270">
                  <a:moveTo>
                    <a:pt x="202829" y="6522"/>
                  </a:moveTo>
                  <a:lnTo>
                    <a:pt x="207864" y="9943"/>
                  </a:lnTo>
                  <a:lnTo>
                    <a:pt x="207755" y="10097"/>
                  </a:lnTo>
                  <a:lnTo>
                    <a:pt x="207180" y="10912"/>
                  </a:lnTo>
                  <a:lnTo>
                    <a:pt x="213275" y="15012"/>
                  </a:lnTo>
                  <a:lnTo>
                    <a:pt x="219214" y="19008"/>
                  </a:lnTo>
                  <a:lnTo>
                    <a:pt x="219386" y="18753"/>
                  </a:lnTo>
                  <a:lnTo>
                    <a:pt x="219768" y="18188"/>
                  </a:lnTo>
                  <a:lnTo>
                    <a:pt x="219945" y="17937"/>
                  </a:lnTo>
                  <a:lnTo>
                    <a:pt x="220605" y="17002"/>
                  </a:lnTo>
                  <a:lnTo>
                    <a:pt x="221213" y="17427"/>
                  </a:lnTo>
                  <a:lnTo>
                    <a:pt x="225839" y="20659"/>
                  </a:lnTo>
                  <a:lnTo>
                    <a:pt x="226530" y="21140"/>
                  </a:lnTo>
                  <a:lnTo>
                    <a:pt x="229447" y="23138"/>
                  </a:lnTo>
                  <a:lnTo>
                    <a:pt x="232650" y="25333"/>
                  </a:lnTo>
                  <a:lnTo>
                    <a:pt x="232107" y="26137"/>
                  </a:lnTo>
                  <a:lnTo>
                    <a:pt x="232255" y="26237"/>
                  </a:lnTo>
                  <a:lnTo>
                    <a:pt x="241568" y="32521"/>
                  </a:lnTo>
                  <a:lnTo>
                    <a:pt x="242160" y="32920"/>
                  </a:lnTo>
                  <a:lnTo>
                    <a:pt x="243642" y="33920"/>
                  </a:lnTo>
                  <a:lnTo>
                    <a:pt x="244245" y="34327"/>
                  </a:lnTo>
                  <a:lnTo>
                    <a:pt x="244838" y="34727"/>
                  </a:lnTo>
                  <a:lnTo>
                    <a:pt x="242229" y="38614"/>
                  </a:lnTo>
                  <a:lnTo>
                    <a:pt x="241369" y="39895"/>
                  </a:lnTo>
                  <a:lnTo>
                    <a:pt x="240619" y="41011"/>
                  </a:lnTo>
                  <a:lnTo>
                    <a:pt x="231650" y="54374"/>
                  </a:lnTo>
                  <a:lnTo>
                    <a:pt x="231156" y="55111"/>
                  </a:lnTo>
                  <a:lnTo>
                    <a:pt x="229576" y="57464"/>
                  </a:lnTo>
                  <a:lnTo>
                    <a:pt x="229450" y="57653"/>
                  </a:lnTo>
                  <a:lnTo>
                    <a:pt x="229256" y="57941"/>
                  </a:lnTo>
                  <a:lnTo>
                    <a:pt x="229155" y="58092"/>
                  </a:lnTo>
                  <a:lnTo>
                    <a:pt x="227484" y="60582"/>
                  </a:lnTo>
                  <a:lnTo>
                    <a:pt x="226180" y="62525"/>
                  </a:lnTo>
                  <a:lnTo>
                    <a:pt x="224117" y="65598"/>
                  </a:lnTo>
                  <a:lnTo>
                    <a:pt x="222704" y="67702"/>
                  </a:lnTo>
                  <a:lnTo>
                    <a:pt x="222318" y="68277"/>
                  </a:lnTo>
                  <a:lnTo>
                    <a:pt x="219430" y="72321"/>
                  </a:lnTo>
                  <a:lnTo>
                    <a:pt x="216600" y="76282"/>
                  </a:lnTo>
                  <a:lnTo>
                    <a:pt x="215854" y="77327"/>
                  </a:lnTo>
                  <a:lnTo>
                    <a:pt x="215569" y="77726"/>
                  </a:lnTo>
                  <a:lnTo>
                    <a:pt x="209602" y="86078"/>
                  </a:lnTo>
                  <a:lnTo>
                    <a:pt x="208926" y="87025"/>
                  </a:lnTo>
                  <a:lnTo>
                    <a:pt x="205138" y="92327"/>
                  </a:lnTo>
                  <a:lnTo>
                    <a:pt x="204379" y="93389"/>
                  </a:lnTo>
                  <a:lnTo>
                    <a:pt x="203913" y="94042"/>
                  </a:lnTo>
                  <a:lnTo>
                    <a:pt x="203476" y="94653"/>
                  </a:lnTo>
                  <a:lnTo>
                    <a:pt x="202893" y="95469"/>
                  </a:lnTo>
                  <a:lnTo>
                    <a:pt x="200122" y="99348"/>
                  </a:lnTo>
                  <a:lnTo>
                    <a:pt x="194585" y="107099"/>
                  </a:lnTo>
                  <a:lnTo>
                    <a:pt x="193363" y="108809"/>
                  </a:lnTo>
                  <a:lnTo>
                    <a:pt x="193066" y="109226"/>
                  </a:lnTo>
                  <a:lnTo>
                    <a:pt x="187632" y="116832"/>
                  </a:lnTo>
                  <a:lnTo>
                    <a:pt x="187458" y="117065"/>
                  </a:lnTo>
                  <a:lnTo>
                    <a:pt x="187342" y="117219"/>
                  </a:lnTo>
                  <a:lnTo>
                    <a:pt x="187000" y="117675"/>
                  </a:lnTo>
                  <a:lnTo>
                    <a:pt x="185680" y="119437"/>
                  </a:lnTo>
                  <a:lnTo>
                    <a:pt x="170686" y="140117"/>
                  </a:lnTo>
                  <a:lnTo>
                    <a:pt x="168443" y="143211"/>
                  </a:lnTo>
                  <a:lnTo>
                    <a:pt x="166423" y="145996"/>
                  </a:lnTo>
                  <a:lnTo>
                    <a:pt x="161167" y="153246"/>
                  </a:lnTo>
                  <a:lnTo>
                    <a:pt x="158608" y="156776"/>
                  </a:lnTo>
                  <a:lnTo>
                    <a:pt x="154925" y="161855"/>
                  </a:lnTo>
                  <a:lnTo>
                    <a:pt x="148975" y="170061"/>
                  </a:lnTo>
                  <a:lnTo>
                    <a:pt x="148428" y="170816"/>
                  </a:lnTo>
                  <a:lnTo>
                    <a:pt x="143239" y="177973"/>
                  </a:lnTo>
                  <a:lnTo>
                    <a:pt x="141573" y="180270"/>
                  </a:lnTo>
                  <a:lnTo>
                    <a:pt x="140116" y="179029"/>
                  </a:lnTo>
                  <a:lnTo>
                    <a:pt x="139324" y="178356"/>
                  </a:lnTo>
                  <a:lnTo>
                    <a:pt x="138545" y="177693"/>
                  </a:lnTo>
                  <a:lnTo>
                    <a:pt x="138087" y="177303"/>
                  </a:lnTo>
                  <a:lnTo>
                    <a:pt x="130966" y="171244"/>
                  </a:lnTo>
                  <a:lnTo>
                    <a:pt x="130716" y="171031"/>
                  </a:lnTo>
                  <a:lnTo>
                    <a:pt x="129765" y="170223"/>
                  </a:lnTo>
                  <a:lnTo>
                    <a:pt x="126816" y="167713"/>
                  </a:lnTo>
                  <a:lnTo>
                    <a:pt x="118211" y="160392"/>
                  </a:lnTo>
                  <a:lnTo>
                    <a:pt x="118000" y="160202"/>
                  </a:lnTo>
                  <a:lnTo>
                    <a:pt x="116629" y="158968"/>
                  </a:lnTo>
                  <a:lnTo>
                    <a:pt x="113487" y="156141"/>
                  </a:lnTo>
                  <a:lnTo>
                    <a:pt x="99774" y="143801"/>
                  </a:lnTo>
                  <a:lnTo>
                    <a:pt x="99631" y="143673"/>
                  </a:lnTo>
                  <a:lnTo>
                    <a:pt x="99406" y="143470"/>
                  </a:lnTo>
                  <a:lnTo>
                    <a:pt x="92196" y="136999"/>
                  </a:lnTo>
                  <a:lnTo>
                    <a:pt x="91354" y="136243"/>
                  </a:lnTo>
                  <a:lnTo>
                    <a:pt x="90854" y="135794"/>
                  </a:lnTo>
                  <a:lnTo>
                    <a:pt x="90319" y="135382"/>
                  </a:lnTo>
                  <a:lnTo>
                    <a:pt x="90039" y="135166"/>
                  </a:lnTo>
                  <a:lnTo>
                    <a:pt x="89599" y="134797"/>
                  </a:lnTo>
                  <a:lnTo>
                    <a:pt x="89011" y="134304"/>
                  </a:lnTo>
                  <a:lnTo>
                    <a:pt x="81658" y="128068"/>
                  </a:lnTo>
                  <a:lnTo>
                    <a:pt x="73799" y="121404"/>
                  </a:lnTo>
                  <a:lnTo>
                    <a:pt x="73254" y="120942"/>
                  </a:lnTo>
                  <a:lnTo>
                    <a:pt x="65963" y="114393"/>
                  </a:lnTo>
                  <a:lnTo>
                    <a:pt x="60264" y="109275"/>
                  </a:lnTo>
                  <a:lnTo>
                    <a:pt x="56963" y="106310"/>
                  </a:lnTo>
                  <a:lnTo>
                    <a:pt x="55937" y="105389"/>
                  </a:lnTo>
                  <a:lnTo>
                    <a:pt x="52087" y="101849"/>
                  </a:lnTo>
                  <a:lnTo>
                    <a:pt x="43394" y="93857"/>
                  </a:lnTo>
                  <a:lnTo>
                    <a:pt x="42645" y="93168"/>
                  </a:lnTo>
                  <a:lnTo>
                    <a:pt x="32901" y="84210"/>
                  </a:lnTo>
                  <a:lnTo>
                    <a:pt x="31788" y="83186"/>
                  </a:lnTo>
                  <a:lnTo>
                    <a:pt x="26031" y="77989"/>
                  </a:lnTo>
                  <a:lnTo>
                    <a:pt x="22185" y="74518"/>
                  </a:lnTo>
                  <a:lnTo>
                    <a:pt x="18076" y="70841"/>
                  </a:lnTo>
                  <a:lnTo>
                    <a:pt x="13136" y="67695"/>
                  </a:lnTo>
                  <a:lnTo>
                    <a:pt x="9240" y="65214"/>
                  </a:lnTo>
                  <a:lnTo>
                    <a:pt x="4423" y="62146"/>
                  </a:lnTo>
                  <a:lnTo>
                    <a:pt x="1516" y="60295"/>
                  </a:lnTo>
                  <a:lnTo>
                    <a:pt x="372" y="59566"/>
                  </a:lnTo>
                  <a:lnTo>
                    <a:pt x="0" y="59329"/>
                  </a:lnTo>
                  <a:lnTo>
                    <a:pt x="72" y="58454"/>
                  </a:lnTo>
                  <a:lnTo>
                    <a:pt x="126" y="57801"/>
                  </a:lnTo>
                  <a:lnTo>
                    <a:pt x="389" y="57383"/>
                  </a:lnTo>
                  <a:lnTo>
                    <a:pt x="1282" y="55960"/>
                  </a:lnTo>
                  <a:lnTo>
                    <a:pt x="2511" y="54003"/>
                  </a:lnTo>
                  <a:lnTo>
                    <a:pt x="3781" y="51981"/>
                  </a:lnTo>
                  <a:lnTo>
                    <a:pt x="3910" y="51776"/>
                  </a:lnTo>
                  <a:lnTo>
                    <a:pt x="4106" y="51464"/>
                  </a:lnTo>
                  <a:lnTo>
                    <a:pt x="9952" y="42154"/>
                  </a:lnTo>
                  <a:lnTo>
                    <a:pt x="10284" y="41626"/>
                  </a:lnTo>
                  <a:lnTo>
                    <a:pt x="10401" y="41439"/>
                  </a:lnTo>
                  <a:lnTo>
                    <a:pt x="10559" y="41187"/>
                  </a:lnTo>
                  <a:lnTo>
                    <a:pt x="10937" y="40586"/>
                  </a:lnTo>
                  <a:lnTo>
                    <a:pt x="11678" y="39406"/>
                  </a:lnTo>
                  <a:lnTo>
                    <a:pt x="11831" y="39078"/>
                  </a:lnTo>
                  <a:lnTo>
                    <a:pt x="19270" y="44091"/>
                  </a:lnTo>
                  <a:lnTo>
                    <a:pt x="22011" y="45939"/>
                  </a:lnTo>
                  <a:lnTo>
                    <a:pt x="25087" y="48012"/>
                  </a:lnTo>
                  <a:lnTo>
                    <a:pt x="30737" y="51820"/>
                  </a:lnTo>
                  <a:lnTo>
                    <a:pt x="30879" y="51916"/>
                  </a:lnTo>
                  <a:lnTo>
                    <a:pt x="36299" y="55568"/>
                  </a:lnTo>
                  <a:lnTo>
                    <a:pt x="39677" y="57845"/>
                  </a:lnTo>
                  <a:lnTo>
                    <a:pt x="41469" y="59052"/>
                  </a:lnTo>
                  <a:lnTo>
                    <a:pt x="42007" y="59428"/>
                  </a:lnTo>
                  <a:lnTo>
                    <a:pt x="47571" y="63314"/>
                  </a:lnTo>
                  <a:lnTo>
                    <a:pt x="55441" y="68707"/>
                  </a:lnTo>
                  <a:lnTo>
                    <a:pt x="58124" y="70546"/>
                  </a:lnTo>
                  <a:lnTo>
                    <a:pt x="65528" y="75621"/>
                  </a:lnTo>
                  <a:lnTo>
                    <a:pt x="74837" y="82000"/>
                  </a:lnTo>
                  <a:lnTo>
                    <a:pt x="74970" y="82092"/>
                  </a:lnTo>
                  <a:lnTo>
                    <a:pt x="80941" y="86184"/>
                  </a:lnTo>
                  <a:lnTo>
                    <a:pt x="83230" y="87685"/>
                  </a:lnTo>
                  <a:lnTo>
                    <a:pt x="84071" y="88237"/>
                  </a:lnTo>
                  <a:lnTo>
                    <a:pt x="86910" y="90099"/>
                  </a:lnTo>
                  <a:lnTo>
                    <a:pt x="91524" y="93124"/>
                  </a:lnTo>
                  <a:lnTo>
                    <a:pt x="91907" y="93389"/>
                  </a:lnTo>
                  <a:lnTo>
                    <a:pt x="92997" y="94143"/>
                  </a:lnTo>
                  <a:lnTo>
                    <a:pt x="100190" y="99114"/>
                  </a:lnTo>
                  <a:lnTo>
                    <a:pt x="100520" y="99338"/>
                  </a:lnTo>
                  <a:lnTo>
                    <a:pt x="106459" y="103366"/>
                  </a:lnTo>
                  <a:lnTo>
                    <a:pt x="110714" y="106031"/>
                  </a:lnTo>
                  <a:lnTo>
                    <a:pt x="111559" y="104805"/>
                  </a:lnTo>
                  <a:lnTo>
                    <a:pt x="112678" y="103288"/>
                  </a:lnTo>
                  <a:lnTo>
                    <a:pt x="115350" y="99671"/>
                  </a:lnTo>
                  <a:lnTo>
                    <a:pt x="118512" y="95387"/>
                  </a:lnTo>
                  <a:lnTo>
                    <a:pt x="119285" y="94341"/>
                  </a:lnTo>
                  <a:lnTo>
                    <a:pt x="123470" y="88674"/>
                  </a:lnTo>
                  <a:lnTo>
                    <a:pt x="124070" y="87860"/>
                  </a:lnTo>
                  <a:lnTo>
                    <a:pt x="124396" y="87470"/>
                  </a:lnTo>
                  <a:lnTo>
                    <a:pt x="127875" y="83295"/>
                  </a:lnTo>
                  <a:lnTo>
                    <a:pt x="128669" y="82343"/>
                  </a:lnTo>
                  <a:lnTo>
                    <a:pt x="132311" y="77973"/>
                  </a:lnTo>
                  <a:lnTo>
                    <a:pt x="137406" y="72095"/>
                  </a:lnTo>
                  <a:lnTo>
                    <a:pt x="142090" y="66871"/>
                  </a:lnTo>
                  <a:lnTo>
                    <a:pt x="145039" y="63580"/>
                  </a:lnTo>
                  <a:lnTo>
                    <a:pt x="146692" y="61572"/>
                  </a:lnTo>
                  <a:lnTo>
                    <a:pt x="150853" y="56514"/>
                  </a:lnTo>
                  <a:lnTo>
                    <a:pt x="151387" y="55865"/>
                  </a:lnTo>
                  <a:lnTo>
                    <a:pt x="153166" y="57187"/>
                  </a:lnTo>
                  <a:lnTo>
                    <a:pt x="153628" y="56607"/>
                  </a:lnTo>
                  <a:lnTo>
                    <a:pt x="159149" y="49665"/>
                  </a:lnTo>
                  <a:lnTo>
                    <a:pt x="159291" y="49486"/>
                  </a:lnTo>
                  <a:lnTo>
                    <a:pt x="161979" y="46106"/>
                  </a:lnTo>
                  <a:lnTo>
                    <a:pt x="165288" y="41944"/>
                  </a:lnTo>
                  <a:lnTo>
                    <a:pt x="165607" y="41543"/>
                  </a:lnTo>
                  <a:lnTo>
                    <a:pt x="166372" y="40581"/>
                  </a:lnTo>
                  <a:lnTo>
                    <a:pt x="166982" y="39815"/>
                  </a:lnTo>
                  <a:lnTo>
                    <a:pt x="171959" y="33555"/>
                  </a:lnTo>
                  <a:lnTo>
                    <a:pt x="176880" y="27367"/>
                  </a:lnTo>
                  <a:lnTo>
                    <a:pt x="179890" y="23583"/>
                  </a:lnTo>
                  <a:lnTo>
                    <a:pt x="181472" y="21458"/>
                  </a:lnTo>
                  <a:lnTo>
                    <a:pt x="182100" y="20615"/>
                  </a:lnTo>
                  <a:lnTo>
                    <a:pt x="182427" y="20113"/>
                  </a:lnTo>
                  <a:lnTo>
                    <a:pt x="184726" y="16576"/>
                  </a:lnTo>
                  <a:lnTo>
                    <a:pt x="186142" y="14365"/>
                  </a:lnTo>
                  <a:lnTo>
                    <a:pt x="189672" y="8851"/>
                  </a:lnTo>
                  <a:lnTo>
                    <a:pt x="189960" y="8407"/>
                  </a:lnTo>
                  <a:lnTo>
                    <a:pt x="191818" y="5546"/>
                  </a:lnTo>
                  <a:lnTo>
                    <a:pt x="194152" y="1900"/>
                  </a:lnTo>
                  <a:lnTo>
                    <a:pt x="194580" y="1232"/>
                  </a:lnTo>
                  <a:lnTo>
                    <a:pt x="195418" y="0"/>
                  </a:lnTo>
                  <a:lnTo>
                    <a:pt x="196187" y="492"/>
                  </a:lnTo>
                  <a:lnTo>
                    <a:pt x="197763" y="1503"/>
                  </a:lnTo>
                  <a:lnTo>
                    <a:pt x="199840" y="2834"/>
                  </a:lnTo>
                  <a:lnTo>
                    <a:pt x="202682" y="4655"/>
                  </a:lnTo>
                  <a:lnTo>
                    <a:pt x="202093" y="5568"/>
                  </a:lnTo>
                  <a:lnTo>
                    <a:pt x="201882" y="5879"/>
                  </a:lnTo>
                  <a:lnTo>
                    <a:pt x="202449" y="6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g114"/>
            <p:cNvSpPr/>
            <p:nvPr/>
          </p:nvSpPr>
          <p:spPr>
            <a:xfrm>
              <a:off x="2540153" y="4035621"/>
              <a:ext cx="100983" cy="114977"/>
            </a:xfrm>
            <a:custGeom>
              <a:avLst/>
              <a:pathLst>
                <a:path w="100983" h="114977">
                  <a:moveTo>
                    <a:pt x="100983" y="19176"/>
                  </a:moveTo>
                  <a:lnTo>
                    <a:pt x="98177" y="25216"/>
                  </a:lnTo>
                  <a:lnTo>
                    <a:pt x="93901" y="34423"/>
                  </a:lnTo>
                  <a:lnTo>
                    <a:pt x="93644" y="34977"/>
                  </a:lnTo>
                  <a:lnTo>
                    <a:pt x="93548" y="35183"/>
                  </a:lnTo>
                  <a:lnTo>
                    <a:pt x="90907" y="41242"/>
                  </a:lnTo>
                  <a:lnTo>
                    <a:pt x="90775" y="41545"/>
                  </a:lnTo>
                  <a:lnTo>
                    <a:pt x="90644" y="41845"/>
                  </a:lnTo>
                  <a:lnTo>
                    <a:pt x="90296" y="42643"/>
                  </a:lnTo>
                  <a:lnTo>
                    <a:pt x="89710" y="43988"/>
                  </a:lnTo>
                  <a:lnTo>
                    <a:pt x="88743" y="46205"/>
                  </a:lnTo>
                  <a:lnTo>
                    <a:pt x="88121" y="47725"/>
                  </a:lnTo>
                  <a:lnTo>
                    <a:pt x="88038" y="47928"/>
                  </a:lnTo>
                  <a:lnTo>
                    <a:pt x="87699" y="48757"/>
                  </a:lnTo>
                  <a:lnTo>
                    <a:pt x="85926" y="53257"/>
                  </a:lnTo>
                  <a:lnTo>
                    <a:pt x="85864" y="53393"/>
                  </a:lnTo>
                  <a:lnTo>
                    <a:pt x="85570" y="54039"/>
                  </a:lnTo>
                  <a:lnTo>
                    <a:pt x="83623" y="58307"/>
                  </a:lnTo>
                  <a:lnTo>
                    <a:pt x="82647" y="60446"/>
                  </a:lnTo>
                  <a:lnTo>
                    <a:pt x="82452" y="60873"/>
                  </a:lnTo>
                  <a:lnTo>
                    <a:pt x="82258" y="61265"/>
                  </a:lnTo>
                  <a:lnTo>
                    <a:pt x="81544" y="62403"/>
                  </a:lnTo>
                  <a:lnTo>
                    <a:pt x="81180" y="62982"/>
                  </a:lnTo>
                  <a:lnTo>
                    <a:pt x="81022" y="63234"/>
                  </a:lnTo>
                  <a:lnTo>
                    <a:pt x="80905" y="63420"/>
                  </a:lnTo>
                  <a:lnTo>
                    <a:pt x="80573" y="63948"/>
                  </a:lnTo>
                  <a:lnTo>
                    <a:pt x="74727" y="73259"/>
                  </a:lnTo>
                  <a:lnTo>
                    <a:pt x="74531" y="73571"/>
                  </a:lnTo>
                  <a:lnTo>
                    <a:pt x="74381" y="73809"/>
                  </a:lnTo>
                  <a:lnTo>
                    <a:pt x="73132" y="75798"/>
                  </a:lnTo>
                  <a:lnTo>
                    <a:pt x="71903" y="77755"/>
                  </a:lnTo>
                  <a:lnTo>
                    <a:pt x="71010" y="79178"/>
                  </a:lnTo>
                  <a:lnTo>
                    <a:pt x="70747" y="79595"/>
                  </a:lnTo>
                  <a:lnTo>
                    <a:pt x="70693" y="80249"/>
                  </a:lnTo>
                  <a:lnTo>
                    <a:pt x="70621" y="81124"/>
                  </a:lnTo>
                  <a:lnTo>
                    <a:pt x="69463" y="82937"/>
                  </a:lnTo>
                  <a:lnTo>
                    <a:pt x="66121" y="88173"/>
                  </a:lnTo>
                  <a:lnTo>
                    <a:pt x="52138" y="110079"/>
                  </a:lnTo>
                  <a:lnTo>
                    <a:pt x="51397" y="111339"/>
                  </a:lnTo>
                  <a:lnTo>
                    <a:pt x="49091" y="114977"/>
                  </a:lnTo>
                  <a:lnTo>
                    <a:pt x="48873" y="114841"/>
                  </a:lnTo>
                  <a:lnTo>
                    <a:pt x="48706" y="114736"/>
                  </a:lnTo>
                  <a:lnTo>
                    <a:pt x="38923" y="108616"/>
                  </a:lnTo>
                  <a:lnTo>
                    <a:pt x="38355" y="108261"/>
                  </a:lnTo>
                  <a:lnTo>
                    <a:pt x="26163" y="100633"/>
                  </a:lnTo>
                  <a:lnTo>
                    <a:pt x="26019" y="100544"/>
                  </a:lnTo>
                  <a:lnTo>
                    <a:pt x="20074" y="96824"/>
                  </a:lnTo>
                  <a:lnTo>
                    <a:pt x="19930" y="96734"/>
                  </a:lnTo>
                  <a:lnTo>
                    <a:pt x="16532" y="94608"/>
                  </a:lnTo>
                  <a:lnTo>
                    <a:pt x="13482" y="92700"/>
                  </a:lnTo>
                  <a:lnTo>
                    <a:pt x="14228" y="91373"/>
                  </a:lnTo>
                  <a:lnTo>
                    <a:pt x="14545" y="90808"/>
                  </a:lnTo>
                  <a:lnTo>
                    <a:pt x="14747" y="90448"/>
                  </a:lnTo>
                  <a:lnTo>
                    <a:pt x="17529" y="86023"/>
                  </a:lnTo>
                  <a:lnTo>
                    <a:pt x="18813" y="83979"/>
                  </a:lnTo>
                  <a:lnTo>
                    <a:pt x="19332" y="83154"/>
                  </a:lnTo>
                  <a:lnTo>
                    <a:pt x="19531" y="82848"/>
                  </a:lnTo>
                  <a:lnTo>
                    <a:pt x="21412" y="79956"/>
                  </a:lnTo>
                  <a:lnTo>
                    <a:pt x="22275" y="78511"/>
                  </a:lnTo>
                  <a:lnTo>
                    <a:pt x="23118" y="77099"/>
                  </a:lnTo>
                  <a:lnTo>
                    <a:pt x="24924" y="73942"/>
                  </a:lnTo>
                  <a:lnTo>
                    <a:pt x="25003" y="73803"/>
                  </a:lnTo>
                  <a:lnTo>
                    <a:pt x="18161" y="69482"/>
                  </a:lnTo>
                  <a:lnTo>
                    <a:pt x="16496" y="68430"/>
                  </a:lnTo>
                  <a:lnTo>
                    <a:pt x="17104" y="67444"/>
                  </a:lnTo>
                  <a:lnTo>
                    <a:pt x="6790" y="61148"/>
                  </a:lnTo>
                  <a:lnTo>
                    <a:pt x="6409" y="60915"/>
                  </a:lnTo>
                  <a:lnTo>
                    <a:pt x="8504" y="57154"/>
                  </a:lnTo>
                  <a:lnTo>
                    <a:pt x="5178" y="55093"/>
                  </a:lnTo>
                  <a:lnTo>
                    <a:pt x="6043" y="53770"/>
                  </a:lnTo>
                  <a:lnTo>
                    <a:pt x="1297" y="50922"/>
                  </a:lnTo>
                  <a:lnTo>
                    <a:pt x="0" y="50143"/>
                  </a:lnTo>
                  <a:lnTo>
                    <a:pt x="153" y="49885"/>
                  </a:lnTo>
                  <a:lnTo>
                    <a:pt x="487" y="49373"/>
                  </a:lnTo>
                  <a:lnTo>
                    <a:pt x="685" y="49068"/>
                  </a:lnTo>
                  <a:lnTo>
                    <a:pt x="2961" y="45569"/>
                  </a:lnTo>
                  <a:lnTo>
                    <a:pt x="4185" y="43556"/>
                  </a:lnTo>
                  <a:lnTo>
                    <a:pt x="4495" y="43048"/>
                  </a:lnTo>
                  <a:lnTo>
                    <a:pt x="5056" y="42125"/>
                  </a:lnTo>
                  <a:lnTo>
                    <a:pt x="6796" y="39264"/>
                  </a:lnTo>
                  <a:lnTo>
                    <a:pt x="6901" y="39090"/>
                  </a:lnTo>
                  <a:lnTo>
                    <a:pt x="7228" y="38554"/>
                  </a:lnTo>
                  <a:lnTo>
                    <a:pt x="7622" y="37905"/>
                  </a:lnTo>
                  <a:lnTo>
                    <a:pt x="8478" y="36498"/>
                  </a:lnTo>
                  <a:lnTo>
                    <a:pt x="8640" y="36232"/>
                  </a:lnTo>
                  <a:lnTo>
                    <a:pt x="9912" y="34139"/>
                  </a:lnTo>
                  <a:lnTo>
                    <a:pt x="11469" y="31580"/>
                  </a:lnTo>
                  <a:lnTo>
                    <a:pt x="11694" y="31210"/>
                  </a:lnTo>
                  <a:lnTo>
                    <a:pt x="12019" y="30675"/>
                  </a:lnTo>
                  <a:lnTo>
                    <a:pt x="13135" y="28839"/>
                  </a:lnTo>
                  <a:lnTo>
                    <a:pt x="14167" y="27143"/>
                  </a:lnTo>
                  <a:lnTo>
                    <a:pt x="18454" y="20094"/>
                  </a:lnTo>
                  <a:lnTo>
                    <a:pt x="18820" y="19492"/>
                  </a:lnTo>
                  <a:lnTo>
                    <a:pt x="20345" y="16984"/>
                  </a:lnTo>
                  <a:lnTo>
                    <a:pt x="20462" y="16792"/>
                  </a:lnTo>
                  <a:lnTo>
                    <a:pt x="20841" y="16169"/>
                  </a:lnTo>
                  <a:lnTo>
                    <a:pt x="22726" y="13069"/>
                  </a:lnTo>
                  <a:lnTo>
                    <a:pt x="24434" y="10263"/>
                  </a:lnTo>
                  <a:lnTo>
                    <a:pt x="26673" y="6661"/>
                  </a:lnTo>
                  <a:lnTo>
                    <a:pt x="27228" y="5769"/>
                  </a:lnTo>
                  <a:lnTo>
                    <a:pt x="28469" y="3774"/>
                  </a:lnTo>
                  <a:lnTo>
                    <a:pt x="28612" y="3544"/>
                  </a:lnTo>
                  <a:lnTo>
                    <a:pt x="28850" y="3161"/>
                  </a:lnTo>
                  <a:lnTo>
                    <a:pt x="35862" y="7605"/>
                  </a:lnTo>
                  <a:lnTo>
                    <a:pt x="37997" y="8958"/>
                  </a:lnTo>
                  <a:lnTo>
                    <a:pt x="38170" y="9067"/>
                  </a:lnTo>
                  <a:lnTo>
                    <a:pt x="38654" y="9374"/>
                  </a:lnTo>
                  <a:lnTo>
                    <a:pt x="43672" y="12553"/>
                  </a:lnTo>
                  <a:lnTo>
                    <a:pt x="43813" y="12643"/>
                  </a:lnTo>
                  <a:lnTo>
                    <a:pt x="56972" y="20982"/>
                  </a:lnTo>
                  <a:lnTo>
                    <a:pt x="57773" y="21489"/>
                  </a:lnTo>
                  <a:lnTo>
                    <a:pt x="57873" y="21343"/>
                  </a:lnTo>
                  <a:lnTo>
                    <a:pt x="62881" y="14054"/>
                  </a:lnTo>
                  <a:lnTo>
                    <a:pt x="63498" y="13156"/>
                  </a:lnTo>
                  <a:lnTo>
                    <a:pt x="64341" y="11923"/>
                  </a:lnTo>
                  <a:lnTo>
                    <a:pt x="68077" y="6165"/>
                  </a:lnTo>
                  <a:lnTo>
                    <a:pt x="69096" y="4594"/>
                  </a:lnTo>
                  <a:lnTo>
                    <a:pt x="71911" y="256"/>
                  </a:lnTo>
                  <a:lnTo>
                    <a:pt x="72077" y="0"/>
                  </a:lnTo>
                  <a:lnTo>
                    <a:pt x="83349" y="7605"/>
                  </a:lnTo>
                  <a:lnTo>
                    <a:pt x="83845" y="7939"/>
                  </a:lnTo>
                  <a:lnTo>
                    <a:pt x="85111" y="8793"/>
                  </a:lnTo>
                  <a:lnTo>
                    <a:pt x="85376" y="8972"/>
                  </a:lnTo>
                  <a:lnTo>
                    <a:pt x="85513" y="9062"/>
                  </a:lnTo>
                  <a:lnTo>
                    <a:pt x="86128" y="9465"/>
                  </a:lnTo>
                  <a:lnTo>
                    <a:pt x="87063" y="10075"/>
                  </a:lnTo>
                  <a:lnTo>
                    <a:pt x="96058" y="15956"/>
                  </a:lnTo>
                  <a:lnTo>
                    <a:pt x="100458" y="188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g115"/>
            <p:cNvSpPr/>
            <p:nvPr/>
          </p:nvSpPr>
          <p:spPr>
            <a:xfrm>
              <a:off x="2685887" y="4020620"/>
              <a:ext cx="114559" cy="131137"/>
            </a:xfrm>
            <a:custGeom>
              <a:avLst/>
              <a:pathLst>
                <a:path w="114559" h="131137">
                  <a:moveTo>
                    <a:pt x="81628" y="0"/>
                  </a:moveTo>
                  <a:lnTo>
                    <a:pt x="83655" y="16165"/>
                  </a:lnTo>
                  <a:lnTo>
                    <a:pt x="89461" y="15424"/>
                  </a:lnTo>
                  <a:lnTo>
                    <a:pt x="89694" y="15394"/>
                  </a:lnTo>
                  <a:lnTo>
                    <a:pt x="86752" y="20579"/>
                  </a:lnTo>
                  <a:lnTo>
                    <a:pt x="85814" y="22232"/>
                  </a:lnTo>
                  <a:lnTo>
                    <a:pt x="83433" y="26427"/>
                  </a:lnTo>
                  <a:lnTo>
                    <a:pt x="89776" y="30083"/>
                  </a:lnTo>
                  <a:lnTo>
                    <a:pt x="90037" y="30240"/>
                  </a:lnTo>
                  <a:lnTo>
                    <a:pt x="92011" y="31425"/>
                  </a:lnTo>
                  <a:lnTo>
                    <a:pt x="93571" y="32362"/>
                  </a:lnTo>
                  <a:lnTo>
                    <a:pt x="95095" y="33467"/>
                  </a:lnTo>
                  <a:lnTo>
                    <a:pt x="95530" y="33783"/>
                  </a:lnTo>
                  <a:lnTo>
                    <a:pt x="95828" y="33999"/>
                  </a:lnTo>
                  <a:lnTo>
                    <a:pt x="98075" y="35630"/>
                  </a:lnTo>
                  <a:lnTo>
                    <a:pt x="100084" y="37088"/>
                  </a:lnTo>
                  <a:lnTo>
                    <a:pt x="101212" y="37851"/>
                  </a:lnTo>
                  <a:lnTo>
                    <a:pt x="103344" y="39295"/>
                  </a:lnTo>
                  <a:lnTo>
                    <a:pt x="107842" y="41843"/>
                  </a:lnTo>
                  <a:lnTo>
                    <a:pt x="114335" y="45520"/>
                  </a:lnTo>
                  <a:lnTo>
                    <a:pt x="114559" y="45647"/>
                  </a:lnTo>
                  <a:lnTo>
                    <a:pt x="111029" y="51162"/>
                  </a:lnTo>
                  <a:lnTo>
                    <a:pt x="109613" y="53373"/>
                  </a:lnTo>
                  <a:lnTo>
                    <a:pt x="107314" y="56909"/>
                  </a:lnTo>
                  <a:lnTo>
                    <a:pt x="106965" y="57442"/>
                  </a:lnTo>
                  <a:lnTo>
                    <a:pt x="106359" y="58254"/>
                  </a:lnTo>
                  <a:lnTo>
                    <a:pt x="104777" y="60379"/>
                  </a:lnTo>
                  <a:lnTo>
                    <a:pt x="101767" y="64163"/>
                  </a:lnTo>
                  <a:lnTo>
                    <a:pt x="96846" y="70352"/>
                  </a:lnTo>
                  <a:lnTo>
                    <a:pt x="91869" y="76611"/>
                  </a:lnTo>
                  <a:lnTo>
                    <a:pt x="91259" y="77377"/>
                  </a:lnTo>
                  <a:lnTo>
                    <a:pt x="90494" y="78339"/>
                  </a:lnTo>
                  <a:lnTo>
                    <a:pt x="90175" y="78740"/>
                  </a:lnTo>
                  <a:lnTo>
                    <a:pt x="86866" y="82902"/>
                  </a:lnTo>
                  <a:lnTo>
                    <a:pt x="84178" y="86282"/>
                  </a:lnTo>
                  <a:lnTo>
                    <a:pt x="84036" y="86461"/>
                  </a:lnTo>
                  <a:lnTo>
                    <a:pt x="78515" y="93403"/>
                  </a:lnTo>
                  <a:lnTo>
                    <a:pt x="78053" y="93983"/>
                  </a:lnTo>
                  <a:lnTo>
                    <a:pt x="76274" y="92661"/>
                  </a:lnTo>
                  <a:lnTo>
                    <a:pt x="75740" y="93310"/>
                  </a:lnTo>
                  <a:lnTo>
                    <a:pt x="71579" y="98368"/>
                  </a:lnTo>
                  <a:lnTo>
                    <a:pt x="69926" y="100376"/>
                  </a:lnTo>
                  <a:lnTo>
                    <a:pt x="66977" y="103667"/>
                  </a:lnTo>
                  <a:lnTo>
                    <a:pt x="62186" y="109015"/>
                  </a:lnTo>
                  <a:lnTo>
                    <a:pt x="57198" y="114769"/>
                  </a:lnTo>
                  <a:lnTo>
                    <a:pt x="53556" y="119139"/>
                  </a:lnTo>
                  <a:lnTo>
                    <a:pt x="52762" y="120091"/>
                  </a:lnTo>
                  <a:lnTo>
                    <a:pt x="49283" y="124266"/>
                  </a:lnTo>
                  <a:lnTo>
                    <a:pt x="48957" y="124657"/>
                  </a:lnTo>
                  <a:lnTo>
                    <a:pt x="48357" y="125470"/>
                  </a:lnTo>
                  <a:lnTo>
                    <a:pt x="44172" y="131137"/>
                  </a:lnTo>
                  <a:lnTo>
                    <a:pt x="43506" y="130678"/>
                  </a:lnTo>
                  <a:lnTo>
                    <a:pt x="26386" y="118871"/>
                  </a:lnTo>
                  <a:lnTo>
                    <a:pt x="26192" y="118737"/>
                  </a:lnTo>
                  <a:lnTo>
                    <a:pt x="27786" y="116455"/>
                  </a:lnTo>
                  <a:lnTo>
                    <a:pt x="29952" y="113357"/>
                  </a:lnTo>
                  <a:lnTo>
                    <a:pt x="29411" y="112999"/>
                  </a:lnTo>
                  <a:lnTo>
                    <a:pt x="30106" y="112153"/>
                  </a:lnTo>
                  <a:lnTo>
                    <a:pt x="30213" y="112022"/>
                  </a:lnTo>
                  <a:lnTo>
                    <a:pt x="28096" y="110544"/>
                  </a:lnTo>
                  <a:lnTo>
                    <a:pt x="27894" y="110403"/>
                  </a:lnTo>
                  <a:lnTo>
                    <a:pt x="27537" y="103506"/>
                  </a:lnTo>
                  <a:lnTo>
                    <a:pt x="27407" y="101339"/>
                  </a:lnTo>
                  <a:lnTo>
                    <a:pt x="27184" y="97646"/>
                  </a:lnTo>
                  <a:lnTo>
                    <a:pt x="26550" y="95997"/>
                  </a:lnTo>
                  <a:lnTo>
                    <a:pt x="21720" y="71887"/>
                  </a:lnTo>
                  <a:lnTo>
                    <a:pt x="19947" y="69098"/>
                  </a:lnTo>
                  <a:lnTo>
                    <a:pt x="17262" y="61702"/>
                  </a:lnTo>
                  <a:lnTo>
                    <a:pt x="16856" y="61361"/>
                  </a:lnTo>
                  <a:lnTo>
                    <a:pt x="16496" y="61060"/>
                  </a:lnTo>
                  <a:lnTo>
                    <a:pt x="15809" y="59550"/>
                  </a:lnTo>
                  <a:lnTo>
                    <a:pt x="14539" y="56761"/>
                  </a:lnTo>
                  <a:lnTo>
                    <a:pt x="14906" y="56815"/>
                  </a:lnTo>
                  <a:lnTo>
                    <a:pt x="15583" y="56800"/>
                  </a:lnTo>
                  <a:lnTo>
                    <a:pt x="19176" y="56348"/>
                  </a:lnTo>
                  <a:lnTo>
                    <a:pt x="22414" y="55676"/>
                  </a:lnTo>
                  <a:lnTo>
                    <a:pt x="22082" y="53784"/>
                  </a:lnTo>
                  <a:lnTo>
                    <a:pt x="21551" y="48173"/>
                  </a:lnTo>
                  <a:lnTo>
                    <a:pt x="21493" y="46629"/>
                  </a:lnTo>
                  <a:lnTo>
                    <a:pt x="21463" y="45845"/>
                  </a:lnTo>
                  <a:lnTo>
                    <a:pt x="13472" y="46337"/>
                  </a:lnTo>
                  <a:lnTo>
                    <a:pt x="10029" y="46391"/>
                  </a:lnTo>
                  <a:lnTo>
                    <a:pt x="10032" y="45443"/>
                  </a:lnTo>
                  <a:lnTo>
                    <a:pt x="10035" y="44621"/>
                  </a:lnTo>
                  <a:lnTo>
                    <a:pt x="9232" y="44274"/>
                  </a:lnTo>
                  <a:lnTo>
                    <a:pt x="8496" y="44018"/>
                  </a:lnTo>
                  <a:lnTo>
                    <a:pt x="7024" y="43762"/>
                  </a:lnTo>
                  <a:lnTo>
                    <a:pt x="5708" y="43611"/>
                  </a:lnTo>
                  <a:lnTo>
                    <a:pt x="5406" y="43577"/>
                  </a:lnTo>
                  <a:lnTo>
                    <a:pt x="3740" y="43642"/>
                  </a:lnTo>
                  <a:lnTo>
                    <a:pt x="2768" y="43883"/>
                  </a:lnTo>
                  <a:lnTo>
                    <a:pt x="2043" y="44126"/>
                  </a:lnTo>
                  <a:lnTo>
                    <a:pt x="564" y="44621"/>
                  </a:lnTo>
                  <a:lnTo>
                    <a:pt x="0" y="42423"/>
                  </a:lnTo>
                  <a:lnTo>
                    <a:pt x="191" y="40933"/>
                  </a:lnTo>
                  <a:lnTo>
                    <a:pt x="589" y="40210"/>
                  </a:lnTo>
                  <a:lnTo>
                    <a:pt x="1925" y="38922"/>
                  </a:lnTo>
                  <a:lnTo>
                    <a:pt x="10120" y="39720"/>
                  </a:lnTo>
                  <a:lnTo>
                    <a:pt x="12070" y="39548"/>
                  </a:lnTo>
                  <a:lnTo>
                    <a:pt x="18049" y="39388"/>
                  </a:lnTo>
                  <a:lnTo>
                    <a:pt x="18434" y="39377"/>
                  </a:lnTo>
                  <a:lnTo>
                    <a:pt x="21209" y="38745"/>
                  </a:lnTo>
                  <a:lnTo>
                    <a:pt x="21887" y="38610"/>
                  </a:lnTo>
                  <a:lnTo>
                    <a:pt x="26553" y="37026"/>
                  </a:lnTo>
                  <a:lnTo>
                    <a:pt x="25879" y="35191"/>
                  </a:lnTo>
                  <a:lnTo>
                    <a:pt x="25688" y="33677"/>
                  </a:lnTo>
                  <a:lnTo>
                    <a:pt x="25541" y="31783"/>
                  </a:lnTo>
                  <a:lnTo>
                    <a:pt x="24983" y="29617"/>
                  </a:lnTo>
                  <a:lnTo>
                    <a:pt x="24950" y="29338"/>
                  </a:lnTo>
                  <a:lnTo>
                    <a:pt x="24620" y="26601"/>
                  </a:lnTo>
                  <a:lnTo>
                    <a:pt x="24522" y="25787"/>
                  </a:lnTo>
                  <a:lnTo>
                    <a:pt x="24475" y="24544"/>
                  </a:lnTo>
                  <a:lnTo>
                    <a:pt x="24386" y="22235"/>
                  </a:lnTo>
                  <a:lnTo>
                    <a:pt x="24362" y="22012"/>
                  </a:lnTo>
                  <a:lnTo>
                    <a:pt x="23307" y="12530"/>
                  </a:lnTo>
                  <a:lnTo>
                    <a:pt x="22773" y="7727"/>
                  </a:lnTo>
                  <a:lnTo>
                    <a:pt x="22666" y="6765"/>
                  </a:lnTo>
                  <a:lnTo>
                    <a:pt x="22651" y="6630"/>
                  </a:lnTo>
                  <a:lnTo>
                    <a:pt x="23022" y="6666"/>
                  </a:lnTo>
                  <a:lnTo>
                    <a:pt x="28593" y="6464"/>
                  </a:lnTo>
                  <a:lnTo>
                    <a:pt x="29226" y="6441"/>
                  </a:lnTo>
                  <a:lnTo>
                    <a:pt x="35996" y="5769"/>
                  </a:lnTo>
                  <a:lnTo>
                    <a:pt x="36160" y="5749"/>
                  </a:lnTo>
                  <a:lnTo>
                    <a:pt x="36364" y="5723"/>
                  </a:lnTo>
                  <a:lnTo>
                    <a:pt x="43670" y="4821"/>
                  </a:lnTo>
                  <a:lnTo>
                    <a:pt x="43825" y="4802"/>
                  </a:lnTo>
                  <a:lnTo>
                    <a:pt x="44131" y="4764"/>
                  </a:lnTo>
                  <a:lnTo>
                    <a:pt x="44637" y="4699"/>
                  </a:lnTo>
                  <a:lnTo>
                    <a:pt x="50613" y="3928"/>
                  </a:lnTo>
                  <a:lnTo>
                    <a:pt x="57397" y="3054"/>
                  </a:lnTo>
                  <a:lnTo>
                    <a:pt x="59054" y="2840"/>
                  </a:lnTo>
                  <a:lnTo>
                    <a:pt x="60637" y="2636"/>
                  </a:lnTo>
                  <a:lnTo>
                    <a:pt x="61033" y="2585"/>
                  </a:lnTo>
                  <a:lnTo>
                    <a:pt x="64001" y="2202"/>
                  </a:lnTo>
                  <a:lnTo>
                    <a:pt x="68020" y="1684"/>
                  </a:lnTo>
                  <a:lnTo>
                    <a:pt x="68200" y="1661"/>
                  </a:lnTo>
                  <a:lnTo>
                    <a:pt x="71505" y="1222"/>
                  </a:lnTo>
                  <a:lnTo>
                    <a:pt x="74766" y="790"/>
                  </a:lnTo>
                  <a:lnTo>
                    <a:pt x="78817" y="2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g116"/>
            <p:cNvSpPr/>
            <p:nvPr/>
          </p:nvSpPr>
          <p:spPr>
            <a:xfrm>
              <a:off x="3034557" y="3908080"/>
              <a:ext cx="224470" cy="113247"/>
            </a:xfrm>
            <a:custGeom>
              <a:avLst/>
              <a:pathLst>
                <a:path w="224470" h="113247">
                  <a:moveTo>
                    <a:pt x="215540" y="31542"/>
                  </a:moveTo>
                  <a:lnTo>
                    <a:pt x="215699" y="39522"/>
                  </a:lnTo>
                  <a:lnTo>
                    <a:pt x="218428" y="52447"/>
                  </a:lnTo>
                  <a:lnTo>
                    <a:pt x="220126" y="57768"/>
                  </a:lnTo>
                  <a:lnTo>
                    <a:pt x="221206" y="61155"/>
                  </a:lnTo>
                  <a:lnTo>
                    <a:pt x="224470" y="68530"/>
                  </a:lnTo>
                  <a:lnTo>
                    <a:pt x="223125" y="72653"/>
                  </a:lnTo>
                  <a:lnTo>
                    <a:pt x="175741" y="87077"/>
                  </a:lnTo>
                  <a:lnTo>
                    <a:pt x="164746" y="103453"/>
                  </a:lnTo>
                  <a:lnTo>
                    <a:pt x="113103" y="105464"/>
                  </a:lnTo>
                  <a:lnTo>
                    <a:pt x="113540" y="109187"/>
                  </a:lnTo>
                  <a:lnTo>
                    <a:pt x="104175" y="113247"/>
                  </a:lnTo>
                  <a:lnTo>
                    <a:pt x="103002" y="109744"/>
                  </a:lnTo>
                  <a:lnTo>
                    <a:pt x="95898" y="110579"/>
                  </a:lnTo>
                  <a:lnTo>
                    <a:pt x="88060" y="110226"/>
                  </a:lnTo>
                  <a:lnTo>
                    <a:pt x="85390" y="109311"/>
                  </a:lnTo>
                  <a:lnTo>
                    <a:pt x="83719" y="108648"/>
                  </a:lnTo>
                  <a:lnTo>
                    <a:pt x="82311" y="108090"/>
                  </a:lnTo>
                  <a:lnTo>
                    <a:pt x="78513" y="106018"/>
                  </a:lnTo>
                  <a:lnTo>
                    <a:pt x="74442" y="103450"/>
                  </a:lnTo>
                  <a:lnTo>
                    <a:pt x="61252" y="94876"/>
                  </a:lnTo>
                  <a:lnTo>
                    <a:pt x="55183" y="90980"/>
                  </a:lnTo>
                  <a:lnTo>
                    <a:pt x="57241" y="87731"/>
                  </a:lnTo>
                  <a:lnTo>
                    <a:pt x="53903" y="86265"/>
                  </a:lnTo>
                  <a:lnTo>
                    <a:pt x="53574" y="85077"/>
                  </a:lnTo>
                  <a:lnTo>
                    <a:pt x="47141" y="80699"/>
                  </a:lnTo>
                  <a:lnTo>
                    <a:pt x="41118" y="76600"/>
                  </a:lnTo>
                  <a:lnTo>
                    <a:pt x="35353" y="72586"/>
                  </a:lnTo>
                  <a:lnTo>
                    <a:pt x="28941" y="68793"/>
                  </a:lnTo>
                  <a:lnTo>
                    <a:pt x="22778" y="64731"/>
                  </a:lnTo>
                  <a:lnTo>
                    <a:pt x="17062" y="60741"/>
                  </a:lnTo>
                  <a:lnTo>
                    <a:pt x="16972" y="60423"/>
                  </a:lnTo>
                  <a:lnTo>
                    <a:pt x="11600" y="56631"/>
                  </a:lnTo>
                  <a:lnTo>
                    <a:pt x="10689" y="56695"/>
                  </a:lnTo>
                  <a:lnTo>
                    <a:pt x="4419" y="53083"/>
                  </a:lnTo>
                  <a:lnTo>
                    <a:pt x="6265" y="49680"/>
                  </a:lnTo>
                  <a:lnTo>
                    <a:pt x="21789" y="47594"/>
                  </a:lnTo>
                  <a:lnTo>
                    <a:pt x="26777" y="47054"/>
                  </a:lnTo>
                  <a:lnTo>
                    <a:pt x="27974" y="43930"/>
                  </a:lnTo>
                  <a:lnTo>
                    <a:pt x="29294" y="41269"/>
                  </a:lnTo>
                  <a:lnTo>
                    <a:pt x="29706" y="40045"/>
                  </a:lnTo>
                  <a:lnTo>
                    <a:pt x="30197" y="33984"/>
                  </a:lnTo>
                  <a:lnTo>
                    <a:pt x="19162" y="29509"/>
                  </a:lnTo>
                  <a:lnTo>
                    <a:pt x="17258" y="29168"/>
                  </a:lnTo>
                  <a:lnTo>
                    <a:pt x="11564" y="27281"/>
                  </a:lnTo>
                  <a:lnTo>
                    <a:pt x="5419" y="24471"/>
                  </a:lnTo>
                  <a:lnTo>
                    <a:pt x="0" y="20698"/>
                  </a:lnTo>
                  <a:lnTo>
                    <a:pt x="1952" y="17574"/>
                  </a:lnTo>
                  <a:lnTo>
                    <a:pt x="2847" y="16141"/>
                  </a:lnTo>
                  <a:lnTo>
                    <a:pt x="7963" y="19324"/>
                  </a:lnTo>
                  <a:lnTo>
                    <a:pt x="13407" y="22710"/>
                  </a:lnTo>
                  <a:lnTo>
                    <a:pt x="18559" y="25914"/>
                  </a:lnTo>
                  <a:lnTo>
                    <a:pt x="23933" y="27392"/>
                  </a:lnTo>
                  <a:lnTo>
                    <a:pt x="34510" y="31109"/>
                  </a:lnTo>
                  <a:lnTo>
                    <a:pt x="41786" y="33086"/>
                  </a:lnTo>
                  <a:lnTo>
                    <a:pt x="45657" y="34207"/>
                  </a:lnTo>
                  <a:lnTo>
                    <a:pt x="47768" y="33795"/>
                  </a:lnTo>
                  <a:lnTo>
                    <a:pt x="51290" y="28641"/>
                  </a:lnTo>
                  <a:lnTo>
                    <a:pt x="54920" y="22964"/>
                  </a:lnTo>
                  <a:lnTo>
                    <a:pt x="57169" y="19141"/>
                  </a:lnTo>
                  <a:lnTo>
                    <a:pt x="58454" y="16956"/>
                  </a:lnTo>
                  <a:lnTo>
                    <a:pt x="60811" y="13555"/>
                  </a:lnTo>
                  <a:lnTo>
                    <a:pt x="63351" y="11604"/>
                  </a:lnTo>
                  <a:lnTo>
                    <a:pt x="64012" y="11097"/>
                  </a:lnTo>
                  <a:lnTo>
                    <a:pt x="82784" y="26575"/>
                  </a:lnTo>
                  <a:lnTo>
                    <a:pt x="83355" y="27045"/>
                  </a:lnTo>
                  <a:lnTo>
                    <a:pt x="84828" y="28260"/>
                  </a:lnTo>
                  <a:lnTo>
                    <a:pt x="104384" y="31873"/>
                  </a:lnTo>
                  <a:lnTo>
                    <a:pt x="126061" y="39284"/>
                  </a:lnTo>
                  <a:lnTo>
                    <a:pt x="140197" y="37594"/>
                  </a:lnTo>
                  <a:lnTo>
                    <a:pt x="142572" y="31599"/>
                  </a:lnTo>
                  <a:lnTo>
                    <a:pt x="162214" y="28494"/>
                  </a:lnTo>
                  <a:lnTo>
                    <a:pt x="161843" y="23597"/>
                  </a:lnTo>
                  <a:lnTo>
                    <a:pt x="161232" y="15550"/>
                  </a:lnTo>
                  <a:lnTo>
                    <a:pt x="163506" y="8228"/>
                  </a:lnTo>
                  <a:lnTo>
                    <a:pt x="168415" y="5619"/>
                  </a:lnTo>
                  <a:lnTo>
                    <a:pt x="173716" y="2809"/>
                  </a:lnTo>
                  <a:lnTo>
                    <a:pt x="186282" y="802"/>
                  </a:lnTo>
                  <a:lnTo>
                    <a:pt x="199437" y="0"/>
                  </a:lnTo>
                  <a:lnTo>
                    <a:pt x="211306" y="1415"/>
                  </a:lnTo>
                  <a:lnTo>
                    <a:pt x="212750" y="4685"/>
                  </a:lnTo>
                  <a:lnTo>
                    <a:pt x="215156" y="12323"/>
                  </a:lnTo>
                  <a:lnTo>
                    <a:pt x="215227" y="15861"/>
                  </a:lnTo>
                  <a:lnTo>
                    <a:pt x="215330" y="210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g117"/>
            <p:cNvSpPr/>
            <p:nvPr/>
          </p:nvSpPr>
          <p:spPr>
            <a:xfrm>
              <a:off x="3249713" y="3788568"/>
              <a:ext cx="351159" cy="199450"/>
            </a:xfrm>
            <a:custGeom>
              <a:avLst/>
              <a:pathLst>
                <a:path w="351159" h="199450">
                  <a:moveTo>
                    <a:pt x="140114" y="10598"/>
                  </a:moveTo>
                  <a:lnTo>
                    <a:pt x="144286" y="20131"/>
                  </a:lnTo>
                  <a:lnTo>
                    <a:pt x="151649" y="28159"/>
                  </a:lnTo>
                  <a:lnTo>
                    <a:pt x="156557" y="32172"/>
                  </a:lnTo>
                  <a:lnTo>
                    <a:pt x="162693" y="34430"/>
                  </a:lnTo>
                  <a:lnTo>
                    <a:pt x="172019" y="41705"/>
                  </a:lnTo>
                  <a:lnTo>
                    <a:pt x="179627" y="44966"/>
                  </a:lnTo>
                  <a:lnTo>
                    <a:pt x="190917" y="44966"/>
                  </a:lnTo>
                  <a:lnTo>
                    <a:pt x="201225" y="41956"/>
                  </a:lnTo>
                  <a:lnTo>
                    <a:pt x="206870" y="44716"/>
                  </a:lnTo>
                  <a:lnTo>
                    <a:pt x="214969" y="50485"/>
                  </a:lnTo>
                  <a:lnTo>
                    <a:pt x="221104" y="51238"/>
                  </a:lnTo>
                  <a:lnTo>
                    <a:pt x="228222" y="48228"/>
                  </a:lnTo>
                  <a:lnTo>
                    <a:pt x="229694" y="41454"/>
                  </a:lnTo>
                  <a:lnTo>
                    <a:pt x="231167" y="36437"/>
                  </a:lnTo>
                  <a:lnTo>
                    <a:pt x="236321" y="30416"/>
                  </a:lnTo>
                  <a:lnTo>
                    <a:pt x="239757" y="24646"/>
                  </a:lnTo>
                  <a:lnTo>
                    <a:pt x="241493" y="13731"/>
                  </a:lnTo>
                  <a:lnTo>
                    <a:pt x="242866" y="15552"/>
                  </a:lnTo>
                  <a:lnTo>
                    <a:pt x="245125" y="18548"/>
                  </a:lnTo>
                  <a:lnTo>
                    <a:pt x="248266" y="20755"/>
                  </a:lnTo>
                  <a:lnTo>
                    <a:pt x="251015" y="24267"/>
                  </a:lnTo>
                  <a:lnTo>
                    <a:pt x="251741" y="25674"/>
                  </a:lnTo>
                  <a:lnTo>
                    <a:pt x="253862" y="29786"/>
                  </a:lnTo>
                  <a:lnTo>
                    <a:pt x="254700" y="35627"/>
                  </a:lnTo>
                  <a:lnTo>
                    <a:pt x="254942" y="37312"/>
                  </a:lnTo>
                  <a:lnTo>
                    <a:pt x="255924" y="43233"/>
                  </a:lnTo>
                  <a:lnTo>
                    <a:pt x="257691" y="48651"/>
                  </a:lnTo>
                  <a:lnTo>
                    <a:pt x="258574" y="52465"/>
                  </a:lnTo>
                  <a:lnTo>
                    <a:pt x="259360" y="54572"/>
                  </a:lnTo>
                  <a:lnTo>
                    <a:pt x="255774" y="61336"/>
                  </a:lnTo>
                  <a:lnTo>
                    <a:pt x="263564" y="61496"/>
                  </a:lnTo>
                  <a:lnTo>
                    <a:pt x="264472" y="61515"/>
                  </a:lnTo>
                  <a:lnTo>
                    <a:pt x="302366" y="68539"/>
                  </a:lnTo>
                  <a:lnTo>
                    <a:pt x="304447" y="69241"/>
                  </a:lnTo>
                  <a:lnTo>
                    <a:pt x="307842" y="70385"/>
                  </a:lnTo>
                  <a:lnTo>
                    <a:pt x="309391" y="70907"/>
                  </a:lnTo>
                  <a:lnTo>
                    <a:pt x="312223" y="71862"/>
                  </a:lnTo>
                  <a:lnTo>
                    <a:pt x="314397" y="72681"/>
                  </a:lnTo>
                  <a:lnTo>
                    <a:pt x="315021" y="72915"/>
                  </a:lnTo>
                  <a:lnTo>
                    <a:pt x="316739" y="73116"/>
                  </a:lnTo>
                  <a:lnTo>
                    <a:pt x="322727" y="72966"/>
                  </a:lnTo>
                  <a:lnTo>
                    <a:pt x="326703" y="73016"/>
                  </a:lnTo>
                  <a:lnTo>
                    <a:pt x="329697" y="73869"/>
                  </a:lnTo>
                  <a:lnTo>
                    <a:pt x="332809" y="74802"/>
                  </a:lnTo>
                  <a:lnTo>
                    <a:pt x="337482" y="77070"/>
                  </a:lnTo>
                  <a:lnTo>
                    <a:pt x="340113" y="78214"/>
                  </a:lnTo>
                  <a:lnTo>
                    <a:pt x="343389" y="78933"/>
                  </a:lnTo>
                  <a:lnTo>
                    <a:pt x="344386" y="79152"/>
                  </a:lnTo>
                  <a:lnTo>
                    <a:pt x="346239" y="79558"/>
                  </a:lnTo>
                  <a:lnTo>
                    <a:pt x="348274" y="80093"/>
                  </a:lnTo>
                  <a:lnTo>
                    <a:pt x="348988" y="80281"/>
                  </a:lnTo>
                  <a:lnTo>
                    <a:pt x="349643" y="80557"/>
                  </a:lnTo>
                  <a:lnTo>
                    <a:pt x="350559" y="80943"/>
                  </a:lnTo>
                  <a:lnTo>
                    <a:pt x="351159" y="81054"/>
                  </a:lnTo>
                  <a:lnTo>
                    <a:pt x="351049" y="81205"/>
                  </a:lnTo>
                  <a:lnTo>
                    <a:pt x="350650" y="81746"/>
                  </a:lnTo>
                  <a:lnTo>
                    <a:pt x="337244" y="99955"/>
                  </a:lnTo>
                  <a:lnTo>
                    <a:pt x="312497" y="110517"/>
                  </a:lnTo>
                  <a:lnTo>
                    <a:pt x="307789" y="130551"/>
                  </a:lnTo>
                  <a:lnTo>
                    <a:pt x="297489" y="136444"/>
                  </a:lnTo>
                  <a:lnTo>
                    <a:pt x="260737" y="131489"/>
                  </a:lnTo>
                  <a:lnTo>
                    <a:pt x="243721" y="116368"/>
                  </a:lnTo>
                  <a:lnTo>
                    <a:pt x="216783" y="125111"/>
                  </a:lnTo>
                  <a:lnTo>
                    <a:pt x="182455" y="135404"/>
                  </a:lnTo>
                  <a:lnTo>
                    <a:pt x="196325" y="149862"/>
                  </a:lnTo>
                  <a:lnTo>
                    <a:pt x="239098" y="153105"/>
                  </a:lnTo>
                  <a:lnTo>
                    <a:pt x="248915" y="160380"/>
                  </a:lnTo>
                  <a:lnTo>
                    <a:pt x="246657" y="168106"/>
                  </a:lnTo>
                  <a:lnTo>
                    <a:pt x="205966" y="161132"/>
                  </a:lnTo>
                  <a:lnTo>
                    <a:pt x="205180" y="170464"/>
                  </a:lnTo>
                  <a:lnTo>
                    <a:pt x="193007" y="176586"/>
                  </a:lnTo>
                  <a:lnTo>
                    <a:pt x="188000" y="159928"/>
                  </a:lnTo>
                  <a:lnTo>
                    <a:pt x="170428" y="154058"/>
                  </a:lnTo>
                  <a:lnTo>
                    <a:pt x="152168" y="153105"/>
                  </a:lnTo>
                  <a:lnTo>
                    <a:pt x="144638" y="149392"/>
                  </a:lnTo>
                  <a:lnTo>
                    <a:pt x="130508" y="152434"/>
                  </a:lnTo>
                  <a:lnTo>
                    <a:pt x="129533" y="163442"/>
                  </a:lnTo>
                  <a:lnTo>
                    <a:pt x="114027" y="166139"/>
                  </a:lnTo>
                  <a:lnTo>
                    <a:pt x="109474" y="159531"/>
                  </a:lnTo>
                  <a:lnTo>
                    <a:pt x="108551" y="159403"/>
                  </a:lnTo>
                  <a:lnTo>
                    <a:pt x="106950" y="161279"/>
                  </a:lnTo>
                  <a:lnTo>
                    <a:pt x="105490" y="162989"/>
                  </a:lnTo>
                  <a:lnTo>
                    <a:pt x="105656" y="163610"/>
                  </a:lnTo>
                  <a:lnTo>
                    <a:pt x="105798" y="164141"/>
                  </a:lnTo>
                  <a:lnTo>
                    <a:pt x="106027" y="166170"/>
                  </a:lnTo>
                  <a:lnTo>
                    <a:pt x="106151" y="168375"/>
                  </a:lnTo>
                  <a:lnTo>
                    <a:pt x="105891" y="168552"/>
                  </a:lnTo>
                  <a:lnTo>
                    <a:pt x="103663" y="168645"/>
                  </a:lnTo>
                  <a:lnTo>
                    <a:pt x="102832" y="168143"/>
                  </a:lnTo>
                  <a:lnTo>
                    <a:pt x="101347" y="169395"/>
                  </a:lnTo>
                  <a:lnTo>
                    <a:pt x="98700" y="169778"/>
                  </a:lnTo>
                  <a:lnTo>
                    <a:pt x="98425" y="169630"/>
                  </a:lnTo>
                  <a:lnTo>
                    <a:pt x="96783" y="168751"/>
                  </a:lnTo>
                  <a:lnTo>
                    <a:pt x="95128" y="167865"/>
                  </a:lnTo>
                  <a:lnTo>
                    <a:pt x="95005" y="167055"/>
                  </a:lnTo>
                  <a:lnTo>
                    <a:pt x="94389" y="163764"/>
                  </a:lnTo>
                  <a:lnTo>
                    <a:pt x="93815" y="163783"/>
                  </a:lnTo>
                  <a:lnTo>
                    <a:pt x="92665" y="163907"/>
                  </a:lnTo>
                  <a:lnTo>
                    <a:pt x="89912" y="164204"/>
                  </a:lnTo>
                  <a:lnTo>
                    <a:pt x="87857" y="164577"/>
                  </a:lnTo>
                  <a:lnTo>
                    <a:pt x="88072" y="165594"/>
                  </a:lnTo>
                  <a:lnTo>
                    <a:pt x="88791" y="168432"/>
                  </a:lnTo>
                  <a:lnTo>
                    <a:pt x="88810" y="168760"/>
                  </a:lnTo>
                  <a:lnTo>
                    <a:pt x="85898" y="170348"/>
                  </a:lnTo>
                  <a:lnTo>
                    <a:pt x="85245" y="170714"/>
                  </a:lnTo>
                  <a:lnTo>
                    <a:pt x="85995" y="173561"/>
                  </a:lnTo>
                  <a:lnTo>
                    <a:pt x="86473" y="177652"/>
                  </a:lnTo>
                  <a:lnTo>
                    <a:pt x="86770" y="178451"/>
                  </a:lnTo>
                  <a:lnTo>
                    <a:pt x="87350" y="180014"/>
                  </a:lnTo>
                  <a:lnTo>
                    <a:pt x="87469" y="180193"/>
                  </a:lnTo>
                  <a:lnTo>
                    <a:pt x="87797" y="180682"/>
                  </a:lnTo>
                  <a:lnTo>
                    <a:pt x="89790" y="183659"/>
                  </a:lnTo>
                  <a:lnTo>
                    <a:pt x="91063" y="185561"/>
                  </a:lnTo>
                  <a:lnTo>
                    <a:pt x="91875" y="186537"/>
                  </a:lnTo>
                  <a:lnTo>
                    <a:pt x="88183" y="188181"/>
                  </a:lnTo>
                  <a:lnTo>
                    <a:pt x="85379" y="184888"/>
                  </a:lnTo>
                  <a:lnTo>
                    <a:pt x="80146" y="184499"/>
                  </a:lnTo>
                  <a:lnTo>
                    <a:pt x="79412" y="184446"/>
                  </a:lnTo>
                  <a:lnTo>
                    <a:pt x="72276" y="185091"/>
                  </a:lnTo>
                  <a:lnTo>
                    <a:pt x="70639" y="185561"/>
                  </a:lnTo>
                  <a:lnTo>
                    <a:pt x="65457" y="187051"/>
                  </a:lnTo>
                  <a:lnTo>
                    <a:pt x="63384" y="187647"/>
                  </a:lnTo>
                  <a:lnTo>
                    <a:pt x="58456" y="178951"/>
                  </a:lnTo>
                  <a:lnTo>
                    <a:pt x="56846" y="179272"/>
                  </a:lnTo>
                  <a:lnTo>
                    <a:pt x="50838" y="179191"/>
                  </a:lnTo>
                  <a:lnTo>
                    <a:pt x="49111" y="178148"/>
                  </a:lnTo>
                  <a:lnTo>
                    <a:pt x="46519" y="184450"/>
                  </a:lnTo>
                  <a:lnTo>
                    <a:pt x="47388" y="188194"/>
                  </a:lnTo>
                  <a:lnTo>
                    <a:pt x="46971" y="189825"/>
                  </a:lnTo>
                  <a:lnTo>
                    <a:pt x="35799" y="192598"/>
                  </a:lnTo>
                  <a:lnTo>
                    <a:pt x="35956" y="194845"/>
                  </a:lnTo>
                  <a:lnTo>
                    <a:pt x="32971" y="197093"/>
                  </a:lnTo>
                  <a:lnTo>
                    <a:pt x="33071" y="198776"/>
                  </a:lnTo>
                  <a:lnTo>
                    <a:pt x="31828" y="199450"/>
                  </a:lnTo>
                  <a:lnTo>
                    <a:pt x="29553" y="199355"/>
                  </a:lnTo>
                  <a:lnTo>
                    <a:pt x="28770" y="197976"/>
                  </a:lnTo>
                  <a:lnTo>
                    <a:pt x="26414" y="198538"/>
                  </a:lnTo>
                  <a:lnTo>
                    <a:pt x="22958" y="196892"/>
                  </a:lnTo>
                  <a:lnTo>
                    <a:pt x="18599" y="198217"/>
                  </a:lnTo>
                  <a:lnTo>
                    <a:pt x="16361" y="197374"/>
                  </a:lnTo>
                  <a:lnTo>
                    <a:pt x="14077" y="198508"/>
                  </a:lnTo>
                  <a:lnTo>
                    <a:pt x="8276" y="195582"/>
                  </a:lnTo>
                  <a:lnTo>
                    <a:pt x="7054" y="194966"/>
                  </a:lnTo>
                  <a:lnTo>
                    <a:pt x="7968" y="192164"/>
                  </a:lnTo>
                  <a:lnTo>
                    <a:pt x="9313" y="188041"/>
                  </a:lnTo>
                  <a:lnTo>
                    <a:pt x="6049" y="180667"/>
                  </a:lnTo>
                  <a:lnTo>
                    <a:pt x="4969" y="177280"/>
                  </a:lnTo>
                  <a:lnTo>
                    <a:pt x="3272" y="171958"/>
                  </a:lnTo>
                  <a:lnTo>
                    <a:pt x="542" y="159033"/>
                  </a:lnTo>
                  <a:lnTo>
                    <a:pt x="383" y="151054"/>
                  </a:lnTo>
                  <a:lnTo>
                    <a:pt x="173" y="140514"/>
                  </a:lnTo>
                  <a:lnTo>
                    <a:pt x="70" y="135373"/>
                  </a:lnTo>
                  <a:lnTo>
                    <a:pt x="0" y="131835"/>
                  </a:lnTo>
                  <a:lnTo>
                    <a:pt x="10545" y="131912"/>
                  </a:lnTo>
                  <a:lnTo>
                    <a:pt x="16142" y="131954"/>
                  </a:lnTo>
                  <a:lnTo>
                    <a:pt x="16436" y="131961"/>
                  </a:lnTo>
                  <a:lnTo>
                    <a:pt x="23033" y="132114"/>
                  </a:lnTo>
                  <a:lnTo>
                    <a:pt x="23306" y="132113"/>
                  </a:lnTo>
                  <a:lnTo>
                    <a:pt x="26568" y="132104"/>
                  </a:lnTo>
                  <a:lnTo>
                    <a:pt x="28823" y="132097"/>
                  </a:lnTo>
                  <a:lnTo>
                    <a:pt x="29919" y="132093"/>
                  </a:lnTo>
                  <a:lnTo>
                    <a:pt x="30082" y="132093"/>
                  </a:lnTo>
                  <a:lnTo>
                    <a:pt x="36326" y="132074"/>
                  </a:lnTo>
                  <a:lnTo>
                    <a:pt x="36073" y="122617"/>
                  </a:lnTo>
                  <a:lnTo>
                    <a:pt x="43864" y="122950"/>
                  </a:lnTo>
                  <a:lnTo>
                    <a:pt x="43705" y="128927"/>
                  </a:lnTo>
                  <a:lnTo>
                    <a:pt x="43622" y="132030"/>
                  </a:lnTo>
                  <a:lnTo>
                    <a:pt x="43618" y="132182"/>
                  </a:lnTo>
                  <a:lnTo>
                    <a:pt x="43613" y="132391"/>
                  </a:lnTo>
                  <a:lnTo>
                    <a:pt x="43929" y="132315"/>
                  </a:lnTo>
                  <a:lnTo>
                    <a:pt x="53122" y="130112"/>
                  </a:lnTo>
                  <a:lnTo>
                    <a:pt x="54080" y="129882"/>
                  </a:lnTo>
                  <a:lnTo>
                    <a:pt x="56217" y="129370"/>
                  </a:lnTo>
                  <a:lnTo>
                    <a:pt x="60870" y="128896"/>
                  </a:lnTo>
                  <a:lnTo>
                    <a:pt x="61234" y="128858"/>
                  </a:lnTo>
                  <a:lnTo>
                    <a:pt x="63465" y="133851"/>
                  </a:lnTo>
                  <a:lnTo>
                    <a:pt x="64458" y="133641"/>
                  </a:lnTo>
                  <a:lnTo>
                    <a:pt x="70991" y="132254"/>
                  </a:lnTo>
                  <a:lnTo>
                    <a:pt x="79474" y="130454"/>
                  </a:lnTo>
                  <a:lnTo>
                    <a:pt x="90339" y="127655"/>
                  </a:lnTo>
                  <a:lnTo>
                    <a:pt x="97159" y="130925"/>
                  </a:lnTo>
                  <a:lnTo>
                    <a:pt x="97377" y="131030"/>
                  </a:lnTo>
                  <a:lnTo>
                    <a:pt x="97535" y="131106"/>
                  </a:lnTo>
                  <a:lnTo>
                    <a:pt x="97682" y="131176"/>
                  </a:lnTo>
                  <a:lnTo>
                    <a:pt x="101400" y="131807"/>
                  </a:lnTo>
                  <a:lnTo>
                    <a:pt x="103053" y="126974"/>
                  </a:lnTo>
                  <a:lnTo>
                    <a:pt x="103865" y="124600"/>
                  </a:lnTo>
                  <a:lnTo>
                    <a:pt x="103942" y="124376"/>
                  </a:lnTo>
                  <a:lnTo>
                    <a:pt x="104007" y="124183"/>
                  </a:lnTo>
                  <a:lnTo>
                    <a:pt x="104156" y="123633"/>
                  </a:lnTo>
                  <a:lnTo>
                    <a:pt x="104342" y="122944"/>
                  </a:lnTo>
                  <a:lnTo>
                    <a:pt x="104378" y="122814"/>
                  </a:lnTo>
                  <a:lnTo>
                    <a:pt x="104631" y="121878"/>
                  </a:lnTo>
                  <a:lnTo>
                    <a:pt x="104878" y="120966"/>
                  </a:lnTo>
                  <a:lnTo>
                    <a:pt x="105099" y="120147"/>
                  </a:lnTo>
                  <a:lnTo>
                    <a:pt x="105289" y="119446"/>
                  </a:lnTo>
                  <a:lnTo>
                    <a:pt x="105379" y="119113"/>
                  </a:lnTo>
                  <a:lnTo>
                    <a:pt x="105561" y="118441"/>
                  </a:lnTo>
                  <a:lnTo>
                    <a:pt x="105598" y="118306"/>
                  </a:lnTo>
                  <a:lnTo>
                    <a:pt x="105659" y="118081"/>
                  </a:lnTo>
                  <a:lnTo>
                    <a:pt x="105905" y="117169"/>
                  </a:lnTo>
                  <a:lnTo>
                    <a:pt x="106219" y="116011"/>
                  </a:lnTo>
                  <a:lnTo>
                    <a:pt x="106364" y="115474"/>
                  </a:lnTo>
                  <a:lnTo>
                    <a:pt x="106431" y="115226"/>
                  </a:lnTo>
                  <a:lnTo>
                    <a:pt x="106573" y="114704"/>
                  </a:lnTo>
                  <a:lnTo>
                    <a:pt x="108453" y="114505"/>
                  </a:lnTo>
                  <a:lnTo>
                    <a:pt x="108582" y="114491"/>
                  </a:lnTo>
                  <a:lnTo>
                    <a:pt x="113563" y="113963"/>
                  </a:lnTo>
                  <a:lnTo>
                    <a:pt x="113573" y="110847"/>
                  </a:lnTo>
                  <a:lnTo>
                    <a:pt x="113585" y="107211"/>
                  </a:lnTo>
                  <a:lnTo>
                    <a:pt x="113594" y="104370"/>
                  </a:lnTo>
                  <a:lnTo>
                    <a:pt x="117261" y="104418"/>
                  </a:lnTo>
                  <a:lnTo>
                    <a:pt x="119720" y="104451"/>
                  </a:lnTo>
                  <a:lnTo>
                    <a:pt x="125236" y="107169"/>
                  </a:lnTo>
                  <a:lnTo>
                    <a:pt x="129556" y="107570"/>
                  </a:lnTo>
                  <a:lnTo>
                    <a:pt x="136510" y="107376"/>
                  </a:lnTo>
                  <a:lnTo>
                    <a:pt x="131704" y="100173"/>
                  </a:lnTo>
                  <a:lnTo>
                    <a:pt x="130577" y="95270"/>
                  </a:lnTo>
                  <a:lnTo>
                    <a:pt x="131912" y="87002"/>
                  </a:lnTo>
                  <a:lnTo>
                    <a:pt x="129306" y="67910"/>
                  </a:lnTo>
                  <a:lnTo>
                    <a:pt x="122447" y="61822"/>
                  </a:lnTo>
                  <a:lnTo>
                    <a:pt x="118913" y="55561"/>
                  </a:lnTo>
                  <a:lnTo>
                    <a:pt x="115771" y="50824"/>
                  </a:lnTo>
                  <a:lnTo>
                    <a:pt x="108453" y="47938"/>
                  </a:lnTo>
                  <a:lnTo>
                    <a:pt x="101321" y="45125"/>
                  </a:lnTo>
                  <a:lnTo>
                    <a:pt x="98258" y="41914"/>
                  </a:lnTo>
                  <a:lnTo>
                    <a:pt x="99121" y="38783"/>
                  </a:lnTo>
                  <a:lnTo>
                    <a:pt x="101792" y="35572"/>
                  </a:lnTo>
                  <a:lnTo>
                    <a:pt x="103834" y="32602"/>
                  </a:lnTo>
                  <a:lnTo>
                    <a:pt x="104933" y="29872"/>
                  </a:lnTo>
                  <a:lnTo>
                    <a:pt x="105247" y="27464"/>
                  </a:lnTo>
                  <a:lnTo>
                    <a:pt x="105404" y="24975"/>
                  </a:lnTo>
                  <a:lnTo>
                    <a:pt x="105561" y="22567"/>
                  </a:lnTo>
                  <a:lnTo>
                    <a:pt x="105640" y="20640"/>
                  </a:lnTo>
                  <a:lnTo>
                    <a:pt x="105569" y="18136"/>
                  </a:lnTo>
                  <a:lnTo>
                    <a:pt x="105562" y="17914"/>
                  </a:lnTo>
                  <a:lnTo>
                    <a:pt x="108226" y="17942"/>
                  </a:lnTo>
                  <a:lnTo>
                    <a:pt x="123670" y="4326"/>
                  </a:lnTo>
                  <a:lnTo>
                    <a:pt x="129114" y="0"/>
                  </a:lnTo>
                  <a:lnTo>
                    <a:pt x="136231" y="30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g118"/>
            <p:cNvSpPr/>
            <p:nvPr/>
          </p:nvSpPr>
          <p:spPr>
            <a:xfrm>
              <a:off x="3012612" y="4038060"/>
              <a:ext cx="156680" cy="124038"/>
            </a:xfrm>
            <a:custGeom>
              <a:avLst/>
              <a:pathLst>
                <a:path w="156680" h="124038">
                  <a:moveTo>
                    <a:pt x="100155" y="47054"/>
                  </a:moveTo>
                  <a:lnTo>
                    <a:pt x="101005" y="47540"/>
                  </a:lnTo>
                  <a:lnTo>
                    <a:pt x="103017" y="44483"/>
                  </a:lnTo>
                  <a:lnTo>
                    <a:pt x="104962" y="41524"/>
                  </a:lnTo>
                  <a:lnTo>
                    <a:pt x="105048" y="41394"/>
                  </a:lnTo>
                  <a:lnTo>
                    <a:pt x="106272" y="39533"/>
                  </a:lnTo>
                  <a:lnTo>
                    <a:pt x="106774" y="38770"/>
                  </a:lnTo>
                  <a:lnTo>
                    <a:pt x="107059" y="38654"/>
                  </a:lnTo>
                  <a:lnTo>
                    <a:pt x="107510" y="38469"/>
                  </a:lnTo>
                  <a:lnTo>
                    <a:pt x="107775" y="38289"/>
                  </a:lnTo>
                  <a:lnTo>
                    <a:pt x="108587" y="37178"/>
                  </a:lnTo>
                  <a:lnTo>
                    <a:pt x="108909" y="36738"/>
                  </a:lnTo>
                  <a:lnTo>
                    <a:pt x="109238" y="35982"/>
                  </a:lnTo>
                  <a:lnTo>
                    <a:pt x="109777" y="34742"/>
                  </a:lnTo>
                  <a:lnTo>
                    <a:pt x="110529" y="33013"/>
                  </a:lnTo>
                  <a:lnTo>
                    <a:pt x="110676" y="32674"/>
                  </a:lnTo>
                  <a:lnTo>
                    <a:pt x="112937" y="32990"/>
                  </a:lnTo>
                  <a:lnTo>
                    <a:pt x="114019" y="26249"/>
                  </a:lnTo>
                  <a:lnTo>
                    <a:pt x="114201" y="25115"/>
                  </a:lnTo>
                  <a:lnTo>
                    <a:pt x="114607" y="25187"/>
                  </a:lnTo>
                  <a:lnTo>
                    <a:pt x="121833" y="26479"/>
                  </a:lnTo>
                  <a:lnTo>
                    <a:pt x="127591" y="29413"/>
                  </a:lnTo>
                  <a:lnTo>
                    <a:pt x="128337" y="29791"/>
                  </a:lnTo>
                  <a:lnTo>
                    <a:pt x="129417" y="30092"/>
                  </a:lnTo>
                  <a:lnTo>
                    <a:pt x="130570" y="30343"/>
                  </a:lnTo>
                  <a:lnTo>
                    <a:pt x="131414" y="30087"/>
                  </a:lnTo>
                  <a:lnTo>
                    <a:pt x="132141" y="29866"/>
                  </a:lnTo>
                  <a:lnTo>
                    <a:pt x="132658" y="29119"/>
                  </a:lnTo>
                  <a:lnTo>
                    <a:pt x="133315" y="27961"/>
                  </a:lnTo>
                  <a:lnTo>
                    <a:pt x="134193" y="26412"/>
                  </a:lnTo>
                  <a:lnTo>
                    <a:pt x="136757" y="26567"/>
                  </a:lnTo>
                  <a:lnTo>
                    <a:pt x="137316" y="26601"/>
                  </a:lnTo>
                  <a:lnTo>
                    <a:pt x="137688" y="26648"/>
                  </a:lnTo>
                  <a:lnTo>
                    <a:pt x="139153" y="26834"/>
                  </a:lnTo>
                  <a:lnTo>
                    <a:pt x="139525" y="26881"/>
                  </a:lnTo>
                  <a:lnTo>
                    <a:pt x="140118" y="26956"/>
                  </a:lnTo>
                  <a:lnTo>
                    <a:pt x="142016" y="26902"/>
                  </a:lnTo>
                  <a:lnTo>
                    <a:pt x="142274" y="26894"/>
                  </a:lnTo>
                  <a:lnTo>
                    <a:pt x="142744" y="26881"/>
                  </a:lnTo>
                  <a:lnTo>
                    <a:pt x="147014" y="27508"/>
                  </a:lnTo>
                  <a:lnTo>
                    <a:pt x="148219" y="27740"/>
                  </a:lnTo>
                  <a:lnTo>
                    <a:pt x="149162" y="27921"/>
                  </a:lnTo>
                  <a:lnTo>
                    <a:pt x="149608" y="28007"/>
                  </a:lnTo>
                  <a:lnTo>
                    <a:pt x="149768" y="28038"/>
                  </a:lnTo>
                  <a:lnTo>
                    <a:pt x="149608" y="28783"/>
                  </a:lnTo>
                  <a:lnTo>
                    <a:pt x="148126" y="35690"/>
                  </a:lnTo>
                  <a:lnTo>
                    <a:pt x="147527" y="38479"/>
                  </a:lnTo>
                  <a:lnTo>
                    <a:pt x="147495" y="38624"/>
                  </a:lnTo>
                  <a:lnTo>
                    <a:pt x="147969" y="38645"/>
                  </a:lnTo>
                  <a:lnTo>
                    <a:pt x="147869" y="38910"/>
                  </a:lnTo>
                  <a:lnTo>
                    <a:pt x="147056" y="41063"/>
                  </a:lnTo>
                  <a:lnTo>
                    <a:pt x="146693" y="42027"/>
                  </a:lnTo>
                  <a:lnTo>
                    <a:pt x="146455" y="42657"/>
                  </a:lnTo>
                  <a:lnTo>
                    <a:pt x="146635" y="42727"/>
                  </a:lnTo>
                  <a:lnTo>
                    <a:pt x="147550" y="43079"/>
                  </a:lnTo>
                  <a:lnTo>
                    <a:pt x="148206" y="43674"/>
                  </a:lnTo>
                  <a:lnTo>
                    <a:pt x="150304" y="45623"/>
                  </a:lnTo>
                  <a:lnTo>
                    <a:pt x="150433" y="45693"/>
                  </a:lnTo>
                  <a:lnTo>
                    <a:pt x="150982" y="45989"/>
                  </a:lnTo>
                  <a:lnTo>
                    <a:pt x="151434" y="46233"/>
                  </a:lnTo>
                  <a:lnTo>
                    <a:pt x="156543" y="48968"/>
                  </a:lnTo>
                  <a:lnTo>
                    <a:pt x="156680" y="49125"/>
                  </a:lnTo>
                  <a:lnTo>
                    <a:pt x="156505" y="49383"/>
                  </a:lnTo>
                  <a:lnTo>
                    <a:pt x="156349" y="49613"/>
                  </a:lnTo>
                  <a:lnTo>
                    <a:pt x="152344" y="55522"/>
                  </a:lnTo>
                  <a:lnTo>
                    <a:pt x="151919" y="56149"/>
                  </a:lnTo>
                  <a:lnTo>
                    <a:pt x="151807" y="56507"/>
                  </a:lnTo>
                  <a:lnTo>
                    <a:pt x="153078" y="57575"/>
                  </a:lnTo>
                  <a:lnTo>
                    <a:pt x="149915" y="59195"/>
                  </a:lnTo>
                  <a:lnTo>
                    <a:pt x="145164" y="61630"/>
                  </a:lnTo>
                  <a:lnTo>
                    <a:pt x="144743" y="61856"/>
                  </a:lnTo>
                  <a:lnTo>
                    <a:pt x="143505" y="62519"/>
                  </a:lnTo>
                  <a:lnTo>
                    <a:pt x="141917" y="63370"/>
                  </a:lnTo>
                  <a:lnTo>
                    <a:pt x="141711" y="63481"/>
                  </a:lnTo>
                  <a:lnTo>
                    <a:pt x="141536" y="63561"/>
                  </a:lnTo>
                  <a:lnTo>
                    <a:pt x="138358" y="65011"/>
                  </a:lnTo>
                  <a:lnTo>
                    <a:pt x="137361" y="65453"/>
                  </a:lnTo>
                  <a:lnTo>
                    <a:pt x="131304" y="67552"/>
                  </a:lnTo>
                  <a:lnTo>
                    <a:pt x="130827" y="67725"/>
                  </a:lnTo>
                  <a:lnTo>
                    <a:pt x="130049" y="68007"/>
                  </a:lnTo>
                  <a:lnTo>
                    <a:pt x="124864" y="69887"/>
                  </a:lnTo>
                  <a:lnTo>
                    <a:pt x="124330" y="70080"/>
                  </a:lnTo>
                  <a:lnTo>
                    <a:pt x="124076" y="70172"/>
                  </a:lnTo>
                  <a:lnTo>
                    <a:pt x="123475" y="70100"/>
                  </a:lnTo>
                  <a:lnTo>
                    <a:pt x="123282" y="69729"/>
                  </a:lnTo>
                  <a:lnTo>
                    <a:pt x="118206" y="72166"/>
                  </a:lnTo>
                  <a:lnTo>
                    <a:pt x="116767" y="72397"/>
                  </a:lnTo>
                  <a:lnTo>
                    <a:pt x="117899" y="74591"/>
                  </a:lnTo>
                  <a:lnTo>
                    <a:pt x="118287" y="74436"/>
                  </a:lnTo>
                  <a:lnTo>
                    <a:pt x="124330" y="72027"/>
                  </a:lnTo>
                  <a:lnTo>
                    <a:pt x="124707" y="71877"/>
                  </a:lnTo>
                  <a:lnTo>
                    <a:pt x="126062" y="72269"/>
                  </a:lnTo>
                  <a:lnTo>
                    <a:pt x="127696" y="72323"/>
                  </a:lnTo>
                  <a:lnTo>
                    <a:pt x="138697" y="72690"/>
                  </a:lnTo>
                  <a:lnTo>
                    <a:pt x="139223" y="72707"/>
                  </a:lnTo>
                  <a:lnTo>
                    <a:pt x="140937" y="73895"/>
                  </a:lnTo>
                  <a:lnTo>
                    <a:pt x="140958" y="74146"/>
                  </a:lnTo>
                  <a:lnTo>
                    <a:pt x="141242" y="77604"/>
                  </a:lnTo>
                  <a:lnTo>
                    <a:pt x="141260" y="77820"/>
                  </a:lnTo>
                  <a:lnTo>
                    <a:pt x="141395" y="79460"/>
                  </a:lnTo>
                  <a:lnTo>
                    <a:pt x="138438" y="79256"/>
                  </a:lnTo>
                  <a:lnTo>
                    <a:pt x="133610" y="78925"/>
                  </a:lnTo>
                  <a:lnTo>
                    <a:pt x="129683" y="85298"/>
                  </a:lnTo>
                  <a:lnTo>
                    <a:pt x="129310" y="85457"/>
                  </a:lnTo>
                  <a:lnTo>
                    <a:pt x="124348" y="87575"/>
                  </a:lnTo>
                  <a:lnTo>
                    <a:pt x="123580" y="87903"/>
                  </a:lnTo>
                  <a:lnTo>
                    <a:pt x="122478" y="88456"/>
                  </a:lnTo>
                  <a:lnTo>
                    <a:pt x="122338" y="88663"/>
                  </a:lnTo>
                  <a:lnTo>
                    <a:pt x="121808" y="89446"/>
                  </a:lnTo>
                  <a:lnTo>
                    <a:pt x="120247" y="91327"/>
                  </a:lnTo>
                  <a:lnTo>
                    <a:pt x="115108" y="96888"/>
                  </a:lnTo>
                  <a:lnTo>
                    <a:pt x="113959" y="98131"/>
                  </a:lnTo>
                  <a:lnTo>
                    <a:pt x="113721" y="98388"/>
                  </a:lnTo>
                  <a:lnTo>
                    <a:pt x="113331" y="98215"/>
                  </a:lnTo>
                  <a:lnTo>
                    <a:pt x="110683" y="95847"/>
                  </a:lnTo>
                  <a:lnTo>
                    <a:pt x="110747" y="94292"/>
                  </a:lnTo>
                  <a:lnTo>
                    <a:pt x="110550" y="94453"/>
                  </a:lnTo>
                  <a:lnTo>
                    <a:pt x="109784" y="96360"/>
                  </a:lnTo>
                  <a:lnTo>
                    <a:pt x="107409" y="99250"/>
                  </a:lnTo>
                  <a:lnTo>
                    <a:pt x="105779" y="97865"/>
                  </a:lnTo>
                  <a:lnTo>
                    <a:pt x="103658" y="98668"/>
                  </a:lnTo>
                  <a:lnTo>
                    <a:pt x="102951" y="98935"/>
                  </a:lnTo>
                  <a:lnTo>
                    <a:pt x="102832" y="98694"/>
                  </a:lnTo>
                  <a:lnTo>
                    <a:pt x="102589" y="97968"/>
                  </a:lnTo>
                  <a:lnTo>
                    <a:pt x="102416" y="98214"/>
                  </a:lnTo>
                  <a:lnTo>
                    <a:pt x="102247" y="98453"/>
                  </a:lnTo>
                  <a:lnTo>
                    <a:pt x="101257" y="99856"/>
                  </a:lnTo>
                  <a:lnTo>
                    <a:pt x="98443" y="103843"/>
                  </a:lnTo>
                  <a:lnTo>
                    <a:pt x="98091" y="104342"/>
                  </a:lnTo>
                  <a:lnTo>
                    <a:pt x="90492" y="115109"/>
                  </a:lnTo>
                  <a:lnTo>
                    <a:pt x="90284" y="115405"/>
                  </a:lnTo>
                  <a:lnTo>
                    <a:pt x="90161" y="115578"/>
                  </a:lnTo>
                  <a:lnTo>
                    <a:pt x="84905" y="123025"/>
                  </a:lnTo>
                  <a:lnTo>
                    <a:pt x="84319" y="123856"/>
                  </a:lnTo>
                  <a:lnTo>
                    <a:pt x="84190" y="124038"/>
                  </a:lnTo>
                  <a:lnTo>
                    <a:pt x="77315" y="119327"/>
                  </a:lnTo>
                  <a:lnTo>
                    <a:pt x="76735" y="118915"/>
                  </a:lnTo>
                  <a:lnTo>
                    <a:pt x="76485" y="118758"/>
                  </a:lnTo>
                  <a:lnTo>
                    <a:pt x="72207" y="115827"/>
                  </a:lnTo>
                  <a:lnTo>
                    <a:pt x="71590" y="115404"/>
                  </a:lnTo>
                  <a:lnTo>
                    <a:pt x="66566" y="111962"/>
                  </a:lnTo>
                  <a:lnTo>
                    <a:pt x="65438" y="111190"/>
                  </a:lnTo>
                  <a:lnTo>
                    <a:pt x="61544" y="108521"/>
                  </a:lnTo>
                  <a:lnTo>
                    <a:pt x="61284" y="108343"/>
                  </a:lnTo>
                  <a:lnTo>
                    <a:pt x="59622" y="107204"/>
                  </a:lnTo>
                  <a:lnTo>
                    <a:pt x="57541" y="105778"/>
                  </a:lnTo>
                  <a:lnTo>
                    <a:pt x="56053" y="104759"/>
                  </a:lnTo>
                  <a:lnTo>
                    <a:pt x="54430" y="103647"/>
                  </a:lnTo>
                  <a:lnTo>
                    <a:pt x="50815" y="101170"/>
                  </a:lnTo>
                  <a:lnTo>
                    <a:pt x="48125" y="99326"/>
                  </a:lnTo>
                  <a:lnTo>
                    <a:pt x="31945" y="88240"/>
                  </a:lnTo>
                  <a:lnTo>
                    <a:pt x="31674" y="88054"/>
                  </a:lnTo>
                  <a:lnTo>
                    <a:pt x="22158" y="81535"/>
                  </a:lnTo>
                  <a:lnTo>
                    <a:pt x="18753" y="79201"/>
                  </a:lnTo>
                  <a:lnTo>
                    <a:pt x="16771" y="77843"/>
                  </a:lnTo>
                  <a:lnTo>
                    <a:pt x="12097" y="74641"/>
                  </a:lnTo>
                  <a:lnTo>
                    <a:pt x="7804" y="71699"/>
                  </a:lnTo>
                  <a:lnTo>
                    <a:pt x="7428" y="71441"/>
                  </a:lnTo>
                  <a:lnTo>
                    <a:pt x="3665" y="68863"/>
                  </a:lnTo>
                  <a:lnTo>
                    <a:pt x="3122" y="68491"/>
                  </a:lnTo>
                  <a:lnTo>
                    <a:pt x="2803" y="68272"/>
                  </a:lnTo>
                  <a:lnTo>
                    <a:pt x="2019" y="67923"/>
                  </a:lnTo>
                  <a:lnTo>
                    <a:pt x="1320" y="67612"/>
                  </a:lnTo>
                  <a:lnTo>
                    <a:pt x="1135" y="67530"/>
                  </a:lnTo>
                  <a:lnTo>
                    <a:pt x="0" y="67024"/>
                  </a:lnTo>
                  <a:lnTo>
                    <a:pt x="1674" y="64510"/>
                  </a:lnTo>
                  <a:lnTo>
                    <a:pt x="2304" y="63565"/>
                  </a:lnTo>
                  <a:lnTo>
                    <a:pt x="2795" y="62826"/>
                  </a:lnTo>
                  <a:lnTo>
                    <a:pt x="3513" y="61749"/>
                  </a:lnTo>
                  <a:lnTo>
                    <a:pt x="4101" y="60865"/>
                  </a:lnTo>
                  <a:lnTo>
                    <a:pt x="4434" y="60365"/>
                  </a:lnTo>
                  <a:lnTo>
                    <a:pt x="4606" y="60107"/>
                  </a:lnTo>
                  <a:lnTo>
                    <a:pt x="4755" y="59884"/>
                  </a:lnTo>
                  <a:lnTo>
                    <a:pt x="5639" y="58557"/>
                  </a:lnTo>
                  <a:lnTo>
                    <a:pt x="6147" y="57794"/>
                  </a:lnTo>
                  <a:lnTo>
                    <a:pt x="6360" y="57474"/>
                  </a:lnTo>
                  <a:lnTo>
                    <a:pt x="6611" y="57098"/>
                  </a:lnTo>
                  <a:lnTo>
                    <a:pt x="6892" y="56676"/>
                  </a:lnTo>
                  <a:lnTo>
                    <a:pt x="7510" y="55747"/>
                  </a:lnTo>
                  <a:lnTo>
                    <a:pt x="8299" y="54563"/>
                  </a:lnTo>
                  <a:lnTo>
                    <a:pt x="8786" y="53832"/>
                  </a:lnTo>
                  <a:lnTo>
                    <a:pt x="9201" y="53209"/>
                  </a:lnTo>
                  <a:lnTo>
                    <a:pt x="9825" y="52271"/>
                  </a:lnTo>
                  <a:lnTo>
                    <a:pt x="10629" y="51064"/>
                  </a:lnTo>
                  <a:lnTo>
                    <a:pt x="11659" y="49518"/>
                  </a:lnTo>
                  <a:lnTo>
                    <a:pt x="12940" y="47594"/>
                  </a:lnTo>
                  <a:lnTo>
                    <a:pt x="13833" y="46253"/>
                  </a:lnTo>
                  <a:lnTo>
                    <a:pt x="14351" y="45477"/>
                  </a:lnTo>
                  <a:lnTo>
                    <a:pt x="25931" y="28091"/>
                  </a:lnTo>
                  <a:lnTo>
                    <a:pt x="28442" y="24370"/>
                  </a:lnTo>
                  <a:lnTo>
                    <a:pt x="29509" y="22789"/>
                  </a:lnTo>
                  <a:lnTo>
                    <a:pt x="32132" y="18903"/>
                  </a:lnTo>
                  <a:lnTo>
                    <a:pt x="32439" y="18448"/>
                  </a:lnTo>
                  <a:lnTo>
                    <a:pt x="33736" y="16527"/>
                  </a:lnTo>
                  <a:lnTo>
                    <a:pt x="33898" y="16288"/>
                  </a:lnTo>
                  <a:lnTo>
                    <a:pt x="35929" y="13278"/>
                  </a:lnTo>
                  <a:lnTo>
                    <a:pt x="36563" y="12339"/>
                  </a:lnTo>
                  <a:lnTo>
                    <a:pt x="36680" y="12166"/>
                  </a:lnTo>
                  <a:lnTo>
                    <a:pt x="37265" y="11299"/>
                  </a:lnTo>
                  <a:lnTo>
                    <a:pt x="37678" y="10687"/>
                  </a:lnTo>
                  <a:lnTo>
                    <a:pt x="37809" y="10493"/>
                  </a:lnTo>
                  <a:lnTo>
                    <a:pt x="38581" y="9349"/>
                  </a:lnTo>
                  <a:lnTo>
                    <a:pt x="38889" y="8892"/>
                  </a:lnTo>
                  <a:lnTo>
                    <a:pt x="39496" y="7994"/>
                  </a:lnTo>
                  <a:lnTo>
                    <a:pt x="39675" y="7729"/>
                  </a:lnTo>
                  <a:lnTo>
                    <a:pt x="40215" y="6929"/>
                  </a:lnTo>
                  <a:lnTo>
                    <a:pt x="40662" y="6308"/>
                  </a:lnTo>
                  <a:lnTo>
                    <a:pt x="41726" y="4832"/>
                  </a:lnTo>
                  <a:lnTo>
                    <a:pt x="41846" y="4666"/>
                  </a:lnTo>
                  <a:lnTo>
                    <a:pt x="42343" y="3977"/>
                  </a:lnTo>
                  <a:lnTo>
                    <a:pt x="42978" y="3096"/>
                  </a:lnTo>
                  <a:lnTo>
                    <a:pt x="44099" y="1540"/>
                  </a:lnTo>
                  <a:lnTo>
                    <a:pt x="44503" y="979"/>
                  </a:lnTo>
                  <a:lnTo>
                    <a:pt x="45210" y="0"/>
                  </a:lnTo>
                  <a:lnTo>
                    <a:pt x="45824" y="386"/>
                  </a:lnTo>
                  <a:lnTo>
                    <a:pt x="47656" y="1539"/>
                  </a:lnTo>
                  <a:lnTo>
                    <a:pt x="52182" y="4387"/>
                  </a:lnTo>
                  <a:lnTo>
                    <a:pt x="52410" y="4615"/>
                  </a:lnTo>
                  <a:lnTo>
                    <a:pt x="50120" y="7712"/>
                  </a:lnTo>
                  <a:lnTo>
                    <a:pt x="49510" y="8675"/>
                  </a:lnTo>
                  <a:lnTo>
                    <a:pt x="54270" y="11950"/>
                  </a:lnTo>
                  <a:lnTo>
                    <a:pt x="55877" y="13056"/>
                  </a:lnTo>
                  <a:lnTo>
                    <a:pt x="56122" y="13224"/>
                  </a:lnTo>
                  <a:lnTo>
                    <a:pt x="61938" y="17226"/>
                  </a:lnTo>
                  <a:lnTo>
                    <a:pt x="61455" y="18002"/>
                  </a:lnTo>
                  <a:lnTo>
                    <a:pt x="61031" y="18633"/>
                  </a:lnTo>
                  <a:lnTo>
                    <a:pt x="62036" y="19321"/>
                  </a:lnTo>
                  <a:lnTo>
                    <a:pt x="70679" y="25236"/>
                  </a:lnTo>
                  <a:lnTo>
                    <a:pt x="70925" y="25404"/>
                  </a:lnTo>
                  <a:lnTo>
                    <a:pt x="71115" y="25551"/>
                  </a:lnTo>
                  <a:lnTo>
                    <a:pt x="72117" y="26324"/>
                  </a:lnTo>
                  <a:lnTo>
                    <a:pt x="76128" y="29418"/>
                  </a:lnTo>
                  <a:lnTo>
                    <a:pt x="76520" y="30164"/>
                  </a:lnTo>
                  <a:lnTo>
                    <a:pt x="76594" y="30306"/>
                  </a:lnTo>
                  <a:lnTo>
                    <a:pt x="76738" y="30580"/>
                  </a:lnTo>
                  <a:lnTo>
                    <a:pt x="77079" y="31230"/>
                  </a:lnTo>
                  <a:lnTo>
                    <a:pt x="77208" y="31475"/>
                  </a:lnTo>
                  <a:lnTo>
                    <a:pt x="77430" y="31730"/>
                  </a:lnTo>
                  <a:lnTo>
                    <a:pt x="80325" y="34059"/>
                  </a:lnTo>
                  <a:lnTo>
                    <a:pt x="82469" y="35464"/>
                  </a:lnTo>
                  <a:lnTo>
                    <a:pt x="88555" y="39452"/>
                  </a:lnTo>
                  <a:lnTo>
                    <a:pt x="94225" y="43167"/>
                  </a:lnTo>
                  <a:lnTo>
                    <a:pt x="94543" y="43376"/>
                  </a:lnTo>
                  <a:lnTo>
                    <a:pt x="95852" y="44234"/>
                  </a:lnTo>
                  <a:lnTo>
                    <a:pt x="98146" y="4573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g119"/>
            <p:cNvSpPr/>
            <p:nvPr/>
          </p:nvSpPr>
          <p:spPr>
            <a:xfrm>
              <a:off x="3129380" y="4066098"/>
              <a:ext cx="123244" cy="75282"/>
            </a:xfrm>
            <a:custGeom>
              <a:avLst/>
              <a:pathLst>
                <a:path w="123244" h="75282">
                  <a:moveTo>
                    <a:pt x="34843" y="440"/>
                  </a:moveTo>
                  <a:lnTo>
                    <a:pt x="40318" y="2070"/>
                  </a:lnTo>
                  <a:lnTo>
                    <a:pt x="40793" y="913"/>
                  </a:lnTo>
                  <a:lnTo>
                    <a:pt x="47748" y="3092"/>
                  </a:lnTo>
                  <a:lnTo>
                    <a:pt x="66042" y="12463"/>
                  </a:lnTo>
                  <a:lnTo>
                    <a:pt x="66753" y="12828"/>
                  </a:lnTo>
                  <a:lnTo>
                    <a:pt x="68261" y="13741"/>
                  </a:lnTo>
                  <a:lnTo>
                    <a:pt x="68629" y="13964"/>
                  </a:lnTo>
                  <a:lnTo>
                    <a:pt x="68920" y="14317"/>
                  </a:lnTo>
                  <a:lnTo>
                    <a:pt x="69600" y="15141"/>
                  </a:lnTo>
                  <a:lnTo>
                    <a:pt x="72724" y="18933"/>
                  </a:lnTo>
                  <a:lnTo>
                    <a:pt x="73073" y="19486"/>
                  </a:lnTo>
                  <a:lnTo>
                    <a:pt x="73145" y="19632"/>
                  </a:lnTo>
                  <a:lnTo>
                    <a:pt x="73381" y="20110"/>
                  </a:lnTo>
                  <a:lnTo>
                    <a:pt x="73615" y="20744"/>
                  </a:lnTo>
                  <a:lnTo>
                    <a:pt x="73784" y="21399"/>
                  </a:lnTo>
                  <a:lnTo>
                    <a:pt x="73885" y="22070"/>
                  </a:lnTo>
                  <a:lnTo>
                    <a:pt x="73918" y="22745"/>
                  </a:lnTo>
                  <a:lnTo>
                    <a:pt x="73881" y="23422"/>
                  </a:lnTo>
                  <a:lnTo>
                    <a:pt x="73776" y="24092"/>
                  </a:lnTo>
                  <a:lnTo>
                    <a:pt x="73590" y="24789"/>
                  </a:lnTo>
                  <a:lnTo>
                    <a:pt x="73847" y="24608"/>
                  </a:lnTo>
                  <a:lnTo>
                    <a:pt x="77333" y="22167"/>
                  </a:lnTo>
                  <a:lnTo>
                    <a:pt x="79178" y="18293"/>
                  </a:lnTo>
                  <a:lnTo>
                    <a:pt x="79942" y="16594"/>
                  </a:lnTo>
                  <a:lnTo>
                    <a:pt x="83253" y="16859"/>
                  </a:lnTo>
                  <a:lnTo>
                    <a:pt x="89388" y="17361"/>
                  </a:lnTo>
                  <a:lnTo>
                    <a:pt x="92579" y="16859"/>
                  </a:lnTo>
                  <a:lnTo>
                    <a:pt x="98626" y="16771"/>
                  </a:lnTo>
                  <a:lnTo>
                    <a:pt x="98384" y="20026"/>
                  </a:lnTo>
                  <a:lnTo>
                    <a:pt x="99398" y="19869"/>
                  </a:lnTo>
                  <a:lnTo>
                    <a:pt x="100825" y="22907"/>
                  </a:lnTo>
                  <a:lnTo>
                    <a:pt x="101779" y="25086"/>
                  </a:lnTo>
                  <a:lnTo>
                    <a:pt x="102267" y="27007"/>
                  </a:lnTo>
                  <a:lnTo>
                    <a:pt x="103464" y="26666"/>
                  </a:lnTo>
                  <a:lnTo>
                    <a:pt x="105428" y="28834"/>
                  </a:lnTo>
                  <a:lnTo>
                    <a:pt x="105365" y="29815"/>
                  </a:lnTo>
                  <a:lnTo>
                    <a:pt x="104895" y="30849"/>
                  </a:lnTo>
                  <a:lnTo>
                    <a:pt x="107489" y="32868"/>
                  </a:lnTo>
                  <a:lnTo>
                    <a:pt x="107330" y="35991"/>
                  </a:lnTo>
                  <a:lnTo>
                    <a:pt x="111340" y="36793"/>
                  </a:lnTo>
                  <a:lnTo>
                    <a:pt x="112490" y="38072"/>
                  </a:lnTo>
                  <a:lnTo>
                    <a:pt x="113989" y="39739"/>
                  </a:lnTo>
                  <a:lnTo>
                    <a:pt x="116052" y="42031"/>
                  </a:lnTo>
                  <a:lnTo>
                    <a:pt x="116311" y="42693"/>
                  </a:lnTo>
                  <a:lnTo>
                    <a:pt x="117475" y="45667"/>
                  </a:lnTo>
                  <a:lnTo>
                    <a:pt x="116497" y="46434"/>
                  </a:lnTo>
                  <a:lnTo>
                    <a:pt x="118670" y="50742"/>
                  </a:lnTo>
                  <a:lnTo>
                    <a:pt x="119209" y="51811"/>
                  </a:lnTo>
                  <a:lnTo>
                    <a:pt x="119446" y="52279"/>
                  </a:lnTo>
                  <a:lnTo>
                    <a:pt x="118051" y="53302"/>
                  </a:lnTo>
                  <a:lnTo>
                    <a:pt x="118206" y="53618"/>
                  </a:lnTo>
                  <a:lnTo>
                    <a:pt x="118835" y="54896"/>
                  </a:lnTo>
                  <a:lnTo>
                    <a:pt x="120707" y="58701"/>
                  </a:lnTo>
                  <a:lnTo>
                    <a:pt x="121363" y="60080"/>
                  </a:lnTo>
                  <a:lnTo>
                    <a:pt x="123244" y="64033"/>
                  </a:lnTo>
                  <a:lnTo>
                    <a:pt x="116913" y="66488"/>
                  </a:lnTo>
                  <a:lnTo>
                    <a:pt x="114000" y="66598"/>
                  </a:lnTo>
                  <a:lnTo>
                    <a:pt x="113718" y="66608"/>
                  </a:lnTo>
                  <a:lnTo>
                    <a:pt x="113750" y="68162"/>
                  </a:lnTo>
                  <a:lnTo>
                    <a:pt x="113886" y="68367"/>
                  </a:lnTo>
                  <a:lnTo>
                    <a:pt x="114068" y="68642"/>
                  </a:lnTo>
                  <a:lnTo>
                    <a:pt x="114489" y="69353"/>
                  </a:lnTo>
                  <a:lnTo>
                    <a:pt x="114780" y="69846"/>
                  </a:lnTo>
                  <a:lnTo>
                    <a:pt x="114989" y="70047"/>
                  </a:lnTo>
                  <a:lnTo>
                    <a:pt x="114772" y="70357"/>
                  </a:lnTo>
                  <a:lnTo>
                    <a:pt x="114277" y="71063"/>
                  </a:lnTo>
                  <a:lnTo>
                    <a:pt x="114707" y="72857"/>
                  </a:lnTo>
                  <a:lnTo>
                    <a:pt x="114809" y="75282"/>
                  </a:lnTo>
                  <a:lnTo>
                    <a:pt x="114342" y="75062"/>
                  </a:lnTo>
                  <a:lnTo>
                    <a:pt x="113522" y="74676"/>
                  </a:lnTo>
                  <a:lnTo>
                    <a:pt x="113277" y="74560"/>
                  </a:lnTo>
                  <a:lnTo>
                    <a:pt x="112438" y="73423"/>
                  </a:lnTo>
                  <a:lnTo>
                    <a:pt x="111969" y="73292"/>
                  </a:lnTo>
                  <a:lnTo>
                    <a:pt x="105687" y="71525"/>
                  </a:lnTo>
                  <a:lnTo>
                    <a:pt x="102054" y="71104"/>
                  </a:lnTo>
                  <a:lnTo>
                    <a:pt x="101420" y="71166"/>
                  </a:lnTo>
                  <a:lnTo>
                    <a:pt x="101033" y="71204"/>
                  </a:lnTo>
                  <a:lnTo>
                    <a:pt x="98599" y="72850"/>
                  </a:lnTo>
                  <a:lnTo>
                    <a:pt x="97597" y="73412"/>
                  </a:lnTo>
                  <a:lnTo>
                    <a:pt x="96517" y="73512"/>
                  </a:lnTo>
                  <a:lnTo>
                    <a:pt x="96126" y="73372"/>
                  </a:lnTo>
                  <a:lnTo>
                    <a:pt x="95006" y="72970"/>
                  </a:lnTo>
                  <a:lnTo>
                    <a:pt x="94840" y="73042"/>
                  </a:lnTo>
                  <a:lnTo>
                    <a:pt x="85494" y="68068"/>
                  </a:lnTo>
                  <a:lnTo>
                    <a:pt x="85466" y="69182"/>
                  </a:lnTo>
                  <a:lnTo>
                    <a:pt x="85185" y="69073"/>
                  </a:lnTo>
                  <a:lnTo>
                    <a:pt x="84640" y="68862"/>
                  </a:lnTo>
                  <a:lnTo>
                    <a:pt x="84631" y="69172"/>
                  </a:lnTo>
                  <a:lnTo>
                    <a:pt x="84500" y="73883"/>
                  </a:lnTo>
                  <a:lnTo>
                    <a:pt x="83929" y="73753"/>
                  </a:lnTo>
                  <a:lnTo>
                    <a:pt x="80576" y="72986"/>
                  </a:lnTo>
                  <a:lnTo>
                    <a:pt x="75731" y="70879"/>
                  </a:lnTo>
                  <a:lnTo>
                    <a:pt x="75481" y="70770"/>
                  </a:lnTo>
                  <a:lnTo>
                    <a:pt x="75481" y="69914"/>
                  </a:lnTo>
                  <a:lnTo>
                    <a:pt x="71651" y="68939"/>
                  </a:lnTo>
                  <a:lnTo>
                    <a:pt x="65020" y="67251"/>
                  </a:lnTo>
                  <a:lnTo>
                    <a:pt x="64054" y="67473"/>
                  </a:lnTo>
                  <a:lnTo>
                    <a:pt x="60883" y="68126"/>
                  </a:lnTo>
                  <a:lnTo>
                    <a:pt x="58282" y="68443"/>
                  </a:lnTo>
                  <a:lnTo>
                    <a:pt x="57471" y="68542"/>
                  </a:lnTo>
                  <a:lnTo>
                    <a:pt x="56296" y="67750"/>
                  </a:lnTo>
                  <a:lnTo>
                    <a:pt x="55617" y="67291"/>
                  </a:lnTo>
                  <a:lnTo>
                    <a:pt x="54097" y="66266"/>
                  </a:lnTo>
                  <a:lnTo>
                    <a:pt x="51581" y="64569"/>
                  </a:lnTo>
                  <a:lnTo>
                    <a:pt x="50659" y="63802"/>
                  </a:lnTo>
                  <a:lnTo>
                    <a:pt x="50026" y="63274"/>
                  </a:lnTo>
                  <a:lnTo>
                    <a:pt x="49028" y="62443"/>
                  </a:lnTo>
                  <a:lnTo>
                    <a:pt x="48040" y="61620"/>
                  </a:lnTo>
                  <a:lnTo>
                    <a:pt x="44827" y="59359"/>
                  </a:lnTo>
                  <a:lnTo>
                    <a:pt x="43545" y="58456"/>
                  </a:lnTo>
                  <a:lnTo>
                    <a:pt x="43140" y="58211"/>
                  </a:lnTo>
                  <a:lnTo>
                    <a:pt x="39526" y="56019"/>
                  </a:lnTo>
                  <a:lnTo>
                    <a:pt x="39163" y="55784"/>
                  </a:lnTo>
                  <a:lnTo>
                    <a:pt x="39004" y="55681"/>
                  </a:lnTo>
                  <a:lnTo>
                    <a:pt x="37757" y="54872"/>
                  </a:lnTo>
                  <a:lnTo>
                    <a:pt x="34839" y="52980"/>
                  </a:lnTo>
                  <a:lnTo>
                    <a:pt x="33713" y="52250"/>
                  </a:lnTo>
                  <a:lnTo>
                    <a:pt x="33027" y="51805"/>
                  </a:lnTo>
                  <a:lnTo>
                    <a:pt x="32861" y="51694"/>
                  </a:lnTo>
                  <a:lnTo>
                    <a:pt x="27616" y="48213"/>
                  </a:lnTo>
                  <a:lnTo>
                    <a:pt x="27384" y="48059"/>
                  </a:lnTo>
                  <a:lnTo>
                    <a:pt x="26587" y="47530"/>
                  </a:lnTo>
                  <a:lnTo>
                    <a:pt x="24169" y="45856"/>
                  </a:lnTo>
                  <a:lnTo>
                    <a:pt x="22455" y="44669"/>
                  </a:lnTo>
                  <a:lnTo>
                    <a:pt x="21929" y="44651"/>
                  </a:lnTo>
                  <a:lnTo>
                    <a:pt x="10928" y="44284"/>
                  </a:lnTo>
                  <a:lnTo>
                    <a:pt x="9294" y="44230"/>
                  </a:lnTo>
                  <a:lnTo>
                    <a:pt x="7939" y="43839"/>
                  </a:lnTo>
                  <a:lnTo>
                    <a:pt x="7562" y="43989"/>
                  </a:lnTo>
                  <a:lnTo>
                    <a:pt x="1519" y="46397"/>
                  </a:lnTo>
                  <a:lnTo>
                    <a:pt x="1131" y="46552"/>
                  </a:lnTo>
                  <a:lnTo>
                    <a:pt x="0" y="44359"/>
                  </a:lnTo>
                  <a:lnTo>
                    <a:pt x="1438" y="44128"/>
                  </a:lnTo>
                  <a:lnTo>
                    <a:pt x="6514" y="41691"/>
                  </a:lnTo>
                  <a:lnTo>
                    <a:pt x="6707" y="42062"/>
                  </a:lnTo>
                  <a:lnTo>
                    <a:pt x="7308" y="42134"/>
                  </a:lnTo>
                  <a:lnTo>
                    <a:pt x="7562" y="42042"/>
                  </a:lnTo>
                  <a:lnTo>
                    <a:pt x="8096" y="41848"/>
                  </a:lnTo>
                  <a:lnTo>
                    <a:pt x="13281" y="39969"/>
                  </a:lnTo>
                  <a:lnTo>
                    <a:pt x="14059" y="39687"/>
                  </a:lnTo>
                  <a:lnTo>
                    <a:pt x="14536" y="39513"/>
                  </a:lnTo>
                  <a:lnTo>
                    <a:pt x="20705" y="37376"/>
                  </a:lnTo>
                  <a:lnTo>
                    <a:pt x="21590" y="36972"/>
                  </a:lnTo>
                  <a:lnTo>
                    <a:pt x="24768" y="35522"/>
                  </a:lnTo>
                  <a:lnTo>
                    <a:pt x="24943" y="35443"/>
                  </a:lnTo>
                  <a:lnTo>
                    <a:pt x="25149" y="35332"/>
                  </a:lnTo>
                  <a:lnTo>
                    <a:pt x="26737" y="34481"/>
                  </a:lnTo>
                  <a:lnTo>
                    <a:pt x="27975" y="33817"/>
                  </a:lnTo>
                  <a:lnTo>
                    <a:pt x="28452" y="33561"/>
                  </a:lnTo>
                  <a:lnTo>
                    <a:pt x="33147" y="31156"/>
                  </a:lnTo>
                  <a:lnTo>
                    <a:pt x="36310" y="29536"/>
                  </a:lnTo>
                  <a:lnTo>
                    <a:pt x="34956" y="28398"/>
                  </a:lnTo>
                  <a:lnTo>
                    <a:pt x="35151" y="28111"/>
                  </a:lnTo>
                  <a:lnTo>
                    <a:pt x="35576" y="27483"/>
                  </a:lnTo>
                  <a:lnTo>
                    <a:pt x="39620" y="21517"/>
                  </a:lnTo>
                  <a:lnTo>
                    <a:pt x="39737" y="21344"/>
                  </a:lnTo>
                  <a:lnTo>
                    <a:pt x="39953" y="21026"/>
                  </a:lnTo>
                  <a:lnTo>
                    <a:pt x="39725" y="20902"/>
                  </a:lnTo>
                  <a:lnTo>
                    <a:pt x="34666" y="18195"/>
                  </a:lnTo>
                  <a:lnTo>
                    <a:pt x="34214" y="17951"/>
                  </a:lnTo>
                  <a:lnTo>
                    <a:pt x="33665" y="17654"/>
                  </a:lnTo>
                  <a:lnTo>
                    <a:pt x="33384" y="17399"/>
                  </a:lnTo>
                  <a:lnTo>
                    <a:pt x="31438" y="15635"/>
                  </a:lnTo>
                  <a:lnTo>
                    <a:pt x="30782" y="15041"/>
                  </a:lnTo>
                  <a:lnTo>
                    <a:pt x="29867" y="14688"/>
                  </a:lnTo>
                  <a:lnTo>
                    <a:pt x="29719" y="14533"/>
                  </a:lnTo>
                  <a:lnTo>
                    <a:pt x="29925" y="13988"/>
                  </a:lnTo>
                  <a:lnTo>
                    <a:pt x="30288" y="13025"/>
                  </a:lnTo>
                  <a:lnTo>
                    <a:pt x="31101" y="10872"/>
                  </a:lnTo>
                  <a:lnTo>
                    <a:pt x="31201" y="10606"/>
                  </a:lnTo>
                  <a:lnTo>
                    <a:pt x="30728" y="10586"/>
                  </a:lnTo>
                  <a:lnTo>
                    <a:pt x="30759" y="10441"/>
                  </a:lnTo>
                  <a:lnTo>
                    <a:pt x="31358" y="7651"/>
                  </a:lnTo>
                  <a:lnTo>
                    <a:pt x="32840" y="744"/>
                  </a:lnTo>
                  <a:lnTo>
                    <a:pt x="33000" y="0"/>
                  </a:lnTo>
                  <a:lnTo>
                    <a:pt x="34026" y="197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g120"/>
            <p:cNvSpPr/>
            <p:nvPr/>
          </p:nvSpPr>
          <p:spPr>
            <a:xfrm>
              <a:off x="3165188" y="4025673"/>
              <a:ext cx="89893" cy="78497"/>
            </a:xfrm>
            <a:custGeom>
              <a:avLst/>
              <a:pathLst>
                <a:path w="89893" h="78497">
                  <a:moveTo>
                    <a:pt x="36085" y="1376"/>
                  </a:moveTo>
                  <a:lnTo>
                    <a:pt x="39661" y="3411"/>
                  </a:lnTo>
                  <a:lnTo>
                    <a:pt x="44511" y="2460"/>
                  </a:lnTo>
                  <a:lnTo>
                    <a:pt x="46637" y="2368"/>
                  </a:lnTo>
                  <a:lnTo>
                    <a:pt x="49520" y="5461"/>
                  </a:lnTo>
                  <a:lnTo>
                    <a:pt x="48378" y="7144"/>
                  </a:lnTo>
                  <a:lnTo>
                    <a:pt x="51912" y="12763"/>
                  </a:lnTo>
                  <a:lnTo>
                    <a:pt x="53219" y="10856"/>
                  </a:lnTo>
                  <a:lnTo>
                    <a:pt x="54367" y="11274"/>
                  </a:lnTo>
                  <a:lnTo>
                    <a:pt x="58294" y="14472"/>
                  </a:lnTo>
                  <a:lnTo>
                    <a:pt x="59414" y="17636"/>
                  </a:lnTo>
                  <a:lnTo>
                    <a:pt x="60626" y="21057"/>
                  </a:lnTo>
                  <a:lnTo>
                    <a:pt x="59990" y="24655"/>
                  </a:lnTo>
                  <a:lnTo>
                    <a:pt x="51873" y="34553"/>
                  </a:lnTo>
                  <a:lnTo>
                    <a:pt x="55250" y="38246"/>
                  </a:lnTo>
                  <a:lnTo>
                    <a:pt x="57920" y="40574"/>
                  </a:lnTo>
                  <a:lnTo>
                    <a:pt x="58820" y="35572"/>
                  </a:lnTo>
                  <a:lnTo>
                    <a:pt x="60871" y="34792"/>
                  </a:lnTo>
                  <a:lnTo>
                    <a:pt x="64553" y="34980"/>
                  </a:lnTo>
                  <a:lnTo>
                    <a:pt x="68295" y="34980"/>
                  </a:lnTo>
                  <a:lnTo>
                    <a:pt x="70381" y="31092"/>
                  </a:lnTo>
                  <a:lnTo>
                    <a:pt x="75965" y="31531"/>
                  </a:lnTo>
                  <a:lnTo>
                    <a:pt x="78481" y="33475"/>
                  </a:lnTo>
                  <a:lnTo>
                    <a:pt x="81180" y="34040"/>
                  </a:lnTo>
                  <a:lnTo>
                    <a:pt x="85721" y="34479"/>
                  </a:lnTo>
                  <a:lnTo>
                    <a:pt x="89157" y="36736"/>
                  </a:lnTo>
                  <a:lnTo>
                    <a:pt x="89541" y="36928"/>
                  </a:lnTo>
                  <a:lnTo>
                    <a:pt x="89893" y="43510"/>
                  </a:lnTo>
                  <a:lnTo>
                    <a:pt x="87844" y="49757"/>
                  </a:lnTo>
                  <a:lnTo>
                    <a:pt x="85066" y="49660"/>
                  </a:lnTo>
                  <a:lnTo>
                    <a:pt x="82897" y="53638"/>
                  </a:lnTo>
                  <a:lnTo>
                    <a:pt x="78824" y="52265"/>
                  </a:lnTo>
                  <a:lnTo>
                    <a:pt x="74161" y="51763"/>
                  </a:lnTo>
                  <a:lnTo>
                    <a:pt x="73253" y="51211"/>
                  </a:lnTo>
                  <a:lnTo>
                    <a:pt x="73200" y="53350"/>
                  </a:lnTo>
                  <a:lnTo>
                    <a:pt x="74142" y="55517"/>
                  </a:lnTo>
                  <a:lnTo>
                    <a:pt x="75615" y="57083"/>
                  </a:lnTo>
                  <a:lnTo>
                    <a:pt x="76969" y="59852"/>
                  </a:lnTo>
                  <a:lnTo>
                    <a:pt x="77794" y="60816"/>
                  </a:lnTo>
                  <a:lnTo>
                    <a:pt x="78442" y="61538"/>
                  </a:lnTo>
                  <a:lnTo>
                    <a:pt x="80445" y="62020"/>
                  </a:lnTo>
                  <a:lnTo>
                    <a:pt x="80327" y="65512"/>
                  </a:lnTo>
                  <a:lnTo>
                    <a:pt x="80327" y="66234"/>
                  </a:lnTo>
                  <a:lnTo>
                    <a:pt x="83861" y="65090"/>
                  </a:lnTo>
                  <a:lnTo>
                    <a:pt x="86865" y="73038"/>
                  </a:lnTo>
                  <a:lnTo>
                    <a:pt x="80916" y="74844"/>
                  </a:lnTo>
                  <a:lnTo>
                    <a:pt x="79620" y="76349"/>
                  </a:lnTo>
                  <a:lnTo>
                    <a:pt x="76683" y="78497"/>
                  </a:lnTo>
                  <a:lnTo>
                    <a:pt x="75532" y="77218"/>
                  </a:lnTo>
                  <a:lnTo>
                    <a:pt x="71434" y="76398"/>
                  </a:lnTo>
                  <a:lnTo>
                    <a:pt x="71682" y="73293"/>
                  </a:lnTo>
                  <a:lnTo>
                    <a:pt x="69087" y="71274"/>
                  </a:lnTo>
                  <a:lnTo>
                    <a:pt x="69557" y="70240"/>
                  </a:lnTo>
                  <a:lnTo>
                    <a:pt x="69620" y="69259"/>
                  </a:lnTo>
                  <a:lnTo>
                    <a:pt x="67657" y="67091"/>
                  </a:lnTo>
                  <a:lnTo>
                    <a:pt x="66459" y="67433"/>
                  </a:lnTo>
                  <a:lnTo>
                    <a:pt x="65945" y="65451"/>
                  </a:lnTo>
                  <a:lnTo>
                    <a:pt x="65017" y="63332"/>
                  </a:lnTo>
                  <a:lnTo>
                    <a:pt x="63590" y="60294"/>
                  </a:lnTo>
                  <a:lnTo>
                    <a:pt x="62577" y="60451"/>
                  </a:lnTo>
                  <a:lnTo>
                    <a:pt x="62819" y="57196"/>
                  </a:lnTo>
                  <a:lnTo>
                    <a:pt x="56771" y="57284"/>
                  </a:lnTo>
                  <a:lnTo>
                    <a:pt x="53581" y="57786"/>
                  </a:lnTo>
                  <a:lnTo>
                    <a:pt x="47445" y="57284"/>
                  </a:lnTo>
                  <a:lnTo>
                    <a:pt x="44134" y="57019"/>
                  </a:lnTo>
                  <a:lnTo>
                    <a:pt x="43371" y="58718"/>
                  </a:lnTo>
                  <a:lnTo>
                    <a:pt x="41525" y="62592"/>
                  </a:lnTo>
                  <a:lnTo>
                    <a:pt x="38040" y="65034"/>
                  </a:lnTo>
                  <a:lnTo>
                    <a:pt x="37797" y="65170"/>
                  </a:lnTo>
                  <a:lnTo>
                    <a:pt x="37969" y="64515"/>
                  </a:lnTo>
                  <a:lnTo>
                    <a:pt x="38074" y="63846"/>
                  </a:lnTo>
                  <a:lnTo>
                    <a:pt x="38110" y="63169"/>
                  </a:lnTo>
                  <a:lnTo>
                    <a:pt x="38077" y="62493"/>
                  </a:lnTo>
                  <a:lnTo>
                    <a:pt x="37976" y="61823"/>
                  </a:lnTo>
                  <a:lnTo>
                    <a:pt x="37807" y="61168"/>
                  </a:lnTo>
                  <a:lnTo>
                    <a:pt x="37572" y="60534"/>
                  </a:lnTo>
                  <a:lnTo>
                    <a:pt x="37337" y="60058"/>
                  </a:lnTo>
                  <a:lnTo>
                    <a:pt x="37265" y="59912"/>
                  </a:lnTo>
                  <a:lnTo>
                    <a:pt x="36917" y="59358"/>
                  </a:lnTo>
                  <a:lnTo>
                    <a:pt x="33792" y="55566"/>
                  </a:lnTo>
                  <a:lnTo>
                    <a:pt x="33113" y="54742"/>
                  </a:lnTo>
                  <a:lnTo>
                    <a:pt x="32822" y="54389"/>
                  </a:lnTo>
                  <a:lnTo>
                    <a:pt x="32454" y="54166"/>
                  </a:lnTo>
                  <a:lnTo>
                    <a:pt x="30946" y="53253"/>
                  </a:lnTo>
                  <a:lnTo>
                    <a:pt x="30234" y="52888"/>
                  </a:lnTo>
                  <a:lnTo>
                    <a:pt x="11940" y="43517"/>
                  </a:lnTo>
                  <a:lnTo>
                    <a:pt x="4986" y="41338"/>
                  </a:lnTo>
                  <a:lnTo>
                    <a:pt x="3934" y="33211"/>
                  </a:lnTo>
                  <a:lnTo>
                    <a:pt x="951" y="30192"/>
                  </a:lnTo>
                  <a:lnTo>
                    <a:pt x="0" y="29229"/>
                  </a:lnTo>
                  <a:lnTo>
                    <a:pt x="6936" y="22401"/>
                  </a:lnTo>
                  <a:lnTo>
                    <a:pt x="7755" y="21595"/>
                  </a:lnTo>
                  <a:lnTo>
                    <a:pt x="9884" y="19687"/>
                  </a:lnTo>
                  <a:lnTo>
                    <a:pt x="11099" y="18598"/>
                  </a:lnTo>
                  <a:lnTo>
                    <a:pt x="14298" y="15969"/>
                  </a:lnTo>
                  <a:lnTo>
                    <a:pt x="15119" y="15294"/>
                  </a:lnTo>
                  <a:lnTo>
                    <a:pt x="16046" y="14533"/>
                  </a:lnTo>
                  <a:lnTo>
                    <a:pt x="18821" y="12252"/>
                  </a:lnTo>
                  <a:lnTo>
                    <a:pt x="19363" y="11807"/>
                  </a:lnTo>
                  <a:lnTo>
                    <a:pt x="19152" y="5787"/>
                  </a:lnTo>
                  <a:lnTo>
                    <a:pt x="19163" y="4615"/>
                  </a:lnTo>
                  <a:lnTo>
                    <a:pt x="26056" y="4884"/>
                  </a:lnTo>
                  <a:lnTo>
                    <a:pt x="26938" y="4977"/>
                  </a:lnTo>
                  <a:lnTo>
                    <a:pt x="29098" y="0"/>
                  </a:lnTo>
                  <a:lnTo>
                    <a:pt x="30126" y="202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g121"/>
            <p:cNvSpPr/>
            <p:nvPr/>
          </p:nvSpPr>
          <p:spPr>
            <a:xfrm>
              <a:off x="3115564" y="4010037"/>
              <a:ext cx="329699" cy="223111"/>
            </a:xfrm>
            <a:custGeom>
              <a:avLst/>
              <a:pathLst>
                <a:path w="329699" h="223111">
                  <a:moveTo>
                    <a:pt x="309482" y="77290"/>
                  </a:moveTo>
                  <a:lnTo>
                    <a:pt x="304573" y="81471"/>
                  </a:lnTo>
                  <a:lnTo>
                    <a:pt x="297903" y="84308"/>
                  </a:lnTo>
                  <a:lnTo>
                    <a:pt x="289970" y="80719"/>
                  </a:lnTo>
                  <a:lnTo>
                    <a:pt x="282239" y="79465"/>
                  </a:lnTo>
                  <a:lnTo>
                    <a:pt x="272913" y="82099"/>
                  </a:lnTo>
                  <a:lnTo>
                    <a:pt x="261010" y="84984"/>
                  </a:lnTo>
                  <a:lnTo>
                    <a:pt x="250825" y="88621"/>
                  </a:lnTo>
                  <a:lnTo>
                    <a:pt x="245793" y="94893"/>
                  </a:lnTo>
                  <a:lnTo>
                    <a:pt x="239903" y="99910"/>
                  </a:lnTo>
                  <a:lnTo>
                    <a:pt x="231927" y="105178"/>
                  </a:lnTo>
                  <a:lnTo>
                    <a:pt x="226650" y="111450"/>
                  </a:lnTo>
                  <a:lnTo>
                    <a:pt x="228000" y="117470"/>
                  </a:lnTo>
                  <a:lnTo>
                    <a:pt x="230807" y="123194"/>
                  </a:lnTo>
                  <a:lnTo>
                    <a:pt x="226198" y="128593"/>
                  </a:lnTo>
                  <a:lnTo>
                    <a:pt x="219277" y="134613"/>
                  </a:lnTo>
                  <a:lnTo>
                    <a:pt x="218982" y="141086"/>
                  </a:lnTo>
                  <a:lnTo>
                    <a:pt x="224578" y="145451"/>
                  </a:lnTo>
                  <a:lnTo>
                    <a:pt x="227965" y="150719"/>
                  </a:lnTo>
                  <a:lnTo>
                    <a:pt x="233947" y="157911"/>
                  </a:lnTo>
                  <a:lnTo>
                    <a:pt x="237978" y="152525"/>
                  </a:lnTo>
                  <a:lnTo>
                    <a:pt x="239598" y="144096"/>
                  </a:lnTo>
                  <a:lnTo>
                    <a:pt x="241512" y="137022"/>
                  </a:lnTo>
                  <a:lnTo>
                    <a:pt x="244875" y="128986"/>
                  </a:lnTo>
                  <a:lnTo>
                    <a:pt x="246593" y="129722"/>
                  </a:lnTo>
                  <a:lnTo>
                    <a:pt x="252925" y="127238"/>
                  </a:lnTo>
                  <a:lnTo>
                    <a:pt x="258962" y="128066"/>
                  </a:lnTo>
                  <a:lnTo>
                    <a:pt x="266478" y="133239"/>
                  </a:lnTo>
                  <a:lnTo>
                    <a:pt x="270453" y="132106"/>
                  </a:lnTo>
                  <a:lnTo>
                    <a:pt x="270742" y="129797"/>
                  </a:lnTo>
                  <a:lnTo>
                    <a:pt x="277737" y="130625"/>
                  </a:lnTo>
                  <a:lnTo>
                    <a:pt x="278137" y="125540"/>
                  </a:lnTo>
                  <a:lnTo>
                    <a:pt x="280977" y="126034"/>
                  </a:lnTo>
                  <a:lnTo>
                    <a:pt x="281566" y="122120"/>
                  </a:lnTo>
                  <a:lnTo>
                    <a:pt x="294187" y="124405"/>
                  </a:lnTo>
                  <a:lnTo>
                    <a:pt x="294422" y="125685"/>
                  </a:lnTo>
                  <a:lnTo>
                    <a:pt x="292826" y="141239"/>
                  </a:lnTo>
                  <a:lnTo>
                    <a:pt x="288286" y="157671"/>
                  </a:lnTo>
                  <a:lnTo>
                    <a:pt x="283451" y="166401"/>
                  </a:lnTo>
                  <a:lnTo>
                    <a:pt x="283627" y="170349"/>
                  </a:lnTo>
                  <a:lnTo>
                    <a:pt x="283696" y="171920"/>
                  </a:lnTo>
                  <a:lnTo>
                    <a:pt x="283206" y="179797"/>
                  </a:lnTo>
                  <a:lnTo>
                    <a:pt x="282555" y="180737"/>
                  </a:lnTo>
                  <a:lnTo>
                    <a:pt x="280113" y="184262"/>
                  </a:lnTo>
                  <a:lnTo>
                    <a:pt x="280113" y="184914"/>
                  </a:lnTo>
                  <a:lnTo>
                    <a:pt x="280097" y="185749"/>
                  </a:lnTo>
                  <a:lnTo>
                    <a:pt x="278716" y="187350"/>
                  </a:lnTo>
                  <a:lnTo>
                    <a:pt x="278536" y="187573"/>
                  </a:lnTo>
                  <a:lnTo>
                    <a:pt x="277830" y="188449"/>
                  </a:lnTo>
                  <a:lnTo>
                    <a:pt x="277168" y="189270"/>
                  </a:lnTo>
                  <a:lnTo>
                    <a:pt x="276958" y="189530"/>
                  </a:lnTo>
                  <a:lnTo>
                    <a:pt x="275609" y="191203"/>
                  </a:lnTo>
                  <a:lnTo>
                    <a:pt x="274136" y="193310"/>
                  </a:lnTo>
                  <a:lnTo>
                    <a:pt x="273513" y="194232"/>
                  </a:lnTo>
                  <a:lnTo>
                    <a:pt x="271372" y="197812"/>
                  </a:lnTo>
                  <a:lnTo>
                    <a:pt x="271069" y="198319"/>
                  </a:lnTo>
                  <a:lnTo>
                    <a:pt x="270627" y="199057"/>
                  </a:lnTo>
                  <a:lnTo>
                    <a:pt x="267807" y="200017"/>
                  </a:lnTo>
                  <a:lnTo>
                    <a:pt x="266248" y="200547"/>
                  </a:lnTo>
                  <a:lnTo>
                    <a:pt x="261740" y="211211"/>
                  </a:lnTo>
                  <a:lnTo>
                    <a:pt x="261507" y="211774"/>
                  </a:lnTo>
                  <a:lnTo>
                    <a:pt x="261970" y="211889"/>
                  </a:lnTo>
                  <a:lnTo>
                    <a:pt x="265461" y="213172"/>
                  </a:lnTo>
                  <a:lnTo>
                    <a:pt x="266476" y="213497"/>
                  </a:lnTo>
                  <a:lnTo>
                    <a:pt x="271735" y="215081"/>
                  </a:lnTo>
                  <a:lnTo>
                    <a:pt x="270259" y="217746"/>
                  </a:lnTo>
                  <a:lnTo>
                    <a:pt x="267808" y="219223"/>
                  </a:lnTo>
                  <a:lnTo>
                    <a:pt x="262876" y="220379"/>
                  </a:lnTo>
                  <a:lnTo>
                    <a:pt x="260677" y="220636"/>
                  </a:lnTo>
                  <a:lnTo>
                    <a:pt x="258853" y="219801"/>
                  </a:lnTo>
                  <a:lnTo>
                    <a:pt x="257230" y="219574"/>
                  </a:lnTo>
                  <a:lnTo>
                    <a:pt x="256686" y="219600"/>
                  </a:lnTo>
                  <a:lnTo>
                    <a:pt x="255950" y="219864"/>
                  </a:lnTo>
                  <a:lnTo>
                    <a:pt x="254981" y="220453"/>
                  </a:lnTo>
                  <a:lnTo>
                    <a:pt x="252833" y="221607"/>
                  </a:lnTo>
                  <a:lnTo>
                    <a:pt x="252248" y="221922"/>
                  </a:lnTo>
                  <a:lnTo>
                    <a:pt x="252062" y="221994"/>
                  </a:lnTo>
                  <a:lnTo>
                    <a:pt x="249205" y="223111"/>
                  </a:lnTo>
                  <a:lnTo>
                    <a:pt x="249149" y="222752"/>
                  </a:lnTo>
                  <a:lnTo>
                    <a:pt x="249091" y="222383"/>
                  </a:lnTo>
                  <a:lnTo>
                    <a:pt x="248991" y="221739"/>
                  </a:lnTo>
                  <a:lnTo>
                    <a:pt x="248905" y="221185"/>
                  </a:lnTo>
                  <a:lnTo>
                    <a:pt x="247741" y="217633"/>
                  </a:lnTo>
                  <a:lnTo>
                    <a:pt x="247723" y="217439"/>
                  </a:lnTo>
                  <a:lnTo>
                    <a:pt x="247653" y="216685"/>
                  </a:lnTo>
                  <a:lnTo>
                    <a:pt x="247798" y="216118"/>
                  </a:lnTo>
                  <a:lnTo>
                    <a:pt x="247848" y="215910"/>
                  </a:lnTo>
                  <a:lnTo>
                    <a:pt x="247510" y="215685"/>
                  </a:lnTo>
                  <a:lnTo>
                    <a:pt x="247064" y="215437"/>
                  </a:lnTo>
                  <a:lnTo>
                    <a:pt x="245141" y="214366"/>
                  </a:lnTo>
                  <a:lnTo>
                    <a:pt x="243220" y="213296"/>
                  </a:lnTo>
                  <a:lnTo>
                    <a:pt x="242089" y="212666"/>
                  </a:lnTo>
                  <a:lnTo>
                    <a:pt x="243118" y="210770"/>
                  </a:lnTo>
                  <a:lnTo>
                    <a:pt x="236231" y="206568"/>
                  </a:lnTo>
                  <a:lnTo>
                    <a:pt x="237225" y="203514"/>
                  </a:lnTo>
                  <a:lnTo>
                    <a:pt x="236421" y="203440"/>
                  </a:lnTo>
                  <a:lnTo>
                    <a:pt x="232828" y="203108"/>
                  </a:lnTo>
                  <a:lnTo>
                    <a:pt x="229445" y="201794"/>
                  </a:lnTo>
                  <a:lnTo>
                    <a:pt x="229264" y="201724"/>
                  </a:lnTo>
                  <a:lnTo>
                    <a:pt x="229088" y="201645"/>
                  </a:lnTo>
                  <a:lnTo>
                    <a:pt x="227890" y="207039"/>
                  </a:lnTo>
                  <a:lnTo>
                    <a:pt x="227711" y="207844"/>
                  </a:lnTo>
                  <a:lnTo>
                    <a:pt x="217939" y="204763"/>
                  </a:lnTo>
                  <a:lnTo>
                    <a:pt x="212156" y="203968"/>
                  </a:lnTo>
                  <a:lnTo>
                    <a:pt x="211813" y="203921"/>
                  </a:lnTo>
                  <a:lnTo>
                    <a:pt x="205468" y="203048"/>
                  </a:lnTo>
                  <a:lnTo>
                    <a:pt x="200494" y="201862"/>
                  </a:lnTo>
                  <a:lnTo>
                    <a:pt x="199839" y="201083"/>
                  </a:lnTo>
                  <a:lnTo>
                    <a:pt x="195247" y="199139"/>
                  </a:lnTo>
                  <a:lnTo>
                    <a:pt x="194759" y="198932"/>
                  </a:lnTo>
                  <a:lnTo>
                    <a:pt x="193645" y="198461"/>
                  </a:lnTo>
                  <a:lnTo>
                    <a:pt x="192695" y="198059"/>
                  </a:lnTo>
                  <a:lnTo>
                    <a:pt x="190749" y="197235"/>
                  </a:lnTo>
                  <a:lnTo>
                    <a:pt x="188538" y="196298"/>
                  </a:lnTo>
                  <a:lnTo>
                    <a:pt x="188149" y="196134"/>
                  </a:lnTo>
                  <a:lnTo>
                    <a:pt x="187926" y="196039"/>
                  </a:lnTo>
                  <a:lnTo>
                    <a:pt x="187277" y="195142"/>
                  </a:lnTo>
                  <a:lnTo>
                    <a:pt x="185142" y="194289"/>
                  </a:lnTo>
                  <a:lnTo>
                    <a:pt x="181902" y="193235"/>
                  </a:lnTo>
                  <a:lnTo>
                    <a:pt x="178761" y="192282"/>
                  </a:lnTo>
                  <a:lnTo>
                    <a:pt x="177910" y="192154"/>
                  </a:lnTo>
                  <a:lnTo>
                    <a:pt x="176112" y="192379"/>
                  </a:lnTo>
                  <a:lnTo>
                    <a:pt x="174767" y="192209"/>
                  </a:lnTo>
                  <a:lnTo>
                    <a:pt x="173253" y="192387"/>
                  </a:lnTo>
                  <a:lnTo>
                    <a:pt x="171053" y="191217"/>
                  </a:lnTo>
                  <a:lnTo>
                    <a:pt x="170143" y="190734"/>
                  </a:lnTo>
                  <a:lnTo>
                    <a:pt x="169650" y="191472"/>
                  </a:lnTo>
                  <a:lnTo>
                    <a:pt x="168376" y="193383"/>
                  </a:lnTo>
                  <a:lnTo>
                    <a:pt x="166190" y="192887"/>
                  </a:lnTo>
                  <a:lnTo>
                    <a:pt x="163349" y="192550"/>
                  </a:lnTo>
                  <a:lnTo>
                    <a:pt x="163159" y="192553"/>
                  </a:lnTo>
                  <a:lnTo>
                    <a:pt x="160822" y="192587"/>
                  </a:lnTo>
                  <a:lnTo>
                    <a:pt x="158465" y="192424"/>
                  </a:lnTo>
                  <a:lnTo>
                    <a:pt x="156404" y="192123"/>
                  </a:lnTo>
                  <a:lnTo>
                    <a:pt x="152380" y="191226"/>
                  </a:lnTo>
                  <a:lnTo>
                    <a:pt x="152342" y="190729"/>
                  </a:lnTo>
                  <a:lnTo>
                    <a:pt x="151993" y="186093"/>
                  </a:lnTo>
                  <a:lnTo>
                    <a:pt x="148359" y="186824"/>
                  </a:lnTo>
                  <a:lnTo>
                    <a:pt x="147348" y="187028"/>
                  </a:lnTo>
                  <a:lnTo>
                    <a:pt x="141857" y="188132"/>
                  </a:lnTo>
                  <a:lnTo>
                    <a:pt x="141003" y="188324"/>
                  </a:lnTo>
                  <a:lnTo>
                    <a:pt x="140790" y="188517"/>
                  </a:lnTo>
                  <a:lnTo>
                    <a:pt x="140212" y="189040"/>
                  </a:lnTo>
                  <a:lnTo>
                    <a:pt x="139080" y="189420"/>
                  </a:lnTo>
                  <a:lnTo>
                    <a:pt x="137521" y="189753"/>
                  </a:lnTo>
                  <a:lnTo>
                    <a:pt x="134889" y="190315"/>
                  </a:lnTo>
                  <a:lnTo>
                    <a:pt x="133782" y="190551"/>
                  </a:lnTo>
                  <a:lnTo>
                    <a:pt x="132967" y="183392"/>
                  </a:lnTo>
                  <a:lnTo>
                    <a:pt x="134587" y="182865"/>
                  </a:lnTo>
                  <a:lnTo>
                    <a:pt x="133998" y="180381"/>
                  </a:lnTo>
                  <a:lnTo>
                    <a:pt x="133589" y="179957"/>
                  </a:lnTo>
                  <a:lnTo>
                    <a:pt x="132329" y="178650"/>
                  </a:lnTo>
                  <a:lnTo>
                    <a:pt x="129337" y="175384"/>
                  </a:lnTo>
                  <a:lnTo>
                    <a:pt x="126613" y="172140"/>
                  </a:lnTo>
                  <a:lnTo>
                    <a:pt x="126881" y="171049"/>
                  </a:lnTo>
                  <a:lnTo>
                    <a:pt x="124328" y="168440"/>
                  </a:lnTo>
                  <a:lnTo>
                    <a:pt x="125585" y="166655"/>
                  </a:lnTo>
                  <a:lnTo>
                    <a:pt x="125971" y="166107"/>
                  </a:lnTo>
                  <a:lnTo>
                    <a:pt x="125426" y="164301"/>
                  </a:lnTo>
                  <a:lnTo>
                    <a:pt x="124611" y="162883"/>
                  </a:lnTo>
                  <a:lnTo>
                    <a:pt x="124433" y="162552"/>
                  </a:lnTo>
                  <a:lnTo>
                    <a:pt x="124342" y="162384"/>
                  </a:lnTo>
                  <a:lnTo>
                    <a:pt x="123885" y="161538"/>
                  </a:lnTo>
                  <a:lnTo>
                    <a:pt x="126609" y="160100"/>
                  </a:lnTo>
                  <a:lnTo>
                    <a:pt x="127158" y="159811"/>
                  </a:lnTo>
                  <a:lnTo>
                    <a:pt x="127178" y="159570"/>
                  </a:lnTo>
                  <a:lnTo>
                    <a:pt x="123935" y="153867"/>
                  </a:lnTo>
                  <a:lnTo>
                    <a:pt x="118861" y="155168"/>
                  </a:lnTo>
                  <a:lnTo>
                    <a:pt x="115797" y="155954"/>
                  </a:lnTo>
                  <a:lnTo>
                    <a:pt x="113809" y="157083"/>
                  </a:lnTo>
                  <a:lnTo>
                    <a:pt x="113603" y="157387"/>
                  </a:lnTo>
                  <a:lnTo>
                    <a:pt x="110211" y="162384"/>
                  </a:lnTo>
                  <a:lnTo>
                    <a:pt x="109611" y="163269"/>
                  </a:lnTo>
                  <a:lnTo>
                    <a:pt x="110122" y="162536"/>
                  </a:lnTo>
                  <a:lnTo>
                    <a:pt x="108214" y="165357"/>
                  </a:lnTo>
                  <a:lnTo>
                    <a:pt x="102944" y="172997"/>
                  </a:lnTo>
                  <a:lnTo>
                    <a:pt x="102028" y="172354"/>
                  </a:lnTo>
                  <a:lnTo>
                    <a:pt x="99723" y="170737"/>
                  </a:lnTo>
                  <a:lnTo>
                    <a:pt x="98709" y="170026"/>
                  </a:lnTo>
                  <a:lnTo>
                    <a:pt x="98292" y="169733"/>
                  </a:lnTo>
                  <a:lnTo>
                    <a:pt x="97143" y="168927"/>
                  </a:lnTo>
                  <a:lnTo>
                    <a:pt x="96627" y="168565"/>
                  </a:lnTo>
                  <a:lnTo>
                    <a:pt x="93814" y="166738"/>
                  </a:lnTo>
                  <a:lnTo>
                    <a:pt x="91915" y="165504"/>
                  </a:lnTo>
                  <a:lnTo>
                    <a:pt x="91348" y="165249"/>
                  </a:lnTo>
                  <a:lnTo>
                    <a:pt x="90430" y="164837"/>
                  </a:lnTo>
                  <a:lnTo>
                    <a:pt x="90295" y="164777"/>
                  </a:lnTo>
                  <a:lnTo>
                    <a:pt x="89215" y="164504"/>
                  </a:lnTo>
                  <a:lnTo>
                    <a:pt x="88503" y="164325"/>
                  </a:lnTo>
                  <a:lnTo>
                    <a:pt x="85416" y="164070"/>
                  </a:lnTo>
                  <a:lnTo>
                    <a:pt x="83644" y="163924"/>
                  </a:lnTo>
                  <a:lnTo>
                    <a:pt x="72122" y="163244"/>
                  </a:lnTo>
                  <a:lnTo>
                    <a:pt x="71143" y="163186"/>
                  </a:lnTo>
                  <a:lnTo>
                    <a:pt x="69683" y="163100"/>
                  </a:lnTo>
                  <a:lnTo>
                    <a:pt x="69188" y="163071"/>
                  </a:lnTo>
                  <a:lnTo>
                    <a:pt x="68205" y="162966"/>
                  </a:lnTo>
                  <a:lnTo>
                    <a:pt x="67299" y="162869"/>
                  </a:lnTo>
                  <a:lnTo>
                    <a:pt x="65005" y="162624"/>
                  </a:lnTo>
                  <a:lnTo>
                    <a:pt x="64721" y="162594"/>
                  </a:lnTo>
                  <a:lnTo>
                    <a:pt x="63544" y="162341"/>
                  </a:lnTo>
                  <a:lnTo>
                    <a:pt x="63180" y="162262"/>
                  </a:lnTo>
                  <a:lnTo>
                    <a:pt x="62882" y="162198"/>
                  </a:lnTo>
                  <a:lnTo>
                    <a:pt x="61924" y="161992"/>
                  </a:lnTo>
                  <a:lnTo>
                    <a:pt x="59985" y="161365"/>
                  </a:lnTo>
                  <a:lnTo>
                    <a:pt x="59672" y="161192"/>
                  </a:lnTo>
                  <a:lnTo>
                    <a:pt x="57850" y="160186"/>
                  </a:lnTo>
                  <a:lnTo>
                    <a:pt x="52721" y="156745"/>
                  </a:lnTo>
                  <a:lnTo>
                    <a:pt x="52278" y="156448"/>
                  </a:lnTo>
                  <a:lnTo>
                    <a:pt x="52106" y="156352"/>
                  </a:lnTo>
                  <a:lnTo>
                    <a:pt x="51691" y="156122"/>
                  </a:lnTo>
                  <a:lnTo>
                    <a:pt x="50380" y="155394"/>
                  </a:lnTo>
                  <a:lnTo>
                    <a:pt x="47258" y="153660"/>
                  </a:lnTo>
                  <a:lnTo>
                    <a:pt x="46121" y="153188"/>
                  </a:lnTo>
                  <a:lnTo>
                    <a:pt x="45988" y="152783"/>
                  </a:lnTo>
                  <a:lnTo>
                    <a:pt x="45856" y="152382"/>
                  </a:lnTo>
                  <a:lnTo>
                    <a:pt x="45533" y="151401"/>
                  </a:lnTo>
                  <a:lnTo>
                    <a:pt x="45453" y="151259"/>
                  </a:lnTo>
                  <a:lnTo>
                    <a:pt x="45239" y="150876"/>
                  </a:lnTo>
                  <a:lnTo>
                    <a:pt x="45042" y="150523"/>
                  </a:lnTo>
                  <a:lnTo>
                    <a:pt x="44310" y="149450"/>
                  </a:lnTo>
                  <a:lnTo>
                    <a:pt x="38302" y="145095"/>
                  </a:lnTo>
                  <a:lnTo>
                    <a:pt x="37656" y="144855"/>
                  </a:lnTo>
                  <a:lnTo>
                    <a:pt x="36300" y="144354"/>
                  </a:lnTo>
                  <a:lnTo>
                    <a:pt x="35468" y="144144"/>
                  </a:lnTo>
                  <a:lnTo>
                    <a:pt x="27621" y="142165"/>
                  </a:lnTo>
                  <a:lnTo>
                    <a:pt x="21051" y="140507"/>
                  </a:lnTo>
                  <a:lnTo>
                    <a:pt x="18841" y="139949"/>
                  </a:lnTo>
                  <a:lnTo>
                    <a:pt x="18313" y="139816"/>
                  </a:lnTo>
                  <a:lnTo>
                    <a:pt x="18071" y="139755"/>
                  </a:lnTo>
                  <a:lnTo>
                    <a:pt x="16515" y="139363"/>
                  </a:lnTo>
                  <a:lnTo>
                    <a:pt x="4611" y="136352"/>
                  </a:lnTo>
                  <a:lnTo>
                    <a:pt x="352" y="127676"/>
                  </a:lnTo>
                  <a:lnTo>
                    <a:pt x="0" y="126958"/>
                  </a:lnTo>
                  <a:lnTo>
                    <a:pt x="707" y="126691"/>
                  </a:lnTo>
                  <a:lnTo>
                    <a:pt x="2827" y="125888"/>
                  </a:lnTo>
                  <a:lnTo>
                    <a:pt x="4457" y="127272"/>
                  </a:lnTo>
                  <a:lnTo>
                    <a:pt x="6833" y="124383"/>
                  </a:lnTo>
                  <a:lnTo>
                    <a:pt x="7599" y="122476"/>
                  </a:lnTo>
                  <a:lnTo>
                    <a:pt x="7795" y="122315"/>
                  </a:lnTo>
                  <a:lnTo>
                    <a:pt x="7732" y="123869"/>
                  </a:lnTo>
                  <a:lnTo>
                    <a:pt x="10380" y="126238"/>
                  </a:lnTo>
                  <a:lnTo>
                    <a:pt x="10769" y="126411"/>
                  </a:lnTo>
                  <a:lnTo>
                    <a:pt x="11007" y="126154"/>
                  </a:lnTo>
                  <a:lnTo>
                    <a:pt x="12156" y="124911"/>
                  </a:lnTo>
                  <a:lnTo>
                    <a:pt x="17295" y="119350"/>
                  </a:lnTo>
                  <a:lnTo>
                    <a:pt x="18856" y="117469"/>
                  </a:lnTo>
                  <a:lnTo>
                    <a:pt x="19386" y="116686"/>
                  </a:lnTo>
                  <a:lnTo>
                    <a:pt x="19527" y="116479"/>
                  </a:lnTo>
                  <a:lnTo>
                    <a:pt x="20628" y="115926"/>
                  </a:lnTo>
                  <a:lnTo>
                    <a:pt x="21470" y="115566"/>
                  </a:lnTo>
                  <a:lnTo>
                    <a:pt x="26359" y="113480"/>
                  </a:lnTo>
                  <a:lnTo>
                    <a:pt x="26793" y="113230"/>
                  </a:lnTo>
                  <a:lnTo>
                    <a:pt x="30660" y="106946"/>
                  </a:lnTo>
                  <a:lnTo>
                    <a:pt x="35486" y="107279"/>
                  </a:lnTo>
                  <a:lnTo>
                    <a:pt x="38443" y="107482"/>
                  </a:lnTo>
                  <a:lnTo>
                    <a:pt x="38308" y="105843"/>
                  </a:lnTo>
                  <a:lnTo>
                    <a:pt x="38291" y="105627"/>
                  </a:lnTo>
                  <a:lnTo>
                    <a:pt x="38006" y="102169"/>
                  </a:lnTo>
                  <a:lnTo>
                    <a:pt x="37986" y="101917"/>
                  </a:lnTo>
                  <a:lnTo>
                    <a:pt x="40403" y="103592"/>
                  </a:lnTo>
                  <a:lnTo>
                    <a:pt x="41200" y="104121"/>
                  </a:lnTo>
                  <a:lnTo>
                    <a:pt x="41432" y="104275"/>
                  </a:lnTo>
                  <a:lnTo>
                    <a:pt x="46677" y="107756"/>
                  </a:lnTo>
                  <a:lnTo>
                    <a:pt x="46843" y="107866"/>
                  </a:lnTo>
                  <a:lnTo>
                    <a:pt x="47530" y="108312"/>
                  </a:lnTo>
                  <a:lnTo>
                    <a:pt x="48656" y="109042"/>
                  </a:lnTo>
                  <a:lnTo>
                    <a:pt x="51573" y="110933"/>
                  </a:lnTo>
                  <a:lnTo>
                    <a:pt x="52820" y="111742"/>
                  </a:lnTo>
                  <a:lnTo>
                    <a:pt x="52980" y="111846"/>
                  </a:lnTo>
                  <a:lnTo>
                    <a:pt x="53342" y="112081"/>
                  </a:lnTo>
                  <a:lnTo>
                    <a:pt x="56957" y="114272"/>
                  </a:lnTo>
                  <a:lnTo>
                    <a:pt x="57361" y="114518"/>
                  </a:lnTo>
                  <a:lnTo>
                    <a:pt x="58743" y="115490"/>
                  </a:lnTo>
                  <a:lnTo>
                    <a:pt x="61856" y="117682"/>
                  </a:lnTo>
                  <a:lnTo>
                    <a:pt x="62844" y="118505"/>
                  </a:lnTo>
                  <a:lnTo>
                    <a:pt x="63842" y="119335"/>
                  </a:lnTo>
                  <a:lnTo>
                    <a:pt x="64476" y="119863"/>
                  </a:lnTo>
                  <a:lnTo>
                    <a:pt x="65398" y="120630"/>
                  </a:lnTo>
                  <a:lnTo>
                    <a:pt x="67914" y="122328"/>
                  </a:lnTo>
                  <a:lnTo>
                    <a:pt x="69433" y="123353"/>
                  </a:lnTo>
                  <a:lnTo>
                    <a:pt x="70122" y="123817"/>
                  </a:lnTo>
                  <a:lnTo>
                    <a:pt x="71288" y="124604"/>
                  </a:lnTo>
                  <a:lnTo>
                    <a:pt x="72099" y="124505"/>
                  </a:lnTo>
                  <a:lnTo>
                    <a:pt x="74688" y="124268"/>
                  </a:lnTo>
                  <a:lnTo>
                    <a:pt x="77870" y="123535"/>
                  </a:lnTo>
                  <a:lnTo>
                    <a:pt x="78837" y="123312"/>
                  </a:lnTo>
                  <a:lnTo>
                    <a:pt x="85467" y="125000"/>
                  </a:lnTo>
                  <a:lnTo>
                    <a:pt x="89298" y="125975"/>
                  </a:lnTo>
                  <a:lnTo>
                    <a:pt x="89298" y="126832"/>
                  </a:lnTo>
                  <a:lnTo>
                    <a:pt x="89548" y="126940"/>
                  </a:lnTo>
                  <a:lnTo>
                    <a:pt x="94392" y="129048"/>
                  </a:lnTo>
                  <a:lnTo>
                    <a:pt x="97745" y="129814"/>
                  </a:lnTo>
                  <a:lnTo>
                    <a:pt x="98316" y="129944"/>
                  </a:lnTo>
                  <a:lnTo>
                    <a:pt x="98448" y="125233"/>
                  </a:lnTo>
                  <a:lnTo>
                    <a:pt x="98456" y="124923"/>
                  </a:lnTo>
                  <a:lnTo>
                    <a:pt x="99001" y="125134"/>
                  </a:lnTo>
                  <a:lnTo>
                    <a:pt x="99282" y="125243"/>
                  </a:lnTo>
                  <a:lnTo>
                    <a:pt x="99385" y="124169"/>
                  </a:lnTo>
                  <a:lnTo>
                    <a:pt x="108626" y="128961"/>
                  </a:lnTo>
                  <a:lnTo>
                    <a:pt x="108822" y="129032"/>
                  </a:lnTo>
                  <a:lnTo>
                    <a:pt x="109943" y="129434"/>
                  </a:lnTo>
                  <a:lnTo>
                    <a:pt x="110334" y="129574"/>
                  </a:lnTo>
                  <a:lnTo>
                    <a:pt x="111414" y="129473"/>
                  </a:lnTo>
                  <a:lnTo>
                    <a:pt x="112415" y="128911"/>
                  </a:lnTo>
                  <a:lnTo>
                    <a:pt x="114850" y="127266"/>
                  </a:lnTo>
                  <a:lnTo>
                    <a:pt x="115236" y="127228"/>
                  </a:lnTo>
                  <a:lnTo>
                    <a:pt x="115871" y="127165"/>
                  </a:lnTo>
                  <a:lnTo>
                    <a:pt x="119503" y="127587"/>
                  </a:lnTo>
                  <a:lnTo>
                    <a:pt x="125786" y="129353"/>
                  </a:lnTo>
                  <a:lnTo>
                    <a:pt x="126254" y="129485"/>
                  </a:lnTo>
                  <a:lnTo>
                    <a:pt x="127094" y="130621"/>
                  </a:lnTo>
                  <a:lnTo>
                    <a:pt x="127339" y="130737"/>
                  </a:lnTo>
                  <a:lnTo>
                    <a:pt x="128159" y="131124"/>
                  </a:lnTo>
                  <a:lnTo>
                    <a:pt x="128631" y="131343"/>
                  </a:lnTo>
                  <a:lnTo>
                    <a:pt x="128523" y="128918"/>
                  </a:lnTo>
                  <a:lnTo>
                    <a:pt x="128094" y="127125"/>
                  </a:lnTo>
                  <a:lnTo>
                    <a:pt x="128588" y="126419"/>
                  </a:lnTo>
                  <a:lnTo>
                    <a:pt x="128805" y="126109"/>
                  </a:lnTo>
                  <a:lnTo>
                    <a:pt x="128597" y="125908"/>
                  </a:lnTo>
                  <a:lnTo>
                    <a:pt x="128305" y="125415"/>
                  </a:lnTo>
                  <a:lnTo>
                    <a:pt x="127885" y="124704"/>
                  </a:lnTo>
                  <a:lnTo>
                    <a:pt x="127702" y="124428"/>
                  </a:lnTo>
                  <a:lnTo>
                    <a:pt x="127567" y="124224"/>
                  </a:lnTo>
                  <a:lnTo>
                    <a:pt x="127571" y="122668"/>
                  </a:lnTo>
                  <a:lnTo>
                    <a:pt x="127817" y="122659"/>
                  </a:lnTo>
                  <a:lnTo>
                    <a:pt x="130730" y="122549"/>
                  </a:lnTo>
                  <a:lnTo>
                    <a:pt x="137061" y="120095"/>
                  </a:lnTo>
                  <a:lnTo>
                    <a:pt x="135179" y="116142"/>
                  </a:lnTo>
                  <a:lnTo>
                    <a:pt x="134497" y="114707"/>
                  </a:lnTo>
                  <a:lnTo>
                    <a:pt x="132652" y="110958"/>
                  </a:lnTo>
                  <a:lnTo>
                    <a:pt x="132023" y="109679"/>
                  </a:lnTo>
                  <a:lnTo>
                    <a:pt x="131867" y="109364"/>
                  </a:lnTo>
                  <a:lnTo>
                    <a:pt x="133262" y="108341"/>
                  </a:lnTo>
                  <a:lnTo>
                    <a:pt x="133026" y="107872"/>
                  </a:lnTo>
                  <a:lnTo>
                    <a:pt x="132487" y="106804"/>
                  </a:lnTo>
                  <a:lnTo>
                    <a:pt x="130314" y="102496"/>
                  </a:lnTo>
                  <a:lnTo>
                    <a:pt x="131291" y="101729"/>
                  </a:lnTo>
                  <a:lnTo>
                    <a:pt x="130127" y="98755"/>
                  </a:lnTo>
                  <a:lnTo>
                    <a:pt x="131158" y="97938"/>
                  </a:lnTo>
                  <a:lnTo>
                    <a:pt x="132056" y="97226"/>
                  </a:lnTo>
                  <a:lnTo>
                    <a:pt x="131965" y="95697"/>
                  </a:lnTo>
                  <a:lnTo>
                    <a:pt x="142070" y="92850"/>
                  </a:lnTo>
                  <a:lnTo>
                    <a:pt x="149433" y="90341"/>
                  </a:lnTo>
                  <a:lnTo>
                    <a:pt x="149679" y="80683"/>
                  </a:lnTo>
                  <a:lnTo>
                    <a:pt x="154342" y="75101"/>
                  </a:lnTo>
                  <a:lnTo>
                    <a:pt x="159987" y="74913"/>
                  </a:lnTo>
                  <a:lnTo>
                    <a:pt x="162564" y="74787"/>
                  </a:lnTo>
                  <a:lnTo>
                    <a:pt x="161643" y="83630"/>
                  </a:lnTo>
                  <a:lnTo>
                    <a:pt x="164650" y="82000"/>
                  </a:lnTo>
                  <a:lnTo>
                    <a:pt x="169129" y="79240"/>
                  </a:lnTo>
                  <a:lnTo>
                    <a:pt x="173878" y="77723"/>
                  </a:lnTo>
                  <a:lnTo>
                    <a:pt x="179613" y="78902"/>
                  </a:lnTo>
                  <a:lnTo>
                    <a:pt x="181277" y="83756"/>
                  </a:lnTo>
                  <a:lnTo>
                    <a:pt x="182320" y="88899"/>
                  </a:lnTo>
                  <a:lnTo>
                    <a:pt x="187254" y="87259"/>
                  </a:lnTo>
                  <a:lnTo>
                    <a:pt x="194432" y="90607"/>
                  </a:lnTo>
                  <a:lnTo>
                    <a:pt x="199046" y="90507"/>
                  </a:lnTo>
                  <a:lnTo>
                    <a:pt x="205427" y="89704"/>
                  </a:lnTo>
                  <a:lnTo>
                    <a:pt x="209158" y="92714"/>
                  </a:lnTo>
                  <a:lnTo>
                    <a:pt x="216815" y="92313"/>
                  </a:lnTo>
                  <a:lnTo>
                    <a:pt x="221527" y="88098"/>
                  </a:lnTo>
                  <a:lnTo>
                    <a:pt x="222902" y="79770"/>
                  </a:lnTo>
                  <a:lnTo>
                    <a:pt x="223251" y="71448"/>
                  </a:lnTo>
                  <a:lnTo>
                    <a:pt x="230965" y="59503"/>
                  </a:lnTo>
                  <a:lnTo>
                    <a:pt x="245088" y="53379"/>
                  </a:lnTo>
                  <a:lnTo>
                    <a:pt x="254807" y="48261"/>
                  </a:lnTo>
                  <a:lnTo>
                    <a:pt x="258047" y="41739"/>
                  </a:lnTo>
                  <a:lnTo>
                    <a:pt x="259028" y="32908"/>
                  </a:lnTo>
                  <a:lnTo>
                    <a:pt x="258420" y="31006"/>
                  </a:lnTo>
                  <a:lnTo>
                    <a:pt x="260093" y="27026"/>
                  </a:lnTo>
                  <a:lnTo>
                    <a:pt x="263731" y="25486"/>
                  </a:lnTo>
                  <a:lnTo>
                    <a:pt x="269319" y="23121"/>
                  </a:lnTo>
                  <a:lnTo>
                    <a:pt x="280521" y="18379"/>
                  </a:lnTo>
                  <a:lnTo>
                    <a:pt x="290350" y="14726"/>
                  </a:lnTo>
                  <a:lnTo>
                    <a:pt x="295705" y="12735"/>
                  </a:lnTo>
                  <a:lnTo>
                    <a:pt x="298069" y="11857"/>
                  </a:lnTo>
                  <a:lnTo>
                    <a:pt x="316813" y="4740"/>
                  </a:lnTo>
                  <a:lnTo>
                    <a:pt x="321880" y="1155"/>
                  </a:lnTo>
                  <a:lnTo>
                    <a:pt x="322810" y="973"/>
                  </a:lnTo>
                  <a:lnTo>
                    <a:pt x="327783" y="0"/>
                  </a:lnTo>
                  <a:lnTo>
                    <a:pt x="329471" y="7999"/>
                  </a:lnTo>
                  <a:lnTo>
                    <a:pt x="329699" y="9079"/>
                  </a:lnTo>
                  <a:lnTo>
                    <a:pt x="325311" y="10352"/>
                  </a:lnTo>
                  <a:lnTo>
                    <a:pt x="319789" y="11104"/>
                  </a:lnTo>
                  <a:lnTo>
                    <a:pt x="314390" y="13864"/>
                  </a:lnTo>
                  <a:lnTo>
                    <a:pt x="307641" y="19132"/>
                  </a:lnTo>
                  <a:lnTo>
                    <a:pt x="299422" y="26413"/>
                  </a:lnTo>
                  <a:lnTo>
                    <a:pt x="299173" y="26554"/>
                  </a:lnTo>
                  <a:lnTo>
                    <a:pt x="292701" y="30199"/>
                  </a:lnTo>
                  <a:lnTo>
                    <a:pt x="285338" y="40233"/>
                  </a:lnTo>
                  <a:lnTo>
                    <a:pt x="286320" y="48261"/>
                  </a:lnTo>
                  <a:lnTo>
                    <a:pt x="289019" y="52526"/>
                  </a:lnTo>
                  <a:lnTo>
                    <a:pt x="293192" y="55536"/>
                  </a:lnTo>
                  <a:lnTo>
                    <a:pt x="298836" y="56540"/>
                  </a:lnTo>
                  <a:lnTo>
                    <a:pt x="304818" y="6930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g122"/>
            <p:cNvSpPr/>
            <p:nvPr/>
          </p:nvSpPr>
          <p:spPr>
            <a:xfrm>
              <a:off x="3377067" y="4146247"/>
              <a:ext cx="164468" cy="101587"/>
            </a:xfrm>
            <a:custGeom>
              <a:avLst/>
              <a:pathLst>
                <a:path w="164468" h="101587">
                  <a:moveTo>
                    <a:pt x="88203" y="14719"/>
                  </a:moveTo>
                  <a:lnTo>
                    <a:pt x="89328" y="19943"/>
                  </a:lnTo>
                  <a:lnTo>
                    <a:pt x="102090" y="24459"/>
                  </a:lnTo>
                  <a:lnTo>
                    <a:pt x="101609" y="28745"/>
                  </a:lnTo>
                  <a:lnTo>
                    <a:pt x="89082" y="32988"/>
                  </a:lnTo>
                  <a:lnTo>
                    <a:pt x="81668" y="40450"/>
                  </a:lnTo>
                  <a:lnTo>
                    <a:pt x="92449" y="51975"/>
                  </a:lnTo>
                  <a:lnTo>
                    <a:pt x="91983" y="53521"/>
                  </a:lnTo>
                  <a:lnTo>
                    <a:pt x="60687" y="59441"/>
                  </a:lnTo>
                  <a:lnTo>
                    <a:pt x="60609" y="61302"/>
                  </a:lnTo>
                  <a:lnTo>
                    <a:pt x="64580" y="62619"/>
                  </a:lnTo>
                  <a:lnTo>
                    <a:pt x="68310" y="63973"/>
                  </a:lnTo>
                  <a:lnTo>
                    <a:pt x="70815" y="65231"/>
                  </a:lnTo>
                  <a:lnTo>
                    <a:pt x="77833" y="61314"/>
                  </a:lnTo>
                  <a:lnTo>
                    <a:pt x="81815" y="74937"/>
                  </a:lnTo>
                  <a:lnTo>
                    <a:pt x="84018" y="74911"/>
                  </a:lnTo>
                  <a:lnTo>
                    <a:pt x="87068" y="64016"/>
                  </a:lnTo>
                  <a:lnTo>
                    <a:pt x="89048" y="61689"/>
                  </a:lnTo>
                  <a:lnTo>
                    <a:pt x="91380" y="60010"/>
                  </a:lnTo>
                  <a:lnTo>
                    <a:pt x="93220" y="60685"/>
                  </a:lnTo>
                  <a:lnTo>
                    <a:pt x="96093" y="61063"/>
                  </a:lnTo>
                  <a:lnTo>
                    <a:pt x="100412" y="60361"/>
                  </a:lnTo>
                  <a:lnTo>
                    <a:pt x="104192" y="60010"/>
                  </a:lnTo>
                  <a:lnTo>
                    <a:pt x="108609" y="60060"/>
                  </a:lnTo>
                  <a:lnTo>
                    <a:pt x="111113" y="60210"/>
                  </a:lnTo>
                  <a:lnTo>
                    <a:pt x="113469" y="60461"/>
                  </a:lnTo>
                  <a:lnTo>
                    <a:pt x="115285" y="60361"/>
                  </a:lnTo>
                  <a:lnTo>
                    <a:pt x="116757" y="59608"/>
                  </a:lnTo>
                  <a:lnTo>
                    <a:pt x="118574" y="58705"/>
                  </a:lnTo>
                  <a:lnTo>
                    <a:pt x="120586" y="58103"/>
                  </a:lnTo>
                  <a:lnTo>
                    <a:pt x="123040" y="57902"/>
                  </a:lnTo>
                  <a:lnTo>
                    <a:pt x="125495" y="58003"/>
                  </a:lnTo>
                  <a:lnTo>
                    <a:pt x="127605" y="59859"/>
                  </a:lnTo>
                  <a:lnTo>
                    <a:pt x="129912" y="62920"/>
                  </a:lnTo>
                  <a:lnTo>
                    <a:pt x="132170" y="65378"/>
                  </a:lnTo>
                  <a:lnTo>
                    <a:pt x="134968" y="67887"/>
                  </a:lnTo>
                  <a:lnTo>
                    <a:pt x="139778" y="70245"/>
                  </a:lnTo>
                  <a:lnTo>
                    <a:pt x="143067" y="71700"/>
                  </a:lnTo>
                  <a:lnTo>
                    <a:pt x="144589" y="71499"/>
                  </a:lnTo>
                  <a:lnTo>
                    <a:pt x="147583" y="70446"/>
                  </a:lnTo>
                  <a:lnTo>
                    <a:pt x="151166" y="70195"/>
                  </a:lnTo>
                  <a:lnTo>
                    <a:pt x="154651" y="70496"/>
                  </a:lnTo>
                  <a:lnTo>
                    <a:pt x="157204" y="71148"/>
                  </a:lnTo>
                  <a:lnTo>
                    <a:pt x="159216" y="72252"/>
                  </a:lnTo>
                  <a:lnTo>
                    <a:pt x="162309" y="73556"/>
                  </a:lnTo>
                  <a:lnTo>
                    <a:pt x="163879" y="74560"/>
                  </a:lnTo>
                  <a:lnTo>
                    <a:pt x="164468" y="75362"/>
                  </a:lnTo>
                  <a:lnTo>
                    <a:pt x="164174" y="76767"/>
                  </a:lnTo>
                  <a:lnTo>
                    <a:pt x="162309" y="77620"/>
                  </a:lnTo>
                  <a:lnTo>
                    <a:pt x="160738" y="77570"/>
                  </a:lnTo>
                  <a:lnTo>
                    <a:pt x="158529" y="77771"/>
                  </a:lnTo>
                  <a:lnTo>
                    <a:pt x="157056" y="78272"/>
                  </a:lnTo>
                  <a:lnTo>
                    <a:pt x="154995" y="79125"/>
                  </a:lnTo>
                  <a:lnTo>
                    <a:pt x="153719" y="80229"/>
                  </a:lnTo>
                  <a:lnTo>
                    <a:pt x="152442" y="82336"/>
                  </a:lnTo>
                  <a:lnTo>
                    <a:pt x="150645" y="86701"/>
                  </a:lnTo>
                  <a:lnTo>
                    <a:pt x="147946" y="90012"/>
                  </a:lnTo>
                  <a:lnTo>
                    <a:pt x="144461" y="93073"/>
                  </a:lnTo>
                  <a:lnTo>
                    <a:pt x="141123" y="94478"/>
                  </a:lnTo>
                  <a:lnTo>
                    <a:pt x="136263" y="95782"/>
                  </a:lnTo>
                  <a:lnTo>
                    <a:pt x="134349" y="96234"/>
                  </a:lnTo>
                  <a:lnTo>
                    <a:pt x="133171" y="96234"/>
                  </a:lnTo>
                  <a:lnTo>
                    <a:pt x="132189" y="95832"/>
                  </a:lnTo>
                  <a:lnTo>
                    <a:pt x="131551" y="95030"/>
                  </a:lnTo>
                  <a:lnTo>
                    <a:pt x="131551" y="93775"/>
                  </a:lnTo>
                  <a:lnTo>
                    <a:pt x="131698" y="91518"/>
                  </a:lnTo>
                  <a:lnTo>
                    <a:pt x="130569" y="92120"/>
                  </a:lnTo>
                  <a:lnTo>
                    <a:pt x="128950" y="92471"/>
                  </a:lnTo>
                  <a:lnTo>
                    <a:pt x="125317" y="93173"/>
                  </a:lnTo>
                  <a:lnTo>
                    <a:pt x="122225" y="92772"/>
                  </a:lnTo>
                  <a:lnTo>
                    <a:pt x="118544" y="92621"/>
                  </a:lnTo>
                  <a:lnTo>
                    <a:pt x="116117" y="93251"/>
                  </a:lnTo>
                  <a:lnTo>
                    <a:pt x="115063" y="94301"/>
                  </a:lnTo>
                  <a:lnTo>
                    <a:pt x="113880" y="95732"/>
                  </a:lnTo>
                  <a:lnTo>
                    <a:pt x="110149" y="97140"/>
                  </a:lnTo>
                  <a:lnTo>
                    <a:pt x="109024" y="97565"/>
                  </a:lnTo>
                  <a:lnTo>
                    <a:pt x="108477" y="97586"/>
                  </a:lnTo>
                  <a:lnTo>
                    <a:pt x="107181" y="97525"/>
                  </a:lnTo>
                  <a:lnTo>
                    <a:pt x="105826" y="96863"/>
                  </a:lnTo>
                  <a:lnTo>
                    <a:pt x="106121" y="95840"/>
                  </a:lnTo>
                  <a:lnTo>
                    <a:pt x="106945" y="94756"/>
                  </a:lnTo>
                  <a:lnTo>
                    <a:pt x="107475" y="93431"/>
                  </a:lnTo>
                  <a:lnTo>
                    <a:pt x="107063" y="92649"/>
                  </a:lnTo>
                  <a:lnTo>
                    <a:pt x="106003" y="92588"/>
                  </a:lnTo>
                  <a:lnTo>
                    <a:pt x="104707" y="93130"/>
                  </a:lnTo>
                  <a:lnTo>
                    <a:pt x="103058" y="93913"/>
                  </a:lnTo>
                  <a:lnTo>
                    <a:pt x="100172" y="94696"/>
                  </a:lnTo>
                  <a:lnTo>
                    <a:pt x="98110" y="95117"/>
                  </a:lnTo>
                  <a:lnTo>
                    <a:pt x="95165" y="95358"/>
                  </a:lnTo>
                  <a:lnTo>
                    <a:pt x="90099" y="95358"/>
                  </a:lnTo>
                  <a:lnTo>
                    <a:pt x="83208" y="94816"/>
                  </a:lnTo>
                  <a:lnTo>
                    <a:pt x="75904" y="94816"/>
                  </a:lnTo>
                  <a:lnTo>
                    <a:pt x="71784" y="94517"/>
                  </a:lnTo>
                  <a:lnTo>
                    <a:pt x="71566" y="101092"/>
                  </a:lnTo>
                  <a:lnTo>
                    <a:pt x="66897" y="101587"/>
                  </a:lnTo>
                  <a:lnTo>
                    <a:pt x="66661" y="99685"/>
                  </a:lnTo>
                  <a:lnTo>
                    <a:pt x="63174" y="97878"/>
                  </a:lnTo>
                  <a:lnTo>
                    <a:pt x="64222" y="94752"/>
                  </a:lnTo>
                  <a:lnTo>
                    <a:pt x="61413" y="92244"/>
                  </a:lnTo>
                  <a:lnTo>
                    <a:pt x="55817" y="90388"/>
                  </a:lnTo>
                  <a:lnTo>
                    <a:pt x="53064" y="91157"/>
                  </a:lnTo>
                  <a:lnTo>
                    <a:pt x="50074" y="91993"/>
                  </a:lnTo>
                  <a:lnTo>
                    <a:pt x="43622" y="88569"/>
                  </a:lnTo>
                  <a:lnTo>
                    <a:pt x="42908" y="84919"/>
                  </a:lnTo>
                  <a:lnTo>
                    <a:pt x="39455" y="84515"/>
                  </a:lnTo>
                  <a:lnTo>
                    <a:pt x="36036" y="84116"/>
                  </a:lnTo>
                  <a:lnTo>
                    <a:pt x="35987" y="82281"/>
                  </a:lnTo>
                  <a:lnTo>
                    <a:pt x="30735" y="82059"/>
                  </a:lnTo>
                  <a:lnTo>
                    <a:pt x="23814" y="83012"/>
                  </a:lnTo>
                  <a:lnTo>
                    <a:pt x="17138" y="79851"/>
                  </a:lnTo>
                  <a:lnTo>
                    <a:pt x="17113" y="78862"/>
                  </a:lnTo>
                  <a:lnTo>
                    <a:pt x="17040" y="75938"/>
                  </a:lnTo>
                  <a:lnTo>
                    <a:pt x="14546" y="74735"/>
                  </a:lnTo>
                  <a:lnTo>
                    <a:pt x="13261" y="73836"/>
                  </a:lnTo>
                  <a:lnTo>
                    <a:pt x="8463" y="70481"/>
                  </a:lnTo>
                  <a:lnTo>
                    <a:pt x="4972" y="77287"/>
                  </a:lnTo>
                  <a:lnTo>
                    <a:pt x="3958" y="76961"/>
                  </a:lnTo>
                  <a:lnTo>
                    <a:pt x="467" y="75678"/>
                  </a:lnTo>
                  <a:lnTo>
                    <a:pt x="0" y="75562"/>
                  </a:lnTo>
                  <a:lnTo>
                    <a:pt x="264" y="74937"/>
                  </a:lnTo>
                  <a:lnTo>
                    <a:pt x="4744" y="64337"/>
                  </a:lnTo>
                  <a:lnTo>
                    <a:pt x="6304" y="63806"/>
                  </a:lnTo>
                  <a:lnTo>
                    <a:pt x="9124" y="62847"/>
                  </a:lnTo>
                  <a:lnTo>
                    <a:pt x="9565" y="62109"/>
                  </a:lnTo>
                  <a:lnTo>
                    <a:pt x="9869" y="61602"/>
                  </a:lnTo>
                  <a:lnTo>
                    <a:pt x="12010" y="58021"/>
                  </a:lnTo>
                  <a:lnTo>
                    <a:pt x="12633" y="57100"/>
                  </a:lnTo>
                  <a:lnTo>
                    <a:pt x="14106" y="54993"/>
                  </a:lnTo>
                  <a:lnTo>
                    <a:pt x="15454" y="53320"/>
                  </a:lnTo>
                  <a:lnTo>
                    <a:pt x="15664" y="53060"/>
                  </a:lnTo>
                  <a:lnTo>
                    <a:pt x="16326" y="52239"/>
                  </a:lnTo>
                  <a:lnTo>
                    <a:pt x="17032" y="51363"/>
                  </a:lnTo>
                  <a:lnTo>
                    <a:pt x="17212" y="51140"/>
                  </a:lnTo>
                  <a:lnTo>
                    <a:pt x="18594" y="49539"/>
                  </a:lnTo>
                  <a:lnTo>
                    <a:pt x="18610" y="48704"/>
                  </a:lnTo>
                  <a:lnTo>
                    <a:pt x="18610" y="48052"/>
                  </a:lnTo>
                  <a:lnTo>
                    <a:pt x="21051" y="44526"/>
                  </a:lnTo>
                  <a:lnTo>
                    <a:pt x="21702" y="43586"/>
                  </a:lnTo>
                  <a:lnTo>
                    <a:pt x="22193" y="35709"/>
                  </a:lnTo>
                  <a:lnTo>
                    <a:pt x="22123" y="34138"/>
                  </a:lnTo>
                  <a:lnTo>
                    <a:pt x="25375" y="32965"/>
                  </a:lnTo>
                  <a:lnTo>
                    <a:pt x="32346" y="30757"/>
                  </a:lnTo>
                  <a:lnTo>
                    <a:pt x="42457" y="29252"/>
                  </a:lnTo>
                  <a:lnTo>
                    <a:pt x="49918" y="29051"/>
                  </a:lnTo>
                  <a:lnTo>
                    <a:pt x="57784" y="28295"/>
                  </a:lnTo>
                  <a:lnTo>
                    <a:pt x="59570" y="29873"/>
                  </a:lnTo>
                  <a:lnTo>
                    <a:pt x="65328" y="34964"/>
                  </a:lnTo>
                  <a:lnTo>
                    <a:pt x="68226" y="37525"/>
                  </a:lnTo>
                  <a:lnTo>
                    <a:pt x="73855" y="32258"/>
                  </a:lnTo>
                  <a:lnTo>
                    <a:pt x="76590" y="29699"/>
                  </a:lnTo>
                  <a:lnTo>
                    <a:pt x="79182" y="22353"/>
                  </a:lnTo>
                  <a:lnTo>
                    <a:pt x="78766" y="17039"/>
                  </a:lnTo>
                  <a:lnTo>
                    <a:pt x="67976" y="21448"/>
                  </a:lnTo>
                  <a:lnTo>
                    <a:pt x="67362" y="8403"/>
                  </a:lnTo>
                  <a:lnTo>
                    <a:pt x="84051" y="4891"/>
                  </a:lnTo>
                  <a:lnTo>
                    <a:pt x="97151" y="1542"/>
                  </a:lnTo>
                  <a:lnTo>
                    <a:pt x="103317" y="0"/>
                  </a:lnTo>
                  <a:lnTo>
                    <a:pt x="99634" y="45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g123"/>
            <p:cNvSpPr/>
            <p:nvPr/>
          </p:nvSpPr>
          <p:spPr>
            <a:xfrm>
              <a:off x="3243474" y="4200771"/>
              <a:ext cx="154562" cy="89799"/>
            </a:xfrm>
            <a:custGeom>
              <a:avLst/>
              <a:pathLst>
                <a:path w="154562" h="89799">
                  <a:moveTo>
                    <a:pt x="43142" y="483"/>
                  </a:moveTo>
                  <a:lnTo>
                    <a:pt x="45343" y="1653"/>
                  </a:lnTo>
                  <a:lnTo>
                    <a:pt x="46856" y="1475"/>
                  </a:lnTo>
                  <a:lnTo>
                    <a:pt x="48201" y="1645"/>
                  </a:lnTo>
                  <a:lnTo>
                    <a:pt x="50000" y="1420"/>
                  </a:lnTo>
                  <a:lnTo>
                    <a:pt x="50851" y="1548"/>
                  </a:lnTo>
                  <a:lnTo>
                    <a:pt x="53992" y="2501"/>
                  </a:lnTo>
                  <a:lnTo>
                    <a:pt x="57232" y="3555"/>
                  </a:lnTo>
                  <a:lnTo>
                    <a:pt x="59367" y="4408"/>
                  </a:lnTo>
                  <a:lnTo>
                    <a:pt x="60015" y="5305"/>
                  </a:lnTo>
                  <a:lnTo>
                    <a:pt x="60239" y="5400"/>
                  </a:lnTo>
                  <a:lnTo>
                    <a:pt x="60627" y="5564"/>
                  </a:lnTo>
                  <a:lnTo>
                    <a:pt x="62839" y="6501"/>
                  </a:lnTo>
                  <a:lnTo>
                    <a:pt x="64785" y="7325"/>
                  </a:lnTo>
                  <a:lnTo>
                    <a:pt x="65734" y="7727"/>
                  </a:lnTo>
                  <a:lnTo>
                    <a:pt x="66888" y="8215"/>
                  </a:lnTo>
                  <a:lnTo>
                    <a:pt x="67337" y="8405"/>
                  </a:lnTo>
                  <a:lnTo>
                    <a:pt x="71929" y="10349"/>
                  </a:lnTo>
                  <a:lnTo>
                    <a:pt x="72584" y="11128"/>
                  </a:lnTo>
                  <a:lnTo>
                    <a:pt x="77557" y="12314"/>
                  </a:lnTo>
                  <a:lnTo>
                    <a:pt x="83903" y="13186"/>
                  </a:lnTo>
                  <a:lnTo>
                    <a:pt x="84245" y="13234"/>
                  </a:lnTo>
                  <a:lnTo>
                    <a:pt x="90029" y="14029"/>
                  </a:lnTo>
                  <a:lnTo>
                    <a:pt x="99800" y="17109"/>
                  </a:lnTo>
                  <a:lnTo>
                    <a:pt x="99979" y="16305"/>
                  </a:lnTo>
                  <a:lnTo>
                    <a:pt x="101178" y="10910"/>
                  </a:lnTo>
                  <a:lnTo>
                    <a:pt x="101354" y="10990"/>
                  </a:lnTo>
                  <a:lnTo>
                    <a:pt x="101534" y="11060"/>
                  </a:lnTo>
                  <a:lnTo>
                    <a:pt x="104917" y="12374"/>
                  </a:lnTo>
                  <a:lnTo>
                    <a:pt x="108510" y="12706"/>
                  </a:lnTo>
                  <a:lnTo>
                    <a:pt x="109314" y="12780"/>
                  </a:lnTo>
                  <a:lnTo>
                    <a:pt x="108321" y="15834"/>
                  </a:lnTo>
                  <a:lnTo>
                    <a:pt x="115207" y="20036"/>
                  </a:lnTo>
                  <a:lnTo>
                    <a:pt x="114179" y="21932"/>
                  </a:lnTo>
                  <a:lnTo>
                    <a:pt x="115310" y="22562"/>
                  </a:lnTo>
                  <a:lnTo>
                    <a:pt x="117231" y="23632"/>
                  </a:lnTo>
                  <a:lnTo>
                    <a:pt x="119154" y="24703"/>
                  </a:lnTo>
                  <a:lnTo>
                    <a:pt x="119599" y="24951"/>
                  </a:lnTo>
                  <a:lnTo>
                    <a:pt x="119937" y="25176"/>
                  </a:lnTo>
                  <a:lnTo>
                    <a:pt x="119888" y="25384"/>
                  </a:lnTo>
                  <a:lnTo>
                    <a:pt x="119743" y="25950"/>
                  </a:lnTo>
                  <a:lnTo>
                    <a:pt x="119813" y="26704"/>
                  </a:lnTo>
                  <a:lnTo>
                    <a:pt x="119831" y="26899"/>
                  </a:lnTo>
                  <a:lnTo>
                    <a:pt x="120994" y="30451"/>
                  </a:lnTo>
                  <a:lnTo>
                    <a:pt x="121081" y="31005"/>
                  </a:lnTo>
                  <a:lnTo>
                    <a:pt x="121181" y="31649"/>
                  </a:lnTo>
                  <a:lnTo>
                    <a:pt x="121238" y="32018"/>
                  </a:lnTo>
                  <a:lnTo>
                    <a:pt x="121294" y="32377"/>
                  </a:lnTo>
                  <a:lnTo>
                    <a:pt x="124152" y="31260"/>
                  </a:lnTo>
                  <a:lnTo>
                    <a:pt x="124337" y="31188"/>
                  </a:lnTo>
                  <a:lnTo>
                    <a:pt x="124922" y="30873"/>
                  </a:lnTo>
                  <a:lnTo>
                    <a:pt x="127070" y="29719"/>
                  </a:lnTo>
                  <a:lnTo>
                    <a:pt x="128040" y="29130"/>
                  </a:lnTo>
                  <a:lnTo>
                    <a:pt x="128776" y="28866"/>
                  </a:lnTo>
                  <a:lnTo>
                    <a:pt x="129320" y="28840"/>
                  </a:lnTo>
                  <a:lnTo>
                    <a:pt x="131252" y="31959"/>
                  </a:lnTo>
                  <a:lnTo>
                    <a:pt x="122564" y="36776"/>
                  </a:lnTo>
                  <a:lnTo>
                    <a:pt x="113370" y="37522"/>
                  </a:lnTo>
                  <a:lnTo>
                    <a:pt x="106248" y="38101"/>
                  </a:lnTo>
                  <a:lnTo>
                    <a:pt x="105452" y="37649"/>
                  </a:lnTo>
                  <a:lnTo>
                    <a:pt x="103555" y="43060"/>
                  </a:lnTo>
                  <a:lnTo>
                    <a:pt x="105335" y="46106"/>
                  </a:lnTo>
                  <a:lnTo>
                    <a:pt x="106395" y="48604"/>
                  </a:lnTo>
                  <a:lnTo>
                    <a:pt x="106539" y="48938"/>
                  </a:lnTo>
                  <a:lnTo>
                    <a:pt x="110032" y="46846"/>
                  </a:lnTo>
                  <a:lnTo>
                    <a:pt x="114744" y="48050"/>
                  </a:lnTo>
                  <a:lnTo>
                    <a:pt x="125465" y="55757"/>
                  </a:lnTo>
                  <a:lnTo>
                    <a:pt x="127349" y="53228"/>
                  </a:lnTo>
                  <a:lnTo>
                    <a:pt x="132297" y="56118"/>
                  </a:lnTo>
                  <a:lnTo>
                    <a:pt x="129234" y="61778"/>
                  </a:lnTo>
                  <a:lnTo>
                    <a:pt x="142193" y="71290"/>
                  </a:lnTo>
                  <a:lnTo>
                    <a:pt x="154562" y="73578"/>
                  </a:lnTo>
                  <a:lnTo>
                    <a:pt x="151146" y="82609"/>
                  </a:lnTo>
                  <a:lnTo>
                    <a:pt x="146198" y="82368"/>
                  </a:lnTo>
                  <a:lnTo>
                    <a:pt x="133829" y="76468"/>
                  </a:lnTo>
                  <a:lnTo>
                    <a:pt x="119620" y="68946"/>
                  </a:lnTo>
                  <a:lnTo>
                    <a:pt x="115889" y="67040"/>
                  </a:lnTo>
                  <a:lnTo>
                    <a:pt x="113779" y="66438"/>
                  </a:lnTo>
                  <a:lnTo>
                    <a:pt x="110722" y="68889"/>
                  </a:lnTo>
                  <a:lnTo>
                    <a:pt x="112306" y="72207"/>
                  </a:lnTo>
                  <a:lnTo>
                    <a:pt x="105462" y="75898"/>
                  </a:lnTo>
                  <a:lnTo>
                    <a:pt x="102342" y="67619"/>
                  </a:lnTo>
                  <a:lnTo>
                    <a:pt x="101967" y="66626"/>
                  </a:lnTo>
                  <a:lnTo>
                    <a:pt x="99347" y="64701"/>
                  </a:lnTo>
                  <a:lnTo>
                    <a:pt x="96981" y="68159"/>
                  </a:lnTo>
                  <a:lnTo>
                    <a:pt x="93193" y="66365"/>
                  </a:lnTo>
                  <a:lnTo>
                    <a:pt x="92266" y="67126"/>
                  </a:lnTo>
                  <a:lnTo>
                    <a:pt x="89753" y="64797"/>
                  </a:lnTo>
                  <a:lnTo>
                    <a:pt x="87538" y="61052"/>
                  </a:lnTo>
                  <a:lnTo>
                    <a:pt x="83975" y="58042"/>
                  </a:lnTo>
                  <a:lnTo>
                    <a:pt x="83415" y="59035"/>
                  </a:lnTo>
                  <a:lnTo>
                    <a:pt x="77024" y="55332"/>
                  </a:lnTo>
                  <a:lnTo>
                    <a:pt x="75484" y="57270"/>
                  </a:lnTo>
                  <a:lnTo>
                    <a:pt x="74727" y="58222"/>
                  </a:lnTo>
                  <a:lnTo>
                    <a:pt x="73225" y="57048"/>
                  </a:lnTo>
                  <a:lnTo>
                    <a:pt x="67973" y="56095"/>
                  </a:lnTo>
                  <a:lnTo>
                    <a:pt x="55646" y="53503"/>
                  </a:lnTo>
                  <a:lnTo>
                    <a:pt x="47301" y="50643"/>
                  </a:lnTo>
                  <a:lnTo>
                    <a:pt x="45385" y="48052"/>
                  </a:lnTo>
                  <a:lnTo>
                    <a:pt x="43569" y="45760"/>
                  </a:lnTo>
                  <a:lnTo>
                    <a:pt x="42666" y="45881"/>
                  </a:lnTo>
                  <a:lnTo>
                    <a:pt x="36285" y="45028"/>
                  </a:lnTo>
                  <a:lnTo>
                    <a:pt x="29158" y="44576"/>
                  </a:lnTo>
                  <a:lnTo>
                    <a:pt x="22884" y="43678"/>
                  </a:lnTo>
                  <a:lnTo>
                    <a:pt x="19056" y="46137"/>
                  </a:lnTo>
                  <a:lnTo>
                    <a:pt x="18344" y="49097"/>
                  </a:lnTo>
                  <a:lnTo>
                    <a:pt x="18516" y="54465"/>
                  </a:lnTo>
                  <a:lnTo>
                    <a:pt x="22073" y="64138"/>
                  </a:lnTo>
                  <a:lnTo>
                    <a:pt x="23988" y="63636"/>
                  </a:lnTo>
                  <a:lnTo>
                    <a:pt x="31620" y="71714"/>
                  </a:lnTo>
                  <a:lnTo>
                    <a:pt x="32357" y="75854"/>
                  </a:lnTo>
                  <a:lnTo>
                    <a:pt x="34001" y="75904"/>
                  </a:lnTo>
                  <a:lnTo>
                    <a:pt x="34124" y="77685"/>
                  </a:lnTo>
                  <a:lnTo>
                    <a:pt x="34935" y="77835"/>
                  </a:lnTo>
                  <a:lnTo>
                    <a:pt x="34836" y="81297"/>
                  </a:lnTo>
                  <a:lnTo>
                    <a:pt x="29661" y="80915"/>
                  </a:lnTo>
                  <a:lnTo>
                    <a:pt x="29151" y="86213"/>
                  </a:lnTo>
                  <a:lnTo>
                    <a:pt x="29764" y="87578"/>
                  </a:lnTo>
                  <a:lnTo>
                    <a:pt x="30231" y="89766"/>
                  </a:lnTo>
                  <a:lnTo>
                    <a:pt x="26262" y="89799"/>
                  </a:lnTo>
                  <a:lnTo>
                    <a:pt x="25711" y="88399"/>
                  </a:lnTo>
                  <a:lnTo>
                    <a:pt x="25457" y="87752"/>
                  </a:lnTo>
                  <a:lnTo>
                    <a:pt x="25204" y="86949"/>
                  </a:lnTo>
                  <a:lnTo>
                    <a:pt x="22292" y="87793"/>
                  </a:lnTo>
                  <a:lnTo>
                    <a:pt x="20119" y="83404"/>
                  </a:lnTo>
                  <a:lnTo>
                    <a:pt x="19648" y="79828"/>
                  </a:lnTo>
                  <a:lnTo>
                    <a:pt x="21140" y="79791"/>
                  </a:lnTo>
                  <a:lnTo>
                    <a:pt x="21435" y="76297"/>
                  </a:lnTo>
                  <a:lnTo>
                    <a:pt x="22986" y="76319"/>
                  </a:lnTo>
                  <a:lnTo>
                    <a:pt x="22966" y="75115"/>
                  </a:lnTo>
                  <a:lnTo>
                    <a:pt x="22691" y="74373"/>
                  </a:lnTo>
                  <a:lnTo>
                    <a:pt x="21866" y="73530"/>
                  </a:lnTo>
                  <a:lnTo>
                    <a:pt x="21192" y="73033"/>
                  </a:lnTo>
                  <a:lnTo>
                    <a:pt x="19928" y="72103"/>
                  </a:lnTo>
                  <a:lnTo>
                    <a:pt x="18098" y="74538"/>
                  </a:lnTo>
                  <a:lnTo>
                    <a:pt x="12262" y="70817"/>
                  </a:lnTo>
                  <a:lnTo>
                    <a:pt x="11978" y="70476"/>
                  </a:lnTo>
                  <a:lnTo>
                    <a:pt x="9936" y="68028"/>
                  </a:lnTo>
                  <a:lnTo>
                    <a:pt x="8056" y="64599"/>
                  </a:lnTo>
                  <a:lnTo>
                    <a:pt x="5194" y="62328"/>
                  </a:lnTo>
                  <a:lnTo>
                    <a:pt x="2765" y="58559"/>
                  </a:lnTo>
                  <a:lnTo>
                    <a:pt x="1538" y="55022"/>
                  </a:lnTo>
                  <a:lnTo>
                    <a:pt x="3079" y="53757"/>
                  </a:lnTo>
                  <a:lnTo>
                    <a:pt x="629" y="44621"/>
                  </a:lnTo>
                  <a:lnTo>
                    <a:pt x="0" y="41953"/>
                  </a:lnTo>
                  <a:lnTo>
                    <a:pt x="1127" y="42475"/>
                  </a:lnTo>
                  <a:lnTo>
                    <a:pt x="1971" y="42811"/>
                  </a:lnTo>
                  <a:lnTo>
                    <a:pt x="4924" y="43531"/>
                  </a:lnTo>
                  <a:lnTo>
                    <a:pt x="5092" y="42845"/>
                  </a:lnTo>
                  <a:lnTo>
                    <a:pt x="5762" y="40111"/>
                  </a:lnTo>
                  <a:lnTo>
                    <a:pt x="6535" y="37879"/>
                  </a:lnTo>
                  <a:lnTo>
                    <a:pt x="6668" y="36684"/>
                  </a:lnTo>
                  <a:lnTo>
                    <a:pt x="6815" y="35367"/>
                  </a:lnTo>
                  <a:lnTo>
                    <a:pt x="8155" y="31559"/>
                  </a:lnTo>
                  <a:lnTo>
                    <a:pt x="9687" y="29467"/>
                  </a:lnTo>
                  <a:lnTo>
                    <a:pt x="11365" y="27540"/>
                  </a:lnTo>
                  <a:lnTo>
                    <a:pt x="12308" y="26803"/>
                  </a:lnTo>
                  <a:lnTo>
                    <a:pt x="13339" y="26126"/>
                  </a:lnTo>
                  <a:lnTo>
                    <a:pt x="15741" y="25112"/>
                  </a:lnTo>
                  <a:lnTo>
                    <a:pt x="16662" y="24851"/>
                  </a:lnTo>
                  <a:lnTo>
                    <a:pt x="16846" y="24798"/>
                  </a:lnTo>
                  <a:lnTo>
                    <a:pt x="17490" y="24778"/>
                  </a:lnTo>
                  <a:lnTo>
                    <a:pt x="18685" y="24739"/>
                  </a:lnTo>
                  <a:lnTo>
                    <a:pt x="20051" y="24848"/>
                  </a:lnTo>
                  <a:lnTo>
                    <a:pt x="25239" y="25388"/>
                  </a:lnTo>
                  <a:lnTo>
                    <a:pt x="25467" y="25433"/>
                  </a:lnTo>
                  <a:lnTo>
                    <a:pt x="25937" y="22536"/>
                  </a:lnTo>
                  <a:lnTo>
                    <a:pt x="26698" y="19576"/>
                  </a:lnTo>
                  <a:lnTo>
                    <a:pt x="27397" y="17607"/>
                  </a:lnTo>
                  <a:lnTo>
                    <a:pt x="27473" y="17394"/>
                  </a:lnTo>
                  <a:lnTo>
                    <a:pt x="27068" y="17316"/>
                  </a:lnTo>
                  <a:lnTo>
                    <a:pt x="25830" y="16832"/>
                  </a:lnTo>
                  <a:lnTo>
                    <a:pt x="25212" y="16751"/>
                  </a:lnTo>
                  <a:lnTo>
                    <a:pt x="25216" y="16591"/>
                  </a:lnTo>
                  <a:lnTo>
                    <a:pt x="25241" y="15772"/>
                  </a:lnTo>
                  <a:lnTo>
                    <a:pt x="25297" y="13879"/>
                  </a:lnTo>
                  <a:lnTo>
                    <a:pt x="25322" y="11634"/>
                  </a:lnTo>
                  <a:lnTo>
                    <a:pt x="25132" y="8158"/>
                  </a:lnTo>
                  <a:lnTo>
                    <a:pt x="25015" y="6027"/>
                  </a:lnTo>
                  <a:lnTo>
                    <a:pt x="24803" y="3295"/>
                  </a:lnTo>
                  <a:lnTo>
                    <a:pt x="24782" y="3029"/>
                  </a:lnTo>
                  <a:lnTo>
                    <a:pt x="24662" y="2067"/>
                  </a:lnTo>
                  <a:lnTo>
                    <a:pt x="24635" y="1848"/>
                  </a:lnTo>
                  <a:lnTo>
                    <a:pt x="24569" y="1318"/>
                  </a:lnTo>
                  <a:lnTo>
                    <a:pt x="24475" y="571"/>
                  </a:lnTo>
                  <a:lnTo>
                    <a:pt x="28493" y="1389"/>
                  </a:lnTo>
                  <a:lnTo>
                    <a:pt x="30555" y="1690"/>
                  </a:lnTo>
                  <a:lnTo>
                    <a:pt x="32911" y="1853"/>
                  </a:lnTo>
                  <a:lnTo>
                    <a:pt x="35249" y="1819"/>
                  </a:lnTo>
                  <a:lnTo>
                    <a:pt x="35439" y="1816"/>
                  </a:lnTo>
                  <a:lnTo>
                    <a:pt x="38280" y="2153"/>
                  </a:lnTo>
                  <a:lnTo>
                    <a:pt x="40465" y="2649"/>
                  </a:lnTo>
                  <a:lnTo>
                    <a:pt x="41740" y="738"/>
                  </a:lnTo>
                  <a:lnTo>
                    <a:pt x="42232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g124"/>
            <p:cNvSpPr/>
            <p:nvPr/>
          </p:nvSpPr>
          <p:spPr>
            <a:xfrm>
              <a:off x="3141400" y="4192814"/>
              <a:ext cx="85811" cy="142312"/>
            </a:xfrm>
            <a:custGeom>
              <a:avLst/>
              <a:pathLst>
                <a:path w="85811" h="142312">
                  <a:moveTo>
                    <a:pt x="84522" y="19778"/>
                  </a:moveTo>
                  <a:lnTo>
                    <a:pt x="84748" y="22721"/>
                  </a:lnTo>
                  <a:lnTo>
                    <a:pt x="85601" y="34000"/>
                  </a:lnTo>
                  <a:lnTo>
                    <a:pt x="85811" y="36179"/>
                  </a:lnTo>
                  <a:lnTo>
                    <a:pt x="85337" y="36136"/>
                  </a:lnTo>
                  <a:lnTo>
                    <a:pt x="84720" y="36079"/>
                  </a:lnTo>
                  <a:lnTo>
                    <a:pt x="83886" y="36075"/>
                  </a:lnTo>
                  <a:lnTo>
                    <a:pt x="82957" y="36070"/>
                  </a:lnTo>
                  <a:lnTo>
                    <a:pt x="82171" y="36160"/>
                  </a:lnTo>
                  <a:lnTo>
                    <a:pt x="81391" y="36175"/>
                  </a:lnTo>
                  <a:lnTo>
                    <a:pt x="80389" y="35979"/>
                  </a:lnTo>
                  <a:lnTo>
                    <a:pt x="78858" y="35708"/>
                  </a:lnTo>
                  <a:lnTo>
                    <a:pt x="78624" y="35708"/>
                  </a:lnTo>
                  <a:lnTo>
                    <a:pt x="78284" y="35708"/>
                  </a:lnTo>
                  <a:lnTo>
                    <a:pt x="76988" y="35708"/>
                  </a:lnTo>
                  <a:lnTo>
                    <a:pt x="75558" y="35814"/>
                  </a:lnTo>
                  <a:lnTo>
                    <a:pt x="75083" y="37750"/>
                  </a:lnTo>
                  <a:lnTo>
                    <a:pt x="73812" y="39135"/>
                  </a:lnTo>
                  <a:lnTo>
                    <a:pt x="71252" y="41924"/>
                  </a:lnTo>
                  <a:lnTo>
                    <a:pt x="70626" y="42606"/>
                  </a:lnTo>
                  <a:lnTo>
                    <a:pt x="68794" y="44428"/>
                  </a:lnTo>
                  <a:lnTo>
                    <a:pt x="69197" y="47653"/>
                  </a:lnTo>
                  <a:lnTo>
                    <a:pt x="69299" y="48382"/>
                  </a:lnTo>
                  <a:lnTo>
                    <a:pt x="69650" y="50883"/>
                  </a:lnTo>
                  <a:lnTo>
                    <a:pt x="69744" y="51552"/>
                  </a:lnTo>
                  <a:lnTo>
                    <a:pt x="69274" y="51682"/>
                  </a:lnTo>
                  <a:lnTo>
                    <a:pt x="62548" y="53553"/>
                  </a:lnTo>
                  <a:lnTo>
                    <a:pt x="61924" y="53746"/>
                  </a:lnTo>
                  <a:lnTo>
                    <a:pt x="61760" y="53773"/>
                  </a:lnTo>
                  <a:lnTo>
                    <a:pt x="60683" y="54072"/>
                  </a:lnTo>
                  <a:lnTo>
                    <a:pt x="66123" y="78107"/>
                  </a:lnTo>
                  <a:lnTo>
                    <a:pt x="64356" y="86777"/>
                  </a:lnTo>
                  <a:lnTo>
                    <a:pt x="68248" y="93553"/>
                  </a:lnTo>
                  <a:lnTo>
                    <a:pt x="67266" y="98946"/>
                  </a:lnTo>
                  <a:lnTo>
                    <a:pt x="64713" y="105738"/>
                  </a:lnTo>
                  <a:lnTo>
                    <a:pt x="63313" y="111834"/>
                  </a:lnTo>
                  <a:lnTo>
                    <a:pt x="61104" y="118231"/>
                  </a:lnTo>
                  <a:lnTo>
                    <a:pt x="60319" y="122399"/>
                  </a:lnTo>
                  <a:lnTo>
                    <a:pt x="60614" y="128871"/>
                  </a:lnTo>
                  <a:lnTo>
                    <a:pt x="58184" y="134440"/>
                  </a:lnTo>
                  <a:lnTo>
                    <a:pt x="55018" y="135945"/>
                  </a:lnTo>
                  <a:lnTo>
                    <a:pt x="50158" y="136547"/>
                  </a:lnTo>
                  <a:lnTo>
                    <a:pt x="47593" y="135601"/>
                  </a:lnTo>
                  <a:lnTo>
                    <a:pt x="46964" y="136885"/>
                  </a:lnTo>
                  <a:lnTo>
                    <a:pt x="47435" y="139936"/>
                  </a:lnTo>
                  <a:lnTo>
                    <a:pt x="46334" y="142312"/>
                  </a:lnTo>
                  <a:lnTo>
                    <a:pt x="44195" y="141966"/>
                  </a:lnTo>
                  <a:lnTo>
                    <a:pt x="42354" y="141364"/>
                  </a:lnTo>
                  <a:lnTo>
                    <a:pt x="38540" y="139427"/>
                  </a:lnTo>
                  <a:lnTo>
                    <a:pt x="36419" y="138143"/>
                  </a:lnTo>
                  <a:lnTo>
                    <a:pt x="35398" y="136939"/>
                  </a:lnTo>
                  <a:lnTo>
                    <a:pt x="34613" y="135173"/>
                  </a:lnTo>
                  <a:lnTo>
                    <a:pt x="33592" y="133648"/>
                  </a:lnTo>
                  <a:lnTo>
                    <a:pt x="32100" y="131881"/>
                  </a:lnTo>
                  <a:lnTo>
                    <a:pt x="31157" y="129955"/>
                  </a:lnTo>
                  <a:lnTo>
                    <a:pt x="30765" y="127868"/>
                  </a:lnTo>
                  <a:lnTo>
                    <a:pt x="30843" y="125941"/>
                  </a:lnTo>
                  <a:lnTo>
                    <a:pt x="30267" y="123324"/>
                  </a:lnTo>
                  <a:lnTo>
                    <a:pt x="28858" y="120514"/>
                  </a:lnTo>
                  <a:lnTo>
                    <a:pt x="18592" y="117753"/>
                  </a:lnTo>
                  <a:lnTo>
                    <a:pt x="13722" y="116950"/>
                  </a:lnTo>
                  <a:lnTo>
                    <a:pt x="11230" y="115211"/>
                  </a:lnTo>
                  <a:lnTo>
                    <a:pt x="10445" y="105818"/>
                  </a:lnTo>
                  <a:lnTo>
                    <a:pt x="10916" y="102206"/>
                  </a:lnTo>
                  <a:lnTo>
                    <a:pt x="11937" y="98513"/>
                  </a:lnTo>
                  <a:lnTo>
                    <a:pt x="14607" y="96105"/>
                  </a:lnTo>
                  <a:lnTo>
                    <a:pt x="17356" y="92814"/>
                  </a:lnTo>
                  <a:lnTo>
                    <a:pt x="18063" y="91449"/>
                  </a:lnTo>
                  <a:lnTo>
                    <a:pt x="18848" y="89442"/>
                  </a:lnTo>
                  <a:lnTo>
                    <a:pt x="19084" y="87756"/>
                  </a:lnTo>
                  <a:lnTo>
                    <a:pt x="18927" y="86151"/>
                  </a:lnTo>
                  <a:lnTo>
                    <a:pt x="18770" y="84946"/>
                  </a:lnTo>
                  <a:lnTo>
                    <a:pt x="18063" y="83823"/>
                  </a:lnTo>
                  <a:lnTo>
                    <a:pt x="16728" y="81575"/>
                  </a:lnTo>
                  <a:lnTo>
                    <a:pt x="14843" y="79167"/>
                  </a:lnTo>
                  <a:lnTo>
                    <a:pt x="14057" y="75394"/>
                  </a:lnTo>
                  <a:lnTo>
                    <a:pt x="15236" y="72022"/>
                  </a:lnTo>
                  <a:lnTo>
                    <a:pt x="16806" y="70095"/>
                  </a:lnTo>
                  <a:lnTo>
                    <a:pt x="18534" y="68891"/>
                  </a:lnTo>
                  <a:lnTo>
                    <a:pt x="21361" y="68971"/>
                  </a:lnTo>
                  <a:lnTo>
                    <a:pt x="23953" y="69614"/>
                  </a:lnTo>
                  <a:lnTo>
                    <a:pt x="26388" y="70256"/>
                  </a:lnTo>
                  <a:lnTo>
                    <a:pt x="26074" y="68731"/>
                  </a:lnTo>
                  <a:lnTo>
                    <a:pt x="24817" y="66563"/>
                  </a:lnTo>
                  <a:lnTo>
                    <a:pt x="20262" y="64637"/>
                  </a:lnTo>
                  <a:lnTo>
                    <a:pt x="17984" y="64797"/>
                  </a:lnTo>
                  <a:lnTo>
                    <a:pt x="14372" y="65439"/>
                  </a:lnTo>
                  <a:lnTo>
                    <a:pt x="11309" y="65038"/>
                  </a:lnTo>
                  <a:lnTo>
                    <a:pt x="9502" y="63834"/>
                  </a:lnTo>
                  <a:lnTo>
                    <a:pt x="8717" y="62148"/>
                  </a:lnTo>
                  <a:lnTo>
                    <a:pt x="7932" y="59900"/>
                  </a:lnTo>
                  <a:lnTo>
                    <a:pt x="7696" y="57412"/>
                  </a:lnTo>
                  <a:lnTo>
                    <a:pt x="6989" y="55405"/>
                  </a:lnTo>
                  <a:lnTo>
                    <a:pt x="5104" y="53558"/>
                  </a:lnTo>
                  <a:lnTo>
                    <a:pt x="8167" y="49785"/>
                  </a:lnTo>
                  <a:lnTo>
                    <a:pt x="0" y="41677"/>
                  </a:lnTo>
                  <a:lnTo>
                    <a:pt x="4162" y="39109"/>
                  </a:lnTo>
                  <a:lnTo>
                    <a:pt x="14764" y="42560"/>
                  </a:lnTo>
                  <a:lnTo>
                    <a:pt x="20321" y="43211"/>
                  </a:lnTo>
                  <a:lnTo>
                    <a:pt x="31453" y="43693"/>
                  </a:lnTo>
                  <a:lnTo>
                    <a:pt x="34591" y="36824"/>
                  </a:lnTo>
                  <a:lnTo>
                    <a:pt x="30333" y="36291"/>
                  </a:lnTo>
                  <a:lnTo>
                    <a:pt x="25461" y="35681"/>
                  </a:lnTo>
                  <a:lnTo>
                    <a:pt x="25083" y="32556"/>
                  </a:lnTo>
                  <a:lnTo>
                    <a:pt x="25186" y="30003"/>
                  </a:lnTo>
                  <a:lnTo>
                    <a:pt x="24633" y="29306"/>
                  </a:lnTo>
                  <a:lnTo>
                    <a:pt x="24903" y="29142"/>
                  </a:lnTo>
                  <a:lnTo>
                    <a:pt x="25487" y="28785"/>
                  </a:lnTo>
                  <a:lnTo>
                    <a:pt x="26106" y="28770"/>
                  </a:lnTo>
                  <a:lnTo>
                    <a:pt x="28474" y="27699"/>
                  </a:lnTo>
                  <a:lnTo>
                    <a:pt x="28837" y="27535"/>
                  </a:lnTo>
                  <a:lnTo>
                    <a:pt x="30146" y="25921"/>
                  </a:lnTo>
                  <a:lnTo>
                    <a:pt x="31729" y="23337"/>
                  </a:lnTo>
                  <a:lnTo>
                    <a:pt x="32352" y="22622"/>
                  </a:lnTo>
                  <a:lnTo>
                    <a:pt x="32865" y="22162"/>
                  </a:lnTo>
                  <a:lnTo>
                    <a:pt x="33638" y="21468"/>
                  </a:lnTo>
                  <a:lnTo>
                    <a:pt x="35895" y="18896"/>
                  </a:lnTo>
                  <a:lnTo>
                    <a:pt x="36337" y="18828"/>
                  </a:lnTo>
                  <a:lnTo>
                    <a:pt x="37957" y="20093"/>
                  </a:lnTo>
                  <a:lnTo>
                    <a:pt x="39125" y="21199"/>
                  </a:lnTo>
                  <a:lnTo>
                    <a:pt x="40208" y="16372"/>
                  </a:lnTo>
                  <a:lnTo>
                    <a:pt x="40820" y="13647"/>
                  </a:lnTo>
                  <a:lnTo>
                    <a:pt x="41049" y="12629"/>
                  </a:lnTo>
                  <a:lnTo>
                    <a:pt x="41113" y="11037"/>
                  </a:lnTo>
                  <a:lnTo>
                    <a:pt x="41216" y="8490"/>
                  </a:lnTo>
                  <a:lnTo>
                    <a:pt x="41110" y="6676"/>
                  </a:lnTo>
                  <a:lnTo>
                    <a:pt x="40658" y="4730"/>
                  </a:lnTo>
                  <a:lnTo>
                    <a:pt x="40597" y="3850"/>
                  </a:lnTo>
                  <a:lnTo>
                    <a:pt x="42005" y="3843"/>
                  </a:lnTo>
                  <a:lnTo>
                    <a:pt x="47072" y="3815"/>
                  </a:lnTo>
                  <a:lnTo>
                    <a:pt x="55594" y="3768"/>
                  </a:lnTo>
                  <a:lnTo>
                    <a:pt x="57057" y="3694"/>
                  </a:lnTo>
                  <a:lnTo>
                    <a:pt x="63397" y="3371"/>
                  </a:lnTo>
                  <a:lnTo>
                    <a:pt x="67263" y="3175"/>
                  </a:lnTo>
                  <a:lnTo>
                    <a:pt x="68513" y="3100"/>
                  </a:lnTo>
                  <a:lnTo>
                    <a:pt x="70900" y="2956"/>
                  </a:lnTo>
                  <a:lnTo>
                    <a:pt x="71764" y="2566"/>
                  </a:lnTo>
                  <a:lnTo>
                    <a:pt x="73946" y="1580"/>
                  </a:lnTo>
                  <a:lnTo>
                    <a:pt x="74586" y="1290"/>
                  </a:lnTo>
                  <a:lnTo>
                    <a:pt x="75905" y="0"/>
                  </a:lnTo>
                  <a:lnTo>
                    <a:pt x="80542" y="3592"/>
                  </a:lnTo>
                  <a:lnTo>
                    <a:pt x="83978" y="1272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g125"/>
            <p:cNvSpPr/>
            <p:nvPr/>
          </p:nvSpPr>
          <p:spPr>
            <a:xfrm>
              <a:off x="3065092" y="4136029"/>
              <a:ext cx="96593" cy="154708"/>
            </a:xfrm>
            <a:custGeom>
              <a:avLst/>
              <a:pathLst>
                <a:path w="96593" h="154708">
                  <a:moveTo>
                    <a:pt x="96004" y="25409"/>
                  </a:moveTo>
                  <a:lnTo>
                    <a:pt x="96327" y="26390"/>
                  </a:lnTo>
                  <a:lnTo>
                    <a:pt x="96459" y="26791"/>
                  </a:lnTo>
                  <a:lnTo>
                    <a:pt x="96593" y="27196"/>
                  </a:lnTo>
                  <a:lnTo>
                    <a:pt x="95918" y="26915"/>
                  </a:lnTo>
                  <a:lnTo>
                    <a:pt x="94018" y="26283"/>
                  </a:lnTo>
                  <a:lnTo>
                    <a:pt x="93211" y="26083"/>
                  </a:lnTo>
                  <a:lnTo>
                    <a:pt x="92619" y="25937"/>
                  </a:lnTo>
                  <a:lnTo>
                    <a:pt x="90778" y="25741"/>
                  </a:lnTo>
                  <a:lnTo>
                    <a:pt x="89365" y="25741"/>
                  </a:lnTo>
                  <a:lnTo>
                    <a:pt x="88613" y="25784"/>
                  </a:lnTo>
                  <a:lnTo>
                    <a:pt x="88021" y="25818"/>
                  </a:lnTo>
                  <a:lnTo>
                    <a:pt x="87631" y="25841"/>
                  </a:lnTo>
                  <a:lnTo>
                    <a:pt x="87250" y="25897"/>
                  </a:lnTo>
                  <a:lnTo>
                    <a:pt x="86589" y="25969"/>
                  </a:lnTo>
                  <a:lnTo>
                    <a:pt x="86152" y="26017"/>
                  </a:lnTo>
                  <a:lnTo>
                    <a:pt x="84856" y="26159"/>
                  </a:lnTo>
                  <a:lnTo>
                    <a:pt x="82745" y="26570"/>
                  </a:lnTo>
                  <a:lnTo>
                    <a:pt x="77817" y="27443"/>
                  </a:lnTo>
                  <a:lnTo>
                    <a:pt x="72977" y="28387"/>
                  </a:lnTo>
                  <a:lnTo>
                    <a:pt x="71721" y="28616"/>
                  </a:lnTo>
                  <a:lnTo>
                    <a:pt x="71148" y="28721"/>
                  </a:lnTo>
                  <a:lnTo>
                    <a:pt x="64468" y="29943"/>
                  </a:lnTo>
                  <a:lnTo>
                    <a:pt x="63759" y="30072"/>
                  </a:lnTo>
                  <a:lnTo>
                    <a:pt x="62694" y="30364"/>
                  </a:lnTo>
                  <a:lnTo>
                    <a:pt x="62020" y="30549"/>
                  </a:lnTo>
                  <a:lnTo>
                    <a:pt x="61613" y="30660"/>
                  </a:lnTo>
                  <a:lnTo>
                    <a:pt x="61637" y="30792"/>
                  </a:lnTo>
                  <a:lnTo>
                    <a:pt x="61832" y="31049"/>
                  </a:lnTo>
                  <a:lnTo>
                    <a:pt x="62470" y="31891"/>
                  </a:lnTo>
                  <a:lnTo>
                    <a:pt x="62657" y="32915"/>
                  </a:lnTo>
                  <a:lnTo>
                    <a:pt x="63020" y="34902"/>
                  </a:lnTo>
                  <a:lnTo>
                    <a:pt x="64453" y="41474"/>
                  </a:lnTo>
                  <a:lnTo>
                    <a:pt x="65030" y="41312"/>
                  </a:lnTo>
                  <a:lnTo>
                    <a:pt x="65559" y="43837"/>
                  </a:lnTo>
                  <a:lnTo>
                    <a:pt x="65653" y="44252"/>
                  </a:lnTo>
                  <a:lnTo>
                    <a:pt x="66570" y="48290"/>
                  </a:lnTo>
                  <a:lnTo>
                    <a:pt x="66879" y="49842"/>
                  </a:lnTo>
                  <a:lnTo>
                    <a:pt x="66819" y="50113"/>
                  </a:lnTo>
                  <a:lnTo>
                    <a:pt x="66947" y="50591"/>
                  </a:lnTo>
                  <a:lnTo>
                    <a:pt x="67072" y="51057"/>
                  </a:lnTo>
                  <a:lnTo>
                    <a:pt x="67383" y="52706"/>
                  </a:lnTo>
                  <a:lnTo>
                    <a:pt x="68013" y="56045"/>
                  </a:lnTo>
                  <a:lnTo>
                    <a:pt x="68314" y="57639"/>
                  </a:lnTo>
                  <a:lnTo>
                    <a:pt x="65702" y="58130"/>
                  </a:lnTo>
                  <a:lnTo>
                    <a:pt x="64136" y="58425"/>
                  </a:lnTo>
                  <a:lnTo>
                    <a:pt x="65758" y="59200"/>
                  </a:lnTo>
                  <a:lnTo>
                    <a:pt x="66239" y="59287"/>
                  </a:lnTo>
                  <a:lnTo>
                    <a:pt x="65896" y="59887"/>
                  </a:lnTo>
                  <a:lnTo>
                    <a:pt x="65875" y="60200"/>
                  </a:lnTo>
                  <a:lnTo>
                    <a:pt x="65748" y="62095"/>
                  </a:lnTo>
                  <a:lnTo>
                    <a:pt x="65503" y="62810"/>
                  </a:lnTo>
                  <a:lnTo>
                    <a:pt x="65172" y="63337"/>
                  </a:lnTo>
                  <a:lnTo>
                    <a:pt x="64460" y="64102"/>
                  </a:lnTo>
                  <a:lnTo>
                    <a:pt x="64225" y="64338"/>
                  </a:lnTo>
                  <a:lnTo>
                    <a:pt x="63785" y="64779"/>
                  </a:lnTo>
                  <a:lnTo>
                    <a:pt x="63681" y="65223"/>
                  </a:lnTo>
                  <a:lnTo>
                    <a:pt x="63409" y="66385"/>
                  </a:lnTo>
                  <a:lnTo>
                    <a:pt x="63332" y="66720"/>
                  </a:lnTo>
                  <a:lnTo>
                    <a:pt x="63023" y="68066"/>
                  </a:lnTo>
                  <a:lnTo>
                    <a:pt x="62712" y="69420"/>
                  </a:lnTo>
                  <a:lnTo>
                    <a:pt x="63860" y="70899"/>
                  </a:lnTo>
                  <a:lnTo>
                    <a:pt x="64714" y="71606"/>
                  </a:lnTo>
                  <a:lnTo>
                    <a:pt x="64947" y="71730"/>
                  </a:lnTo>
                  <a:lnTo>
                    <a:pt x="65563" y="72049"/>
                  </a:lnTo>
                  <a:lnTo>
                    <a:pt x="65932" y="72195"/>
                  </a:lnTo>
                  <a:lnTo>
                    <a:pt x="64642" y="73040"/>
                  </a:lnTo>
                  <a:lnTo>
                    <a:pt x="63076" y="74066"/>
                  </a:lnTo>
                  <a:lnTo>
                    <a:pt x="62576" y="75699"/>
                  </a:lnTo>
                  <a:lnTo>
                    <a:pt x="61766" y="76336"/>
                  </a:lnTo>
                  <a:lnTo>
                    <a:pt x="60779" y="77113"/>
                  </a:lnTo>
                  <a:lnTo>
                    <a:pt x="60790" y="77318"/>
                  </a:lnTo>
                  <a:lnTo>
                    <a:pt x="60855" y="78538"/>
                  </a:lnTo>
                  <a:lnTo>
                    <a:pt x="60897" y="79341"/>
                  </a:lnTo>
                  <a:lnTo>
                    <a:pt x="61687" y="79919"/>
                  </a:lnTo>
                  <a:lnTo>
                    <a:pt x="65150" y="80647"/>
                  </a:lnTo>
                  <a:lnTo>
                    <a:pt x="66083" y="82854"/>
                  </a:lnTo>
                  <a:lnTo>
                    <a:pt x="65174" y="84748"/>
                  </a:lnTo>
                  <a:lnTo>
                    <a:pt x="62966" y="87759"/>
                  </a:lnTo>
                  <a:lnTo>
                    <a:pt x="59303" y="87563"/>
                  </a:lnTo>
                  <a:lnTo>
                    <a:pt x="57335" y="86596"/>
                  </a:lnTo>
                  <a:lnTo>
                    <a:pt x="54096" y="87499"/>
                  </a:lnTo>
                  <a:lnTo>
                    <a:pt x="52682" y="87078"/>
                  </a:lnTo>
                  <a:lnTo>
                    <a:pt x="50473" y="89065"/>
                  </a:lnTo>
                  <a:lnTo>
                    <a:pt x="51713" y="90518"/>
                  </a:lnTo>
                  <a:lnTo>
                    <a:pt x="55713" y="89791"/>
                  </a:lnTo>
                  <a:lnTo>
                    <a:pt x="55980" y="93490"/>
                  </a:lnTo>
                  <a:lnTo>
                    <a:pt x="56938" y="103893"/>
                  </a:lnTo>
                  <a:lnTo>
                    <a:pt x="57781" y="109252"/>
                  </a:lnTo>
                  <a:lnTo>
                    <a:pt x="60677" y="107295"/>
                  </a:lnTo>
                  <a:lnTo>
                    <a:pt x="62689" y="108499"/>
                  </a:lnTo>
                  <a:lnTo>
                    <a:pt x="64407" y="109904"/>
                  </a:lnTo>
                  <a:lnTo>
                    <a:pt x="67696" y="115122"/>
                  </a:lnTo>
                  <a:lnTo>
                    <a:pt x="67058" y="116677"/>
                  </a:lnTo>
                  <a:lnTo>
                    <a:pt x="66436" y="118693"/>
                  </a:lnTo>
                  <a:lnTo>
                    <a:pt x="65527" y="121879"/>
                  </a:lnTo>
                  <a:lnTo>
                    <a:pt x="64546" y="122908"/>
                  </a:lnTo>
                  <a:lnTo>
                    <a:pt x="65552" y="123585"/>
                  </a:lnTo>
                  <a:lnTo>
                    <a:pt x="62091" y="128452"/>
                  </a:lnTo>
                  <a:lnTo>
                    <a:pt x="63147" y="129832"/>
                  </a:lnTo>
                  <a:lnTo>
                    <a:pt x="63589" y="130986"/>
                  </a:lnTo>
                  <a:lnTo>
                    <a:pt x="65421" y="135395"/>
                  </a:lnTo>
                  <a:lnTo>
                    <a:pt x="65764" y="137101"/>
                  </a:lnTo>
                  <a:lnTo>
                    <a:pt x="65012" y="139835"/>
                  </a:lnTo>
                  <a:lnTo>
                    <a:pt x="63808" y="140355"/>
                  </a:lnTo>
                  <a:lnTo>
                    <a:pt x="62434" y="140528"/>
                  </a:lnTo>
                  <a:lnTo>
                    <a:pt x="61150" y="140691"/>
                  </a:lnTo>
                  <a:lnTo>
                    <a:pt x="60274" y="141182"/>
                  </a:lnTo>
                  <a:lnTo>
                    <a:pt x="59059" y="141865"/>
                  </a:lnTo>
                  <a:lnTo>
                    <a:pt x="57350" y="142662"/>
                  </a:lnTo>
                  <a:lnTo>
                    <a:pt x="56917" y="143043"/>
                  </a:lnTo>
                  <a:lnTo>
                    <a:pt x="55038" y="144694"/>
                  </a:lnTo>
                  <a:lnTo>
                    <a:pt x="54345" y="145305"/>
                  </a:lnTo>
                  <a:lnTo>
                    <a:pt x="54081" y="145537"/>
                  </a:lnTo>
                  <a:lnTo>
                    <a:pt x="51401" y="148548"/>
                  </a:lnTo>
                  <a:lnTo>
                    <a:pt x="49199" y="149520"/>
                  </a:lnTo>
                  <a:lnTo>
                    <a:pt x="48913" y="149647"/>
                  </a:lnTo>
                  <a:lnTo>
                    <a:pt x="48525" y="149927"/>
                  </a:lnTo>
                  <a:lnTo>
                    <a:pt x="48206" y="150158"/>
                  </a:lnTo>
                  <a:lnTo>
                    <a:pt x="44377" y="153997"/>
                  </a:lnTo>
                  <a:lnTo>
                    <a:pt x="43668" y="154708"/>
                  </a:lnTo>
                  <a:lnTo>
                    <a:pt x="43641" y="154392"/>
                  </a:lnTo>
                  <a:lnTo>
                    <a:pt x="43458" y="152163"/>
                  </a:lnTo>
                  <a:lnTo>
                    <a:pt x="41605" y="149745"/>
                  </a:lnTo>
                  <a:lnTo>
                    <a:pt x="39044" y="152017"/>
                  </a:lnTo>
                  <a:lnTo>
                    <a:pt x="36128" y="153341"/>
                  </a:lnTo>
                  <a:lnTo>
                    <a:pt x="33993" y="153432"/>
                  </a:lnTo>
                  <a:lnTo>
                    <a:pt x="33237" y="153622"/>
                  </a:lnTo>
                  <a:lnTo>
                    <a:pt x="32538" y="151884"/>
                  </a:lnTo>
                  <a:lnTo>
                    <a:pt x="31877" y="151601"/>
                  </a:lnTo>
                  <a:lnTo>
                    <a:pt x="31708" y="151528"/>
                  </a:lnTo>
                  <a:lnTo>
                    <a:pt x="29872" y="150741"/>
                  </a:lnTo>
                  <a:lnTo>
                    <a:pt x="27810" y="151393"/>
                  </a:lnTo>
                  <a:lnTo>
                    <a:pt x="25656" y="151019"/>
                  </a:lnTo>
                  <a:lnTo>
                    <a:pt x="24453" y="150503"/>
                  </a:lnTo>
                  <a:lnTo>
                    <a:pt x="23939" y="151280"/>
                  </a:lnTo>
                  <a:lnTo>
                    <a:pt x="22067" y="147906"/>
                  </a:lnTo>
                  <a:lnTo>
                    <a:pt x="19718" y="145068"/>
                  </a:lnTo>
                  <a:lnTo>
                    <a:pt x="21252" y="143330"/>
                  </a:lnTo>
                  <a:lnTo>
                    <a:pt x="21527" y="142668"/>
                  </a:lnTo>
                  <a:lnTo>
                    <a:pt x="21586" y="141785"/>
                  </a:lnTo>
                  <a:lnTo>
                    <a:pt x="21601" y="140181"/>
                  </a:lnTo>
                  <a:lnTo>
                    <a:pt x="21617" y="138462"/>
                  </a:lnTo>
                  <a:lnTo>
                    <a:pt x="21635" y="136627"/>
                  </a:lnTo>
                  <a:lnTo>
                    <a:pt x="21771" y="134109"/>
                  </a:lnTo>
                  <a:lnTo>
                    <a:pt x="21846" y="132744"/>
                  </a:lnTo>
                  <a:lnTo>
                    <a:pt x="21947" y="132220"/>
                  </a:lnTo>
                  <a:lnTo>
                    <a:pt x="22111" y="131377"/>
                  </a:lnTo>
                  <a:lnTo>
                    <a:pt x="22155" y="131153"/>
                  </a:lnTo>
                  <a:lnTo>
                    <a:pt x="22393" y="130464"/>
                  </a:lnTo>
                  <a:lnTo>
                    <a:pt x="22487" y="129166"/>
                  </a:lnTo>
                  <a:lnTo>
                    <a:pt x="22860" y="126196"/>
                  </a:lnTo>
                  <a:lnTo>
                    <a:pt x="23017" y="125574"/>
                  </a:lnTo>
                  <a:lnTo>
                    <a:pt x="23157" y="125195"/>
                  </a:lnTo>
                  <a:lnTo>
                    <a:pt x="23514" y="124223"/>
                  </a:lnTo>
                  <a:lnTo>
                    <a:pt x="23685" y="123784"/>
                  </a:lnTo>
                  <a:lnTo>
                    <a:pt x="23929" y="123158"/>
                  </a:lnTo>
                  <a:lnTo>
                    <a:pt x="23962" y="122821"/>
                  </a:lnTo>
                  <a:lnTo>
                    <a:pt x="24086" y="121552"/>
                  </a:lnTo>
                  <a:lnTo>
                    <a:pt x="24066" y="119866"/>
                  </a:lnTo>
                  <a:lnTo>
                    <a:pt x="23968" y="119334"/>
                  </a:lnTo>
                  <a:lnTo>
                    <a:pt x="23870" y="118803"/>
                  </a:lnTo>
                  <a:lnTo>
                    <a:pt x="23875" y="118626"/>
                  </a:lnTo>
                  <a:lnTo>
                    <a:pt x="23881" y="118373"/>
                  </a:lnTo>
                  <a:lnTo>
                    <a:pt x="23890" y="118040"/>
                  </a:lnTo>
                  <a:lnTo>
                    <a:pt x="23750" y="116871"/>
                  </a:lnTo>
                  <a:lnTo>
                    <a:pt x="23561" y="115291"/>
                  </a:lnTo>
                  <a:lnTo>
                    <a:pt x="23466" y="114506"/>
                  </a:lnTo>
                  <a:lnTo>
                    <a:pt x="23430" y="113264"/>
                  </a:lnTo>
                  <a:lnTo>
                    <a:pt x="23303" y="111920"/>
                  </a:lnTo>
                  <a:lnTo>
                    <a:pt x="23739" y="109272"/>
                  </a:lnTo>
                  <a:lnTo>
                    <a:pt x="23888" y="108364"/>
                  </a:lnTo>
                  <a:lnTo>
                    <a:pt x="25170" y="108605"/>
                  </a:lnTo>
                  <a:lnTo>
                    <a:pt x="25703" y="108627"/>
                  </a:lnTo>
                  <a:lnTo>
                    <a:pt x="26426" y="108657"/>
                  </a:lnTo>
                  <a:lnTo>
                    <a:pt x="27364" y="108695"/>
                  </a:lnTo>
                  <a:lnTo>
                    <a:pt x="27923" y="108158"/>
                  </a:lnTo>
                  <a:lnTo>
                    <a:pt x="30953" y="108263"/>
                  </a:lnTo>
                  <a:lnTo>
                    <a:pt x="32033" y="108383"/>
                  </a:lnTo>
                  <a:lnTo>
                    <a:pt x="32848" y="108348"/>
                  </a:lnTo>
                  <a:lnTo>
                    <a:pt x="33653" y="107003"/>
                  </a:lnTo>
                  <a:lnTo>
                    <a:pt x="33974" y="106545"/>
                  </a:lnTo>
                  <a:lnTo>
                    <a:pt x="34920" y="105196"/>
                  </a:lnTo>
                  <a:lnTo>
                    <a:pt x="35989" y="103672"/>
                  </a:lnTo>
                  <a:lnTo>
                    <a:pt x="36521" y="102839"/>
                  </a:lnTo>
                  <a:lnTo>
                    <a:pt x="36618" y="102689"/>
                  </a:lnTo>
                  <a:lnTo>
                    <a:pt x="36764" y="102582"/>
                  </a:lnTo>
                  <a:lnTo>
                    <a:pt x="37053" y="102373"/>
                  </a:lnTo>
                  <a:lnTo>
                    <a:pt x="37216" y="102111"/>
                  </a:lnTo>
                  <a:lnTo>
                    <a:pt x="37458" y="101720"/>
                  </a:lnTo>
                  <a:lnTo>
                    <a:pt x="38080" y="100715"/>
                  </a:lnTo>
                  <a:lnTo>
                    <a:pt x="38285" y="100385"/>
                  </a:lnTo>
                  <a:lnTo>
                    <a:pt x="39116" y="99044"/>
                  </a:lnTo>
                  <a:lnTo>
                    <a:pt x="39222" y="98873"/>
                  </a:lnTo>
                  <a:lnTo>
                    <a:pt x="39504" y="98396"/>
                  </a:lnTo>
                  <a:lnTo>
                    <a:pt x="40624" y="96503"/>
                  </a:lnTo>
                  <a:lnTo>
                    <a:pt x="41115" y="95816"/>
                  </a:lnTo>
                  <a:lnTo>
                    <a:pt x="42359" y="94078"/>
                  </a:lnTo>
                  <a:lnTo>
                    <a:pt x="42635" y="93693"/>
                  </a:lnTo>
                  <a:lnTo>
                    <a:pt x="43038" y="93129"/>
                  </a:lnTo>
                  <a:lnTo>
                    <a:pt x="43383" y="92804"/>
                  </a:lnTo>
                  <a:lnTo>
                    <a:pt x="45133" y="91154"/>
                  </a:lnTo>
                  <a:lnTo>
                    <a:pt x="44221" y="89989"/>
                  </a:lnTo>
                  <a:lnTo>
                    <a:pt x="44503" y="89288"/>
                  </a:lnTo>
                  <a:lnTo>
                    <a:pt x="43109" y="88327"/>
                  </a:lnTo>
                  <a:lnTo>
                    <a:pt x="42723" y="87721"/>
                  </a:lnTo>
                  <a:lnTo>
                    <a:pt x="42607" y="86641"/>
                  </a:lnTo>
                  <a:lnTo>
                    <a:pt x="42441" y="85085"/>
                  </a:lnTo>
                  <a:lnTo>
                    <a:pt x="42665" y="84698"/>
                  </a:lnTo>
                  <a:lnTo>
                    <a:pt x="43938" y="82506"/>
                  </a:lnTo>
                  <a:lnTo>
                    <a:pt x="44262" y="81948"/>
                  </a:lnTo>
                  <a:lnTo>
                    <a:pt x="44688" y="81157"/>
                  </a:lnTo>
                  <a:lnTo>
                    <a:pt x="44783" y="80981"/>
                  </a:lnTo>
                  <a:lnTo>
                    <a:pt x="44949" y="80673"/>
                  </a:lnTo>
                  <a:lnTo>
                    <a:pt x="44712" y="80733"/>
                  </a:lnTo>
                  <a:lnTo>
                    <a:pt x="44558" y="80771"/>
                  </a:lnTo>
                  <a:lnTo>
                    <a:pt x="42215" y="81260"/>
                  </a:lnTo>
                  <a:lnTo>
                    <a:pt x="40861" y="81667"/>
                  </a:lnTo>
                  <a:lnTo>
                    <a:pt x="39208" y="82163"/>
                  </a:lnTo>
                  <a:lnTo>
                    <a:pt x="37749" y="82623"/>
                  </a:lnTo>
                  <a:lnTo>
                    <a:pt x="36104" y="83142"/>
                  </a:lnTo>
                  <a:lnTo>
                    <a:pt x="35583" y="83228"/>
                  </a:lnTo>
                  <a:lnTo>
                    <a:pt x="34931" y="83336"/>
                  </a:lnTo>
                  <a:lnTo>
                    <a:pt x="32704" y="83706"/>
                  </a:lnTo>
                  <a:lnTo>
                    <a:pt x="32385" y="83716"/>
                  </a:lnTo>
                  <a:lnTo>
                    <a:pt x="31071" y="83758"/>
                  </a:lnTo>
                  <a:lnTo>
                    <a:pt x="30498" y="83776"/>
                  </a:lnTo>
                  <a:lnTo>
                    <a:pt x="30324" y="83781"/>
                  </a:lnTo>
                  <a:lnTo>
                    <a:pt x="28311" y="83349"/>
                  </a:lnTo>
                  <a:lnTo>
                    <a:pt x="26937" y="83054"/>
                  </a:lnTo>
                  <a:lnTo>
                    <a:pt x="22028" y="82000"/>
                  </a:lnTo>
                  <a:lnTo>
                    <a:pt x="18704" y="81705"/>
                  </a:lnTo>
                  <a:lnTo>
                    <a:pt x="18077" y="81649"/>
                  </a:lnTo>
                  <a:lnTo>
                    <a:pt x="16687" y="82098"/>
                  </a:lnTo>
                  <a:lnTo>
                    <a:pt x="16396" y="82542"/>
                  </a:lnTo>
                  <a:lnTo>
                    <a:pt x="16197" y="82846"/>
                  </a:lnTo>
                  <a:lnTo>
                    <a:pt x="15916" y="82301"/>
                  </a:lnTo>
                  <a:lnTo>
                    <a:pt x="15357" y="81217"/>
                  </a:lnTo>
                  <a:lnTo>
                    <a:pt x="14508" y="79043"/>
                  </a:lnTo>
                  <a:lnTo>
                    <a:pt x="13943" y="78310"/>
                  </a:lnTo>
                  <a:lnTo>
                    <a:pt x="13561" y="77904"/>
                  </a:lnTo>
                  <a:lnTo>
                    <a:pt x="11823" y="76609"/>
                  </a:lnTo>
                  <a:lnTo>
                    <a:pt x="9629" y="75044"/>
                  </a:lnTo>
                  <a:lnTo>
                    <a:pt x="8966" y="74352"/>
                  </a:lnTo>
                  <a:lnTo>
                    <a:pt x="8524" y="73674"/>
                  </a:lnTo>
                  <a:lnTo>
                    <a:pt x="8040" y="72759"/>
                  </a:lnTo>
                  <a:lnTo>
                    <a:pt x="6492" y="70679"/>
                  </a:lnTo>
                  <a:lnTo>
                    <a:pt x="5800" y="68271"/>
                  </a:lnTo>
                  <a:lnTo>
                    <a:pt x="5712" y="67097"/>
                  </a:lnTo>
                  <a:lnTo>
                    <a:pt x="5491" y="66013"/>
                  </a:lnTo>
                  <a:lnTo>
                    <a:pt x="5257" y="65520"/>
                  </a:lnTo>
                  <a:lnTo>
                    <a:pt x="4814" y="64929"/>
                  </a:lnTo>
                  <a:lnTo>
                    <a:pt x="3971" y="64292"/>
                  </a:lnTo>
                  <a:lnTo>
                    <a:pt x="3400" y="63860"/>
                  </a:lnTo>
                  <a:lnTo>
                    <a:pt x="3061" y="63349"/>
                  </a:lnTo>
                  <a:lnTo>
                    <a:pt x="2870" y="62506"/>
                  </a:lnTo>
                  <a:lnTo>
                    <a:pt x="1952" y="60880"/>
                  </a:lnTo>
                  <a:lnTo>
                    <a:pt x="1155" y="59859"/>
                  </a:lnTo>
                  <a:lnTo>
                    <a:pt x="855" y="59474"/>
                  </a:lnTo>
                  <a:lnTo>
                    <a:pt x="0" y="58415"/>
                  </a:lnTo>
                  <a:lnTo>
                    <a:pt x="777" y="57769"/>
                  </a:lnTo>
                  <a:lnTo>
                    <a:pt x="3501" y="55536"/>
                  </a:lnTo>
                  <a:lnTo>
                    <a:pt x="4520" y="54295"/>
                  </a:lnTo>
                  <a:lnTo>
                    <a:pt x="6692" y="51962"/>
                  </a:lnTo>
                  <a:lnTo>
                    <a:pt x="6981" y="51622"/>
                  </a:lnTo>
                  <a:lnTo>
                    <a:pt x="7686" y="50795"/>
                  </a:lnTo>
                  <a:lnTo>
                    <a:pt x="9612" y="48312"/>
                  </a:lnTo>
                  <a:lnTo>
                    <a:pt x="12773" y="43182"/>
                  </a:lnTo>
                  <a:lnTo>
                    <a:pt x="15600" y="38594"/>
                  </a:lnTo>
                  <a:lnTo>
                    <a:pt x="15702" y="38429"/>
                  </a:lnTo>
                  <a:lnTo>
                    <a:pt x="20344" y="31382"/>
                  </a:lnTo>
                  <a:lnTo>
                    <a:pt x="22167" y="32796"/>
                  </a:lnTo>
                  <a:lnTo>
                    <a:pt x="24998" y="34780"/>
                  </a:lnTo>
                  <a:lnTo>
                    <a:pt x="25707" y="35237"/>
                  </a:lnTo>
                  <a:lnTo>
                    <a:pt x="31414" y="26522"/>
                  </a:lnTo>
                  <a:lnTo>
                    <a:pt x="31622" y="26203"/>
                  </a:lnTo>
                  <a:lnTo>
                    <a:pt x="31710" y="26069"/>
                  </a:lnTo>
                  <a:lnTo>
                    <a:pt x="31839" y="25887"/>
                  </a:lnTo>
                  <a:lnTo>
                    <a:pt x="32425" y="25057"/>
                  </a:lnTo>
                  <a:lnTo>
                    <a:pt x="37681" y="17609"/>
                  </a:lnTo>
                  <a:lnTo>
                    <a:pt x="37803" y="17436"/>
                  </a:lnTo>
                  <a:lnTo>
                    <a:pt x="38094" y="17024"/>
                  </a:lnTo>
                  <a:lnTo>
                    <a:pt x="45611" y="6373"/>
                  </a:lnTo>
                  <a:lnTo>
                    <a:pt x="45963" y="5875"/>
                  </a:lnTo>
                  <a:lnTo>
                    <a:pt x="48777" y="1887"/>
                  </a:lnTo>
                  <a:lnTo>
                    <a:pt x="49767" y="484"/>
                  </a:lnTo>
                  <a:lnTo>
                    <a:pt x="49936" y="245"/>
                  </a:lnTo>
                  <a:lnTo>
                    <a:pt x="50109" y="0"/>
                  </a:lnTo>
                  <a:lnTo>
                    <a:pt x="50352" y="725"/>
                  </a:lnTo>
                  <a:lnTo>
                    <a:pt x="50471" y="967"/>
                  </a:lnTo>
                  <a:lnTo>
                    <a:pt x="50823" y="1684"/>
                  </a:lnTo>
                  <a:lnTo>
                    <a:pt x="55087" y="10369"/>
                  </a:lnTo>
                  <a:lnTo>
                    <a:pt x="66986" y="13371"/>
                  </a:lnTo>
                  <a:lnTo>
                    <a:pt x="68542" y="13763"/>
                  </a:lnTo>
                  <a:lnTo>
                    <a:pt x="68784" y="13825"/>
                  </a:lnTo>
                  <a:lnTo>
                    <a:pt x="69312" y="13958"/>
                  </a:lnTo>
                  <a:lnTo>
                    <a:pt x="71522" y="14515"/>
                  </a:lnTo>
                  <a:lnTo>
                    <a:pt x="78092" y="16173"/>
                  </a:lnTo>
                  <a:lnTo>
                    <a:pt x="85939" y="18153"/>
                  </a:lnTo>
                  <a:lnTo>
                    <a:pt x="86772" y="18363"/>
                  </a:lnTo>
                  <a:lnTo>
                    <a:pt x="88127" y="18864"/>
                  </a:lnTo>
                  <a:lnTo>
                    <a:pt x="88774" y="19103"/>
                  </a:lnTo>
                  <a:lnTo>
                    <a:pt x="94782" y="23458"/>
                  </a:lnTo>
                  <a:lnTo>
                    <a:pt x="95513" y="24531"/>
                  </a:lnTo>
                  <a:lnTo>
                    <a:pt x="95710" y="24884"/>
                  </a:lnTo>
                  <a:lnTo>
                    <a:pt x="95924" y="252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g126"/>
            <p:cNvSpPr/>
            <p:nvPr/>
          </p:nvSpPr>
          <p:spPr>
            <a:xfrm>
              <a:off x="3077034" y="4216703"/>
              <a:ext cx="33192" cy="28021"/>
            </a:xfrm>
            <a:custGeom>
              <a:avLst/>
              <a:pathLst>
                <a:path w="33192" h="28021">
                  <a:moveTo>
                    <a:pt x="31997" y="1832"/>
                  </a:moveTo>
                  <a:lnTo>
                    <a:pt x="30724" y="4024"/>
                  </a:lnTo>
                  <a:lnTo>
                    <a:pt x="30500" y="4411"/>
                  </a:lnTo>
                  <a:lnTo>
                    <a:pt x="30666" y="5967"/>
                  </a:lnTo>
                  <a:lnTo>
                    <a:pt x="30781" y="7047"/>
                  </a:lnTo>
                  <a:lnTo>
                    <a:pt x="31168" y="7653"/>
                  </a:lnTo>
                  <a:lnTo>
                    <a:pt x="32562" y="8615"/>
                  </a:lnTo>
                  <a:lnTo>
                    <a:pt x="32259" y="9364"/>
                  </a:lnTo>
                  <a:lnTo>
                    <a:pt x="33192" y="10480"/>
                  </a:lnTo>
                  <a:lnTo>
                    <a:pt x="31442" y="12130"/>
                  </a:lnTo>
                  <a:lnTo>
                    <a:pt x="31097" y="12456"/>
                  </a:lnTo>
                  <a:lnTo>
                    <a:pt x="30694" y="13019"/>
                  </a:lnTo>
                  <a:lnTo>
                    <a:pt x="30418" y="13404"/>
                  </a:lnTo>
                  <a:lnTo>
                    <a:pt x="29174" y="15143"/>
                  </a:lnTo>
                  <a:lnTo>
                    <a:pt x="28683" y="15829"/>
                  </a:lnTo>
                  <a:lnTo>
                    <a:pt x="27563" y="17722"/>
                  </a:lnTo>
                  <a:lnTo>
                    <a:pt x="27281" y="18199"/>
                  </a:lnTo>
                  <a:lnTo>
                    <a:pt x="27174" y="18370"/>
                  </a:lnTo>
                  <a:lnTo>
                    <a:pt x="26344" y="19711"/>
                  </a:lnTo>
                  <a:lnTo>
                    <a:pt x="26139" y="20041"/>
                  </a:lnTo>
                  <a:lnTo>
                    <a:pt x="25517" y="21046"/>
                  </a:lnTo>
                  <a:lnTo>
                    <a:pt x="25275" y="21437"/>
                  </a:lnTo>
                  <a:lnTo>
                    <a:pt x="25112" y="21699"/>
                  </a:lnTo>
                  <a:lnTo>
                    <a:pt x="24823" y="21908"/>
                  </a:lnTo>
                  <a:lnTo>
                    <a:pt x="24676" y="22015"/>
                  </a:lnTo>
                  <a:lnTo>
                    <a:pt x="24522" y="22256"/>
                  </a:lnTo>
                  <a:lnTo>
                    <a:pt x="24048" y="22998"/>
                  </a:lnTo>
                  <a:lnTo>
                    <a:pt x="22979" y="24522"/>
                  </a:lnTo>
                  <a:lnTo>
                    <a:pt x="22033" y="25871"/>
                  </a:lnTo>
                  <a:lnTo>
                    <a:pt x="21712" y="26330"/>
                  </a:lnTo>
                  <a:lnTo>
                    <a:pt x="20907" y="27674"/>
                  </a:lnTo>
                  <a:lnTo>
                    <a:pt x="20092" y="27709"/>
                  </a:lnTo>
                  <a:lnTo>
                    <a:pt x="19012" y="27589"/>
                  </a:lnTo>
                  <a:lnTo>
                    <a:pt x="15982" y="27484"/>
                  </a:lnTo>
                  <a:lnTo>
                    <a:pt x="15422" y="28021"/>
                  </a:lnTo>
                  <a:lnTo>
                    <a:pt x="14485" y="27983"/>
                  </a:lnTo>
                  <a:lnTo>
                    <a:pt x="13762" y="27953"/>
                  </a:lnTo>
                  <a:lnTo>
                    <a:pt x="13228" y="27931"/>
                  </a:lnTo>
                  <a:lnTo>
                    <a:pt x="11947" y="27690"/>
                  </a:lnTo>
                  <a:lnTo>
                    <a:pt x="10813" y="27404"/>
                  </a:lnTo>
                  <a:lnTo>
                    <a:pt x="7955" y="26368"/>
                  </a:lnTo>
                  <a:lnTo>
                    <a:pt x="7279" y="26034"/>
                  </a:lnTo>
                  <a:lnTo>
                    <a:pt x="6169" y="25307"/>
                  </a:lnTo>
                  <a:lnTo>
                    <a:pt x="5478" y="25008"/>
                  </a:lnTo>
                  <a:lnTo>
                    <a:pt x="5072" y="24497"/>
                  </a:lnTo>
                  <a:lnTo>
                    <a:pt x="3158" y="22089"/>
                  </a:lnTo>
                  <a:lnTo>
                    <a:pt x="2199" y="21086"/>
                  </a:lnTo>
                  <a:lnTo>
                    <a:pt x="1006" y="19837"/>
                  </a:lnTo>
                  <a:lnTo>
                    <a:pt x="0" y="18784"/>
                  </a:lnTo>
                  <a:lnTo>
                    <a:pt x="441" y="15368"/>
                  </a:lnTo>
                  <a:lnTo>
                    <a:pt x="1619" y="11740"/>
                  </a:lnTo>
                  <a:lnTo>
                    <a:pt x="3386" y="8399"/>
                  </a:lnTo>
                  <a:lnTo>
                    <a:pt x="3141" y="7316"/>
                  </a:lnTo>
                  <a:lnTo>
                    <a:pt x="2562" y="4756"/>
                  </a:lnTo>
                  <a:lnTo>
                    <a:pt x="3297" y="3635"/>
                  </a:lnTo>
                  <a:lnTo>
                    <a:pt x="4113" y="2390"/>
                  </a:lnTo>
                  <a:lnTo>
                    <a:pt x="4256" y="2172"/>
                  </a:lnTo>
                  <a:lnTo>
                    <a:pt x="4455" y="1869"/>
                  </a:lnTo>
                  <a:lnTo>
                    <a:pt x="4746" y="1424"/>
                  </a:lnTo>
                  <a:lnTo>
                    <a:pt x="6136" y="975"/>
                  </a:lnTo>
                  <a:lnTo>
                    <a:pt x="6762" y="1031"/>
                  </a:lnTo>
                  <a:lnTo>
                    <a:pt x="10087" y="1326"/>
                  </a:lnTo>
                  <a:lnTo>
                    <a:pt x="14996" y="2380"/>
                  </a:lnTo>
                  <a:lnTo>
                    <a:pt x="16370" y="2675"/>
                  </a:lnTo>
                  <a:lnTo>
                    <a:pt x="18383" y="3107"/>
                  </a:lnTo>
                  <a:lnTo>
                    <a:pt x="18556" y="3102"/>
                  </a:lnTo>
                  <a:lnTo>
                    <a:pt x="19129" y="3084"/>
                  </a:lnTo>
                  <a:lnTo>
                    <a:pt x="20444" y="3042"/>
                  </a:lnTo>
                  <a:lnTo>
                    <a:pt x="20763" y="3032"/>
                  </a:lnTo>
                  <a:lnTo>
                    <a:pt x="22990" y="2662"/>
                  </a:lnTo>
                  <a:lnTo>
                    <a:pt x="23642" y="2554"/>
                  </a:lnTo>
                  <a:lnTo>
                    <a:pt x="24162" y="2468"/>
                  </a:lnTo>
                  <a:lnTo>
                    <a:pt x="25807" y="1949"/>
                  </a:lnTo>
                  <a:lnTo>
                    <a:pt x="27267" y="1489"/>
                  </a:lnTo>
                  <a:lnTo>
                    <a:pt x="28919" y="993"/>
                  </a:lnTo>
                  <a:lnTo>
                    <a:pt x="30273" y="586"/>
                  </a:lnTo>
                  <a:lnTo>
                    <a:pt x="32617" y="97"/>
                  </a:lnTo>
                  <a:lnTo>
                    <a:pt x="32771" y="59"/>
                  </a:lnTo>
                  <a:lnTo>
                    <a:pt x="33007" y="0"/>
                  </a:lnTo>
                  <a:lnTo>
                    <a:pt x="32842" y="307"/>
                  </a:lnTo>
                  <a:lnTo>
                    <a:pt x="32747" y="483"/>
                  </a:lnTo>
                  <a:lnTo>
                    <a:pt x="32321" y="12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g127"/>
            <p:cNvSpPr/>
            <p:nvPr/>
          </p:nvSpPr>
          <p:spPr>
            <a:xfrm>
              <a:off x="3089116" y="4262503"/>
              <a:ext cx="62292" cy="62271"/>
            </a:xfrm>
            <a:custGeom>
              <a:avLst/>
              <a:pathLst>
                <a:path w="62292" h="62271">
                  <a:moveTo>
                    <a:pt x="60262" y="27246"/>
                  </a:moveTo>
                  <a:lnTo>
                    <a:pt x="60966" y="29971"/>
                  </a:lnTo>
                  <a:lnTo>
                    <a:pt x="60766" y="34759"/>
                  </a:lnTo>
                  <a:lnTo>
                    <a:pt x="61960" y="37252"/>
                  </a:lnTo>
                  <a:lnTo>
                    <a:pt x="62292" y="40278"/>
                  </a:lnTo>
                  <a:lnTo>
                    <a:pt x="50694" y="43188"/>
                  </a:lnTo>
                  <a:lnTo>
                    <a:pt x="45157" y="43369"/>
                  </a:lnTo>
                  <a:lnTo>
                    <a:pt x="45566" y="49014"/>
                  </a:lnTo>
                  <a:lnTo>
                    <a:pt x="45670" y="50452"/>
                  </a:lnTo>
                  <a:lnTo>
                    <a:pt x="45352" y="50396"/>
                  </a:lnTo>
                  <a:lnTo>
                    <a:pt x="41629" y="49832"/>
                  </a:lnTo>
                  <a:lnTo>
                    <a:pt x="39132" y="50256"/>
                  </a:lnTo>
                  <a:lnTo>
                    <a:pt x="35422" y="51013"/>
                  </a:lnTo>
                  <a:lnTo>
                    <a:pt x="34785" y="51785"/>
                  </a:lnTo>
                  <a:lnTo>
                    <a:pt x="34048" y="52679"/>
                  </a:lnTo>
                  <a:lnTo>
                    <a:pt x="32536" y="53481"/>
                  </a:lnTo>
                  <a:lnTo>
                    <a:pt x="33076" y="55373"/>
                  </a:lnTo>
                  <a:lnTo>
                    <a:pt x="32875" y="55524"/>
                  </a:lnTo>
                  <a:lnTo>
                    <a:pt x="30110" y="57605"/>
                  </a:lnTo>
                  <a:lnTo>
                    <a:pt x="29600" y="60596"/>
                  </a:lnTo>
                  <a:lnTo>
                    <a:pt x="29315" y="62271"/>
                  </a:lnTo>
                  <a:lnTo>
                    <a:pt x="20790" y="62108"/>
                  </a:lnTo>
                  <a:lnTo>
                    <a:pt x="20306" y="61541"/>
                  </a:lnTo>
                  <a:lnTo>
                    <a:pt x="16891" y="57535"/>
                  </a:lnTo>
                  <a:lnTo>
                    <a:pt x="12889" y="52841"/>
                  </a:lnTo>
                  <a:lnTo>
                    <a:pt x="12594" y="52495"/>
                  </a:lnTo>
                  <a:lnTo>
                    <a:pt x="11090" y="49061"/>
                  </a:lnTo>
                  <a:lnTo>
                    <a:pt x="10984" y="48815"/>
                  </a:lnTo>
                  <a:lnTo>
                    <a:pt x="9485" y="45343"/>
                  </a:lnTo>
                  <a:lnTo>
                    <a:pt x="9003" y="44189"/>
                  </a:lnTo>
                  <a:lnTo>
                    <a:pt x="8168" y="42192"/>
                  </a:lnTo>
                  <a:lnTo>
                    <a:pt x="7186" y="41553"/>
                  </a:lnTo>
                  <a:lnTo>
                    <a:pt x="4846" y="40030"/>
                  </a:lnTo>
                  <a:lnTo>
                    <a:pt x="4769" y="39419"/>
                  </a:lnTo>
                  <a:lnTo>
                    <a:pt x="4626" y="38299"/>
                  </a:lnTo>
                  <a:lnTo>
                    <a:pt x="2045" y="34825"/>
                  </a:lnTo>
                  <a:lnTo>
                    <a:pt x="598" y="30147"/>
                  </a:lnTo>
                  <a:lnTo>
                    <a:pt x="975" y="29862"/>
                  </a:lnTo>
                  <a:lnTo>
                    <a:pt x="2527" y="29508"/>
                  </a:lnTo>
                  <a:lnTo>
                    <a:pt x="2214" y="28945"/>
                  </a:lnTo>
                  <a:lnTo>
                    <a:pt x="1540" y="27731"/>
                  </a:lnTo>
                  <a:lnTo>
                    <a:pt x="0" y="24679"/>
                  </a:lnTo>
                  <a:lnTo>
                    <a:pt x="429" y="24029"/>
                  </a:lnTo>
                  <a:lnTo>
                    <a:pt x="1633" y="24544"/>
                  </a:lnTo>
                  <a:lnTo>
                    <a:pt x="3787" y="24919"/>
                  </a:lnTo>
                  <a:lnTo>
                    <a:pt x="5848" y="24266"/>
                  </a:lnTo>
                  <a:lnTo>
                    <a:pt x="7684" y="25053"/>
                  </a:lnTo>
                  <a:lnTo>
                    <a:pt x="7853" y="25126"/>
                  </a:lnTo>
                  <a:lnTo>
                    <a:pt x="8515" y="25409"/>
                  </a:lnTo>
                  <a:lnTo>
                    <a:pt x="9213" y="27147"/>
                  </a:lnTo>
                  <a:lnTo>
                    <a:pt x="9970" y="26957"/>
                  </a:lnTo>
                  <a:lnTo>
                    <a:pt x="12105" y="26866"/>
                  </a:lnTo>
                  <a:lnTo>
                    <a:pt x="15020" y="25542"/>
                  </a:lnTo>
                  <a:lnTo>
                    <a:pt x="17582" y="23270"/>
                  </a:lnTo>
                  <a:lnTo>
                    <a:pt x="19434" y="25689"/>
                  </a:lnTo>
                  <a:lnTo>
                    <a:pt x="19618" y="27918"/>
                  </a:lnTo>
                  <a:lnTo>
                    <a:pt x="19644" y="28233"/>
                  </a:lnTo>
                  <a:lnTo>
                    <a:pt x="20354" y="27522"/>
                  </a:lnTo>
                  <a:lnTo>
                    <a:pt x="24183" y="23684"/>
                  </a:lnTo>
                  <a:lnTo>
                    <a:pt x="24502" y="23452"/>
                  </a:lnTo>
                  <a:lnTo>
                    <a:pt x="24889" y="23172"/>
                  </a:lnTo>
                  <a:lnTo>
                    <a:pt x="25176" y="23045"/>
                  </a:lnTo>
                  <a:lnTo>
                    <a:pt x="27378" y="22073"/>
                  </a:lnTo>
                  <a:lnTo>
                    <a:pt x="30058" y="19063"/>
                  </a:lnTo>
                  <a:lnTo>
                    <a:pt x="30322" y="18830"/>
                  </a:lnTo>
                  <a:lnTo>
                    <a:pt x="31015" y="18220"/>
                  </a:lnTo>
                  <a:lnTo>
                    <a:pt x="32894" y="16568"/>
                  </a:lnTo>
                  <a:lnTo>
                    <a:pt x="33327" y="16188"/>
                  </a:lnTo>
                  <a:lnTo>
                    <a:pt x="35035" y="15390"/>
                  </a:lnTo>
                  <a:lnTo>
                    <a:pt x="36251" y="14708"/>
                  </a:lnTo>
                  <a:lnTo>
                    <a:pt x="37126" y="14216"/>
                  </a:lnTo>
                  <a:lnTo>
                    <a:pt x="38411" y="14054"/>
                  </a:lnTo>
                  <a:lnTo>
                    <a:pt x="39784" y="13880"/>
                  </a:lnTo>
                  <a:lnTo>
                    <a:pt x="41004" y="13303"/>
                  </a:lnTo>
                  <a:lnTo>
                    <a:pt x="41741" y="10626"/>
                  </a:lnTo>
                  <a:lnTo>
                    <a:pt x="41397" y="8920"/>
                  </a:lnTo>
                  <a:lnTo>
                    <a:pt x="39565" y="4511"/>
                  </a:lnTo>
                  <a:lnTo>
                    <a:pt x="48063" y="0"/>
                  </a:lnTo>
                  <a:lnTo>
                    <a:pt x="51224" y="7726"/>
                  </a:lnTo>
                  <a:lnTo>
                    <a:pt x="52579" y="11218"/>
                  </a:lnTo>
                  <a:lnTo>
                    <a:pt x="54896" y="16993"/>
                  </a:lnTo>
                  <a:lnTo>
                    <a:pt x="56879" y="219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g128"/>
            <p:cNvSpPr/>
            <p:nvPr/>
          </p:nvSpPr>
          <p:spPr>
            <a:xfrm>
              <a:off x="2950761" y="4150396"/>
              <a:ext cx="155246" cy="197510"/>
            </a:xfrm>
            <a:custGeom>
              <a:avLst/>
              <a:pathLst>
                <a:path w="155246" h="197510">
                  <a:moveTo>
                    <a:pt x="56655" y="17281"/>
                  </a:moveTo>
                  <a:lnTo>
                    <a:pt x="57627" y="17903"/>
                  </a:lnTo>
                  <a:lnTo>
                    <a:pt x="58283" y="17699"/>
                  </a:lnTo>
                  <a:lnTo>
                    <a:pt x="58937" y="16967"/>
                  </a:lnTo>
                  <a:lnTo>
                    <a:pt x="60934" y="14732"/>
                  </a:lnTo>
                  <a:lnTo>
                    <a:pt x="61088" y="14834"/>
                  </a:lnTo>
                  <a:lnTo>
                    <a:pt x="63725" y="16426"/>
                  </a:lnTo>
                  <a:lnTo>
                    <a:pt x="65001" y="17199"/>
                  </a:lnTo>
                  <a:lnTo>
                    <a:pt x="66379" y="18856"/>
                  </a:lnTo>
                  <a:lnTo>
                    <a:pt x="66957" y="19645"/>
                  </a:lnTo>
                  <a:lnTo>
                    <a:pt x="67746" y="19379"/>
                  </a:lnTo>
                  <a:lnTo>
                    <a:pt x="73344" y="17669"/>
                  </a:lnTo>
                  <a:lnTo>
                    <a:pt x="74307" y="17375"/>
                  </a:lnTo>
                  <a:lnTo>
                    <a:pt x="74868" y="17204"/>
                  </a:lnTo>
                  <a:lnTo>
                    <a:pt x="77175" y="16664"/>
                  </a:lnTo>
                  <a:lnTo>
                    <a:pt x="79672" y="16000"/>
                  </a:lnTo>
                  <a:lnTo>
                    <a:pt x="81017" y="15277"/>
                  </a:lnTo>
                  <a:lnTo>
                    <a:pt x="81367" y="15090"/>
                  </a:lnTo>
                  <a:lnTo>
                    <a:pt x="82164" y="18339"/>
                  </a:lnTo>
                  <a:lnTo>
                    <a:pt x="82767" y="19571"/>
                  </a:lnTo>
                  <a:lnTo>
                    <a:pt x="86997" y="17358"/>
                  </a:lnTo>
                  <a:lnTo>
                    <a:pt x="87318" y="17108"/>
                  </a:lnTo>
                  <a:lnTo>
                    <a:pt x="88219" y="16408"/>
                  </a:lnTo>
                  <a:lnTo>
                    <a:pt x="92430" y="14081"/>
                  </a:lnTo>
                  <a:lnTo>
                    <a:pt x="93054" y="13737"/>
                  </a:lnTo>
                  <a:lnTo>
                    <a:pt x="94763" y="16754"/>
                  </a:lnTo>
                  <a:lnTo>
                    <a:pt x="96125" y="19073"/>
                  </a:lnTo>
                  <a:lnTo>
                    <a:pt x="95617" y="20465"/>
                  </a:lnTo>
                  <a:lnTo>
                    <a:pt x="95985" y="20500"/>
                  </a:lnTo>
                  <a:lnTo>
                    <a:pt x="96134" y="20514"/>
                  </a:lnTo>
                  <a:lnTo>
                    <a:pt x="97517" y="22870"/>
                  </a:lnTo>
                  <a:lnTo>
                    <a:pt x="97620" y="23046"/>
                  </a:lnTo>
                  <a:lnTo>
                    <a:pt x="98484" y="24517"/>
                  </a:lnTo>
                  <a:lnTo>
                    <a:pt x="99379" y="25514"/>
                  </a:lnTo>
                  <a:lnTo>
                    <a:pt x="100432" y="26263"/>
                  </a:lnTo>
                  <a:lnTo>
                    <a:pt x="101477" y="27006"/>
                  </a:lnTo>
                  <a:lnTo>
                    <a:pt x="102471" y="27797"/>
                  </a:lnTo>
                  <a:lnTo>
                    <a:pt x="103600" y="28499"/>
                  </a:lnTo>
                  <a:lnTo>
                    <a:pt x="105171" y="29553"/>
                  </a:lnTo>
                  <a:lnTo>
                    <a:pt x="105993" y="30330"/>
                  </a:lnTo>
                  <a:lnTo>
                    <a:pt x="106068" y="31646"/>
                  </a:lnTo>
                  <a:lnTo>
                    <a:pt x="106038" y="32313"/>
                  </a:lnTo>
                  <a:lnTo>
                    <a:pt x="106018" y="32776"/>
                  </a:lnTo>
                  <a:lnTo>
                    <a:pt x="106177" y="33278"/>
                  </a:lnTo>
                  <a:lnTo>
                    <a:pt x="106288" y="33724"/>
                  </a:lnTo>
                  <a:lnTo>
                    <a:pt x="106913" y="36251"/>
                  </a:lnTo>
                  <a:lnTo>
                    <a:pt x="106999" y="37505"/>
                  </a:lnTo>
                  <a:lnTo>
                    <a:pt x="107355" y="38534"/>
                  </a:lnTo>
                  <a:lnTo>
                    <a:pt x="108178" y="39239"/>
                  </a:lnTo>
                  <a:lnTo>
                    <a:pt x="110622" y="41336"/>
                  </a:lnTo>
                  <a:lnTo>
                    <a:pt x="111790" y="41958"/>
                  </a:lnTo>
                  <a:lnTo>
                    <a:pt x="113125" y="42751"/>
                  </a:lnTo>
                  <a:lnTo>
                    <a:pt x="113852" y="43453"/>
                  </a:lnTo>
                  <a:lnTo>
                    <a:pt x="114331" y="44047"/>
                  </a:lnTo>
                  <a:lnTo>
                    <a:pt x="115187" y="45107"/>
                  </a:lnTo>
                  <a:lnTo>
                    <a:pt x="115487" y="45491"/>
                  </a:lnTo>
                  <a:lnTo>
                    <a:pt x="116284" y="46513"/>
                  </a:lnTo>
                  <a:lnTo>
                    <a:pt x="117202" y="48138"/>
                  </a:lnTo>
                  <a:lnTo>
                    <a:pt x="117393" y="48981"/>
                  </a:lnTo>
                  <a:lnTo>
                    <a:pt x="117732" y="49493"/>
                  </a:lnTo>
                  <a:lnTo>
                    <a:pt x="118303" y="49925"/>
                  </a:lnTo>
                  <a:lnTo>
                    <a:pt x="119145" y="50562"/>
                  </a:lnTo>
                  <a:lnTo>
                    <a:pt x="119676" y="51269"/>
                  </a:lnTo>
                  <a:lnTo>
                    <a:pt x="119823" y="51645"/>
                  </a:lnTo>
                  <a:lnTo>
                    <a:pt x="120044" y="52729"/>
                  </a:lnTo>
                  <a:lnTo>
                    <a:pt x="120132" y="53903"/>
                  </a:lnTo>
                  <a:lnTo>
                    <a:pt x="120824" y="56312"/>
                  </a:lnTo>
                  <a:lnTo>
                    <a:pt x="122371" y="58392"/>
                  </a:lnTo>
                  <a:lnTo>
                    <a:pt x="122856" y="59307"/>
                  </a:lnTo>
                  <a:lnTo>
                    <a:pt x="123298" y="59984"/>
                  </a:lnTo>
                  <a:lnTo>
                    <a:pt x="123961" y="60677"/>
                  </a:lnTo>
                  <a:lnTo>
                    <a:pt x="126155" y="62242"/>
                  </a:lnTo>
                  <a:lnTo>
                    <a:pt x="127892" y="63536"/>
                  </a:lnTo>
                  <a:lnTo>
                    <a:pt x="128275" y="63943"/>
                  </a:lnTo>
                  <a:lnTo>
                    <a:pt x="128840" y="64675"/>
                  </a:lnTo>
                  <a:lnTo>
                    <a:pt x="129688" y="66850"/>
                  </a:lnTo>
                  <a:lnTo>
                    <a:pt x="130248" y="67934"/>
                  </a:lnTo>
                  <a:lnTo>
                    <a:pt x="130529" y="68478"/>
                  </a:lnTo>
                  <a:lnTo>
                    <a:pt x="130386" y="68697"/>
                  </a:lnTo>
                  <a:lnTo>
                    <a:pt x="129570" y="69941"/>
                  </a:lnTo>
                  <a:lnTo>
                    <a:pt x="128835" y="71063"/>
                  </a:lnTo>
                  <a:lnTo>
                    <a:pt x="129414" y="73622"/>
                  </a:lnTo>
                  <a:lnTo>
                    <a:pt x="129659" y="74705"/>
                  </a:lnTo>
                  <a:lnTo>
                    <a:pt x="127892" y="78047"/>
                  </a:lnTo>
                  <a:lnTo>
                    <a:pt x="126714" y="81674"/>
                  </a:lnTo>
                  <a:lnTo>
                    <a:pt x="126273" y="85091"/>
                  </a:lnTo>
                  <a:lnTo>
                    <a:pt x="127279" y="86143"/>
                  </a:lnTo>
                  <a:lnTo>
                    <a:pt x="126533" y="85695"/>
                  </a:lnTo>
                  <a:lnTo>
                    <a:pt x="125345" y="84981"/>
                  </a:lnTo>
                  <a:lnTo>
                    <a:pt x="123597" y="83930"/>
                  </a:lnTo>
                  <a:lnTo>
                    <a:pt x="123126" y="84119"/>
                  </a:lnTo>
                  <a:lnTo>
                    <a:pt x="122218" y="84965"/>
                  </a:lnTo>
                  <a:lnTo>
                    <a:pt x="119880" y="83228"/>
                  </a:lnTo>
                  <a:lnTo>
                    <a:pt x="119579" y="82933"/>
                  </a:lnTo>
                  <a:lnTo>
                    <a:pt x="118750" y="81143"/>
                  </a:lnTo>
                  <a:lnTo>
                    <a:pt x="118195" y="80366"/>
                  </a:lnTo>
                  <a:lnTo>
                    <a:pt x="117927" y="80416"/>
                  </a:lnTo>
                  <a:lnTo>
                    <a:pt x="117560" y="80484"/>
                  </a:lnTo>
                  <a:lnTo>
                    <a:pt x="116519" y="80804"/>
                  </a:lnTo>
                  <a:lnTo>
                    <a:pt x="113830" y="81628"/>
                  </a:lnTo>
                  <a:lnTo>
                    <a:pt x="113387" y="82018"/>
                  </a:lnTo>
                  <a:lnTo>
                    <a:pt x="111371" y="83793"/>
                  </a:lnTo>
                  <a:lnTo>
                    <a:pt x="110794" y="85098"/>
                  </a:lnTo>
                  <a:lnTo>
                    <a:pt x="110727" y="85304"/>
                  </a:lnTo>
                  <a:lnTo>
                    <a:pt x="110307" y="84731"/>
                  </a:lnTo>
                  <a:lnTo>
                    <a:pt x="107525" y="83147"/>
                  </a:lnTo>
                  <a:lnTo>
                    <a:pt x="106644" y="82645"/>
                  </a:lnTo>
                  <a:lnTo>
                    <a:pt x="105272" y="83307"/>
                  </a:lnTo>
                  <a:lnTo>
                    <a:pt x="105073" y="83769"/>
                  </a:lnTo>
                  <a:lnTo>
                    <a:pt x="101500" y="85414"/>
                  </a:lnTo>
                  <a:lnTo>
                    <a:pt x="98871" y="86450"/>
                  </a:lnTo>
                  <a:lnTo>
                    <a:pt x="93264" y="86605"/>
                  </a:lnTo>
                  <a:lnTo>
                    <a:pt x="93111" y="86607"/>
                  </a:lnTo>
                  <a:lnTo>
                    <a:pt x="92902" y="86610"/>
                  </a:lnTo>
                  <a:lnTo>
                    <a:pt x="92748" y="86612"/>
                  </a:lnTo>
                  <a:lnTo>
                    <a:pt x="91217" y="86630"/>
                  </a:lnTo>
                  <a:lnTo>
                    <a:pt x="88689" y="86216"/>
                  </a:lnTo>
                  <a:lnTo>
                    <a:pt x="88274" y="86123"/>
                  </a:lnTo>
                  <a:lnTo>
                    <a:pt x="87965" y="86053"/>
                  </a:lnTo>
                  <a:lnTo>
                    <a:pt x="85549" y="85770"/>
                  </a:lnTo>
                  <a:lnTo>
                    <a:pt x="83841" y="85570"/>
                  </a:lnTo>
                  <a:lnTo>
                    <a:pt x="82700" y="85437"/>
                  </a:lnTo>
                  <a:lnTo>
                    <a:pt x="82014" y="85409"/>
                  </a:lnTo>
                  <a:lnTo>
                    <a:pt x="81815" y="85401"/>
                  </a:lnTo>
                  <a:lnTo>
                    <a:pt x="81944" y="86086"/>
                  </a:lnTo>
                  <a:lnTo>
                    <a:pt x="82294" y="87935"/>
                  </a:lnTo>
                  <a:lnTo>
                    <a:pt x="82271" y="88503"/>
                  </a:lnTo>
                  <a:lnTo>
                    <a:pt x="82147" y="91472"/>
                  </a:lnTo>
                  <a:lnTo>
                    <a:pt x="81928" y="95325"/>
                  </a:lnTo>
                  <a:lnTo>
                    <a:pt x="82026" y="95814"/>
                  </a:lnTo>
                  <a:lnTo>
                    <a:pt x="82639" y="96379"/>
                  </a:lnTo>
                  <a:lnTo>
                    <a:pt x="84308" y="97458"/>
                  </a:lnTo>
                  <a:lnTo>
                    <a:pt x="84525" y="97568"/>
                  </a:lnTo>
                  <a:lnTo>
                    <a:pt x="87133" y="98897"/>
                  </a:lnTo>
                  <a:lnTo>
                    <a:pt x="86491" y="100972"/>
                  </a:lnTo>
                  <a:lnTo>
                    <a:pt x="86298" y="101595"/>
                  </a:lnTo>
                  <a:lnTo>
                    <a:pt x="82229" y="100198"/>
                  </a:lnTo>
                  <a:lnTo>
                    <a:pt x="78389" y="98759"/>
                  </a:lnTo>
                  <a:lnTo>
                    <a:pt x="78462" y="99858"/>
                  </a:lnTo>
                  <a:lnTo>
                    <a:pt x="78483" y="100161"/>
                  </a:lnTo>
                  <a:lnTo>
                    <a:pt x="78473" y="101441"/>
                  </a:lnTo>
                  <a:lnTo>
                    <a:pt x="76814" y="104843"/>
                  </a:lnTo>
                  <a:lnTo>
                    <a:pt x="76841" y="105542"/>
                  </a:lnTo>
                  <a:lnTo>
                    <a:pt x="87812" y="108325"/>
                  </a:lnTo>
                  <a:lnTo>
                    <a:pt x="88872" y="108084"/>
                  </a:lnTo>
                  <a:lnTo>
                    <a:pt x="90772" y="107663"/>
                  </a:lnTo>
                  <a:lnTo>
                    <a:pt x="91184" y="107618"/>
                  </a:lnTo>
                  <a:lnTo>
                    <a:pt x="91965" y="107618"/>
                  </a:lnTo>
                  <a:lnTo>
                    <a:pt x="93763" y="107770"/>
                  </a:lnTo>
                  <a:lnTo>
                    <a:pt x="94277" y="107814"/>
                  </a:lnTo>
                  <a:lnTo>
                    <a:pt x="95013" y="107919"/>
                  </a:lnTo>
                  <a:lnTo>
                    <a:pt x="95602" y="108175"/>
                  </a:lnTo>
                  <a:lnTo>
                    <a:pt x="96426" y="108702"/>
                  </a:lnTo>
                  <a:lnTo>
                    <a:pt x="97001" y="108988"/>
                  </a:lnTo>
                  <a:lnTo>
                    <a:pt x="98208" y="109228"/>
                  </a:lnTo>
                  <a:lnTo>
                    <a:pt x="99165" y="109349"/>
                  </a:lnTo>
                  <a:lnTo>
                    <a:pt x="99754" y="109289"/>
                  </a:lnTo>
                  <a:lnTo>
                    <a:pt x="103565" y="107452"/>
                  </a:lnTo>
                  <a:lnTo>
                    <a:pt x="104165" y="107168"/>
                  </a:lnTo>
                  <a:lnTo>
                    <a:pt x="105813" y="110234"/>
                  </a:lnTo>
                  <a:lnTo>
                    <a:pt x="105533" y="111665"/>
                  </a:lnTo>
                  <a:lnTo>
                    <a:pt x="104694" y="111551"/>
                  </a:lnTo>
                  <a:lnTo>
                    <a:pt x="99825" y="113818"/>
                  </a:lnTo>
                  <a:lnTo>
                    <a:pt x="100330" y="116090"/>
                  </a:lnTo>
                  <a:lnTo>
                    <a:pt x="93879" y="121173"/>
                  </a:lnTo>
                  <a:lnTo>
                    <a:pt x="95119" y="122458"/>
                  </a:lnTo>
                  <a:lnTo>
                    <a:pt x="96028" y="123399"/>
                  </a:lnTo>
                  <a:lnTo>
                    <a:pt x="96239" y="123617"/>
                  </a:lnTo>
                  <a:lnTo>
                    <a:pt x="97736" y="125169"/>
                  </a:lnTo>
                  <a:lnTo>
                    <a:pt x="98422" y="125879"/>
                  </a:lnTo>
                  <a:lnTo>
                    <a:pt x="98744" y="126213"/>
                  </a:lnTo>
                  <a:lnTo>
                    <a:pt x="100028" y="127542"/>
                  </a:lnTo>
                  <a:lnTo>
                    <a:pt x="100157" y="127714"/>
                  </a:lnTo>
                  <a:lnTo>
                    <a:pt x="100377" y="128006"/>
                  </a:lnTo>
                  <a:lnTo>
                    <a:pt x="101804" y="129897"/>
                  </a:lnTo>
                  <a:lnTo>
                    <a:pt x="101987" y="130096"/>
                  </a:lnTo>
                  <a:lnTo>
                    <a:pt x="102297" y="130433"/>
                  </a:lnTo>
                  <a:lnTo>
                    <a:pt x="102837" y="131020"/>
                  </a:lnTo>
                  <a:lnTo>
                    <a:pt x="104058" y="132358"/>
                  </a:lnTo>
                  <a:lnTo>
                    <a:pt x="104684" y="133217"/>
                  </a:lnTo>
                  <a:lnTo>
                    <a:pt x="105029" y="133690"/>
                  </a:lnTo>
                  <a:lnTo>
                    <a:pt x="105364" y="134202"/>
                  </a:lnTo>
                  <a:lnTo>
                    <a:pt x="105849" y="134943"/>
                  </a:lnTo>
                  <a:lnTo>
                    <a:pt x="106439" y="135802"/>
                  </a:lnTo>
                  <a:lnTo>
                    <a:pt x="108678" y="135893"/>
                  </a:lnTo>
                  <a:lnTo>
                    <a:pt x="109829" y="137581"/>
                  </a:lnTo>
                  <a:lnTo>
                    <a:pt x="111135" y="139494"/>
                  </a:lnTo>
                  <a:lnTo>
                    <a:pt x="113321" y="139867"/>
                  </a:lnTo>
                  <a:lnTo>
                    <a:pt x="113676" y="139927"/>
                  </a:lnTo>
                  <a:lnTo>
                    <a:pt x="116444" y="140603"/>
                  </a:lnTo>
                  <a:lnTo>
                    <a:pt x="118113" y="141011"/>
                  </a:lnTo>
                  <a:lnTo>
                    <a:pt x="119671" y="141359"/>
                  </a:lnTo>
                  <a:lnTo>
                    <a:pt x="121529" y="141774"/>
                  </a:lnTo>
                  <a:lnTo>
                    <a:pt x="124846" y="142876"/>
                  </a:lnTo>
                  <a:lnTo>
                    <a:pt x="125668" y="141320"/>
                  </a:lnTo>
                  <a:lnTo>
                    <a:pt x="126728" y="141361"/>
                  </a:lnTo>
                  <a:lnTo>
                    <a:pt x="129712" y="142404"/>
                  </a:lnTo>
                  <a:lnTo>
                    <a:pt x="130537" y="142806"/>
                  </a:lnTo>
                  <a:lnTo>
                    <a:pt x="131008" y="143448"/>
                  </a:lnTo>
                  <a:lnTo>
                    <a:pt x="132265" y="144531"/>
                  </a:lnTo>
                  <a:lnTo>
                    <a:pt x="133600" y="144572"/>
                  </a:lnTo>
                  <a:lnTo>
                    <a:pt x="135445" y="144291"/>
                  </a:lnTo>
                  <a:lnTo>
                    <a:pt x="136427" y="143729"/>
                  </a:lnTo>
                  <a:lnTo>
                    <a:pt x="137448" y="143287"/>
                  </a:lnTo>
                  <a:lnTo>
                    <a:pt x="138953" y="142254"/>
                  </a:lnTo>
                  <a:lnTo>
                    <a:pt x="140401" y="146932"/>
                  </a:lnTo>
                  <a:lnTo>
                    <a:pt x="142981" y="150406"/>
                  </a:lnTo>
                  <a:lnTo>
                    <a:pt x="143124" y="151527"/>
                  </a:lnTo>
                  <a:lnTo>
                    <a:pt x="143202" y="152137"/>
                  </a:lnTo>
                  <a:lnTo>
                    <a:pt x="145541" y="153660"/>
                  </a:lnTo>
                  <a:lnTo>
                    <a:pt x="146523" y="154300"/>
                  </a:lnTo>
                  <a:lnTo>
                    <a:pt x="147358" y="156296"/>
                  </a:lnTo>
                  <a:lnTo>
                    <a:pt x="147840" y="157450"/>
                  </a:lnTo>
                  <a:lnTo>
                    <a:pt x="149339" y="160923"/>
                  </a:lnTo>
                  <a:lnTo>
                    <a:pt x="149445" y="161168"/>
                  </a:lnTo>
                  <a:lnTo>
                    <a:pt x="150949" y="164603"/>
                  </a:lnTo>
                  <a:lnTo>
                    <a:pt x="151244" y="164948"/>
                  </a:lnTo>
                  <a:lnTo>
                    <a:pt x="155246" y="169643"/>
                  </a:lnTo>
                  <a:lnTo>
                    <a:pt x="130350" y="170146"/>
                  </a:lnTo>
                  <a:lnTo>
                    <a:pt x="129805" y="189001"/>
                  </a:lnTo>
                  <a:lnTo>
                    <a:pt x="127668" y="191816"/>
                  </a:lnTo>
                  <a:lnTo>
                    <a:pt x="117672" y="181231"/>
                  </a:lnTo>
                  <a:lnTo>
                    <a:pt x="112650" y="181310"/>
                  </a:lnTo>
                  <a:lnTo>
                    <a:pt x="107231" y="183317"/>
                  </a:lnTo>
                  <a:lnTo>
                    <a:pt x="99220" y="179705"/>
                  </a:lnTo>
                  <a:lnTo>
                    <a:pt x="99341" y="170575"/>
                  </a:lnTo>
                  <a:lnTo>
                    <a:pt x="94282" y="169710"/>
                  </a:lnTo>
                  <a:lnTo>
                    <a:pt x="93205" y="169526"/>
                  </a:lnTo>
                  <a:lnTo>
                    <a:pt x="93143" y="175678"/>
                  </a:lnTo>
                  <a:lnTo>
                    <a:pt x="82196" y="175368"/>
                  </a:lnTo>
                  <a:lnTo>
                    <a:pt x="82297" y="175589"/>
                  </a:lnTo>
                  <a:lnTo>
                    <a:pt x="84995" y="181498"/>
                  </a:lnTo>
                  <a:lnTo>
                    <a:pt x="84210" y="183405"/>
                  </a:lnTo>
                  <a:lnTo>
                    <a:pt x="81622" y="184979"/>
                  </a:lnTo>
                  <a:lnTo>
                    <a:pt x="83424" y="188415"/>
                  </a:lnTo>
                  <a:lnTo>
                    <a:pt x="83874" y="189313"/>
                  </a:lnTo>
                  <a:lnTo>
                    <a:pt x="86438" y="194433"/>
                  </a:lnTo>
                  <a:lnTo>
                    <a:pt x="79178" y="196597"/>
                  </a:lnTo>
                  <a:lnTo>
                    <a:pt x="78386" y="196833"/>
                  </a:lnTo>
                  <a:lnTo>
                    <a:pt x="76173" y="197510"/>
                  </a:lnTo>
                  <a:lnTo>
                    <a:pt x="70380" y="190937"/>
                  </a:lnTo>
                  <a:lnTo>
                    <a:pt x="69963" y="190752"/>
                  </a:lnTo>
                  <a:lnTo>
                    <a:pt x="68626" y="190160"/>
                  </a:lnTo>
                  <a:lnTo>
                    <a:pt x="67435" y="189632"/>
                  </a:lnTo>
                  <a:lnTo>
                    <a:pt x="63999" y="188027"/>
                  </a:lnTo>
                  <a:lnTo>
                    <a:pt x="62857" y="186706"/>
                  </a:lnTo>
                  <a:lnTo>
                    <a:pt x="58404" y="181555"/>
                  </a:lnTo>
                  <a:lnTo>
                    <a:pt x="57725" y="180350"/>
                  </a:lnTo>
                  <a:lnTo>
                    <a:pt x="54492" y="174609"/>
                  </a:lnTo>
                  <a:lnTo>
                    <a:pt x="53336" y="172555"/>
                  </a:lnTo>
                  <a:lnTo>
                    <a:pt x="52200" y="171048"/>
                  </a:lnTo>
                  <a:lnTo>
                    <a:pt x="51481" y="166590"/>
                  </a:lnTo>
                  <a:lnTo>
                    <a:pt x="50493" y="160342"/>
                  </a:lnTo>
                  <a:lnTo>
                    <a:pt x="50247" y="159707"/>
                  </a:lnTo>
                  <a:lnTo>
                    <a:pt x="49010" y="157379"/>
                  </a:lnTo>
                  <a:lnTo>
                    <a:pt x="49893" y="156823"/>
                  </a:lnTo>
                  <a:lnTo>
                    <a:pt x="49347" y="155532"/>
                  </a:lnTo>
                  <a:lnTo>
                    <a:pt x="48336" y="153141"/>
                  </a:lnTo>
                  <a:lnTo>
                    <a:pt x="48275" y="152998"/>
                  </a:lnTo>
                  <a:lnTo>
                    <a:pt x="47821" y="152155"/>
                  </a:lnTo>
                  <a:lnTo>
                    <a:pt x="47517" y="151436"/>
                  </a:lnTo>
                  <a:lnTo>
                    <a:pt x="47406" y="151175"/>
                  </a:lnTo>
                  <a:lnTo>
                    <a:pt x="47166" y="150607"/>
                  </a:lnTo>
                  <a:lnTo>
                    <a:pt x="46566" y="149187"/>
                  </a:lnTo>
                  <a:lnTo>
                    <a:pt x="44021" y="145806"/>
                  </a:lnTo>
                  <a:lnTo>
                    <a:pt x="43032" y="144491"/>
                  </a:lnTo>
                  <a:lnTo>
                    <a:pt x="42228" y="144872"/>
                  </a:lnTo>
                  <a:lnTo>
                    <a:pt x="40967" y="143946"/>
                  </a:lnTo>
                  <a:lnTo>
                    <a:pt x="40400" y="143024"/>
                  </a:lnTo>
                  <a:lnTo>
                    <a:pt x="39321" y="140612"/>
                  </a:lnTo>
                  <a:lnTo>
                    <a:pt x="39080" y="139624"/>
                  </a:lnTo>
                  <a:lnTo>
                    <a:pt x="38852" y="138808"/>
                  </a:lnTo>
                  <a:lnTo>
                    <a:pt x="38536" y="137671"/>
                  </a:lnTo>
                  <a:lnTo>
                    <a:pt x="38461" y="137404"/>
                  </a:lnTo>
                  <a:lnTo>
                    <a:pt x="37921" y="135611"/>
                  </a:lnTo>
                  <a:lnTo>
                    <a:pt x="37772" y="135119"/>
                  </a:lnTo>
                  <a:lnTo>
                    <a:pt x="37561" y="134875"/>
                  </a:lnTo>
                  <a:lnTo>
                    <a:pt x="36726" y="133912"/>
                  </a:lnTo>
                  <a:lnTo>
                    <a:pt x="36151" y="133187"/>
                  </a:lnTo>
                  <a:lnTo>
                    <a:pt x="34610" y="131242"/>
                  </a:lnTo>
                  <a:lnTo>
                    <a:pt x="33899" y="130345"/>
                  </a:lnTo>
                  <a:lnTo>
                    <a:pt x="33409" y="130190"/>
                  </a:lnTo>
                  <a:lnTo>
                    <a:pt x="32897" y="130029"/>
                  </a:lnTo>
                  <a:lnTo>
                    <a:pt x="32416" y="129561"/>
                  </a:lnTo>
                  <a:lnTo>
                    <a:pt x="30591" y="127786"/>
                  </a:lnTo>
                  <a:lnTo>
                    <a:pt x="30442" y="125802"/>
                  </a:lnTo>
                  <a:lnTo>
                    <a:pt x="30374" y="124783"/>
                  </a:lnTo>
                  <a:lnTo>
                    <a:pt x="30512" y="124407"/>
                  </a:lnTo>
                  <a:lnTo>
                    <a:pt x="30711" y="123867"/>
                  </a:lnTo>
                  <a:lnTo>
                    <a:pt x="30581" y="123113"/>
                  </a:lnTo>
                  <a:lnTo>
                    <a:pt x="30535" y="122894"/>
                  </a:lnTo>
                  <a:lnTo>
                    <a:pt x="30090" y="120792"/>
                  </a:lnTo>
                  <a:lnTo>
                    <a:pt x="30090" y="119086"/>
                  </a:lnTo>
                  <a:lnTo>
                    <a:pt x="30275" y="116414"/>
                  </a:lnTo>
                  <a:lnTo>
                    <a:pt x="30289" y="116281"/>
                  </a:lnTo>
                  <a:lnTo>
                    <a:pt x="30385" y="115409"/>
                  </a:lnTo>
                  <a:lnTo>
                    <a:pt x="30660" y="113723"/>
                  </a:lnTo>
                  <a:lnTo>
                    <a:pt x="30419" y="109913"/>
                  </a:lnTo>
                  <a:lnTo>
                    <a:pt x="30380" y="109302"/>
                  </a:lnTo>
                  <a:lnTo>
                    <a:pt x="30022" y="109203"/>
                  </a:lnTo>
                  <a:lnTo>
                    <a:pt x="28271" y="108713"/>
                  </a:lnTo>
                  <a:lnTo>
                    <a:pt x="28078" y="108177"/>
                  </a:lnTo>
                  <a:lnTo>
                    <a:pt x="27716" y="107173"/>
                  </a:lnTo>
                  <a:lnTo>
                    <a:pt x="27540" y="106767"/>
                  </a:lnTo>
                  <a:lnTo>
                    <a:pt x="26928" y="105361"/>
                  </a:lnTo>
                  <a:lnTo>
                    <a:pt x="26538" y="104464"/>
                  </a:lnTo>
                  <a:lnTo>
                    <a:pt x="26522" y="103548"/>
                  </a:lnTo>
                  <a:lnTo>
                    <a:pt x="26509" y="102799"/>
                  </a:lnTo>
                  <a:lnTo>
                    <a:pt x="25936" y="100439"/>
                  </a:lnTo>
                  <a:lnTo>
                    <a:pt x="25972" y="100003"/>
                  </a:lnTo>
                  <a:lnTo>
                    <a:pt x="26067" y="99829"/>
                  </a:lnTo>
                  <a:lnTo>
                    <a:pt x="27036" y="99340"/>
                  </a:lnTo>
                  <a:lnTo>
                    <a:pt x="28157" y="98173"/>
                  </a:lnTo>
                  <a:lnTo>
                    <a:pt x="27846" y="97461"/>
                  </a:lnTo>
                  <a:lnTo>
                    <a:pt x="27502" y="97003"/>
                  </a:lnTo>
                  <a:lnTo>
                    <a:pt x="26472" y="95630"/>
                  </a:lnTo>
                  <a:lnTo>
                    <a:pt x="25147" y="93437"/>
                  </a:lnTo>
                  <a:lnTo>
                    <a:pt x="24214" y="91892"/>
                  </a:lnTo>
                  <a:lnTo>
                    <a:pt x="23944" y="91365"/>
                  </a:lnTo>
                  <a:lnTo>
                    <a:pt x="23725" y="91034"/>
                  </a:lnTo>
                  <a:lnTo>
                    <a:pt x="23372" y="90593"/>
                  </a:lnTo>
                  <a:lnTo>
                    <a:pt x="22636" y="89827"/>
                  </a:lnTo>
                  <a:lnTo>
                    <a:pt x="22787" y="89766"/>
                  </a:lnTo>
                  <a:lnTo>
                    <a:pt x="23386" y="89525"/>
                  </a:lnTo>
                  <a:lnTo>
                    <a:pt x="27151" y="88008"/>
                  </a:lnTo>
                  <a:lnTo>
                    <a:pt x="29250" y="87331"/>
                  </a:lnTo>
                  <a:lnTo>
                    <a:pt x="29529" y="87269"/>
                  </a:lnTo>
                  <a:lnTo>
                    <a:pt x="30158" y="87130"/>
                  </a:lnTo>
                  <a:lnTo>
                    <a:pt x="32129" y="87125"/>
                  </a:lnTo>
                  <a:lnTo>
                    <a:pt x="33680" y="87121"/>
                  </a:lnTo>
                  <a:lnTo>
                    <a:pt x="34735" y="87118"/>
                  </a:lnTo>
                  <a:lnTo>
                    <a:pt x="38465" y="86168"/>
                  </a:lnTo>
                  <a:lnTo>
                    <a:pt x="38625" y="86127"/>
                  </a:lnTo>
                  <a:lnTo>
                    <a:pt x="38990" y="85889"/>
                  </a:lnTo>
                  <a:lnTo>
                    <a:pt x="39360" y="85647"/>
                  </a:lnTo>
                  <a:lnTo>
                    <a:pt x="39554" y="85520"/>
                  </a:lnTo>
                  <a:lnTo>
                    <a:pt x="40085" y="85174"/>
                  </a:lnTo>
                  <a:lnTo>
                    <a:pt x="47880" y="83059"/>
                  </a:lnTo>
                  <a:lnTo>
                    <a:pt x="47838" y="82825"/>
                  </a:lnTo>
                  <a:lnTo>
                    <a:pt x="47632" y="81664"/>
                  </a:lnTo>
                  <a:lnTo>
                    <a:pt x="47480" y="81253"/>
                  </a:lnTo>
                  <a:lnTo>
                    <a:pt x="47282" y="80717"/>
                  </a:lnTo>
                  <a:lnTo>
                    <a:pt x="45816" y="76747"/>
                  </a:lnTo>
                  <a:lnTo>
                    <a:pt x="44049" y="73786"/>
                  </a:lnTo>
                  <a:lnTo>
                    <a:pt x="41054" y="70124"/>
                  </a:lnTo>
                  <a:lnTo>
                    <a:pt x="39619" y="69154"/>
                  </a:lnTo>
                  <a:lnTo>
                    <a:pt x="37664" y="67833"/>
                  </a:lnTo>
                  <a:lnTo>
                    <a:pt x="37383" y="67642"/>
                  </a:lnTo>
                  <a:lnTo>
                    <a:pt x="35624" y="66454"/>
                  </a:lnTo>
                  <a:lnTo>
                    <a:pt x="30827" y="63350"/>
                  </a:lnTo>
                  <a:lnTo>
                    <a:pt x="28335" y="61738"/>
                  </a:lnTo>
                  <a:lnTo>
                    <a:pt x="20741" y="56487"/>
                  </a:lnTo>
                  <a:lnTo>
                    <a:pt x="19741" y="58065"/>
                  </a:lnTo>
                  <a:lnTo>
                    <a:pt x="19184" y="58899"/>
                  </a:lnTo>
                  <a:lnTo>
                    <a:pt x="13443" y="55165"/>
                  </a:lnTo>
                  <a:lnTo>
                    <a:pt x="12056" y="54262"/>
                  </a:lnTo>
                  <a:lnTo>
                    <a:pt x="5769" y="50173"/>
                  </a:lnTo>
                  <a:lnTo>
                    <a:pt x="5560" y="50037"/>
                  </a:lnTo>
                  <a:lnTo>
                    <a:pt x="180" y="46538"/>
                  </a:lnTo>
                  <a:lnTo>
                    <a:pt x="0" y="46420"/>
                  </a:lnTo>
                  <a:lnTo>
                    <a:pt x="1871" y="43413"/>
                  </a:lnTo>
                  <a:lnTo>
                    <a:pt x="6178" y="37432"/>
                  </a:lnTo>
                  <a:lnTo>
                    <a:pt x="7857" y="34822"/>
                  </a:lnTo>
                  <a:lnTo>
                    <a:pt x="8257" y="34200"/>
                  </a:lnTo>
                  <a:lnTo>
                    <a:pt x="10533" y="30662"/>
                  </a:lnTo>
                  <a:lnTo>
                    <a:pt x="11846" y="28622"/>
                  </a:lnTo>
                  <a:lnTo>
                    <a:pt x="18854" y="18204"/>
                  </a:lnTo>
                  <a:lnTo>
                    <a:pt x="21275" y="14604"/>
                  </a:lnTo>
                  <a:lnTo>
                    <a:pt x="25197" y="8774"/>
                  </a:lnTo>
                  <a:lnTo>
                    <a:pt x="25526" y="8257"/>
                  </a:lnTo>
                  <a:lnTo>
                    <a:pt x="26321" y="7010"/>
                  </a:lnTo>
                  <a:lnTo>
                    <a:pt x="30262" y="827"/>
                  </a:lnTo>
                  <a:lnTo>
                    <a:pt x="30796" y="0"/>
                  </a:lnTo>
                  <a:lnTo>
                    <a:pt x="31151" y="242"/>
                  </a:lnTo>
                  <a:lnTo>
                    <a:pt x="35505" y="3087"/>
                  </a:lnTo>
                  <a:lnTo>
                    <a:pt x="35996" y="3408"/>
                  </a:lnTo>
                  <a:lnTo>
                    <a:pt x="36260" y="3581"/>
                  </a:lnTo>
                  <a:lnTo>
                    <a:pt x="37136" y="4153"/>
                  </a:lnTo>
                  <a:lnTo>
                    <a:pt x="38028" y="4807"/>
                  </a:lnTo>
                  <a:lnTo>
                    <a:pt x="42844" y="8338"/>
                  </a:lnTo>
                  <a:lnTo>
                    <a:pt x="43007" y="8458"/>
                  </a:lnTo>
                  <a:lnTo>
                    <a:pt x="43937" y="8882"/>
                  </a:lnTo>
                  <a:lnTo>
                    <a:pt x="44325" y="9059"/>
                  </a:lnTo>
                  <a:lnTo>
                    <a:pt x="45387" y="9544"/>
                  </a:lnTo>
                  <a:lnTo>
                    <a:pt x="46366" y="10184"/>
                  </a:lnTo>
                  <a:lnTo>
                    <a:pt x="50845" y="13111"/>
                  </a:lnTo>
                  <a:lnTo>
                    <a:pt x="51630" y="13624"/>
                  </a:lnTo>
                  <a:lnTo>
                    <a:pt x="52391" y="145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g129"/>
            <p:cNvSpPr/>
            <p:nvPr/>
          </p:nvSpPr>
          <p:spPr>
            <a:xfrm>
              <a:off x="2479018" y="4085764"/>
              <a:ext cx="163543" cy="161286"/>
            </a:xfrm>
            <a:custGeom>
              <a:avLst/>
              <a:pathLst>
                <a:path w="163543" h="161286">
                  <a:moveTo>
                    <a:pt x="82478" y="29927"/>
                  </a:moveTo>
                  <a:lnTo>
                    <a:pt x="80654" y="32723"/>
                  </a:lnTo>
                  <a:lnTo>
                    <a:pt x="80466" y="33011"/>
                  </a:lnTo>
                  <a:lnTo>
                    <a:pt x="79947" y="33836"/>
                  </a:lnTo>
                  <a:lnTo>
                    <a:pt x="78663" y="35879"/>
                  </a:lnTo>
                  <a:lnTo>
                    <a:pt x="75881" y="40305"/>
                  </a:lnTo>
                  <a:lnTo>
                    <a:pt x="75679" y="40665"/>
                  </a:lnTo>
                  <a:lnTo>
                    <a:pt x="75362" y="41230"/>
                  </a:lnTo>
                  <a:lnTo>
                    <a:pt x="74616" y="42557"/>
                  </a:lnTo>
                  <a:lnTo>
                    <a:pt x="77666" y="44465"/>
                  </a:lnTo>
                  <a:lnTo>
                    <a:pt x="81064" y="46591"/>
                  </a:lnTo>
                  <a:lnTo>
                    <a:pt x="81208" y="46681"/>
                  </a:lnTo>
                  <a:lnTo>
                    <a:pt x="87154" y="50401"/>
                  </a:lnTo>
                  <a:lnTo>
                    <a:pt x="87297" y="50490"/>
                  </a:lnTo>
                  <a:lnTo>
                    <a:pt x="99490" y="58118"/>
                  </a:lnTo>
                  <a:lnTo>
                    <a:pt x="100057" y="58473"/>
                  </a:lnTo>
                  <a:lnTo>
                    <a:pt x="109840" y="64593"/>
                  </a:lnTo>
                  <a:lnTo>
                    <a:pt x="110007" y="64698"/>
                  </a:lnTo>
                  <a:lnTo>
                    <a:pt x="110347" y="64910"/>
                  </a:lnTo>
                  <a:lnTo>
                    <a:pt x="112531" y="61196"/>
                  </a:lnTo>
                  <a:lnTo>
                    <a:pt x="113273" y="59936"/>
                  </a:lnTo>
                  <a:lnTo>
                    <a:pt x="127256" y="38029"/>
                  </a:lnTo>
                  <a:lnTo>
                    <a:pt x="130597" y="32794"/>
                  </a:lnTo>
                  <a:lnTo>
                    <a:pt x="131755" y="30981"/>
                  </a:lnTo>
                  <a:lnTo>
                    <a:pt x="132127" y="31218"/>
                  </a:lnTo>
                  <a:lnTo>
                    <a:pt x="133272" y="31947"/>
                  </a:lnTo>
                  <a:lnTo>
                    <a:pt x="136178" y="33798"/>
                  </a:lnTo>
                  <a:lnTo>
                    <a:pt x="140996" y="36865"/>
                  </a:lnTo>
                  <a:lnTo>
                    <a:pt x="144891" y="39346"/>
                  </a:lnTo>
                  <a:lnTo>
                    <a:pt x="149956" y="42572"/>
                  </a:lnTo>
                  <a:lnTo>
                    <a:pt x="153941" y="46169"/>
                  </a:lnTo>
                  <a:lnTo>
                    <a:pt x="157786" y="49641"/>
                  </a:lnTo>
                  <a:lnTo>
                    <a:pt x="163543" y="54838"/>
                  </a:lnTo>
                  <a:lnTo>
                    <a:pt x="162880" y="56985"/>
                  </a:lnTo>
                  <a:lnTo>
                    <a:pt x="160048" y="66151"/>
                  </a:lnTo>
                  <a:lnTo>
                    <a:pt x="158696" y="70525"/>
                  </a:lnTo>
                  <a:lnTo>
                    <a:pt x="154729" y="84859"/>
                  </a:lnTo>
                  <a:lnTo>
                    <a:pt x="153886" y="87907"/>
                  </a:lnTo>
                  <a:lnTo>
                    <a:pt x="151653" y="95977"/>
                  </a:lnTo>
                  <a:lnTo>
                    <a:pt x="151244" y="97639"/>
                  </a:lnTo>
                  <a:lnTo>
                    <a:pt x="150050" y="101935"/>
                  </a:lnTo>
                  <a:lnTo>
                    <a:pt x="149458" y="104062"/>
                  </a:lnTo>
                  <a:lnTo>
                    <a:pt x="148706" y="106769"/>
                  </a:lnTo>
                  <a:lnTo>
                    <a:pt x="147141" y="112015"/>
                  </a:lnTo>
                  <a:lnTo>
                    <a:pt x="145727" y="116306"/>
                  </a:lnTo>
                  <a:lnTo>
                    <a:pt x="144217" y="121623"/>
                  </a:lnTo>
                  <a:lnTo>
                    <a:pt x="138973" y="140663"/>
                  </a:lnTo>
                  <a:lnTo>
                    <a:pt x="135272" y="153604"/>
                  </a:lnTo>
                  <a:lnTo>
                    <a:pt x="133228" y="160752"/>
                  </a:lnTo>
                  <a:lnTo>
                    <a:pt x="133075" y="161286"/>
                  </a:lnTo>
                  <a:lnTo>
                    <a:pt x="132797" y="161202"/>
                  </a:lnTo>
                  <a:lnTo>
                    <a:pt x="131436" y="160862"/>
                  </a:lnTo>
                  <a:lnTo>
                    <a:pt x="129775" y="160446"/>
                  </a:lnTo>
                  <a:lnTo>
                    <a:pt x="128563" y="160143"/>
                  </a:lnTo>
                  <a:lnTo>
                    <a:pt x="125931" y="159485"/>
                  </a:lnTo>
                  <a:lnTo>
                    <a:pt x="124034" y="159010"/>
                  </a:lnTo>
                  <a:lnTo>
                    <a:pt x="122843" y="158712"/>
                  </a:lnTo>
                  <a:lnTo>
                    <a:pt x="120249" y="158063"/>
                  </a:lnTo>
                  <a:lnTo>
                    <a:pt x="119903" y="157977"/>
                  </a:lnTo>
                  <a:lnTo>
                    <a:pt x="117457" y="157230"/>
                  </a:lnTo>
                  <a:lnTo>
                    <a:pt x="113759" y="156101"/>
                  </a:lnTo>
                  <a:lnTo>
                    <a:pt x="113481" y="156016"/>
                  </a:lnTo>
                  <a:lnTo>
                    <a:pt x="110146" y="154997"/>
                  </a:lnTo>
                  <a:lnTo>
                    <a:pt x="103726" y="153037"/>
                  </a:lnTo>
                  <a:lnTo>
                    <a:pt x="102272" y="152593"/>
                  </a:lnTo>
                  <a:lnTo>
                    <a:pt x="101858" y="152490"/>
                  </a:lnTo>
                  <a:lnTo>
                    <a:pt x="97132" y="151310"/>
                  </a:lnTo>
                  <a:lnTo>
                    <a:pt x="93784" y="150474"/>
                  </a:lnTo>
                  <a:lnTo>
                    <a:pt x="93273" y="150323"/>
                  </a:lnTo>
                  <a:lnTo>
                    <a:pt x="92610" y="150127"/>
                  </a:lnTo>
                  <a:lnTo>
                    <a:pt x="90421" y="149481"/>
                  </a:lnTo>
                  <a:lnTo>
                    <a:pt x="86769" y="148404"/>
                  </a:lnTo>
                  <a:lnTo>
                    <a:pt x="85892" y="148145"/>
                  </a:lnTo>
                  <a:lnTo>
                    <a:pt x="78645" y="146007"/>
                  </a:lnTo>
                  <a:lnTo>
                    <a:pt x="76185" y="145281"/>
                  </a:lnTo>
                  <a:lnTo>
                    <a:pt x="74488" y="144781"/>
                  </a:lnTo>
                  <a:lnTo>
                    <a:pt x="74085" y="144662"/>
                  </a:lnTo>
                  <a:lnTo>
                    <a:pt x="73527" y="144497"/>
                  </a:lnTo>
                  <a:lnTo>
                    <a:pt x="73264" y="144421"/>
                  </a:lnTo>
                  <a:lnTo>
                    <a:pt x="70648" y="143843"/>
                  </a:lnTo>
                  <a:lnTo>
                    <a:pt x="65697" y="142750"/>
                  </a:lnTo>
                  <a:lnTo>
                    <a:pt x="64542" y="142242"/>
                  </a:lnTo>
                  <a:lnTo>
                    <a:pt x="61840" y="141054"/>
                  </a:lnTo>
                  <a:lnTo>
                    <a:pt x="61343" y="140845"/>
                  </a:lnTo>
                  <a:lnTo>
                    <a:pt x="60186" y="140631"/>
                  </a:lnTo>
                  <a:lnTo>
                    <a:pt x="59450" y="140494"/>
                  </a:lnTo>
                  <a:lnTo>
                    <a:pt x="57638" y="140158"/>
                  </a:lnTo>
                  <a:lnTo>
                    <a:pt x="57269" y="139928"/>
                  </a:lnTo>
                  <a:lnTo>
                    <a:pt x="54836" y="138407"/>
                  </a:lnTo>
                  <a:lnTo>
                    <a:pt x="54389" y="138129"/>
                  </a:lnTo>
                  <a:lnTo>
                    <a:pt x="50428" y="135653"/>
                  </a:lnTo>
                  <a:lnTo>
                    <a:pt x="50069" y="135429"/>
                  </a:lnTo>
                  <a:lnTo>
                    <a:pt x="48795" y="134633"/>
                  </a:lnTo>
                  <a:lnTo>
                    <a:pt x="48591" y="134503"/>
                  </a:lnTo>
                  <a:lnTo>
                    <a:pt x="45245" y="132361"/>
                  </a:lnTo>
                  <a:lnTo>
                    <a:pt x="36098" y="126508"/>
                  </a:lnTo>
                  <a:lnTo>
                    <a:pt x="35847" y="126347"/>
                  </a:lnTo>
                  <a:lnTo>
                    <a:pt x="26404" y="120304"/>
                  </a:lnTo>
                  <a:lnTo>
                    <a:pt x="23389" y="118375"/>
                  </a:lnTo>
                  <a:lnTo>
                    <a:pt x="19709" y="116020"/>
                  </a:lnTo>
                  <a:lnTo>
                    <a:pt x="17482" y="114595"/>
                  </a:lnTo>
                  <a:lnTo>
                    <a:pt x="2046" y="104717"/>
                  </a:lnTo>
                  <a:lnTo>
                    <a:pt x="1250" y="104265"/>
                  </a:lnTo>
                  <a:lnTo>
                    <a:pt x="631" y="103913"/>
                  </a:lnTo>
                  <a:lnTo>
                    <a:pt x="0" y="103554"/>
                  </a:lnTo>
                  <a:lnTo>
                    <a:pt x="543" y="102882"/>
                  </a:lnTo>
                  <a:lnTo>
                    <a:pt x="656" y="102743"/>
                  </a:lnTo>
                  <a:lnTo>
                    <a:pt x="1190" y="101860"/>
                  </a:lnTo>
                  <a:lnTo>
                    <a:pt x="4782" y="95920"/>
                  </a:lnTo>
                  <a:lnTo>
                    <a:pt x="5175" y="95272"/>
                  </a:lnTo>
                  <a:lnTo>
                    <a:pt x="6585" y="92940"/>
                  </a:lnTo>
                  <a:lnTo>
                    <a:pt x="9461" y="88745"/>
                  </a:lnTo>
                  <a:lnTo>
                    <a:pt x="9588" y="88559"/>
                  </a:lnTo>
                  <a:lnTo>
                    <a:pt x="16148" y="78097"/>
                  </a:lnTo>
                  <a:lnTo>
                    <a:pt x="17562" y="75887"/>
                  </a:lnTo>
                  <a:lnTo>
                    <a:pt x="17669" y="75718"/>
                  </a:lnTo>
                  <a:lnTo>
                    <a:pt x="21237" y="69894"/>
                  </a:lnTo>
                  <a:lnTo>
                    <a:pt x="21433" y="69573"/>
                  </a:lnTo>
                  <a:lnTo>
                    <a:pt x="21669" y="69182"/>
                  </a:lnTo>
                  <a:lnTo>
                    <a:pt x="25630" y="62591"/>
                  </a:lnTo>
                  <a:lnTo>
                    <a:pt x="30807" y="53980"/>
                  </a:lnTo>
                  <a:lnTo>
                    <a:pt x="31067" y="53576"/>
                  </a:lnTo>
                  <a:lnTo>
                    <a:pt x="37102" y="44211"/>
                  </a:lnTo>
                  <a:lnTo>
                    <a:pt x="40859" y="38381"/>
                  </a:lnTo>
                  <a:lnTo>
                    <a:pt x="41460" y="37448"/>
                  </a:lnTo>
                  <a:lnTo>
                    <a:pt x="41544" y="37318"/>
                  </a:lnTo>
                  <a:lnTo>
                    <a:pt x="44711" y="32161"/>
                  </a:lnTo>
                  <a:lnTo>
                    <a:pt x="45033" y="31646"/>
                  </a:lnTo>
                  <a:lnTo>
                    <a:pt x="48962" y="25242"/>
                  </a:lnTo>
                  <a:lnTo>
                    <a:pt x="50810" y="22230"/>
                  </a:lnTo>
                  <a:lnTo>
                    <a:pt x="50945" y="22018"/>
                  </a:lnTo>
                  <a:lnTo>
                    <a:pt x="48409" y="20386"/>
                  </a:lnTo>
                  <a:lnTo>
                    <a:pt x="50244" y="17486"/>
                  </a:lnTo>
                  <a:lnTo>
                    <a:pt x="50674" y="16806"/>
                  </a:lnTo>
                  <a:lnTo>
                    <a:pt x="56070" y="8157"/>
                  </a:lnTo>
                  <a:lnTo>
                    <a:pt x="59088" y="3320"/>
                  </a:lnTo>
                  <a:lnTo>
                    <a:pt x="60538" y="996"/>
                  </a:lnTo>
                  <a:lnTo>
                    <a:pt x="61134" y="0"/>
                  </a:lnTo>
                  <a:lnTo>
                    <a:pt x="62432" y="778"/>
                  </a:lnTo>
                  <a:lnTo>
                    <a:pt x="67177" y="3627"/>
                  </a:lnTo>
                  <a:lnTo>
                    <a:pt x="66312" y="4950"/>
                  </a:lnTo>
                  <a:lnTo>
                    <a:pt x="69638" y="7011"/>
                  </a:lnTo>
                  <a:lnTo>
                    <a:pt x="67598" y="10806"/>
                  </a:lnTo>
                  <a:lnTo>
                    <a:pt x="67924" y="11004"/>
                  </a:lnTo>
                  <a:lnTo>
                    <a:pt x="78238" y="17301"/>
                  </a:lnTo>
                  <a:lnTo>
                    <a:pt x="77630" y="18287"/>
                  </a:lnTo>
                  <a:lnTo>
                    <a:pt x="79295" y="19339"/>
                  </a:lnTo>
                  <a:lnTo>
                    <a:pt x="86137" y="23660"/>
                  </a:lnTo>
                  <a:lnTo>
                    <a:pt x="86058" y="23799"/>
                  </a:lnTo>
                  <a:lnTo>
                    <a:pt x="84253" y="26956"/>
                  </a:lnTo>
                  <a:lnTo>
                    <a:pt x="83409" y="2836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g130"/>
            <p:cNvSpPr/>
            <p:nvPr/>
          </p:nvSpPr>
          <p:spPr>
            <a:xfrm>
              <a:off x="2451040" y="4226617"/>
              <a:ext cx="202881" cy="207833"/>
            </a:xfrm>
            <a:custGeom>
              <a:avLst/>
              <a:pathLst>
                <a:path w="202881" h="207833">
                  <a:moveTo>
                    <a:pt x="97554" y="206489"/>
                  </a:moveTo>
                  <a:lnTo>
                    <a:pt x="96632" y="207833"/>
                  </a:lnTo>
                  <a:lnTo>
                    <a:pt x="96483" y="207728"/>
                  </a:lnTo>
                  <a:lnTo>
                    <a:pt x="74018" y="191934"/>
                  </a:lnTo>
                  <a:lnTo>
                    <a:pt x="47303" y="173153"/>
                  </a:lnTo>
                  <a:lnTo>
                    <a:pt x="44707" y="171328"/>
                  </a:lnTo>
                  <a:lnTo>
                    <a:pt x="42709" y="169923"/>
                  </a:lnTo>
                  <a:lnTo>
                    <a:pt x="34339" y="164039"/>
                  </a:lnTo>
                  <a:lnTo>
                    <a:pt x="29451" y="160602"/>
                  </a:lnTo>
                  <a:lnTo>
                    <a:pt x="25705" y="157969"/>
                  </a:lnTo>
                  <a:lnTo>
                    <a:pt x="18095" y="152619"/>
                  </a:lnTo>
                  <a:lnTo>
                    <a:pt x="17843" y="152442"/>
                  </a:lnTo>
                  <a:lnTo>
                    <a:pt x="16741" y="151667"/>
                  </a:lnTo>
                  <a:lnTo>
                    <a:pt x="13918" y="149682"/>
                  </a:lnTo>
                  <a:lnTo>
                    <a:pt x="13249" y="149212"/>
                  </a:lnTo>
                  <a:lnTo>
                    <a:pt x="9004" y="146228"/>
                  </a:lnTo>
                  <a:lnTo>
                    <a:pt x="6886" y="144738"/>
                  </a:lnTo>
                  <a:lnTo>
                    <a:pt x="5863" y="144019"/>
                  </a:lnTo>
                  <a:lnTo>
                    <a:pt x="4393" y="142986"/>
                  </a:lnTo>
                  <a:lnTo>
                    <a:pt x="2133" y="141397"/>
                  </a:lnTo>
                  <a:lnTo>
                    <a:pt x="0" y="139897"/>
                  </a:lnTo>
                  <a:lnTo>
                    <a:pt x="111" y="139720"/>
                  </a:lnTo>
                  <a:lnTo>
                    <a:pt x="5614" y="130947"/>
                  </a:lnTo>
                  <a:lnTo>
                    <a:pt x="7914" y="127384"/>
                  </a:lnTo>
                  <a:lnTo>
                    <a:pt x="8097" y="127101"/>
                  </a:lnTo>
                  <a:lnTo>
                    <a:pt x="11457" y="121897"/>
                  </a:lnTo>
                  <a:lnTo>
                    <a:pt x="11562" y="121734"/>
                  </a:lnTo>
                  <a:lnTo>
                    <a:pt x="15840" y="115107"/>
                  </a:lnTo>
                  <a:lnTo>
                    <a:pt x="16250" y="114471"/>
                  </a:lnTo>
                  <a:lnTo>
                    <a:pt x="16730" y="113728"/>
                  </a:lnTo>
                  <a:lnTo>
                    <a:pt x="17080" y="113111"/>
                  </a:lnTo>
                  <a:lnTo>
                    <a:pt x="17522" y="112330"/>
                  </a:lnTo>
                  <a:lnTo>
                    <a:pt x="17937" y="111598"/>
                  </a:lnTo>
                  <a:lnTo>
                    <a:pt x="18527" y="110556"/>
                  </a:lnTo>
                  <a:lnTo>
                    <a:pt x="19192" y="109381"/>
                  </a:lnTo>
                  <a:lnTo>
                    <a:pt x="19702" y="108481"/>
                  </a:lnTo>
                  <a:lnTo>
                    <a:pt x="21165" y="105899"/>
                  </a:lnTo>
                  <a:lnTo>
                    <a:pt x="21850" y="104689"/>
                  </a:lnTo>
                  <a:lnTo>
                    <a:pt x="22190" y="104251"/>
                  </a:lnTo>
                  <a:lnTo>
                    <a:pt x="23723" y="102271"/>
                  </a:lnTo>
                  <a:lnTo>
                    <a:pt x="24151" y="101718"/>
                  </a:lnTo>
                  <a:lnTo>
                    <a:pt x="24355" y="101454"/>
                  </a:lnTo>
                  <a:lnTo>
                    <a:pt x="24832" y="100840"/>
                  </a:lnTo>
                  <a:lnTo>
                    <a:pt x="25933" y="98912"/>
                  </a:lnTo>
                  <a:lnTo>
                    <a:pt x="27642" y="95923"/>
                  </a:lnTo>
                  <a:lnTo>
                    <a:pt x="28218" y="94915"/>
                  </a:lnTo>
                  <a:lnTo>
                    <a:pt x="28519" y="94389"/>
                  </a:lnTo>
                  <a:lnTo>
                    <a:pt x="30124" y="91827"/>
                  </a:lnTo>
                  <a:lnTo>
                    <a:pt x="30598" y="91070"/>
                  </a:lnTo>
                  <a:lnTo>
                    <a:pt x="30997" y="90433"/>
                  </a:lnTo>
                  <a:lnTo>
                    <a:pt x="31513" y="89609"/>
                  </a:lnTo>
                  <a:lnTo>
                    <a:pt x="32731" y="87664"/>
                  </a:lnTo>
                  <a:lnTo>
                    <a:pt x="32795" y="87450"/>
                  </a:lnTo>
                  <a:lnTo>
                    <a:pt x="33262" y="85889"/>
                  </a:lnTo>
                  <a:lnTo>
                    <a:pt x="33599" y="84761"/>
                  </a:lnTo>
                  <a:lnTo>
                    <a:pt x="33595" y="84465"/>
                  </a:lnTo>
                  <a:lnTo>
                    <a:pt x="33602" y="84314"/>
                  </a:lnTo>
                  <a:lnTo>
                    <a:pt x="34133" y="83434"/>
                  </a:lnTo>
                  <a:lnTo>
                    <a:pt x="34272" y="83203"/>
                  </a:lnTo>
                  <a:lnTo>
                    <a:pt x="36032" y="80288"/>
                  </a:lnTo>
                  <a:lnTo>
                    <a:pt x="36170" y="80059"/>
                  </a:lnTo>
                  <a:lnTo>
                    <a:pt x="38023" y="76990"/>
                  </a:lnTo>
                  <a:lnTo>
                    <a:pt x="38199" y="76698"/>
                  </a:lnTo>
                  <a:lnTo>
                    <a:pt x="38713" y="75847"/>
                  </a:lnTo>
                  <a:lnTo>
                    <a:pt x="39166" y="75096"/>
                  </a:lnTo>
                  <a:lnTo>
                    <a:pt x="39750" y="74128"/>
                  </a:lnTo>
                  <a:lnTo>
                    <a:pt x="40188" y="73403"/>
                  </a:lnTo>
                  <a:lnTo>
                    <a:pt x="40549" y="72805"/>
                  </a:lnTo>
                  <a:lnTo>
                    <a:pt x="40711" y="72551"/>
                  </a:lnTo>
                  <a:lnTo>
                    <a:pt x="40892" y="72266"/>
                  </a:lnTo>
                  <a:lnTo>
                    <a:pt x="41051" y="72017"/>
                  </a:lnTo>
                  <a:lnTo>
                    <a:pt x="41982" y="70557"/>
                  </a:lnTo>
                  <a:lnTo>
                    <a:pt x="42710" y="69414"/>
                  </a:lnTo>
                  <a:lnTo>
                    <a:pt x="43975" y="67269"/>
                  </a:lnTo>
                  <a:lnTo>
                    <a:pt x="44535" y="66319"/>
                  </a:lnTo>
                  <a:lnTo>
                    <a:pt x="47628" y="61074"/>
                  </a:lnTo>
                  <a:lnTo>
                    <a:pt x="50906" y="55516"/>
                  </a:lnTo>
                  <a:lnTo>
                    <a:pt x="52437" y="52920"/>
                  </a:lnTo>
                  <a:lnTo>
                    <a:pt x="53208" y="51724"/>
                  </a:lnTo>
                  <a:lnTo>
                    <a:pt x="53662" y="51020"/>
                  </a:lnTo>
                  <a:lnTo>
                    <a:pt x="53855" y="50720"/>
                  </a:lnTo>
                  <a:lnTo>
                    <a:pt x="54163" y="50242"/>
                  </a:lnTo>
                  <a:lnTo>
                    <a:pt x="55312" y="48459"/>
                  </a:lnTo>
                  <a:lnTo>
                    <a:pt x="56313" y="46907"/>
                  </a:lnTo>
                  <a:lnTo>
                    <a:pt x="57922" y="44409"/>
                  </a:lnTo>
                  <a:lnTo>
                    <a:pt x="58063" y="44191"/>
                  </a:lnTo>
                  <a:lnTo>
                    <a:pt x="59175" y="42465"/>
                  </a:lnTo>
                  <a:lnTo>
                    <a:pt x="61215" y="39301"/>
                  </a:lnTo>
                  <a:lnTo>
                    <a:pt x="61783" y="38420"/>
                  </a:lnTo>
                  <a:lnTo>
                    <a:pt x="63295" y="36072"/>
                  </a:lnTo>
                  <a:lnTo>
                    <a:pt x="65240" y="33055"/>
                  </a:lnTo>
                  <a:lnTo>
                    <a:pt x="67192" y="30026"/>
                  </a:lnTo>
                  <a:lnTo>
                    <a:pt x="67592" y="29406"/>
                  </a:lnTo>
                  <a:lnTo>
                    <a:pt x="70336" y="25503"/>
                  </a:lnTo>
                  <a:lnTo>
                    <a:pt x="70674" y="25022"/>
                  </a:lnTo>
                  <a:lnTo>
                    <a:pt x="73312" y="21269"/>
                  </a:lnTo>
                  <a:lnTo>
                    <a:pt x="74281" y="19891"/>
                  </a:lnTo>
                  <a:lnTo>
                    <a:pt x="75425" y="18264"/>
                  </a:lnTo>
                  <a:lnTo>
                    <a:pt x="78577" y="13780"/>
                  </a:lnTo>
                  <a:lnTo>
                    <a:pt x="79086" y="13056"/>
                  </a:lnTo>
                  <a:lnTo>
                    <a:pt x="82507" y="8352"/>
                  </a:lnTo>
                  <a:lnTo>
                    <a:pt x="83326" y="7225"/>
                  </a:lnTo>
                  <a:lnTo>
                    <a:pt x="84436" y="5699"/>
                  </a:lnTo>
                  <a:lnTo>
                    <a:pt x="85044" y="4863"/>
                  </a:lnTo>
                  <a:lnTo>
                    <a:pt x="86280" y="3471"/>
                  </a:lnTo>
                  <a:lnTo>
                    <a:pt x="87245" y="2384"/>
                  </a:lnTo>
                  <a:lnTo>
                    <a:pt x="87388" y="2223"/>
                  </a:lnTo>
                  <a:lnTo>
                    <a:pt x="89362" y="0"/>
                  </a:lnTo>
                  <a:lnTo>
                    <a:pt x="89819" y="200"/>
                  </a:lnTo>
                  <a:lnTo>
                    <a:pt x="92520" y="1389"/>
                  </a:lnTo>
                  <a:lnTo>
                    <a:pt x="93675" y="1897"/>
                  </a:lnTo>
                  <a:lnTo>
                    <a:pt x="98626" y="2990"/>
                  </a:lnTo>
                  <a:lnTo>
                    <a:pt x="101254" y="3570"/>
                  </a:lnTo>
                  <a:lnTo>
                    <a:pt x="101506" y="3644"/>
                  </a:lnTo>
                  <a:lnTo>
                    <a:pt x="102063" y="3809"/>
                  </a:lnTo>
                  <a:lnTo>
                    <a:pt x="102467" y="3928"/>
                  </a:lnTo>
                  <a:lnTo>
                    <a:pt x="104163" y="4428"/>
                  </a:lnTo>
                  <a:lnTo>
                    <a:pt x="106624" y="5154"/>
                  </a:lnTo>
                  <a:lnTo>
                    <a:pt x="113871" y="7292"/>
                  </a:lnTo>
                  <a:lnTo>
                    <a:pt x="114747" y="7551"/>
                  </a:lnTo>
                  <a:lnTo>
                    <a:pt x="118400" y="8628"/>
                  </a:lnTo>
                  <a:lnTo>
                    <a:pt x="120588" y="9274"/>
                  </a:lnTo>
                  <a:lnTo>
                    <a:pt x="121252" y="9470"/>
                  </a:lnTo>
                  <a:lnTo>
                    <a:pt x="121763" y="9620"/>
                  </a:lnTo>
                  <a:lnTo>
                    <a:pt x="125110" y="10457"/>
                  </a:lnTo>
                  <a:lnTo>
                    <a:pt x="129837" y="11637"/>
                  </a:lnTo>
                  <a:lnTo>
                    <a:pt x="130250" y="11740"/>
                  </a:lnTo>
                  <a:lnTo>
                    <a:pt x="131704" y="12184"/>
                  </a:lnTo>
                  <a:lnTo>
                    <a:pt x="138124" y="14144"/>
                  </a:lnTo>
                  <a:lnTo>
                    <a:pt x="141459" y="15163"/>
                  </a:lnTo>
                  <a:lnTo>
                    <a:pt x="141738" y="15248"/>
                  </a:lnTo>
                  <a:lnTo>
                    <a:pt x="145436" y="16377"/>
                  </a:lnTo>
                  <a:lnTo>
                    <a:pt x="147881" y="17123"/>
                  </a:lnTo>
                  <a:lnTo>
                    <a:pt x="148227" y="17210"/>
                  </a:lnTo>
                  <a:lnTo>
                    <a:pt x="150905" y="17880"/>
                  </a:lnTo>
                  <a:lnTo>
                    <a:pt x="152012" y="18157"/>
                  </a:lnTo>
                  <a:lnTo>
                    <a:pt x="153910" y="18631"/>
                  </a:lnTo>
                  <a:lnTo>
                    <a:pt x="156542" y="19290"/>
                  </a:lnTo>
                  <a:lnTo>
                    <a:pt x="157754" y="19593"/>
                  </a:lnTo>
                  <a:lnTo>
                    <a:pt x="159414" y="20008"/>
                  </a:lnTo>
                  <a:lnTo>
                    <a:pt x="160775" y="20349"/>
                  </a:lnTo>
                  <a:lnTo>
                    <a:pt x="161054" y="20433"/>
                  </a:lnTo>
                  <a:lnTo>
                    <a:pt x="161188" y="20474"/>
                  </a:lnTo>
                  <a:lnTo>
                    <a:pt x="162258" y="20797"/>
                  </a:lnTo>
                  <a:lnTo>
                    <a:pt x="162440" y="20852"/>
                  </a:lnTo>
                  <a:lnTo>
                    <a:pt x="164627" y="21513"/>
                  </a:lnTo>
                  <a:lnTo>
                    <a:pt x="164847" y="21580"/>
                  </a:lnTo>
                  <a:lnTo>
                    <a:pt x="165772" y="21860"/>
                  </a:lnTo>
                  <a:lnTo>
                    <a:pt x="169146" y="22879"/>
                  </a:lnTo>
                  <a:lnTo>
                    <a:pt x="169423" y="22958"/>
                  </a:lnTo>
                  <a:lnTo>
                    <a:pt x="171720" y="23611"/>
                  </a:lnTo>
                  <a:lnTo>
                    <a:pt x="177459" y="25242"/>
                  </a:lnTo>
                  <a:lnTo>
                    <a:pt x="183625" y="26995"/>
                  </a:lnTo>
                  <a:lnTo>
                    <a:pt x="190736" y="29293"/>
                  </a:lnTo>
                  <a:lnTo>
                    <a:pt x="193531" y="30536"/>
                  </a:lnTo>
                  <a:lnTo>
                    <a:pt x="195460" y="31352"/>
                  </a:lnTo>
                  <a:lnTo>
                    <a:pt x="195920" y="31547"/>
                  </a:lnTo>
                  <a:lnTo>
                    <a:pt x="201941" y="36538"/>
                  </a:lnTo>
                  <a:lnTo>
                    <a:pt x="202147" y="36794"/>
                  </a:lnTo>
                  <a:lnTo>
                    <a:pt x="202761" y="37559"/>
                  </a:lnTo>
                  <a:lnTo>
                    <a:pt x="202881" y="37709"/>
                  </a:lnTo>
                  <a:lnTo>
                    <a:pt x="202449" y="38556"/>
                  </a:lnTo>
                  <a:lnTo>
                    <a:pt x="201614" y="40196"/>
                  </a:lnTo>
                  <a:lnTo>
                    <a:pt x="201470" y="40478"/>
                  </a:lnTo>
                  <a:lnTo>
                    <a:pt x="201129" y="41149"/>
                  </a:lnTo>
                  <a:lnTo>
                    <a:pt x="200972" y="41458"/>
                  </a:lnTo>
                  <a:lnTo>
                    <a:pt x="200170" y="43032"/>
                  </a:lnTo>
                  <a:lnTo>
                    <a:pt x="199607" y="44138"/>
                  </a:lnTo>
                  <a:lnTo>
                    <a:pt x="199463" y="44420"/>
                  </a:lnTo>
                  <a:lnTo>
                    <a:pt x="198633" y="46052"/>
                  </a:lnTo>
                  <a:lnTo>
                    <a:pt x="196058" y="51108"/>
                  </a:lnTo>
                  <a:lnTo>
                    <a:pt x="189049" y="63708"/>
                  </a:lnTo>
                  <a:lnTo>
                    <a:pt x="185891" y="69384"/>
                  </a:lnTo>
                  <a:lnTo>
                    <a:pt x="184647" y="71578"/>
                  </a:lnTo>
                  <a:lnTo>
                    <a:pt x="183840" y="73002"/>
                  </a:lnTo>
                  <a:lnTo>
                    <a:pt x="183220" y="74094"/>
                  </a:lnTo>
                  <a:lnTo>
                    <a:pt x="182199" y="75894"/>
                  </a:lnTo>
                  <a:lnTo>
                    <a:pt x="178661" y="82131"/>
                  </a:lnTo>
                  <a:lnTo>
                    <a:pt x="178527" y="82368"/>
                  </a:lnTo>
                  <a:lnTo>
                    <a:pt x="176179" y="86507"/>
                  </a:lnTo>
                  <a:lnTo>
                    <a:pt x="175973" y="86870"/>
                  </a:lnTo>
                  <a:lnTo>
                    <a:pt x="173754" y="90562"/>
                  </a:lnTo>
                  <a:lnTo>
                    <a:pt x="173171" y="91532"/>
                  </a:lnTo>
                  <a:lnTo>
                    <a:pt x="172052" y="93393"/>
                  </a:lnTo>
                  <a:lnTo>
                    <a:pt x="170762" y="95350"/>
                  </a:lnTo>
                  <a:lnTo>
                    <a:pt x="168658" y="98541"/>
                  </a:lnTo>
                  <a:lnTo>
                    <a:pt x="167627" y="100106"/>
                  </a:lnTo>
                  <a:lnTo>
                    <a:pt x="166757" y="101350"/>
                  </a:lnTo>
                  <a:lnTo>
                    <a:pt x="162821" y="106979"/>
                  </a:lnTo>
                  <a:lnTo>
                    <a:pt x="161773" y="108438"/>
                  </a:lnTo>
                  <a:lnTo>
                    <a:pt x="160131" y="110172"/>
                  </a:lnTo>
                  <a:lnTo>
                    <a:pt x="159942" y="110390"/>
                  </a:lnTo>
                  <a:lnTo>
                    <a:pt x="158793" y="111713"/>
                  </a:lnTo>
                  <a:lnTo>
                    <a:pt x="158534" y="112011"/>
                  </a:lnTo>
                  <a:lnTo>
                    <a:pt x="157541" y="112977"/>
                  </a:lnTo>
                  <a:lnTo>
                    <a:pt x="151129" y="118821"/>
                  </a:lnTo>
                  <a:lnTo>
                    <a:pt x="150870" y="119058"/>
                  </a:lnTo>
                  <a:lnTo>
                    <a:pt x="144264" y="124527"/>
                  </a:lnTo>
                  <a:lnTo>
                    <a:pt x="135432" y="131840"/>
                  </a:lnTo>
                  <a:lnTo>
                    <a:pt x="134532" y="132613"/>
                  </a:lnTo>
                  <a:lnTo>
                    <a:pt x="133025" y="133907"/>
                  </a:lnTo>
                  <a:lnTo>
                    <a:pt x="132761" y="134135"/>
                  </a:lnTo>
                  <a:lnTo>
                    <a:pt x="130576" y="136011"/>
                  </a:lnTo>
                  <a:lnTo>
                    <a:pt x="137100" y="144322"/>
                  </a:lnTo>
                  <a:lnTo>
                    <a:pt x="137743" y="145141"/>
                  </a:lnTo>
                  <a:lnTo>
                    <a:pt x="138399" y="145977"/>
                  </a:lnTo>
                  <a:lnTo>
                    <a:pt x="138944" y="146652"/>
                  </a:lnTo>
                  <a:lnTo>
                    <a:pt x="139759" y="147663"/>
                  </a:lnTo>
                  <a:lnTo>
                    <a:pt x="140451" y="148521"/>
                  </a:lnTo>
                  <a:lnTo>
                    <a:pt x="140977" y="149173"/>
                  </a:lnTo>
                  <a:lnTo>
                    <a:pt x="141885" y="150299"/>
                  </a:lnTo>
                  <a:lnTo>
                    <a:pt x="144498" y="153540"/>
                  </a:lnTo>
                  <a:lnTo>
                    <a:pt x="147509" y="157273"/>
                  </a:lnTo>
                  <a:lnTo>
                    <a:pt x="147619" y="157409"/>
                  </a:lnTo>
                  <a:lnTo>
                    <a:pt x="146406" y="158299"/>
                  </a:lnTo>
                  <a:lnTo>
                    <a:pt x="146268" y="158400"/>
                  </a:lnTo>
                  <a:lnTo>
                    <a:pt x="143936" y="160112"/>
                  </a:lnTo>
                  <a:lnTo>
                    <a:pt x="143670" y="160307"/>
                  </a:lnTo>
                  <a:lnTo>
                    <a:pt x="142612" y="161084"/>
                  </a:lnTo>
                  <a:lnTo>
                    <a:pt x="140423" y="162690"/>
                  </a:lnTo>
                  <a:lnTo>
                    <a:pt x="139348" y="163479"/>
                  </a:lnTo>
                  <a:lnTo>
                    <a:pt x="138001" y="164468"/>
                  </a:lnTo>
                  <a:lnTo>
                    <a:pt x="137494" y="164839"/>
                  </a:lnTo>
                  <a:lnTo>
                    <a:pt x="136833" y="165324"/>
                  </a:lnTo>
                  <a:lnTo>
                    <a:pt x="136501" y="165586"/>
                  </a:lnTo>
                  <a:lnTo>
                    <a:pt x="135716" y="166205"/>
                  </a:lnTo>
                  <a:lnTo>
                    <a:pt x="134242" y="167368"/>
                  </a:lnTo>
                  <a:lnTo>
                    <a:pt x="133644" y="167839"/>
                  </a:lnTo>
                  <a:lnTo>
                    <a:pt x="132473" y="168762"/>
                  </a:lnTo>
                  <a:lnTo>
                    <a:pt x="132155" y="169013"/>
                  </a:lnTo>
                  <a:lnTo>
                    <a:pt x="130300" y="170475"/>
                  </a:lnTo>
                  <a:lnTo>
                    <a:pt x="129774" y="170890"/>
                  </a:lnTo>
                  <a:lnTo>
                    <a:pt x="129038" y="171470"/>
                  </a:lnTo>
                  <a:lnTo>
                    <a:pt x="128629" y="171793"/>
                  </a:lnTo>
                  <a:lnTo>
                    <a:pt x="127182" y="172934"/>
                  </a:lnTo>
                  <a:lnTo>
                    <a:pt x="126764" y="173263"/>
                  </a:lnTo>
                  <a:lnTo>
                    <a:pt x="126094" y="173791"/>
                  </a:lnTo>
                  <a:lnTo>
                    <a:pt x="125097" y="174577"/>
                  </a:lnTo>
                  <a:lnTo>
                    <a:pt x="123275" y="176013"/>
                  </a:lnTo>
                  <a:lnTo>
                    <a:pt x="122648" y="176508"/>
                  </a:lnTo>
                  <a:lnTo>
                    <a:pt x="121839" y="177146"/>
                  </a:lnTo>
                  <a:lnTo>
                    <a:pt x="121069" y="177753"/>
                  </a:lnTo>
                  <a:lnTo>
                    <a:pt x="120708" y="178038"/>
                  </a:lnTo>
                  <a:lnTo>
                    <a:pt x="119802" y="178752"/>
                  </a:lnTo>
                  <a:lnTo>
                    <a:pt x="118510" y="179770"/>
                  </a:lnTo>
                  <a:lnTo>
                    <a:pt x="118046" y="180137"/>
                  </a:lnTo>
                  <a:lnTo>
                    <a:pt x="117126" y="180861"/>
                  </a:lnTo>
                  <a:lnTo>
                    <a:pt x="116571" y="181299"/>
                  </a:lnTo>
                  <a:lnTo>
                    <a:pt x="116409" y="181465"/>
                  </a:lnTo>
                  <a:lnTo>
                    <a:pt x="115779" y="182108"/>
                  </a:lnTo>
                  <a:lnTo>
                    <a:pt x="115585" y="182307"/>
                  </a:lnTo>
                  <a:lnTo>
                    <a:pt x="115262" y="182637"/>
                  </a:lnTo>
                  <a:lnTo>
                    <a:pt x="114626" y="183287"/>
                  </a:lnTo>
                  <a:lnTo>
                    <a:pt x="113956" y="183972"/>
                  </a:lnTo>
                  <a:lnTo>
                    <a:pt x="113664" y="184271"/>
                  </a:lnTo>
                  <a:lnTo>
                    <a:pt x="113213" y="184731"/>
                  </a:lnTo>
                  <a:lnTo>
                    <a:pt x="112221" y="185746"/>
                  </a:lnTo>
                  <a:lnTo>
                    <a:pt x="111507" y="186475"/>
                  </a:lnTo>
                  <a:lnTo>
                    <a:pt x="110759" y="187240"/>
                  </a:lnTo>
                  <a:lnTo>
                    <a:pt x="102413" y="199406"/>
                  </a:lnTo>
                  <a:lnTo>
                    <a:pt x="100739" y="201846"/>
                  </a:lnTo>
                  <a:lnTo>
                    <a:pt x="100205" y="202625"/>
                  </a:lnTo>
                  <a:lnTo>
                    <a:pt x="98731" y="204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g131"/>
            <p:cNvSpPr/>
            <p:nvPr/>
          </p:nvSpPr>
          <p:spPr>
            <a:xfrm>
              <a:off x="2612094" y="4140602"/>
              <a:ext cx="219604" cy="183052"/>
            </a:xfrm>
            <a:custGeom>
              <a:avLst/>
              <a:pathLst>
                <a:path w="219604" h="183052">
                  <a:moveTo>
                    <a:pt x="138796" y="95843"/>
                  </a:moveTo>
                  <a:lnTo>
                    <a:pt x="140253" y="97083"/>
                  </a:lnTo>
                  <a:lnTo>
                    <a:pt x="141918" y="94786"/>
                  </a:lnTo>
                  <a:lnTo>
                    <a:pt x="147108" y="87629"/>
                  </a:lnTo>
                  <a:lnTo>
                    <a:pt x="147655" y="86875"/>
                  </a:lnTo>
                  <a:lnTo>
                    <a:pt x="153604" y="78669"/>
                  </a:lnTo>
                  <a:lnTo>
                    <a:pt x="157287" y="73589"/>
                  </a:lnTo>
                  <a:lnTo>
                    <a:pt x="159850" y="70054"/>
                  </a:lnTo>
                  <a:lnTo>
                    <a:pt x="165103" y="62809"/>
                  </a:lnTo>
                  <a:lnTo>
                    <a:pt x="167931" y="64769"/>
                  </a:lnTo>
                  <a:lnTo>
                    <a:pt x="169806" y="66069"/>
                  </a:lnTo>
                  <a:lnTo>
                    <a:pt x="177431" y="71661"/>
                  </a:lnTo>
                  <a:lnTo>
                    <a:pt x="183500" y="76112"/>
                  </a:lnTo>
                  <a:lnTo>
                    <a:pt x="183745" y="76292"/>
                  </a:lnTo>
                  <a:lnTo>
                    <a:pt x="193394" y="83369"/>
                  </a:lnTo>
                  <a:lnTo>
                    <a:pt x="195184" y="84682"/>
                  </a:lnTo>
                  <a:lnTo>
                    <a:pt x="195514" y="84923"/>
                  </a:lnTo>
                  <a:lnTo>
                    <a:pt x="201049" y="88983"/>
                  </a:lnTo>
                  <a:lnTo>
                    <a:pt x="202031" y="89703"/>
                  </a:lnTo>
                  <a:lnTo>
                    <a:pt x="206136" y="92714"/>
                  </a:lnTo>
                  <a:lnTo>
                    <a:pt x="210516" y="95926"/>
                  </a:lnTo>
                  <a:lnTo>
                    <a:pt x="219604" y="102591"/>
                  </a:lnTo>
                  <a:lnTo>
                    <a:pt x="218047" y="104737"/>
                  </a:lnTo>
                  <a:lnTo>
                    <a:pt x="212944" y="111769"/>
                  </a:lnTo>
                  <a:lnTo>
                    <a:pt x="212522" y="112351"/>
                  </a:lnTo>
                  <a:lnTo>
                    <a:pt x="208844" y="117420"/>
                  </a:lnTo>
                  <a:lnTo>
                    <a:pt x="203792" y="124382"/>
                  </a:lnTo>
                  <a:lnTo>
                    <a:pt x="200656" y="128703"/>
                  </a:lnTo>
                  <a:lnTo>
                    <a:pt x="200125" y="129435"/>
                  </a:lnTo>
                  <a:lnTo>
                    <a:pt x="199825" y="129848"/>
                  </a:lnTo>
                  <a:lnTo>
                    <a:pt x="196093" y="134992"/>
                  </a:lnTo>
                  <a:lnTo>
                    <a:pt x="195628" y="135485"/>
                  </a:lnTo>
                  <a:lnTo>
                    <a:pt x="194450" y="136737"/>
                  </a:lnTo>
                  <a:lnTo>
                    <a:pt x="193200" y="137438"/>
                  </a:lnTo>
                  <a:lnTo>
                    <a:pt x="192680" y="137730"/>
                  </a:lnTo>
                  <a:lnTo>
                    <a:pt x="191909" y="138162"/>
                  </a:lnTo>
                  <a:lnTo>
                    <a:pt x="189944" y="139265"/>
                  </a:lnTo>
                  <a:lnTo>
                    <a:pt x="179555" y="143582"/>
                  </a:lnTo>
                  <a:lnTo>
                    <a:pt x="173401" y="146139"/>
                  </a:lnTo>
                  <a:lnTo>
                    <a:pt x="172927" y="146344"/>
                  </a:lnTo>
                  <a:lnTo>
                    <a:pt x="174410" y="149495"/>
                  </a:lnTo>
                  <a:lnTo>
                    <a:pt x="176383" y="153690"/>
                  </a:lnTo>
                  <a:lnTo>
                    <a:pt x="177159" y="156011"/>
                  </a:lnTo>
                  <a:lnTo>
                    <a:pt x="177256" y="156300"/>
                  </a:lnTo>
                  <a:lnTo>
                    <a:pt x="176762" y="156494"/>
                  </a:lnTo>
                  <a:lnTo>
                    <a:pt x="156792" y="164345"/>
                  </a:lnTo>
                  <a:lnTo>
                    <a:pt x="155617" y="164807"/>
                  </a:lnTo>
                  <a:lnTo>
                    <a:pt x="154664" y="165278"/>
                  </a:lnTo>
                  <a:lnTo>
                    <a:pt x="153291" y="165958"/>
                  </a:lnTo>
                  <a:lnTo>
                    <a:pt x="147308" y="169077"/>
                  </a:lnTo>
                  <a:lnTo>
                    <a:pt x="145611" y="170099"/>
                  </a:lnTo>
                  <a:lnTo>
                    <a:pt x="143710" y="171243"/>
                  </a:lnTo>
                  <a:lnTo>
                    <a:pt x="140529" y="173304"/>
                  </a:lnTo>
                  <a:lnTo>
                    <a:pt x="130509" y="180081"/>
                  </a:lnTo>
                  <a:lnTo>
                    <a:pt x="126117" y="183052"/>
                  </a:lnTo>
                  <a:lnTo>
                    <a:pt x="123285" y="178367"/>
                  </a:lnTo>
                  <a:lnTo>
                    <a:pt x="119481" y="172785"/>
                  </a:lnTo>
                  <a:lnTo>
                    <a:pt x="115247" y="167893"/>
                  </a:lnTo>
                  <a:lnTo>
                    <a:pt x="108682" y="160744"/>
                  </a:lnTo>
                  <a:lnTo>
                    <a:pt x="102600" y="155133"/>
                  </a:lnTo>
                  <a:lnTo>
                    <a:pt x="101686" y="154290"/>
                  </a:lnTo>
                  <a:lnTo>
                    <a:pt x="101069" y="153721"/>
                  </a:lnTo>
                  <a:lnTo>
                    <a:pt x="100888" y="153554"/>
                  </a:lnTo>
                  <a:lnTo>
                    <a:pt x="100361" y="153068"/>
                  </a:lnTo>
                  <a:lnTo>
                    <a:pt x="98549" y="155375"/>
                  </a:lnTo>
                  <a:lnTo>
                    <a:pt x="95285" y="159149"/>
                  </a:lnTo>
                  <a:lnTo>
                    <a:pt x="90492" y="164693"/>
                  </a:lnTo>
                  <a:lnTo>
                    <a:pt x="90003" y="165344"/>
                  </a:lnTo>
                  <a:lnTo>
                    <a:pt x="87075" y="168408"/>
                  </a:lnTo>
                  <a:lnTo>
                    <a:pt x="86511" y="168998"/>
                  </a:lnTo>
                  <a:lnTo>
                    <a:pt x="85823" y="168328"/>
                  </a:lnTo>
                  <a:lnTo>
                    <a:pt x="85074" y="167598"/>
                  </a:lnTo>
                  <a:lnTo>
                    <a:pt x="82715" y="165299"/>
                  </a:lnTo>
                  <a:lnTo>
                    <a:pt x="82463" y="165053"/>
                  </a:lnTo>
                  <a:lnTo>
                    <a:pt x="81626" y="164238"/>
                  </a:lnTo>
                  <a:lnTo>
                    <a:pt x="78267" y="160642"/>
                  </a:lnTo>
                  <a:lnTo>
                    <a:pt x="76500" y="158750"/>
                  </a:lnTo>
                  <a:lnTo>
                    <a:pt x="75523" y="157757"/>
                  </a:lnTo>
                  <a:lnTo>
                    <a:pt x="74709" y="156930"/>
                  </a:lnTo>
                  <a:lnTo>
                    <a:pt x="69625" y="151761"/>
                  </a:lnTo>
                  <a:lnTo>
                    <a:pt x="69376" y="151507"/>
                  </a:lnTo>
                  <a:lnTo>
                    <a:pt x="64745" y="146799"/>
                  </a:lnTo>
                  <a:lnTo>
                    <a:pt x="63540" y="145573"/>
                  </a:lnTo>
                  <a:lnTo>
                    <a:pt x="62727" y="144747"/>
                  </a:lnTo>
                  <a:lnTo>
                    <a:pt x="50767" y="132874"/>
                  </a:lnTo>
                  <a:lnTo>
                    <a:pt x="50631" y="132739"/>
                  </a:lnTo>
                  <a:lnTo>
                    <a:pt x="44027" y="126183"/>
                  </a:lnTo>
                  <a:lnTo>
                    <a:pt x="43394" y="125555"/>
                  </a:lnTo>
                  <a:lnTo>
                    <a:pt x="42512" y="124525"/>
                  </a:lnTo>
                  <a:lnTo>
                    <a:pt x="42239" y="124206"/>
                  </a:lnTo>
                  <a:lnTo>
                    <a:pt x="41812" y="123705"/>
                  </a:lnTo>
                  <a:lnTo>
                    <a:pt x="41706" y="123574"/>
                  </a:lnTo>
                  <a:lnTo>
                    <a:pt x="41093" y="122809"/>
                  </a:lnTo>
                  <a:lnTo>
                    <a:pt x="40887" y="122553"/>
                  </a:lnTo>
                  <a:lnTo>
                    <a:pt x="34866" y="117561"/>
                  </a:lnTo>
                  <a:lnTo>
                    <a:pt x="34406" y="117367"/>
                  </a:lnTo>
                  <a:lnTo>
                    <a:pt x="32476" y="116551"/>
                  </a:lnTo>
                  <a:lnTo>
                    <a:pt x="29682" y="115307"/>
                  </a:lnTo>
                  <a:lnTo>
                    <a:pt x="22571" y="113010"/>
                  </a:lnTo>
                  <a:lnTo>
                    <a:pt x="16405" y="111257"/>
                  </a:lnTo>
                  <a:lnTo>
                    <a:pt x="10665" y="109626"/>
                  </a:lnTo>
                  <a:lnTo>
                    <a:pt x="8368" y="108973"/>
                  </a:lnTo>
                  <a:lnTo>
                    <a:pt x="8092" y="108894"/>
                  </a:lnTo>
                  <a:lnTo>
                    <a:pt x="4712" y="107872"/>
                  </a:lnTo>
                  <a:lnTo>
                    <a:pt x="3793" y="107594"/>
                  </a:lnTo>
                  <a:lnTo>
                    <a:pt x="3572" y="107528"/>
                  </a:lnTo>
                  <a:lnTo>
                    <a:pt x="1386" y="106867"/>
                  </a:lnTo>
                  <a:lnTo>
                    <a:pt x="1204" y="106812"/>
                  </a:lnTo>
                  <a:lnTo>
                    <a:pt x="133" y="106488"/>
                  </a:lnTo>
                  <a:lnTo>
                    <a:pt x="0" y="106448"/>
                  </a:lnTo>
                  <a:lnTo>
                    <a:pt x="152" y="105914"/>
                  </a:lnTo>
                  <a:lnTo>
                    <a:pt x="2196" y="98765"/>
                  </a:lnTo>
                  <a:lnTo>
                    <a:pt x="5897" y="85825"/>
                  </a:lnTo>
                  <a:lnTo>
                    <a:pt x="11141" y="66784"/>
                  </a:lnTo>
                  <a:lnTo>
                    <a:pt x="12651" y="61468"/>
                  </a:lnTo>
                  <a:lnTo>
                    <a:pt x="14066" y="57177"/>
                  </a:lnTo>
                  <a:lnTo>
                    <a:pt x="15630" y="51930"/>
                  </a:lnTo>
                  <a:lnTo>
                    <a:pt x="16383" y="49224"/>
                  </a:lnTo>
                  <a:lnTo>
                    <a:pt x="16974" y="47096"/>
                  </a:lnTo>
                  <a:lnTo>
                    <a:pt x="18168" y="42800"/>
                  </a:lnTo>
                  <a:lnTo>
                    <a:pt x="18577" y="41138"/>
                  </a:lnTo>
                  <a:lnTo>
                    <a:pt x="20810" y="33068"/>
                  </a:lnTo>
                  <a:lnTo>
                    <a:pt x="21654" y="30021"/>
                  </a:lnTo>
                  <a:lnTo>
                    <a:pt x="25620" y="15687"/>
                  </a:lnTo>
                  <a:lnTo>
                    <a:pt x="26972" y="11312"/>
                  </a:lnTo>
                  <a:lnTo>
                    <a:pt x="29804" y="2147"/>
                  </a:lnTo>
                  <a:lnTo>
                    <a:pt x="30467" y="0"/>
                  </a:lnTo>
                  <a:lnTo>
                    <a:pt x="31594" y="1035"/>
                  </a:lnTo>
                  <a:lnTo>
                    <a:pt x="41325" y="9981"/>
                  </a:lnTo>
                  <a:lnTo>
                    <a:pt x="42074" y="10670"/>
                  </a:lnTo>
                  <a:lnTo>
                    <a:pt x="50767" y="18662"/>
                  </a:lnTo>
                  <a:lnTo>
                    <a:pt x="54617" y="22202"/>
                  </a:lnTo>
                  <a:lnTo>
                    <a:pt x="55643" y="23123"/>
                  </a:lnTo>
                  <a:lnTo>
                    <a:pt x="58944" y="26089"/>
                  </a:lnTo>
                  <a:lnTo>
                    <a:pt x="64642" y="31206"/>
                  </a:lnTo>
                  <a:lnTo>
                    <a:pt x="71934" y="37755"/>
                  </a:lnTo>
                  <a:lnTo>
                    <a:pt x="72478" y="38217"/>
                  </a:lnTo>
                  <a:lnTo>
                    <a:pt x="80346" y="44889"/>
                  </a:lnTo>
                  <a:lnTo>
                    <a:pt x="87691" y="51117"/>
                  </a:lnTo>
                  <a:lnTo>
                    <a:pt x="88279" y="51610"/>
                  </a:lnTo>
                  <a:lnTo>
                    <a:pt x="88719" y="51979"/>
                  </a:lnTo>
                  <a:lnTo>
                    <a:pt x="88999" y="52195"/>
                  </a:lnTo>
                  <a:lnTo>
                    <a:pt x="89534" y="52608"/>
                  </a:lnTo>
                  <a:lnTo>
                    <a:pt x="90034" y="53057"/>
                  </a:lnTo>
                  <a:lnTo>
                    <a:pt x="90876" y="53812"/>
                  </a:lnTo>
                  <a:lnTo>
                    <a:pt x="98085" y="60283"/>
                  </a:lnTo>
                  <a:lnTo>
                    <a:pt x="98311" y="60486"/>
                  </a:lnTo>
                  <a:lnTo>
                    <a:pt x="98454" y="60614"/>
                  </a:lnTo>
                  <a:lnTo>
                    <a:pt x="112167" y="72954"/>
                  </a:lnTo>
                  <a:lnTo>
                    <a:pt x="115309" y="75782"/>
                  </a:lnTo>
                  <a:lnTo>
                    <a:pt x="116680" y="77015"/>
                  </a:lnTo>
                  <a:lnTo>
                    <a:pt x="116891" y="77205"/>
                  </a:lnTo>
                  <a:lnTo>
                    <a:pt x="125496" y="84526"/>
                  </a:lnTo>
                  <a:lnTo>
                    <a:pt x="128445" y="87036"/>
                  </a:lnTo>
                  <a:lnTo>
                    <a:pt x="129395" y="87845"/>
                  </a:lnTo>
                  <a:lnTo>
                    <a:pt x="129646" y="88057"/>
                  </a:lnTo>
                  <a:lnTo>
                    <a:pt x="136766" y="94116"/>
                  </a:lnTo>
                  <a:lnTo>
                    <a:pt x="137239" y="94518"/>
                  </a:lnTo>
                  <a:lnTo>
                    <a:pt x="138004" y="951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g132"/>
            <p:cNvSpPr/>
            <p:nvPr/>
          </p:nvSpPr>
          <p:spPr>
            <a:xfrm>
              <a:off x="2834351" y="4235986"/>
              <a:ext cx="170308" cy="128156"/>
            </a:xfrm>
            <a:custGeom>
              <a:avLst/>
              <a:pathLst>
                <a:path w="170308" h="128156">
                  <a:moveTo>
                    <a:pt x="55027" y="0"/>
                  </a:moveTo>
                  <a:lnTo>
                    <a:pt x="55604" y="64"/>
                  </a:lnTo>
                  <a:lnTo>
                    <a:pt x="60555" y="622"/>
                  </a:lnTo>
                  <a:lnTo>
                    <a:pt x="63772" y="984"/>
                  </a:lnTo>
                  <a:lnTo>
                    <a:pt x="65824" y="1825"/>
                  </a:lnTo>
                  <a:lnTo>
                    <a:pt x="66389" y="2205"/>
                  </a:lnTo>
                  <a:lnTo>
                    <a:pt x="68371" y="3535"/>
                  </a:lnTo>
                  <a:lnTo>
                    <a:pt x="75247" y="8538"/>
                  </a:lnTo>
                  <a:lnTo>
                    <a:pt x="78214" y="10697"/>
                  </a:lnTo>
                  <a:lnTo>
                    <a:pt x="78859" y="11166"/>
                  </a:lnTo>
                  <a:lnTo>
                    <a:pt x="79415" y="11551"/>
                  </a:lnTo>
                  <a:lnTo>
                    <a:pt x="79584" y="11668"/>
                  </a:lnTo>
                  <a:lnTo>
                    <a:pt x="80486" y="12291"/>
                  </a:lnTo>
                  <a:lnTo>
                    <a:pt x="81005" y="12650"/>
                  </a:lnTo>
                  <a:lnTo>
                    <a:pt x="81506" y="13039"/>
                  </a:lnTo>
                  <a:lnTo>
                    <a:pt x="81643" y="13160"/>
                  </a:lnTo>
                  <a:lnTo>
                    <a:pt x="82033" y="13531"/>
                  </a:lnTo>
                  <a:lnTo>
                    <a:pt x="80213" y="16218"/>
                  </a:lnTo>
                  <a:lnTo>
                    <a:pt x="79866" y="16703"/>
                  </a:lnTo>
                  <a:lnTo>
                    <a:pt x="78777" y="18295"/>
                  </a:lnTo>
                  <a:lnTo>
                    <a:pt x="78308" y="18914"/>
                  </a:lnTo>
                  <a:lnTo>
                    <a:pt x="77805" y="19577"/>
                  </a:lnTo>
                  <a:lnTo>
                    <a:pt x="77434" y="20067"/>
                  </a:lnTo>
                  <a:lnTo>
                    <a:pt x="77310" y="20230"/>
                  </a:lnTo>
                  <a:lnTo>
                    <a:pt x="77102" y="20505"/>
                  </a:lnTo>
                  <a:lnTo>
                    <a:pt x="76819" y="20920"/>
                  </a:lnTo>
                  <a:lnTo>
                    <a:pt x="77853" y="22084"/>
                  </a:lnTo>
                  <a:lnTo>
                    <a:pt x="78628" y="22955"/>
                  </a:lnTo>
                  <a:lnTo>
                    <a:pt x="78941" y="23307"/>
                  </a:lnTo>
                  <a:lnTo>
                    <a:pt x="79285" y="23695"/>
                  </a:lnTo>
                  <a:lnTo>
                    <a:pt x="80121" y="24635"/>
                  </a:lnTo>
                  <a:lnTo>
                    <a:pt x="80271" y="24803"/>
                  </a:lnTo>
                  <a:lnTo>
                    <a:pt x="80415" y="24966"/>
                  </a:lnTo>
                  <a:lnTo>
                    <a:pt x="82036" y="27195"/>
                  </a:lnTo>
                  <a:lnTo>
                    <a:pt x="82419" y="27722"/>
                  </a:lnTo>
                  <a:lnTo>
                    <a:pt x="83112" y="28649"/>
                  </a:lnTo>
                  <a:lnTo>
                    <a:pt x="85989" y="32497"/>
                  </a:lnTo>
                  <a:lnTo>
                    <a:pt x="85712" y="32734"/>
                  </a:lnTo>
                  <a:lnTo>
                    <a:pt x="85409" y="33052"/>
                  </a:lnTo>
                  <a:lnTo>
                    <a:pt x="88420" y="38595"/>
                  </a:lnTo>
                  <a:lnTo>
                    <a:pt x="89449" y="37052"/>
                  </a:lnTo>
                  <a:lnTo>
                    <a:pt x="92275" y="32814"/>
                  </a:lnTo>
                  <a:lnTo>
                    <a:pt x="93171" y="31470"/>
                  </a:lnTo>
                  <a:lnTo>
                    <a:pt x="93268" y="31325"/>
                  </a:lnTo>
                  <a:lnTo>
                    <a:pt x="93384" y="31146"/>
                  </a:lnTo>
                  <a:lnTo>
                    <a:pt x="93479" y="30987"/>
                  </a:lnTo>
                  <a:lnTo>
                    <a:pt x="93776" y="30488"/>
                  </a:lnTo>
                  <a:lnTo>
                    <a:pt x="94629" y="31130"/>
                  </a:lnTo>
                  <a:lnTo>
                    <a:pt x="96437" y="32493"/>
                  </a:lnTo>
                  <a:lnTo>
                    <a:pt x="97658" y="33413"/>
                  </a:lnTo>
                  <a:lnTo>
                    <a:pt x="98529" y="34070"/>
                  </a:lnTo>
                  <a:lnTo>
                    <a:pt x="99177" y="34568"/>
                  </a:lnTo>
                  <a:lnTo>
                    <a:pt x="99834" y="35075"/>
                  </a:lnTo>
                  <a:lnTo>
                    <a:pt x="100030" y="35217"/>
                  </a:lnTo>
                  <a:lnTo>
                    <a:pt x="100751" y="35743"/>
                  </a:lnTo>
                  <a:lnTo>
                    <a:pt x="100894" y="35847"/>
                  </a:lnTo>
                  <a:lnTo>
                    <a:pt x="101180" y="36055"/>
                  </a:lnTo>
                  <a:lnTo>
                    <a:pt x="101739" y="37026"/>
                  </a:lnTo>
                  <a:lnTo>
                    <a:pt x="102179" y="37736"/>
                  </a:lnTo>
                  <a:lnTo>
                    <a:pt x="103146" y="39634"/>
                  </a:lnTo>
                  <a:lnTo>
                    <a:pt x="103304" y="39945"/>
                  </a:lnTo>
                  <a:lnTo>
                    <a:pt x="103993" y="41296"/>
                  </a:lnTo>
                  <a:lnTo>
                    <a:pt x="104929" y="43135"/>
                  </a:lnTo>
                  <a:lnTo>
                    <a:pt x="105547" y="44348"/>
                  </a:lnTo>
                  <a:lnTo>
                    <a:pt x="105753" y="44736"/>
                  </a:lnTo>
                  <a:lnTo>
                    <a:pt x="105953" y="45055"/>
                  </a:lnTo>
                  <a:lnTo>
                    <a:pt x="106404" y="45891"/>
                  </a:lnTo>
                  <a:lnTo>
                    <a:pt x="106692" y="46425"/>
                  </a:lnTo>
                  <a:lnTo>
                    <a:pt x="107320" y="47587"/>
                  </a:lnTo>
                  <a:lnTo>
                    <a:pt x="107466" y="47857"/>
                  </a:lnTo>
                  <a:lnTo>
                    <a:pt x="107588" y="48082"/>
                  </a:lnTo>
                  <a:lnTo>
                    <a:pt x="107764" y="48409"/>
                  </a:lnTo>
                  <a:lnTo>
                    <a:pt x="108040" y="48839"/>
                  </a:lnTo>
                  <a:lnTo>
                    <a:pt x="108295" y="49237"/>
                  </a:lnTo>
                  <a:lnTo>
                    <a:pt x="111415" y="54106"/>
                  </a:lnTo>
                  <a:lnTo>
                    <a:pt x="112134" y="55237"/>
                  </a:lnTo>
                  <a:lnTo>
                    <a:pt x="112770" y="56239"/>
                  </a:lnTo>
                  <a:lnTo>
                    <a:pt x="113340" y="57137"/>
                  </a:lnTo>
                  <a:lnTo>
                    <a:pt x="115487" y="60767"/>
                  </a:lnTo>
                  <a:lnTo>
                    <a:pt x="115723" y="61167"/>
                  </a:lnTo>
                  <a:lnTo>
                    <a:pt x="115852" y="61384"/>
                  </a:lnTo>
                  <a:lnTo>
                    <a:pt x="116190" y="61956"/>
                  </a:lnTo>
                  <a:lnTo>
                    <a:pt x="116634" y="62210"/>
                  </a:lnTo>
                  <a:lnTo>
                    <a:pt x="117893" y="62930"/>
                  </a:lnTo>
                  <a:lnTo>
                    <a:pt x="118078" y="63036"/>
                  </a:lnTo>
                  <a:lnTo>
                    <a:pt x="118467" y="63258"/>
                  </a:lnTo>
                  <a:lnTo>
                    <a:pt x="119558" y="63881"/>
                  </a:lnTo>
                  <a:lnTo>
                    <a:pt x="119881" y="64066"/>
                  </a:lnTo>
                  <a:lnTo>
                    <a:pt x="121308" y="64882"/>
                  </a:lnTo>
                  <a:lnTo>
                    <a:pt x="121491" y="64987"/>
                  </a:lnTo>
                  <a:lnTo>
                    <a:pt x="123148" y="65934"/>
                  </a:lnTo>
                  <a:lnTo>
                    <a:pt x="123427" y="66093"/>
                  </a:lnTo>
                  <a:lnTo>
                    <a:pt x="125502" y="67279"/>
                  </a:lnTo>
                  <a:lnTo>
                    <a:pt x="125931" y="67524"/>
                  </a:lnTo>
                  <a:lnTo>
                    <a:pt x="127406" y="68368"/>
                  </a:lnTo>
                  <a:lnTo>
                    <a:pt x="128001" y="68894"/>
                  </a:lnTo>
                  <a:lnTo>
                    <a:pt x="128945" y="69729"/>
                  </a:lnTo>
                  <a:lnTo>
                    <a:pt x="129655" y="70356"/>
                  </a:lnTo>
                  <a:lnTo>
                    <a:pt x="131010" y="71555"/>
                  </a:lnTo>
                  <a:lnTo>
                    <a:pt x="131644" y="71861"/>
                  </a:lnTo>
                  <a:lnTo>
                    <a:pt x="132107" y="72085"/>
                  </a:lnTo>
                  <a:lnTo>
                    <a:pt x="132285" y="72171"/>
                  </a:lnTo>
                  <a:lnTo>
                    <a:pt x="132522" y="72286"/>
                  </a:lnTo>
                  <a:lnTo>
                    <a:pt x="133094" y="72562"/>
                  </a:lnTo>
                  <a:lnTo>
                    <a:pt x="133674" y="72843"/>
                  </a:lnTo>
                  <a:lnTo>
                    <a:pt x="134616" y="73160"/>
                  </a:lnTo>
                  <a:lnTo>
                    <a:pt x="135131" y="73334"/>
                  </a:lnTo>
                  <a:lnTo>
                    <a:pt x="136599" y="73828"/>
                  </a:lnTo>
                  <a:lnTo>
                    <a:pt x="135537" y="75320"/>
                  </a:lnTo>
                  <a:lnTo>
                    <a:pt x="133615" y="77974"/>
                  </a:lnTo>
                  <a:lnTo>
                    <a:pt x="138245" y="81803"/>
                  </a:lnTo>
                  <a:lnTo>
                    <a:pt x="138896" y="82342"/>
                  </a:lnTo>
                  <a:lnTo>
                    <a:pt x="139246" y="82632"/>
                  </a:lnTo>
                  <a:lnTo>
                    <a:pt x="144308" y="81966"/>
                  </a:lnTo>
                  <a:lnTo>
                    <a:pt x="144913" y="81887"/>
                  </a:lnTo>
                  <a:lnTo>
                    <a:pt x="146004" y="82831"/>
                  </a:lnTo>
                  <a:lnTo>
                    <a:pt x="154938" y="90573"/>
                  </a:lnTo>
                  <a:lnTo>
                    <a:pt x="155482" y="91045"/>
                  </a:lnTo>
                  <a:lnTo>
                    <a:pt x="157655" y="88026"/>
                  </a:lnTo>
                  <a:lnTo>
                    <a:pt x="159239" y="85332"/>
                  </a:lnTo>
                  <a:lnTo>
                    <a:pt x="160425" y="83317"/>
                  </a:lnTo>
                  <a:lnTo>
                    <a:pt x="161857" y="80881"/>
                  </a:lnTo>
                  <a:lnTo>
                    <a:pt x="162343" y="79467"/>
                  </a:lnTo>
                  <a:lnTo>
                    <a:pt x="162799" y="75463"/>
                  </a:lnTo>
                  <a:lnTo>
                    <a:pt x="163545" y="72733"/>
                  </a:lnTo>
                  <a:lnTo>
                    <a:pt x="164652" y="67563"/>
                  </a:lnTo>
                  <a:lnTo>
                    <a:pt x="164685" y="67408"/>
                  </a:lnTo>
                  <a:lnTo>
                    <a:pt x="164745" y="67551"/>
                  </a:lnTo>
                  <a:lnTo>
                    <a:pt x="165756" y="69942"/>
                  </a:lnTo>
                  <a:lnTo>
                    <a:pt x="166302" y="71233"/>
                  </a:lnTo>
                  <a:lnTo>
                    <a:pt x="165420" y="71789"/>
                  </a:lnTo>
                  <a:lnTo>
                    <a:pt x="166657" y="74117"/>
                  </a:lnTo>
                  <a:lnTo>
                    <a:pt x="166903" y="74752"/>
                  </a:lnTo>
                  <a:lnTo>
                    <a:pt x="167896" y="81031"/>
                  </a:lnTo>
                  <a:lnTo>
                    <a:pt x="168609" y="85458"/>
                  </a:lnTo>
                  <a:lnTo>
                    <a:pt x="168713" y="86131"/>
                  </a:lnTo>
                  <a:lnTo>
                    <a:pt x="168718" y="87314"/>
                  </a:lnTo>
                  <a:lnTo>
                    <a:pt x="168021" y="88623"/>
                  </a:lnTo>
                  <a:lnTo>
                    <a:pt x="166274" y="91904"/>
                  </a:lnTo>
                  <a:lnTo>
                    <a:pt x="168277" y="93831"/>
                  </a:lnTo>
                  <a:lnTo>
                    <a:pt x="167276" y="99671"/>
                  </a:lnTo>
                  <a:lnTo>
                    <a:pt x="170308" y="103902"/>
                  </a:lnTo>
                  <a:lnTo>
                    <a:pt x="169860" y="105451"/>
                  </a:lnTo>
                  <a:lnTo>
                    <a:pt x="168990" y="108455"/>
                  </a:lnTo>
                  <a:lnTo>
                    <a:pt x="166632" y="116597"/>
                  </a:lnTo>
                  <a:lnTo>
                    <a:pt x="160100" y="117287"/>
                  </a:lnTo>
                  <a:lnTo>
                    <a:pt x="150508" y="118300"/>
                  </a:lnTo>
                  <a:lnTo>
                    <a:pt x="144973" y="119535"/>
                  </a:lnTo>
                  <a:lnTo>
                    <a:pt x="144289" y="119687"/>
                  </a:lnTo>
                  <a:lnTo>
                    <a:pt x="139341" y="121219"/>
                  </a:lnTo>
                  <a:lnTo>
                    <a:pt x="135396" y="124918"/>
                  </a:lnTo>
                  <a:lnTo>
                    <a:pt x="128884" y="124889"/>
                  </a:lnTo>
                  <a:lnTo>
                    <a:pt x="126694" y="124879"/>
                  </a:lnTo>
                  <a:lnTo>
                    <a:pt x="124761" y="124870"/>
                  </a:lnTo>
                  <a:lnTo>
                    <a:pt x="124350" y="127110"/>
                  </a:lnTo>
                  <a:lnTo>
                    <a:pt x="122333" y="126294"/>
                  </a:lnTo>
                  <a:lnTo>
                    <a:pt x="121780" y="126150"/>
                  </a:lnTo>
                  <a:lnTo>
                    <a:pt x="121292" y="126023"/>
                  </a:lnTo>
                  <a:lnTo>
                    <a:pt x="120346" y="125777"/>
                  </a:lnTo>
                  <a:lnTo>
                    <a:pt x="118556" y="125879"/>
                  </a:lnTo>
                  <a:lnTo>
                    <a:pt x="116568" y="126059"/>
                  </a:lnTo>
                  <a:lnTo>
                    <a:pt x="116004" y="126538"/>
                  </a:lnTo>
                  <a:lnTo>
                    <a:pt x="115809" y="126702"/>
                  </a:lnTo>
                  <a:lnTo>
                    <a:pt x="115287" y="126846"/>
                  </a:lnTo>
                  <a:lnTo>
                    <a:pt x="114236" y="127133"/>
                  </a:lnTo>
                  <a:lnTo>
                    <a:pt x="113888" y="127233"/>
                  </a:lnTo>
                  <a:lnTo>
                    <a:pt x="112251" y="127703"/>
                  </a:lnTo>
                  <a:lnTo>
                    <a:pt x="111371" y="127962"/>
                  </a:lnTo>
                  <a:lnTo>
                    <a:pt x="110707" y="128156"/>
                  </a:lnTo>
                  <a:lnTo>
                    <a:pt x="101740" y="127498"/>
                  </a:lnTo>
                  <a:lnTo>
                    <a:pt x="101229" y="127461"/>
                  </a:lnTo>
                  <a:lnTo>
                    <a:pt x="100556" y="127412"/>
                  </a:lnTo>
                  <a:lnTo>
                    <a:pt x="100328" y="127392"/>
                  </a:lnTo>
                  <a:lnTo>
                    <a:pt x="99974" y="127360"/>
                  </a:lnTo>
                  <a:lnTo>
                    <a:pt x="99791" y="127346"/>
                  </a:lnTo>
                  <a:lnTo>
                    <a:pt x="97301" y="127102"/>
                  </a:lnTo>
                  <a:lnTo>
                    <a:pt x="97885" y="124997"/>
                  </a:lnTo>
                  <a:lnTo>
                    <a:pt x="98164" y="124090"/>
                  </a:lnTo>
                  <a:lnTo>
                    <a:pt x="98225" y="123894"/>
                  </a:lnTo>
                  <a:lnTo>
                    <a:pt x="98433" y="123114"/>
                  </a:lnTo>
                  <a:lnTo>
                    <a:pt x="96437" y="122127"/>
                  </a:lnTo>
                  <a:lnTo>
                    <a:pt x="94745" y="121291"/>
                  </a:lnTo>
                  <a:lnTo>
                    <a:pt x="94927" y="118730"/>
                  </a:lnTo>
                  <a:lnTo>
                    <a:pt x="94987" y="117848"/>
                  </a:lnTo>
                  <a:lnTo>
                    <a:pt x="94996" y="117715"/>
                  </a:lnTo>
                  <a:lnTo>
                    <a:pt x="94917" y="117349"/>
                  </a:lnTo>
                  <a:lnTo>
                    <a:pt x="94339" y="117558"/>
                  </a:lnTo>
                  <a:lnTo>
                    <a:pt x="92911" y="117324"/>
                  </a:lnTo>
                  <a:lnTo>
                    <a:pt x="90835" y="116805"/>
                  </a:lnTo>
                  <a:lnTo>
                    <a:pt x="89986" y="116593"/>
                  </a:lnTo>
                  <a:lnTo>
                    <a:pt x="89290" y="116409"/>
                  </a:lnTo>
                  <a:lnTo>
                    <a:pt x="88597" y="116140"/>
                  </a:lnTo>
                  <a:lnTo>
                    <a:pt x="88300" y="116029"/>
                  </a:lnTo>
                  <a:lnTo>
                    <a:pt x="88066" y="115942"/>
                  </a:lnTo>
                  <a:lnTo>
                    <a:pt x="87910" y="115884"/>
                  </a:lnTo>
                  <a:lnTo>
                    <a:pt x="87910" y="115553"/>
                  </a:lnTo>
                  <a:lnTo>
                    <a:pt x="87910" y="115273"/>
                  </a:lnTo>
                  <a:lnTo>
                    <a:pt x="87910" y="114263"/>
                  </a:lnTo>
                  <a:lnTo>
                    <a:pt x="87910" y="113430"/>
                  </a:lnTo>
                  <a:lnTo>
                    <a:pt x="88169" y="113334"/>
                  </a:lnTo>
                  <a:lnTo>
                    <a:pt x="89637" y="112784"/>
                  </a:lnTo>
                  <a:lnTo>
                    <a:pt x="90177" y="112582"/>
                  </a:lnTo>
                  <a:lnTo>
                    <a:pt x="90439" y="112483"/>
                  </a:lnTo>
                  <a:lnTo>
                    <a:pt x="91046" y="112256"/>
                  </a:lnTo>
                  <a:lnTo>
                    <a:pt x="91326" y="112157"/>
                  </a:lnTo>
                  <a:lnTo>
                    <a:pt x="92490" y="111746"/>
                  </a:lnTo>
                  <a:lnTo>
                    <a:pt x="93314" y="111454"/>
                  </a:lnTo>
                  <a:lnTo>
                    <a:pt x="94875" y="110902"/>
                  </a:lnTo>
                  <a:lnTo>
                    <a:pt x="95071" y="110826"/>
                  </a:lnTo>
                  <a:lnTo>
                    <a:pt x="95410" y="110695"/>
                  </a:lnTo>
                  <a:lnTo>
                    <a:pt x="95680" y="110590"/>
                  </a:lnTo>
                  <a:lnTo>
                    <a:pt x="97481" y="109893"/>
                  </a:lnTo>
                  <a:lnTo>
                    <a:pt x="97631" y="109810"/>
                  </a:lnTo>
                  <a:lnTo>
                    <a:pt x="98284" y="109449"/>
                  </a:lnTo>
                  <a:lnTo>
                    <a:pt x="99241" y="108919"/>
                  </a:lnTo>
                  <a:lnTo>
                    <a:pt x="99470" y="108793"/>
                  </a:lnTo>
                  <a:lnTo>
                    <a:pt x="100146" y="108418"/>
                  </a:lnTo>
                  <a:lnTo>
                    <a:pt x="101579" y="108013"/>
                  </a:lnTo>
                  <a:lnTo>
                    <a:pt x="102552" y="107738"/>
                  </a:lnTo>
                  <a:lnTo>
                    <a:pt x="102915" y="107635"/>
                  </a:lnTo>
                  <a:lnTo>
                    <a:pt x="102881" y="107395"/>
                  </a:lnTo>
                  <a:lnTo>
                    <a:pt x="102836" y="107076"/>
                  </a:lnTo>
                  <a:lnTo>
                    <a:pt x="102785" y="106710"/>
                  </a:lnTo>
                  <a:lnTo>
                    <a:pt x="102750" y="106461"/>
                  </a:lnTo>
                  <a:lnTo>
                    <a:pt x="102591" y="105333"/>
                  </a:lnTo>
                  <a:lnTo>
                    <a:pt x="102519" y="104688"/>
                  </a:lnTo>
                  <a:lnTo>
                    <a:pt x="102464" y="104199"/>
                  </a:lnTo>
                  <a:lnTo>
                    <a:pt x="102436" y="103950"/>
                  </a:lnTo>
                  <a:lnTo>
                    <a:pt x="102415" y="103755"/>
                  </a:lnTo>
                  <a:lnTo>
                    <a:pt x="102400" y="103626"/>
                  </a:lnTo>
                  <a:lnTo>
                    <a:pt x="102383" y="103474"/>
                  </a:lnTo>
                  <a:lnTo>
                    <a:pt x="102314" y="103243"/>
                  </a:lnTo>
                  <a:lnTo>
                    <a:pt x="102085" y="103272"/>
                  </a:lnTo>
                  <a:lnTo>
                    <a:pt x="101931" y="103292"/>
                  </a:lnTo>
                  <a:lnTo>
                    <a:pt x="101666" y="103325"/>
                  </a:lnTo>
                  <a:lnTo>
                    <a:pt x="100943" y="103416"/>
                  </a:lnTo>
                  <a:lnTo>
                    <a:pt x="100602" y="103422"/>
                  </a:lnTo>
                  <a:lnTo>
                    <a:pt x="100446" y="103425"/>
                  </a:lnTo>
                  <a:lnTo>
                    <a:pt x="98697" y="103457"/>
                  </a:lnTo>
                  <a:lnTo>
                    <a:pt x="96334" y="103500"/>
                  </a:lnTo>
                  <a:lnTo>
                    <a:pt x="92698" y="103566"/>
                  </a:lnTo>
                  <a:lnTo>
                    <a:pt x="88726" y="103638"/>
                  </a:lnTo>
                  <a:lnTo>
                    <a:pt x="88151" y="103648"/>
                  </a:lnTo>
                  <a:lnTo>
                    <a:pt x="85968" y="103688"/>
                  </a:lnTo>
                  <a:lnTo>
                    <a:pt x="85796" y="103691"/>
                  </a:lnTo>
                  <a:lnTo>
                    <a:pt x="85373" y="103697"/>
                  </a:lnTo>
                  <a:lnTo>
                    <a:pt x="83474" y="103688"/>
                  </a:lnTo>
                  <a:lnTo>
                    <a:pt x="80827" y="103676"/>
                  </a:lnTo>
                  <a:lnTo>
                    <a:pt x="76581" y="103657"/>
                  </a:lnTo>
                  <a:lnTo>
                    <a:pt x="75232" y="103317"/>
                  </a:lnTo>
                  <a:lnTo>
                    <a:pt x="70689" y="102172"/>
                  </a:lnTo>
                  <a:lnTo>
                    <a:pt x="70508" y="102127"/>
                  </a:lnTo>
                  <a:lnTo>
                    <a:pt x="71315" y="101088"/>
                  </a:lnTo>
                  <a:lnTo>
                    <a:pt x="71624" y="100689"/>
                  </a:lnTo>
                  <a:lnTo>
                    <a:pt x="72394" y="98738"/>
                  </a:lnTo>
                  <a:lnTo>
                    <a:pt x="71340" y="98432"/>
                  </a:lnTo>
                  <a:lnTo>
                    <a:pt x="70799" y="98338"/>
                  </a:lnTo>
                  <a:lnTo>
                    <a:pt x="70126" y="98220"/>
                  </a:lnTo>
                  <a:lnTo>
                    <a:pt x="69885" y="98178"/>
                  </a:lnTo>
                  <a:lnTo>
                    <a:pt x="68962" y="97987"/>
                  </a:lnTo>
                  <a:lnTo>
                    <a:pt x="67565" y="97698"/>
                  </a:lnTo>
                  <a:lnTo>
                    <a:pt x="67218" y="97626"/>
                  </a:lnTo>
                  <a:lnTo>
                    <a:pt x="65453" y="97261"/>
                  </a:lnTo>
                  <a:lnTo>
                    <a:pt x="64870" y="97141"/>
                  </a:lnTo>
                  <a:lnTo>
                    <a:pt x="64258" y="97014"/>
                  </a:lnTo>
                  <a:lnTo>
                    <a:pt x="63623" y="96883"/>
                  </a:lnTo>
                  <a:lnTo>
                    <a:pt x="63166" y="96788"/>
                  </a:lnTo>
                  <a:lnTo>
                    <a:pt x="62637" y="96679"/>
                  </a:lnTo>
                  <a:lnTo>
                    <a:pt x="62103" y="96568"/>
                  </a:lnTo>
                  <a:lnTo>
                    <a:pt x="61627" y="96470"/>
                  </a:lnTo>
                  <a:lnTo>
                    <a:pt x="61067" y="96354"/>
                  </a:lnTo>
                  <a:lnTo>
                    <a:pt x="60640" y="96266"/>
                  </a:lnTo>
                  <a:lnTo>
                    <a:pt x="60130" y="96160"/>
                  </a:lnTo>
                  <a:lnTo>
                    <a:pt x="59653" y="96062"/>
                  </a:lnTo>
                  <a:lnTo>
                    <a:pt x="59186" y="95965"/>
                  </a:lnTo>
                  <a:lnTo>
                    <a:pt x="58857" y="95897"/>
                  </a:lnTo>
                  <a:lnTo>
                    <a:pt x="58140" y="95749"/>
                  </a:lnTo>
                  <a:lnTo>
                    <a:pt x="56341" y="95646"/>
                  </a:lnTo>
                  <a:lnTo>
                    <a:pt x="45994" y="95050"/>
                  </a:lnTo>
                  <a:lnTo>
                    <a:pt x="44850" y="94984"/>
                  </a:lnTo>
                  <a:lnTo>
                    <a:pt x="44370" y="94957"/>
                  </a:lnTo>
                  <a:lnTo>
                    <a:pt x="43271" y="94893"/>
                  </a:lnTo>
                  <a:lnTo>
                    <a:pt x="43475" y="91655"/>
                  </a:lnTo>
                  <a:lnTo>
                    <a:pt x="44144" y="80945"/>
                  </a:lnTo>
                  <a:lnTo>
                    <a:pt x="41146" y="81151"/>
                  </a:lnTo>
                  <a:lnTo>
                    <a:pt x="39537" y="81261"/>
                  </a:lnTo>
                  <a:lnTo>
                    <a:pt x="39359" y="81273"/>
                  </a:lnTo>
                  <a:lnTo>
                    <a:pt x="38589" y="81313"/>
                  </a:lnTo>
                  <a:lnTo>
                    <a:pt x="37102" y="81319"/>
                  </a:lnTo>
                  <a:lnTo>
                    <a:pt x="35246" y="81325"/>
                  </a:lnTo>
                  <a:lnTo>
                    <a:pt x="34696" y="81328"/>
                  </a:lnTo>
                  <a:lnTo>
                    <a:pt x="33142" y="81333"/>
                  </a:lnTo>
                  <a:lnTo>
                    <a:pt x="27787" y="81353"/>
                  </a:lnTo>
                  <a:lnTo>
                    <a:pt x="27085" y="81356"/>
                  </a:lnTo>
                  <a:lnTo>
                    <a:pt x="25551" y="81361"/>
                  </a:lnTo>
                  <a:lnTo>
                    <a:pt x="25348" y="81362"/>
                  </a:lnTo>
                  <a:lnTo>
                    <a:pt x="24755" y="81664"/>
                  </a:lnTo>
                  <a:lnTo>
                    <a:pt x="23816" y="82039"/>
                  </a:lnTo>
                  <a:lnTo>
                    <a:pt x="23258" y="82011"/>
                  </a:lnTo>
                  <a:lnTo>
                    <a:pt x="23000" y="81997"/>
                  </a:lnTo>
                  <a:lnTo>
                    <a:pt x="22798" y="81987"/>
                  </a:lnTo>
                  <a:lnTo>
                    <a:pt x="21251" y="81906"/>
                  </a:lnTo>
                  <a:lnTo>
                    <a:pt x="20994" y="81893"/>
                  </a:lnTo>
                  <a:lnTo>
                    <a:pt x="18574" y="81627"/>
                  </a:lnTo>
                  <a:lnTo>
                    <a:pt x="18304" y="81530"/>
                  </a:lnTo>
                  <a:lnTo>
                    <a:pt x="17010" y="81067"/>
                  </a:lnTo>
                  <a:lnTo>
                    <a:pt x="16747" y="80973"/>
                  </a:lnTo>
                  <a:lnTo>
                    <a:pt x="15173" y="80411"/>
                  </a:lnTo>
                  <a:lnTo>
                    <a:pt x="14126" y="79867"/>
                  </a:lnTo>
                  <a:lnTo>
                    <a:pt x="13696" y="79644"/>
                  </a:lnTo>
                  <a:lnTo>
                    <a:pt x="12642" y="79022"/>
                  </a:lnTo>
                  <a:lnTo>
                    <a:pt x="11446" y="78315"/>
                  </a:lnTo>
                  <a:lnTo>
                    <a:pt x="9399" y="77107"/>
                  </a:lnTo>
                  <a:lnTo>
                    <a:pt x="9106" y="76933"/>
                  </a:lnTo>
                  <a:lnTo>
                    <a:pt x="8806" y="76756"/>
                  </a:lnTo>
                  <a:lnTo>
                    <a:pt x="6844" y="75448"/>
                  </a:lnTo>
                  <a:lnTo>
                    <a:pt x="675" y="71335"/>
                  </a:lnTo>
                  <a:lnTo>
                    <a:pt x="453" y="71152"/>
                  </a:lnTo>
                  <a:lnTo>
                    <a:pt x="322" y="71044"/>
                  </a:lnTo>
                  <a:lnTo>
                    <a:pt x="0" y="70777"/>
                  </a:lnTo>
                  <a:lnTo>
                    <a:pt x="4783" y="64812"/>
                  </a:lnTo>
                  <a:lnTo>
                    <a:pt x="5045" y="64460"/>
                  </a:lnTo>
                  <a:lnTo>
                    <a:pt x="7682" y="60911"/>
                  </a:lnTo>
                  <a:lnTo>
                    <a:pt x="9098" y="58826"/>
                  </a:lnTo>
                  <a:lnTo>
                    <a:pt x="9535" y="58183"/>
                  </a:lnTo>
                  <a:lnTo>
                    <a:pt x="10581" y="56642"/>
                  </a:lnTo>
                  <a:lnTo>
                    <a:pt x="13171" y="52985"/>
                  </a:lnTo>
                  <a:lnTo>
                    <a:pt x="13360" y="52718"/>
                  </a:lnTo>
                  <a:lnTo>
                    <a:pt x="13890" y="51954"/>
                  </a:lnTo>
                  <a:lnTo>
                    <a:pt x="14411" y="51204"/>
                  </a:lnTo>
                  <a:lnTo>
                    <a:pt x="16118" y="48713"/>
                  </a:lnTo>
                  <a:lnTo>
                    <a:pt x="16471" y="48200"/>
                  </a:lnTo>
                  <a:lnTo>
                    <a:pt x="16835" y="47642"/>
                  </a:lnTo>
                  <a:lnTo>
                    <a:pt x="18881" y="44504"/>
                  </a:lnTo>
                  <a:lnTo>
                    <a:pt x="19012" y="44277"/>
                  </a:lnTo>
                  <a:lnTo>
                    <a:pt x="19625" y="43206"/>
                  </a:lnTo>
                  <a:lnTo>
                    <a:pt x="19960" y="42620"/>
                  </a:lnTo>
                  <a:lnTo>
                    <a:pt x="20124" y="42335"/>
                  </a:lnTo>
                  <a:lnTo>
                    <a:pt x="20349" y="41941"/>
                  </a:lnTo>
                  <a:lnTo>
                    <a:pt x="20730" y="41276"/>
                  </a:lnTo>
                  <a:lnTo>
                    <a:pt x="20975" y="40901"/>
                  </a:lnTo>
                  <a:lnTo>
                    <a:pt x="21734" y="39739"/>
                  </a:lnTo>
                  <a:lnTo>
                    <a:pt x="22205" y="39018"/>
                  </a:lnTo>
                  <a:lnTo>
                    <a:pt x="25691" y="34429"/>
                  </a:lnTo>
                  <a:lnTo>
                    <a:pt x="26201" y="33803"/>
                  </a:lnTo>
                  <a:lnTo>
                    <a:pt x="26309" y="33671"/>
                  </a:lnTo>
                  <a:lnTo>
                    <a:pt x="28045" y="31541"/>
                  </a:lnTo>
                  <a:lnTo>
                    <a:pt x="28536" y="30939"/>
                  </a:lnTo>
                  <a:lnTo>
                    <a:pt x="32950" y="25637"/>
                  </a:lnTo>
                  <a:lnTo>
                    <a:pt x="36032" y="21935"/>
                  </a:lnTo>
                  <a:lnTo>
                    <a:pt x="37578" y="20147"/>
                  </a:lnTo>
                  <a:lnTo>
                    <a:pt x="40010" y="17333"/>
                  </a:lnTo>
                  <a:lnTo>
                    <a:pt x="40255" y="17038"/>
                  </a:lnTo>
                  <a:lnTo>
                    <a:pt x="41384" y="15675"/>
                  </a:lnTo>
                  <a:lnTo>
                    <a:pt x="42599" y="14209"/>
                  </a:lnTo>
                  <a:lnTo>
                    <a:pt x="43915" y="12693"/>
                  </a:lnTo>
                  <a:lnTo>
                    <a:pt x="44612" y="11889"/>
                  </a:lnTo>
                  <a:lnTo>
                    <a:pt x="47119" y="8999"/>
                  </a:lnTo>
                  <a:lnTo>
                    <a:pt x="47757" y="8264"/>
                  </a:lnTo>
                  <a:lnTo>
                    <a:pt x="48325" y="7610"/>
                  </a:lnTo>
                  <a:lnTo>
                    <a:pt x="48445" y="7472"/>
                  </a:lnTo>
                  <a:lnTo>
                    <a:pt x="49211" y="6588"/>
                  </a:lnTo>
                  <a:lnTo>
                    <a:pt x="49857" y="5845"/>
                  </a:lnTo>
                  <a:lnTo>
                    <a:pt x="50515" y="5087"/>
                  </a:lnTo>
                  <a:lnTo>
                    <a:pt x="54673" y="2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g133"/>
            <p:cNvSpPr/>
            <p:nvPr/>
          </p:nvSpPr>
          <p:spPr>
            <a:xfrm>
              <a:off x="2796047" y="4316931"/>
              <a:ext cx="164595" cy="154748"/>
            </a:xfrm>
            <a:custGeom>
              <a:avLst/>
              <a:pathLst>
                <a:path w="164595" h="154748">
                  <a:moveTo>
                    <a:pt x="82455" y="0"/>
                  </a:moveTo>
                  <a:lnTo>
                    <a:pt x="81779" y="10710"/>
                  </a:lnTo>
                  <a:lnTo>
                    <a:pt x="81579" y="13949"/>
                  </a:lnTo>
                  <a:lnTo>
                    <a:pt x="82674" y="14012"/>
                  </a:lnTo>
                  <a:lnTo>
                    <a:pt x="83154" y="14039"/>
                  </a:lnTo>
                  <a:lnTo>
                    <a:pt x="84298" y="14105"/>
                  </a:lnTo>
                  <a:lnTo>
                    <a:pt x="94645" y="14701"/>
                  </a:lnTo>
                  <a:lnTo>
                    <a:pt x="96448" y="14805"/>
                  </a:lnTo>
                  <a:lnTo>
                    <a:pt x="97161" y="14952"/>
                  </a:lnTo>
                  <a:lnTo>
                    <a:pt x="97489" y="15020"/>
                  </a:lnTo>
                  <a:lnTo>
                    <a:pt x="97957" y="15117"/>
                  </a:lnTo>
                  <a:lnTo>
                    <a:pt x="98434" y="15215"/>
                  </a:lnTo>
                  <a:lnTo>
                    <a:pt x="98944" y="15321"/>
                  </a:lnTo>
                  <a:lnTo>
                    <a:pt x="99371" y="15409"/>
                  </a:lnTo>
                  <a:lnTo>
                    <a:pt x="99931" y="15525"/>
                  </a:lnTo>
                  <a:lnTo>
                    <a:pt x="100521" y="15647"/>
                  </a:lnTo>
                  <a:lnTo>
                    <a:pt x="100941" y="15734"/>
                  </a:lnTo>
                  <a:lnTo>
                    <a:pt x="101470" y="15843"/>
                  </a:lnTo>
                  <a:lnTo>
                    <a:pt x="101927" y="15938"/>
                  </a:lnTo>
                  <a:lnTo>
                    <a:pt x="102562" y="16069"/>
                  </a:lnTo>
                  <a:lnTo>
                    <a:pt x="103174" y="16196"/>
                  </a:lnTo>
                  <a:lnTo>
                    <a:pt x="103757" y="16316"/>
                  </a:lnTo>
                  <a:lnTo>
                    <a:pt x="105522" y="16681"/>
                  </a:lnTo>
                  <a:lnTo>
                    <a:pt x="105869" y="16753"/>
                  </a:lnTo>
                  <a:lnTo>
                    <a:pt x="107266" y="17042"/>
                  </a:lnTo>
                  <a:lnTo>
                    <a:pt x="108189" y="17233"/>
                  </a:lnTo>
                  <a:lnTo>
                    <a:pt x="108430" y="17275"/>
                  </a:lnTo>
                  <a:lnTo>
                    <a:pt x="109103" y="17393"/>
                  </a:lnTo>
                  <a:lnTo>
                    <a:pt x="109682" y="17494"/>
                  </a:lnTo>
                  <a:lnTo>
                    <a:pt x="110695" y="17811"/>
                  </a:lnTo>
                  <a:lnTo>
                    <a:pt x="109928" y="19744"/>
                  </a:lnTo>
                  <a:lnTo>
                    <a:pt x="109619" y="20143"/>
                  </a:lnTo>
                  <a:lnTo>
                    <a:pt x="108847" y="21191"/>
                  </a:lnTo>
                  <a:lnTo>
                    <a:pt x="108993" y="21228"/>
                  </a:lnTo>
                  <a:lnTo>
                    <a:pt x="113536" y="22372"/>
                  </a:lnTo>
                  <a:lnTo>
                    <a:pt x="114888" y="22712"/>
                  </a:lnTo>
                  <a:lnTo>
                    <a:pt x="119131" y="22731"/>
                  </a:lnTo>
                  <a:lnTo>
                    <a:pt x="121777" y="22743"/>
                  </a:lnTo>
                  <a:lnTo>
                    <a:pt x="123783" y="22752"/>
                  </a:lnTo>
                  <a:lnTo>
                    <a:pt x="124100" y="22746"/>
                  </a:lnTo>
                  <a:lnTo>
                    <a:pt x="124280" y="22743"/>
                  </a:lnTo>
                  <a:lnTo>
                    <a:pt x="126455" y="22704"/>
                  </a:lnTo>
                  <a:lnTo>
                    <a:pt x="127038" y="22693"/>
                  </a:lnTo>
                  <a:lnTo>
                    <a:pt x="131002" y="22621"/>
                  </a:lnTo>
                  <a:lnTo>
                    <a:pt x="134749" y="22553"/>
                  </a:lnTo>
                  <a:lnTo>
                    <a:pt x="137001" y="22512"/>
                  </a:lnTo>
                  <a:lnTo>
                    <a:pt x="138750" y="22480"/>
                  </a:lnTo>
                  <a:lnTo>
                    <a:pt x="138906" y="22477"/>
                  </a:lnTo>
                  <a:lnTo>
                    <a:pt x="139250" y="22471"/>
                  </a:lnTo>
                  <a:lnTo>
                    <a:pt x="139969" y="22380"/>
                  </a:lnTo>
                  <a:lnTo>
                    <a:pt x="140249" y="22345"/>
                  </a:lnTo>
                  <a:lnTo>
                    <a:pt x="140462" y="22318"/>
                  </a:lnTo>
                  <a:lnTo>
                    <a:pt x="140663" y="22310"/>
                  </a:lnTo>
                  <a:lnTo>
                    <a:pt x="140687" y="22529"/>
                  </a:lnTo>
                  <a:lnTo>
                    <a:pt x="140704" y="22681"/>
                  </a:lnTo>
                  <a:lnTo>
                    <a:pt x="140718" y="22810"/>
                  </a:lnTo>
                  <a:lnTo>
                    <a:pt x="140753" y="23123"/>
                  </a:lnTo>
                  <a:lnTo>
                    <a:pt x="140768" y="23255"/>
                  </a:lnTo>
                  <a:lnTo>
                    <a:pt x="140823" y="23743"/>
                  </a:lnTo>
                  <a:lnTo>
                    <a:pt x="140907" y="24475"/>
                  </a:lnTo>
                  <a:lnTo>
                    <a:pt x="141054" y="25517"/>
                  </a:lnTo>
                  <a:lnTo>
                    <a:pt x="141089" y="25765"/>
                  </a:lnTo>
                  <a:lnTo>
                    <a:pt x="141140" y="26132"/>
                  </a:lnTo>
                  <a:lnTo>
                    <a:pt x="141192" y="26497"/>
                  </a:lnTo>
                  <a:lnTo>
                    <a:pt x="141087" y="26728"/>
                  </a:lnTo>
                  <a:lnTo>
                    <a:pt x="140856" y="26793"/>
                  </a:lnTo>
                  <a:lnTo>
                    <a:pt x="139882" y="27069"/>
                  </a:lnTo>
                  <a:lnTo>
                    <a:pt x="138450" y="27473"/>
                  </a:lnTo>
                  <a:lnTo>
                    <a:pt x="137774" y="27848"/>
                  </a:lnTo>
                  <a:lnTo>
                    <a:pt x="137545" y="27975"/>
                  </a:lnTo>
                  <a:lnTo>
                    <a:pt x="136588" y="28504"/>
                  </a:lnTo>
                  <a:lnTo>
                    <a:pt x="135935" y="28865"/>
                  </a:lnTo>
                  <a:lnTo>
                    <a:pt x="135380" y="29105"/>
                  </a:lnTo>
                  <a:lnTo>
                    <a:pt x="133984" y="29645"/>
                  </a:lnTo>
                  <a:lnTo>
                    <a:pt x="133714" y="29750"/>
                  </a:lnTo>
                  <a:lnTo>
                    <a:pt x="133375" y="29881"/>
                  </a:lnTo>
                  <a:lnTo>
                    <a:pt x="133179" y="29957"/>
                  </a:lnTo>
                  <a:lnTo>
                    <a:pt x="131618" y="30509"/>
                  </a:lnTo>
                  <a:lnTo>
                    <a:pt x="130794" y="30801"/>
                  </a:lnTo>
                  <a:lnTo>
                    <a:pt x="129630" y="31213"/>
                  </a:lnTo>
                  <a:lnTo>
                    <a:pt x="129350" y="31312"/>
                  </a:lnTo>
                  <a:lnTo>
                    <a:pt x="128743" y="31539"/>
                  </a:lnTo>
                  <a:lnTo>
                    <a:pt x="128481" y="31637"/>
                  </a:lnTo>
                  <a:lnTo>
                    <a:pt x="127940" y="31839"/>
                  </a:lnTo>
                  <a:lnTo>
                    <a:pt x="126364" y="32429"/>
                  </a:lnTo>
                  <a:lnTo>
                    <a:pt x="126213" y="32486"/>
                  </a:lnTo>
                  <a:lnTo>
                    <a:pt x="126213" y="33319"/>
                  </a:lnTo>
                  <a:lnTo>
                    <a:pt x="126213" y="34385"/>
                  </a:lnTo>
                  <a:lnTo>
                    <a:pt x="126213" y="34634"/>
                  </a:lnTo>
                  <a:lnTo>
                    <a:pt x="126213" y="34939"/>
                  </a:lnTo>
                  <a:lnTo>
                    <a:pt x="126370" y="34998"/>
                  </a:lnTo>
                  <a:lnTo>
                    <a:pt x="126605" y="35085"/>
                  </a:lnTo>
                  <a:lnTo>
                    <a:pt x="126901" y="35195"/>
                  </a:lnTo>
                  <a:lnTo>
                    <a:pt x="127701" y="35501"/>
                  </a:lnTo>
                  <a:lnTo>
                    <a:pt x="128290" y="35648"/>
                  </a:lnTo>
                  <a:lnTo>
                    <a:pt x="129139" y="35860"/>
                  </a:lnTo>
                  <a:lnTo>
                    <a:pt x="131215" y="36379"/>
                  </a:lnTo>
                  <a:lnTo>
                    <a:pt x="132683" y="36604"/>
                  </a:lnTo>
                  <a:lnTo>
                    <a:pt x="133324" y="36412"/>
                  </a:lnTo>
                  <a:lnTo>
                    <a:pt x="133300" y="36770"/>
                  </a:lnTo>
                  <a:lnTo>
                    <a:pt x="133291" y="36903"/>
                  </a:lnTo>
                  <a:lnTo>
                    <a:pt x="133231" y="37786"/>
                  </a:lnTo>
                  <a:lnTo>
                    <a:pt x="133049" y="40346"/>
                  </a:lnTo>
                  <a:lnTo>
                    <a:pt x="134741" y="41183"/>
                  </a:lnTo>
                  <a:lnTo>
                    <a:pt x="136764" y="42184"/>
                  </a:lnTo>
                  <a:lnTo>
                    <a:pt x="136529" y="42949"/>
                  </a:lnTo>
                  <a:lnTo>
                    <a:pt x="136450" y="43203"/>
                  </a:lnTo>
                  <a:lnTo>
                    <a:pt x="136128" y="44271"/>
                  </a:lnTo>
                  <a:lnTo>
                    <a:pt x="135597" y="46185"/>
                  </a:lnTo>
                  <a:lnTo>
                    <a:pt x="138095" y="46401"/>
                  </a:lnTo>
                  <a:lnTo>
                    <a:pt x="138278" y="46416"/>
                  </a:lnTo>
                  <a:lnTo>
                    <a:pt x="138710" y="46454"/>
                  </a:lnTo>
                  <a:lnTo>
                    <a:pt x="138939" y="46473"/>
                  </a:lnTo>
                  <a:lnTo>
                    <a:pt x="139590" y="46520"/>
                  </a:lnTo>
                  <a:lnTo>
                    <a:pt x="140044" y="46554"/>
                  </a:lnTo>
                  <a:lnTo>
                    <a:pt x="149034" y="47206"/>
                  </a:lnTo>
                  <a:lnTo>
                    <a:pt x="149674" y="47017"/>
                  </a:lnTo>
                  <a:lnTo>
                    <a:pt x="150554" y="46759"/>
                  </a:lnTo>
                  <a:lnTo>
                    <a:pt x="152192" y="46288"/>
                  </a:lnTo>
                  <a:lnTo>
                    <a:pt x="152540" y="46188"/>
                  </a:lnTo>
                  <a:lnTo>
                    <a:pt x="153590" y="45901"/>
                  </a:lnTo>
                  <a:lnTo>
                    <a:pt x="154144" y="45731"/>
                  </a:lnTo>
                  <a:lnTo>
                    <a:pt x="154377" y="45534"/>
                  </a:lnTo>
                  <a:lnTo>
                    <a:pt x="154876" y="45111"/>
                  </a:lnTo>
                  <a:lnTo>
                    <a:pt x="156868" y="44934"/>
                  </a:lnTo>
                  <a:lnTo>
                    <a:pt x="158671" y="44837"/>
                  </a:lnTo>
                  <a:lnTo>
                    <a:pt x="159596" y="45078"/>
                  </a:lnTo>
                  <a:lnTo>
                    <a:pt x="160084" y="45205"/>
                  </a:lnTo>
                  <a:lnTo>
                    <a:pt x="160637" y="45349"/>
                  </a:lnTo>
                  <a:lnTo>
                    <a:pt x="162654" y="46165"/>
                  </a:lnTo>
                  <a:lnTo>
                    <a:pt x="162753" y="47069"/>
                  </a:lnTo>
                  <a:lnTo>
                    <a:pt x="162789" y="47591"/>
                  </a:lnTo>
                  <a:lnTo>
                    <a:pt x="162940" y="49397"/>
                  </a:lnTo>
                  <a:lnTo>
                    <a:pt x="163004" y="50175"/>
                  </a:lnTo>
                  <a:lnTo>
                    <a:pt x="163027" y="51540"/>
                  </a:lnTo>
                  <a:lnTo>
                    <a:pt x="163032" y="51862"/>
                  </a:lnTo>
                  <a:lnTo>
                    <a:pt x="163268" y="53423"/>
                  </a:lnTo>
                  <a:lnTo>
                    <a:pt x="163366" y="54112"/>
                  </a:lnTo>
                  <a:lnTo>
                    <a:pt x="163929" y="58100"/>
                  </a:lnTo>
                  <a:lnTo>
                    <a:pt x="164595" y="61140"/>
                  </a:lnTo>
                  <a:lnTo>
                    <a:pt x="162572" y="62986"/>
                  </a:lnTo>
                  <a:lnTo>
                    <a:pt x="159687" y="65619"/>
                  </a:lnTo>
                  <a:lnTo>
                    <a:pt x="158938" y="66280"/>
                  </a:lnTo>
                  <a:lnTo>
                    <a:pt x="157355" y="67425"/>
                  </a:lnTo>
                  <a:lnTo>
                    <a:pt x="156601" y="67958"/>
                  </a:lnTo>
                  <a:lnTo>
                    <a:pt x="154796" y="69089"/>
                  </a:lnTo>
                  <a:lnTo>
                    <a:pt x="153813" y="69711"/>
                  </a:lnTo>
                  <a:lnTo>
                    <a:pt x="153551" y="69907"/>
                  </a:lnTo>
                  <a:lnTo>
                    <a:pt x="153385" y="70032"/>
                  </a:lnTo>
                  <a:lnTo>
                    <a:pt x="152340" y="70815"/>
                  </a:lnTo>
                  <a:lnTo>
                    <a:pt x="151366" y="71545"/>
                  </a:lnTo>
                  <a:lnTo>
                    <a:pt x="150780" y="71985"/>
                  </a:lnTo>
                  <a:lnTo>
                    <a:pt x="150289" y="72359"/>
                  </a:lnTo>
                  <a:lnTo>
                    <a:pt x="149656" y="72831"/>
                  </a:lnTo>
                  <a:lnTo>
                    <a:pt x="148734" y="73518"/>
                  </a:lnTo>
                  <a:lnTo>
                    <a:pt x="146874" y="74904"/>
                  </a:lnTo>
                  <a:lnTo>
                    <a:pt x="146467" y="76317"/>
                  </a:lnTo>
                  <a:lnTo>
                    <a:pt x="146374" y="76830"/>
                  </a:lnTo>
                  <a:lnTo>
                    <a:pt x="146871" y="77651"/>
                  </a:lnTo>
                  <a:lnTo>
                    <a:pt x="147134" y="78084"/>
                  </a:lnTo>
                  <a:lnTo>
                    <a:pt x="147410" y="78540"/>
                  </a:lnTo>
                  <a:lnTo>
                    <a:pt x="147930" y="79398"/>
                  </a:lnTo>
                  <a:lnTo>
                    <a:pt x="148564" y="80092"/>
                  </a:lnTo>
                  <a:lnTo>
                    <a:pt x="148714" y="80256"/>
                  </a:lnTo>
                  <a:lnTo>
                    <a:pt x="148066" y="80700"/>
                  </a:lnTo>
                  <a:lnTo>
                    <a:pt x="147500" y="81087"/>
                  </a:lnTo>
                  <a:lnTo>
                    <a:pt x="147274" y="81242"/>
                  </a:lnTo>
                  <a:lnTo>
                    <a:pt x="147016" y="81419"/>
                  </a:lnTo>
                  <a:lnTo>
                    <a:pt x="146191" y="81981"/>
                  </a:lnTo>
                  <a:lnTo>
                    <a:pt x="146027" y="82087"/>
                  </a:lnTo>
                  <a:lnTo>
                    <a:pt x="145335" y="82536"/>
                  </a:lnTo>
                  <a:lnTo>
                    <a:pt x="144408" y="83137"/>
                  </a:lnTo>
                  <a:lnTo>
                    <a:pt x="143254" y="83881"/>
                  </a:lnTo>
                  <a:lnTo>
                    <a:pt x="142421" y="83236"/>
                  </a:lnTo>
                  <a:lnTo>
                    <a:pt x="141584" y="82593"/>
                  </a:lnTo>
                  <a:lnTo>
                    <a:pt x="140027" y="83883"/>
                  </a:lnTo>
                  <a:lnTo>
                    <a:pt x="139869" y="84014"/>
                  </a:lnTo>
                  <a:lnTo>
                    <a:pt x="139700" y="84154"/>
                  </a:lnTo>
                  <a:lnTo>
                    <a:pt x="139042" y="84699"/>
                  </a:lnTo>
                  <a:lnTo>
                    <a:pt x="138580" y="85082"/>
                  </a:lnTo>
                  <a:lnTo>
                    <a:pt x="138378" y="85249"/>
                  </a:lnTo>
                  <a:lnTo>
                    <a:pt x="138204" y="85394"/>
                  </a:lnTo>
                  <a:lnTo>
                    <a:pt x="137932" y="85619"/>
                  </a:lnTo>
                  <a:lnTo>
                    <a:pt x="137709" y="85804"/>
                  </a:lnTo>
                  <a:lnTo>
                    <a:pt x="137258" y="86178"/>
                  </a:lnTo>
                  <a:lnTo>
                    <a:pt x="137095" y="86313"/>
                  </a:lnTo>
                  <a:lnTo>
                    <a:pt x="136462" y="86837"/>
                  </a:lnTo>
                  <a:lnTo>
                    <a:pt x="134606" y="88444"/>
                  </a:lnTo>
                  <a:lnTo>
                    <a:pt x="133989" y="89154"/>
                  </a:lnTo>
                  <a:lnTo>
                    <a:pt x="133866" y="89296"/>
                  </a:lnTo>
                  <a:lnTo>
                    <a:pt x="132643" y="90703"/>
                  </a:lnTo>
                  <a:lnTo>
                    <a:pt x="131039" y="92544"/>
                  </a:lnTo>
                  <a:lnTo>
                    <a:pt x="129678" y="91773"/>
                  </a:lnTo>
                  <a:lnTo>
                    <a:pt x="129068" y="91751"/>
                  </a:lnTo>
                  <a:lnTo>
                    <a:pt x="128806" y="91741"/>
                  </a:lnTo>
                  <a:lnTo>
                    <a:pt x="127402" y="91691"/>
                  </a:lnTo>
                  <a:lnTo>
                    <a:pt x="127127" y="91681"/>
                  </a:lnTo>
                  <a:lnTo>
                    <a:pt x="126685" y="91665"/>
                  </a:lnTo>
                  <a:lnTo>
                    <a:pt x="126436" y="91656"/>
                  </a:lnTo>
                  <a:lnTo>
                    <a:pt x="125976" y="91620"/>
                  </a:lnTo>
                  <a:lnTo>
                    <a:pt x="125395" y="91574"/>
                  </a:lnTo>
                  <a:lnTo>
                    <a:pt x="124437" y="91499"/>
                  </a:lnTo>
                  <a:lnTo>
                    <a:pt x="123847" y="91453"/>
                  </a:lnTo>
                  <a:lnTo>
                    <a:pt x="120140" y="91164"/>
                  </a:lnTo>
                  <a:lnTo>
                    <a:pt x="119279" y="91096"/>
                  </a:lnTo>
                  <a:lnTo>
                    <a:pt x="117429" y="90952"/>
                  </a:lnTo>
                  <a:lnTo>
                    <a:pt x="117326" y="91196"/>
                  </a:lnTo>
                  <a:lnTo>
                    <a:pt x="117092" y="91755"/>
                  </a:lnTo>
                  <a:lnTo>
                    <a:pt x="116979" y="92021"/>
                  </a:lnTo>
                  <a:lnTo>
                    <a:pt x="116835" y="92364"/>
                  </a:lnTo>
                  <a:lnTo>
                    <a:pt x="116630" y="92853"/>
                  </a:lnTo>
                  <a:lnTo>
                    <a:pt x="116361" y="93492"/>
                  </a:lnTo>
                  <a:lnTo>
                    <a:pt x="116165" y="93958"/>
                  </a:lnTo>
                  <a:lnTo>
                    <a:pt x="115965" y="94432"/>
                  </a:lnTo>
                  <a:lnTo>
                    <a:pt x="115854" y="94697"/>
                  </a:lnTo>
                  <a:lnTo>
                    <a:pt x="115702" y="95057"/>
                  </a:lnTo>
                  <a:lnTo>
                    <a:pt x="115114" y="96456"/>
                  </a:lnTo>
                  <a:lnTo>
                    <a:pt x="115020" y="96679"/>
                  </a:lnTo>
                  <a:lnTo>
                    <a:pt x="111468" y="105023"/>
                  </a:lnTo>
                  <a:lnTo>
                    <a:pt x="110045" y="104421"/>
                  </a:lnTo>
                  <a:lnTo>
                    <a:pt x="103943" y="101839"/>
                  </a:lnTo>
                  <a:lnTo>
                    <a:pt x="103786" y="101772"/>
                  </a:lnTo>
                  <a:lnTo>
                    <a:pt x="103531" y="101664"/>
                  </a:lnTo>
                  <a:lnTo>
                    <a:pt x="103569" y="101399"/>
                  </a:lnTo>
                  <a:lnTo>
                    <a:pt x="103750" y="100145"/>
                  </a:lnTo>
                  <a:lnTo>
                    <a:pt x="103775" y="99973"/>
                  </a:lnTo>
                  <a:lnTo>
                    <a:pt x="104324" y="96167"/>
                  </a:lnTo>
                  <a:lnTo>
                    <a:pt x="104685" y="93659"/>
                  </a:lnTo>
                  <a:lnTo>
                    <a:pt x="105735" y="86384"/>
                  </a:lnTo>
                  <a:lnTo>
                    <a:pt x="105762" y="86152"/>
                  </a:lnTo>
                  <a:lnTo>
                    <a:pt x="102255" y="85848"/>
                  </a:lnTo>
                  <a:lnTo>
                    <a:pt x="101002" y="85739"/>
                  </a:lnTo>
                  <a:lnTo>
                    <a:pt x="97366" y="85424"/>
                  </a:lnTo>
                  <a:lnTo>
                    <a:pt x="95764" y="85285"/>
                  </a:lnTo>
                  <a:lnTo>
                    <a:pt x="95728" y="85737"/>
                  </a:lnTo>
                  <a:lnTo>
                    <a:pt x="95693" y="86167"/>
                  </a:lnTo>
                  <a:lnTo>
                    <a:pt x="95581" y="87571"/>
                  </a:lnTo>
                  <a:lnTo>
                    <a:pt x="95331" y="90706"/>
                  </a:lnTo>
                  <a:lnTo>
                    <a:pt x="95217" y="92713"/>
                  </a:lnTo>
                  <a:lnTo>
                    <a:pt x="95187" y="93246"/>
                  </a:lnTo>
                  <a:lnTo>
                    <a:pt x="94829" y="95398"/>
                  </a:lnTo>
                  <a:lnTo>
                    <a:pt x="94488" y="97361"/>
                  </a:lnTo>
                  <a:lnTo>
                    <a:pt x="94300" y="97976"/>
                  </a:lnTo>
                  <a:lnTo>
                    <a:pt x="93147" y="101737"/>
                  </a:lnTo>
                  <a:lnTo>
                    <a:pt x="91337" y="106407"/>
                  </a:lnTo>
                  <a:lnTo>
                    <a:pt x="91148" y="106818"/>
                  </a:lnTo>
                  <a:lnTo>
                    <a:pt x="90820" y="107531"/>
                  </a:lnTo>
                  <a:lnTo>
                    <a:pt x="90651" y="107900"/>
                  </a:lnTo>
                  <a:lnTo>
                    <a:pt x="89664" y="110528"/>
                  </a:lnTo>
                  <a:lnTo>
                    <a:pt x="89392" y="111254"/>
                  </a:lnTo>
                  <a:lnTo>
                    <a:pt x="88933" y="112477"/>
                  </a:lnTo>
                  <a:lnTo>
                    <a:pt x="88440" y="113738"/>
                  </a:lnTo>
                  <a:lnTo>
                    <a:pt x="88257" y="114207"/>
                  </a:lnTo>
                  <a:lnTo>
                    <a:pt x="88149" y="114481"/>
                  </a:lnTo>
                  <a:lnTo>
                    <a:pt x="88088" y="114638"/>
                  </a:lnTo>
                  <a:lnTo>
                    <a:pt x="88355" y="114647"/>
                  </a:lnTo>
                  <a:lnTo>
                    <a:pt x="88510" y="114652"/>
                  </a:lnTo>
                  <a:lnTo>
                    <a:pt x="98124" y="119193"/>
                  </a:lnTo>
                  <a:lnTo>
                    <a:pt x="99066" y="119685"/>
                  </a:lnTo>
                  <a:lnTo>
                    <a:pt x="98621" y="120674"/>
                  </a:lnTo>
                  <a:lnTo>
                    <a:pt x="98035" y="121975"/>
                  </a:lnTo>
                  <a:lnTo>
                    <a:pt x="97400" y="123386"/>
                  </a:lnTo>
                  <a:lnTo>
                    <a:pt x="96969" y="124343"/>
                  </a:lnTo>
                  <a:lnTo>
                    <a:pt x="96419" y="125563"/>
                  </a:lnTo>
                  <a:lnTo>
                    <a:pt x="95261" y="128137"/>
                  </a:lnTo>
                  <a:lnTo>
                    <a:pt x="94231" y="130425"/>
                  </a:lnTo>
                  <a:lnTo>
                    <a:pt x="93832" y="131310"/>
                  </a:lnTo>
                  <a:lnTo>
                    <a:pt x="92031" y="135303"/>
                  </a:lnTo>
                  <a:lnTo>
                    <a:pt x="86834" y="132560"/>
                  </a:lnTo>
                  <a:lnTo>
                    <a:pt x="79507" y="128818"/>
                  </a:lnTo>
                  <a:lnTo>
                    <a:pt x="79324" y="129148"/>
                  </a:lnTo>
                  <a:lnTo>
                    <a:pt x="79194" y="129382"/>
                  </a:lnTo>
                  <a:lnTo>
                    <a:pt x="77001" y="133337"/>
                  </a:lnTo>
                  <a:lnTo>
                    <a:pt x="76428" y="134370"/>
                  </a:lnTo>
                  <a:lnTo>
                    <a:pt x="76092" y="134943"/>
                  </a:lnTo>
                  <a:lnTo>
                    <a:pt x="75787" y="135464"/>
                  </a:lnTo>
                  <a:lnTo>
                    <a:pt x="75614" y="135760"/>
                  </a:lnTo>
                  <a:lnTo>
                    <a:pt x="75045" y="136730"/>
                  </a:lnTo>
                  <a:lnTo>
                    <a:pt x="74966" y="136892"/>
                  </a:lnTo>
                  <a:lnTo>
                    <a:pt x="74681" y="137473"/>
                  </a:lnTo>
                  <a:lnTo>
                    <a:pt x="74443" y="137959"/>
                  </a:lnTo>
                  <a:lnTo>
                    <a:pt x="74273" y="138307"/>
                  </a:lnTo>
                  <a:lnTo>
                    <a:pt x="73740" y="139299"/>
                  </a:lnTo>
                  <a:lnTo>
                    <a:pt x="72206" y="142158"/>
                  </a:lnTo>
                  <a:lnTo>
                    <a:pt x="71845" y="142829"/>
                  </a:lnTo>
                  <a:lnTo>
                    <a:pt x="70836" y="144709"/>
                  </a:lnTo>
                  <a:lnTo>
                    <a:pt x="70739" y="144890"/>
                  </a:lnTo>
                  <a:lnTo>
                    <a:pt x="70176" y="145940"/>
                  </a:lnTo>
                  <a:lnTo>
                    <a:pt x="69196" y="147765"/>
                  </a:lnTo>
                  <a:lnTo>
                    <a:pt x="68940" y="148241"/>
                  </a:lnTo>
                  <a:lnTo>
                    <a:pt x="66245" y="153262"/>
                  </a:lnTo>
                  <a:lnTo>
                    <a:pt x="65737" y="154209"/>
                  </a:lnTo>
                  <a:lnTo>
                    <a:pt x="65443" y="154748"/>
                  </a:lnTo>
                  <a:lnTo>
                    <a:pt x="63589" y="153080"/>
                  </a:lnTo>
                  <a:lnTo>
                    <a:pt x="63121" y="152685"/>
                  </a:lnTo>
                  <a:lnTo>
                    <a:pt x="62780" y="152396"/>
                  </a:lnTo>
                  <a:lnTo>
                    <a:pt x="62588" y="152234"/>
                  </a:lnTo>
                  <a:lnTo>
                    <a:pt x="61168" y="151031"/>
                  </a:lnTo>
                  <a:lnTo>
                    <a:pt x="60709" y="150628"/>
                  </a:lnTo>
                  <a:lnTo>
                    <a:pt x="60103" y="150096"/>
                  </a:lnTo>
                  <a:lnTo>
                    <a:pt x="57793" y="148069"/>
                  </a:lnTo>
                  <a:lnTo>
                    <a:pt x="57592" y="147894"/>
                  </a:lnTo>
                  <a:lnTo>
                    <a:pt x="55381" y="145954"/>
                  </a:lnTo>
                  <a:lnTo>
                    <a:pt x="55090" y="145698"/>
                  </a:lnTo>
                  <a:lnTo>
                    <a:pt x="51413" y="142611"/>
                  </a:lnTo>
                  <a:lnTo>
                    <a:pt x="50009" y="141433"/>
                  </a:lnTo>
                  <a:lnTo>
                    <a:pt x="49273" y="140890"/>
                  </a:lnTo>
                  <a:lnTo>
                    <a:pt x="49107" y="140767"/>
                  </a:lnTo>
                  <a:lnTo>
                    <a:pt x="47800" y="139802"/>
                  </a:lnTo>
                  <a:lnTo>
                    <a:pt x="46274" y="139134"/>
                  </a:lnTo>
                  <a:lnTo>
                    <a:pt x="45962" y="138997"/>
                  </a:lnTo>
                  <a:lnTo>
                    <a:pt x="45029" y="138830"/>
                  </a:lnTo>
                  <a:lnTo>
                    <a:pt x="44421" y="138722"/>
                  </a:lnTo>
                  <a:lnTo>
                    <a:pt x="43576" y="138615"/>
                  </a:lnTo>
                  <a:lnTo>
                    <a:pt x="42823" y="138519"/>
                  </a:lnTo>
                  <a:lnTo>
                    <a:pt x="41937" y="138406"/>
                  </a:lnTo>
                  <a:lnTo>
                    <a:pt x="41247" y="138318"/>
                  </a:lnTo>
                  <a:lnTo>
                    <a:pt x="40183" y="138182"/>
                  </a:lnTo>
                  <a:lnTo>
                    <a:pt x="39854" y="138140"/>
                  </a:lnTo>
                  <a:lnTo>
                    <a:pt x="38813" y="138058"/>
                  </a:lnTo>
                  <a:lnTo>
                    <a:pt x="37843" y="137982"/>
                  </a:lnTo>
                  <a:lnTo>
                    <a:pt x="37009" y="137860"/>
                  </a:lnTo>
                  <a:lnTo>
                    <a:pt x="35974" y="137710"/>
                  </a:lnTo>
                  <a:lnTo>
                    <a:pt x="35268" y="137635"/>
                  </a:lnTo>
                  <a:lnTo>
                    <a:pt x="34265" y="137528"/>
                  </a:lnTo>
                  <a:lnTo>
                    <a:pt x="32273" y="137316"/>
                  </a:lnTo>
                  <a:lnTo>
                    <a:pt x="32055" y="137303"/>
                  </a:lnTo>
                  <a:lnTo>
                    <a:pt x="31646" y="137278"/>
                  </a:lnTo>
                  <a:lnTo>
                    <a:pt x="31123" y="137246"/>
                  </a:lnTo>
                  <a:lnTo>
                    <a:pt x="30342" y="137199"/>
                  </a:lnTo>
                  <a:lnTo>
                    <a:pt x="30152" y="137182"/>
                  </a:lnTo>
                  <a:lnTo>
                    <a:pt x="29434" y="137116"/>
                  </a:lnTo>
                  <a:lnTo>
                    <a:pt x="28327" y="137014"/>
                  </a:lnTo>
                  <a:lnTo>
                    <a:pt x="27844" y="136969"/>
                  </a:lnTo>
                  <a:lnTo>
                    <a:pt x="26698" y="136863"/>
                  </a:lnTo>
                  <a:lnTo>
                    <a:pt x="26442" y="136840"/>
                  </a:lnTo>
                  <a:lnTo>
                    <a:pt x="24984" y="136705"/>
                  </a:lnTo>
                  <a:lnTo>
                    <a:pt x="23441" y="136563"/>
                  </a:lnTo>
                  <a:lnTo>
                    <a:pt x="21535" y="136387"/>
                  </a:lnTo>
                  <a:lnTo>
                    <a:pt x="19415" y="136191"/>
                  </a:lnTo>
                  <a:lnTo>
                    <a:pt x="17985" y="136059"/>
                  </a:lnTo>
                  <a:lnTo>
                    <a:pt x="17767" y="136039"/>
                  </a:lnTo>
                  <a:lnTo>
                    <a:pt x="16978" y="135966"/>
                  </a:lnTo>
                  <a:lnTo>
                    <a:pt x="14160" y="135706"/>
                  </a:lnTo>
                  <a:lnTo>
                    <a:pt x="13825" y="135675"/>
                  </a:lnTo>
                  <a:lnTo>
                    <a:pt x="13005" y="135599"/>
                  </a:lnTo>
                  <a:lnTo>
                    <a:pt x="10695" y="135423"/>
                  </a:lnTo>
                  <a:lnTo>
                    <a:pt x="7253" y="135161"/>
                  </a:lnTo>
                  <a:lnTo>
                    <a:pt x="6219" y="135082"/>
                  </a:lnTo>
                  <a:lnTo>
                    <a:pt x="5998" y="135065"/>
                  </a:lnTo>
                  <a:lnTo>
                    <a:pt x="3794" y="134897"/>
                  </a:lnTo>
                  <a:lnTo>
                    <a:pt x="2208" y="134808"/>
                  </a:lnTo>
                  <a:lnTo>
                    <a:pt x="1188" y="134750"/>
                  </a:lnTo>
                  <a:lnTo>
                    <a:pt x="787" y="134728"/>
                  </a:lnTo>
                  <a:lnTo>
                    <a:pt x="0" y="134684"/>
                  </a:lnTo>
                  <a:lnTo>
                    <a:pt x="2" y="134419"/>
                  </a:lnTo>
                  <a:lnTo>
                    <a:pt x="7" y="133770"/>
                  </a:lnTo>
                  <a:lnTo>
                    <a:pt x="30" y="133509"/>
                  </a:lnTo>
                  <a:lnTo>
                    <a:pt x="98" y="132721"/>
                  </a:lnTo>
                  <a:lnTo>
                    <a:pt x="234" y="131131"/>
                  </a:lnTo>
                  <a:lnTo>
                    <a:pt x="628" y="126560"/>
                  </a:lnTo>
                  <a:lnTo>
                    <a:pt x="715" y="125548"/>
                  </a:lnTo>
                  <a:lnTo>
                    <a:pt x="1607" y="115182"/>
                  </a:lnTo>
                  <a:lnTo>
                    <a:pt x="1676" y="114384"/>
                  </a:lnTo>
                  <a:lnTo>
                    <a:pt x="1714" y="113942"/>
                  </a:lnTo>
                  <a:lnTo>
                    <a:pt x="2207" y="108207"/>
                  </a:lnTo>
                  <a:lnTo>
                    <a:pt x="2273" y="107444"/>
                  </a:lnTo>
                  <a:lnTo>
                    <a:pt x="2387" y="106125"/>
                  </a:lnTo>
                  <a:lnTo>
                    <a:pt x="2477" y="105079"/>
                  </a:lnTo>
                  <a:lnTo>
                    <a:pt x="2547" y="104262"/>
                  </a:lnTo>
                  <a:lnTo>
                    <a:pt x="2597" y="103680"/>
                  </a:lnTo>
                  <a:lnTo>
                    <a:pt x="2640" y="103186"/>
                  </a:lnTo>
                  <a:lnTo>
                    <a:pt x="2661" y="102944"/>
                  </a:lnTo>
                  <a:lnTo>
                    <a:pt x="3124" y="97563"/>
                  </a:lnTo>
                  <a:lnTo>
                    <a:pt x="3221" y="96434"/>
                  </a:lnTo>
                  <a:lnTo>
                    <a:pt x="3626" y="91724"/>
                  </a:lnTo>
                  <a:lnTo>
                    <a:pt x="3651" y="91437"/>
                  </a:lnTo>
                  <a:lnTo>
                    <a:pt x="4179" y="85301"/>
                  </a:lnTo>
                  <a:lnTo>
                    <a:pt x="4967" y="76150"/>
                  </a:lnTo>
                  <a:lnTo>
                    <a:pt x="5016" y="75581"/>
                  </a:lnTo>
                  <a:lnTo>
                    <a:pt x="5405" y="71052"/>
                  </a:lnTo>
                  <a:lnTo>
                    <a:pt x="5532" y="69577"/>
                  </a:lnTo>
                  <a:lnTo>
                    <a:pt x="5678" y="67881"/>
                  </a:lnTo>
                  <a:lnTo>
                    <a:pt x="5773" y="66778"/>
                  </a:lnTo>
                  <a:lnTo>
                    <a:pt x="5916" y="65117"/>
                  </a:lnTo>
                  <a:lnTo>
                    <a:pt x="6638" y="56733"/>
                  </a:lnTo>
                  <a:lnTo>
                    <a:pt x="6897" y="56755"/>
                  </a:lnTo>
                  <a:lnTo>
                    <a:pt x="7050" y="56768"/>
                  </a:lnTo>
                  <a:lnTo>
                    <a:pt x="13093" y="57270"/>
                  </a:lnTo>
                  <a:lnTo>
                    <a:pt x="13436" y="56620"/>
                  </a:lnTo>
                  <a:lnTo>
                    <a:pt x="13507" y="56478"/>
                  </a:lnTo>
                  <a:lnTo>
                    <a:pt x="13689" y="56113"/>
                  </a:lnTo>
                  <a:lnTo>
                    <a:pt x="13801" y="55887"/>
                  </a:lnTo>
                  <a:lnTo>
                    <a:pt x="14062" y="55363"/>
                  </a:lnTo>
                  <a:lnTo>
                    <a:pt x="14667" y="54148"/>
                  </a:lnTo>
                  <a:lnTo>
                    <a:pt x="15045" y="53420"/>
                  </a:lnTo>
                  <a:lnTo>
                    <a:pt x="15231" y="53064"/>
                  </a:lnTo>
                  <a:lnTo>
                    <a:pt x="16071" y="51444"/>
                  </a:lnTo>
                  <a:lnTo>
                    <a:pt x="18454" y="46854"/>
                  </a:lnTo>
                  <a:lnTo>
                    <a:pt x="23982" y="36205"/>
                  </a:lnTo>
                  <a:lnTo>
                    <a:pt x="26191" y="31612"/>
                  </a:lnTo>
                  <a:lnTo>
                    <a:pt x="26466" y="31043"/>
                  </a:lnTo>
                  <a:lnTo>
                    <a:pt x="26629" y="31149"/>
                  </a:lnTo>
                  <a:lnTo>
                    <a:pt x="27534" y="31736"/>
                  </a:lnTo>
                  <a:lnTo>
                    <a:pt x="28298" y="32231"/>
                  </a:lnTo>
                  <a:lnTo>
                    <a:pt x="28604" y="32429"/>
                  </a:lnTo>
                  <a:lnTo>
                    <a:pt x="29216" y="32826"/>
                  </a:lnTo>
                  <a:lnTo>
                    <a:pt x="29440" y="32971"/>
                  </a:lnTo>
                  <a:lnTo>
                    <a:pt x="30424" y="33609"/>
                  </a:lnTo>
                  <a:lnTo>
                    <a:pt x="34455" y="36313"/>
                  </a:lnTo>
                  <a:lnTo>
                    <a:pt x="35529" y="37033"/>
                  </a:lnTo>
                  <a:lnTo>
                    <a:pt x="37861" y="38598"/>
                  </a:lnTo>
                  <a:lnTo>
                    <a:pt x="39965" y="39458"/>
                  </a:lnTo>
                  <a:lnTo>
                    <a:pt x="42432" y="40466"/>
                  </a:lnTo>
                  <a:lnTo>
                    <a:pt x="47867" y="41307"/>
                  </a:lnTo>
                  <a:lnTo>
                    <a:pt x="49176" y="41295"/>
                  </a:lnTo>
                  <a:lnTo>
                    <a:pt x="49992" y="41287"/>
                  </a:lnTo>
                  <a:lnTo>
                    <a:pt x="50634" y="41363"/>
                  </a:lnTo>
                  <a:lnTo>
                    <a:pt x="55920" y="41993"/>
                  </a:lnTo>
                  <a:lnTo>
                    <a:pt x="56992" y="42121"/>
                  </a:lnTo>
                  <a:lnTo>
                    <a:pt x="58100" y="42256"/>
                  </a:lnTo>
                  <a:lnTo>
                    <a:pt x="59201" y="42391"/>
                  </a:lnTo>
                  <a:lnTo>
                    <a:pt x="59329" y="42406"/>
                  </a:lnTo>
                  <a:lnTo>
                    <a:pt x="59471" y="41419"/>
                  </a:lnTo>
                  <a:lnTo>
                    <a:pt x="59626" y="39160"/>
                  </a:lnTo>
                  <a:lnTo>
                    <a:pt x="59664" y="38608"/>
                  </a:lnTo>
                  <a:lnTo>
                    <a:pt x="59697" y="37677"/>
                  </a:lnTo>
                  <a:lnTo>
                    <a:pt x="59752" y="36131"/>
                  </a:lnTo>
                  <a:lnTo>
                    <a:pt x="59774" y="35513"/>
                  </a:lnTo>
                  <a:lnTo>
                    <a:pt x="59806" y="34604"/>
                  </a:lnTo>
                  <a:lnTo>
                    <a:pt x="59857" y="33136"/>
                  </a:lnTo>
                  <a:lnTo>
                    <a:pt x="59881" y="32457"/>
                  </a:lnTo>
                  <a:lnTo>
                    <a:pt x="59904" y="31820"/>
                  </a:lnTo>
                  <a:lnTo>
                    <a:pt x="59927" y="31167"/>
                  </a:lnTo>
                  <a:lnTo>
                    <a:pt x="60130" y="29277"/>
                  </a:lnTo>
                  <a:lnTo>
                    <a:pt x="60958" y="21578"/>
                  </a:lnTo>
                  <a:lnTo>
                    <a:pt x="61356" y="13133"/>
                  </a:lnTo>
                  <a:lnTo>
                    <a:pt x="61614" y="9719"/>
                  </a:lnTo>
                  <a:lnTo>
                    <a:pt x="62074" y="3635"/>
                  </a:lnTo>
                  <a:lnTo>
                    <a:pt x="62561" y="972"/>
                  </a:lnTo>
                  <a:lnTo>
                    <a:pt x="63060" y="719"/>
                  </a:lnTo>
                  <a:lnTo>
                    <a:pt x="63660" y="417"/>
                  </a:lnTo>
                  <a:lnTo>
                    <a:pt x="63935" y="416"/>
                  </a:lnTo>
                  <a:lnTo>
                    <a:pt x="65389" y="411"/>
                  </a:lnTo>
                  <a:lnTo>
                    <a:pt x="66099" y="408"/>
                  </a:lnTo>
                  <a:lnTo>
                    <a:pt x="71446" y="388"/>
                  </a:lnTo>
                  <a:lnTo>
                    <a:pt x="73106" y="382"/>
                  </a:lnTo>
                  <a:lnTo>
                    <a:pt x="73558" y="381"/>
                  </a:lnTo>
                  <a:lnTo>
                    <a:pt x="75413" y="374"/>
                  </a:lnTo>
                  <a:lnTo>
                    <a:pt x="77523" y="338"/>
                  </a:lnTo>
                  <a:lnTo>
                    <a:pt x="77663" y="328"/>
                  </a:lnTo>
                  <a:lnTo>
                    <a:pt x="77970" y="307"/>
                  </a:lnTo>
                  <a:lnTo>
                    <a:pt x="79452" y="2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g134"/>
            <p:cNvSpPr/>
            <p:nvPr/>
          </p:nvSpPr>
          <p:spPr>
            <a:xfrm>
              <a:off x="2861494" y="4366834"/>
              <a:ext cx="150500" cy="131679"/>
            </a:xfrm>
            <a:custGeom>
              <a:avLst/>
              <a:pathLst>
                <a:path w="150500" h="131679">
                  <a:moveTo>
                    <a:pt x="114305" y="0"/>
                  </a:moveTo>
                  <a:lnTo>
                    <a:pt x="132277" y="13163"/>
                  </a:lnTo>
                  <a:lnTo>
                    <a:pt x="144395" y="3545"/>
                  </a:lnTo>
                  <a:lnTo>
                    <a:pt x="150500" y="7263"/>
                  </a:lnTo>
                  <a:lnTo>
                    <a:pt x="145749" y="12381"/>
                  </a:lnTo>
                  <a:lnTo>
                    <a:pt x="150431" y="17071"/>
                  </a:lnTo>
                  <a:lnTo>
                    <a:pt x="138012" y="28946"/>
                  </a:lnTo>
                  <a:lnTo>
                    <a:pt x="140191" y="32230"/>
                  </a:lnTo>
                  <a:lnTo>
                    <a:pt x="149810" y="36164"/>
                  </a:lnTo>
                  <a:lnTo>
                    <a:pt x="147422" y="39952"/>
                  </a:lnTo>
                  <a:lnTo>
                    <a:pt x="146198" y="40369"/>
                  </a:lnTo>
                  <a:lnTo>
                    <a:pt x="145348" y="40658"/>
                  </a:lnTo>
                  <a:lnTo>
                    <a:pt x="145169" y="40718"/>
                  </a:lnTo>
                  <a:lnTo>
                    <a:pt x="144654" y="40887"/>
                  </a:lnTo>
                  <a:lnTo>
                    <a:pt x="141702" y="41851"/>
                  </a:lnTo>
                  <a:lnTo>
                    <a:pt x="140663" y="42191"/>
                  </a:lnTo>
                  <a:lnTo>
                    <a:pt x="139766" y="42484"/>
                  </a:lnTo>
                  <a:lnTo>
                    <a:pt x="139304" y="42635"/>
                  </a:lnTo>
                  <a:lnTo>
                    <a:pt x="139049" y="42718"/>
                  </a:lnTo>
                  <a:lnTo>
                    <a:pt x="138877" y="42774"/>
                  </a:lnTo>
                  <a:lnTo>
                    <a:pt x="138075" y="43036"/>
                  </a:lnTo>
                  <a:lnTo>
                    <a:pt x="137547" y="43210"/>
                  </a:lnTo>
                  <a:lnTo>
                    <a:pt x="136295" y="44760"/>
                  </a:lnTo>
                  <a:lnTo>
                    <a:pt x="135907" y="45229"/>
                  </a:lnTo>
                  <a:lnTo>
                    <a:pt x="135631" y="45564"/>
                  </a:lnTo>
                  <a:lnTo>
                    <a:pt x="135463" y="45767"/>
                  </a:lnTo>
                  <a:lnTo>
                    <a:pt x="134068" y="47457"/>
                  </a:lnTo>
                  <a:lnTo>
                    <a:pt x="132426" y="49446"/>
                  </a:lnTo>
                  <a:lnTo>
                    <a:pt x="132176" y="49574"/>
                  </a:lnTo>
                  <a:lnTo>
                    <a:pt x="131861" y="49736"/>
                  </a:lnTo>
                  <a:lnTo>
                    <a:pt x="131638" y="49851"/>
                  </a:lnTo>
                  <a:lnTo>
                    <a:pt x="131306" y="50022"/>
                  </a:lnTo>
                  <a:lnTo>
                    <a:pt x="130701" y="50333"/>
                  </a:lnTo>
                  <a:lnTo>
                    <a:pt x="129226" y="51092"/>
                  </a:lnTo>
                  <a:lnTo>
                    <a:pt x="128368" y="51533"/>
                  </a:lnTo>
                  <a:lnTo>
                    <a:pt x="126064" y="52717"/>
                  </a:lnTo>
                  <a:lnTo>
                    <a:pt x="125344" y="53088"/>
                  </a:lnTo>
                  <a:lnTo>
                    <a:pt x="125436" y="53879"/>
                  </a:lnTo>
                  <a:lnTo>
                    <a:pt x="125620" y="55463"/>
                  </a:lnTo>
                  <a:lnTo>
                    <a:pt x="125844" y="56335"/>
                  </a:lnTo>
                  <a:lnTo>
                    <a:pt x="125927" y="56657"/>
                  </a:lnTo>
                  <a:lnTo>
                    <a:pt x="125987" y="56891"/>
                  </a:lnTo>
                  <a:lnTo>
                    <a:pt x="126172" y="57611"/>
                  </a:lnTo>
                  <a:lnTo>
                    <a:pt x="126343" y="58274"/>
                  </a:lnTo>
                  <a:lnTo>
                    <a:pt x="126947" y="60621"/>
                  </a:lnTo>
                  <a:lnTo>
                    <a:pt x="126438" y="60816"/>
                  </a:lnTo>
                  <a:lnTo>
                    <a:pt x="126184" y="60913"/>
                  </a:lnTo>
                  <a:lnTo>
                    <a:pt x="125847" y="61042"/>
                  </a:lnTo>
                  <a:lnTo>
                    <a:pt x="124807" y="61441"/>
                  </a:lnTo>
                  <a:lnTo>
                    <a:pt x="124021" y="61742"/>
                  </a:lnTo>
                  <a:lnTo>
                    <a:pt x="123355" y="61998"/>
                  </a:lnTo>
                  <a:lnTo>
                    <a:pt x="122500" y="62326"/>
                  </a:lnTo>
                  <a:lnTo>
                    <a:pt x="122150" y="62460"/>
                  </a:lnTo>
                  <a:lnTo>
                    <a:pt x="121587" y="62979"/>
                  </a:lnTo>
                  <a:lnTo>
                    <a:pt x="120847" y="63661"/>
                  </a:lnTo>
                  <a:lnTo>
                    <a:pt x="120572" y="63914"/>
                  </a:lnTo>
                  <a:lnTo>
                    <a:pt x="120218" y="64240"/>
                  </a:lnTo>
                  <a:lnTo>
                    <a:pt x="119859" y="64572"/>
                  </a:lnTo>
                  <a:lnTo>
                    <a:pt x="119712" y="65005"/>
                  </a:lnTo>
                  <a:lnTo>
                    <a:pt x="119367" y="66025"/>
                  </a:lnTo>
                  <a:lnTo>
                    <a:pt x="119240" y="66336"/>
                  </a:lnTo>
                  <a:lnTo>
                    <a:pt x="118704" y="67655"/>
                  </a:lnTo>
                  <a:lnTo>
                    <a:pt x="118442" y="68300"/>
                  </a:lnTo>
                  <a:lnTo>
                    <a:pt x="118104" y="69132"/>
                  </a:lnTo>
                  <a:lnTo>
                    <a:pt x="117832" y="69799"/>
                  </a:lnTo>
                  <a:lnTo>
                    <a:pt x="117514" y="70582"/>
                  </a:lnTo>
                  <a:lnTo>
                    <a:pt x="117436" y="70774"/>
                  </a:lnTo>
                  <a:lnTo>
                    <a:pt x="116750" y="71537"/>
                  </a:lnTo>
                  <a:lnTo>
                    <a:pt x="116522" y="71789"/>
                  </a:lnTo>
                  <a:lnTo>
                    <a:pt x="114970" y="73515"/>
                  </a:lnTo>
                  <a:lnTo>
                    <a:pt x="110969" y="77865"/>
                  </a:lnTo>
                  <a:lnTo>
                    <a:pt x="107915" y="80313"/>
                  </a:lnTo>
                  <a:lnTo>
                    <a:pt x="106277" y="81410"/>
                  </a:lnTo>
                  <a:lnTo>
                    <a:pt x="101193" y="84816"/>
                  </a:lnTo>
                  <a:lnTo>
                    <a:pt x="100974" y="84926"/>
                  </a:lnTo>
                  <a:lnTo>
                    <a:pt x="100162" y="85488"/>
                  </a:lnTo>
                  <a:lnTo>
                    <a:pt x="99094" y="85846"/>
                  </a:lnTo>
                  <a:lnTo>
                    <a:pt x="98697" y="85979"/>
                  </a:lnTo>
                  <a:lnTo>
                    <a:pt x="98164" y="86158"/>
                  </a:lnTo>
                  <a:lnTo>
                    <a:pt x="96947" y="86566"/>
                  </a:lnTo>
                  <a:lnTo>
                    <a:pt x="95351" y="86843"/>
                  </a:lnTo>
                  <a:lnTo>
                    <a:pt x="93963" y="86814"/>
                  </a:lnTo>
                  <a:lnTo>
                    <a:pt x="93774" y="86810"/>
                  </a:lnTo>
                  <a:lnTo>
                    <a:pt x="90538" y="86739"/>
                  </a:lnTo>
                  <a:lnTo>
                    <a:pt x="89616" y="86604"/>
                  </a:lnTo>
                  <a:lnTo>
                    <a:pt x="89170" y="86539"/>
                  </a:lnTo>
                  <a:lnTo>
                    <a:pt x="88712" y="86483"/>
                  </a:lnTo>
                  <a:lnTo>
                    <a:pt x="87815" y="86550"/>
                  </a:lnTo>
                  <a:lnTo>
                    <a:pt x="88242" y="86943"/>
                  </a:lnTo>
                  <a:lnTo>
                    <a:pt x="88672" y="87339"/>
                  </a:lnTo>
                  <a:lnTo>
                    <a:pt x="89214" y="87838"/>
                  </a:lnTo>
                  <a:lnTo>
                    <a:pt x="89515" y="88116"/>
                  </a:lnTo>
                  <a:lnTo>
                    <a:pt x="89997" y="88514"/>
                  </a:lnTo>
                  <a:lnTo>
                    <a:pt x="90391" y="88840"/>
                  </a:lnTo>
                  <a:lnTo>
                    <a:pt x="90595" y="89010"/>
                  </a:lnTo>
                  <a:lnTo>
                    <a:pt x="90858" y="89227"/>
                  </a:lnTo>
                  <a:lnTo>
                    <a:pt x="91329" y="89617"/>
                  </a:lnTo>
                  <a:lnTo>
                    <a:pt x="91863" y="90059"/>
                  </a:lnTo>
                  <a:lnTo>
                    <a:pt x="93625" y="91517"/>
                  </a:lnTo>
                  <a:lnTo>
                    <a:pt x="93499" y="92844"/>
                  </a:lnTo>
                  <a:lnTo>
                    <a:pt x="93403" y="93862"/>
                  </a:lnTo>
                  <a:lnTo>
                    <a:pt x="93356" y="94356"/>
                  </a:lnTo>
                  <a:lnTo>
                    <a:pt x="93306" y="94891"/>
                  </a:lnTo>
                  <a:lnTo>
                    <a:pt x="93285" y="95316"/>
                  </a:lnTo>
                  <a:lnTo>
                    <a:pt x="93248" y="96055"/>
                  </a:lnTo>
                  <a:lnTo>
                    <a:pt x="93227" y="96486"/>
                  </a:lnTo>
                  <a:lnTo>
                    <a:pt x="93204" y="96938"/>
                  </a:lnTo>
                  <a:lnTo>
                    <a:pt x="93187" y="97287"/>
                  </a:lnTo>
                  <a:lnTo>
                    <a:pt x="93057" y="99892"/>
                  </a:lnTo>
                  <a:lnTo>
                    <a:pt x="92964" y="101754"/>
                  </a:lnTo>
                  <a:lnTo>
                    <a:pt x="92934" y="102280"/>
                  </a:lnTo>
                  <a:lnTo>
                    <a:pt x="92885" y="103122"/>
                  </a:lnTo>
                  <a:lnTo>
                    <a:pt x="92381" y="111885"/>
                  </a:lnTo>
                  <a:lnTo>
                    <a:pt x="91241" y="131679"/>
                  </a:lnTo>
                  <a:lnTo>
                    <a:pt x="90935" y="131660"/>
                  </a:lnTo>
                  <a:lnTo>
                    <a:pt x="82896" y="131163"/>
                  </a:lnTo>
                  <a:lnTo>
                    <a:pt x="79959" y="130981"/>
                  </a:lnTo>
                  <a:lnTo>
                    <a:pt x="70217" y="130379"/>
                  </a:lnTo>
                  <a:lnTo>
                    <a:pt x="69364" y="130326"/>
                  </a:lnTo>
                  <a:lnTo>
                    <a:pt x="68768" y="130289"/>
                  </a:lnTo>
                  <a:lnTo>
                    <a:pt x="64230" y="128164"/>
                  </a:lnTo>
                  <a:lnTo>
                    <a:pt x="63340" y="127748"/>
                  </a:lnTo>
                  <a:lnTo>
                    <a:pt x="61601" y="126934"/>
                  </a:lnTo>
                  <a:lnTo>
                    <a:pt x="61171" y="126733"/>
                  </a:lnTo>
                  <a:lnTo>
                    <a:pt x="58545" y="125504"/>
                  </a:lnTo>
                  <a:lnTo>
                    <a:pt x="58078" y="125285"/>
                  </a:lnTo>
                  <a:lnTo>
                    <a:pt x="54018" y="123385"/>
                  </a:lnTo>
                  <a:lnTo>
                    <a:pt x="53590" y="123184"/>
                  </a:lnTo>
                  <a:lnTo>
                    <a:pt x="53118" y="122938"/>
                  </a:lnTo>
                  <a:lnTo>
                    <a:pt x="51585" y="122139"/>
                  </a:lnTo>
                  <a:lnTo>
                    <a:pt x="51237" y="121957"/>
                  </a:lnTo>
                  <a:lnTo>
                    <a:pt x="47209" y="119857"/>
                  </a:lnTo>
                  <a:lnTo>
                    <a:pt x="46086" y="119346"/>
                  </a:lnTo>
                  <a:lnTo>
                    <a:pt x="36742" y="115090"/>
                  </a:lnTo>
                  <a:lnTo>
                    <a:pt x="34990" y="114314"/>
                  </a:lnTo>
                  <a:lnTo>
                    <a:pt x="34373" y="114257"/>
                  </a:lnTo>
                  <a:lnTo>
                    <a:pt x="32025" y="114043"/>
                  </a:lnTo>
                  <a:lnTo>
                    <a:pt x="24678" y="113545"/>
                  </a:lnTo>
                  <a:lnTo>
                    <a:pt x="20804" y="113283"/>
                  </a:lnTo>
                  <a:lnTo>
                    <a:pt x="18681" y="113039"/>
                  </a:lnTo>
                  <a:lnTo>
                    <a:pt x="18346" y="113001"/>
                  </a:lnTo>
                  <a:lnTo>
                    <a:pt x="17650" y="112921"/>
                  </a:lnTo>
                  <a:lnTo>
                    <a:pt x="11726" y="110915"/>
                  </a:lnTo>
                  <a:lnTo>
                    <a:pt x="8154" y="109545"/>
                  </a:lnTo>
                  <a:lnTo>
                    <a:pt x="7980" y="109454"/>
                  </a:lnTo>
                  <a:lnTo>
                    <a:pt x="7156" y="109023"/>
                  </a:lnTo>
                  <a:lnTo>
                    <a:pt x="6111" y="108477"/>
                  </a:lnTo>
                  <a:lnTo>
                    <a:pt x="5348" y="108078"/>
                  </a:lnTo>
                  <a:lnTo>
                    <a:pt x="5050" y="107922"/>
                  </a:lnTo>
                  <a:lnTo>
                    <a:pt x="4564" y="107668"/>
                  </a:lnTo>
                  <a:lnTo>
                    <a:pt x="3995" y="107387"/>
                  </a:lnTo>
                  <a:lnTo>
                    <a:pt x="3753" y="107267"/>
                  </a:lnTo>
                  <a:lnTo>
                    <a:pt x="2959" y="106874"/>
                  </a:lnTo>
                  <a:lnTo>
                    <a:pt x="0" y="104847"/>
                  </a:lnTo>
                  <a:lnTo>
                    <a:pt x="290" y="104306"/>
                  </a:lnTo>
                  <a:lnTo>
                    <a:pt x="798" y="103359"/>
                  </a:lnTo>
                  <a:lnTo>
                    <a:pt x="3494" y="98338"/>
                  </a:lnTo>
                  <a:lnTo>
                    <a:pt x="3749" y="97862"/>
                  </a:lnTo>
                  <a:lnTo>
                    <a:pt x="4729" y="96036"/>
                  </a:lnTo>
                  <a:lnTo>
                    <a:pt x="5292" y="94987"/>
                  </a:lnTo>
                  <a:lnTo>
                    <a:pt x="5390" y="94806"/>
                  </a:lnTo>
                  <a:lnTo>
                    <a:pt x="6399" y="92925"/>
                  </a:lnTo>
                  <a:lnTo>
                    <a:pt x="6759" y="92254"/>
                  </a:lnTo>
                  <a:lnTo>
                    <a:pt x="8329" y="89330"/>
                  </a:lnTo>
                  <a:lnTo>
                    <a:pt x="8826" y="88403"/>
                  </a:lnTo>
                  <a:lnTo>
                    <a:pt x="8997" y="88056"/>
                  </a:lnTo>
                  <a:lnTo>
                    <a:pt x="9235" y="87569"/>
                  </a:lnTo>
                  <a:lnTo>
                    <a:pt x="9519" y="86989"/>
                  </a:lnTo>
                  <a:lnTo>
                    <a:pt x="9599" y="86827"/>
                  </a:lnTo>
                  <a:lnTo>
                    <a:pt x="10167" y="85856"/>
                  </a:lnTo>
                  <a:lnTo>
                    <a:pt x="10341" y="85561"/>
                  </a:lnTo>
                  <a:lnTo>
                    <a:pt x="10646" y="85040"/>
                  </a:lnTo>
                  <a:lnTo>
                    <a:pt x="10981" y="84467"/>
                  </a:lnTo>
                  <a:lnTo>
                    <a:pt x="11554" y="83434"/>
                  </a:lnTo>
                  <a:lnTo>
                    <a:pt x="13748" y="79479"/>
                  </a:lnTo>
                  <a:lnTo>
                    <a:pt x="13924" y="79161"/>
                  </a:lnTo>
                  <a:lnTo>
                    <a:pt x="14367" y="78951"/>
                  </a:lnTo>
                  <a:lnTo>
                    <a:pt x="21388" y="82657"/>
                  </a:lnTo>
                  <a:lnTo>
                    <a:pt x="26587" y="85401"/>
                  </a:lnTo>
                  <a:lnTo>
                    <a:pt x="28386" y="81407"/>
                  </a:lnTo>
                  <a:lnTo>
                    <a:pt x="28784" y="80522"/>
                  </a:lnTo>
                  <a:lnTo>
                    <a:pt x="29814" y="78233"/>
                  </a:lnTo>
                  <a:lnTo>
                    <a:pt x="30973" y="75660"/>
                  </a:lnTo>
                  <a:lnTo>
                    <a:pt x="31522" y="74440"/>
                  </a:lnTo>
                  <a:lnTo>
                    <a:pt x="31953" y="73483"/>
                  </a:lnTo>
                  <a:lnTo>
                    <a:pt x="32589" y="72072"/>
                  </a:lnTo>
                  <a:lnTo>
                    <a:pt x="33174" y="70771"/>
                  </a:lnTo>
                  <a:lnTo>
                    <a:pt x="33552" y="69703"/>
                  </a:lnTo>
                  <a:lnTo>
                    <a:pt x="32677" y="69290"/>
                  </a:lnTo>
                  <a:lnTo>
                    <a:pt x="23064" y="64749"/>
                  </a:lnTo>
                  <a:lnTo>
                    <a:pt x="22908" y="64743"/>
                  </a:lnTo>
                  <a:lnTo>
                    <a:pt x="22642" y="64734"/>
                  </a:lnTo>
                  <a:lnTo>
                    <a:pt x="22703" y="64578"/>
                  </a:lnTo>
                  <a:lnTo>
                    <a:pt x="22810" y="64304"/>
                  </a:lnTo>
                  <a:lnTo>
                    <a:pt x="22993" y="63835"/>
                  </a:lnTo>
                  <a:lnTo>
                    <a:pt x="23486" y="62574"/>
                  </a:lnTo>
                  <a:lnTo>
                    <a:pt x="23945" y="61351"/>
                  </a:lnTo>
                  <a:lnTo>
                    <a:pt x="24218" y="60625"/>
                  </a:lnTo>
                  <a:lnTo>
                    <a:pt x="25204" y="57996"/>
                  </a:lnTo>
                  <a:lnTo>
                    <a:pt x="25374" y="57628"/>
                  </a:lnTo>
                  <a:lnTo>
                    <a:pt x="25701" y="56915"/>
                  </a:lnTo>
                  <a:lnTo>
                    <a:pt x="25890" y="56504"/>
                  </a:lnTo>
                  <a:lnTo>
                    <a:pt x="27717" y="51781"/>
                  </a:lnTo>
                  <a:lnTo>
                    <a:pt x="28853" y="48073"/>
                  </a:lnTo>
                  <a:lnTo>
                    <a:pt x="29073" y="47356"/>
                  </a:lnTo>
                  <a:lnTo>
                    <a:pt x="29382" y="45494"/>
                  </a:lnTo>
                  <a:lnTo>
                    <a:pt x="29740" y="43342"/>
                  </a:lnTo>
                  <a:lnTo>
                    <a:pt x="29770" y="42810"/>
                  </a:lnTo>
                  <a:lnTo>
                    <a:pt x="29884" y="40802"/>
                  </a:lnTo>
                  <a:lnTo>
                    <a:pt x="30135" y="37665"/>
                  </a:lnTo>
                  <a:lnTo>
                    <a:pt x="30247" y="36263"/>
                  </a:lnTo>
                  <a:lnTo>
                    <a:pt x="30281" y="35834"/>
                  </a:lnTo>
                  <a:lnTo>
                    <a:pt x="30317" y="35381"/>
                  </a:lnTo>
                  <a:lnTo>
                    <a:pt x="31920" y="35520"/>
                  </a:lnTo>
                  <a:lnTo>
                    <a:pt x="35556" y="35836"/>
                  </a:lnTo>
                  <a:lnTo>
                    <a:pt x="36809" y="35945"/>
                  </a:lnTo>
                  <a:lnTo>
                    <a:pt x="40322" y="36249"/>
                  </a:lnTo>
                  <a:lnTo>
                    <a:pt x="40280" y="36540"/>
                  </a:lnTo>
                  <a:lnTo>
                    <a:pt x="39239" y="43756"/>
                  </a:lnTo>
                  <a:lnTo>
                    <a:pt x="38877" y="46264"/>
                  </a:lnTo>
                  <a:lnTo>
                    <a:pt x="38328" y="50069"/>
                  </a:lnTo>
                  <a:lnTo>
                    <a:pt x="38303" y="50242"/>
                  </a:lnTo>
                  <a:lnTo>
                    <a:pt x="38123" y="51496"/>
                  </a:lnTo>
                  <a:lnTo>
                    <a:pt x="38180" y="51801"/>
                  </a:lnTo>
                  <a:lnTo>
                    <a:pt x="38339" y="51869"/>
                  </a:lnTo>
                  <a:lnTo>
                    <a:pt x="38502" y="51938"/>
                  </a:lnTo>
                  <a:lnTo>
                    <a:pt x="44598" y="54518"/>
                  </a:lnTo>
                  <a:lnTo>
                    <a:pt x="46089" y="55058"/>
                  </a:lnTo>
                  <a:lnTo>
                    <a:pt x="49574" y="46775"/>
                  </a:lnTo>
                  <a:lnTo>
                    <a:pt x="49668" y="46552"/>
                  </a:lnTo>
                  <a:lnTo>
                    <a:pt x="50256" y="45154"/>
                  </a:lnTo>
                  <a:lnTo>
                    <a:pt x="50408" y="44793"/>
                  </a:lnTo>
                  <a:lnTo>
                    <a:pt x="50519" y="44529"/>
                  </a:lnTo>
                  <a:lnTo>
                    <a:pt x="50747" y="43986"/>
                  </a:lnTo>
                  <a:lnTo>
                    <a:pt x="50914" y="43589"/>
                  </a:lnTo>
                  <a:lnTo>
                    <a:pt x="51183" y="42950"/>
                  </a:lnTo>
                  <a:lnTo>
                    <a:pt x="51433" y="42354"/>
                  </a:lnTo>
                  <a:lnTo>
                    <a:pt x="51554" y="42068"/>
                  </a:lnTo>
                  <a:lnTo>
                    <a:pt x="51745" y="41614"/>
                  </a:lnTo>
                  <a:lnTo>
                    <a:pt x="51897" y="41252"/>
                  </a:lnTo>
                  <a:lnTo>
                    <a:pt x="51983" y="41048"/>
                  </a:lnTo>
                  <a:lnTo>
                    <a:pt x="53832" y="41193"/>
                  </a:lnTo>
                  <a:lnTo>
                    <a:pt x="54694" y="41260"/>
                  </a:lnTo>
                  <a:lnTo>
                    <a:pt x="58400" y="41550"/>
                  </a:lnTo>
                  <a:lnTo>
                    <a:pt x="58990" y="41596"/>
                  </a:lnTo>
                  <a:lnTo>
                    <a:pt x="59949" y="41671"/>
                  </a:lnTo>
                  <a:lnTo>
                    <a:pt x="60530" y="41716"/>
                  </a:lnTo>
                  <a:lnTo>
                    <a:pt x="60994" y="41753"/>
                  </a:lnTo>
                  <a:lnTo>
                    <a:pt x="61239" y="41761"/>
                  </a:lnTo>
                  <a:lnTo>
                    <a:pt x="61680" y="41777"/>
                  </a:lnTo>
                  <a:lnTo>
                    <a:pt x="61955" y="41787"/>
                  </a:lnTo>
                  <a:lnTo>
                    <a:pt x="63359" y="41838"/>
                  </a:lnTo>
                  <a:lnTo>
                    <a:pt x="63621" y="41847"/>
                  </a:lnTo>
                  <a:lnTo>
                    <a:pt x="64235" y="41869"/>
                  </a:lnTo>
                  <a:lnTo>
                    <a:pt x="65595" y="42642"/>
                  </a:lnTo>
                  <a:lnTo>
                    <a:pt x="67196" y="40800"/>
                  </a:lnTo>
                  <a:lnTo>
                    <a:pt x="68419" y="39393"/>
                  </a:lnTo>
                  <a:lnTo>
                    <a:pt x="68543" y="39250"/>
                  </a:lnTo>
                  <a:lnTo>
                    <a:pt x="70385" y="37456"/>
                  </a:lnTo>
                  <a:lnTo>
                    <a:pt x="71126" y="36841"/>
                  </a:lnTo>
                  <a:lnTo>
                    <a:pt x="71648" y="36409"/>
                  </a:lnTo>
                  <a:lnTo>
                    <a:pt x="71811" y="36274"/>
                  </a:lnTo>
                  <a:lnTo>
                    <a:pt x="72262" y="35900"/>
                  </a:lnTo>
                  <a:lnTo>
                    <a:pt x="72485" y="35716"/>
                  </a:lnTo>
                  <a:lnTo>
                    <a:pt x="72757" y="35490"/>
                  </a:lnTo>
                  <a:lnTo>
                    <a:pt x="72931" y="35346"/>
                  </a:lnTo>
                  <a:lnTo>
                    <a:pt x="73252" y="35080"/>
                  </a:lnTo>
                  <a:lnTo>
                    <a:pt x="73595" y="34796"/>
                  </a:lnTo>
                  <a:lnTo>
                    <a:pt x="74254" y="34250"/>
                  </a:lnTo>
                  <a:lnTo>
                    <a:pt x="74423" y="34110"/>
                  </a:lnTo>
                  <a:lnTo>
                    <a:pt x="74580" y="33980"/>
                  </a:lnTo>
                  <a:lnTo>
                    <a:pt x="76347" y="32846"/>
                  </a:lnTo>
                  <a:lnTo>
                    <a:pt x="76975" y="33333"/>
                  </a:lnTo>
                  <a:lnTo>
                    <a:pt x="77810" y="33979"/>
                  </a:lnTo>
                  <a:lnTo>
                    <a:pt x="78961" y="33233"/>
                  </a:lnTo>
                  <a:lnTo>
                    <a:pt x="80011" y="32553"/>
                  </a:lnTo>
                  <a:lnTo>
                    <a:pt x="80581" y="32184"/>
                  </a:lnTo>
                  <a:lnTo>
                    <a:pt x="80813" y="32033"/>
                  </a:lnTo>
                  <a:lnTo>
                    <a:pt x="81569" y="31516"/>
                  </a:lnTo>
                  <a:lnTo>
                    <a:pt x="81827" y="31339"/>
                  </a:lnTo>
                  <a:lnTo>
                    <a:pt x="82054" y="31184"/>
                  </a:lnTo>
                  <a:lnTo>
                    <a:pt x="82619" y="30797"/>
                  </a:lnTo>
                  <a:lnTo>
                    <a:pt x="83268" y="30353"/>
                  </a:lnTo>
                  <a:lnTo>
                    <a:pt x="83118" y="30189"/>
                  </a:lnTo>
                  <a:lnTo>
                    <a:pt x="82484" y="29495"/>
                  </a:lnTo>
                  <a:lnTo>
                    <a:pt x="81910" y="28549"/>
                  </a:lnTo>
                  <a:lnTo>
                    <a:pt x="81687" y="28180"/>
                  </a:lnTo>
                  <a:lnTo>
                    <a:pt x="81425" y="27748"/>
                  </a:lnTo>
                  <a:lnTo>
                    <a:pt x="80927" y="26927"/>
                  </a:lnTo>
                  <a:lnTo>
                    <a:pt x="81020" y="26414"/>
                  </a:lnTo>
                  <a:lnTo>
                    <a:pt x="81427" y="25000"/>
                  </a:lnTo>
                  <a:lnTo>
                    <a:pt x="83288" y="23614"/>
                  </a:lnTo>
                  <a:lnTo>
                    <a:pt x="84210" y="22928"/>
                  </a:lnTo>
                  <a:lnTo>
                    <a:pt x="84924" y="22394"/>
                  </a:lnTo>
                  <a:lnTo>
                    <a:pt x="85333" y="22081"/>
                  </a:lnTo>
                  <a:lnTo>
                    <a:pt x="85920" y="21642"/>
                  </a:lnTo>
                  <a:lnTo>
                    <a:pt x="86893" y="20912"/>
                  </a:lnTo>
                  <a:lnTo>
                    <a:pt x="87938" y="20129"/>
                  </a:lnTo>
                  <a:lnTo>
                    <a:pt x="88104" y="20004"/>
                  </a:lnTo>
                  <a:lnTo>
                    <a:pt x="88366" y="19807"/>
                  </a:lnTo>
                  <a:lnTo>
                    <a:pt x="89349" y="19186"/>
                  </a:lnTo>
                  <a:lnTo>
                    <a:pt x="91155" y="18055"/>
                  </a:lnTo>
                  <a:lnTo>
                    <a:pt x="91909" y="17521"/>
                  </a:lnTo>
                  <a:lnTo>
                    <a:pt x="93612" y="16289"/>
                  </a:lnTo>
                  <a:lnTo>
                    <a:pt x="94240" y="15716"/>
                  </a:lnTo>
                  <a:lnTo>
                    <a:pt x="97126" y="13083"/>
                  </a:lnTo>
                  <a:lnTo>
                    <a:pt x="99263" y="11125"/>
                  </a:lnTo>
                  <a:lnTo>
                    <a:pt x="103488" y="79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g135"/>
            <p:cNvSpPr/>
            <p:nvPr/>
          </p:nvSpPr>
          <p:spPr>
            <a:xfrm>
              <a:off x="2949203" y="4377877"/>
              <a:ext cx="303994" cy="132879"/>
            </a:xfrm>
            <a:custGeom>
              <a:avLst/>
              <a:pathLst>
                <a:path w="303994" h="132879">
                  <a:moveTo>
                    <a:pt x="149964" y="6699"/>
                  </a:moveTo>
                  <a:lnTo>
                    <a:pt x="150559" y="15072"/>
                  </a:lnTo>
                  <a:lnTo>
                    <a:pt x="156103" y="20935"/>
                  </a:lnTo>
                  <a:lnTo>
                    <a:pt x="142752" y="33137"/>
                  </a:lnTo>
                  <a:lnTo>
                    <a:pt x="137490" y="36508"/>
                  </a:lnTo>
                  <a:lnTo>
                    <a:pt x="147150" y="35946"/>
                  </a:lnTo>
                  <a:lnTo>
                    <a:pt x="175440" y="28888"/>
                  </a:lnTo>
                  <a:lnTo>
                    <a:pt x="182116" y="42334"/>
                  </a:lnTo>
                  <a:lnTo>
                    <a:pt x="168470" y="49258"/>
                  </a:lnTo>
                  <a:lnTo>
                    <a:pt x="149145" y="50982"/>
                  </a:lnTo>
                  <a:lnTo>
                    <a:pt x="138276" y="51279"/>
                  </a:lnTo>
                  <a:lnTo>
                    <a:pt x="139854" y="56143"/>
                  </a:lnTo>
                  <a:lnTo>
                    <a:pt x="146052" y="62609"/>
                  </a:lnTo>
                  <a:lnTo>
                    <a:pt x="144447" y="63041"/>
                  </a:lnTo>
                  <a:lnTo>
                    <a:pt x="138553" y="64627"/>
                  </a:lnTo>
                  <a:lnTo>
                    <a:pt x="134605" y="66805"/>
                  </a:lnTo>
                  <a:lnTo>
                    <a:pt x="133884" y="67203"/>
                  </a:lnTo>
                  <a:lnTo>
                    <a:pt x="135859" y="70186"/>
                  </a:lnTo>
                  <a:lnTo>
                    <a:pt x="138783" y="72548"/>
                  </a:lnTo>
                  <a:lnTo>
                    <a:pt x="141764" y="81207"/>
                  </a:lnTo>
                  <a:lnTo>
                    <a:pt x="141370" y="85818"/>
                  </a:lnTo>
                  <a:lnTo>
                    <a:pt x="154145" y="81464"/>
                  </a:lnTo>
                  <a:lnTo>
                    <a:pt x="165267" y="72752"/>
                  </a:lnTo>
                  <a:lnTo>
                    <a:pt x="163597" y="63735"/>
                  </a:lnTo>
                  <a:lnTo>
                    <a:pt x="190823" y="60848"/>
                  </a:lnTo>
                  <a:lnTo>
                    <a:pt x="195010" y="60404"/>
                  </a:lnTo>
                  <a:lnTo>
                    <a:pt x="195610" y="57085"/>
                  </a:lnTo>
                  <a:lnTo>
                    <a:pt x="210244" y="56902"/>
                  </a:lnTo>
                  <a:lnTo>
                    <a:pt x="215907" y="59374"/>
                  </a:lnTo>
                  <a:lnTo>
                    <a:pt x="218563" y="49975"/>
                  </a:lnTo>
                  <a:lnTo>
                    <a:pt x="225862" y="52286"/>
                  </a:lnTo>
                  <a:lnTo>
                    <a:pt x="220872" y="64666"/>
                  </a:lnTo>
                  <a:lnTo>
                    <a:pt x="223150" y="66156"/>
                  </a:lnTo>
                  <a:lnTo>
                    <a:pt x="227640" y="63485"/>
                  </a:lnTo>
                  <a:lnTo>
                    <a:pt x="235441" y="60948"/>
                  </a:lnTo>
                  <a:lnTo>
                    <a:pt x="238947" y="57111"/>
                  </a:lnTo>
                  <a:lnTo>
                    <a:pt x="240546" y="55730"/>
                  </a:lnTo>
                  <a:lnTo>
                    <a:pt x="241822" y="57866"/>
                  </a:lnTo>
                  <a:lnTo>
                    <a:pt x="242117" y="58359"/>
                  </a:lnTo>
                  <a:lnTo>
                    <a:pt x="243137" y="60065"/>
                  </a:lnTo>
                  <a:lnTo>
                    <a:pt x="240831" y="66286"/>
                  </a:lnTo>
                  <a:lnTo>
                    <a:pt x="235651" y="69785"/>
                  </a:lnTo>
                  <a:lnTo>
                    <a:pt x="238927" y="71472"/>
                  </a:lnTo>
                  <a:lnTo>
                    <a:pt x="242317" y="73271"/>
                  </a:lnTo>
                  <a:lnTo>
                    <a:pt x="253527" y="78607"/>
                  </a:lnTo>
                  <a:lnTo>
                    <a:pt x="256853" y="67744"/>
                  </a:lnTo>
                  <a:lnTo>
                    <a:pt x="268000" y="70959"/>
                  </a:lnTo>
                  <a:lnTo>
                    <a:pt x="266890" y="80064"/>
                  </a:lnTo>
                  <a:lnTo>
                    <a:pt x="273950" y="82488"/>
                  </a:lnTo>
                  <a:lnTo>
                    <a:pt x="276911" y="78768"/>
                  </a:lnTo>
                  <a:lnTo>
                    <a:pt x="288375" y="82039"/>
                  </a:lnTo>
                  <a:lnTo>
                    <a:pt x="289909" y="83687"/>
                  </a:lnTo>
                  <a:lnTo>
                    <a:pt x="292990" y="86998"/>
                  </a:lnTo>
                  <a:lnTo>
                    <a:pt x="303994" y="90173"/>
                  </a:lnTo>
                  <a:lnTo>
                    <a:pt x="302499" y="97551"/>
                  </a:lnTo>
                  <a:lnTo>
                    <a:pt x="302226" y="98896"/>
                  </a:lnTo>
                  <a:lnTo>
                    <a:pt x="299121" y="98116"/>
                  </a:lnTo>
                  <a:lnTo>
                    <a:pt x="290246" y="97233"/>
                  </a:lnTo>
                  <a:lnTo>
                    <a:pt x="283727" y="96511"/>
                  </a:lnTo>
                  <a:lnTo>
                    <a:pt x="280586" y="97233"/>
                  </a:lnTo>
                  <a:lnTo>
                    <a:pt x="273160" y="98380"/>
                  </a:lnTo>
                  <a:lnTo>
                    <a:pt x="270839" y="99201"/>
                  </a:lnTo>
                  <a:lnTo>
                    <a:pt x="269573" y="111850"/>
                  </a:lnTo>
                  <a:lnTo>
                    <a:pt x="233211" y="113247"/>
                  </a:lnTo>
                  <a:lnTo>
                    <a:pt x="223047" y="115862"/>
                  </a:lnTo>
                  <a:lnTo>
                    <a:pt x="209845" y="119258"/>
                  </a:lnTo>
                  <a:lnTo>
                    <a:pt x="196921" y="116785"/>
                  </a:lnTo>
                  <a:lnTo>
                    <a:pt x="177901" y="113145"/>
                  </a:lnTo>
                  <a:lnTo>
                    <a:pt x="175535" y="111898"/>
                  </a:lnTo>
                  <a:lnTo>
                    <a:pt x="172999" y="110561"/>
                  </a:lnTo>
                  <a:lnTo>
                    <a:pt x="171180" y="109602"/>
                  </a:lnTo>
                  <a:lnTo>
                    <a:pt x="169507" y="108720"/>
                  </a:lnTo>
                  <a:lnTo>
                    <a:pt x="167382" y="107297"/>
                  </a:lnTo>
                  <a:lnTo>
                    <a:pt x="166578" y="108045"/>
                  </a:lnTo>
                  <a:lnTo>
                    <a:pt x="166341" y="108267"/>
                  </a:lnTo>
                  <a:lnTo>
                    <a:pt x="164995" y="109521"/>
                  </a:lnTo>
                  <a:lnTo>
                    <a:pt x="162635" y="111720"/>
                  </a:lnTo>
                  <a:lnTo>
                    <a:pt x="161805" y="112494"/>
                  </a:lnTo>
                  <a:lnTo>
                    <a:pt x="161218" y="113040"/>
                  </a:lnTo>
                  <a:lnTo>
                    <a:pt x="161072" y="113143"/>
                  </a:lnTo>
                  <a:lnTo>
                    <a:pt x="160850" y="113299"/>
                  </a:lnTo>
                  <a:lnTo>
                    <a:pt x="160182" y="113768"/>
                  </a:lnTo>
                  <a:lnTo>
                    <a:pt x="159944" y="113935"/>
                  </a:lnTo>
                  <a:lnTo>
                    <a:pt x="158572" y="114898"/>
                  </a:lnTo>
                  <a:lnTo>
                    <a:pt x="158346" y="115057"/>
                  </a:lnTo>
                  <a:lnTo>
                    <a:pt x="157285" y="115802"/>
                  </a:lnTo>
                  <a:lnTo>
                    <a:pt x="157153" y="115900"/>
                  </a:lnTo>
                  <a:lnTo>
                    <a:pt x="156382" y="116474"/>
                  </a:lnTo>
                  <a:lnTo>
                    <a:pt x="155034" y="117476"/>
                  </a:lnTo>
                  <a:lnTo>
                    <a:pt x="153150" y="118878"/>
                  </a:lnTo>
                  <a:lnTo>
                    <a:pt x="151341" y="120223"/>
                  </a:lnTo>
                  <a:lnTo>
                    <a:pt x="150003" y="121218"/>
                  </a:lnTo>
                  <a:lnTo>
                    <a:pt x="148697" y="122189"/>
                  </a:lnTo>
                  <a:lnTo>
                    <a:pt x="146583" y="123762"/>
                  </a:lnTo>
                  <a:lnTo>
                    <a:pt x="146024" y="124177"/>
                  </a:lnTo>
                  <a:lnTo>
                    <a:pt x="145658" y="124449"/>
                  </a:lnTo>
                  <a:lnTo>
                    <a:pt x="144013" y="125673"/>
                  </a:lnTo>
                  <a:lnTo>
                    <a:pt x="143353" y="127931"/>
                  </a:lnTo>
                  <a:lnTo>
                    <a:pt x="143162" y="128582"/>
                  </a:lnTo>
                  <a:lnTo>
                    <a:pt x="143087" y="128839"/>
                  </a:lnTo>
                  <a:lnTo>
                    <a:pt x="142974" y="129015"/>
                  </a:lnTo>
                  <a:lnTo>
                    <a:pt x="137078" y="132683"/>
                  </a:lnTo>
                  <a:lnTo>
                    <a:pt x="136638" y="132879"/>
                  </a:lnTo>
                  <a:lnTo>
                    <a:pt x="136190" y="132560"/>
                  </a:lnTo>
                  <a:lnTo>
                    <a:pt x="134924" y="132167"/>
                  </a:lnTo>
                  <a:lnTo>
                    <a:pt x="133951" y="131868"/>
                  </a:lnTo>
                  <a:lnTo>
                    <a:pt x="131189" y="131426"/>
                  </a:lnTo>
                  <a:lnTo>
                    <a:pt x="130179" y="131265"/>
                  </a:lnTo>
                  <a:lnTo>
                    <a:pt x="111791" y="128631"/>
                  </a:lnTo>
                  <a:lnTo>
                    <a:pt x="111220" y="128543"/>
                  </a:lnTo>
                  <a:lnTo>
                    <a:pt x="110614" y="128450"/>
                  </a:lnTo>
                  <a:lnTo>
                    <a:pt x="109691" y="128308"/>
                  </a:lnTo>
                  <a:lnTo>
                    <a:pt x="104872" y="127566"/>
                  </a:lnTo>
                  <a:lnTo>
                    <a:pt x="103123" y="127296"/>
                  </a:lnTo>
                  <a:lnTo>
                    <a:pt x="91853" y="125642"/>
                  </a:lnTo>
                  <a:lnTo>
                    <a:pt x="91223" y="125550"/>
                  </a:lnTo>
                  <a:lnTo>
                    <a:pt x="90881" y="125499"/>
                  </a:lnTo>
                  <a:lnTo>
                    <a:pt x="89764" y="125335"/>
                  </a:lnTo>
                  <a:lnTo>
                    <a:pt x="79479" y="123750"/>
                  </a:lnTo>
                  <a:lnTo>
                    <a:pt x="75200" y="123415"/>
                  </a:lnTo>
                  <a:lnTo>
                    <a:pt x="73727" y="123228"/>
                  </a:lnTo>
                  <a:lnTo>
                    <a:pt x="72993" y="123135"/>
                  </a:lnTo>
                  <a:lnTo>
                    <a:pt x="72514" y="123074"/>
                  </a:lnTo>
                  <a:lnTo>
                    <a:pt x="72259" y="123073"/>
                  </a:lnTo>
                  <a:lnTo>
                    <a:pt x="71773" y="123070"/>
                  </a:lnTo>
                  <a:lnTo>
                    <a:pt x="71517" y="123069"/>
                  </a:lnTo>
                  <a:lnTo>
                    <a:pt x="71183" y="123067"/>
                  </a:lnTo>
                  <a:lnTo>
                    <a:pt x="70837" y="123065"/>
                  </a:lnTo>
                  <a:lnTo>
                    <a:pt x="70599" y="123063"/>
                  </a:lnTo>
                  <a:lnTo>
                    <a:pt x="70081" y="123060"/>
                  </a:lnTo>
                  <a:lnTo>
                    <a:pt x="69692" y="123058"/>
                  </a:lnTo>
                  <a:lnTo>
                    <a:pt x="68925" y="123053"/>
                  </a:lnTo>
                  <a:lnTo>
                    <a:pt x="68610" y="123037"/>
                  </a:lnTo>
                  <a:lnTo>
                    <a:pt x="67957" y="123002"/>
                  </a:lnTo>
                  <a:lnTo>
                    <a:pt x="67818" y="122995"/>
                  </a:lnTo>
                  <a:lnTo>
                    <a:pt x="65538" y="122875"/>
                  </a:lnTo>
                  <a:lnTo>
                    <a:pt x="65046" y="122849"/>
                  </a:lnTo>
                  <a:lnTo>
                    <a:pt x="60269" y="122597"/>
                  </a:lnTo>
                  <a:lnTo>
                    <a:pt x="53693" y="122250"/>
                  </a:lnTo>
                  <a:lnTo>
                    <a:pt x="52664" y="122211"/>
                  </a:lnTo>
                  <a:lnTo>
                    <a:pt x="51892" y="122181"/>
                  </a:lnTo>
                  <a:lnTo>
                    <a:pt x="42303" y="121809"/>
                  </a:lnTo>
                  <a:lnTo>
                    <a:pt x="39192" y="121689"/>
                  </a:lnTo>
                  <a:lnTo>
                    <a:pt x="39025" y="121682"/>
                  </a:lnTo>
                  <a:lnTo>
                    <a:pt x="38482" y="121661"/>
                  </a:lnTo>
                  <a:lnTo>
                    <a:pt x="38259" y="121652"/>
                  </a:lnTo>
                  <a:lnTo>
                    <a:pt x="37625" y="121628"/>
                  </a:lnTo>
                  <a:lnTo>
                    <a:pt x="36675" y="121591"/>
                  </a:lnTo>
                  <a:lnTo>
                    <a:pt x="36152" y="121571"/>
                  </a:lnTo>
                  <a:lnTo>
                    <a:pt x="35292" y="121538"/>
                  </a:lnTo>
                  <a:lnTo>
                    <a:pt x="34205" y="121495"/>
                  </a:lnTo>
                  <a:lnTo>
                    <a:pt x="33834" y="121481"/>
                  </a:lnTo>
                  <a:lnTo>
                    <a:pt x="33584" y="121471"/>
                  </a:lnTo>
                  <a:lnTo>
                    <a:pt x="33009" y="121449"/>
                  </a:lnTo>
                  <a:lnTo>
                    <a:pt x="32840" y="121443"/>
                  </a:lnTo>
                  <a:lnTo>
                    <a:pt x="32184" y="121417"/>
                  </a:lnTo>
                  <a:lnTo>
                    <a:pt x="31998" y="121410"/>
                  </a:lnTo>
                  <a:lnTo>
                    <a:pt x="30864" y="121366"/>
                  </a:lnTo>
                  <a:lnTo>
                    <a:pt x="30300" y="121344"/>
                  </a:lnTo>
                  <a:lnTo>
                    <a:pt x="29393" y="121309"/>
                  </a:lnTo>
                  <a:lnTo>
                    <a:pt x="22883" y="121190"/>
                  </a:lnTo>
                  <a:lnTo>
                    <a:pt x="22415" y="121164"/>
                  </a:lnTo>
                  <a:lnTo>
                    <a:pt x="19760" y="121017"/>
                  </a:lnTo>
                  <a:lnTo>
                    <a:pt x="14342" y="120793"/>
                  </a:lnTo>
                  <a:lnTo>
                    <a:pt x="13516" y="120767"/>
                  </a:lnTo>
                  <a:lnTo>
                    <a:pt x="13011" y="120793"/>
                  </a:lnTo>
                  <a:lnTo>
                    <a:pt x="12707" y="120809"/>
                  </a:lnTo>
                  <a:lnTo>
                    <a:pt x="11150" y="120889"/>
                  </a:lnTo>
                  <a:lnTo>
                    <a:pt x="10860" y="120904"/>
                  </a:lnTo>
                  <a:lnTo>
                    <a:pt x="9043" y="120842"/>
                  </a:lnTo>
                  <a:lnTo>
                    <a:pt x="8800" y="120834"/>
                  </a:lnTo>
                  <a:lnTo>
                    <a:pt x="7403" y="120786"/>
                  </a:lnTo>
                  <a:lnTo>
                    <a:pt x="6270" y="120748"/>
                  </a:lnTo>
                  <a:lnTo>
                    <a:pt x="5227" y="120712"/>
                  </a:lnTo>
                  <a:lnTo>
                    <a:pt x="4513" y="120688"/>
                  </a:lnTo>
                  <a:lnTo>
                    <a:pt x="4179" y="120675"/>
                  </a:lnTo>
                  <a:lnTo>
                    <a:pt x="3533" y="120635"/>
                  </a:lnTo>
                  <a:lnTo>
                    <a:pt x="4672" y="100842"/>
                  </a:lnTo>
                  <a:lnTo>
                    <a:pt x="5176" y="92079"/>
                  </a:lnTo>
                  <a:lnTo>
                    <a:pt x="5225" y="91237"/>
                  </a:lnTo>
                  <a:lnTo>
                    <a:pt x="5255" y="90711"/>
                  </a:lnTo>
                  <a:lnTo>
                    <a:pt x="5348" y="88848"/>
                  </a:lnTo>
                  <a:lnTo>
                    <a:pt x="5478" y="86244"/>
                  </a:lnTo>
                  <a:lnTo>
                    <a:pt x="5495" y="85895"/>
                  </a:lnTo>
                  <a:lnTo>
                    <a:pt x="5518" y="85443"/>
                  </a:lnTo>
                  <a:lnTo>
                    <a:pt x="5544" y="84910"/>
                  </a:lnTo>
                  <a:lnTo>
                    <a:pt x="5576" y="84273"/>
                  </a:lnTo>
                  <a:lnTo>
                    <a:pt x="5597" y="83848"/>
                  </a:lnTo>
                  <a:lnTo>
                    <a:pt x="5647" y="83312"/>
                  </a:lnTo>
                  <a:lnTo>
                    <a:pt x="5699" y="82772"/>
                  </a:lnTo>
                  <a:lnTo>
                    <a:pt x="5790" y="81800"/>
                  </a:lnTo>
                  <a:lnTo>
                    <a:pt x="5916" y="80474"/>
                  </a:lnTo>
                  <a:lnTo>
                    <a:pt x="4053" y="78932"/>
                  </a:lnTo>
                  <a:lnTo>
                    <a:pt x="3620" y="78573"/>
                  </a:lnTo>
                  <a:lnTo>
                    <a:pt x="3149" y="78183"/>
                  </a:lnTo>
                  <a:lnTo>
                    <a:pt x="2886" y="77966"/>
                  </a:lnTo>
                  <a:lnTo>
                    <a:pt x="2682" y="77797"/>
                  </a:lnTo>
                  <a:lnTo>
                    <a:pt x="2288" y="77471"/>
                  </a:lnTo>
                  <a:lnTo>
                    <a:pt x="1807" y="77072"/>
                  </a:lnTo>
                  <a:lnTo>
                    <a:pt x="1506" y="76795"/>
                  </a:lnTo>
                  <a:lnTo>
                    <a:pt x="963" y="76296"/>
                  </a:lnTo>
                  <a:lnTo>
                    <a:pt x="533" y="75900"/>
                  </a:lnTo>
                  <a:lnTo>
                    <a:pt x="0" y="75409"/>
                  </a:lnTo>
                  <a:lnTo>
                    <a:pt x="1088" y="75442"/>
                  </a:lnTo>
                  <a:lnTo>
                    <a:pt x="1461" y="75496"/>
                  </a:lnTo>
                  <a:lnTo>
                    <a:pt x="1907" y="75561"/>
                  </a:lnTo>
                  <a:lnTo>
                    <a:pt x="2869" y="75701"/>
                  </a:lnTo>
                  <a:lnTo>
                    <a:pt x="6065" y="75767"/>
                  </a:lnTo>
                  <a:lnTo>
                    <a:pt x="6254" y="75771"/>
                  </a:lnTo>
                  <a:lnTo>
                    <a:pt x="7642" y="75800"/>
                  </a:lnTo>
                  <a:lnTo>
                    <a:pt x="9238" y="75523"/>
                  </a:lnTo>
                  <a:lnTo>
                    <a:pt x="10455" y="75115"/>
                  </a:lnTo>
                  <a:lnTo>
                    <a:pt x="10988" y="74936"/>
                  </a:lnTo>
                  <a:lnTo>
                    <a:pt x="11385" y="74803"/>
                  </a:lnTo>
                  <a:lnTo>
                    <a:pt x="12454" y="74444"/>
                  </a:lnTo>
                  <a:lnTo>
                    <a:pt x="13349" y="73825"/>
                  </a:lnTo>
                  <a:lnTo>
                    <a:pt x="13484" y="73773"/>
                  </a:lnTo>
                  <a:lnTo>
                    <a:pt x="18569" y="70367"/>
                  </a:lnTo>
                  <a:lnTo>
                    <a:pt x="20207" y="69270"/>
                  </a:lnTo>
                  <a:lnTo>
                    <a:pt x="23271" y="66814"/>
                  </a:lnTo>
                  <a:lnTo>
                    <a:pt x="27261" y="62472"/>
                  </a:lnTo>
                  <a:lnTo>
                    <a:pt x="28814" y="60746"/>
                  </a:lnTo>
                  <a:lnTo>
                    <a:pt x="29095" y="60434"/>
                  </a:lnTo>
                  <a:lnTo>
                    <a:pt x="29728" y="59730"/>
                  </a:lnTo>
                  <a:lnTo>
                    <a:pt x="29805" y="59539"/>
                  </a:lnTo>
                  <a:lnTo>
                    <a:pt x="30124" y="58756"/>
                  </a:lnTo>
                  <a:lnTo>
                    <a:pt x="30395" y="58088"/>
                  </a:lnTo>
                  <a:lnTo>
                    <a:pt x="30733" y="57257"/>
                  </a:lnTo>
                  <a:lnTo>
                    <a:pt x="30995" y="56612"/>
                  </a:lnTo>
                  <a:lnTo>
                    <a:pt x="31532" y="55293"/>
                  </a:lnTo>
                  <a:lnTo>
                    <a:pt x="31658" y="54982"/>
                  </a:lnTo>
                  <a:lnTo>
                    <a:pt x="32017" y="53923"/>
                  </a:lnTo>
                  <a:lnTo>
                    <a:pt x="32150" y="53529"/>
                  </a:lnTo>
                  <a:lnTo>
                    <a:pt x="32597" y="53116"/>
                  </a:lnTo>
                  <a:lnTo>
                    <a:pt x="32914" y="52825"/>
                  </a:lnTo>
                  <a:lnTo>
                    <a:pt x="33138" y="52618"/>
                  </a:lnTo>
                  <a:lnTo>
                    <a:pt x="33878" y="51936"/>
                  </a:lnTo>
                  <a:lnTo>
                    <a:pt x="34442" y="51417"/>
                  </a:lnTo>
                  <a:lnTo>
                    <a:pt x="34923" y="51232"/>
                  </a:lnTo>
                  <a:lnTo>
                    <a:pt x="35646" y="50955"/>
                  </a:lnTo>
                  <a:lnTo>
                    <a:pt x="36312" y="50699"/>
                  </a:lnTo>
                  <a:lnTo>
                    <a:pt x="37098" y="50398"/>
                  </a:lnTo>
                  <a:lnTo>
                    <a:pt x="38138" y="49999"/>
                  </a:lnTo>
                  <a:lnTo>
                    <a:pt x="38560" y="49837"/>
                  </a:lnTo>
                  <a:lnTo>
                    <a:pt x="38729" y="49773"/>
                  </a:lnTo>
                  <a:lnTo>
                    <a:pt x="39238" y="49577"/>
                  </a:lnTo>
                  <a:lnTo>
                    <a:pt x="38613" y="47151"/>
                  </a:lnTo>
                  <a:lnTo>
                    <a:pt x="38463" y="46567"/>
                  </a:lnTo>
                  <a:lnTo>
                    <a:pt x="38278" y="45847"/>
                  </a:lnTo>
                  <a:lnTo>
                    <a:pt x="38218" y="45613"/>
                  </a:lnTo>
                  <a:lnTo>
                    <a:pt x="38135" y="45292"/>
                  </a:lnTo>
                  <a:lnTo>
                    <a:pt x="37911" y="44419"/>
                  </a:lnTo>
                  <a:lnTo>
                    <a:pt x="37727" y="42835"/>
                  </a:lnTo>
                  <a:lnTo>
                    <a:pt x="37635" y="42045"/>
                  </a:lnTo>
                  <a:lnTo>
                    <a:pt x="38355" y="41674"/>
                  </a:lnTo>
                  <a:lnTo>
                    <a:pt x="40685" y="40476"/>
                  </a:lnTo>
                  <a:lnTo>
                    <a:pt x="41517" y="40048"/>
                  </a:lnTo>
                  <a:lnTo>
                    <a:pt x="43104" y="39232"/>
                  </a:lnTo>
                  <a:lnTo>
                    <a:pt x="43597" y="38979"/>
                  </a:lnTo>
                  <a:lnTo>
                    <a:pt x="43929" y="38808"/>
                  </a:lnTo>
                  <a:lnTo>
                    <a:pt x="44152" y="38693"/>
                  </a:lnTo>
                  <a:lnTo>
                    <a:pt x="44467" y="38531"/>
                  </a:lnTo>
                  <a:lnTo>
                    <a:pt x="44717" y="38403"/>
                  </a:lnTo>
                  <a:lnTo>
                    <a:pt x="46359" y="36414"/>
                  </a:lnTo>
                  <a:lnTo>
                    <a:pt x="47754" y="34724"/>
                  </a:lnTo>
                  <a:lnTo>
                    <a:pt x="47922" y="34521"/>
                  </a:lnTo>
                  <a:lnTo>
                    <a:pt x="48199" y="34186"/>
                  </a:lnTo>
                  <a:lnTo>
                    <a:pt x="48586" y="33717"/>
                  </a:lnTo>
                  <a:lnTo>
                    <a:pt x="49838" y="32167"/>
                  </a:lnTo>
                  <a:lnTo>
                    <a:pt x="50366" y="31993"/>
                  </a:lnTo>
                  <a:lnTo>
                    <a:pt x="51169" y="31731"/>
                  </a:lnTo>
                  <a:lnTo>
                    <a:pt x="51340" y="31675"/>
                  </a:lnTo>
                  <a:lnTo>
                    <a:pt x="51595" y="31591"/>
                  </a:lnTo>
                  <a:lnTo>
                    <a:pt x="52057" y="31441"/>
                  </a:lnTo>
                  <a:lnTo>
                    <a:pt x="52954" y="31147"/>
                  </a:lnTo>
                  <a:lnTo>
                    <a:pt x="53993" y="30808"/>
                  </a:lnTo>
                  <a:lnTo>
                    <a:pt x="56945" y="29844"/>
                  </a:lnTo>
                  <a:lnTo>
                    <a:pt x="57461" y="29675"/>
                  </a:lnTo>
                  <a:lnTo>
                    <a:pt x="57639" y="29614"/>
                  </a:lnTo>
                  <a:lnTo>
                    <a:pt x="58489" y="29325"/>
                  </a:lnTo>
                  <a:lnTo>
                    <a:pt x="59717" y="28908"/>
                  </a:lnTo>
                  <a:lnTo>
                    <a:pt x="69376" y="28629"/>
                  </a:lnTo>
                  <a:lnTo>
                    <a:pt x="71490" y="43881"/>
                  </a:lnTo>
                  <a:lnTo>
                    <a:pt x="76802" y="41467"/>
                  </a:lnTo>
                  <a:lnTo>
                    <a:pt x="80181" y="46923"/>
                  </a:lnTo>
                  <a:lnTo>
                    <a:pt x="89452" y="43253"/>
                  </a:lnTo>
                  <a:lnTo>
                    <a:pt x="87296" y="35553"/>
                  </a:lnTo>
                  <a:lnTo>
                    <a:pt x="98192" y="32887"/>
                  </a:lnTo>
                  <a:lnTo>
                    <a:pt x="97406" y="24157"/>
                  </a:lnTo>
                  <a:lnTo>
                    <a:pt x="99370" y="16530"/>
                  </a:lnTo>
                  <a:lnTo>
                    <a:pt x="103621" y="9012"/>
                  </a:lnTo>
                  <a:lnTo>
                    <a:pt x="111084" y="12753"/>
                  </a:lnTo>
                  <a:lnTo>
                    <a:pt x="107175" y="24317"/>
                  </a:lnTo>
                  <a:lnTo>
                    <a:pt x="106704" y="27448"/>
                  </a:lnTo>
                  <a:lnTo>
                    <a:pt x="110945" y="25521"/>
                  </a:lnTo>
                  <a:lnTo>
                    <a:pt x="111611" y="30117"/>
                  </a:lnTo>
                  <a:lnTo>
                    <a:pt x="117149" y="27287"/>
                  </a:lnTo>
                  <a:lnTo>
                    <a:pt x="120558" y="22377"/>
                  </a:lnTo>
                  <a:lnTo>
                    <a:pt x="123589" y="23595"/>
                  </a:lnTo>
                  <a:lnTo>
                    <a:pt x="128682" y="21936"/>
                  </a:lnTo>
                  <a:lnTo>
                    <a:pt x="130661" y="16053"/>
                  </a:lnTo>
                  <a:lnTo>
                    <a:pt x="129198" y="12669"/>
                  </a:lnTo>
                  <a:lnTo>
                    <a:pt x="123710" y="11846"/>
                  </a:lnTo>
                  <a:lnTo>
                    <a:pt x="119503" y="12578"/>
                  </a:lnTo>
                  <a:lnTo>
                    <a:pt x="116461" y="4721"/>
                  </a:lnTo>
                  <a:lnTo>
                    <a:pt x="125842" y="0"/>
                  </a:lnTo>
                  <a:lnTo>
                    <a:pt x="147730" y="14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g136"/>
            <p:cNvSpPr/>
            <p:nvPr/>
          </p:nvSpPr>
          <p:spPr>
            <a:xfrm>
              <a:off x="2581617" y="4264326"/>
              <a:ext cx="164236" cy="214836"/>
            </a:xfrm>
            <a:custGeom>
              <a:avLst/>
              <a:pathLst>
                <a:path w="164236" h="214836">
                  <a:moveTo>
                    <a:pt x="153002" y="98354"/>
                  </a:moveTo>
                  <a:lnTo>
                    <a:pt x="157837" y="109903"/>
                  </a:lnTo>
                  <a:lnTo>
                    <a:pt x="158608" y="111745"/>
                  </a:lnTo>
                  <a:lnTo>
                    <a:pt x="159229" y="113229"/>
                  </a:lnTo>
                  <a:lnTo>
                    <a:pt x="161636" y="118765"/>
                  </a:lnTo>
                  <a:lnTo>
                    <a:pt x="163568" y="123212"/>
                  </a:lnTo>
                  <a:lnTo>
                    <a:pt x="163758" y="123649"/>
                  </a:lnTo>
                  <a:lnTo>
                    <a:pt x="163834" y="123823"/>
                  </a:lnTo>
                  <a:lnTo>
                    <a:pt x="164236" y="124748"/>
                  </a:lnTo>
                  <a:lnTo>
                    <a:pt x="158311" y="127522"/>
                  </a:lnTo>
                  <a:lnTo>
                    <a:pt x="157910" y="127710"/>
                  </a:lnTo>
                  <a:lnTo>
                    <a:pt x="155245" y="128958"/>
                  </a:lnTo>
                  <a:lnTo>
                    <a:pt x="154272" y="129414"/>
                  </a:lnTo>
                  <a:lnTo>
                    <a:pt x="153373" y="129967"/>
                  </a:lnTo>
                  <a:lnTo>
                    <a:pt x="151667" y="131017"/>
                  </a:lnTo>
                  <a:lnTo>
                    <a:pt x="149707" y="132224"/>
                  </a:lnTo>
                  <a:lnTo>
                    <a:pt x="140863" y="140765"/>
                  </a:lnTo>
                  <a:lnTo>
                    <a:pt x="140527" y="141103"/>
                  </a:lnTo>
                  <a:lnTo>
                    <a:pt x="138985" y="142650"/>
                  </a:lnTo>
                  <a:lnTo>
                    <a:pt x="137258" y="144383"/>
                  </a:lnTo>
                  <a:lnTo>
                    <a:pt x="136973" y="144669"/>
                  </a:lnTo>
                  <a:lnTo>
                    <a:pt x="136752" y="144891"/>
                  </a:lnTo>
                  <a:lnTo>
                    <a:pt x="136630" y="145025"/>
                  </a:lnTo>
                  <a:lnTo>
                    <a:pt x="136435" y="145239"/>
                  </a:lnTo>
                  <a:lnTo>
                    <a:pt x="136059" y="145651"/>
                  </a:lnTo>
                  <a:lnTo>
                    <a:pt x="134984" y="146831"/>
                  </a:lnTo>
                  <a:lnTo>
                    <a:pt x="134780" y="147055"/>
                  </a:lnTo>
                  <a:lnTo>
                    <a:pt x="134607" y="147244"/>
                  </a:lnTo>
                  <a:lnTo>
                    <a:pt x="129016" y="154702"/>
                  </a:lnTo>
                  <a:lnTo>
                    <a:pt x="127401" y="156737"/>
                  </a:lnTo>
                  <a:lnTo>
                    <a:pt x="126460" y="157922"/>
                  </a:lnTo>
                  <a:lnTo>
                    <a:pt x="125324" y="159353"/>
                  </a:lnTo>
                  <a:lnTo>
                    <a:pt x="125034" y="159758"/>
                  </a:lnTo>
                  <a:lnTo>
                    <a:pt x="124502" y="160501"/>
                  </a:lnTo>
                  <a:lnTo>
                    <a:pt x="123790" y="161494"/>
                  </a:lnTo>
                  <a:lnTo>
                    <a:pt x="121817" y="164250"/>
                  </a:lnTo>
                  <a:lnTo>
                    <a:pt x="119089" y="167806"/>
                  </a:lnTo>
                  <a:lnTo>
                    <a:pt x="118485" y="168594"/>
                  </a:lnTo>
                  <a:lnTo>
                    <a:pt x="117801" y="169626"/>
                  </a:lnTo>
                  <a:lnTo>
                    <a:pt x="116064" y="172246"/>
                  </a:lnTo>
                  <a:lnTo>
                    <a:pt x="114438" y="174701"/>
                  </a:lnTo>
                  <a:lnTo>
                    <a:pt x="113529" y="176071"/>
                  </a:lnTo>
                  <a:lnTo>
                    <a:pt x="112887" y="177040"/>
                  </a:lnTo>
                  <a:lnTo>
                    <a:pt x="111115" y="179714"/>
                  </a:lnTo>
                  <a:lnTo>
                    <a:pt x="110077" y="181231"/>
                  </a:lnTo>
                  <a:lnTo>
                    <a:pt x="109360" y="182279"/>
                  </a:lnTo>
                  <a:lnTo>
                    <a:pt x="109235" y="182461"/>
                  </a:lnTo>
                  <a:lnTo>
                    <a:pt x="107103" y="185576"/>
                  </a:lnTo>
                  <a:lnTo>
                    <a:pt x="106558" y="186373"/>
                  </a:lnTo>
                  <a:lnTo>
                    <a:pt x="105573" y="187693"/>
                  </a:lnTo>
                  <a:lnTo>
                    <a:pt x="103170" y="190913"/>
                  </a:lnTo>
                  <a:lnTo>
                    <a:pt x="102827" y="191374"/>
                  </a:lnTo>
                  <a:lnTo>
                    <a:pt x="102421" y="191969"/>
                  </a:lnTo>
                  <a:lnTo>
                    <a:pt x="100298" y="195077"/>
                  </a:lnTo>
                  <a:lnTo>
                    <a:pt x="97432" y="199274"/>
                  </a:lnTo>
                  <a:lnTo>
                    <a:pt x="96636" y="200440"/>
                  </a:lnTo>
                  <a:lnTo>
                    <a:pt x="95089" y="202706"/>
                  </a:lnTo>
                  <a:lnTo>
                    <a:pt x="92466" y="206547"/>
                  </a:lnTo>
                  <a:lnTo>
                    <a:pt x="91932" y="207330"/>
                  </a:lnTo>
                  <a:lnTo>
                    <a:pt x="90284" y="209742"/>
                  </a:lnTo>
                  <a:lnTo>
                    <a:pt x="89002" y="211621"/>
                  </a:lnTo>
                  <a:lnTo>
                    <a:pt x="88628" y="212168"/>
                  </a:lnTo>
                  <a:lnTo>
                    <a:pt x="88417" y="212476"/>
                  </a:lnTo>
                  <a:lnTo>
                    <a:pt x="87788" y="213397"/>
                  </a:lnTo>
                  <a:lnTo>
                    <a:pt x="87617" y="213648"/>
                  </a:lnTo>
                  <a:lnTo>
                    <a:pt x="86806" y="214836"/>
                  </a:lnTo>
                  <a:lnTo>
                    <a:pt x="86353" y="214514"/>
                  </a:lnTo>
                  <a:lnTo>
                    <a:pt x="85434" y="213822"/>
                  </a:lnTo>
                  <a:lnTo>
                    <a:pt x="76992" y="207466"/>
                  </a:lnTo>
                  <a:lnTo>
                    <a:pt x="75177" y="206098"/>
                  </a:lnTo>
                  <a:lnTo>
                    <a:pt x="73493" y="204538"/>
                  </a:lnTo>
                  <a:lnTo>
                    <a:pt x="70499" y="201764"/>
                  </a:lnTo>
                  <a:lnTo>
                    <a:pt x="69924" y="201232"/>
                  </a:lnTo>
                  <a:lnTo>
                    <a:pt x="67450" y="198432"/>
                  </a:lnTo>
                  <a:lnTo>
                    <a:pt x="65026" y="195688"/>
                  </a:lnTo>
                  <a:lnTo>
                    <a:pt x="64541" y="195140"/>
                  </a:lnTo>
                  <a:lnTo>
                    <a:pt x="64301" y="194801"/>
                  </a:lnTo>
                  <a:lnTo>
                    <a:pt x="58775" y="187008"/>
                  </a:lnTo>
                  <a:lnTo>
                    <a:pt x="58327" y="186376"/>
                  </a:lnTo>
                  <a:lnTo>
                    <a:pt x="53013" y="178882"/>
                  </a:lnTo>
                  <a:lnTo>
                    <a:pt x="52353" y="177950"/>
                  </a:lnTo>
                  <a:lnTo>
                    <a:pt x="46761" y="169771"/>
                  </a:lnTo>
                  <a:lnTo>
                    <a:pt x="54967" y="163682"/>
                  </a:lnTo>
                  <a:lnTo>
                    <a:pt x="55156" y="163542"/>
                  </a:lnTo>
                  <a:lnTo>
                    <a:pt x="63208" y="157568"/>
                  </a:lnTo>
                  <a:lnTo>
                    <a:pt x="73758" y="149741"/>
                  </a:lnTo>
                  <a:lnTo>
                    <a:pt x="74122" y="149470"/>
                  </a:lnTo>
                  <a:lnTo>
                    <a:pt x="73921" y="149190"/>
                  </a:lnTo>
                  <a:lnTo>
                    <a:pt x="61440" y="131834"/>
                  </a:lnTo>
                  <a:lnTo>
                    <a:pt x="50098" y="116061"/>
                  </a:lnTo>
                  <a:lnTo>
                    <a:pt x="46529" y="111098"/>
                  </a:lnTo>
                  <a:lnTo>
                    <a:pt x="44293" y="107988"/>
                  </a:lnTo>
                  <a:lnTo>
                    <a:pt x="40616" y="102875"/>
                  </a:lnTo>
                  <a:lnTo>
                    <a:pt x="39990" y="102859"/>
                  </a:lnTo>
                  <a:lnTo>
                    <a:pt x="39635" y="103120"/>
                  </a:lnTo>
                  <a:lnTo>
                    <a:pt x="37641" y="104583"/>
                  </a:lnTo>
                  <a:lnTo>
                    <a:pt x="37081" y="104994"/>
                  </a:lnTo>
                  <a:lnTo>
                    <a:pt x="36894" y="105131"/>
                  </a:lnTo>
                  <a:lnTo>
                    <a:pt x="36389" y="105502"/>
                  </a:lnTo>
                  <a:lnTo>
                    <a:pt x="35383" y="106240"/>
                  </a:lnTo>
                  <a:lnTo>
                    <a:pt x="35188" y="106383"/>
                  </a:lnTo>
                  <a:lnTo>
                    <a:pt x="35043" y="106490"/>
                  </a:lnTo>
                  <a:lnTo>
                    <a:pt x="34756" y="106700"/>
                  </a:lnTo>
                  <a:lnTo>
                    <a:pt x="34444" y="106929"/>
                  </a:lnTo>
                  <a:lnTo>
                    <a:pt x="34221" y="107093"/>
                  </a:lnTo>
                  <a:lnTo>
                    <a:pt x="33951" y="107291"/>
                  </a:lnTo>
                  <a:lnTo>
                    <a:pt x="33533" y="107598"/>
                  </a:lnTo>
                  <a:lnTo>
                    <a:pt x="33065" y="107941"/>
                  </a:lnTo>
                  <a:lnTo>
                    <a:pt x="32729" y="108187"/>
                  </a:lnTo>
                  <a:lnTo>
                    <a:pt x="32346" y="108469"/>
                  </a:lnTo>
                  <a:lnTo>
                    <a:pt x="31995" y="108726"/>
                  </a:lnTo>
                  <a:lnTo>
                    <a:pt x="31817" y="108857"/>
                  </a:lnTo>
                  <a:lnTo>
                    <a:pt x="31543" y="109058"/>
                  </a:lnTo>
                  <a:lnTo>
                    <a:pt x="31198" y="109311"/>
                  </a:lnTo>
                  <a:lnTo>
                    <a:pt x="30998" y="109458"/>
                  </a:lnTo>
                  <a:lnTo>
                    <a:pt x="30776" y="109621"/>
                  </a:lnTo>
                  <a:lnTo>
                    <a:pt x="30386" y="109907"/>
                  </a:lnTo>
                  <a:lnTo>
                    <a:pt x="30133" y="110093"/>
                  </a:lnTo>
                  <a:lnTo>
                    <a:pt x="29808" y="110332"/>
                  </a:lnTo>
                  <a:lnTo>
                    <a:pt x="29650" y="110448"/>
                  </a:lnTo>
                  <a:lnTo>
                    <a:pt x="29453" y="110592"/>
                  </a:lnTo>
                  <a:lnTo>
                    <a:pt x="28104" y="111582"/>
                  </a:lnTo>
                  <a:lnTo>
                    <a:pt x="27040" y="112363"/>
                  </a:lnTo>
                  <a:lnTo>
                    <a:pt x="26718" y="112599"/>
                  </a:lnTo>
                  <a:lnTo>
                    <a:pt x="25731" y="113323"/>
                  </a:lnTo>
                  <a:lnTo>
                    <a:pt x="25055" y="113820"/>
                  </a:lnTo>
                  <a:lnTo>
                    <a:pt x="24726" y="114061"/>
                  </a:lnTo>
                  <a:lnTo>
                    <a:pt x="24474" y="114246"/>
                  </a:lnTo>
                  <a:lnTo>
                    <a:pt x="23492" y="114967"/>
                  </a:lnTo>
                  <a:lnTo>
                    <a:pt x="22231" y="115892"/>
                  </a:lnTo>
                  <a:lnTo>
                    <a:pt x="21788" y="116217"/>
                  </a:lnTo>
                  <a:lnTo>
                    <a:pt x="21439" y="116473"/>
                  </a:lnTo>
                  <a:lnTo>
                    <a:pt x="20961" y="116824"/>
                  </a:lnTo>
                  <a:lnTo>
                    <a:pt x="20299" y="117310"/>
                  </a:lnTo>
                  <a:lnTo>
                    <a:pt x="19948" y="117568"/>
                  </a:lnTo>
                  <a:lnTo>
                    <a:pt x="19805" y="117672"/>
                  </a:lnTo>
                  <a:lnTo>
                    <a:pt x="19374" y="117989"/>
                  </a:lnTo>
                  <a:lnTo>
                    <a:pt x="19152" y="118152"/>
                  </a:lnTo>
                  <a:lnTo>
                    <a:pt x="18611" y="118548"/>
                  </a:lnTo>
                  <a:lnTo>
                    <a:pt x="18092" y="118929"/>
                  </a:lnTo>
                  <a:lnTo>
                    <a:pt x="17652" y="119253"/>
                  </a:lnTo>
                  <a:lnTo>
                    <a:pt x="17042" y="119700"/>
                  </a:lnTo>
                  <a:lnTo>
                    <a:pt x="16932" y="119563"/>
                  </a:lnTo>
                  <a:lnTo>
                    <a:pt x="13922" y="115831"/>
                  </a:lnTo>
                  <a:lnTo>
                    <a:pt x="11308" y="112590"/>
                  </a:lnTo>
                  <a:lnTo>
                    <a:pt x="10400" y="111464"/>
                  </a:lnTo>
                  <a:lnTo>
                    <a:pt x="9874" y="110812"/>
                  </a:lnTo>
                  <a:lnTo>
                    <a:pt x="9182" y="109954"/>
                  </a:lnTo>
                  <a:lnTo>
                    <a:pt x="8367" y="108943"/>
                  </a:lnTo>
                  <a:lnTo>
                    <a:pt x="7823" y="108268"/>
                  </a:lnTo>
                  <a:lnTo>
                    <a:pt x="7166" y="107432"/>
                  </a:lnTo>
                  <a:lnTo>
                    <a:pt x="6523" y="106613"/>
                  </a:lnTo>
                  <a:lnTo>
                    <a:pt x="0" y="98302"/>
                  </a:lnTo>
                  <a:lnTo>
                    <a:pt x="2184" y="96425"/>
                  </a:lnTo>
                  <a:lnTo>
                    <a:pt x="2449" y="96198"/>
                  </a:lnTo>
                  <a:lnTo>
                    <a:pt x="3955" y="94904"/>
                  </a:lnTo>
                  <a:lnTo>
                    <a:pt x="4856" y="94131"/>
                  </a:lnTo>
                  <a:lnTo>
                    <a:pt x="13688" y="86818"/>
                  </a:lnTo>
                  <a:lnTo>
                    <a:pt x="20293" y="81348"/>
                  </a:lnTo>
                  <a:lnTo>
                    <a:pt x="20552" y="81112"/>
                  </a:lnTo>
                  <a:lnTo>
                    <a:pt x="27087" y="75148"/>
                  </a:lnTo>
                  <a:lnTo>
                    <a:pt x="27957" y="74302"/>
                  </a:lnTo>
                  <a:lnTo>
                    <a:pt x="28216" y="74004"/>
                  </a:lnTo>
                  <a:lnTo>
                    <a:pt x="29365" y="72680"/>
                  </a:lnTo>
                  <a:lnTo>
                    <a:pt x="29554" y="72463"/>
                  </a:lnTo>
                  <a:lnTo>
                    <a:pt x="31305" y="70613"/>
                  </a:lnTo>
                  <a:lnTo>
                    <a:pt x="32244" y="69270"/>
                  </a:lnTo>
                  <a:lnTo>
                    <a:pt x="36180" y="63641"/>
                  </a:lnTo>
                  <a:lnTo>
                    <a:pt x="37050" y="62396"/>
                  </a:lnTo>
                  <a:lnTo>
                    <a:pt x="38081" y="60832"/>
                  </a:lnTo>
                  <a:lnTo>
                    <a:pt x="40185" y="57641"/>
                  </a:lnTo>
                  <a:lnTo>
                    <a:pt x="41475" y="55684"/>
                  </a:lnTo>
                  <a:lnTo>
                    <a:pt x="42594" y="53822"/>
                  </a:lnTo>
                  <a:lnTo>
                    <a:pt x="43177" y="52853"/>
                  </a:lnTo>
                  <a:lnTo>
                    <a:pt x="45397" y="49161"/>
                  </a:lnTo>
                  <a:lnTo>
                    <a:pt x="45603" y="48798"/>
                  </a:lnTo>
                  <a:lnTo>
                    <a:pt x="47950" y="44659"/>
                  </a:lnTo>
                  <a:lnTo>
                    <a:pt x="48085" y="44422"/>
                  </a:lnTo>
                  <a:lnTo>
                    <a:pt x="51623" y="38184"/>
                  </a:lnTo>
                  <a:lnTo>
                    <a:pt x="52644" y="36384"/>
                  </a:lnTo>
                  <a:lnTo>
                    <a:pt x="53263" y="35293"/>
                  </a:lnTo>
                  <a:lnTo>
                    <a:pt x="54071" y="33869"/>
                  </a:lnTo>
                  <a:lnTo>
                    <a:pt x="55315" y="31674"/>
                  </a:lnTo>
                  <a:lnTo>
                    <a:pt x="58472" y="25999"/>
                  </a:lnTo>
                  <a:lnTo>
                    <a:pt x="65482" y="13399"/>
                  </a:lnTo>
                  <a:lnTo>
                    <a:pt x="68056" y="8343"/>
                  </a:lnTo>
                  <a:lnTo>
                    <a:pt x="68887" y="6711"/>
                  </a:lnTo>
                  <a:lnTo>
                    <a:pt x="69030" y="6429"/>
                  </a:lnTo>
                  <a:lnTo>
                    <a:pt x="69593" y="5323"/>
                  </a:lnTo>
                  <a:lnTo>
                    <a:pt x="70395" y="3749"/>
                  </a:lnTo>
                  <a:lnTo>
                    <a:pt x="70552" y="3440"/>
                  </a:lnTo>
                  <a:lnTo>
                    <a:pt x="70953" y="2653"/>
                  </a:lnTo>
                  <a:lnTo>
                    <a:pt x="71037" y="2487"/>
                  </a:lnTo>
                  <a:lnTo>
                    <a:pt x="71873" y="847"/>
                  </a:lnTo>
                  <a:lnTo>
                    <a:pt x="72304" y="0"/>
                  </a:lnTo>
                  <a:lnTo>
                    <a:pt x="72717" y="482"/>
                  </a:lnTo>
                  <a:lnTo>
                    <a:pt x="72990" y="801"/>
                  </a:lnTo>
                  <a:lnTo>
                    <a:pt x="73872" y="1831"/>
                  </a:lnTo>
                  <a:lnTo>
                    <a:pt x="74504" y="2459"/>
                  </a:lnTo>
                  <a:lnTo>
                    <a:pt x="81109" y="9016"/>
                  </a:lnTo>
                  <a:lnTo>
                    <a:pt x="81244" y="9150"/>
                  </a:lnTo>
                  <a:lnTo>
                    <a:pt x="93204" y="21023"/>
                  </a:lnTo>
                  <a:lnTo>
                    <a:pt x="94017" y="21850"/>
                  </a:lnTo>
                  <a:lnTo>
                    <a:pt x="95223" y="23075"/>
                  </a:lnTo>
                  <a:lnTo>
                    <a:pt x="99854" y="27784"/>
                  </a:lnTo>
                  <a:lnTo>
                    <a:pt x="100103" y="28037"/>
                  </a:lnTo>
                  <a:lnTo>
                    <a:pt x="105187" y="33206"/>
                  </a:lnTo>
                  <a:lnTo>
                    <a:pt x="106001" y="34034"/>
                  </a:lnTo>
                  <a:lnTo>
                    <a:pt x="106977" y="35026"/>
                  </a:lnTo>
                  <a:lnTo>
                    <a:pt x="108745" y="36918"/>
                  </a:lnTo>
                  <a:lnTo>
                    <a:pt x="112104" y="40514"/>
                  </a:lnTo>
                  <a:lnTo>
                    <a:pt x="112940" y="41330"/>
                  </a:lnTo>
                  <a:lnTo>
                    <a:pt x="113192" y="41575"/>
                  </a:lnTo>
                  <a:lnTo>
                    <a:pt x="115551" y="43874"/>
                  </a:lnTo>
                  <a:lnTo>
                    <a:pt x="116300" y="44604"/>
                  </a:lnTo>
                  <a:lnTo>
                    <a:pt x="116988" y="45274"/>
                  </a:lnTo>
                  <a:lnTo>
                    <a:pt x="117336" y="45614"/>
                  </a:lnTo>
                  <a:lnTo>
                    <a:pt x="117801" y="46066"/>
                  </a:lnTo>
                  <a:lnTo>
                    <a:pt x="118112" y="46369"/>
                  </a:lnTo>
                  <a:lnTo>
                    <a:pt x="118839" y="47160"/>
                  </a:lnTo>
                  <a:lnTo>
                    <a:pt x="120196" y="48638"/>
                  </a:lnTo>
                  <a:lnTo>
                    <a:pt x="121929" y="50525"/>
                  </a:lnTo>
                  <a:lnTo>
                    <a:pt x="123400" y="52243"/>
                  </a:lnTo>
                  <a:lnTo>
                    <a:pt x="124319" y="53315"/>
                  </a:lnTo>
                  <a:lnTo>
                    <a:pt x="125936" y="55204"/>
                  </a:lnTo>
                  <a:lnTo>
                    <a:pt x="126405" y="55752"/>
                  </a:lnTo>
                  <a:lnTo>
                    <a:pt x="128345" y="58273"/>
                  </a:lnTo>
                  <a:lnTo>
                    <a:pt x="131284" y="62094"/>
                  </a:lnTo>
                  <a:lnTo>
                    <a:pt x="131996" y="63020"/>
                  </a:lnTo>
                  <a:lnTo>
                    <a:pt x="135132" y="67096"/>
                  </a:lnTo>
                  <a:lnTo>
                    <a:pt x="140377" y="73914"/>
                  </a:lnTo>
                  <a:lnTo>
                    <a:pt x="141168" y="75199"/>
                  </a:lnTo>
                  <a:lnTo>
                    <a:pt x="141412" y="75596"/>
                  </a:lnTo>
                  <a:lnTo>
                    <a:pt x="143734" y="79368"/>
                  </a:lnTo>
                  <a:lnTo>
                    <a:pt x="144195" y="80212"/>
                  </a:lnTo>
                  <a:lnTo>
                    <a:pt x="146563" y="84544"/>
                  </a:lnTo>
                  <a:lnTo>
                    <a:pt x="146738" y="84866"/>
                  </a:lnTo>
                  <a:lnTo>
                    <a:pt x="146957" y="85266"/>
                  </a:lnTo>
                  <a:lnTo>
                    <a:pt x="147112" y="85549"/>
                  </a:lnTo>
                  <a:lnTo>
                    <a:pt x="147593" y="86448"/>
                  </a:lnTo>
                  <a:lnTo>
                    <a:pt x="148505" y="88153"/>
                  </a:lnTo>
                  <a:lnTo>
                    <a:pt x="149044" y="89159"/>
                  </a:lnTo>
                  <a:lnTo>
                    <a:pt x="149264" y="89571"/>
                  </a:lnTo>
                  <a:lnTo>
                    <a:pt x="150745" y="93050"/>
                  </a:lnTo>
                  <a:lnTo>
                    <a:pt x="151359" y="944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g137"/>
            <p:cNvSpPr/>
            <p:nvPr/>
          </p:nvSpPr>
          <p:spPr>
            <a:xfrm>
              <a:off x="2100998" y="4267727"/>
              <a:ext cx="180160" cy="174788"/>
            </a:xfrm>
            <a:custGeom>
              <a:avLst/>
              <a:pathLst>
                <a:path w="180160" h="174788">
                  <a:moveTo>
                    <a:pt x="18129" y="19867"/>
                  </a:moveTo>
                  <a:lnTo>
                    <a:pt x="24098" y="22596"/>
                  </a:lnTo>
                  <a:lnTo>
                    <a:pt x="32900" y="18104"/>
                  </a:lnTo>
                  <a:lnTo>
                    <a:pt x="35453" y="20312"/>
                  </a:lnTo>
                  <a:lnTo>
                    <a:pt x="27501" y="29845"/>
                  </a:lnTo>
                  <a:lnTo>
                    <a:pt x="33980" y="36869"/>
                  </a:lnTo>
                  <a:lnTo>
                    <a:pt x="42816" y="36769"/>
                  </a:lnTo>
                  <a:lnTo>
                    <a:pt x="43306" y="28340"/>
                  </a:lnTo>
                  <a:lnTo>
                    <a:pt x="43696" y="28381"/>
                  </a:lnTo>
                  <a:lnTo>
                    <a:pt x="46153" y="28641"/>
                  </a:lnTo>
                  <a:lnTo>
                    <a:pt x="51401" y="30508"/>
                  </a:lnTo>
                  <a:lnTo>
                    <a:pt x="54093" y="31466"/>
                  </a:lnTo>
                  <a:lnTo>
                    <a:pt x="56817" y="32436"/>
                  </a:lnTo>
                  <a:lnTo>
                    <a:pt x="57369" y="32632"/>
                  </a:lnTo>
                  <a:lnTo>
                    <a:pt x="57888" y="32817"/>
                  </a:lnTo>
                  <a:lnTo>
                    <a:pt x="59406" y="33357"/>
                  </a:lnTo>
                  <a:lnTo>
                    <a:pt x="58100" y="37507"/>
                  </a:lnTo>
                  <a:lnTo>
                    <a:pt x="56658" y="42087"/>
                  </a:lnTo>
                  <a:lnTo>
                    <a:pt x="58337" y="42759"/>
                  </a:lnTo>
                  <a:lnTo>
                    <a:pt x="58505" y="42826"/>
                  </a:lnTo>
                  <a:lnTo>
                    <a:pt x="58916" y="42990"/>
                  </a:lnTo>
                  <a:lnTo>
                    <a:pt x="58980" y="42826"/>
                  </a:lnTo>
                  <a:lnTo>
                    <a:pt x="61173" y="37270"/>
                  </a:lnTo>
                  <a:lnTo>
                    <a:pt x="75310" y="33558"/>
                  </a:lnTo>
                  <a:lnTo>
                    <a:pt x="81200" y="35866"/>
                  </a:lnTo>
                  <a:lnTo>
                    <a:pt x="86698" y="42187"/>
                  </a:lnTo>
                  <a:lnTo>
                    <a:pt x="88269" y="48308"/>
                  </a:lnTo>
                  <a:lnTo>
                    <a:pt x="92784" y="45900"/>
                  </a:lnTo>
                  <a:lnTo>
                    <a:pt x="98184" y="48409"/>
                  </a:lnTo>
                  <a:lnTo>
                    <a:pt x="101423" y="53225"/>
                  </a:lnTo>
                  <a:lnTo>
                    <a:pt x="104368" y="53928"/>
                  </a:lnTo>
                  <a:lnTo>
                    <a:pt x="104089" y="55104"/>
                  </a:lnTo>
                  <a:lnTo>
                    <a:pt x="102700" y="60952"/>
                  </a:lnTo>
                  <a:lnTo>
                    <a:pt x="106725" y="61052"/>
                  </a:lnTo>
                  <a:lnTo>
                    <a:pt x="107117" y="58744"/>
                  </a:lnTo>
                  <a:lnTo>
                    <a:pt x="108003" y="58522"/>
                  </a:lnTo>
                  <a:lnTo>
                    <a:pt x="112320" y="57440"/>
                  </a:lnTo>
                  <a:lnTo>
                    <a:pt x="113207" y="57680"/>
                  </a:lnTo>
                  <a:lnTo>
                    <a:pt x="115658" y="58343"/>
                  </a:lnTo>
                  <a:lnTo>
                    <a:pt x="117181" y="55488"/>
                  </a:lnTo>
                  <a:lnTo>
                    <a:pt x="118014" y="53928"/>
                  </a:lnTo>
                  <a:lnTo>
                    <a:pt x="123904" y="56838"/>
                  </a:lnTo>
                  <a:lnTo>
                    <a:pt x="123270" y="57808"/>
                  </a:lnTo>
                  <a:lnTo>
                    <a:pt x="121983" y="59777"/>
                  </a:lnTo>
                  <a:lnTo>
                    <a:pt x="127428" y="62327"/>
                  </a:lnTo>
                  <a:lnTo>
                    <a:pt x="129769" y="63423"/>
                  </a:lnTo>
                  <a:lnTo>
                    <a:pt x="131696" y="64325"/>
                  </a:lnTo>
                  <a:lnTo>
                    <a:pt x="134906" y="65960"/>
                  </a:lnTo>
                  <a:lnTo>
                    <a:pt x="135491" y="66258"/>
                  </a:lnTo>
                  <a:lnTo>
                    <a:pt x="131074" y="75336"/>
                  </a:lnTo>
                  <a:lnTo>
                    <a:pt x="131542" y="75576"/>
                  </a:lnTo>
                  <a:lnTo>
                    <a:pt x="131453" y="75893"/>
                  </a:lnTo>
                  <a:lnTo>
                    <a:pt x="130732" y="78462"/>
                  </a:lnTo>
                  <a:lnTo>
                    <a:pt x="130547" y="79124"/>
                  </a:lnTo>
                  <a:lnTo>
                    <a:pt x="130369" y="79470"/>
                  </a:lnTo>
                  <a:lnTo>
                    <a:pt x="130142" y="79914"/>
                  </a:lnTo>
                  <a:lnTo>
                    <a:pt x="129778" y="80323"/>
                  </a:lnTo>
                  <a:lnTo>
                    <a:pt x="127855" y="82746"/>
                  </a:lnTo>
                  <a:lnTo>
                    <a:pt x="128008" y="82877"/>
                  </a:lnTo>
                  <a:lnTo>
                    <a:pt x="128263" y="83096"/>
                  </a:lnTo>
                  <a:lnTo>
                    <a:pt x="128741" y="83507"/>
                  </a:lnTo>
                  <a:lnTo>
                    <a:pt x="128886" y="83632"/>
                  </a:lnTo>
                  <a:lnTo>
                    <a:pt x="132757" y="86108"/>
                  </a:lnTo>
                  <a:lnTo>
                    <a:pt x="134084" y="84434"/>
                  </a:lnTo>
                  <a:lnTo>
                    <a:pt x="134499" y="83776"/>
                  </a:lnTo>
                  <a:lnTo>
                    <a:pt x="135580" y="82066"/>
                  </a:lnTo>
                  <a:lnTo>
                    <a:pt x="135786" y="82218"/>
                  </a:lnTo>
                  <a:lnTo>
                    <a:pt x="136240" y="82545"/>
                  </a:lnTo>
                  <a:lnTo>
                    <a:pt x="136795" y="82945"/>
                  </a:lnTo>
                  <a:lnTo>
                    <a:pt x="137174" y="83554"/>
                  </a:lnTo>
                  <a:lnTo>
                    <a:pt x="139594" y="87436"/>
                  </a:lnTo>
                  <a:lnTo>
                    <a:pt x="139821" y="87801"/>
                  </a:lnTo>
                  <a:lnTo>
                    <a:pt x="140230" y="87257"/>
                  </a:lnTo>
                  <a:lnTo>
                    <a:pt x="141055" y="86160"/>
                  </a:lnTo>
                  <a:lnTo>
                    <a:pt x="141901" y="84754"/>
                  </a:lnTo>
                  <a:lnTo>
                    <a:pt x="142127" y="84378"/>
                  </a:lnTo>
                  <a:lnTo>
                    <a:pt x="142287" y="84041"/>
                  </a:lnTo>
                  <a:lnTo>
                    <a:pt x="142970" y="82600"/>
                  </a:lnTo>
                  <a:lnTo>
                    <a:pt x="143411" y="81669"/>
                  </a:lnTo>
                  <a:lnTo>
                    <a:pt x="144296" y="80062"/>
                  </a:lnTo>
                  <a:lnTo>
                    <a:pt x="144750" y="79239"/>
                  </a:lnTo>
                  <a:lnTo>
                    <a:pt x="145567" y="77755"/>
                  </a:lnTo>
                  <a:lnTo>
                    <a:pt x="145823" y="77344"/>
                  </a:lnTo>
                  <a:lnTo>
                    <a:pt x="146996" y="75456"/>
                  </a:lnTo>
                  <a:lnTo>
                    <a:pt x="147045" y="74158"/>
                  </a:lnTo>
                  <a:lnTo>
                    <a:pt x="147057" y="73855"/>
                  </a:lnTo>
                  <a:lnTo>
                    <a:pt x="147166" y="70956"/>
                  </a:lnTo>
                  <a:lnTo>
                    <a:pt x="147186" y="70780"/>
                  </a:lnTo>
                  <a:lnTo>
                    <a:pt x="147334" y="70116"/>
                  </a:lnTo>
                  <a:lnTo>
                    <a:pt x="147505" y="69348"/>
                  </a:lnTo>
                  <a:lnTo>
                    <a:pt x="147603" y="68906"/>
                  </a:lnTo>
                  <a:lnTo>
                    <a:pt x="150876" y="71226"/>
                  </a:lnTo>
                  <a:lnTo>
                    <a:pt x="151824" y="71897"/>
                  </a:lnTo>
                  <a:lnTo>
                    <a:pt x="153317" y="72888"/>
                  </a:lnTo>
                  <a:lnTo>
                    <a:pt x="154092" y="73375"/>
                  </a:lnTo>
                  <a:lnTo>
                    <a:pt x="154365" y="72974"/>
                  </a:lnTo>
                  <a:lnTo>
                    <a:pt x="154490" y="72791"/>
                  </a:lnTo>
                  <a:lnTo>
                    <a:pt x="154864" y="72241"/>
                  </a:lnTo>
                  <a:lnTo>
                    <a:pt x="156163" y="70331"/>
                  </a:lnTo>
                  <a:lnTo>
                    <a:pt x="157734" y="68022"/>
                  </a:lnTo>
                  <a:lnTo>
                    <a:pt x="158301" y="67370"/>
                  </a:lnTo>
                  <a:lnTo>
                    <a:pt x="159542" y="65942"/>
                  </a:lnTo>
                  <a:lnTo>
                    <a:pt x="160304" y="65068"/>
                  </a:lnTo>
                  <a:lnTo>
                    <a:pt x="160481" y="65199"/>
                  </a:lnTo>
                  <a:lnTo>
                    <a:pt x="161007" y="65589"/>
                  </a:lnTo>
                  <a:lnTo>
                    <a:pt x="163055" y="67108"/>
                  </a:lnTo>
                  <a:lnTo>
                    <a:pt x="164018" y="67446"/>
                  </a:lnTo>
                  <a:lnTo>
                    <a:pt x="165669" y="68027"/>
                  </a:lnTo>
                  <a:lnTo>
                    <a:pt x="166088" y="68174"/>
                  </a:lnTo>
                  <a:lnTo>
                    <a:pt x="166641" y="68312"/>
                  </a:lnTo>
                  <a:lnTo>
                    <a:pt x="168155" y="68690"/>
                  </a:lnTo>
                  <a:lnTo>
                    <a:pt x="169565" y="69043"/>
                  </a:lnTo>
                  <a:lnTo>
                    <a:pt x="171822" y="69701"/>
                  </a:lnTo>
                  <a:lnTo>
                    <a:pt x="172446" y="69884"/>
                  </a:lnTo>
                  <a:lnTo>
                    <a:pt x="173298" y="69091"/>
                  </a:lnTo>
                  <a:lnTo>
                    <a:pt x="173467" y="68933"/>
                  </a:lnTo>
                  <a:lnTo>
                    <a:pt x="173667" y="68747"/>
                  </a:lnTo>
                  <a:lnTo>
                    <a:pt x="174326" y="70928"/>
                  </a:lnTo>
                  <a:lnTo>
                    <a:pt x="174207" y="71872"/>
                  </a:lnTo>
                  <a:lnTo>
                    <a:pt x="174005" y="73472"/>
                  </a:lnTo>
                  <a:lnTo>
                    <a:pt x="173925" y="73765"/>
                  </a:lnTo>
                  <a:lnTo>
                    <a:pt x="173826" y="74128"/>
                  </a:lnTo>
                  <a:lnTo>
                    <a:pt x="173551" y="75130"/>
                  </a:lnTo>
                  <a:lnTo>
                    <a:pt x="172885" y="77566"/>
                  </a:lnTo>
                  <a:lnTo>
                    <a:pt x="171887" y="81213"/>
                  </a:lnTo>
                  <a:lnTo>
                    <a:pt x="171935" y="81798"/>
                  </a:lnTo>
                  <a:lnTo>
                    <a:pt x="171955" y="82040"/>
                  </a:lnTo>
                  <a:lnTo>
                    <a:pt x="172003" y="82625"/>
                  </a:lnTo>
                  <a:lnTo>
                    <a:pt x="171209" y="83820"/>
                  </a:lnTo>
                  <a:lnTo>
                    <a:pt x="171012" y="84117"/>
                  </a:lnTo>
                  <a:lnTo>
                    <a:pt x="170825" y="84397"/>
                  </a:lnTo>
                  <a:lnTo>
                    <a:pt x="170003" y="85634"/>
                  </a:lnTo>
                  <a:lnTo>
                    <a:pt x="169677" y="86125"/>
                  </a:lnTo>
                  <a:lnTo>
                    <a:pt x="169092" y="87005"/>
                  </a:lnTo>
                  <a:lnTo>
                    <a:pt x="168679" y="87627"/>
                  </a:lnTo>
                  <a:lnTo>
                    <a:pt x="169223" y="87732"/>
                  </a:lnTo>
                  <a:lnTo>
                    <a:pt x="173061" y="88472"/>
                  </a:lnTo>
                  <a:lnTo>
                    <a:pt x="173748" y="88663"/>
                  </a:lnTo>
                  <a:lnTo>
                    <a:pt x="175063" y="89315"/>
                  </a:lnTo>
                  <a:lnTo>
                    <a:pt x="178056" y="89986"/>
                  </a:lnTo>
                  <a:lnTo>
                    <a:pt x="180160" y="90951"/>
                  </a:lnTo>
                  <a:lnTo>
                    <a:pt x="179972" y="91211"/>
                  </a:lnTo>
                  <a:lnTo>
                    <a:pt x="179735" y="91539"/>
                  </a:lnTo>
                  <a:lnTo>
                    <a:pt x="178954" y="92621"/>
                  </a:lnTo>
                  <a:lnTo>
                    <a:pt x="178173" y="93703"/>
                  </a:lnTo>
                  <a:lnTo>
                    <a:pt x="177360" y="94829"/>
                  </a:lnTo>
                  <a:lnTo>
                    <a:pt x="176831" y="95754"/>
                  </a:lnTo>
                  <a:lnTo>
                    <a:pt x="176619" y="96124"/>
                  </a:lnTo>
                  <a:lnTo>
                    <a:pt x="176096" y="97036"/>
                  </a:lnTo>
                  <a:lnTo>
                    <a:pt x="175281" y="98103"/>
                  </a:lnTo>
                  <a:lnTo>
                    <a:pt x="175356" y="98233"/>
                  </a:lnTo>
                  <a:lnTo>
                    <a:pt x="175770" y="98944"/>
                  </a:lnTo>
                  <a:lnTo>
                    <a:pt x="176929" y="100935"/>
                  </a:lnTo>
                  <a:lnTo>
                    <a:pt x="177164" y="101339"/>
                  </a:lnTo>
                  <a:lnTo>
                    <a:pt x="176821" y="101538"/>
                  </a:lnTo>
                  <a:lnTo>
                    <a:pt x="174253" y="103064"/>
                  </a:lnTo>
                  <a:lnTo>
                    <a:pt x="173626" y="101935"/>
                  </a:lnTo>
                  <a:lnTo>
                    <a:pt x="173493" y="101694"/>
                  </a:lnTo>
                  <a:lnTo>
                    <a:pt x="171229" y="97616"/>
                  </a:lnTo>
                  <a:lnTo>
                    <a:pt x="170992" y="97188"/>
                  </a:lnTo>
                  <a:lnTo>
                    <a:pt x="169007" y="98440"/>
                  </a:lnTo>
                  <a:lnTo>
                    <a:pt x="168721" y="98620"/>
                  </a:lnTo>
                  <a:lnTo>
                    <a:pt x="168140" y="99031"/>
                  </a:lnTo>
                  <a:lnTo>
                    <a:pt x="167900" y="99200"/>
                  </a:lnTo>
                  <a:lnTo>
                    <a:pt x="167399" y="99554"/>
                  </a:lnTo>
                  <a:lnTo>
                    <a:pt x="166911" y="99899"/>
                  </a:lnTo>
                  <a:lnTo>
                    <a:pt x="165569" y="100846"/>
                  </a:lnTo>
                  <a:lnTo>
                    <a:pt x="164510" y="101594"/>
                  </a:lnTo>
                  <a:lnTo>
                    <a:pt x="165588" y="103715"/>
                  </a:lnTo>
                  <a:lnTo>
                    <a:pt x="165686" y="103907"/>
                  </a:lnTo>
                  <a:lnTo>
                    <a:pt x="166587" y="105680"/>
                  </a:lnTo>
                  <a:lnTo>
                    <a:pt x="167530" y="107536"/>
                  </a:lnTo>
                  <a:lnTo>
                    <a:pt x="167877" y="108217"/>
                  </a:lnTo>
                  <a:lnTo>
                    <a:pt x="168397" y="109241"/>
                  </a:lnTo>
                  <a:lnTo>
                    <a:pt x="170655" y="113682"/>
                  </a:lnTo>
                  <a:lnTo>
                    <a:pt x="169762" y="114003"/>
                  </a:lnTo>
                  <a:lnTo>
                    <a:pt x="169962" y="114127"/>
                  </a:lnTo>
                  <a:lnTo>
                    <a:pt x="170898" y="114706"/>
                  </a:lnTo>
                  <a:lnTo>
                    <a:pt x="172137" y="115473"/>
                  </a:lnTo>
                  <a:lnTo>
                    <a:pt x="168468" y="121205"/>
                  </a:lnTo>
                  <a:lnTo>
                    <a:pt x="166134" y="124851"/>
                  </a:lnTo>
                  <a:lnTo>
                    <a:pt x="164756" y="127005"/>
                  </a:lnTo>
                  <a:lnTo>
                    <a:pt x="164387" y="127651"/>
                  </a:lnTo>
                  <a:lnTo>
                    <a:pt x="159307" y="136548"/>
                  </a:lnTo>
                  <a:lnTo>
                    <a:pt x="159572" y="136699"/>
                  </a:lnTo>
                  <a:lnTo>
                    <a:pt x="159959" y="136969"/>
                  </a:lnTo>
                  <a:lnTo>
                    <a:pt x="160644" y="137450"/>
                  </a:lnTo>
                  <a:lnTo>
                    <a:pt x="167384" y="142176"/>
                  </a:lnTo>
                  <a:lnTo>
                    <a:pt x="166609" y="143350"/>
                  </a:lnTo>
                  <a:lnTo>
                    <a:pt x="166269" y="143866"/>
                  </a:lnTo>
                  <a:lnTo>
                    <a:pt x="164597" y="146400"/>
                  </a:lnTo>
                  <a:lnTo>
                    <a:pt x="163229" y="148474"/>
                  </a:lnTo>
                  <a:lnTo>
                    <a:pt x="161430" y="151200"/>
                  </a:lnTo>
                  <a:lnTo>
                    <a:pt x="158848" y="155113"/>
                  </a:lnTo>
                  <a:lnTo>
                    <a:pt x="159857" y="155780"/>
                  </a:lnTo>
                  <a:lnTo>
                    <a:pt x="163728" y="158339"/>
                  </a:lnTo>
                  <a:lnTo>
                    <a:pt x="155793" y="170857"/>
                  </a:lnTo>
                  <a:lnTo>
                    <a:pt x="153302" y="174788"/>
                  </a:lnTo>
                  <a:lnTo>
                    <a:pt x="141229" y="166606"/>
                  </a:lnTo>
                  <a:lnTo>
                    <a:pt x="137968" y="164396"/>
                  </a:lnTo>
                  <a:lnTo>
                    <a:pt x="136964" y="163716"/>
                  </a:lnTo>
                  <a:lnTo>
                    <a:pt x="133432" y="161322"/>
                  </a:lnTo>
                  <a:lnTo>
                    <a:pt x="133287" y="161232"/>
                  </a:lnTo>
                  <a:lnTo>
                    <a:pt x="128574" y="158308"/>
                  </a:lnTo>
                  <a:lnTo>
                    <a:pt x="127063" y="157371"/>
                  </a:lnTo>
                  <a:lnTo>
                    <a:pt x="125108" y="156158"/>
                  </a:lnTo>
                  <a:lnTo>
                    <a:pt x="124538" y="155805"/>
                  </a:lnTo>
                  <a:lnTo>
                    <a:pt x="121128" y="153689"/>
                  </a:lnTo>
                  <a:lnTo>
                    <a:pt x="120963" y="153587"/>
                  </a:lnTo>
                  <a:lnTo>
                    <a:pt x="118683" y="152173"/>
                  </a:lnTo>
                  <a:lnTo>
                    <a:pt x="117449" y="151408"/>
                  </a:lnTo>
                  <a:lnTo>
                    <a:pt x="116629" y="150914"/>
                  </a:lnTo>
                  <a:lnTo>
                    <a:pt x="115144" y="150020"/>
                  </a:lnTo>
                  <a:lnTo>
                    <a:pt x="109267" y="146482"/>
                  </a:lnTo>
                  <a:lnTo>
                    <a:pt x="108475" y="146006"/>
                  </a:lnTo>
                  <a:lnTo>
                    <a:pt x="108239" y="145863"/>
                  </a:lnTo>
                  <a:lnTo>
                    <a:pt x="104819" y="143739"/>
                  </a:lnTo>
                  <a:lnTo>
                    <a:pt x="99970" y="140728"/>
                  </a:lnTo>
                  <a:lnTo>
                    <a:pt x="91876" y="135702"/>
                  </a:lnTo>
                  <a:lnTo>
                    <a:pt x="89457" y="134200"/>
                  </a:lnTo>
                  <a:lnTo>
                    <a:pt x="86311" y="135370"/>
                  </a:lnTo>
                  <a:lnTo>
                    <a:pt x="74597" y="139705"/>
                  </a:lnTo>
                  <a:lnTo>
                    <a:pt x="74444" y="139278"/>
                  </a:lnTo>
                  <a:lnTo>
                    <a:pt x="74394" y="139137"/>
                  </a:lnTo>
                  <a:lnTo>
                    <a:pt x="71491" y="131032"/>
                  </a:lnTo>
                  <a:lnTo>
                    <a:pt x="67793" y="132357"/>
                  </a:lnTo>
                  <a:lnTo>
                    <a:pt x="67043" y="132626"/>
                  </a:lnTo>
                  <a:lnTo>
                    <a:pt x="66265" y="132935"/>
                  </a:lnTo>
                  <a:lnTo>
                    <a:pt x="65660" y="133175"/>
                  </a:lnTo>
                  <a:lnTo>
                    <a:pt x="62445" y="133929"/>
                  </a:lnTo>
                  <a:lnTo>
                    <a:pt x="60787" y="134318"/>
                  </a:lnTo>
                  <a:lnTo>
                    <a:pt x="58587" y="134834"/>
                  </a:lnTo>
                  <a:lnTo>
                    <a:pt x="48317" y="137851"/>
                  </a:lnTo>
                  <a:lnTo>
                    <a:pt x="43715" y="139204"/>
                  </a:lnTo>
                  <a:lnTo>
                    <a:pt x="43346" y="139312"/>
                  </a:lnTo>
                  <a:lnTo>
                    <a:pt x="42840" y="138306"/>
                  </a:lnTo>
                  <a:lnTo>
                    <a:pt x="41680" y="136003"/>
                  </a:lnTo>
                  <a:lnTo>
                    <a:pt x="41080" y="134811"/>
                  </a:lnTo>
                  <a:lnTo>
                    <a:pt x="40826" y="134306"/>
                  </a:lnTo>
                  <a:lnTo>
                    <a:pt x="40459" y="133577"/>
                  </a:lnTo>
                  <a:lnTo>
                    <a:pt x="40244" y="133362"/>
                  </a:lnTo>
                  <a:lnTo>
                    <a:pt x="37956" y="131069"/>
                  </a:lnTo>
                  <a:lnTo>
                    <a:pt x="37496" y="130568"/>
                  </a:lnTo>
                  <a:lnTo>
                    <a:pt x="36938" y="129961"/>
                  </a:lnTo>
                  <a:lnTo>
                    <a:pt x="36674" y="129673"/>
                  </a:lnTo>
                  <a:lnTo>
                    <a:pt x="34913" y="127757"/>
                  </a:lnTo>
                  <a:lnTo>
                    <a:pt x="32700" y="125289"/>
                  </a:lnTo>
                  <a:lnTo>
                    <a:pt x="30618" y="122966"/>
                  </a:lnTo>
                  <a:lnTo>
                    <a:pt x="30091" y="121883"/>
                  </a:lnTo>
                  <a:lnTo>
                    <a:pt x="29703" y="121084"/>
                  </a:lnTo>
                  <a:lnTo>
                    <a:pt x="28274" y="118145"/>
                  </a:lnTo>
                  <a:lnTo>
                    <a:pt x="40361" y="110623"/>
                  </a:lnTo>
                  <a:lnTo>
                    <a:pt x="61959" y="112429"/>
                  </a:lnTo>
                  <a:lnTo>
                    <a:pt x="71972" y="106007"/>
                  </a:lnTo>
                  <a:lnTo>
                    <a:pt x="63530" y="98381"/>
                  </a:lnTo>
                  <a:lnTo>
                    <a:pt x="71580" y="91758"/>
                  </a:lnTo>
                  <a:lnTo>
                    <a:pt x="66671" y="87544"/>
                  </a:lnTo>
                  <a:lnTo>
                    <a:pt x="67064" y="83128"/>
                  </a:lnTo>
                  <a:lnTo>
                    <a:pt x="58228" y="77509"/>
                  </a:lnTo>
                  <a:lnTo>
                    <a:pt x="53712" y="77910"/>
                  </a:lnTo>
                  <a:lnTo>
                    <a:pt x="38791" y="73897"/>
                  </a:lnTo>
                  <a:lnTo>
                    <a:pt x="39183" y="48208"/>
                  </a:lnTo>
                  <a:lnTo>
                    <a:pt x="27796" y="42589"/>
                  </a:lnTo>
                  <a:lnTo>
                    <a:pt x="14444" y="31149"/>
                  </a:lnTo>
                  <a:lnTo>
                    <a:pt x="0" y="25494"/>
                  </a:lnTo>
                  <a:lnTo>
                    <a:pt x="2174" y="21613"/>
                  </a:lnTo>
                  <a:lnTo>
                    <a:pt x="23077" y="0"/>
                  </a:lnTo>
                  <a:lnTo>
                    <a:pt x="24806" y="1248"/>
                  </a:lnTo>
                  <a:lnTo>
                    <a:pt x="25158" y="1503"/>
                  </a:lnTo>
                  <a:lnTo>
                    <a:pt x="30690" y="5498"/>
                  </a:lnTo>
                  <a:lnTo>
                    <a:pt x="31807" y="63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g138"/>
            <p:cNvSpPr/>
            <p:nvPr/>
          </p:nvSpPr>
          <p:spPr>
            <a:xfrm>
              <a:off x="2327236" y="4237122"/>
              <a:ext cx="157404" cy="183874"/>
            </a:xfrm>
            <a:custGeom>
              <a:avLst/>
              <a:pathLst>
                <a:path w="157404" h="183874">
                  <a:moveTo>
                    <a:pt x="76817" y="7200"/>
                  </a:moveTo>
                  <a:lnTo>
                    <a:pt x="80153" y="9333"/>
                  </a:lnTo>
                  <a:lnTo>
                    <a:pt x="80315" y="9437"/>
                  </a:lnTo>
                  <a:lnTo>
                    <a:pt x="82167" y="10622"/>
                  </a:lnTo>
                  <a:lnTo>
                    <a:pt x="83268" y="11325"/>
                  </a:lnTo>
                  <a:lnTo>
                    <a:pt x="83964" y="11771"/>
                  </a:lnTo>
                  <a:lnTo>
                    <a:pt x="84675" y="12225"/>
                  </a:lnTo>
                  <a:lnTo>
                    <a:pt x="87080" y="13763"/>
                  </a:lnTo>
                  <a:lnTo>
                    <a:pt x="87937" y="14311"/>
                  </a:lnTo>
                  <a:lnTo>
                    <a:pt x="88361" y="14582"/>
                  </a:lnTo>
                  <a:lnTo>
                    <a:pt x="89606" y="15378"/>
                  </a:lnTo>
                  <a:lnTo>
                    <a:pt x="90973" y="16140"/>
                  </a:lnTo>
                  <a:lnTo>
                    <a:pt x="91675" y="16531"/>
                  </a:lnTo>
                  <a:lnTo>
                    <a:pt x="92279" y="16868"/>
                  </a:lnTo>
                  <a:lnTo>
                    <a:pt x="94241" y="17961"/>
                  </a:lnTo>
                  <a:lnTo>
                    <a:pt x="95417" y="18616"/>
                  </a:lnTo>
                  <a:lnTo>
                    <a:pt x="95912" y="18973"/>
                  </a:lnTo>
                  <a:lnTo>
                    <a:pt x="98837" y="21084"/>
                  </a:lnTo>
                  <a:lnTo>
                    <a:pt x="99644" y="21666"/>
                  </a:lnTo>
                  <a:lnTo>
                    <a:pt x="100781" y="22487"/>
                  </a:lnTo>
                  <a:lnTo>
                    <a:pt x="101619" y="23092"/>
                  </a:lnTo>
                  <a:lnTo>
                    <a:pt x="102314" y="23594"/>
                  </a:lnTo>
                  <a:lnTo>
                    <a:pt x="103014" y="24099"/>
                  </a:lnTo>
                  <a:lnTo>
                    <a:pt x="103573" y="24502"/>
                  </a:lnTo>
                  <a:lnTo>
                    <a:pt x="102644" y="25880"/>
                  </a:lnTo>
                  <a:lnTo>
                    <a:pt x="99859" y="30013"/>
                  </a:lnTo>
                  <a:lnTo>
                    <a:pt x="99351" y="30767"/>
                  </a:lnTo>
                  <a:lnTo>
                    <a:pt x="101286" y="32416"/>
                  </a:lnTo>
                  <a:lnTo>
                    <a:pt x="103711" y="34483"/>
                  </a:lnTo>
                  <a:lnTo>
                    <a:pt x="108128" y="38249"/>
                  </a:lnTo>
                  <a:lnTo>
                    <a:pt x="108631" y="38678"/>
                  </a:lnTo>
                  <a:lnTo>
                    <a:pt x="110436" y="40216"/>
                  </a:lnTo>
                  <a:lnTo>
                    <a:pt x="110894" y="40607"/>
                  </a:lnTo>
                  <a:lnTo>
                    <a:pt x="112631" y="42087"/>
                  </a:lnTo>
                  <a:lnTo>
                    <a:pt x="114720" y="43869"/>
                  </a:lnTo>
                  <a:lnTo>
                    <a:pt x="116164" y="45100"/>
                  </a:lnTo>
                  <a:lnTo>
                    <a:pt x="116548" y="45427"/>
                  </a:lnTo>
                  <a:lnTo>
                    <a:pt x="117241" y="46018"/>
                  </a:lnTo>
                  <a:lnTo>
                    <a:pt x="118403" y="47008"/>
                  </a:lnTo>
                  <a:lnTo>
                    <a:pt x="120150" y="48498"/>
                  </a:lnTo>
                  <a:lnTo>
                    <a:pt x="123435" y="51298"/>
                  </a:lnTo>
                  <a:lnTo>
                    <a:pt x="125757" y="52866"/>
                  </a:lnTo>
                  <a:lnTo>
                    <a:pt x="126695" y="53500"/>
                  </a:lnTo>
                  <a:lnTo>
                    <a:pt x="128414" y="54662"/>
                  </a:lnTo>
                  <a:lnTo>
                    <a:pt x="129060" y="55098"/>
                  </a:lnTo>
                  <a:lnTo>
                    <a:pt x="129221" y="55204"/>
                  </a:lnTo>
                  <a:lnTo>
                    <a:pt x="129949" y="55681"/>
                  </a:lnTo>
                  <a:lnTo>
                    <a:pt x="131635" y="56767"/>
                  </a:lnTo>
                  <a:lnTo>
                    <a:pt x="136497" y="59954"/>
                  </a:lnTo>
                  <a:lnTo>
                    <a:pt x="136747" y="60117"/>
                  </a:lnTo>
                  <a:lnTo>
                    <a:pt x="149220" y="68197"/>
                  </a:lnTo>
                  <a:lnTo>
                    <a:pt x="156398" y="73118"/>
                  </a:lnTo>
                  <a:lnTo>
                    <a:pt x="157397" y="73823"/>
                  </a:lnTo>
                  <a:lnTo>
                    <a:pt x="157399" y="73959"/>
                  </a:lnTo>
                  <a:lnTo>
                    <a:pt x="157404" y="74256"/>
                  </a:lnTo>
                  <a:lnTo>
                    <a:pt x="157066" y="75384"/>
                  </a:lnTo>
                  <a:lnTo>
                    <a:pt x="156600" y="76945"/>
                  </a:lnTo>
                  <a:lnTo>
                    <a:pt x="156536" y="77159"/>
                  </a:lnTo>
                  <a:lnTo>
                    <a:pt x="155317" y="79104"/>
                  </a:lnTo>
                  <a:lnTo>
                    <a:pt x="154801" y="79928"/>
                  </a:lnTo>
                  <a:lnTo>
                    <a:pt x="154402" y="80565"/>
                  </a:lnTo>
                  <a:lnTo>
                    <a:pt x="153928" y="81321"/>
                  </a:lnTo>
                  <a:lnTo>
                    <a:pt x="152323" y="83884"/>
                  </a:lnTo>
                  <a:lnTo>
                    <a:pt x="152023" y="84409"/>
                  </a:lnTo>
                  <a:lnTo>
                    <a:pt x="151447" y="85417"/>
                  </a:lnTo>
                  <a:lnTo>
                    <a:pt x="149738" y="88407"/>
                  </a:lnTo>
                  <a:lnTo>
                    <a:pt x="148636" y="90334"/>
                  </a:lnTo>
                  <a:lnTo>
                    <a:pt x="148160" y="90949"/>
                  </a:lnTo>
                  <a:lnTo>
                    <a:pt x="147956" y="91213"/>
                  </a:lnTo>
                  <a:lnTo>
                    <a:pt x="147527" y="91766"/>
                  </a:lnTo>
                  <a:lnTo>
                    <a:pt x="145994" y="93745"/>
                  </a:lnTo>
                  <a:lnTo>
                    <a:pt x="145654" y="94184"/>
                  </a:lnTo>
                  <a:lnTo>
                    <a:pt x="144969" y="95394"/>
                  </a:lnTo>
                  <a:lnTo>
                    <a:pt x="143507" y="97976"/>
                  </a:lnTo>
                  <a:lnTo>
                    <a:pt x="142997" y="98876"/>
                  </a:lnTo>
                  <a:lnTo>
                    <a:pt x="142331" y="100051"/>
                  </a:lnTo>
                  <a:lnTo>
                    <a:pt x="141741" y="101093"/>
                  </a:lnTo>
                  <a:lnTo>
                    <a:pt x="141327" y="101825"/>
                  </a:lnTo>
                  <a:lnTo>
                    <a:pt x="140884" y="102606"/>
                  </a:lnTo>
                  <a:lnTo>
                    <a:pt x="140535" y="103223"/>
                  </a:lnTo>
                  <a:lnTo>
                    <a:pt x="140055" y="103966"/>
                  </a:lnTo>
                  <a:lnTo>
                    <a:pt x="139635" y="104616"/>
                  </a:lnTo>
                  <a:lnTo>
                    <a:pt x="135366" y="111229"/>
                  </a:lnTo>
                  <a:lnTo>
                    <a:pt x="135261" y="111391"/>
                  </a:lnTo>
                  <a:lnTo>
                    <a:pt x="131901" y="116596"/>
                  </a:lnTo>
                  <a:lnTo>
                    <a:pt x="131719" y="116879"/>
                  </a:lnTo>
                  <a:lnTo>
                    <a:pt x="129419" y="120442"/>
                  </a:lnTo>
                  <a:lnTo>
                    <a:pt x="123911" y="129222"/>
                  </a:lnTo>
                  <a:lnTo>
                    <a:pt x="123804" y="129392"/>
                  </a:lnTo>
                  <a:lnTo>
                    <a:pt x="121775" y="132687"/>
                  </a:lnTo>
                  <a:lnTo>
                    <a:pt x="119767" y="135949"/>
                  </a:lnTo>
                  <a:lnTo>
                    <a:pt x="119052" y="137110"/>
                  </a:lnTo>
                  <a:lnTo>
                    <a:pt x="118503" y="138002"/>
                  </a:lnTo>
                  <a:lnTo>
                    <a:pt x="118101" y="138571"/>
                  </a:lnTo>
                  <a:lnTo>
                    <a:pt x="117469" y="139469"/>
                  </a:lnTo>
                  <a:lnTo>
                    <a:pt x="116649" y="140633"/>
                  </a:lnTo>
                  <a:lnTo>
                    <a:pt x="116489" y="140861"/>
                  </a:lnTo>
                  <a:lnTo>
                    <a:pt x="116289" y="141180"/>
                  </a:lnTo>
                  <a:lnTo>
                    <a:pt x="100449" y="166510"/>
                  </a:lnTo>
                  <a:lnTo>
                    <a:pt x="98026" y="169956"/>
                  </a:lnTo>
                  <a:lnTo>
                    <a:pt x="97667" y="170465"/>
                  </a:lnTo>
                  <a:lnTo>
                    <a:pt x="97342" y="170929"/>
                  </a:lnTo>
                  <a:lnTo>
                    <a:pt x="97155" y="171194"/>
                  </a:lnTo>
                  <a:lnTo>
                    <a:pt x="89346" y="183874"/>
                  </a:lnTo>
                  <a:lnTo>
                    <a:pt x="89043" y="183697"/>
                  </a:lnTo>
                  <a:lnTo>
                    <a:pt x="88818" y="183564"/>
                  </a:lnTo>
                  <a:lnTo>
                    <a:pt x="81649" y="179356"/>
                  </a:lnTo>
                  <a:lnTo>
                    <a:pt x="78218" y="176646"/>
                  </a:lnTo>
                  <a:lnTo>
                    <a:pt x="71856" y="173696"/>
                  </a:lnTo>
                  <a:lnTo>
                    <a:pt x="70133" y="173425"/>
                  </a:lnTo>
                  <a:lnTo>
                    <a:pt x="67969" y="173425"/>
                  </a:lnTo>
                  <a:lnTo>
                    <a:pt x="64302" y="173169"/>
                  </a:lnTo>
                  <a:lnTo>
                    <a:pt x="57011" y="167719"/>
                  </a:lnTo>
                  <a:lnTo>
                    <a:pt x="59815" y="161017"/>
                  </a:lnTo>
                  <a:lnTo>
                    <a:pt x="62467" y="154677"/>
                  </a:lnTo>
                  <a:lnTo>
                    <a:pt x="62785" y="153916"/>
                  </a:lnTo>
                  <a:lnTo>
                    <a:pt x="62896" y="153652"/>
                  </a:lnTo>
                  <a:lnTo>
                    <a:pt x="64619" y="149531"/>
                  </a:lnTo>
                  <a:lnTo>
                    <a:pt x="68034" y="147433"/>
                  </a:lnTo>
                  <a:lnTo>
                    <a:pt x="74024" y="137389"/>
                  </a:lnTo>
                  <a:lnTo>
                    <a:pt x="72869" y="136657"/>
                  </a:lnTo>
                  <a:lnTo>
                    <a:pt x="72659" y="136524"/>
                  </a:lnTo>
                  <a:lnTo>
                    <a:pt x="67073" y="132985"/>
                  </a:lnTo>
                  <a:lnTo>
                    <a:pt x="53591" y="124445"/>
                  </a:lnTo>
                  <a:lnTo>
                    <a:pt x="52797" y="123942"/>
                  </a:lnTo>
                  <a:lnTo>
                    <a:pt x="44364" y="118599"/>
                  </a:lnTo>
                  <a:lnTo>
                    <a:pt x="43788" y="118234"/>
                  </a:lnTo>
                  <a:lnTo>
                    <a:pt x="42603" y="117483"/>
                  </a:lnTo>
                  <a:lnTo>
                    <a:pt x="34177" y="112146"/>
                  </a:lnTo>
                  <a:lnTo>
                    <a:pt x="31114" y="116956"/>
                  </a:lnTo>
                  <a:lnTo>
                    <a:pt x="30396" y="117994"/>
                  </a:lnTo>
                  <a:lnTo>
                    <a:pt x="30031" y="117743"/>
                  </a:lnTo>
                  <a:lnTo>
                    <a:pt x="21327" y="111749"/>
                  </a:lnTo>
                  <a:lnTo>
                    <a:pt x="20299" y="111041"/>
                  </a:lnTo>
                  <a:lnTo>
                    <a:pt x="19952" y="110671"/>
                  </a:lnTo>
                  <a:lnTo>
                    <a:pt x="19723" y="110426"/>
                  </a:lnTo>
                  <a:lnTo>
                    <a:pt x="18798" y="108552"/>
                  </a:lnTo>
                  <a:lnTo>
                    <a:pt x="17932" y="106677"/>
                  </a:lnTo>
                  <a:lnTo>
                    <a:pt x="17537" y="105824"/>
                  </a:lnTo>
                  <a:lnTo>
                    <a:pt x="17449" y="105632"/>
                  </a:lnTo>
                  <a:lnTo>
                    <a:pt x="16611" y="103820"/>
                  </a:lnTo>
                  <a:lnTo>
                    <a:pt x="14293" y="98802"/>
                  </a:lnTo>
                  <a:lnTo>
                    <a:pt x="13033" y="96076"/>
                  </a:lnTo>
                  <a:lnTo>
                    <a:pt x="13548" y="95174"/>
                  </a:lnTo>
                  <a:lnTo>
                    <a:pt x="14501" y="93504"/>
                  </a:lnTo>
                  <a:lnTo>
                    <a:pt x="15083" y="92484"/>
                  </a:lnTo>
                  <a:lnTo>
                    <a:pt x="16503" y="89996"/>
                  </a:lnTo>
                  <a:lnTo>
                    <a:pt x="12240" y="87238"/>
                  </a:lnTo>
                  <a:lnTo>
                    <a:pt x="10265" y="86140"/>
                  </a:lnTo>
                  <a:lnTo>
                    <a:pt x="8284" y="85039"/>
                  </a:lnTo>
                  <a:lnTo>
                    <a:pt x="8104" y="84939"/>
                  </a:lnTo>
                  <a:lnTo>
                    <a:pt x="11197" y="79849"/>
                  </a:lnTo>
                  <a:lnTo>
                    <a:pt x="13824" y="75528"/>
                  </a:lnTo>
                  <a:lnTo>
                    <a:pt x="16390" y="71377"/>
                  </a:lnTo>
                  <a:lnTo>
                    <a:pt x="16771" y="70760"/>
                  </a:lnTo>
                  <a:lnTo>
                    <a:pt x="17932" y="68882"/>
                  </a:lnTo>
                  <a:lnTo>
                    <a:pt x="19293" y="66679"/>
                  </a:lnTo>
                  <a:lnTo>
                    <a:pt x="13656" y="63342"/>
                  </a:lnTo>
                  <a:lnTo>
                    <a:pt x="11917" y="62253"/>
                  </a:lnTo>
                  <a:lnTo>
                    <a:pt x="5015" y="57929"/>
                  </a:lnTo>
                  <a:lnTo>
                    <a:pt x="4558" y="57567"/>
                  </a:lnTo>
                  <a:lnTo>
                    <a:pt x="3521" y="56747"/>
                  </a:lnTo>
                  <a:lnTo>
                    <a:pt x="1717" y="55320"/>
                  </a:lnTo>
                  <a:lnTo>
                    <a:pt x="0" y="53399"/>
                  </a:lnTo>
                  <a:lnTo>
                    <a:pt x="5145" y="46992"/>
                  </a:lnTo>
                  <a:lnTo>
                    <a:pt x="7158" y="44662"/>
                  </a:lnTo>
                  <a:lnTo>
                    <a:pt x="8287" y="45013"/>
                  </a:lnTo>
                  <a:lnTo>
                    <a:pt x="11306" y="45189"/>
                  </a:lnTo>
                  <a:lnTo>
                    <a:pt x="13677" y="45211"/>
                  </a:lnTo>
                  <a:lnTo>
                    <a:pt x="14006" y="45214"/>
                  </a:lnTo>
                  <a:lnTo>
                    <a:pt x="16303" y="46293"/>
                  </a:lnTo>
                  <a:lnTo>
                    <a:pt x="16957" y="46600"/>
                  </a:lnTo>
                  <a:lnTo>
                    <a:pt x="17448" y="46940"/>
                  </a:lnTo>
                  <a:lnTo>
                    <a:pt x="19252" y="48316"/>
                  </a:lnTo>
                  <a:lnTo>
                    <a:pt x="20872" y="49551"/>
                  </a:lnTo>
                  <a:lnTo>
                    <a:pt x="22620" y="50883"/>
                  </a:lnTo>
                  <a:lnTo>
                    <a:pt x="22758" y="50980"/>
                  </a:lnTo>
                  <a:lnTo>
                    <a:pt x="27431" y="44336"/>
                  </a:lnTo>
                  <a:lnTo>
                    <a:pt x="27989" y="42922"/>
                  </a:lnTo>
                  <a:lnTo>
                    <a:pt x="28700" y="41117"/>
                  </a:lnTo>
                  <a:lnTo>
                    <a:pt x="29135" y="40015"/>
                  </a:lnTo>
                  <a:lnTo>
                    <a:pt x="29224" y="39789"/>
                  </a:lnTo>
                  <a:lnTo>
                    <a:pt x="30686" y="37161"/>
                  </a:lnTo>
                  <a:lnTo>
                    <a:pt x="31391" y="38077"/>
                  </a:lnTo>
                  <a:lnTo>
                    <a:pt x="32205" y="37088"/>
                  </a:lnTo>
                  <a:lnTo>
                    <a:pt x="31992" y="34304"/>
                  </a:lnTo>
                  <a:lnTo>
                    <a:pt x="27357" y="34083"/>
                  </a:lnTo>
                  <a:lnTo>
                    <a:pt x="27428" y="33235"/>
                  </a:lnTo>
                  <a:lnTo>
                    <a:pt x="27413" y="27302"/>
                  </a:lnTo>
                  <a:lnTo>
                    <a:pt x="26692" y="25218"/>
                  </a:lnTo>
                  <a:lnTo>
                    <a:pt x="27654" y="25019"/>
                  </a:lnTo>
                  <a:lnTo>
                    <a:pt x="26410" y="24403"/>
                  </a:lnTo>
                  <a:lnTo>
                    <a:pt x="25097" y="23624"/>
                  </a:lnTo>
                  <a:lnTo>
                    <a:pt x="27002" y="19876"/>
                  </a:lnTo>
                  <a:lnTo>
                    <a:pt x="28383" y="17302"/>
                  </a:lnTo>
                  <a:lnTo>
                    <a:pt x="28609" y="17552"/>
                  </a:lnTo>
                  <a:lnTo>
                    <a:pt x="30305" y="19333"/>
                  </a:lnTo>
                  <a:lnTo>
                    <a:pt x="30606" y="19104"/>
                  </a:lnTo>
                  <a:lnTo>
                    <a:pt x="31025" y="18786"/>
                  </a:lnTo>
                  <a:lnTo>
                    <a:pt x="32600" y="17590"/>
                  </a:lnTo>
                  <a:lnTo>
                    <a:pt x="32835" y="17405"/>
                  </a:lnTo>
                  <a:lnTo>
                    <a:pt x="34996" y="15709"/>
                  </a:lnTo>
                  <a:lnTo>
                    <a:pt x="35155" y="15584"/>
                  </a:lnTo>
                  <a:lnTo>
                    <a:pt x="36738" y="14342"/>
                  </a:lnTo>
                  <a:lnTo>
                    <a:pt x="37173" y="14001"/>
                  </a:lnTo>
                  <a:lnTo>
                    <a:pt x="39735" y="9952"/>
                  </a:lnTo>
                  <a:lnTo>
                    <a:pt x="40346" y="9032"/>
                  </a:lnTo>
                  <a:lnTo>
                    <a:pt x="41313" y="7577"/>
                  </a:lnTo>
                  <a:lnTo>
                    <a:pt x="42415" y="5918"/>
                  </a:lnTo>
                  <a:lnTo>
                    <a:pt x="42635" y="5496"/>
                  </a:lnTo>
                  <a:lnTo>
                    <a:pt x="42159" y="2269"/>
                  </a:lnTo>
                  <a:lnTo>
                    <a:pt x="44315" y="2390"/>
                  </a:lnTo>
                  <a:lnTo>
                    <a:pt x="48743" y="2638"/>
                  </a:lnTo>
                  <a:lnTo>
                    <a:pt x="52599" y="3321"/>
                  </a:lnTo>
                  <a:lnTo>
                    <a:pt x="52897" y="3496"/>
                  </a:lnTo>
                  <a:lnTo>
                    <a:pt x="55711" y="5146"/>
                  </a:lnTo>
                  <a:lnTo>
                    <a:pt x="60678" y="8064"/>
                  </a:lnTo>
                  <a:lnTo>
                    <a:pt x="64394" y="1921"/>
                  </a:lnTo>
                  <a:lnTo>
                    <a:pt x="65557" y="0"/>
                  </a:lnTo>
                  <a:lnTo>
                    <a:pt x="66825" y="811"/>
                  </a:lnTo>
                  <a:lnTo>
                    <a:pt x="67930" y="1517"/>
                  </a:lnTo>
                  <a:lnTo>
                    <a:pt x="69021" y="2215"/>
                  </a:lnTo>
                  <a:lnTo>
                    <a:pt x="71079" y="35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g139"/>
            <p:cNvSpPr/>
            <p:nvPr/>
          </p:nvSpPr>
          <p:spPr>
            <a:xfrm>
              <a:off x="2215375" y="4258717"/>
              <a:ext cx="201207" cy="234862"/>
            </a:xfrm>
            <a:custGeom>
              <a:avLst/>
              <a:pathLst>
                <a:path w="201207" h="234862">
                  <a:moveTo>
                    <a:pt x="94136" y="10982"/>
                  </a:moveTo>
                  <a:lnTo>
                    <a:pt x="100636" y="12198"/>
                  </a:lnTo>
                  <a:lnTo>
                    <a:pt x="101094" y="9880"/>
                  </a:lnTo>
                  <a:lnTo>
                    <a:pt x="106381" y="11500"/>
                  </a:lnTo>
                  <a:lnTo>
                    <a:pt x="108075" y="12077"/>
                  </a:lnTo>
                  <a:lnTo>
                    <a:pt x="108885" y="12403"/>
                  </a:lnTo>
                  <a:lnTo>
                    <a:pt x="109572" y="12930"/>
                  </a:lnTo>
                  <a:lnTo>
                    <a:pt x="110772" y="14191"/>
                  </a:lnTo>
                  <a:lnTo>
                    <a:pt x="112584" y="16093"/>
                  </a:lnTo>
                  <a:lnTo>
                    <a:pt x="115855" y="19529"/>
                  </a:lnTo>
                  <a:lnTo>
                    <a:pt x="117006" y="20738"/>
                  </a:lnTo>
                  <a:lnTo>
                    <a:pt x="118415" y="22218"/>
                  </a:lnTo>
                  <a:lnTo>
                    <a:pt x="118663" y="22478"/>
                  </a:lnTo>
                  <a:lnTo>
                    <a:pt x="118907" y="23032"/>
                  </a:lnTo>
                  <a:lnTo>
                    <a:pt x="116815" y="25636"/>
                  </a:lnTo>
                  <a:lnTo>
                    <a:pt x="111861" y="31805"/>
                  </a:lnTo>
                  <a:lnTo>
                    <a:pt x="113578" y="33726"/>
                  </a:lnTo>
                  <a:lnTo>
                    <a:pt x="115382" y="35152"/>
                  </a:lnTo>
                  <a:lnTo>
                    <a:pt x="116419" y="35973"/>
                  </a:lnTo>
                  <a:lnTo>
                    <a:pt x="116877" y="36335"/>
                  </a:lnTo>
                  <a:lnTo>
                    <a:pt x="123778" y="40658"/>
                  </a:lnTo>
                  <a:lnTo>
                    <a:pt x="125518" y="41748"/>
                  </a:lnTo>
                  <a:lnTo>
                    <a:pt x="131155" y="45084"/>
                  </a:lnTo>
                  <a:lnTo>
                    <a:pt x="129793" y="47287"/>
                  </a:lnTo>
                  <a:lnTo>
                    <a:pt x="128632" y="49165"/>
                  </a:lnTo>
                  <a:lnTo>
                    <a:pt x="128251" y="49783"/>
                  </a:lnTo>
                  <a:lnTo>
                    <a:pt x="125686" y="53933"/>
                  </a:lnTo>
                  <a:lnTo>
                    <a:pt x="123059" y="58255"/>
                  </a:lnTo>
                  <a:lnTo>
                    <a:pt x="119965" y="63344"/>
                  </a:lnTo>
                  <a:lnTo>
                    <a:pt x="120145" y="63445"/>
                  </a:lnTo>
                  <a:lnTo>
                    <a:pt x="122126" y="64546"/>
                  </a:lnTo>
                  <a:lnTo>
                    <a:pt x="124101" y="65644"/>
                  </a:lnTo>
                  <a:lnTo>
                    <a:pt x="128364" y="68402"/>
                  </a:lnTo>
                  <a:lnTo>
                    <a:pt x="126944" y="70890"/>
                  </a:lnTo>
                  <a:lnTo>
                    <a:pt x="126362" y="71909"/>
                  </a:lnTo>
                  <a:lnTo>
                    <a:pt x="125369" y="73650"/>
                  </a:lnTo>
                  <a:lnTo>
                    <a:pt x="124918" y="74533"/>
                  </a:lnTo>
                  <a:lnTo>
                    <a:pt x="126154" y="77208"/>
                  </a:lnTo>
                  <a:lnTo>
                    <a:pt x="128472" y="82225"/>
                  </a:lnTo>
                  <a:lnTo>
                    <a:pt x="129310" y="84038"/>
                  </a:lnTo>
                  <a:lnTo>
                    <a:pt x="129398" y="84229"/>
                  </a:lnTo>
                  <a:lnTo>
                    <a:pt x="129793" y="85083"/>
                  </a:lnTo>
                  <a:lnTo>
                    <a:pt x="130659" y="86957"/>
                  </a:lnTo>
                  <a:lnTo>
                    <a:pt x="131584" y="88832"/>
                  </a:lnTo>
                  <a:lnTo>
                    <a:pt x="131813" y="89076"/>
                  </a:lnTo>
                  <a:lnTo>
                    <a:pt x="132160" y="89446"/>
                  </a:lnTo>
                  <a:lnTo>
                    <a:pt x="133188" y="90154"/>
                  </a:lnTo>
                  <a:lnTo>
                    <a:pt x="141892" y="96149"/>
                  </a:lnTo>
                  <a:lnTo>
                    <a:pt x="142257" y="96400"/>
                  </a:lnTo>
                  <a:lnTo>
                    <a:pt x="142975" y="95361"/>
                  </a:lnTo>
                  <a:lnTo>
                    <a:pt x="146038" y="90551"/>
                  </a:lnTo>
                  <a:lnTo>
                    <a:pt x="154583" y="95964"/>
                  </a:lnTo>
                  <a:lnTo>
                    <a:pt x="155649" y="96640"/>
                  </a:lnTo>
                  <a:lnTo>
                    <a:pt x="156225" y="97004"/>
                  </a:lnTo>
                  <a:lnTo>
                    <a:pt x="164659" y="102347"/>
                  </a:lnTo>
                  <a:lnTo>
                    <a:pt x="165452" y="102850"/>
                  </a:lnTo>
                  <a:lnTo>
                    <a:pt x="178934" y="111390"/>
                  </a:lnTo>
                  <a:lnTo>
                    <a:pt x="184520" y="114929"/>
                  </a:lnTo>
                  <a:lnTo>
                    <a:pt x="184730" y="115062"/>
                  </a:lnTo>
                  <a:lnTo>
                    <a:pt x="185886" y="115794"/>
                  </a:lnTo>
                  <a:lnTo>
                    <a:pt x="179895" y="125838"/>
                  </a:lnTo>
                  <a:lnTo>
                    <a:pt x="176480" y="127936"/>
                  </a:lnTo>
                  <a:lnTo>
                    <a:pt x="174757" y="132057"/>
                  </a:lnTo>
                  <a:lnTo>
                    <a:pt x="174646" y="132321"/>
                  </a:lnTo>
                  <a:lnTo>
                    <a:pt x="174328" y="133082"/>
                  </a:lnTo>
                  <a:lnTo>
                    <a:pt x="171676" y="139422"/>
                  </a:lnTo>
                  <a:lnTo>
                    <a:pt x="168872" y="146124"/>
                  </a:lnTo>
                  <a:lnTo>
                    <a:pt x="176163" y="151575"/>
                  </a:lnTo>
                  <a:lnTo>
                    <a:pt x="179830" y="151831"/>
                  </a:lnTo>
                  <a:lnTo>
                    <a:pt x="181995" y="151831"/>
                  </a:lnTo>
                  <a:lnTo>
                    <a:pt x="183717" y="152102"/>
                  </a:lnTo>
                  <a:lnTo>
                    <a:pt x="190079" y="155052"/>
                  </a:lnTo>
                  <a:lnTo>
                    <a:pt x="193510" y="157761"/>
                  </a:lnTo>
                  <a:lnTo>
                    <a:pt x="200679" y="161969"/>
                  </a:lnTo>
                  <a:lnTo>
                    <a:pt x="200905" y="162102"/>
                  </a:lnTo>
                  <a:lnTo>
                    <a:pt x="201207" y="162280"/>
                  </a:lnTo>
                  <a:lnTo>
                    <a:pt x="197857" y="167719"/>
                  </a:lnTo>
                  <a:lnTo>
                    <a:pt x="187521" y="184316"/>
                  </a:lnTo>
                  <a:lnTo>
                    <a:pt x="185819" y="187050"/>
                  </a:lnTo>
                  <a:lnTo>
                    <a:pt x="185280" y="187916"/>
                  </a:lnTo>
                  <a:lnTo>
                    <a:pt x="177921" y="199733"/>
                  </a:lnTo>
                  <a:lnTo>
                    <a:pt x="170236" y="212074"/>
                  </a:lnTo>
                  <a:lnTo>
                    <a:pt x="165119" y="220322"/>
                  </a:lnTo>
                  <a:lnTo>
                    <a:pt x="165018" y="220484"/>
                  </a:lnTo>
                  <a:lnTo>
                    <a:pt x="157742" y="232212"/>
                  </a:lnTo>
                  <a:lnTo>
                    <a:pt x="156948" y="233492"/>
                  </a:lnTo>
                  <a:lnTo>
                    <a:pt x="156113" y="234862"/>
                  </a:lnTo>
                  <a:lnTo>
                    <a:pt x="155494" y="234462"/>
                  </a:lnTo>
                  <a:lnTo>
                    <a:pt x="137428" y="222798"/>
                  </a:lnTo>
                  <a:lnTo>
                    <a:pt x="127908" y="216652"/>
                  </a:lnTo>
                  <a:lnTo>
                    <a:pt x="121437" y="212474"/>
                  </a:lnTo>
                  <a:lnTo>
                    <a:pt x="120190" y="211668"/>
                  </a:lnTo>
                  <a:lnTo>
                    <a:pt x="119472" y="211217"/>
                  </a:lnTo>
                  <a:lnTo>
                    <a:pt x="118026" y="210307"/>
                  </a:lnTo>
                  <a:lnTo>
                    <a:pt x="115370" y="208635"/>
                  </a:lnTo>
                  <a:lnTo>
                    <a:pt x="112330" y="206723"/>
                  </a:lnTo>
                  <a:lnTo>
                    <a:pt x="109559" y="204979"/>
                  </a:lnTo>
                  <a:lnTo>
                    <a:pt x="109079" y="204677"/>
                  </a:lnTo>
                  <a:lnTo>
                    <a:pt x="108171" y="204106"/>
                  </a:lnTo>
                  <a:lnTo>
                    <a:pt x="103742" y="201261"/>
                  </a:lnTo>
                  <a:lnTo>
                    <a:pt x="103241" y="200939"/>
                  </a:lnTo>
                  <a:lnTo>
                    <a:pt x="102131" y="200227"/>
                  </a:lnTo>
                  <a:lnTo>
                    <a:pt x="98465" y="197872"/>
                  </a:lnTo>
                  <a:lnTo>
                    <a:pt x="98151" y="197670"/>
                  </a:lnTo>
                  <a:lnTo>
                    <a:pt x="97210" y="197111"/>
                  </a:lnTo>
                  <a:lnTo>
                    <a:pt x="89870" y="192752"/>
                  </a:lnTo>
                  <a:lnTo>
                    <a:pt x="88741" y="192082"/>
                  </a:lnTo>
                  <a:lnTo>
                    <a:pt x="84360" y="189480"/>
                  </a:lnTo>
                  <a:lnTo>
                    <a:pt x="84210" y="189392"/>
                  </a:lnTo>
                  <a:lnTo>
                    <a:pt x="83439" y="188904"/>
                  </a:lnTo>
                  <a:lnTo>
                    <a:pt x="82887" y="188554"/>
                  </a:lnTo>
                  <a:lnTo>
                    <a:pt x="75126" y="183647"/>
                  </a:lnTo>
                  <a:lnTo>
                    <a:pt x="72806" y="182180"/>
                  </a:lnTo>
                  <a:lnTo>
                    <a:pt x="72587" y="182042"/>
                  </a:lnTo>
                  <a:lnTo>
                    <a:pt x="60570" y="174442"/>
                  </a:lnTo>
                  <a:lnTo>
                    <a:pt x="53341" y="169871"/>
                  </a:lnTo>
                  <a:lnTo>
                    <a:pt x="53178" y="169768"/>
                  </a:lnTo>
                  <a:lnTo>
                    <a:pt x="49295" y="167313"/>
                  </a:lnTo>
                  <a:lnTo>
                    <a:pt x="45481" y="164790"/>
                  </a:lnTo>
                  <a:lnTo>
                    <a:pt x="44472" y="164123"/>
                  </a:lnTo>
                  <a:lnTo>
                    <a:pt x="47054" y="160210"/>
                  </a:lnTo>
                  <a:lnTo>
                    <a:pt x="48852" y="157484"/>
                  </a:lnTo>
                  <a:lnTo>
                    <a:pt x="50221" y="155410"/>
                  </a:lnTo>
                  <a:lnTo>
                    <a:pt x="51893" y="152876"/>
                  </a:lnTo>
                  <a:lnTo>
                    <a:pt x="52233" y="152360"/>
                  </a:lnTo>
                  <a:lnTo>
                    <a:pt x="53008" y="151186"/>
                  </a:lnTo>
                  <a:lnTo>
                    <a:pt x="46268" y="146460"/>
                  </a:lnTo>
                  <a:lnTo>
                    <a:pt x="45582" y="145979"/>
                  </a:lnTo>
                  <a:lnTo>
                    <a:pt x="45196" y="145708"/>
                  </a:lnTo>
                  <a:lnTo>
                    <a:pt x="44931" y="145558"/>
                  </a:lnTo>
                  <a:lnTo>
                    <a:pt x="50011" y="136661"/>
                  </a:lnTo>
                  <a:lnTo>
                    <a:pt x="50379" y="136015"/>
                  </a:lnTo>
                  <a:lnTo>
                    <a:pt x="51758" y="133861"/>
                  </a:lnTo>
                  <a:lnTo>
                    <a:pt x="54092" y="130215"/>
                  </a:lnTo>
                  <a:lnTo>
                    <a:pt x="57761" y="124483"/>
                  </a:lnTo>
                  <a:lnTo>
                    <a:pt x="56522" y="123716"/>
                  </a:lnTo>
                  <a:lnTo>
                    <a:pt x="55586" y="123137"/>
                  </a:lnTo>
                  <a:lnTo>
                    <a:pt x="55386" y="123013"/>
                  </a:lnTo>
                  <a:lnTo>
                    <a:pt x="56278" y="122692"/>
                  </a:lnTo>
                  <a:lnTo>
                    <a:pt x="54021" y="118251"/>
                  </a:lnTo>
                  <a:lnTo>
                    <a:pt x="53501" y="117227"/>
                  </a:lnTo>
                  <a:lnTo>
                    <a:pt x="53154" y="116546"/>
                  </a:lnTo>
                  <a:lnTo>
                    <a:pt x="52211" y="114690"/>
                  </a:lnTo>
                  <a:lnTo>
                    <a:pt x="51310" y="112917"/>
                  </a:lnTo>
                  <a:lnTo>
                    <a:pt x="51212" y="112725"/>
                  </a:lnTo>
                  <a:lnTo>
                    <a:pt x="50134" y="110604"/>
                  </a:lnTo>
                  <a:lnTo>
                    <a:pt x="51193" y="109856"/>
                  </a:lnTo>
                  <a:lnTo>
                    <a:pt x="52535" y="108909"/>
                  </a:lnTo>
                  <a:lnTo>
                    <a:pt x="53023" y="108564"/>
                  </a:lnTo>
                  <a:lnTo>
                    <a:pt x="53524" y="108210"/>
                  </a:lnTo>
                  <a:lnTo>
                    <a:pt x="53764" y="108041"/>
                  </a:lnTo>
                  <a:lnTo>
                    <a:pt x="54345" y="107630"/>
                  </a:lnTo>
                  <a:lnTo>
                    <a:pt x="54631" y="107450"/>
                  </a:lnTo>
                  <a:lnTo>
                    <a:pt x="56616" y="106198"/>
                  </a:lnTo>
                  <a:lnTo>
                    <a:pt x="56853" y="106626"/>
                  </a:lnTo>
                  <a:lnTo>
                    <a:pt x="59117" y="110704"/>
                  </a:lnTo>
                  <a:lnTo>
                    <a:pt x="59250" y="110945"/>
                  </a:lnTo>
                  <a:lnTo>
                    <a:pt x="59877" y="112074"/>
                  </a:lnTo>
                  <a:lnTo>
                    <a:pt x="62445" y="110548"/>
                  </a:lnTo>
                  <a:lnTo>
                    <a:pt x="62788" y="110349"/>
                  </a:lnTo>
                  <a:lnTo>
                    <a:pt x="62553" y="109945"/>
                  </a:lnTo>
                  <a:lnTo>
                    <a:pt x="61394" y="107954"/>
                  </a:lnTo>
                  <a:lnTo>
                    <a:pt x="60980" y="107243"/>
                  </a:lnTo>
                  <a:lnTo>
                    <a:pt x="60904" y="107113"/>
                  </a:lnTo>
                  <a:lnTo>
                    <a:pt x="61720" y="106046"/>
                  </a:lnTo>
                  <a:lnTo>
                    <a:pt x="62243" y="105134"/>
                  </a:lnTo>
                  <a:lnTo>
                    <a:pt x="62455" y="104764"/>
                  </a:lnTo>
                  <a:lnTo>
                    <a:pt x="62984" y="103839"/>
                  </a:lnTo>
                  <a:lnTo>
                    <a:pt x="63797" y="102713"/>
                  </a:lnTo>
                  <a:lnTo>
                    <a:pt x="64578" y="101631"/>
                  </a:lnTo>
                  <a:lnTo>
                    <a:pt x="65359" y="100549"/>
                  </a:lnTo>
                  <a:lnTo>
                    <a:pt x="65596" y="100221"/>
                  </a:lnTo>
                  <a:lnTo>
                    <a:pt x="65784" y="99961"/>
                  </a:lnTo>
                  <a:lnTo>
                    <a:pt x="63680" y="98996"/>
                  </a:lnTo>
                  <a:lnTo>
                    <a:pt x="60687" y="98325"/>
                  </a:lnTo>
                  <a:lnTo>
                    <a:pt x="59372" y="97673"/>
                  </a:lnTo>
                  <a:lnTo>
                    <a:pt x="58685" y="97482"/>
                  </a:lnTo>
                  <a:lnTo>
                    <a:pt x="54847" y="96742"/>
                  </a:lnTo>
                  <a:lnTo>
                    <a:pt x="54303" y="96637"/>
                  </a:lnTo>
                  <a:lnTo>
                    <a:pt x="54798" y="95892"/>
                  </a:lnTo>
                  <a:lnTo>
                    <a:pt x="55301" y="95135"/>
                  </a:lnTo>
                  <a:lnTo>
                    <a:pt x="55627" y="94644"/>
                  </a:lnTo>
                  <a:lnTo>
                    <a:pt x="56449" y="93407"/>
                  </a:lnTo>
                  <a:lnTo>
                    <a:pt x="56635" y="93127"/>
                  </a:lnTo>
                  <a:lnTo>
                    <a:pt x="56833" y="92830"/>
                  </a:lnTo>
                  <a:lnTo>
                    <a:pt x="57627" y="91635"/>
                  </a:lnTo>
                  <a:lnTo>
                    <a:pt x="57579" y="91050"/>
                  </a:lnTo>
                  <a:lnTo>
                    <a:pt x="57559" y="90808"/>
                  </a:lnTo>
                  <a:lnTo>
                    <a:pt x="57511" y="90223"/>
                  </a:lnTo>
                  <a:lnTo>
                    <a:pt x="58509" y="86576"/>
                  </a:lnTo>
                  <a:lnTo>
                    <a:pt x="59194" y="84071"/>
                  </a:lnTo>
                  <a:lnTo>
                    <a:pt x="59450" y="83138"/>
                  </a:lnTo>
                  <a:lnTo>
                    <a:pt x="59549" y="82775"/>
                  </a:lnTo>
                  <a:lnTo>
                    <a:pt x="59629" y="82482"/>
                  </a:lnTo>
                  <a:lnTo>
                    <a:pt x="59831" y="80882"/>
                  </a:lnTo>
                  <a:lnTo>
                    <a:pt x="59965" y="79819"/>
                  </a:lnTo>
                  <a:lnTo>
                    <a:pt x="59383" y="77672"/>
                  </a:lnTo>
                  <a:lnTo>
                    <a:pt x="59521" y="77603"/>
                  </a:lnTo>
                  <a:lnTo>
                    <a:pt x="60147" y="77291"/>
                  </a:lnTo>
                  <a:lnTo>
                    <a:pt x="63205" y="75887"/>
                  </a:lnTo>
                  <a:lnTo>
                    <a:pt x="63653" y="75681"/>
                  </a:lnTo>
                  <a:lnTo>
                    <a:pt x="64290" y="75389"/>
                  </a:lnTo>
                  <a:lnTo>
                    <a:pt x="64790" y="75160"/>
                  </a:lnTo>
                  <a:lnTo>
                    <a:pt x="65280" y="73880"/>
                  </a:lnTo>
                  <a:lnTo>
                    <a:pt x="65136" y="73535"/>
                  </a:lnTo>
                  <a:lnTo>
                    <a:pt x="66113" y="73182"/>
                  </a:lnTo>
                  <a:lnTo>
                    <a:pt x="67388" y="72722"/>
                  </a:lnTo>
                  <a:lnTo>
                    <a:pt x="71552" y="70857"/>
                  </a:lnTo>
                  <a:lnTo>
                    <a:pt x="72099" y="70558"/>
                  </a:lnTo>
                  <a:lnTo>
                    <a:pt x="73350" y="69874"/>
                  </a:lnTo>
                  <a:lnTo>
                    <a:pt x="76177" y="68368"/>
                  </a:lnTo>
                  <a:lnTo>
                    <a:pt x="76716" y="68295"/>
                  </a:lnTo>
                  <a:lnTo>
                    <a:pt x="76857" y="68276"/>
                  </a:lnTo>
                  <a:lnTo>
                    <a:pt x="77724" y="68158"/>
                  </a:lnTo>
                  <a:lnTo>
                    <a:pt x="78946" y="68308"/>
                  </a:lnTo>
                  <a:lnTo>
                    <a:pt x="81056" y="68041"/>
                  </a:lnTo>
                  <a:lnTo>
                    <a:pt x="81501" y="67653"/>
                  </a:lnTo>
                  <a:lnTo>
                    <a:pt x="81745" y="67440"/>
                  </a:lnTo>
                  <a:lnTo>
                    <a:pt x="82444" y="66831"/>
                  </a:lnTo>
                  <a:lnTo>
                    <a:pt x="82833" y="66491"/>
                  </a:lnTo>
                  <a:lnTo>
                    <a:pt x="83162" y="66128"/>
                  </a:lnTo>
                  <a:lnTo>
                    <a:pt x="83306" y="65216"/>
                  </a:lnTo>
                  <a:lnTo>
                    <a:pt x="82697" y="64359"/>
                  </a:lnTo>
                  <a:lnTo>
                    <a:pt x="82521" y="64113"/>
                  </a:lnTo>
                  <a:lnTo>
                    <a:pt x="82306" y="63975"/>
                  </a:lnTo>
                  <a:lnTo>
                    <a:pt x="82015" y="63788"/>
                  </a:lnTo>
                  <a:lnTo>
                    <a:pt x="81131" y="63337"/>
                  </a:lnTo>
                  <a:lnTo>
                    <a:pt x="79646" y="63304"/>
                  </a:lnTo>
                  <a:lnTo>
                    <a:pt x="78692" y="63485"/>
                  </a:lnTo>
                  <a:lnTo>
                    <a:pt x="72528" y="63282"/>
                  </a:lnTo>
                  <a:lnTo>
                    <a:pt x="71144" y="63236"/>
                  </a:lnTo>
                  <a:lnTo>
                    <a:pt x="70128" y="63203"/>
                  </a:lnTo>
                  <a:lnTo>
                    <a:pt x="69752" y="63190"/>
                  </a:lnTo>
                  <a:lnTo>
                    <a:pt x="69016" y="62284"/>
                  </a:lnTo>
                  <a:lnTo>
                    <a:pt x="67002" y="59806"/>
                  </a:lnTo>
                  <a:lnTo>
                    <a:pt x="66497" y="59184"/>
                  </a:lnTo>
                  <a:lnTo>
                    <a:pt x="65827" y="58964"/>
                  </a:lnTo>
                  <a:lnTo>
                    <a:pt x="65536" y="58895"/>
                  </a:lnTo>
                  <a:lnTo>
                    <a:pt x="64373" y="58617"/>
                  </a:lnTo>
                  <a:lnTo>
                    <a:pt x="62490" y="58168"/>
                  </a:lnTo>
                  <a:lnTo>
                    <a:pt x="61756" y="57990"/>
                  </a:lnTo>
                  <a:lnTo>
                    <a:pt x="61542" y="57927"/>
                  </a:lnTo>
                  <a:lnTo>
                    <a:pt x="59605" y="57350"/>
                  </a:lnTo>
                  <a:lnTo>
                    <a:pt x="56432" y="56406"/>
                  </a:lnTo>
                  <a:lnTo>
                    <a:pt x="56063" y="56043"/>
                  </a:lnTo>
                  <a:lnTo>
                    <a:pt x="54901" y="54900"/>
                  </a:lnTo>
                  <a:lnTo>
                    <a:pt x="53876" y="54159"/>
                  </a:lnTo>
                  <a:lnTo>
                    <a:pt x="53474" y="53868"/>
                  </a:lnTo>
                  <a:lnTo>
                    <a:pt x="52982" y="53725"/>
                  </a:lnTo>
                  <a:lnTo>
                    <a:pt x="52264" y="53517"/>
                  </a:lnTo>
                  <a:lnTo>
                    <a:pt x="50866" y="53112"/>
                  </a:lnTo>
                  <a:lnTo>
                    <a:pt x="50556" y="52985"/>
                  </a:lnTo>
                  <a:lnTo>
                    <a:pt x="47291" y="50683"/>
                  </a:lnTo>
                  <a:lnTo>
                    <a:pt x="44955" y="49579"/>
                  </a:lnTo>
                  <a:lnTo>
                    <a:pt x="44699" y="49967"/>
                  </a:lnTo>
                  <a:lnTo>
                    <a:pt x="43531" y="51736"/>
                  </a:lnTo>
                  <a:lnTo>
                    <a:pt x="38545" y="48438"/>
                  </a:lnTo>
                  <a:lnTo>
                    <a:pt x="38899" y="47525"/>
                  </a:lnTo>
                  <a:lnTo>
                    <a:pt x="38695" y="47386"/>
                  </a:lnTo>
                  <a:lnTo>
                    <a:pt x="34831" y="44732"/>
                  </a:lnTo>
                  <a:lnTo>
                    <a:pt x="34081" y="45554"/>
                  </a:lnTo>
                  <a:lnTo>
                    <a:pt x="33174" y="44687"/>
                  </a:lnTo>
                  <a:lnTo>
                    <a:pt x="31226" y="43579"/>
                  </a:lnTo>
                  <a:lnTo>
                    <a:pt x="28839" y="42809"/>
                  </a:lnTo>
                  <a:lnTo>
                    <a:pt x="17055" y="42063"/>
                  </a:lnTo>
                  <a:lnTo>
                    <a:pt x="15650" y="41974"/>
                  </a:lnTo>
                  <a:lnTo>
                    <a:pt x="15334" y="41954"/>
                  </a:lnTo>
                  <a:lnTo>
                    <a:pt x="8488" y="39143"/>
                  </a:lnTo>
                  <a:lnTo>
                    <a:pt x="1193" y="36148"/>
                  </a:lnTo>
                  <a:lnTo>
                    <a:pt x="7" y="35661"/>
                  </a:lnTo>
                  <a:lnTo>
                    <a:pt x="5" y="34962"/>
                  </a:lnTo>
                  <a:lnTo>
                    <a:pt x="5" y="34697"/>
                  </a:lnTo>
                  <a:lnTo>
                    <a:pt x="0" y="32237"/>
                  </a:lnTo>
                  <a:lnTo>
                    <a:pt x="164" y="32006"/>
                  </a:lnTo>
                  <a:lnTo>
                    <a:pt x="484" y="31555"/>
                  </a:lnTo>
                  <a:lnTo>
                    <a:pt x="2760" y="28392"/>
                  </a:lnTo>
                  <a:lnTo>
                    <a:pt x="3003" y="28106"/>
                  </a:lnTo>
                  <a:lnTo>
                    <a:pt x="7455" y="29903"/>
                  </a:lnTo>
                  <a:lnTo>
                    <a:pt x="17194" y="33833"/>
                  </a:lnTo>
                  <a:lnTo>
                    <a:pt x="17642" y="34014"/>
                  </a:lnTo>
                  <a:lnTo>
                    <a:pt x="18868" y="33404"/>
                  </a:lnTo>
                  <a:lnTo>
                    <a:pt x="29992" y="34048"/>
                  </a:lnTo>
                  <a:lnTo>
                    <a:pt x="36159" y="34404"/>
                  </a:lnTo>
                  <a:lnTo>
                    <a:pt x="37092" y="29809"/>
                  </a:lnTo>
                  <a:lnTo>
                    <a:pt x="37730" y="26665"/>
                  </a:lnTo>
                  <a:lnTo>
                    <a:pt x="39792" y="27016"/>
                  </a:lnTo>
                  <a:lnTo>
                    <a:pt x="39228" y="30316"/>
                  </a:lnTo>
                  <a:lnTo>
                    <a:pt x="38467" y="34768"/>
                  </a:lnTo>
                  <a:lnTo>
                    <a:pt x="45951" y="35561"/>
                  </a:lnTo>
                  <a:lnTo>
                    <a:pt x="46708" y="35641"/>
                  </a:lnTo>
                  <a:lnTo>
                    <a:pt x="47228" y="35696"/>
                  </a:lnTo>
                  <a:lnTo>
                    <a:pt x="49823" y="36135"/>
                  </a:lnTo>
                  <a:lnTo>
                    <a:pt x="50009" y="36166"/>
                  </a:lnTo>
                  <a:lnTo>
                    <a:pt x="50347" y="36218"/>
                  </a:lnTo>
                  <a:lnTo>
                    <a:pt x="50708" y="36208"/>
                  </a:lnTo>
                  <a:lnTo>
                    <a:pt x="52210" y="36168"/>
                  </a:lnTo>
                  <a:lnTo>
                    <a:pt x="56795" y="36475"/>
                  </a:lnTo>
                  <a:lnTo>
                    <a:pt x="62071" y="36828"/>
                  </a:lnTo>
                  <a:lnTo>
                    <a:pt x="62409" y="36847"/>
                  </a:lnTo>
                  <a:lnTo>
                    <a:pt x="64440" y="36893"/>
                  </a:lnTo>
                  <a:lnTo>
                    <a:pt x="67542" y="36964"/>
                  </a:lnTo>
                  <a:lnTo>
                    <a:pt x="72901" y="37086"/>
                  </a:lnTo>
                  <a:lnTo>
                    <a:pt x="77480" y="37237"/>
                  </a:lnTo>
                  <a:lnTo>
                    <a:pt x="78201" y="37496"/>
                  </a:lnTo>
                  <a:lnTo>
                    <a:pt x="79070" y="37808"/>
                  </a:lnTo>
                  <a:lnTo>
                    <a:pt x="81441" y="38426"/>
                  </a:lnTo>
                  <a:lnTo>
                    <a:pt x="83195" y="37529"/>
                  </a:lnTo>
                  <a:lnTo>
                    <a:pt x="84415" y="36905"/>
                  </a:lnTo>
                  <a:lnTo>
                    <a:pt x="88181" y="34481"/>
                  </a:lnTo>
                  <a:lnTo>
                    <a:pt x="89231" y="33805"/>
                  </a:lnTo>
                  <a:lnTo>
                    <a:pt x="90653" y="22421"/>
                  </a:lnTo>
                  <a:lnTo>
                    <a:pt x="90402" y="20976"/>
                  </a:lnTo>
                  <a:lnTo>
                    <a:pt x="86377" y="17382"/>
                  </a:lnTo>
                  <a:lnTo>
                    <a:pt x="85684" y="15253"/>
                  </a:lnTo>
                  <a:lnTo>
                    <a:pt x="64244" y="1969"/>
                  </a:lnTo>
                  <a:lnTo>
                    <a:pt x="64743" y="1919"/>
                  </a:lnTo>
                  <a:lnTo>
                    <a:pt x="66643" y="1731"/>
                  </a:lnTo>
                  <a:lnTo>
                    <a:pt x="68366" y="217"/>
                  </a:lnTo>
                  <a:lnTo>
                    <a:pt x="71537" y="0"/>
                  </a:lnTo>
                  <a:lnTo>
                    <a:pt x="73426" y="326"/>
                  </a:lnTo>
                  <a:lnTo>
                    <a:pt x="76052" y="1103"/>
                  </a:lnTo>
                  <a:lnTo>
                    <a:pt x="77230" y="1655"/>
                  </a:lnTo>
                  <a:lnTo>
                    <a:pt x="79636" y="3788"/>
                  </a:lnTo>
                  <a:lnTo>
                    <a:pt x="84372" y="6572"/>
                  </a:lnTo>
                  <a:lnTo>
                    <a:pt x="88152" y="857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g140"/>
            <p:cNvSpPr/>
            <p:nvPr/>
          </p:nvSpPr>
          <p:spPr>
            <a:xfrm>
              <a:off x="3074579" y="2690765"/>
              <a:ext cx="239629" cy="223469"/>
            </a:xfrm>
            <a:custGeom>
              <a:avLst/>
              <a:pathLst>
                <a:path w="239629" h="223469">
                  <a:moveTo>
                    <a:pt x="12330" y="21995"/>
                  </a:moveTo>
                  <a:lnTo>
                    <a:pt x="13968" y="22436"/>
                  </a:lnTo>
                  <a:lnTo>
                    <a:pt x="17120" y="20390"/>
                  </a:lnTo>
                  <a:lnTo>
                    <a:pt x="22696" y="22156"/>
                  </a:lnTo>
                  <a:lnTo>
                    <a:pt x="23953" y="30344"/>
                  </a:lnTo>
                  <a:lnTo>
                    <a:pt x="25384" y="30475"/>
                  </a:lnTo>
                  <a:lnTo>
                    <a:pt x="46909" y="32447"/>
                  </a:lnTo>
                  <a:lnTo>
                    <a:pt x="47106" y="36060"/>
                  </a:lnTo>
                  <a:lnTo>
                    <a:pt x="55269" y="37673"/>
                  </a:lnTo>
                  <a:lnTo>
                    <a:pt x="61262" y="42245"/>
                  </a:lnTo>
                  <a:lnTo>
                    <a:pt x="59216" y="52741"/>
                  </a:lnTo>
                  <a:lnTo>
                    <a:pt x="65529" y="53238"/>
                  </a:lnTo>
                  <a:lnTo>
                    <a:pt x="69426" y="53544"/>
                  </a:lnTo>
                  <a:lnTo>
                    <a:pt x="72049" y="64494"/>
                  </a:lnTo>
                  <a:lnTo>
                    <a:pt x="75107" y="65290"/>
                  </a:lnTo>
                  <a:lnTo>
                    <a:pt x="75036" y="68765"/>
                  </a:lnTo>
                  <a:lnTo>
                    <a:pt x="74796" y="80464"/>
                  </a:lnTo>
                  <a:lnTo>
                    <a:pt x="83821" y="93859"/>
                  </a:lnTo>
                  <a:lnTo>
                    <a:pt x="97265" y="83446"/>
                  </a:lnTo>
                  <a:lnTo>
                    <a:pt x="113856" y="76121"/>
                  </a:lnTo>
                  <a:lnTo>
                    <a:pt x="120237" y="83345"/>
                  </a:lnTo>
                  <a:lnTo>
                    <a:pt x="133195" y="78228"/>
                  </a:lnTo>
                  <a:lnTo>
                    <a:pt x="136994" y="84557"/>
                  </a:lnTo>
                  <a:lnTo>
                    <a:pt x="127272" y="90276"/>
                  </a:lnTo>
                  <a:lnTo>
                    <a:pt x="128646" y="93889"/>
                  </a:lnTo>
                  <a:lnTo>
                    <a:pt x="125799" y="107235"/>
                  </a:lnTo>
                  <a:lnTo>
                    <a:pt x="132278" y="120781"/>
                  </a:lnTo>
                  <a:lnTo>
                    <a:pt x="142684" y="123089"/>
                  </a:lnTo>
                  <a:lnTo>
                    <a:pt x="147845" y="119997"/>
                  </a:lnTo>
                  <a:lnTo>
                    <a:pt x="148378" y="119677"/>
                  </a:lnTo>
                  <a:lnTo>
                    <a:pt x="162319" y="136536"/>
                  </a:lnTo>
                  <a:lnTo>
                    <a:pt x="169976" y="162425"/>
                  </a:lnTo>
                  <a:lnTo>
                    <a:pt x="174838" y="162444"/>
                  </a:lnTo>
                  <a:lnTo>
                    <a:pt x="178470" y="156358"/>
                  </a:lnTo>
                  <a:lnTo>
                    <a:pt x="184950" y="158967"/>
                  </a:lnTo>
                  <a:lnTo>
                    <a:pt x="192404" y="158140"/>
                  </a:lnTo>
                  <a:lnTo>
                    <a:pt x="193733" y="148677"/>
                  </a:lnTo>
                  <a:lnTo>
                    <a:pt x="189134" y="143924"/>
                  </a:lnTo>
                  <a:lnTo>
                    <a:pt x="188666" y="142230"/>
                  </a:lnTo>
                  <a:lnTo>
                    <a:pt x="188461" y="141488"/>
                  </a:lnTo>
                  <a:lnTo>
                    <a:pt x="187417" y="137715"/>
                  </a:lnTo>
                  <a:lnTo>
                    <a:pt x="188783" y="134777"/>
                  </a:lnTo>
                  <a:lnTo>
                    <a:pt x="191328" y="135661"/>
                  </a:lnTo>
                  <a:lnTo>
                    <a:pt x="204246" y="140130"/>
                  </a:lnTo>
                  <a:lnTo>
                    <a:pt x="212189" y="140230"/>
                  </a:lnTo>
                  <a:lnTo>
                    <a:pt x="217837" y="143912"/>
                  </a:lnTo>
                  <a:lnTo>
                    <a:pt x="218331" y="144234"/>
                  </a:lnTo>
                  <a:lnTo>
                    <a:pt x="224436" y="148214"/>
                  </a:lnTo>
                  <a:lnTo>
                    <a:pt x="224656" y="148358"/>
                  </a:lnTo>
                  <a:lnTo>
                    <a:pt x="230907" y="152528"/>
                  </a:lnTo>
                  <a:lnTo>
                    <a:pt x="231087" y="152648"/>
                  </a:lnTo>
                  <a:lnTo>
                    <a:pt x="237241" y="157356"/>
                  </a:lnTo>
                  <a:lnTo>
                    <a:pt x="237390" y="157471"/>
                  </a:lnTo>
                  <a:lnTo>
                    <a:pt x="231502" y="166647"/>
                  </a:lnTo>
                  <a:lnTo>
                    <a:pt x="227230" y="173305"/>
                  </a:lnTo>
                  <a:lnTo>
                    <a:pt x="225198" y="182095"/>
                  </a:lnTo>
                  <a:lnTo>
                    <a:pt x="223518" y="188118"/>
                  </a:lnTo>
                  <a:lnTo>
                    <a:pt x="223401" y="188537"/>
                  </a:lnTo>
                  <a:lnTo>
                    <a:pt x="223115" y="188697"/>
                  </a:lnTo>
                  <a:lnTo>
                    <a:pt x="222312" y="189144"/>
                  </a:lnTo>
                  <a:lnTo>
                    <a:pt x="221111" y="189336"/>
                  </a:lnTo>
                  <a:lnTo>
                    <a:pt x="218057" y="194943"/>
                  </a:lnTo>
                  <a:lnTo>
                    <a:pt x="219836" y="196186"/>
                  </a:lnTo>
                  <a:lnTo>
                    <a:pt x="236238" y="207642"/>
                  </a:lnTo>
                  <a:lnTo>
                    <a:pt x="239629" y="210011"/>
                  </a:lnTo>
                  <a:lnTo>
                    <a:pt x="237594" y="211329"/>
                  </a:lnTo>
                  <a:lnTo>
                    <a:pt x="233585" y="213923"/>
                  </a:lnTo>
                  <a:lnTo>
                    <a:pt x="224620" y="219727"/>
                  </a:lnTo>
                  <a:lnTo>
                    <a:pt x="222474" y="221116"/>
                  </a:lnTo>
                  <a:lnTo>
                    <a:pt x="219201" y="223235"/>
                  </a:lnTo>
                  <a:lnTo>
                    <a:pt x="218840" y="223469"/>
                  </a:lnTo>
                  <a:lnTo>
                    <a:pt x="202553" y="221241"/>
                  </a:lnTo>
                  <a:lnTo>
                    <a:pt x="197656" y="220765"/>
                  </a:lnTo>
                  <a:lnTo>
                    <a:pt x="195368" y="220542"/>
                  </a:lnTo>
                  <a:lnTo>
                    <a:pt x="188004" y="219826"/>
                  </a:lnTo>
                  <a:lnTo>
                    <a:pt x="184645" y="219306"/>
                  </a:lnTo>
                  <a:lnTo>
                    <a:pt x="181644" y="218842"/>
                  </a:lnTo>
                  <a:lnTo>
                    <a:pt x="168743" y="216846"/>
                  </a:lnTo>
                  <a:lnTo>
                    <a:pt x="166581" y="214956"/>
                  </a:lnTo>
                  <a:lnTo>
                    <a:pt x="165965" y="214418"/>
                  </a:lnTo>
                  <a:lnTo>
                    <a:pt x="162583" y="213614"/>
                  </a:lnTo>
                  <a:lnTo>
                    <a:pt x="160497" y="213119"/>
                  </a:lnTo>
                  <a:lnTo>
                    <a:pt x="152016" y="211104"/>
                  </a:lnTo>
                  <a:lnTo>
                    <a:pt x="149492" y="210504"/>
                  </a:lnTo>
                  <a:lnTo>
                    <a:pt x="149027" y="210503"/>
                  </a:lnTo>
                  <a:lnTo>
                    <a:pt x="146552" y="210498"/>
                  </a:lnTo>
                  <a:lnTo>
                    <a:pt x="142846" y="210491"/>
                  </a:lnTo>
                  <a:lnTo>
                    <a:pt x="136293" y="212297"/>
                  </a:lnTo>
                  <a:lnTo>
                    <a:pt x="133014" y="214327"/>
                  </a:lnTo>
                  <a:lnTo>
                    <a:pt x="132876" y="213232"/>
                  </a:lnTo>
                  <a:lnTo>
                    <a:pt x="131557" y="202772"/>
                  </a:lnTo>
                  <a:lnTo>
                    <a:pt x="131405" y="201562"/>
                  </a:lnTo>
                  <a:lnTo>
                    <a:pt x="127991" y="201636"/>
                  </a:lnTo>
                  <a:lnTo>
                    <a:pt x="127974" y="201388"/>
                  </a:lnTo>
                  <a:lnTo>
                    <a:pt x="127545" y="194917"/>
                  </a:lnTo>
                  <a:lnTo>
                    <a:pt x="127132" y="190284"/>
                  </a:lnTo>
                  <a:lnTo>
                    <a:pt x="126978" y="188555"/>
                  </a:lnTo>
                  <a:lnTo>
                    <a:pt x="118045" y="188417"/>
                  </a:lnTo>
                  <a:lnTo>
                    <a:pt x="117836" y="182492"/>
                  </a:lnTo>
                  <a:lnTo>
                    <a:pt x="117633" y="176743"/>
                  </a:lnTo>
                  <a:lnTo>
                    <a:pt x="117221" y="176728"/>
                  </a:lnTo>
                  <a:lnTo>
                    <a:pt x="116386" y="176697"/>
                  </a:lnTo>
                  <a:lnTo>
                    <a:pt x="112291" y="176547"/>
                  </a:lnTo>
                  <a:lnTo>
                    <a:pt x="108101" y="176960"/>
                  </a:lnTo>
                  <a:lnTo>
                    <a:pt x="107914" y="176979"/>
                  </a:lnTo>
                  <a:lnTo>
                    <a:pt x="98762" y="177929"/>
                  </a:lnTo>
                  <a:lnTo>
                    <a:pt x="89253" y="178822"/>
                  </a:lnTo>
                  <a:lnTo>
                    <a:pt x="79729" y="179791"/>
                  </a:lnTo>
                  <a:lnTo>
                    <a:pt x="70293" y="180890"/>
                  </a:lnTo>
                  <a:lnTo>
                    <a:pt x="71819" y="191761"/>
                  </a:lnTo>
                  <a:lnTo>
                    <a:pt x="71902" y="192352"/>
                  </a:lnTo>
                  <a:lnTo>
                    <a:pt x="68167" y="192403"/>
                  </a:lnTo>
                  <a:lnTo>
                    <a:pt x="67765" y="192409"/>
                  </a:lnTo>
                  <a:lnTo>
                    <a:pt x="67028" y="190940"/>
                  </a:lnTo>
                  <a:lnTo>
                    <a:pt x="64025" y="184959"/>
                  </a:lnTo>
                  <a:lnTo>
                    <a:pt x="63200" y="183553"/>
                  </a:lnTo>
                  <a:lnTo>
                    <a:pt x="62934" y="183324"/>
                  </a:lnTo>
                  <a:lnTo>
                    <a:pt x="62610" y="183045"/>
                  </a:lnTo>
                  <a:lnTo>
                    <a:pt x="62115" y="182618"/>
                  </a:lnTo>
                  <a:lnTo>
                    <a:pt x="57888" y="178972"/>
                  </a:lnTo>
                  <a:lnTo>
                    <a:pt x="45267" y="170784"/>
                  </a:lnTo>
                  <a:lnTo>
                    <a:pt x="45082" y="170239"/>
                  </a:lnTo>
                  <a:lnTo>
                    <a:pt x="44774" y="169333"/>
                  </a:lnTo>
                  <a:lnTo>
                    <a:pt x="44610" y="168851"/>
                  </a:lnTo>
                  <a:lnTo>
                    <a:pt x="35229" y="138391"/>
                  </a:lnTo>
                  <a:lnTo>
                    <a:pt x="33760" y="137471"/>
                  </a:lnTo>
                  <a:lnTo>
                    <a:pt x="32088" y="136424"/>
                  </a:lnTo>
                  <a:lnTo>
                    <a:pt x="30753" y="136535"/>
                  </a:lnTo>
                  <a:lnTo>
                    <a:pt x="28619" y="136711"/>
                  </a:lnTo>
                  <a:lnTo>
                    <a:pt x="24496" y="138623"/>
                  </a:lnTo>
                  <a:lnTo>
                    <a:pt x="21986" y="141362"/>
                  </a:lnTo>
                  <a:lnTo>
                    <a:pt x="21749" y="141407"/>
                  </a:lnTo>
                  <a:lnTo>
                    <a:pt x="21771" y="141076"/>
                  </a:lnTo>
                  <a:lnTo>
                    <a:pt x="21794" y="140704"/>
                  </a:lnTo>
                  <a:lnTo>
                    <a:pt x="21813" y="140416"/>
                  </a:lnTo>
                  <a:lnTo>
                    <a:pt x="21831" y="140136"/>
                  </a:lnTo>
                  <a:lnTo>
                    <a:pt x="21845" y="139910"/>
                  </a:lnTo>
                  <a:lnTo>
                    <a:pt x="21853" y="139694"/>
                  </a:lnTo>
                  <a:lnTo>
                    <a:pt x="21863" y="139432"/>
                  </a:lnTo>
                  <a:lnTo>
                    <a:pt x="21870" y="139220"/>
                  </a:lnTo>
                  <a:lnTo>
                    <a:pt x="21877" y="139034"/>
                  </a:lnTo>
                  <a:lnTo>
                    <a:pt x="21882" y="138889"/>
                  </a:lnTo>
                  <a:lnTo>
                    <a:pt x="22052" y="138310"/>
                  </a:lnTo>
                  <a:lnTo>
                    <a:pt x="22141" y="138165"/>
                  </a:lnTo>
                  <a:lnTo>
                    <a:pt x="22264" y="137964"/>
                  </a:lnTo>
                  <a:lnTo>
                    <a:pt x="22343" y="137835"/>
                  </a:lnTo>
                  <a:lnTo>
                    <a:pt x="22677" y="137292"/>
                  </a:lnTo>
                  <a:lnTo>
                    <a:pt x="22738" y="137164"/>
                  </a:lnTo>
                  <a:lnTo>
                    <a:pt x="22813" y="137004"/>
                  </a:lnTo>
                  <a:lnTo>
                    <a:pt x="22964" y="136686"/>
                  </a:lnTo>
                  <a:lnTo>
                    <a:pt x="23025" y="136557"/>
                  </a:lnTo>
                  <a:lnTo>
                    <a:pt x="23233" y="136119"/>
                  </a:lnTo>
                  <a:lnTo>
                    <a:pt x="23376" y="135818"/>
                  </a:lnTo>
                  <a:lnTo>
                    <a:pt x="23476" y="135605"/>
                  </a:lnTo>
                  <a:lnTo>
                    <a:pt x="23719" y="135094"/>
                  </a:lnTo>
                  <a:lnTo>
                    <a:pt x="23924" y="134660"/>
                  </a:lnTo>
                  <a:lnTo>
                    <a:pt x="24011" y="134476"/>
                  </a:lnTo>
                  <a:lnTo>
                    <a:pt x="24097" y="134295"/>
                  </a:lnTo>
                  <a:lnTo>
                    <a:pt x="24228" y="134020"/>
                  </a:lnTo>
                  <a:lnTo>
                    <a:pt x="24317" y="133832"/>
                  </a:lnTo>
                  <a:lnTo>
                    <a:pt x="24579" y="133256"/>
                  </a:lnTo>
                  <a:lnTo>
                    <a:pt x="24818" y="132685"/>
                  </a:lnTo>
                  <a:lnTo>
                    <a:pt x="24875" y="132551"/>
                  </a:lnTo>
                  <a:lnTo>
                    <a:pt x="24938" y="132399"/>
                  </a:lnTo>
                  <a:lnTo>
                    <a:pt x="25155" y="131881"/>
                  </a:lnTo>
                  <a:lnTo>
                    <a:pt x="25265" y="131617"/>
                  </a:lnTo>
                  <a:lnTo>
                    <a:pt x="25371" y="131365"/>
                  </a:lnTo>
                  <a:lnTo>
                    <a:pt x="26462" y="128757"/>
                  </a:lnTo>
                  <a:lnTo>
                    <a:pt x="26718" y="128147"/>
                  </a:lnTo>
                  <a:lnTo>
                    <a:pt x="26907" y="127684"/>
                  </a:lnTo>
                  <a:lnTo>
                    <a:pt x="26997" y="127449"/>
                  </a:lnTo>
                  <a:lnTo>
                    <a:pt x="27320" y="126608"/>
                  </a:lnTo>
                  <a:lnTo>
                    <a:pt x="27419" y="126349"/>
                  </a:lnTo>
                  <a:lnTo>
                    <a:pt x="27590" y="125903"/>
                  </a:lnTo>
                  <a:lnTo>
                    <a:pt x="27646" y="125757"/>
                  </a:lnTo>
                  <a:lnTo>
                    <a:pt x="27831" y="125274"/>
                  </a:lnTo>
                  <a:lnTo>
                    <a:pt x="27900" y="125094"/>
                  </a:lnTo>
                  <a:lnTo>
                    <a:pt x="28131" y="124490"/>
                  </a:lnTo>
                  <a:lnTo>
                    <a:pt x="28589" y="123370"/>
                  </a:lnTo>
                  <a:lnTo>
                    <a:pt x="28692" y="123197"/>
                  </a:lnTo>
                  <a:lnTo>
                    <a:pt x="28821" y="122982"/>
                  </a:lnTo>
                  <a:lnTo>
                    <a:pt x="28913" y="122828"/>
                  </a:lnTo>
                  <a:lnTo>
                    <a:pt x="29102" y="122513"/>
                  </a:lnTo>
                  <a:lnTo>
                    <a:pt x="29454" y="121924"/>
                  </a:lnTo>
                  <a:lnTo>
                    <a:pt x="29664" y="121573"/>
                  </a:lnTo>
                  <a:lnTo>
                    <a:pt x="29894" y="121189"/>
                  </a:lnTo>
                  <a:lnTo>
                    <a:pt x="30112" y="120824"/>
                  </a:lnTo>
                  <a:lnTo>
                    <a:pt x="30217" y="120647"/>
                  </a:lnTo>
                  <a:lnTo>
                    <a:pt x="30356" y="120416"/>
                  </a:lnTo>
                  <a:lnTo>
                    <a:pt x="30510" y="120159"/>
                  </a:lnTo>
                  <a:lnTo>
                    <a:pt x="30622" y="119972"/>
                  </a:lnTo>
                  <a:lnTo>
                    <a:pt x="30939" y="119442"/>
                  </a:lnTo>
                  <a:lnTo>
                    <a:pt x="31223" y="118967"/>
                  </a:lnTo>
                  <a:lnTo>
                    <a:pt x="31322" y="118801"/>
                  </a:lnTo>
                  <a:lnTo>
                    <a:pt x="31468" y="118557"/>
                  </a:lnTo>
                  <a:lnTo>
                    <a:pt x="31735" y="118111"/>
                  </a:lnTo>
                  <a:lnTo>
                    <a:pt x="32125" y="117459"/>
                  </a:lnTo>
                  <a:lnTo>
                    <a:pt x="32278" y="117203"/>
                  </a:lnTo>
                  <a:lnTo>
                    <a:pt x="32807" y="116907"/>
                  </a:lnTo>
                  <a:lnTo>
                    <a:pt x="32993" y="116802"/>
                  </a:lnTo>
                  <a:lnTo>
                    <a:pt x="33273" y="116645"/>
                  </a:lnTo>
                  <a:lnTo>
                    <a:pt x="33717" y="116396"/>
                  </a:lnTo>
                  <a:lnTo>
                    <a:pt x="34304" y="116067"/>
                  </a:lnTo>
                  <a:lnTo>
                    <a:pt x="34962" y="115698"/>
                  </a:lnTo>
                  <a:lnTo>
                    <a:pt x="35994" y="114969"/>
                  </a:lnTo>
                  <a:lnTo>
                    <a:pt x="36085" y="114831"/>
                  </a:lnTo>
                  <a:lnTo>
                    <a:pt x="26878" y="94029"/>
                  </a:lnTo>
                  <a:lnTo>
                    <a:pt x="25159" y="90145"/>
                  </a:lnTo>
                  <a:lnTo>
                    <a:pt x="22684" y="84552"/>
                  </a:lnTo>
                  <a:lnTo>
                    <a:pt x="13508" y="63819"/>
                  </a:lnTo>
                  <a:lnTo>
                    <a:pt x="11937" y="60448"/>
                  </a:lnTo>
                  <a:lnTo>
                    <a:pt x="7366" y="50635"/>
                  </a:lnTo>
                  <a:lnTo>
                    <a:pt x="6439" y="48647"/>
                  </a:lnTo>
                  <a:lnTo>
                    <a:pt x="5325" y="44176"/>
                  </a:lnTo>
                  <a:lnTo>
                    <a:pt x="8638" y="41342"/>
                  </a:lnTo>
                  <a:lnTo>
                    <a:pt x="8810" y="37859"/>
                  </a:lnTo>
                  <a:lnTo>
                    <a:pt x="9267" y="28578"/>
                  </a:lnTo>
                  <a:lnTo>
                    <a:pt x="2827" y="26089"/>
                  </a:lnTo>
                  <a:lnTo>
                    <a:pt x="1129" y="11045"/>
                  </a:lnTo>
                  <a:lnTo>
                    <a:pt x="980" y="9733"/>
                  </a:lnTo>
                  <a:lnTo>
                    <a:pt x="0" y="1043"/>
                  </a:lnTo>
                  <a:lnTo>
                    <a:pt x="8796" y="0"/>
                  </a:lnTo>
                  <a:lnTo>
                    <a:pt x="8299" y="2437"/>
                  </a:lnTo>
                  <a:lnTo>
                    <a:pt x="8010" y="3853"/>
                  </a:lnTo>
                  <a:lnTo>
                    <a:pt x="13223" y="18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g141"/>
            <p:cNvSpPr/>
            <p:nvPr/>
          </p:nvSpPr>
          <p:spPr>
            <a:xfrm>
              <a:off x="3033617" y="2827189"/>
              <a:ext cx="578398" cy="225041"/>
            </a:xfrm>
            <a:custGeom>
              <a:avLst/>
              <a:pathLst>
                <a:path w="578398" h="225041">
                  <a:moveTo>
                    <a:pt x="104987" y="48534"/>
                  </a:moveTo>
                  <a:lnTo>
                    <a:pt x="107990" y="54516"/>
                  </a:lnTo>
                  <a:lnTo>
                    <a:pt x="108728" y="55984"/>
                  </a:lnTo>
                  <a:lnTo>
                    <a:pt x="109129" y="55978"/>
                  </a:lnTo>
                  <a:lnTo>
                    <a:pt x="112864" y="55928"/>
                  </a:lnTo>
                  <a:lnTo>
                    <a:pt x="112781" y="55336"/>
                  </a:lnTo>
                  <a:lnTo>
                    <a:pt x="111255" y="44465"/>
                  </a:lnTo>
                  <a:lnTo>
                    <a:pt x="120691" y="43366"/>
                  </a:lnTo>
                  <a:lnTo>
                    <a:pt x="130215" y="42397"/>
                  </a:lnTo>
                  <a:lnTo>
                    <a:pt x="139724" y="41505"/>
                  </a:lnTo>
                  <a:lnTo>
                    <a:pt x="148876" y="40554"/>
                  </a:lnTo>
                  <a:lnTo>
                    <a:pt x="149063" y="40535"/>
                  </a:lnTo>
                  <a:lnTo>
                    <a:pt x="153253" y="40123"/>
                  </a:lnTo>
                  <a:lnTo>
                    <a:pt x="157348" y="40273"/>
                  </a:lnTo>
                  <a:lnTo>
                    <a:pt x="158183" y="40303"/>
                  </a:lnTo>
                  <a:lnTo>
                    <a:pt x="158595" y="40319"/>
                  </a:lnTo>
                  <a:lnTo>
                    <a:pt x="158798" y="46068"/>
                  </a:lnTo>
                  <a:lnTo>
                    <a:pt x="159007" y="51992"/>
                  </a:lnTo>
                  <a:lnTo>
                    <a:pt x="167940" y="52130"/>
                  </a:lnTo>
                  <a:lnTo>
                    <a:pt x="168094" y="53859"/>
                  </a:lnTo>
                  <a:lnTo>
                    <a:pt x="168507" y="58492"/>
                  </a:lnTo>
                  <a:lnTo>
                    <a:pt x="168936" y="64964"/>
                  </a:lnTo>
                  <a:lnTo>
                    <a:pt x="168953" y="65211"/>
                  </a:lnTo>
                  <a:lnTo>
                    <a:pt x="172367" y="65137"/>
                  </a:lnTo>
                  <a:lnTo>
                    <a:pt x="172520" y="66347"/>
                  </a:lnTo>
                  <a:lnTo>
                    <a:pt x="173838" y="76807"/>
                  </a:lnTo>
                  <a:lnTo>
                    <a:pt x="173976" y="77903"/>
                  </a:lnTo>
                  <a:lnTo>
                    <a:pt x="177255" y="75872"/>
                  </a:lnTo>
                  <a:lnTo>
                    <a:pt x="183808" y="74066"/>
                  </a:lnTo>
                  <a:lnTo>
                    <a:pt x="187514" y="74074"/>
                  </a:lnTo>
                  <a:lnTo>
                    <a:pt x="189989" y="74079"/>
                  </a:lnTo>
                  <a:lnTo>
                    <a:pt x="190454" y="74079"/>
                  </a:lnTo>
                  <a:lnTo>
                    <a:pt x="192978" y="74679"/>
                  </a:lnTo>
                  <a:lnTo>
                    <a:pt x="201459" y="76694"/>
                  </a:lnTo>
                  <a:lnTo>
                    <a:pt x="203545" y="77189"/>
                  </a:lnTo>
                  <a:lnTo>
                    <a:pt x="206927" y="77993"/>
                  </a:lnTo>
                  <a:lnTo>
                    <a:pt x="207543" y="78531"/>
                  </a:lnTo>
                  <a:lnTo>
                    <a:pt x="209705" y="80421"/>
                  </a:lnTo>
                  <a:lnTo>
                    <a:pt x="222606" y="82417"/>
                  </a:lnTo>
                  <a:lnTo>
                    <a:pt x="225607" y="82882"/>
                  </a:lnTo>
                  <a:lnTo>
                    <a:pt x="228966" y="83402"/>
                  </a:lnTo>
                  <a:lnTo>
                    <a:pt x="236330" y="84118"/>
                  </a:lnTo>
                  <a:lnTo>
                    <a:pt x="238618" y="84340"/>
                  </a:lnTo>
                  <a:lnTo>
                    <a:pt x="243515" y="84816"/>
                  </a:lnTo>
                  <a:lnTo>
                    <a:pt x="259802" y="87044"/>
                  </a:lnTo>
                  <a:lnTo>
                    <a:pt x="260163" y="86810"/>
                  </a:lnTo>
                  <a:lnTo>
                    <a:pt x="263436" y="84691"/>
                  </a:lnTo>
                  <a:lnTo>
                    <a:pt x="265583" y="83302"/>
                  </a:lnTo>
                  <a:lnTo>
                    <a:pt x="274547" y="77499"/>
                  </a:lnTo>
                  <a:lnTo>
                    <a:pt x="278556" y="74904"/>
                  </a:lnTo>
                  <a:lnTo>
                    <a:pt x="280591" y="73586"/>
                  </a:lnTo>
                  <a:lnTo>
                    <a:pt x="277200" y="71218"/>
                  </a:lnTo>
                  <a:lnTo>
                    <a:pt x="260798" y="59761"/>
                  </a:lnTo>
                  <a:lnTo>
                    <a:pt x="259019" y="58518"/>
                  </a:lnTo>
                  <a:lnTo>
                    <a:pt x="262073" y="52912"/>
                  </a:lnTo>
                  <a:lnTo>
                    <a:pt x="263274" y="52719"/>
                  </a:lnTo>
                  <a:lnTo>
                    <a:pt x="264077" y="52272"/>
                  </a:lnTo>
                  <a:lnTo>
                    <a:pt x="264363" y="52113"/>
                  </a:lnTo>
                  <a:lnTo>
                    <a:pt x="264480" y="51694"/>
                  </a:lnTo>
                  <a:lnTo>
                    <a:pt x="266160" y="45671"/>
                  </a:lnTo>
                  <a:lnTo>
                    <a:pt x="268192" y="36880"/>
                  </a:lnTo>
                  <a:lnTo>
                    <a:pt x="272464" y="30222"/>
                  </a:lnTo>
                  <a:lnTo>
                    <a:pt x="278352" y="21046"/>
                  </a:lnTo>
                  <a:lnTo>
                    <a:pt x="288317" y="6119"/>
                  </a:lnTo>
                  <a:lnTo>
                    <a:pt x="323600" y="30495"/>
                  </a:lnTo>
                  <a:lnTo>
                    <a:pt x="342505" y="43677"/>
                  </a:lnTo>
                  <a:lnTo>
                    <a:pt x="376822" y="67042"/>
                  </a:lnTo>
                  <a:lnTo>
                    <a:pt x="392067" y="44708"/>
                  </a:lnTo>
                  <a:lnTo>
                    <a:pt x="399324" y="34077"/>
                  </a:lnTo>
                  <a:lnTo>
                    <a:pt x="403525" y="28636"/>
                  </a:lnTo>
                  <a:lnTo>
                    <a:pt x="412300" y="34929"/>
                  </a:lnTo>
                  <a:lnTo>
                    <a:pt x="413125" y="36133"/>
                  </a:lnTo>
                  <a:lnTo>
                    <a:pt x="412801" y="45345"/>
                  </a:lnTo>
                  <a:lnTo>
                    <a:pt x="413071" y="50180"/>
                  </a:lnTo>
                  <a:lnTo>
                    <a:pt x="413655" y="60607"/>
                  </a:lnTo>
                  <a:lnTo>
                    <a:pt x="436020" y="69682"/>
                  </a:lnTo>
                  <a:lnTo>
                    <a:pt x="444954" y="66872"/>
                  </a:lnTo>
                  <a:lnTo>
                    <a:pt x="447636" y="61401"/>
                  </a:lnTo>
                  <a:lnTo>
                    <a:pt x="449168" y="57267"/>
                  </a:lnTo>
                  <a:lnTo>
                    <a:pt x="452152" y="58150"/>
                  </a:lnTo>
                  <a:lnTo>
                    <a:pt x="451888" y="60572"/>
                  </a:lnTo>
                  <a:lnTo>
                    <a:pt x="452502" y="62654"/>
                  </a:lnTo>
                  <a:lnTo>
                    <a:pt x="453925" y="64059"/>
                  </a:lnTo>
                  <a:lnTo>
                    <a:pt x="456134" y="64837"/>
                  </a:lnTo>
                  <a:lnTo>
                    <a:pt x="462564" y="65012"/>
                  </a:lnTo>
                  <a:lnTo>
                    <a:pt x="465779" y="63858"/>
                  </a:lnTo>
                  <a:lnTo>
                    <a:pt x="467571" y="62127"/>
                  </a:lnTo>
                  <a:lnTo>
                    <a:pt x="469460" y="61550"/>
                  </a:lnTo>
                  <a:lnTo>
                    <a:pt x="471154" y="62127"/>
                  </a:lnTo>
                  <a:lnTo>
                    <a:pt x="471542" y="62360"/>
                  </a:lnTo>
                  <a:lnTo>
                    <a:pt x="473706" y="63658"/>
                  </a:lnTo>
                  <a:lnTo>
                    <a:pt x="475792" y="64711"/>
                  </a:lnTo>
                  <a:lnTo>
                    <a:pt x="478566" y="65062"/>
                  </a:lnTo>
                  <a:lnTo>
                    <a:pt x="480971" y="64887"/>
                  </a:lnTo>
                  <a:lnTo>
                    <a:pt x="484260" y="64711"/>
                  </a:lnTo>
                  <a:lnTo>
                    <a:pt x="486370" y="65614"/>
                  </a:lnTo>
                  <a:lnTo>
                    <a:pt x="488947" y="66768"/>
                  </a:lnTo>
                  <a:lnTo>
                    <a:pt x="491647" y="67170"/>
                  </a:lnTo>
                  <a:lnTo>
                    <a:pt x="494838" y="67119"/>
                  </a:lnTo>
                  <a:lnTo>
                    <a:pt x="499353" y="66568"/>
                  </a:lnTo>
                  <a:lnTo>
                    <a:pt x="501314" y="67102"/>
                  </a:lnTo>
                  <a:lnTo>
                    <a:pt x="502299" y="67370"/>
                  </a:lnTo>
                  <a:lnTo>
                    <a:pt x="504041" y="69177"/>
                  </a:lnTo>
                  <a:lnTo>
                    <a:pt x="506348" y="70782"/>
                  </a:lnTo>
                  <a:lnTo>
                    <a:pt x="508945" y="72168"/>
                  </a:lnTo>
                  <a:lnTo>
                    <a:pt x="509121" y="72262"/>
                  </a:lnTo>
                  <a:lnTo>
                    <a:pt x="511797" y="73491"/>
                  </a:lnTo>
                  <a:lnTo>
                    <a:pt x="514398" y="73692"/>
                  </a:lnTo>
                  <a:lnTo>
                    <a:pt x="521172" y="73366"/>
                  </a:lnTo>
                  <a:lnTo>
                    <a:pt x="524411" y="73266"/>
                  </a:lnTo>
                  <a:lnTo>
                    <a:pt x="526158" y="73024"/>
                  </a:lnTo>
                  <a:lnTo>
                    <a:pt x="526767" y="72939"/>
                  </a:lnTo>
                  <a:lnTo>
                    <a:pt x="527382" y="71862"/>
                  </a:lnTo>
                  <a:lnTo>
                    <a:pt x="527794" y="71141"/>
                  </a:lnTo>
                  <a:lnTo>
                    <a:pt x="528383" y="68883"/>
                  </a:lnTo>
                  <a:lnTo>
                    <a:pt x="529561" y="67177"/>
                  </a:lnTo>
                  <a:lnTo>
                    <a:pt x="530396" y="65421"/>
                  </a:lnTo>
                  <a:lnTo>
                    <a:pt x="530346" y="63665"/>
                  </a:lnTo>
                  <a:lnTo>
                    <a:pt x="530592" y="62612"/>
                  </a:lnTo>
                  <a:lnTo>
                    <a:pt x="532114" y="61006"/>
                  </a:lnTo>
                  <a:lnTo>
                    <a:pt x="532555" y="60153"/>
                  </a:lnTo>
                  <a:lnTo>
                    <a:pt x="532555" y="59702"/>
                  </a:lnTo>
                  <a:lnTo>
                    <a:pt x="531819" y="58698"/>
                  </a:lnTo>
                  <a:lnTo>
                    <a:pt x="531380" y="57310"/>
                  </a:lnTo>
                  <a:lnTo>
                    <a:pt x="531279" y="56992"/>
                  </a:lnTo>
                  <a:lnTo>
                    <a:pt x="531279" y="55888"/>
                  </a:lnTo>
                  <a:lnTo>
                    <a:pt x="532310" y="55086"/>
                  </a:lnTo>
                  <a:lnTo>
                    <a:pt x="533979" y="54132"/>
                  </a:lnTo>
                  <a:lnTo>
                    <a:pt x="533930" y="52828"/>
                  </a:lnTo>
                  <a:lnTo>
                    <a:pt x="534126" y="50971"/>
                  </a:lnTo>
                  <a:lnTo>
                    <a:pt x="534126" y="48490"/>
                  </a:lnTo>
                  <a:lnTo>
                    <a:pt x="534676" y="45760"/>
                  </a:lnTo>
                  <a:lnTo>
                    <a:pt x="534048" y="44074"/>
                  </a:lnTo>
                  <a:lnTo>
                    <a:pt x="533162" y="42609"/>
                  </a:lnTo>
                  <a:lnTo>
                    <a:pt x="532398" y="41345"/>
                  </a:lnTo>
                  <a:lnTo>
                    <a:pt x="532398" y="39739"/>
                  </a:lnTo>
                  <a:lnTo>
                    <a:pt x="533262" y="39017"/>
                  </a:lnTo>
                  <a:lnTo>
                    <a:pt x="535540" y="38214"/>
                  </a:lnTo>
                  <a:lnTo>
                    <a:pt x="537896" y="36930"/>
                  </a:lnTo>
                  <a:lnTo>
                    <a:pt x="538595" y="35348"/>
                  </a:lnTo>
                  <a:lnTo>
                    <a:pt x="538107" y="33141"/>
                  </a:lnTo>
                  <a:lnTo>
                    <a:pt x="537770" y="31615"/>
                  </a:lnTo>
                  <a:lnTo>
                    <a:pt x="538892" y="29874"/>
                  </a:lnTo>
                  <a:lnTo>
                    <a:pt x="540995" y="26610"/>
                  </a:lnTo>
                  <a:lnTo>
                    <a:pt x="544287" y="36963"/>
                  </a:lnTo>
                  <a:lnTo>
                    <a:pt x="539928" y="43225"/>
                  </a:lnTo>
                  <a:lnTo>
                    <a:pt x="543888" y="61180"/>
                  </a:lnTo>
                  <a:lnTo>
                    <a:pt x="547044" y="62196"/>
                  </a:lnTo>
                  <a:lnTo>
                    <a:pt x="552505" y="62823"/>
                  </a:lnTo>
                  <a:lnTo>
                    <a:pt x="555818" y="68091"/>
                  </a:lnTo>
                  <a:lnTo>
                    <a:pt x="564040" y="71917"/>
                  </a:lnTo>
                  <a:lnTo>
                    <a:pt x="574764" y="80514"/>
                  </a:lnTo>
                  <a:lnTo>
                    <a:pt x="571721" y="84026"/>
                  </a:lnTo>
                  <a:lnTo>
                    <a:pt x="578052" y="92035"/>
                  </a:lnTo>
                  <a:lnTo>
                    <a:pt x="578398" y="92473"/>
                  </a:lnTo>
                  <a:lnTo>
                    <a:pt x="578074" y="93361"/>
                  </a:lnTo>
                  <a:lnTo>
                    <a:pt x="577384" y="95250"/>
                  </a:lnTo>
                  <a:lnTo>
                    <a:pt x="576844" y="96730"/>
                  </a:lnTo>
                  <a:lnTo>
                    <a:pt x="576618" y="97348"/>
                  </a:lnTo>
                  <a:lnTo>
                    <a:pt x="575562" y="99649"/>
                  </a:lnTo>
                  <a:lnTo>
                    <a:pt x="574808" y="99842"/>
                  </a:lnTo>
                  <a:lnTo>
                    <a:pt x="572406" y="99896"/>
                  </a:lnTo>
                  <a:lnTo>
                    <a:pt x="572266" y="99899"/>
                  </a:lnTo>
                  <a:lnTo>
                    <a:pt x="571273" y="99922"/>
                  </a:lnTo>
                  <a:lnTo>
                    <a:pt x="569890" y="99977"/>
                  </a:lnTo>
                  <a:lnTo>
                    <a:pt x="567268" y="100083"/>
                  </a:lnTo>
                  <a:lnTo>
                    <a:pt x="566436" y="101718"/>
                  </a:lnTo>
                  <a:lnTo>
                    <a:pt x="565864" y="102842"/>
                  </a:lnTo>
                  <a:lnTo>
                    <a:pt x="565258" y="104031"/>
                  </a:lnTo>
                  <a:lnTo>
                    <a:pt x="565051" y="104438"/>
                  </a:lnTo>
                  <a:lnTo>
                    <a:pt x="564755" y="105020"/>
                  </a:lnTo>
                  <a:lnTo>
                    <a:pt x="564386" y="105228"/>
                  </a:lnTo>
                  <a:lnTo>
                    <a:pt x="563263" y="105862"/>
                  </a:lnTo>
                  <a:lnTo>
                    <a:pt x="560558" y="105067"/>
                  </a:lnTo>
                  <a:lnTo>
                    <a:pt x="559704" y="104816"/>
                  </a:lnTo>
                  <a:lnTo>
                    <a:pt x="559113" y="104438"/>
                  </a:lnTo>
                  <a:lnTo>
                    <a:pt x="558474" y="104031"/>
                  </a:lnTo>
                  <a:lnTo>
                    <a:pt x="555863" y="102364"/>
                  </a:lnTo>
                  <a:lnTo>
                    <a:pt x="555017" y="101259"/>
                  </a:lnTo>
                  <a:lnTo>
                    <a:pt x="553467" y="99234"/>
                  </a:lnTo>
                  <a:lnTo>
                    <a:pt x="552072" y="98663"/>
                  </a:lnTo>
                  <a:lnTo>
                    <a:pt x="551700" y="98511"/>
                  </a:lnTo>
                  <a:lnTo>
                    <a:pt x="551166" y="98469"/>
                  </a:lnTo>
                  <a:lnTo>
                    <a:pt x="548676" y="98270"/>
                  </a:lnTo>
                  <a:lnTo>
                    <a:pt x="547106" y="99073"/>
                  </a:lnTo>
                  <a:lnTo>
                    <a:pt x="546386" y="100544"/>
                  </a:lnTo>
                  <a:lnTo>
                    <a:pt x="546570" y="101301"/>
                  </a:lnTo>
                  <a:lnTo>
                    <a:pt x="546625" y="101528"/>
                  </a:lnTo>
                  <a:lnTo>
                    <a:pt x="548011" y="107235"/>
                  </a:lnTo>
                  <a:lnTo>
                    <a:pt x="550811" y="118767"/>
                  </a:lnTo>
                  <a:lnTo>
                    <a:pt x="547409" y="124084"/>
                  </a:lnTo>
                  <a:lnTo>
                    <a:pt x="545842" y="126533"/>
                  </a:lnTo>
                  <a:lnTo>
                    <a:pt x="542430" y="124627"/>
                  </a:lnTo>
                  <a:lnTo>
                    <a:pt x="537676" y="121972"/>
                  </a:lnTo>
                  <a:lnTo>
                    <a:pt x="528758" y="126568"/>
                  </a:lnTo>
                  <a:lnTo>
                    <a:pt x="528375" y="135800"/>
                  </a:lnTo>
                  <a:lnTo>
                    <a:pt x="526338" y="139125"/>
                  </a:lnTo>
                  <a:lnTo>
                    <a:pt x="522105" y="146034"/>
                  </a:lnTo>
                  <a:lnTo>
                    <a:pt x="520482" y="148684"/>
                  </a:lnTo>
                  <a:lnTo>
                    <a:pt x="501280" y="152056"/>
                  </a:lnTo>
                  <a:lnTo>
                    <a:pt x="493105" y="152690"/>
                  </a:lnTo>
                  <a:lnTo>
                    <a:pt x="473360" y="154223"/>
                  </a:lnTo>
                  <a:lnTo>
                    <a:pt x="450859" y="155788"/>
                  </a:lnTo>
                  <a:lnTo>
                    <a:pt x="446145" y="160985"/>
                  </a:lnTo>
                  <a:lnTo>
                    <a:pt x="443398" y="161784"/>
                  </a:lnTo>
                  <a:lnTo>
                    <a:pt x="442754" y="161971"/>
                  </a:lnTo>
                  <a:lnTo>
                    <a:pt x="436550" y="164379"/>
                  </a:lnTo>
                  <a:lnTo>
                    <a:pt x="423908" y="173045"/>
                  </a:lnTo>
                  <a:lnTo>
                    <a:pt x="422992" y="173673"/>
                  </a:lnTo>
                  <a:lnTo>
                    <a:pt x="422248" y="174494"/>
                  </a:lnTo>
                  <a:lnTo>
                    <a:pt x="421103" y="178658"/>
                  </a:lnTo>
                  <a:lnTo>
                    <a:pt x="420534" y="180723"/>
                  </a:lnTo>
                  <a:lnTo>
                    <a:pt x="420004" y="182649"/>
                  </a:lnTo>
                  <a:lnTo>
                    <a:pt x="419916" y="182971"/>
                  </a:lnTo>
                  <a:lnTo>
                    <a:pt x="417249" y="188826"/>
                  </a:lnTo>
                  <a:lnTo>
                    <a:pt x="415289" y="189962"/>
                  </a:lnTo>
                  <a:lnTo>
                    <a:pt x="409068" y="188052"/>
                  </a:lnTo>
                  <a:lnTo>
                    <a:pt x="406792" y="187354"/>
                  </a:lnTo>
                  <a:lnTo>
                    <a:pt x="404750" y="186650"/>
                  </a:lnTo>
                  <a:lnTo>
                    <a:pt x="402196" y="185475"/>
                  </a:lnTo>
                  <a:lnTo>
                    <a:pt x="399982" y="184456"/>
                  </a:lnTo>
                  <a:lnTo>
                    <a:pt x="395243" y="181672"/>
                  </a:lnTo>
                  <a:lnTo>
                    <a:pt x="393764" y="180762"/>
                  </a:lnTo>
                  <a:lnTo>
                    <a:pt x="393618" y="180717"/>
                  </a:lnTo>
                  <a:lnTo>
                    <a:pt x="388844" y="179231"/>
                  </a:lnTo>
                  <a:lnTo>
                    <a:pt x="386063" y="178568"/>
                  </a:lnTo>
                  <a:lnTo>
                    <a:pt x="385825" y="178565"/>
                  </a:lnTo>
                  <a:lnTo>
                    <a:pt x="384402" y="178546"/>
                  </a:lnTo>
                  <a:lnTo>
                    <a:pt x="383670" y="178736"/>
                  </a:lnTo>
                  <a:lnTo>
                    <a:pt x="383750" y="178442"/>
                  </a:lnTo>
                  <a:lnTo>
                    <a:pt x="383839" y="178117"/>
                  </a:lnTo>
                  <a:lnTo>
                    <a:pt x="383885" y="177947"/>
                  </a:lnTo>
                  <a:lnTo>
                    <a:pt x="386091" y="169856"/>
                  </a:lnTo>
                  <a:lnTo>
                    <a:pt x="386148" y="169650"/>
                  </a:lnTo>
                  <a:lnTo>
                    <a:pt x="388692" y="160162"/>
                  </a:lnTo>
                  <a:lnTo>
                    <a:pt x="379786" y="159478"/>
                  </a:lnTo>
                  <a:lnTo>
                    <a:pt x="373394" y="158986"/>
                  </a:lnTo>
                  <a:lnTo>
                    <a:pt x="372020" y="158674"/>
                  </a:lnTo>
                  <a:lnTo>
                    <a:pt x="371855" y="158596"/>
                  </a:lnTo>
                  <a:lnTo>
                    <a:pt x="357634" y="151855"/>
                  </a:lnTo>
                  <a:lnTo>
                    <a:pt x="357489" y="151787"/>
                  </a:lnTo>
                  <a:lnTo>
                    <a:pt x="350553" y="148499"/>
                  </a:lnTo>
                  <a:lnTo>
                    <a:pt x="345166" y="144947"/>
                  </a:lnTo>
                  <a:lnTo>
                    <a:pt x="343528" y="143867"/>
                  </a:lnTo>
                  <a:lnTo>
                    <a:pt x="339355" y="141116"/>
                  </a:lnTo>
                  <a:lnTo>
                    <a:pt x="335568" y="138620"/>
                  </a:lnTo>
                  <a:lnTo>
                    <a:pt x="332141" y="136360"/>
                  </a:lnTo>
                  <a:lnTo>
                    <a:pt x="331181" y="135727"/>
                  </a:lnTo>
                  <a:lnTo>
                    <a:pt x="330572" y="136642"/>
                  </a:lnTo>
                  <a:lnTo>
                    <a:pt x="324523" y="145733"/>
                  </a:lnTo>
                  <a:lnTo>
                    <a:pt x="320939" y="151119"/>
                  </a:lnTo>
                  <a:lnTo>
                    <a:pt x="319770" y="152875"/>
                  </a:lnTo>
                  <a:lnTo>
                    <a:pt x="318497" y="154789"/>
                  </a:lnTo>
                  <a:lnTo>
                    <a:pt x="315797" y="158846"/>
                  </a:lnTo>
                  <a:lnTo>
                    <a:pt x="312258" y="164165"/>
                  </a:lnTo>
                  <a:lnTo>
                    <a:pt x="310573" y="166696"/>
                  </a:lnTo>
                  <a:lnTo>
                    <a:pt x="307550" y="171239"/>
                  </a:lnTo>
                  <a:lnTo>
                    <a:pt x="305969" y="173616"/>
                  </a:lnTo>
                  <a:lnTo>
                    <a:pt x="304947" y="175152"/>
                  </a:lnTo>
                  <a:lnTo>
                    <a:pt x="289085" y="198988"/>
                  </a:lnTo>
                  <a:lnTo>
                    <a:pt x="284920" y="205247"/>
                  </a:lnTo>
                  <a:lnTo>
                    <a:pt x="267119" y="192668"/>
                  </a:lnTo>
                  <a:lnTo>
                    <a:pt x="250121" y="180657"/>
                  </a:lnTo>
                  <a:lnTo>
                    <a:pt x="249888" y="181000"/>
                  </a:lnTo>
                  <a:lnTo>
                    <a:pt x="237116" y="199766"/>
                  </a:lnTo>
                  <a:lnTo>
                    <a:pt x="227234" y="214199"/>
                  </a:lnTo>
                  <a:lnTo>
                    <a:pt x="209574" y="201885"/>
                  </a:lnTo>
                  <a:lnTo>
                    <a:pt x="209421" y="202124"/>
                  </a:lnTo>
                  <a:lnTo>
                    <a:pt x="205846" y="207705"/>
                  </a:lnTo>
                  <a:lnTo>
                    <a:pt x="205706" y="207618"/>
                  </a:lnTo>
                  <a:lnTo>
                    <a:pt x="196849" y="202115"/>
                  </a:lnTo>
                  <a:lnTo>
                    <a:pt x="195813" y="201472"/>
                  </a:lnTo>
                  <a:lnTo>
                    <a:pt x="193428" y="199990"/>
                  </a:lnTo>
                  <a:lnTo>
                    <a:pt x="190677" y="200299"/>
                  </a:lnTo>
                  <a:lnTo>
                    <a:pt x="186693" y="200739"/>
                  </a:lnTo>
                  <a:lnTo>
                    <a:pt x="182007" y="199896"/>
                  </a:lnTo>
                  <a:lnTo>
                    <a:pt x="180754" y="199671"/>
                  </a:lnTo>
                  <a:lnTo>
                    <a:pt x="176392" y="198886"/>
                  </a:lnTo>
                  <a:lnTo>
                    <a:pt x="175397" y="198707"/>
                  </a:lnTo>
                  <a:lnTo>
                    <a:pt x="172989" y="198274"/>
                  </a:lnTo>
                  <a:lnTo>
                    <a:pt x="156556" y="198677"/>
                  </a:lnTo>
                  <a:lnTo>
                    <a:pt x="153869" y="199442"/>
                  </a:lnTo>
                  <a:lnTo>
                    <a:pt x="153843" y="205683"/>
                  </a:lnTo>
                  <a:lnTo>
                    <a:pt x="154204" y="210612"/>
                  </a:lnTo>
                  <a:lnTo>
                    <a:pt x="154226" y="210905"/>
                  </a:lnTo>
                  <a:lnTo>
                    <a:pt x="154832" y="210994"/>
                  </a:lnTo>
                  <a:lnTo>
                    <a:pt x="155410" y="223354"/>
                  </a:lnTo>
                  <a:lnTo>
                    <a:pt x="154701" y="223415"/>
                  </a:lnTo>
                  <a:lnTo>
                    <a:pt x="152185" y="223629"/>
                  </a:lnTo>
                  <a:lnTo>
                    <a:pt x="146676" y="224098"/>
                  </a:lnTo>
                  <a:lnTo>
                    <a:pt x="145058" y="224225"/>
                  </a:lnTo>
                  <a:lnTo>
                    <a:pt x="138903" y="224708"/>
                  </a:lnTo>
                  <a:lnTo>
                    <a:pt x="134668" y="225041"/>
                  </a:lnTo>
                  <a:lnTo>
                    <a:pt x="134565" y="223589"/>
                  </a:lnTo>
                  <a:lnTo>
                    <a:pt x="133720" y="215683"/>
                  </a:lnTo>
                  <a:lnTo>
                    <a:pt x="108634" y="211486"/>
                  </a:lnTo>
                  <a:lnTo>
                    <a:pt x="95692" y="204599"/>
                  </a:lnTo>
                  <a:lnTo>
                    <a:pt x="87619" y="200304"/>
                  </a:lnTo>
                  <a:lnTo>
                    <a:pt x="83746" y="182778"/>
                  </a:lnTo>
                  <a:lnTo>
                    <a:pt x="52803" y="198191"/>
                  </a:lnTo>
                  <a:lnTo>
                    <a:pt x="35682" y="198833"/>
                  </a:lnTo>
                  <a:lnTo>
                    <a:pt x="36695" y="216335"/>
                  </a:lnTo>
                  <a:lnTo>
                    <a:pt x="7706" y="217961"/>
                  </a:lnTo>
                  <a:lnTo>
                    <a:pt x="0" y="138341"/>
                  </a:lnTo>
                  <a:lnTo>
                    <a:pt x="4913" y="131682"/>
                  </a:lnTo>
                  <a:lnTo>
                    <a:pt x="49347" y="158855"/>
                  </a:lnTo>
                  <a:lnTo>
                    <a:pt x="60971" y="154039"/>
                  </a:lnTo>
                  <a:lnTo>
                    <a:pt x="65055" y="143924"/>
                  </a:lnTo>
                  <a:lnTo>
                    <a:pt x="82490" y="142158"/>
                  </a:lnTo>
                  <a:lnTo>
                    <a:pt x="85474" y="123694"/>
                  </a:lnTo>
                  <a:lnTo>
                    <a:pt x="79819" y="115346"/>
                  </a:lnTo>
                  <a:lnTo>
                    <a:pt x="83903" y="111011"/>
                  </a:lnTo>
                  <a:lnTo>
                    <a:pt x="77935" y="100575"/>
                  </a:lnTo>
                  <a:lnTo>
                    <a:pt x="57044" y="97364"/>
                  </a:lnTo>
                  <a:lnTo>
                    <a:pt x="43266" y="92000"/>
                  </a:lnTo>
                  <a:lnTo>
                    <a:pt x="44045" y="90441"/>
                  </a:lnTo>
                  <a:lnTo>
                    <a:pt x="48208" y="83582"/>
                  </a:lnTo>
                  <a:lnTo>
                    <a:pt x="48304" y="83423"/>
                  </a:lnTo>
                  <a:lnTo>
                    <a:pt x="52706" y="85663"/>
                  </a:lnTo>
                  <a:lnTo>
                    <a:pt x="53630" y="86133"/>
                  </a:lnTo>
                  <a:lnTo>
                    <a:pt x="48476" y="72737"/>
                  </a:lnTo>
                  <a:lnTo>
                    <a:pt x="49305" y="72918"/>
                  </a:lnTo>
                  <a:lnTo>
                    <a:pt x="54868" y="74132"/>
                  </a:lnTo>
                  <a:lnTo>
                    <a:pt x="55010" y="74137"/>
                  </a:lnTo>
                  <a:lnTo>
                    <a:pt x="54969" y="73748"/>
                  </a:lnTo>
                  <a:lnTo>
                    <a:pt x="54324" y="67633"/>
                  </a:lnTo>
                  <a:lnTo>
                    <a:pt x="54226" y="50173"/>
                  </a:lnTo>
                  <a:lnTo>
                    <a:pt x="54739" y="50173"/>
                  </a:lnTo>
                  <a:lnTo>
                    <a:pt x="53672" y="38426"/>
                  </a:lnTo>
                  <a:lnTo>
                    <a:pt x="53307" y="34396"/>
                  </a:lnTo>
                  <a:lnTo>
                    <a:pt x="53251" y="33449"/>
                  </a:lnTo>
                  <a:lnTo>
                    <a:pt x="52880" y="27076"/>
                  </a:lnTo>
                  <a:lnTo>
                    <a:pt x="52764" y="25081"/>
                  </a:lnTo>
                  <a:lnTo>
                    <a:pt x="56759" y="22233"/>
                  </a:lnTo>
                  <a:lnTo>
                    <a:pt x="57182" y="21931"/>
                  </a:lnTo>
                  <a:lnTo>
                    <a:pt x="57427" y="21522"/>
                  </a:lnTo>
                  <a:lnTo>
                    <a:pt x="60215" y="16863"/>
                  </a:lnTo>
                  <a:lnTo>
                    <a:pt x="60609" y="14825"/>
                  </a:lnTo>
                  <a:lnTo>
                    <a:pt x="62410" y="5525"/>
                  </a:lnTo>
                  <a:lnTo>
                    <a:pt x="62576" y="5344"/>
                  </a:lnTo>
                  <a:lnTo>
                    <a:pt x="62697" y="5211"/>
                  </a:lnTo>
                  <a:lnTo>
                    <a:pt x="62948" y="4938"/>
                  </a:lnTo>
                  <a:lnTo>
                    <a:pt x="65458" y="2198"/>
                  </a:lnTo>
                  <a:lnTo>
                    <a:pt x="69581" y="286"/>
                  </a:lnTo>
                  <a:lnTo>
                    <a:pt x="71715" y="110"/>
                  </a:lnTo>
                  <a:lnTo>
                    <a:pt x="73050" y="0"/>
                  </a:lnTo>
                  <a:lnTo>
                    <a:pt x="74722" y="1047"/>
                  </a:lnTo>
                  <a:lnTo>
                    <a:pt x="76191" y="1966"/>
                  </a:lnTo>
                  <a:lnTo>
                    <a:pt x="85572" y="32426"/>
                  </a:lnTo>
                  <a:lnTo>
                    <a:pt x="85736" y="32909"/>
                  </a:lnTo>
                  <a:lnTo>
                    <a:pt x="86044" y="33814"/>
                  </a:lnTo>
                  <a:lnTo>
                    <a:pt x="86229" y="34359"/>
                  </a:lnTo>
                  <a:lnTo>
                    <a:pt x="98850" y="42547"/>
                  </a:lnTo>
                  <a:lnTo>
                    <a:pt x="103077" y="46193"/>
                  </a:lnTo>
                  <a:lnTo>
                    <a:pt x="103572" y="46620"/>
                  </a:lnTo>
                  <a:lnTo>
                    <a:pt x="103896" y="46900"/>
                  </a:lnTo>
                  <a:lnTo>
                    <a:pt x="104162" y="471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g142"/>
            <p:cNvSpPr/>
            <p:nvPr/>
          </p:nvSpPr>
          <p:spPr>
            <a:xfrm>
              <a:off x="3246878" y="2613016"/>
              <a:ext cx="331388" cy="287865"/>
            </a:xfrm>
            <a:custGeom>
              <a:avLst/>
              <a:pathLst>
                <a:path w="331388" h="287865">
                  <a:moveTo>
                    <a:pt x="59940" y="36248"/>
                  </a:moveTo>
                  <a:lnTo>
                    <a:pt x="63597" y="42682"/>
                  </a:lnTo>
                  <a:lnTo>
                    <a:pt x="69445" y="36452"/>
                  </a:lnTo>
                  <a:lnTo>
                    <a:pt x="72649" y="41054"/>
                  </a:lnTo>
                  <a:lnTo>
                    <a:pt x="76820" y="45009"/>
                  </a:lnTo>
                  <a:lnTo>
                    <a:pt x="85776" y="48079"/>
                  </a:lnTo>
                  <a:lnTo>
                    <a:pt x="88674" y="49073"/>
                  </a:lnTo>
                  <a:lnTo>
                    <a:pt x="92455" y="44901"/>
                  </a:lnTo>
                  <a:lnTo>
                    <a:pt x="104946" y="39440"/>
                  </a:lnTo>
                  <a:lnTo>
                    <a:pt x="109244" y="44077"/>
                  </a:lnTo>
                  <a:lnTo>
                    <a:pt x="115134" y="53336"/>
                  </a:lnTo>
                  <a:lnTo>
                    <a:pt x="114035" y="54139"/>
                  </a:lnTo>
                  <a:lnTo>
                    <a:pt x="118572" y="61486"/>
                  </a:lnTo>
                  <a:lnTo>
                    <a:pt x="121103" y="65891"/>
                  </a:lnTo>
                  <a:lnTo>
                    <a:pt x="124423" y="70763"/>
                  </a:lnTo>
                  <a:lnTo>
                    <a:pt x="125925" y="81329"/>
                  </a:lnTo>
                  <a:lnTo>
                    <a:pt x="123449" y="81521"/>
                  </a:lnTo>
                  <a:lnTo>
                    <a:pt x="122343" y="81607"/>
                  </a:lnTo>
                  <a:lnTo>
                    <a:pt x="116085" y="84914"/>
                  </a:lnTo>
                  <a:lnTo>
                    <a:pt x="112453" y="86834"/>
                  </a:lnTo>
                  <a:lnTo>
                    <a:pt x="115861" y="88576"/>
                  </a:lnTo>
                  <a:lnTo>
                    <a:pt x="121681" y="91550"/>
                  </a:lnTo>
                  <a:lnTo>
                    <a:pt x="129633" y="98023"/>
                  </a:lnTo>
                  <a:lnTo>
                    <a:pt x="133584" y="101535"/>
                  </a:lnTo>
                  <a:lnTo>
                    <a:pt x="136922" y="105323"/>
                  </a:lnTo>
                  <a:lnTo>
                    <a:pt x="140211" y="116035"/>
                  </a:lnTo>
                  <a:lnTo>
                    <a:pt x="142302" y="117661"/>
                  </a:lnTo>
                  <a:lnTo>
                    <a:pt x="143254" y="118324"/>
                  </a:lnTo>
                  <a:lnTo>
                    <a:pt x="149223" y="121970"/>
                  </a:lnTo>
                  <a:lnTo>
                    <a:pt x="157872" y="107693"/>
                  </a:lnTo>
                  <a:lnTo>
                    <a:pt x="158529" y="106609"/>
                  </a:lnTo>
                  <a:lnTo>
                    <a:pt x="159053" y="106903"/>
                  </a:lnTo>
                  <a:lnTo>
                    <a:pt x="164121" y="109817"/>
                  </a:lnTo>
                  <a:lnTo>
                    <a:pt x="174262" y="91093"/>
                  </a:lnTo>
                  <a:lnTo>
                    <a:pt x="174825" y="90233"/>
                  </a:lnTo>
                  <a:lnTo>
                    <a:pt x="176764" y="91521"/>
                  </a:lnTo>
                  <a:lnTo>
                    <a:pt x="179814" y="93548"/>
                  </a:lnTo>
                  <a:lnTo>
                    <a:pt x="181108" y="94407"/>
                  </a:lnTo>
                  <a:lnTo>
                    <a:pt x="201677" y="108760"/>
                  </a:lnTo>
                  <a:lnTo>
                    <a:pt x="220149" y="121676"/>
                  </a:lnTo>
                  <a:lnTo>
                    <a:pt x="238065" y="133868"/>
                  </a:lnTo>
                  <a:lnTo>
                    <a:pt x="244267" y="137824"/>
                  </a:lnTo>
                  <a:lnTo>
                    <a:pt x="244749" y="138150"/>
                  </a:lnTo>
                  <a:lnTo>
                    <a:pt x="249833" y="141587"/>
                  </a:lnTo>
                  <a:lnTo>
                    <a:pt x="255641" y="145944"/>
                  </a:lnTo>
                  <a:lnTo>
                    <a:pt x="262556" y="150287"/>
                  </a:lnTo>
                  <a:lnTo>
                    <a:pt x="268328" y="154381"/>
                  </a:lnTo>
                  <a:lnTo>
                    <a:pt x="273747" y="158385"/>
                  </a:lnTo>
                  <a:lnTo>
                    <a:pt x="274542" y="158806"/>
                  </a:lnTo>
                  <a:lnTo>
                    <a:pt x="279726" y="162750"/>
                  </a:lnTo>
                  <a:lnTo>
                    <a:pt x="275916" y="169234"/>
                  </a:lnTo>
                  <a:lnTo>
                    <a:pt x="283300" y="174280"/>
                  </a:lnTo>
                  <a:lnTo>
                    <a:pt x="291900" y="180158"/>
                  </a:lnTo>
                  <a:lnTo>
                    <a:pt x="292566" y="180612"/>
                  </a:lnTo>
                  <a:lnTo>
                    <a:pt x="310264" y="191441"/>
                  </a:lnTo>
                  <a:lnTo>
                    <a:pt x="311356" y="192109"/>
                  </a:lnTo>
                  <a:lnTo>
                    <a:pt x="314735" y="186389"/>
                  </a:lnTo>
                  <a:lnTo>
                    <a:pt x="320230" y="189969"/>
                  </a:lnTo>
                  <a:lnTo>
                    <a:pt x="324676" y="192865"/>
                  </a:lnTo>
                  <a:lnTo>
                    <a:pt x="325411" y="193344"/>
                  </a:lnTo>
                  <a:lnTo>
                    <a:pt x="330557" y="195448"/>
                  </a:lnTo>
                  <a:lnTo>
                    <a:pt x="321938" y="211089"/>
                  </a:lnTo>
                  <a:lnTo>
                    <a:pt x="324022" y="212295"/>
                  </a:lnTo>
                  <a:lnTo>
                    <a:pt x="330600" y="216102"/>
                  </a:lnTo>
                  <a:lnTo>
                    <a:pt x="331388" y="216558"/>
                  </a:lnTo>
                  <a:lnTo>
                    <a:pt x="324863" y="223873"/>
                  </a:lnTo>
                  <a:lnTo>
                    <a:pt x="318266" y="226281"/>
                  </a:lnTo>
                  <a:lnTo>
                    <a:pt x="318273" y="231950"/>
                  </a:lnTo>
                  <a:lnTo>
                    <a:pt x="326865" y="233988"/>
                  </a:lnTo>
                  <a:lnTo>
                    <a:pt x="327185" y="236487"/>
                  </a:lnTo>
                  <a:lnTo>
                    <a:pt x="327734" y="240783"/>
                  </a:lnTo>
                  <a:lnTo>
                    <a:pt x="325631" y="244047"/>
                  </a:lnTo>
                  <a:lnTo>
                    <a:pt x="324509" y="245789"/>
                  </a:lnTo>
                  <a:lnTo>
                    <a:pt x="324846" y="247315"/>
                  </a:lnTo>
                  <a:lnTo>
                    <a:pt x="325334" y="249521"/>
                  </a:lnTo>
                  <a:lnTo>
                    <a:pt x="324635" y="251103"/>
                  </a:lnTo>
                  <a:lnTo>
                    <a:pt x="322279" y="252387"/>
                  </a:lnTo>
                  <a:lnTo>
                    <a:pt x="320001" y="253190"/>
                  </a:lnTo>
                  <a:lnTo>
                    <a:pt x="319137" y="253913"/>
                  </a:lnTo>
                  <a:lnTo>
                    <a:pt x="319137" y="255518"/>
                  </a:lnTo>
                  <a:lnTo>
                    <a:pt x="319901" y="256782"/>
                  </a:lnTo>
                  <a:lnTo>
                    <a:pt x="320787" y="258247"/>
                  </a:lnTo>
                  <a:lnTo>
                    <a:pt x="321415" y="259933"/>
                  </a:lnTo>
                  <a:lnTo>
                    <a:pt x="320865" y="262663"/>
                  </a:lnTo>
                  <a:lnTo>
                    <a:pt x="320865" y="265145"/>
                  </a:lnTo>
                  <a:lnTo>
                    <a:pt x="320669" y="267001"/>
                  </a:lnTo>
                  <a:lnTo>
                    <a:pt x="320718" y="268305"/>
                  </a:lnTo>
                  <a:lnTo>
                    <a:pt x="319049" y="269259"/>
                  </a:lnTo>
                  <a:lnTo>
                    <a:pt x="318018" y="270062"/>
                  </a:lnTo>
                  <a:lnTo>
                    <a:pt x="318018" y="271165"/>
                  </a:lnTo>
                  <a:lnTo>
                    <a:pt x="318119" y="271483"/>
                  </a:lnTo>
                  <a:lnTo>
                    <a:pt x="318558" y="272871"/>
                  </a:lnTo>
                  <a:lnTo>
                    <a:pt x="319295" y="273875"/>
                  </a:lnTo>
                  <a:lnTo>
                    <a:pt x="319295" y="274326"/>
                  </a:lnTo>
                  <a:lnTo>
                    <a:pt x="318853" y="275179"/>
                  </a:lnTo>
                  <a:lnTo>
                    <a:pt x="317331" y="276785"/>
                  </a:lnTo>
                  <a:lnTo>
                    <a:pt x="317086" y="277838"/>
                  </a:lnTo>
                  <a:lnTo>
                    <a:pt x="317135" y="279594"/>
                  </a:lnTo>
                  <a:lnTo>
                    <a:pt x="316300" y="281350"/>
                  </a:lnTo>
                  <a:lnTo>
                    <a:pt x="315122" y="283056"/>
                  </a:lnTo>
                  <a:lnTo>
                    <a:pt x="314533" y="285314"/>
                  </a:lnTo>
                  <a:lnTo>
                    <a:pt x="314122" y="286035"/>
                  </a:lnTo>
                  <a:lnTo>
                    <a:pt x="313507" y="287113"/>
                  </a:lnTo>
                  <a:lnTo>
                    <a:pt x="312897" y="287197"/>
                  </a:lnTo>
                  <a:lnTo>
                    <a:pt x="311151" y="287439"/>
                  </a:lnTo>
                  <a:lnTo>
                    <a:pt x="307911" y="287539"/>
                  </a:lnTo>
                  <a:lnTo>
                    <a:pt x="301137" y="287865"/>
                  </a:lnTo>
                  <a:lnTo>
                    <a:pt x="298536" y="287665"/>
                  </a:lnTo>
                  <a:lnTo>
                    <a:pt x="295861" y="286435"/>
                  </a:lnTo>
                  <a:lnTo>
                    <a:pt x="295685" y="286341"/>
                  </a:lnTo>
                  <a:lnTo>
                    <a:pt x="293087" y="284955"/>
                  </a:lnTo>
                  <a:lnTo>
                    <a:pt x="290780" y="283350"/>
                  </a:lnTo>
                  <a:lnTo>
                    <a:pt x="289038" y="281543"/>
                  </a:lnTo>
                  <a:lnTo>
                    <a:pt x="288053" y="281275"/>
                  </a:lnTo>
                  <a:lnTo>
                    <a:pt x="286093" y="280741"/>
                  </a:lnTo>
                  <a:lnTo>
                    <a:pt x="281577" y="281293"/>
                  </a:lnTo>
                  <a:lnTo>
                    <a:pt x="278386" y="281343"/>
                  </a:lnTo>
                  <a:lnTo>
                    <a:pt x="275687" y="280941"/>
                  </a:lnTo>
                  <a:lnTo>
                    <a:pt x="273110" y="279787"/>
                  </a:lnTo>
                  <a:lnTo>
                    <a:pt x="270999" y="278884"/>
                  </a:lnTo>
                  <a:lnTo>
                    <a:pt x="267710" y="279060"/>
                  </a:lnTo>
                  <a:lnTo>
                    <a:pt x="265305" y="279235"/>
                  </a:lnTo>
                  <a:lnTo>
                    <a:pt x="262532" y="278884"/>
                  </a:lnTo>
                  <a:lnTo>
                    <a:pt x="260446" y="277831"/>
                  </a:lnTo>
                  <a:lnTo>
                    <a:pt x="258281" y="276533"/>
                  </a:lnTo>
                  <a:lnTo>
                    <a:pt x="257893" y="276300"/>
                  </a:lnTo>
                  <a:lnTo>
                    <a:pt x="256200" y="275723"/>
                  </a:lnTo>
                  <a:lnTo>
                    <a:pt x="254310" y="276300"/>
                  </a:lnTo>
                  <a:lnTo>
                    <a:pt x="252518" y="278031"/>
                  </a:lnTo>
                  <a:lnTo>
                    <a:pt x="249303" y="279185"/>
                  </a:lnTo>
                  <a:lnTo>
                    <a:pt x="242873" y="279010"/>
                  </a:lnTo>
                  <a:lnTo>
                    <a:pt x="240664" y="278232"/>
                  </a:lnTo>
                  <a:lnTo>
                    <a:pt x="239241" y="276827"/>
                  </a:lnTo>
                  <a:lnTo>
                    <a:pt x="238627" y="274745"/>
                  </a:lnTo>
                  <a:lnTo>
                    <a:pt x="238891" y="272323"/>
                  </a:lnTo>
                  <a:lnTo>
                    <a:pt x="235907" y="271440"/>
                  </a:lnTo>
                  <a:lnTo>
                    <a:pt x="234376" y="275574"/>
                  </a:lnTo>
                  <a:lnTo>
                    <a:pt x="231693" y="281045"/>
                  </a:lnTo>
                  <a:lnTo>
                    <a:pt x="222759" y="283855"/>
                  </a:lnTo>
                  <a:lnTo>
                    <a:pt x="200394" y="274780"/>
                  </a:lnTo>
                  <a:lnTo>
                    <a:pt x="199811" y="264353"/>
                  </a:lnTo>
                  <a:lnTo>
                    <a:pt x="199540" y="259518"/>
                  </a:lnTo>
                  <a:lnTo>
                    <a:pt x="199864" y="250306"/>
                  </a:lnTo>
                  <a:lnTo>
                    <a:pt x="199039" y="249102"/>
                  </a:lnTo>
                  <a:lnTo>
                    <a:pt x="190264" y="242809"/>
                  </a:lnTo>
                  <a:lnTo>
                    <a:pt x="186063" y="248250"/>
                  </a:lnTo>
                  <a:lnTo>
                    <a:pt x="178806" y="258881"/>
                  </a:lnTo>
                  <a:lnTo>
                    <a:pt x="163561" y="281216"/>
                  </a:lnTo>
                  <a:lnTo>
                    <a:pt x="129244" y="257850"/>
                  </a:lnTo>
                  <a:lnTo>
                    <a:pt x="110340" y="244668"/>
                  </a:lnTo>
                  <a:lnTo>
                    <a:pt x="75056" y="220293"/>
                  </a:lnTo>
                  <a:lnTo>
                    <a:pt x="65092" y="235219"/>
                  </a:lnTo>
                  <a:lnTo>
                    <a:pt x="64942" y="235105"/>
                  </a:lnTo>
                  <a:lnTo>
                    <a:pt x="58788" y="230396"/>
                  </a:lnTo>
                  <a:lnTo>
                    <a:pt x="58609" y="230276"/>
                  </a:lnTo>
                  <a:lnTo>
                    <a:pt x="52358" y="226106"/>
                  </a:lnTo>
                  <a:lnTo>
                    <a:pt x="52138" y="225963"/>
                  </a:lnTo>
                  <a:lnTo>
                    <a:pt x="46032" y="221982"/>
                  </a:lnTo>
                  <a:lnTo>
                    <a:pt x="45538" y="221660"/>
                  </a:lnTo>
                  <a:lnTo>
                    <a:pt x="39890" y="217978"/>
                  </a:lnTo>
                  <a:lnTo>
                    <a:pt x="31889" y="217878"/>
                  </a:lnTo>
                  <a:lnTo>
                    <a:pt x="19029" y="213410"/>
                  </a:lnTo>
                  <a:lnTo>
                    <a:pt x="16484" y="212526"/>
                  </a:lnTo>
                  <a:lnTo>
                    <a:pt x="15118" y="215463"/>
                  </a:lnTo>
                  <a:lnTo>
                    <a:pt x="16162" y="219237"/>
                  </a:lnTo>
                  <a:lnTo>
                    <a:pt x="16370" y="219990"/>
                  </a:lnTo>
                  <a:lnTo>
                    <a:pt x="16836" y="221672"/>
                  </a:lnTo>
                  <a:lnTo>
                    <a:pt x="1521" y="223679"/>
                  </a:lnTo>
                  <a:lnTo>
                    <a:pt x="0" y="213594"/>
                  </a:lnTo>
                  <a:lnTo>
                    <a:pt x="856" y="211257"/>
                  </a:lnTo>
                  <a:lnTo>
                    <a:pt x="5663" y="198133"/>
                  </a:lnTo>
                  <a:lnTo>
                    <a:pt x="7681" y="192622"/>
                  </a:lnTo>
                  <a:lnTo>
                    <a:pt x="16664" y="186451"/>
                  </a:lnTo>
                  <a:lnTo>
                    <a:pt x="11219" y="171723"/>
                  </a:lnTo>
                  <a:lnTo>
                    <a:pt x="16896" y="157285"/>
                  </a:lnTo>
                  <a:lnTo>
                    <a:pt x="19431" y="155788"/>
                  </a:lnTo>
                  <a:lnTo>
                    <a:pt x="26298" y="151734"/>
                  </a:lnTo>
                  <a:lnTo>
                    <a:pt x="33671" y="141997"/>
                  </a:lnTo>
                  <a:lnTo>
                    <a:pt x="29533" y="138929"/>
                  </a:lnTo>
                  <a:lnTo>
                    <a:pt x="21134" y="132704"/>
                  </a:lnTo>
                  <a:lnTo>
                    <a:pt x="19950" y="131826"/>
                  </a:lnTo>
                  <a:lnTo>
                    <a:pt x="24223" y="126149"/>
                  </a:lnTo>
                  <a:lnTo>
                    <a:pt x="24406" y="125885"/>
                  </a:lnTo>
                  <a:lnTo>
                    <a:pt x="28590" y="119854"/>
                  </a:lnTo>
                  <a:lnTo>
                    <a:pt x="28817" y="119526"/>
                  </a:lnTo>
                  <a:lnTo>
                    <a:pt x="32881" y="113837"/>
                  </a:lnTo>
                  <a:lnTo>
                    <a:pt x="33015" y="113661"/>
                  </a:lnTo>
                  <a:lnTo>
                    <a:pt x="37819" y="107348"/>
                  </a:lnTo>
                  <a:lnTo>
                    <a:pt x="38035" y="107063"/>
                  </a:lnTo>
                  <a:lnTo>
                    <a:pt x="38754" y="106423"/>
                  </a:lnTo>
                  <a:lnTo>
                    <a:pt x="43676" y="102039"/>
                  </a:lnTo>
                  <a:lnTo>
                    <a:pt x="43901" y="101838"/>
                  </a:lnTo>
                  <a:lnTo>
                    <a:pt x="44220" y="101554"/>
                  </a:lnTo>
                  <a:lnTo>
                    <a:pt x="49462" y="96678"/>
                  </a:lnTo>
                  <a:lnTo>
                    <a:pt x="53523" y="93117"/>
                  </a:lnTo>
                  <a:lnTo>
                    <a:pt x="56258" y="90719"/>
                  </a:lnTo>
                  <a:lnTo>
                    <a:pt x="63432" y="95549"/>
                  </a:lnTo>
                  <a:lnTo>
                    <a:pt x="65336" y="96831"/>
                  </a:lnTo>
                  <a:lnTo>
                    <a:pt x="66848" y="98020"/>
                  </a:lnTo>
                  <a:lnTo>
                    <a:pt x="67100" y="98218"/>
                  </a:lnTo>
                  <a:lnTo>
                    <a:pt x="67562" y="98581"/>
                  </a:lnTo>
                  <a:lnTo>
                    <a:pt x="68399" y="99239"/>
                  </a:lnTo>
                  <a:lnTo>
                    <a:pt x="68812" y="98767"/>
                  </a:lnTo>
                  <a:lnTo>
                    <a:pt x="69066" y="98476"/>
                  </a:lnTo>
                  <a:lnTo>
                    <a:pt x="69727" y="97618"/>
                  </a:lnTo>
                  <a:lnTo>
                    <a:pt x="69848" y="97462"/>
                  </a:lnTo>
                  <a:lnTo>
                    <a:pt x="70519" y="96591"/>
                  </a:lnTo>
                  <a:lnTo>
                    <a:pt x="71511" y="95303"/>
                  </a:lnTo>
                  <a:lnTo>
                    <a:pt x="72390" y="94163"/>
                  </a:lnTo>
                  <a:lnTo>
                    <a:pt x="72648" y="93828"/>
                  </a:lnTo>
                  <a:lnTo>
                    <a:pt x="73647" y="92555"/>
                  </a:lnTo>
                  <a:lnTo>
                    <a:pt x="73987" y="92122"/>
                  </a:lnTo>
                  <a:lnTo>
                    <a:pt x="74102" y="91975"/>
                  </a:lnTo>
                  <a:lnTo>
                    <a:pt x="73633" y="91564"/>
                  </a:lnTo>
                  <a:lnTo>
                    <a:pt x="71760" y="90354"/>
                  </a:lnTo>
                  <a:lnTo>
                    <a:pt x="64485" y="85658"/>
                  </a:lnTo>
                  <a:lnTo>
                    <a:pt x="56703" y="80621"/>
                  </a:lnTo>
                  <a:lnTo>
                    <a:pt x="56974" y="80229"/>
                  </a:lnTo>
                  <a:lnTo>
                    <a:pt x="57295" y="79763"/>
                  </a:lnTo>
                  <a:lnTo>
                    <a:pt x="57579" y="79350"/>
                  </a:lnTo>
                  <a:lnTo>
                    <a:pt x="57743" y="79113"/>
                  </a:lnTo>
                  <a:lnTo>
                    <a:pt x="58427" y="78121"/>
                  </a:lnTo>
                  <a:lnTo>
                    <a:pt x="58590" y="77884"/>
                  </a:lnTo>
                  <a:lnTo>
                    <a:pt x="59181" y="77026"/>
                  </a:lnTo>
                  <a:lnTo>
                    <a:pt x="59299" y="76855"/>
                  </a:lnTo>
                  <a:lnTo>
                    <a:pt x="60177" y="75581"/>
                  </a:lnTo>
                  <a:lnTo>
                    <a:pt x="60527" y="75074"/>
                  </a:lnTo>
                  <a:lnTo>
                    <a:pt x="60796" y="74579"/>
                  </a:lnTo>
                  <a:lnTo>
                    <a:pt x="61013" y="74166"/>
                  </a:lnTo>
                  <a:lnTo>
                    <a:pt x="60882" y="74036"/>
                  </a:lnTo>
                  <a:lnTo>
                    <a:pt x="60523" y="73680"/>
                  </a:lnTo>
                  <a:lnTo>
                    <a:pt x="59702" y="72866"/>
                  </a:lnTo>
                  <a:lnTo>
                    <a:pt x="58881" y="72230"/>
                  </a:lnTo>
                  <a:lnTo>
                    <a:pt x="56980" y="70760"/>
                  </a:lnTo>
                  <a:lnTo>
                    <a:pt x="56797" y="70618"/>
                  </a:lnTo>
                  <a:lnTo>
                    <a:pt x="56640" y="70481"/>
                  </a:lnTo>
                  <a:lnTo>
                    <a:pt x="53535" y="67755"/>
                  </a:lnTo>
                  <a:lnTo>
                    <a:pt x="52202" y="66584"/>
                  </a:lnTo>
                  <a:lnTo>
                    <a:pt x="51654" y="65732"/>
                  </a:lnTo>
                  <a:lnTo>
                    <a:pt x="51117" y="64897"/>
                  </a:lnTo>
                  <a:lnTo>
                    <a:pt x="50498" y="63934"/>
                  </a:lnTo>
                  <a:lnTo>
                    <a:pt x="49947" y="63077"/>
                  </a:lnTo>
                  <a:lnTo>
                    <a:pt x="49002" y="61607"/>
                  </a:lnTo>
                  <a:lnTo>
                    <a:pt x="47495" y="58590"/>
                  </a:lnTo>
                  <a:lnTo>
                    <a:pt x="46702" y="57000"/>
                  </a:lnTo>
                  <a:lnTo>
                    <a:pt x="45014" y="53217"/>
                  </a:lnTo>
                  <a:lnTo>
                    <a:pt x="44226" y="52163"/>
                  </a:lnTo>
                  <a:lnTo>
                    <a:pt x="43319" y="50950"/>
                  </a:lnTo>
                  <a:lnTo>
                    <a:pt x="42676" y="50089"/>
                  </a:lnTo>
                  <a:lnTo>
                    <a:pt x="42201" y="49454"/>
                  </a:lnTo>
                  <a:lnTo>
                    <a:pt x="40579" y="47283"/>
                  </a:lnTo>
                  <a:lnTo>
                    <a:pt x="39469" y="45799"/>
                  </a:lnTo>
                  <a:lnTo>
                    <a:pt x="38610" y="44890"/>
                  </a:lnTo>
                  <a:lnTo>
                    <a:pt x="36262" y="42404"/>
                  </a:lnTo>
                  <a:lnTo>
                    <a:pt x="35696" y="41805"/>
                  </a:lnTo>
                  <a:lnTo>
                    <a:pt x="34826" y="40883"/>
                  </a:lnTo>
                  <a:lnTo>
                    <a:pt x="33819" y="39817"/>
                  </a:lnTo>
                  <a:lnTo>
                    <a:pt x="33170" y="39130"/>
                  </a:lnTo>
                  <a:lnTo>
                    <a:pt x="32597" y="38524"/>
                  </a:lnTo>
                  <a:lnTo>
                    <a:pt x="32295" y="38147"/>
                  </a:lnTo>
                  <a:lnTo>
                    <a:pt x="31920" y="37680"/>
                  </a:lnTo>
                  <a:lnTo>
                    <a:pt x="31517" y="37179"/>
                  </a:lnTo>
                  <a:lnTo>
                    <a:pt x="30478" y="35885"/>
                  </a:lnTo>
                  <a:lnTo>
                    <a:pt x="29649" y="34853"/>
                  </a:lnTo>
                  <a:lnTo>
                    <a:pt x="28098" y="32921"/>
                  </a:lnTo>
                  <a:lnTo>
                    <a:pt x="27674" y="32392"/>
                  </a:lnTo>
                  <a:lnTo>
                    <a:pt x="27259" y="31876"/>
                  </a:lnTo>
                  <a:lnTo>
                    <a:pt x="27049" y="31521"/>
                  </a:lnTo>
                  <a:lnTo>
                    <a:pt x="25902" y="29588"/>
                  </a:lnTo>
                  <a:lnTo>
                    <a:pt x="25227" y="28451"/>
                  </a:lnTo>
                  <a:lnTo>
                    <a:pt x="25065" y="28177"/>
                  </a:lnTo>
                  <a:lnTo>
                    <a:pt x="24545" y="27301"/>
                  </a:lnTo>
                  <a:lnTo>
                    <a:pt x="24446" y="27134"/>
                  </a:lnTo>
                  <a:lnTo>
                    <a:pt x="23953" y="26303"/>
                  </a:lnTo>
                  <a:lnTo>
                    <a:pt x="23388" y="25349"/>
                  </a:lnTo>
                  <a:lnTo>
                    <a:pt x="23268" y="25077"/>
                  </a:lnTo>
                  <a:lnTo>
                    <a:pt x="22923" y="24291"/>
                  </a:lnTo>
                  <a:lnTo>
                    <a:pt x="22795" y="23983"/>
                  </a:lnTo>
                  <a:lnTo>
                    <a:pt x="22149" y="22428"/>
                  </a:lnTo>
                  <a:lnTo>
                    <a:pt x="21928" y="21896"/>
                  </a:lnTo>
                  <a:lnTo>
                    <a:pt x="21714" y="21379"/>
                  </a:lnTo>
                  <a:lnTo>
                    <a:pt x="21625" y="21165"/>
                  </a:lnTo>
                  <a:lnTo>
                    <a:pt x="21436" y="20710"/>
                  </a:lnTo>
                  <a:lnTo>
                    <a:pt x="21220" y="20189"/>
                  </a:lnTo>
                  <a:lnTo>
                    <a:pt x="20853" y="19323"/>
                  </a:lnTo>
                  <a:lnTo>
                    <a:pt x="20656" y="19097"/>
                  </a:lnTo>
                  <a:lnTo>
                    <a:pt x="19881" y="18206"/>
                  </a:lnTo>
                  <a:lnTo>
                    <a:pt x="19459" y="17721"/>
                  </a:lnTo>
                  <a:lnTo>
                    <a:pt x="19008" y="17203"/>
                  </a:lnTo>
                  <a:lnTo>
                    <a:pt x="17829" y="15835"/>
                  </a:lnTo>
                  <a:lnTo>
                    <a:pt x="17989" y="15688"/>
                  </a:lnTo>
                  <a:lnTo>
                    <a:pt x="18541" y="15191"/>
                  </a:lnTo>
                  <a:lnTo>
                    <a:pt x="18749" y="15019"/>
                  </a:lnTo>
                  <a:lnTo>
                    <a:pt x="19743" y="14197"/>
                  </a:lnTo>
                  <a:lnTo>
                    <a:pt x="19914" y="14056"/>
                  </a:lnTo>
                  <a:lnTo>
                    <a:pt x="20731" y="13380"/>
                  </a:lnTo>
                  <a:lnTo>
                    <a:pt x="29015" y="6529"/>
                  </a:lnTo>
                  <a:lnTo>
                    <a:pt x="29269" y="6319"/>
                  </a:lnTo>
                  <a:lnTo>
                    <a:pt x="29416" y="6198"/>
                  </a:lnTo>
                  <a:lnTo>
                    <a:pt x="30058" y="5815"/>
                  </a:lnTo>
                  <a:lnTo>
                    <a:pt x="30403" y="5610"/>
                  </a:lnTo>
                  <a:lnTo>
                    <a:pt x="30624" y="5456"/>
                  </a:lnTo>
                  <a:lnTo>
                    <a:pt x="30913" y="5255"/>
                  </a:lnTo>
                  <a:lnTo>
                    <a:pt x="31996" y="4503"/>
                  </a:lnTo>
                  <a:lnTo>
                    <a:pt x="32422" y="4207"/>
                  </a:lnTo>
                  <a:lnTo>
                    <a:pt x="33372" y="3546"/>
                  </a:lnTo>
                  <a:lnTo>
                    <a:pt x="33912" y="3171"/>
                  </a:lnTo>
                  <a:lnTo>
                    <a:pt x="34789" y="2561"/>
                  </a:lnTo>
                  <a:lnTo>
                    <a:pt x="35117" y="2333"/>
                  </a:lnTo>
                  <a:lnTo>
                    <a:pt x="36094" y="1654"/>
                  </a:lnTo>
                  <a:lnTo>
                    <a:pt x="36489" y="1380"/>
                  </a:lnTo>
                  <a:lnTo>
                    <a:pt x="36878" y="1109"/>
                  </a:lnTo>
                  <a:lnTo>
                    <a:pt x="37026" y="1010"/>
                  </a:lnTo>
                  <a:lnTo>
                    <a:pt x="37501" y="692"/>
                  </a:lnTo>
                  <a:lnTo>
                    <a:pt x="38456" y="53"/>
                  </a:lnTo>
                  <a:lnTo>
                    <a:pt x="40962" y="0"/>
                  </a:lnTo>
                  <a:lnTo>
                    <a:pt x="43133" y="335"/>
                  </a:lnTo>
                  <a:lnTo>
                    <a:pt x="46178" y="4175"/>
                  </a:lnTo>
                  <a:lnTo>
                    <a:pt x="46746" y="5713"/>
                  </a:lnTo>
                  <a:lnTo>
                    <a:pt x="46485" y="5830"/>
                  </a:lnTo>
                  <a:lnTo>
                    <a:pt x="46173" y="5969"/>
                  </a:lnTo>
                  <a:lnTo>
                    <a:pt x="43604" y="7118"/>
                  </a:lnTo>
                  <a:lnTo>
                    <a:pt x="46950" y="9187"/>
                  </a:lnTo>
                  <a:lnTo>
                    <a:pt x="48156" y="9932"/>
                  </a:lnTo>
                  <a:lnTo>
                    <a:pt x="53539" y="13259"/>
                  </a:lnTo>
                  <a:lnTo>
                    <a:pt x="52240" y="13834"/>
                  </a:lnTo>
                  <a:lnTo>
                    <a:pt x="48402" y="15534"/>
                  </a:lnTo>
                  <a:lnTo>
                    <a:pt x="47634" y="15874"/>
                  </a:lnTo>
                  <a:lnTo>
                    <a:pt x="48680" y="17636"/>
                  </a:lnTo>
                  <a:lnTo>
                    <a:pt x="50904" y="21382"/>
                  </a:lnTo>
                  <a:lnTo>
                    <a:pt x="55929" y="29847"/>
                  </a:lnTo>
                  <a:lnTo>
                    <a:pt x="57119" y="31746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g143"/>
            <p:cNvSpPr/>
            <p:nvPr/>
          </p:nvSpPr>
          <p:spPr>
            <a:xfrm>
              <a:off x="3365087" y="2441193"/>
              <a:ext cx="148559" cy="230907"/>
            </a:xfrm>
            <a:custGeom>
              <a:avLst/>
              <a:pathLst>
                <a:path w="148559" h="230907">
                  <a:moveTo>
                    <a:pt x="44971" y="0"/>
                  </a:moveTo>
                  <a:lnTo>
                    <a:pt x="55756" y="11628"/>
                  </a:lnTo>
                  <a:lnTo>
                    <a:pt x="60906" y="6496"/>
                  </a:lnTo>
                  <a:lnTo>
                    <a:pt x="62995" y="4415"/>
                  </a:lnTo>
                  <a:lnTo>
                    <a:pt x="64448" y="6101"/>
                  </a:lnTo>
                  <a:lnTo>
                    <a:pt x="70487" y="737"/>
                  </a:lnTo>
                  <a:lnTo>
                    <a:pt x="87169" y="21175"/>
                  </a:lnTo>
                  <a:lnTo>
                    <a:pt x="84695" y="23102"/>
                  </a:lnTo>
                  <a:lnTo>
                    <a:pt x="95506" y="36345"/>
                  </a:lnTo>
                  <a:lnTo>
                    <a:pt x="100234" y="42137"/>
                  </a:lnTo>
                  <a:lnTo>
                    <a:pt x="110020" y="54127"/>
                  </a:lnTo>
                  <a:lnTo>
                    <a:pt x="126575" y="74406"/>
                  </a:lnTo>
                  <a:lnTo>
                    <a:pt x="134408" y="83946"/>
                  </a:lnTo>
                  <a:lnTo>
                    <a:pt x="138206" y="88573"/>
                  </a:lnTo>
                  <a:lnTo>
                    <a:pt x="134138" y="92318"/>
                  </a:lnTo>
                  <a:lnTo>
                    <a:pt x="140892" y="101309"/>
                  </a:lnTo>
                  <a:lnTo>
                    <a:pt x="136171" y="107868"/>
                  </a:lnTo>
                  <a:lnTo>
                    <a:pt x="136770" y="108065"/>
                  </a:lnTo>
                  <a:lnTo>
                    <a:pt x="148559" y="111931"/>
                  </a:lnTo>
                  <a:lnTo>
                    <a:pt x="146348" y="120288"/>
                  </a:lnTo>
                  <a:lnTo>
                    <a:pt x="145955" y="120163"/>
                  </a:lnTo>
                  <a:lnTo>
                    <a:pt x="139048" y="117965"/>
                  </a:lnTo>
                  <a:lnTo>
                    <a:pt x="138171" y="119137"/>
                  </a:lnTo>
                  <a:lnTo>
                    <a:pt x="132156" y="127176"/>
                  </a:lnTo>
                  <a:lnTo>
                    <a:pt x="127944" y="133123"/>
                  </a:lnTo>
                  <a:lnTo>
                    <a:pt x="127827" y="133287"/>
                  </a:lnTo>
                  <a:lnTo>
                    <a:pt x="127588" y="133612"/>
                  </a:lnTo>
                  <a:lnTo>
                    <a:pt x="123439" y="139248"/>
                  </a:lnTo>
                  <a:lnTo>
                    <a:pt x="113249" y="148971"/>
                  </a:lnTo>
                  <a:lnTo>
                    <a:pt x="110863" y="149965"/>
                  </a:lnTo>
                  <a:lnTo>
                    <a:pt x="110337" y="150761"/>
                  </a:lnTo>
                  <a:lnTo>
                    <a:pt x="95217" y="173636"/>
                  </a:lnTo>
                  <a:lnTo>
                    <a:pt x="94039" y="175417"/>
                  </a:lnTo>
                  <a:lnTo>
                    <a:pt x="93838" y="175288"/>
                  </a:lnTo>
                  <a:lnTo>
                    <a:pt x="87324" y="171082"/>
                  </a:lnTo>
                  <a:lnTo>
                    <a:pt x="86808" y="171858"/>
                  </a:lnTo>
                  <a:lnTo>
                    <a:pt x="84106" y="175919"/>
                  </a:lnTo>
                  <a:lnTo>
                    <a:pt x="74001" y="191108"/>
                  </a:lnTo>
                  <a:lnTo>
                    <a:pt x="74158" y="191208"/>
                  </a:lnTo>
                  <a:lnTo>
                    <a:pt x="80667" y="195367"/>
                  </a:lnTo>
                  <a:lnTo>
                    <a:pt x="75037" y="204386"/>
                  </a:lnTo>
                  <a:lnTo>
                    <a:pt x="71140" y="210629"/>
                  </a:lnTo>
                  <a:lnTo>
                    <a:pt x="71106" y="211103"/>
                  </a:lnTo>
                  <a:lnTo>
                    <a:pt x="70300" y="222310"/>
                  </a:lnTo>
                  <a:lnTo>
                    <a:pt x="70286" y="224944"/>
                  </a:lnTo>
                  <a:lnTo>
                    <a:pt x="69667" y="224744"/>
                  </a:lnTo>
                  <a:lnTo>
                    <a:pt x="68822" y="224470"/>
                  </a:lnTo>
                  <a:lnTo>
                    <a:pt x="63082" y="222613"/>
                  </a:lnTo>
                  <a:lnTo>
                    <a:pt x="62876" y="223335"/>
                  </a:lnTo>
                  <a:lnTo>
                    <a:pt x="60504" y="226774"/>
                  </a:lnTo>
                  <a:lnTo>
                    <a:pt x="60228" y="227032"/>
                  </a:lnTo>
                  <a:lnTo>
                    <a:pt x="56075" y="230907"/>
                  </a:lnTo>
                  <a:lnTo>
                    <a:pt x="51101" y="225812"/>
                  </a:lnTo>
                  <a:lnTo>
                    <a:pt x="40734" y="216781"/>
                  </a:lnTo>
                  <a:lnTo>
                    <a:pt x="26558" y="203656"/>
                  </a:lnTo>
                  <a:lnTo>
                    <a:pt x="24870" y="202320"/>
                  </a:lnTo>
                  <a:lnTo>
                    <a:pt x="20997" y="199253"/>
                  </a:lnTo>
                  <a:lnTo>
                    <a:pt x="26967" y="192115"/>
                  </a:lnTo>
                  <a:lnTo>
                    <a:pt x="27381" y="191620"/>
                  </a:lnTo>
                  <a:lnTo>
                    <a:pt x="15167" y="180319"/>
                  </a:lnTo>
                  <a:lnTo>
                    <a:pt x="0" y="166151"/>
                  </a:lnTo>
                  <a:lnTo>
                    <a:pt x="5277" y="160101"/>
                  </a:lnTo>
                  <a:lnTo>
                    <a:pt x="10836" y="154357"/>
                  </a:lnTo>
                  <a:lnTo>
                    <a:pt x="17059" y="147929"/>
                  </a:lnTo>
                  <a:lnTo>
                    <a:pt x="17844" y="148617"/>
                  </a:lnTo>
                  <a:lnTo>
                    <a:pt x="20486" y="150935"/>
                  </a:lnTo>
                  <a:lnTo>
                    <a:pt x="23774" y="153818"/>
                  </a:lnTo>
                  <a:lnTo>
                    <a:pt x="31618" y="160697"/>
                  </a:lnTo>
                  <a:lnTo>
                    <a:pt x="37840" y="166570"/>
                  </a:lnTo>
                  <a:lnTo>
                    <a:pt x="38582" y="167234"/>
                  </a:lnTo>
                  <a:lnTo>
                    <a:pt x="55301" y="182192"/>
                  </a:lnTo>
                  <a:lnTo>
                    <a:pt x="58277" y="184855"/>
                  </a:lnTo>
                  <a:lnTo>
                    <a:pt x="58559" y="184517"/>
                  </a:lnTo>
                  <a:lnTo>
                    <a:pt x="61416" y="181086"/>
                  </a:lnTo>
                  <a:lnTo>
                    <a:pt x="62783" y="179445"/>
                  </a:lnTo>
                  <a:lnTo>
                    <a:pt x="64745" y="177089"/>
                  </a:lnTo>
                  <a:lnTo>
                    <a:pt x="67776" y="173448"/>
                  </a:lnTo>
                  <a:lnTo>
                    <a:pt x="69348" y="171561"/>
                  </a:lnTo>
                  <a:lnTo>
                    <a:pt x="72196" y="168140"/>
                  </a:lnTo>
                  <a:lnTo>
                    <a:pt x="73690" y="166346"/>
                  </a:lnTo>
                  <a:lnTo>
                    <a:pt x="76954" y="164650"/>
                  </a:lnTo>
                  <a:lnTo>
                    <a:pt x="76239" y="163047"/>
                  </a:lnTo>
                  <a:lnTo>
                    <a:pt x="77172" y="162784"/>
                  </a:lnTo>
                  <a:lnTo>
                    <a:pt x="79270" y="159485"/>
                  </a:lnTo>
                  <a:lnTo>
                    <a:pt x="78515" y="158525"/>
                  </a:lnTo>
                  <a:lnTo>
                    <a:pt x="78228" y="158160"/>
                  </a:lnTo>
                  <a:lnTo>
                    <a:pt x="84364" y="146800"/>
                  </a:lnTo>
                  <a:lnTo>
                    <a:pt x="82815" y="140606"/>
                  </a:lnTo>
                  <a:lnTo>
                    <a:pt x="82057" y="137577"/>
                  </a:lnTo>
                  <a:lnTo>
                    <a:pt x="82900" y="136778"/>
                  </a:lnTo>
                  <a:lnTo>
                    <a:pt x="87741" y="132189"/>
                  </a:lnTo>
                  <a:lnTo>
                    <a:pt x="85740" y="131473"/>
                  </a:lnTo>
                  <a:lnTo>
                    <a:pt x="85052" y="131226"/>
                  </a:lnTo>
                  <a:lnTo>
                    <a:pt x="84207" y="130924"/>
                  </a:lnTo>
                  <a:lnTo>
                    <a:pt x="85223" y="125176"/>
                  </a:lnTo>
                  <a:lnTo>
                    <a:pt x="91408" y="125296"/>
                  </a:lnTo>
                  <a:lnTo>
                    <a:pt x="92014" y="127419"/>
                  </a:lnTo>
                  <a:lnTo>
                    <a:pt x="93411" y="132306"/>
                  </a:lnTo>
                  <a:lnTo>
                    <a:pt x="97461" y="134669"/>
                  </a:lnTo>
                  <a:lnTo>
                    <a:pt x="97424" y="136303"/>
                  </a:lnTo>
                  <a:lnTo>
                    <a:pt x="101399" y="140367"/>
                  </a:lnTo>
                  <a:lnTo>
                    <a:pt x="101794" y="139700"/>
                  </a:lnTo>
                  <a:lnTo>
                    <a:pt x="104550" y="135034"/>
                  </a:lnTo>
                  <a:lnTo>
                    <a:pt x="106258" y="127026"/>
                  </a:lnTo>
                  <a:lnTo>
                    <a:pt x="107583" y="118146"/>
                  </a:lnTo>
                  <a:lnTo>
                    <a:pt x="105109" y="116189"/>
                  </a:lnTo>
                  <a:lnTo>
                    <a:pt x="109340" y="110463"/>
                  </a:lnTo>
                  <a:lnTo>
                    <a:pt x="93737" y="98733"/>
                  </a:lnTo>
                  <a:lnTo>
                    <a:pt x="91730" y="97225"/>
                  </a:lnTo>
                  <a:lnTo>
                    <a:pt x="91974" y="93099"/>
                  </a:lnTo>
                  <a:lnTo>
                    <a:pt x="97903" y="86518"/>
                  </a:lnTo>
                  <a:lnTo>
                    <a:pt x="84285" y="72501"/>
                  </a:lnTo>
                  <a:lnTo>
                    <a:pt x="72666" y="59323"/>
                  </a:lnTo>
                  <a:lnTo>
                    <a:pt x="66030" y="62176"/>
                  </a:lnTo>
                  <a:lnTo>
                    <a:pt x="64300" y="61257"/>
                  </a:lnTo>
                  <a:lnTo>
                    <a:pt x="62218" y="54264"/>
                  </a:lnTo>
                  <a:lnTo>
                    <a:pt x="60374" y="46687"/>
                  </a:lnTo>
                  <a:lnTo>
                    <a:pt x="59476" y="46934"/>
                  </a:lnTo>
                  <a:lnTo>
                    <a:pt x="47355" y="50271"/>
                  </a:lnTo>
                  <a:lnTo>
                    <a:pt x="46768" y="48263"/>
                  </a:lnTo>
                  <a:lnTo>
                    <a:pt x="45986" y="45590"/>
                  </a:lnTo>
                  <a:lnTo>
                    <a:pt x="43924" y="43388"/>
                  </a:lnTo>
                  <a:lnTo>
                    <a:pt x="36122" y="35059"/>
                  </a:lnTo>
                  <a:lnTo>
                    <a:pt x="33665" y="32435"/>
                  </a:lnTo>
                  <a:lnTo>
                    <a:pt x="28360" y="26772"/>
                  </a:lnTo>
                  <a:lnTo>
                    <a:pt x="44156" y="12289"/>
                  </a:lnTo>
                  <a:lnTo>
                    <a:pt x="42749" y="10839"/>
                  </a:lnTo>
                  <a:lnTo>
                    <a:pt x="39208" y="7191"/>
                  </a:lnTo>
                  <a:lnTo>
                    <a:pt x="39519" y="680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g144"/>
            <p:cNvSpPr/>
            <p:nvPr/>
          </p:nvSpPr>
          <p:spPr>
            <a:xfrm>
              <a:off x="3351825" y="2444474"/>
              <a:ext cx="321324" cy="361886"/>
            </a:xfrm>
            <a:custGeom>
              <a:avLst/>
              <a:pathLst>
                <a:path w="321324" h="361886">
                  <a:moveTo>
                    <a:pt x="277188" y="7124"/>
                  </a:moveTo>
                  <a:lnTo>
                    <a:pt x="283275" y="20169"/>
                  </a:lnTo>
                  <a:lnTo>
                    <a:pt x="228692" y="51677"/>
                  </a:lnTo>
                  <a:lnTo>
                    <a:pt x="224357" y="44520"/>
                  </a:lnTo>
                  <a:lnTo>
                    <a:pt x="223587" y="43248"/>
                  </a:lnTo>
                  <a:lnTo>
                    <a:pt x="206681" y="49036"/>
                  </a:lnTo>
                  <a:lnTo>
                    <a:pt x="205303" y="49507"/>
                  </a:lnTo>
                  <a:lnTo>
                    <a:pt x="204984" y="47459"/>
                  </a:lnTo>
                  <a:lnTo>
                    <a:pt x="204628" y="45180"/>
                  </a:lnTo>
                  <a:lnTo>
                    <a:pt x="201376" y="44929"/>
                  </a:lnTo>
                  <a:lnTo>
                    <a:pt x="200568" y="49649"/>
                  </a:lnTo>
                  <a:lnTo>
                    <a:pt x="199861" y="53780"/>
                  </a:lnTo>
                  <a:lnTo>
                    <a:pt x="199229" y="57472"/>
                  </a:lnTo>
                  <a:lnTo>
                    <a:pt x="204370" y="58938"/>
                  </a:lnTo>
                  <a:lnTo>
                    <a:pt x="205610" y="59291"/>
                  </a:lnTo>
                  <a:lnTo>
                    <a:pt x="203462" y="72273"/>
                  </a:lnTo>
                  <a:lnTo>
                    <a:pt x="201376" y="84879"/>
                  </a:lnTo>
                  <a:lnTo>
                    <a:pt x="195179" y="83500"/>
                  </a:lnTo>
                  <a:lnTo>
                    <a:pt x="191682" y="93910"/>
                  </a:lnTo>
                  <a:lnTo>
                    <a:pt x="194414" y="93754"/>
                  </a:lnTo>
                  <a:lnTo>
                    <a:pt x="197485" y="93578"/>
                  </a:lnTo>
                  <a:lnTo>
                    <a:pt x="205917" y="93095"/>
                  </a:lnTo>
                  <a:lnTo>
                    <a:pt x="206091" y="92236"/>
                  </a:lnTo>
                  <a:lnTo>
                    <a:pt x="206592" y="89771"/>
                  </a:lnTo>
                  <a:lnTo>
                    <a:pt x="209938" y="89478"/>
                  </a:lnTo>
                  <a:lnTo>
                    <a:pt x="214190" y="89106"/>
                  </a:lnTo>
                  <a:lnTo>
                    <a:pt x="220213" y="88580"/>
                  </a:lnTo>
                  <a:lnTo>
                    <a:pt x="246289" y="91966"/>
                  </a:lnTo>
                  <a:lnTo>
                    <a:pt x="247946" y="94099"/>
                  </a:lnTo>
                  <a:lnTo>
                    <a:pt x="262917" y="96105"/>
                  </a:lnTo>
                  <a:lnTo>
                    <a:pt x="285455" y="98191"/>
                  </a:lnTo>
                  <a:lnTo>
                    <a:pt x="304230" y="88156"/>
                  </a:lnTo>
                  <a:lnTo>
                    <a:pt x="314336" y="93148"/>
                  </a:lnTo>
                  <a:lnTo>
                    <a:pt x="293603" y="108079"/>
                  </a:lnTo>
                  <a:lnTo>
                    <a:pt x="279780" y="108079"/>
                  </a:lnTo>
                  <a:lnTo>
                    <a:pt x="277581" y="122369"/>
                  </a:lnTo>
                  <a:lnTo>
                    <a:pt x="268813" y="121632"/>
                  </a:lnTo>
                  <a:lnTo>
                    <a:pt x="269099" y="112575"/>
                  </a:lnTo>
                  <a:lnTo>
                    <a:pt x="258356" y="112843"/>
                  </a:lnTo>
                  <a:lnTo>
                    <a:pt x="257216" y="117393"/>
                  </a:lnTo>
                  <a:lnTo>
                    <a:pt x="255391" y="135068"/>
                  </a:lnTo>
                  <a:lnTo>
                    <a:pt x="246310" y="133939"/>
                  </a:lnTo>
                  <a:lnTo>
                    <a:pt x="243978" y="133688"/>
                  </a:lnTo>
                  <a:lnTo>
                    <a:pt x="244592" y="137326"/>
                  </a:lnTo>
                  <a:lnTo>
                    <a:pt x="259440" y="159527"/>
                  </a:lnTo>
                  <a:lnTo>
                    <a:pt x="263980" y="157646"/>
                  </a:lnTo>
                  <a:lnTo>
                    <a:pt x="277970" y="179596"/>
                  </a:lnTo>
                  <a:lnTo>
                    <a:pt x="275393" y="181979"/>
                  </a:lnTo>
                  <a:lnTo>
                    <a:pt x="284474" y="187749"/>
                  </a:lnTo>
                  <a:lnTo>
                    <a:pt x="287787" y="185366"/>
                  </a:lnTo>
                  <a:lnTo>
                    <a:pt x="320441" y="213465"/>
                  </a:lnTo>
                  <a:lnTo>
                    <a:pt x="321324" y="232330"/>
                  </a:lnTo>
                  <a:lnTo>
                    <a:pt x="310231" y="232731"/>
                  </a:lnTo>
                  <a:lnTo>
                    <a:pt x="297763" y="229018"/>
                  </a:lnTo>
                  <a:lnTo>
                    <a:pt x="281173" y="216074"/>
                  </a:lnTo>
                  <a:lnTo>
                    <a:pt x="283823" y="211859"/>
                  </a:lnTo>
                  <a:lnTo>
                    <a:pt x="249758" y="191489"/>
                  </a:lnTo>
                  <a:lnTo>
                    <a:pt x="233756" y="189482"/>
                  </a:lnTo>
                  <a:lnTo>
                    <a:pt x="200280" y="179046"/>
                  </a:lnTo>
                  <a:lnTo>
                    <a:pt x="208134" y="190385"/>
                  </a:lnTo>
                  <a:lnTo>
                    <a:pt x="199593" y="208749"/>
                  </a:lnTo>
                  <a:lnTo>
                    <a:pt x="204039" y="210079"/>
                  </a:lnTo>
                  <a:lnTo>
                    <a:pt x="216520" y="213813"/>
                  </a:lnTo>
                  <a:lnTo>
                    <a:pt x="245537" y="222496"/>
                  </a:lnTo>
                  <a:lnTo>
                    <a:pt x="240728" y="236309"/>
                  </a:lnTo>
                  <a:lnTo>
                    <a:pt x="230996" y="234447"/>
                  </a:lnTo>
                  <a:lnTo>
                    <a:pt x="227560" y="242725"/>
                  </a:lnTo>
                  <a:lnTo>
                    <a:pt x="218038" y="242675"/>
                  </a:lnTo>
                  <a:lnTo>
                    <a:pt x="219756" y="245886"/>
                  </a:lnTo>
                  <a:lnTo>
                    <a:pt x="229131" y="251505"/>
                  </a:lnTo>
                  <a:lnTo>
                    <a:pt x="233781" y="246356"/>
                  </a:lnTo>
                  <a:lnTo>
                    <a:pt x="254157" y="257861"/>
                  </a:lnTo>
                  <a:lnTo>
                    <a:pt x="251721" y="265544"/>
                  </a:lnTo>
                  <a:lnTo>
                    <a:pt x="268312" y="265845"/>
                  </a:lnTo>
                  <a:lnTo>
                    <a:pt x="268018" y="269658"/>
                  </a:lnTo>
                  <a:lnTo>
                    <a:pt x="287306" y="263932"/>
                  </a:lnTo>
                  <a:lnTo>
                    <a:pt x="288338" y="266643"/>
                  </a:lnTo>
                  <a:lnTo>
                    <a:pt x="296782" y="288824"/>
                  </a:lnTo>
                  <a:lnTo>
                    <a:pt x="290008" y="293641"/>
                  </a:lnTo>
                  <a:lnTo>
                    <a:pt x="290912" y="299842"/>
                  </a:lnTo>
                  <a:lnTo>
                    <a:pt x="295636" y="301472"/>
                  </a:lnTo>
                  <a:lnTo>
                    <a:pt x="294287" y="310566"/>
                  </a:lnTo>
                  <a:lnTo>
                    <a:pt x="292972" y="310257"/>
                  </a:lnTo>
                  <a:lnTo>
                    <a:pt x="278272" y="306803"/>
                  </a:lnTo>
                  <a:lnTo>
                    <a:pt x="278601" y="307578"/>
                  </a:lnTo>
                  <a:lnTo>
                    <a:pt x="280665" y="312447"/>
                  </a:lnTo>
                  <a:lnTo>
                    <a:pt x="275137" y="316531"/>
                  </a:lnTo>
                  <a:lnTo>
                    <a:pt x="272636" y="315051"/>
                  </a:lnTo>
                  <a:lnTo>
                    <a:pt x="266316" y="319154"/>
                  </a:lnTo>
                  <a:lnTo>
                    <a:pt x="266124" y="318957"/>
                  </a:lnTo>
                  <a:lnTo>
                    <a:pt x="265030" y="317834"/>
                  </a:lnTo>
                  <a:lnTo>
                    <a:pt x="234841" y="286854"/>
                  </a:lnTo>
                  <a:lnTo>
                    <a:pt x="214126" y="271751"/>
                  </a:lnTo>
                  <a:lnTo>
                    <a:pt x="213444" y="273232"/>
                  </a:lnTo>
                  <a:lnTo>
                    <a:pt x="204321" y="293064"/>
                  </a:lnTo>
                  <a:lnTo>
                    <a:pt x="186934" y="288623"/>
                  </a:lnTo>
                  <a:lnTo>
                    <a:pt x="197351" y="268881"/>
                  </a:lnTo>
                  <a:lnTo>
                    <a:pt x="190970" y="265168"/>
                  </a:lnTo>
                  <a:lnTo>
                    <a:pt x="184196" y="279718"/>
                  </a:lnTo>
                  <a:lnTo>
                    <a:pt x="163286" y="271991"/>
                  </a:lnTo>
                  <a:lnTo>
                    <a:pt x="157101" y="277410"/>
                  </a:lnTo>
                  <a:lnTo>
                    <a:pt x="155432" y="286140"/>
                  </a:lnTo>
                  <a:lnTo>
                    <a:pt x="186258" y="306811"/>
                  </a:lnTo>
                  <a:lnTo>
                    <a:pt x="193915" y="307815"/>
                  </a:lnTo>
                  <a:lnTo>
                    <a:pt x="203226" y="317139"/>
                  </a:lnTo>
                  <a:lnTo>
                    <a:pt x="233870" y="333303"/>
                  </a:lnTo>
                  <a:lnTo>
                    <a:pt x="237055" y="335100"/>
                  </a:lnTo>
                  <a:lnTo>
                    <a:pt x="240628" y="337116"/>
                  </a:lnTo>
                  <a:lnTo>
                    <a:pt x="251799" y="343421"/>
                  </a:lnTo>
                  <a:lnTo>
                    <a:pt x="247325" y="352115"/>
                  </a:lnTo>
                  <a:lnTo>
                    <a:pt x="232778" y="343609"/>
                  </a:lnTo>
                  <a:lnTo>
                    <a:pt x="220464" y="361886"/>
                  </a:lnTo>
                  <a:lnTo>
                    <a:pt x="219729" y="361407"/>
                  </a:lnTo>
                  <a:lnTo>
                    <a:pt x="215283" y="358510"/>
                  </a:lnTo>
                  <a:lnTo>
                    <a:pt x="209789" y="354930"/>
                  </a:lnTo>
                  <a:lnTo>
                    <a:pt x="206409" y="360651"/>
                  </a:lnTo>
                  <a:lnTo>
                    <a:pt x="205317" y="359983"/>
                  </a:lnTo>
                  <a:lnTo>
                    <a:pt x="187619" y="349154"/>
                  </a:lnTo>
                  <a:lnTo>
                    <a:pt x="186954" y="348699"/>
                  </a:lnTo>
                  <a:lnTo>
                    <a:pt x="178353" y="342822"/>
                  </a:lnTo>
                  <a:lnTo>
                    <a:pt x="170970" y="337776"/>
                  </a:lnTo>
                  <a:lnTo>
                    <a:pt x="174779" y="331291"/>
                  </a:lnTo>
                  <a:lnTo>
                    <a:pt x="169596" y="327348"/>
                  </a:lnTo>
                  <a:lnTo>
                    <a:pt x="168800" y="326926"/>
                  </a:lnTo>
                  <a:lnTo>
                    <a:pt x="163381" y="322923"/>
                  </a:lnTo>
                  <a:lnTo>
                    <a:pt x="157609" y="318828"/>
                  </a:lnTo>
                  <a:lnTo>
                    <a:pt x="150695" y="314486"/>
                  </a:lnTo>
                  <a:lnTo>
                    <a:pt x="144886" y="310129"/>
                  </a:lnTo>
                  <a:lnTo>
                    <a:pt x="139803" y="306692"/>
                  </a:lnTo>
                  <a:lnTo>
                    <a:pt x="139320" y="306366"/>
                  </a:lnTo>
                  <a:lnTo>
                    <a:pt x="133118" y="302409"/>
                  </a:lnTo>
                  <a:lnTo>
                    <a:pt x="115202" y="290217"/>
                  </a:lnTo>
                  <a:lnTo>
                    <a:pt x="96731" y="277302"/>
                  </a:lnTo>
                  <a:lnTo>
                    <a:pt x="76161" y="262949"/>
                  </a:lnTo>
                  <a:lnTo>
                    <a:pt x="74868" y="262090"/>
                  </a:lnTo>
                  <a:lnTo>
                    <a:pt x="71817" y="260063"/>
                  </a:lnTo>
                  <a:lnTo>
                    <a:pt x="69878" y="258775"/>
                  </a:lnTo>
                  <a:lnTo>
                    <a:pt x="69316" y="259634"/>
                  </a:lnTo>
                  <a:lnTo>
                    <a:pt x="59174" y="278359"/>
                  </a:lnTo>
                  <a:lnTo>
                    <a:pt x="54106" y="275445"/>
                  </a:lnTo>
                  <a:lnTo>
                    <a:pt x="53582" y="275151"/>
                  </a:lnTo>
                  <a:lnTo>
                    <a:pt x="52925" y="276235"/>
                  </a:lnTo>
                  <a:lnTo>
                    <a:pt x="44201" y="290626"/>
                  </a:lnTo>
                  <a:lnTo>
                    <a:pt x="38307" y="286865"/>
                  </a:lnTo>
                  <a:lnTo>
                    <a:pt x="37355" y="286203"/>
                  </a:lnTo>
                  <a:lnTo>
                    <a:pt x="35264" y="284576"/>
                  </a:lnTo>
                  <a:lnTo>
                    <a:pt x="31975" y="273864"/>
                  </a:lnTo>
                  <a:lnTo>
                    <a:pt x="28638" y="270076"/>
                  </a:lnTo>
                  <a:lnTo>
                    <a:pt x="24686" y="266564"/>
                  </a:lnTo>
                  <a:lnTo>
                    <a:pt x="16734" y="260092"/>
                  </a:lnTo>
                  <a:lnTo>
                    <a:pt x="10914" y="257117"/>
                  </a:lnTo>
                  <a:lnTo>
                    <a:pt x="7506" y="255376"/>
                  </a:lnTo>
                  <a:lnTo>
                    <a:pt x="11139" y="253456"/>
                  </a:lnTo>
                  <a:lnTo>
                    <a:pt x="17396" y="250148"/>
                  </a:lnTo>
                  <a:lnTo>
                    <a:pt x="18503" y="250063"/>
                  </a:lnTo>
                  <a:lnTo>
                    <a:pt x="20979" y="249871"/>
                  </a:lnTo>
                  <a:lnTo>
                    <a:pt x="19477" y="239305"/>
                  </a:lnTo>
                  <a:lnTo>
                    <a:pt x="16156" y="234433"/>
                  </a:lnTo>
                  <a:lnTo>
                    <a:pt x="13626" y="230028"/>
                  </a:lnTo>
                  <a:lnTo>
                    <a:pt x="9088" y="222681"/>
                  </a:lnTo>
                  <a:lnTo>
                    <a:pt x="10188" y="221878"/>
                  </a:lnTo>
                  <a:lnTo>
                    <a:pt x="4297" y="212619"/>
                  </a:lnTo>
                  <a:lnTo>
                    <a:pt x="0" y="207981"/>
                  </a:lnTo>
                  <a:lnTo>
                    <a:pt x="6356" y="186360"/>
                  </a:lnTo>
                  <a:lnTo>
                    <a:pt x="6449" y="186043"/>
                  </a:lnTo>
                  <a:lnTo>
                    <a:pt x="13261" y="162870"/>
                  </a:lnTo>
                  <a:lnTo>
                    <a:pt x="28429" y="177038"/>
                  </a:lnTo>
                  <a:lnTo>
                    <a:pt x="40642" y="188339"/>
                  </a:lnTo>
                  <a:lnTo>
                    <a:pt x="40229" y="188834"/>
                  </a:lnTo>
                  <a:lnTo>
                    <a:pt x="34259" y="195972"/>
                  </a:lnTo>
                  <a:lnTo>
                    <a:pt x="38132" y="199039"/>
                  </a:lnTo>
                  <a:lnTo>
                    <a:pt x="39820" y="200375"/>
                  </a:lnTo>
                  <a:lnTo>
                    <a:pt x="53996" y="213500"/>
                  </a:lnTo>
                  <a:lnTo>
                    <a:pt x="64363" y="222531"/>
                  </a:lnTo>
                  <a:lnTo>
                    <a:pt x="69337" y="227626"/>
                  </a:lnTo>
                  <a:lnTo>
                    <a:pt x="73490" y="223751"/>
                  </a:lnTo>
                  <a:lnTo>
                    <a:pt x="73766" y="223493"/>
                  </a:lnTo>
                  <a:lnTo>
                    <a:pt x="76138" y="220054"/>
                  </a:lnTo>
                  <a:lnTo>
                    <a:pt x="76344" y="219332"/>
                  </a:lnTo>
                  <a:lnTo>
                    <a:pt x="82084" y="221189"/>
                  </a:lnTo>
                  <a:lnTo>
                    <a:pt x="82929" y="221463"/>
                  </a:lnTo>
                  <a:lnTo>
                    <a:pt x="83548" y="221663"/>
                  </a:lnTo>
                  <a:lnTo>
                    <a:pt x="83562" y="219029"/>
                  </a:lnTo>
                  <a:lnTo>
                    <a:pt x="84368" y="207822"/>
                  </a:lnTo>
                  <a:lnTo>
                    <a:pt x="84402" y="207348"/>
                  </a:lnTo>
                  <a:lnTo>
                    <a:pt x="88299" y="201105"/>
                  </a:lnTo>
                  <a:lnTo>
                    <a:pt x="93929" y="192086"/>
                  </a:lnTo>
                  <a:lnTo>
                    <a:pt x="87420" y="187927"/>
                  </a:lnTo>
                  <a:lnTo>
                    <a:pt x="87263" y="187827"/>
                  </a:lnTo>
                  <a:lnTo>
                    <a:pt x="97368" y="172638"/>
                  </a:lnTo>
                  <a:lnTo>
                    <a:pt x="100070" y="168577"/>
                  </a:lnTo>
                  <a:lnTo>
                    <a:pt x="100586" y="167801"/>
                  </a:lnTo>
                  <a:lnTo>
                    <a:pt x="107100" y="172007"/>
                  </a:lnTo>
                  <a:lnTo>
                    <a:pt x="107301" y="172136"/>
                  </a:lnTo>
                  <a:lnTo>
                    <a:pt x="108479" y="170355"/>
                  </a:lnTo>
                  <a:lnTo>
                    <a:pt x="123599" y="147480"/>
                  </a:lnTo>
                  <a:lnTo>
                    <a:pt x="124125" y="146684"/>
                  </a:lnTo>
                  <a:lnTo>
                    <a:pt x="126511" y="145690"/>
                  </a:lnTo>
                  <a:lnTo>
                    <a:pt x="136701" y="135967"/>
                  </a:lnTo>
                  <a:lnTo>
                    <a:pt x="140850" y="130331"/>
                  </a:lnTo>
                  <a:lnTo>
                    <a:pt x="141089" y="130006"/>
                  </a:lnTo>
                  <a:lnTo>
                    <a:pt x="141206" y="129842"/>
                  </a:lnTo>
                  <a:lnTo>
                    <a:pt x="145418" y="123895"/>
                  </a:lnTo>
                  <a:lnTo>
                    <a:pt x="151433" y="115856"/>
                  </a:lnTo>
                  <a:lnTo>
                    <a:pt x="152310" y="114684"/>
                  </a:lnTo>
                  <a:lnTo>
                    <a:pt x="159217" y="116882"/>
                  </a:lnTo>
                  <a:lnTo>
                    <a:pt x="159610" y="117007"/>
                  </a:lnTo>
                  <a:lnTo>
                    <a:pt x="161821" y="108650"/>
                  </a:lnTo>
                  <a:lnTo>
                    <a:pt x="166122" y="92397"/>
                  </a:lnTo>
                  <a:lnTo>
                    <a:pt x="168290" y="82859"/>
                  </a:lnTo>
                  <a:lnTo>
                    <a:pt x="171654" y="67814"/>
                  </a:lnTo>
                  <a:lnTo>
                    <a:pt x="164669" y="66108"/>
                  </a:lnTo>
                  <a:lnTo>
                    <a:pt x="170474" y="41863"/>
                  </a:lnTo>
                  <a:lnTo>
                    <a:pt x="172794" y="28597"/>
                  </a:lnTo>
                  <a:lnTo>
                    <a:pt x="172873" y="28267"/>
                  </a:lnTo>
                  <a:lnTo>
                    <a:pt x="194571" y="33472"/>
                  </a:lnTo>
                  <a:lnTo>
                    <a:pt x="195549" y="33706"/>
                  </a:lnTo>
                  <a:lnTo>
                    <a:pt x="198544" y="20260"/>
                  </a:lnTo>
                  <a:lnTo>
                    <a:pt x="201737" y="6806"/>
                  </a:lnTo>
                  <a:lnTo>
                    <a:pt x="201783" y="6613"/>
                  </a:lnTo>
                  <a:lnTo>
                    <a:pt x="205769" y="7696"/>
                  </a:lnTo>
                  <a:lnTo>
                    <a:pt x="209477" y="8703"/>
                  </a:lnTo>
                  <a:lnTo>
                    <a:pt x="209606" y="8738"/>
                  </a:lnTo>
                  <a:lnTo>
                    <a:pt x="211601" y="9251"/>
                  </a:lnTo>
                  <a:lnTo>
                    <a:pt x="209471" y="19749"/>
                  </a:lnTo>
                  <a:lnTo>
                    <a:pt x="207841" y="27785"/>
                  </a:lnTo>
                  <a:lnTo>
                    <a:pt x="217854" y="26280"/>
                  </a:lnTo>
                  <a:lnTo>
                    <a:pt x="220652" y="22668"/>
                  </a:lnTo>
                  <a:lnTo>
                    <a:pt x="220505" y="16647"/>
                  </a:lnTo>
                  <a:lnTo>
                    <a:pt x="227367" y="12760"/>
                  </a:lnTo>
                  <a:lnTo>
                    <a:pt x="230754" y="19065"/>
                  </a:lnTo>
                  <a:lnTo>
                    <a:pt x="251271" y="8609"/>
                  </a:lnTo>
                  <a:lnTo>
                    <a:pt x="265015" y="1605"/>
                  </a:lnTo>
                  <a:lnTo>
                    <a:pt x="277385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g145"/>
            <p:cNvSpPr/>
            <p:nvPr/>
          </p:nvSpPr>
          <p:spPr>
            <a:xfrm>
              <a:off x="3279193" y="2498336"/>
              <a:ext cx="195234" cy="163753"/>
            </a:xfrm>
            <a:custGeom>
              <a:avLst/>
              <a:pathLst>
                <a:path w="195234" h="163753">
                  <a:moveTo>
                    <a:pt x="29208" y="6625"/>
                  </a:moveTo>
                  <a:lnTo>
                    <a:pt x="30157" y="19148"/>
                  </a:lnTo>
                  <a:lnTo>
                    <a:pt x="38639" y="18184"/>
                  </a:lnTo>
                  <a:lnTo>
                    <a:pt x="44765" y="12886"/>
                  </a:lnTo>
                  <a:lnTo>
                    <a:pt x="52540" y="16739"/>
                  </a:lnTo>
                  <a:lnTo>
                    <a:pt x="64085" y="26613"/>
                  </a:lnTo>
                  <a:lnTo>
                    <a:pt x="68797" y="21074"/>
                  </a:lnTo>
                  <a:lnTo>
                    <a:pt x="76575" y="20594"/>
                  </a:lnTo>
                  <a:lnTo>
                    <a:pt x="89295" y="30226"/>
                  </a:lnTo>
                  <a:lnTo>
                    <a:pt x="91416" y="28540"/>
                  </a:lnTo>
                  <a:lnTo>
                    <a:pt x="101565" y="36084"/>
                  </a:lnTo>
                  <a:lnTo>
                    <a:pt x="101783" y="36247"/>
                  </a:lnTo>
                  <a:lnTo>
                    <a:pt x="101097" y="37148"/>
                  </a:lnTo>
                  <a:lnTo>
                    <a:pt x="98484" y="40581"/>
                  </a:lnTo>
                  <a:lnTo>
                    <a:pt x="114309" y="52298"/>
                  </a:lnTo>
                  <a:lnTo>
                    <a:pt x="108453" y="60429"/>
                  </a:lnTo>
                  <a:lnTo>
                    <a:pt x="128064" y="78398"/>
                  </a:lnTo>
                  <a:lnTo>
                    <a:pt x="129069" y="79319"/>
                  </a:lnTo>
                  <a:lnTo>
                    <a:pt x="123583" y="87089"/>
                  </a:lnTo>
                  <a:lnTo>
                    <a:pt x="127449" y="90156"/>
                  </a:lnTo>
                  <a:lnTo>
                    <a:pt x="124283" y="96855"/>
                  </a:lnTo>
                  <a:lnTo>
                    <a:pt x="146077" y="111530"/>
                  </a:lnTo>
                  <a:lnTo>
                    <a:pt x="149096" y="107692"/>
                  </a:lnTo>
                  <a:lnTo>
                    <a:pt x="135180" y="99489"/>
                  </a:lnTo>
                  <a:lnTo>
                    <a:pt x="143721" y="90909"/>
                  </a:lnTo>
                  <a:lnTo>
                    <a:pt x="143029" y="84292"/>
                  </a:lnTo>
                  <a:lnTo>
                    <a:pt x="142408" y="78348"/>
                  </a:lnTo>
                  <a:lnTo>
                    <a:pt x="151096" y="64450"/>
                  </a:lnTo>
                  <a:lnTo>
                    <a:pt x="154911" y="66161"/>
                  </a:lnTo>
                  <a:lnTo>
                    <a:pt x="161502" y="69116"/>
                  </a:lnTo>
                  <a:lnTo>
                    <a:pt x="177308" y="59132"/>
                  </a:lnTo>
                  <a:lnTo>
                    <a:pt x="171534" y="54384"/>
                  </a:lnTo>
                  <a:lnTo>
                    <a:pt x="164006" y="48194"/>
                  </a:lnTo>
                  <a:lnTo>
                    <a:pt x="133958" y="14004"/>
                  </a:lnTo>
                  <a:lnTo>
                    <a:pt x="151924" y="5034"/>
                  </a:lnTo>
                  <a:lnTo>
                    <a:pt x="158560" y="2181"/>
                  </a:lnTo>
                  <a:lnTo>
                    <a:pt x="170179" y="15359"/>
                  </a:lnTo>
                  <a:lnTo>
                    <a:pt x="183877" y="29464"/>
                  </a:lnTo>
                  <a:lnTo>
                    <a:pt x="177868" y="35957"/>
                  </a:lnTo>
                  <a:lnTo>
                    <a:pt x="177686" y="40130"/>
                  </a:lnTo>
                  <a:lnTo>
                    <a:pt x="179631" y="41591"/>
                  </a:lnTo>
                  <a:lnTo>
                    <a:pt x="195234" y="53321"/>
                  </a:lnTo>
                  <a:lnTo>
                    <a:pt x="191003" y="59047"/>
                  </a:lnTo>
                  <a:lnTo>
                    <a:pt x="193477" y="61003"/>
                  </a:lnTo>
                  <a:lnTo>
                    <a:pt x="192151" y="69884"/>
                  </a:lnTo>
                  <a:lnTo>
                    <a:pt x="190443" y="77892"/>
                  </a:lnTo>
                  <a:lnTo>
                    <a:pt x="187687" y="82558"/>
                  </a:lnTo>
                  <a:lnTo>
                    <a:pt x="187293" y="83225"/>
                  </a:lnTo>
                  <a:lnTo>
                    <a:pt x="183317" y="79161"/>
                  </a:lnTo>
                  <a:lnTo>
                    <a:pt x="183355" y="77527"/>
                  </a:lnTo>
                  <a:lnTo>
                    <a:pt x="179305" y="75164"/>
                  </a:lnTo>
                  <a:lnTo>
                    <a:pt x="177908" y="70277"/>
                  </a:lnTo>
                  <a:lnTo>
                    <a:pt x="177301" y="68154"/>
                  </a:lnTo>
                  <a:lnTo>
                    <a:pt x="171116" y="68034"/>
                  </a:lnTo>
                  <a:lnTo>
                    <a:pt x="170101" y="73782"/>
                  </a:lnTo>
                  <a:lnTo>
                    <a:pt x="170945" y="74084"/>
                  </a:lnTo>
                  <a:lnTo>
                    <a:pt x="171633" y="74330"/>
                  </a:lnTo>
                  <a:lnTo>
                    <a:pt x="173635" y="75046"/>
                  </a:lnTo>
                  <a:lnTo>
                    <a:pt x="168793" y="79636"/>
                  </a:lnTo>
                  <a:lnTo>
                    <a:pt x="167951" y="80435"/>
                  </a:lnTo>
                  <a:lnTo>
                    <a:pt x="168708" y="83464"/>
                  </a:lnTo>
                  <a:lnTo>
                    <a:pt x="170257" y="89658"/>
                  </a:lnTo>
                  <a:lnTo>
                    <a:pt x="164122" y="101018"/>
                  </a:lnTo>
                  <a:lnTo>
                    <a:pt x="164486" y="101481"/>
                  </a:lnTo>
                  <a:lnTo>
                    <a:pt x="165164" y="102343"/>
                  </a:lnTo>
                  <a:lnTo>
                    <a:pt x="163065" y="105642"/>
                  </a:lnTo>
                  <a:lnTo>
                    <a:pt x="162133" y="105905"/>
                  </a:lnTo>
                  <a:lnTo>
                    <a:pt x="162847" y="107508"/>
                  </a:lnTo>
                  <a:lnTo>
                    <a:pt x="159584" y="109204"/>
                  </a:lnTo>
                  <a:lnTo>
                    <a:pt x="158090" y="110998"/>
                  </a:lnTo>
                  <a:lnTo>
                    <a:pt x="155241" y="114418"/>
                  </a:lnTo>
                  <a:lnTo>
                    <a:pt x="153669" y="116306"/>
                  </a:lnTo>
                  <a:lnTo>
                    <a:pt x="150638" y="119947"/>
                  </a:lnTo>
                  <a:lnTo>
                    <a:pt x="148676" y="122303"/>
                  </a:lnTo>
                  <a:lnTo>
                    <a:pt x="147310" y="123944"/>
                  </a:lnTo>
                  <a:lnTo>
                    <a:pt x="144453" y="127375"/>
                  </a:lnTo>
                  <a:lnTo>
                    <a:pt x="144171" y="127713"/>
                  </a:lnTo>
                  <a:lnTo>
                    <a:pt x="141194" y="125050"/>
                  </a:lnTo>
                  <a:lnTo>
                    <a:pt x="124475" y="110092"/>
                  </a:lnTo>
                  <a:lnTo>
                    <a:pt x="123733" y="109428"/>
                  </a:lnTo>
                  <a:lnTo>
                    <a:pt x="117512" y="103555"/>
                  </a:lnTo>
                  <a:lnTo>
                    <a:pt x="109667" y="96675"/>
                  </a:lnTo>
                  <a:lnTo>
                    <a:pt x="106380" y="93792"/>
                  </a:lnTo>
                  <a:lnTo>
                    <a:pt x="103737" y="91475"/>
                  </a:lnTo>
                  <a:lnTo>
                    <a:pt x="102952" y="90786"/>
                  </a:lnTo>
                  <a:lnTo>
                    <a:pt x="96730" y="97215"/>
                  </a:lnTo>
                  <a:lnTo>
                    <a:pt x="91170" y="102959"/>
                  </a:lnTo>
                  <a:lnTo>
                    <a:pt x="85893" y="109008"/>
                  </a:lnTo>
                  <a:lnTo>
                    <a:pt x="79081" y="132182"/>
                  </a:lnTo>
                  <a:lnTo>
                    <a:pt x="78987" y="132499"/>
                  </a:lnTo>
                  <a:lnTo>
                    <a:pt x="72631" y="154120"/>
                  </a:lnTo>
                  <a:lnTo>
                    <a:pt x="60140" y="159582"/>
                  </a:lnTo>
                  <a:lnTo>
                    <a:pt x="56359" y="163753"/>
                  </a:lnTo>
                  <a:lnTo>
                    <a:pt x="53461" y="162760"/>
                  </a:lnTo>
                  <a:lnTo>
                    <a:pt x="44505" y="159689"/>
                  </a:lnTo>
                  <a:lnTo>
                    <a:pt x="40334" y="155735"/>
                  </a:lnTo>
                  <a:lnTo>
                    <a:pt x="37130" y="151133"/>
                  </a:lnTo>
                  <a:lnTo>
                    <a:pt x="31282" y="157362"/>
                  </a:lnTo>
                  <a:lnTo>
                    <a:pt x="27625" y="150929"/>
                  </a:lnTo>
                  <a:lnTo>
                    <a:pt x="24804" y="146427"/>
                  </a:lnTo>
                  <a:lnTo>
                    <a:pt x="23614" y="144527"/>
                  </a:lnTo>
                  <a:lnTo>
                    <a:pt x="18589" y="136063"/>
                  </a:lnTo>
                  <a:lnTo>
                    <a:pt x="16365" y="132317"/>
                  </a:lnTo>
                  <a:lnTo>
                    <a:pt x="15319" y="130554"/>
                  </a:lnTo>
                  <a:lnTo>
                    <a:pt x="16087" y="130214"/>
                  </a:lnTo>
                  <a:lnTo>
                    <a:pt x="19925" y="128515"/>
                  </a:lnTo>
                  <a:lnTo>
                    <a:pt x="21224" y="127940"/>
                  </a:lnTo>
                  <a:lnTo>
                    <a:pt x="15841" y="124612"/>
                  </a:lnTo>
                  <a:lnTo>
                    <a:pt x="14635" y="123867"/>
                  </a:lnTo>
                  <a:lnTo>
                    <a:pt x="11289" y="121799"/>
                  </a:lnTo>
                  <a:lnTo>
                    <a:pt x="13858" y="120650"/>
                  </a:lnTo>
                  <a:lnTo>
                    <a:pt x="14170" y="120510"/>
                  </a:lnTo>
                  <a:lnTo>
                    <a:pt x="14431" y="120394"/>
                  </a:lnTo>
                  <a:lnTo>
                    <a:pt x="13863" y="118855"/>
                  </a:lnTo>
                  <a:lnTo>
                    <a:pt x="10818" y="115015"/>
                  </a:lnTo>
                  <a:lnTo>
                    <a:pt x="8647" y="114680"/>
                  </a:lnTo>
                  <a:lnTo>
                    <a:pt x="6141" y="114733"/>
                  </a:lnTo>
                  <a:lnTo>
                    <a:pt x="6493" y="114347"/>
                  </a:lnTo>
                  <a:lnTo>
                    <a:pt x="6226" y="114048"/>
                  </a:lnTo>
                  <a:lnTo>
                    <a:pt x="5526" y="113263"/>
                  </a:lnTo>
                  <a:lnTo>
                    <a:pt x="4014" y="111568"/>
                  </a:lnTo>
                  <a:lnTo>
                    <a:pt x="3822" y="111353"/>
                  </a:lnTo>
                  <a:lnTo>
                    <a:pt x="3597" y="111100"/>
                  </a:lnTo>
                  <a:lnTo>
                    <a:pt x="3273" y="110716"/>
                  </a:lnTo>
                  <a:lnTo>
                    <a:pt x="3738" y="100511"/>
                  </a:lnTo>
                  <a:lnTo>
                    <a:pt x="21140" y="98925"/>
                  </a:lnTo>
                  <a:lnTo>
                    <a:pt x="22416" y="108659"/>
                  </a:lnTo>
                  <a:lnTo>
                    <a:pt x="22995" y="108776"/>
                  </a:lnTo>
                  <a:lnTo>
                    <a:pt x="31055" y="110415"/>
                  </a:lnTo>
                  <a:lnTo>
                    <a:pt x="46026" y="95664"/>
                  </a:lnTo>
                  <a:lnTo>
                    <a:pt x="47272" y="94649"/>
                  </a:lnTo>
                  <a:lnTo>
                    <a:pt x="52800" y="90145"/>
                  </a:lnTo>
                  <a:lnTo>
                    <a:pt x="51867" y="75846"/>
                  </a:lnTo>
                  <a:lnTo>
                    <a:pt x="46602" y="76528"/>
                  </a:lnTo>
                  <a:lnTo>
                    <a:pt x="39582" y="65387"/>
                  </a:lnTo>
                  <a:lnTo>
                    <a:pt x="17075" y="66345"/>
                  </a:lnTo>
                  <a:lnTo>
                    <a:pt x="1178" y="36247"/>
                  </a:lnTo>
                  <a:lnTo>
                    <a:pt x="0" y="9274"/>
                  </a:lnTo>
                  <a:lnTo>
                    <a:pt x="9659" y="9514"/>
                  </a:lnTo>
                  <a:lnTo>
                    <a:pt x="9872" y="620"/>
                  </a:lnTo>
                  <a:lnTo>
                    <a:pt x="19084" y="316"/>
                  </a:lnTo>
                  <a:lnTo>
                    <a:pt x="28705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g146"/>
            <p:cNvSpPr/>
            <p:nvPr/>
          </p:nvSpPr>
          <p:spPr>
            <a:xfrm>
              <a:off x="3323790" y="2358745"/>
              <a:ext cx="139406" cy="170110"/>
            </a:xfrm>
            <a:custGeom>
              <a:avLst/>
              <a:pathLst>
                <a:path w="139406" h="170110">
                  <a:moveTo>
                    <a:pt x="120909" y="564"/>
                  </a:moveTo>
                  <a:lnTo>
                    <a:pt x="125785" y="4139"/>
                  </a:lnTo>
                  <a:lnTo>
                    <a:pt x="131366" y="3655"/>
                  </a:lnTo>
                  <a:lnTo>
                    <a:pt x="133025" y="3512"/>
                  </a:lnTo>
                  <a:lnTo>
                    <a:pt x="132902" y="21574"/>
                  </a:lnTo>
                  <a:lnTo>
                    <a:pt x="139406" y="37905"/>
                  </a:lnTo>
                  <a:lnTo>
                    <a:pt x="136570" y="38576"/>
                  </a:lnTo>
                  <a:lnTo>
                    <a:pt x="134594" y="38034"/>
                  </a:lnTo>
                  <a:lnTo>
                    <a:pt x="131068" y="39132"/>
                  </a:lnTo>
                  <a:lnTo>
                    <a:pt x="127640" y="40201"/>
                  </a:lnTo>
                  <a:lnTo>
                    <a:pt x="129435" y="49415"/>
                  </a:lnTo>
                  <a:lnTo>
                    <a:pt x="131336" y="58902"/>
                  </a:lnTo>
                  <a:lnTo>
                    <a:pt x="123602" y="60874"/>
                  </a:lnTo>
                  <a:lnTo>
                    <a:pt x="117341" y="64391"/>
                  </a:lnTo>
                  <a:lnTo>
                    <a:pt x="121940" y="72494"/>
                  </a:lnTo>
                  <a:lnTo>
                    <a:pt x="122056" y="72698"/>
                  </a:lnTo>
                  <a:lnTo>
                    <a:pt x="122885" y="74159"/>
                  </a:lnTo>
                  <a:lnTo>
                    <a:pt x="121054" y="75815"/>
                  </a:lnTo>
                  <a:lnTo>
                    <a:pt x="117682" y="78374"/>
                  </a:lnTo>
                  <a:lnTo>
                    <a:pt x="115791" y="79878"/>
                  </a:lnTo>
                  <a:lnTo>
                    <a:pt x="115179" y="80364"/>
                  </a:lnTo>
                  <a:lnTo>
                    <a:pt x="111767" y="83165"/>
                  </a:lnTo>
                  <a:lnTo>
                    <a:pt x="105745" y="88549"/>
                  </a:lnTo>
                  <a:lnTo>
                    <a:pt x="104292" y="86863"/>
                  </a:lnTo>
                  <a:lnTo>
                    <a:pt x="102203" y="88944"/>
                  </a:lnTo>
                  <a:lnTo>
                    <a:pt x="97053" y="94076"/>
                  </a:lnTo>
                  <a:lnTo>
                    <a:pt x="86196" y="82538"/>
                  </a:lnTo>
                  <a:lnTo>
                    <a:pt x="80815" y="89252"/>
                  </a:lnTo>
                  <a:lnTo>
                    <a:pt x="80505" y="89639"/>
                  </a:lnTo>
                  <a:lnTo>
                    <a:pt x="84046" y="93288"/>
                  </a:lnTo>
                  <a:lnTo>
                    <a:pt x="85453" y="94737"/>
                  </a:lnTo>
                  <a:lnTo>
                    <a:pt x="69657" y="109220"/>
                  </a:lnTo>
                  <a:lnTo>
                    <a:pt x="74962" y="114884"/>
                  </a:lnTo>
                  <a:lnTo>
                    <a:pt x="77419" y="117507"/>
                  </a:lnTo>
                  <a:lnTo>
                    <a:pt x="85221" y="125837"/>
                  </a:lnTo>
                  <a:lnTo>
                    <a:pt x="87283" y="128038"/>
                  </a:lnTo>
                  <a:lnTo>
                    <a:pt x="88065" y="130712"/>
                  </a:lnTo>
                  <a:lnTo>
                    <a:pt x="88652" y="132720"/>
                  </a:lnTo>
                  <a:lnTo>
                    <a:pt x="100773" y="129383"/>
                  </a:lnTo>
                  <a:lnTo>
                    <a:pt x="101670" y="129136"/>
                  </a:lnTo>
                  <a:lnTo>
                    <a:pt x="103515" y="136713"/>
                  </a:lnTo>
                  <a:lnTo>
                    <a:pt x="105597" y="143706"/>
                  </a:lnTo>
                  <a:lnTo>
                    <a:pt x="107327" y="144625"/>
                  </a:lnTo>
                  <a:lnTo>
                    <a:pt x="89362" y="153594"/>
                  </a:lnTo>
                  <a:lnTo>
                    <a:pt x="83188" y="158370"/>
                  </a:lnTo>
                  <a:lnTo>
                    <a:pt x="69827" y="168705"/>
                  </a:lnTo>
                  <a:lnTo>
                    <a:pt x="64666" y="169316"/>
                  </a:lnTo>
                  <a:lnTo>
                    <a:pt x="57949" y="170110"/>
                  </a:lnTo>
                  <a:lnTo>
                    <a:pt x="58527" y="168304"/>
                  </a:lnTo>
                  <a:lnTo>
                    <a:pt x="66686" y="142816"/>
                  </a:lnTo>
                  <a:lnTo>
                    <a:pt x="74245" y="143418"/>
                  </a:lnTo>
                  <a:lnTo>
                    <a:pt x="65606" y="132380"/>
                  </a:lnTo>
                  <a:lnTo>
                    <a:pt x="64495" y="133385"/>
                  </a:lnTo>
                  <a:lnTo>
                    <a:pt x="60641" y="136873"/>
                  </a:lnTo>
                  <a:lnTo>
                    <a:pt x="51077" y="145526"/>
                  </a:lnTo>
                  <a:lnTo>
                    <a:pt x="43923" y="138353"/>
                  </a:lnTo>
                  <a:lnTo>
                    <a:pt x="40769" y="135190"/>
                  </a:lnTo>
                  <a:lnTo>
                    <a:pt x="41639" y="139361"/>
                  </a:lnTo>
                  <a:lnTo>
                    <a:pt x="42045" y="141311"/>
                  </a:lnTo>
                  <a:lnTo>
                    <a:pt x="33445" y="142977"/>
                  </a:lnTo>
                  <a:lnTo>
                    <a:pt x="27487" y="144132"/>
                  </a:lnTo>
                  <a:lnTo>
                    <a:pt x="27025" y="144221"/>
                  </a:lnTo>
                  <a:lnTo>
                    <a:pt x="20591" y="138509"/>
                  </a:lnTo>
                  <a:lnTo>
                    <a:pt x="17155" y="126217"/>
                  </a:lnTo>
                  <a:lnTo>
                    <a:pt x="0" y="102293"/>
                  </a:lnTo>
                  <a:lnTo>
                    <a:pt x="2748" y="92459"/>
                  </a:lnTo>
                  <a:lnTo>
                    <a:pt x="9620" y="80417"/>
                  </a:lnTo>
                  <a:lnTo>
                    <a:pt x="24149" y="79414"/>
                  </a:lnTo>
                  <a:lnTo>
                    <a:pt x="38499" y="46350"/>
                  </a:lnTo>
                  <a:lnTo>
                    <a:pt x="44683" y="42587"/>
                  </a:lnTo>
                  <a:lnTo>
                    <a:pt x="65152" y="42436"/>
                  </a:lnTo>
                  <a:lnTo>
                    <a:pt x="86799" y="35061"/>
                  </a:lnTo>
                  <a:lnTo>
                    <a:pt x="91329" y="32434"/>
                  </a:lnTo>
                  <a:lnTo>
                    <a:pt x="97872" y="28604"/>
                  </a:lnTo>
                  <a:lnTo>
                    <a:pt x="93630" y="18707"/>
                  </a:lnTo>
                  <a:lnTo>
                    <a:pt x="107226" y="11683"/>
                  </a:lnTo>
                  <a:lnTo>
                    <a:pt x="119146" y="898"/>
                  </a:lnTo>
                  <a:lnTo>
                    <a:pt x="1201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g147"/>
            <p:cNvSpPr/>
            <p:nvPr/>
          </p:nvSpPr>
          <p:spPr>
            <a:xfrm>
              <a:off x="3435558" y="2396779"/>
              <a:ext cx="87922" cy="156345"/>
            </a:xfrm>
            <a:custGeom>
              <a:avLst/>
              <a:pathLst>
                <a:path w="87922" h="156345">
                  <a:moveTo>
                    <a:pt x="43427" y="69501"/>
                  </a:moveTo>
                  <a:lnTo>
                    <a:pt x="55718" y="83791"/>
                  </a:lnTo>
                  <a:lnTo>
                    <a:pt x="59880" y="80901"/>
                  </a:lnTo>
                  <a:lnTo>
                    <a:pt x="72093" y="97839"/>
                  </a:lnTo>
                  <a:lnTo>
                    <a:pt x="78113" y="87719"/>
                  </a:lnTo>
                  <a:lnTo>
                    <a:pt x="79124" y="87929"/>
                  </a:lnTo>
                  <a:lnTo>
                    <a:pt x="85935" y="89341"/>
                  </a:lnTo>
                  <a:lnTo>
                    <a:pt x="86741" y="89558"/>
                  </a:lnTo>
                  <a:lnTo>
                    <a:pt x="80936" y="113804"/>
                  </a:lnTo>
                  <a:lnTo>
                    <a:pt x="87922" y="115510"/>
                  </a:lnTo>
                  <a:lnTo>
                    <a:pt x="84557" y="130555"/>
                  </a:lnTo>
                  <a:lnTo>
                    <a:pt x="82389" y="140093"/>
                  </a:lnTo>
                  <a:lnTo>
                    <a:pt x="78088" y="156345"/>
                  </a:lnTo>
                  <a:lnTo>
                    <a:pt x="66299" y="152479"/>
                  </a:lnTo>
                  <a:lnTo>
                    <a:pt x="65700" y="152283"/>
                  </a:lnTo>
                  <a:lnTo>
                    <a:pt x="70421" y="145723"/>
                  </a:lnTo>
                  <a:lnTo>
                    <a:pt x="63667" y="136732"/>
                  </a:lnTo>
                  <a:lnTo>
                    <a:pt x="67735" y="132987"/>
                  </a:lnTo>
                  <a:lnTo>
                    <a:pt x="63937" y="128360"/>
                  </a:lnTo>
                  <a:lnTo>
                    <a:pt x="56105" y="118820"/>
                  </a:lnTo>
                  <a:lnTo>
                    <a:pt x="39550" y="98541"/>
                  </a:lnTo>
                  <a:lnTo>
                    <a:pt x="29763" y="86551"/>
                  </a:lnTo>
                  <a:lnTo>
                    <a:pt x="25035" y="80759"/>
                  </a:lnTo>
                  <a:lnTo>
                    <a:pt x="14224" y="67516"/>
                  </a:lnTo>
                  <a:lnTo>
                    <a:pt x="16698" y="65589"/>
                  </a:lnTo>
                  <a:lnTo>
                    <a:pt x="0" y="45131"/>
                  </a:lnTo>
                  <a:lnTo>
                    <a:pt x="3412" y="42330"/>
                  </a:lnTo>
                  <a:lnTo>
                    <a:pt x="4023" y="41844"/>
                  </a:lnTo>
                  <a:lnTo>
                    <a:pt x="5914" y="40340"/>
                  </a:lnTo>
                  <a:lnTo>
                    <a:pt x="9286" y="37781"/>
                  </a:lnTo>
                  <a:lnTo>
                    <a:pt x="11117" y="36125"/>
                  </a:lnTo>
                  <a:lnTo>
                    <a:pt x="10288" y="34664"/>
                  </a:lnTo>
                  <a:lnTo>
                    <a:pt x="10172" y="34460"/>
                  </a:lnTo>
                  <a:lnTo>
                    <a:pt x="5573" y="26357"/>
                  </a:lnTo>
                  <a:lnTo>
                    <a:pt x="11834" y="22839"/>
                  </a:lnTo>
                  <a:lnTo>
                    <a:pt x="19568" y="20868"/>
                  </a:lnTo>
                  <a:lnTo>
                    <a:pt x="17667" y="11381"/>
                  </a:lnTo>
                  <a:lnTo>
                    <a:pt x="15872" y="2167"/>
                  </a:lnTo>
                  <a:lnTo>
                    <a:pt x="19300" y="1098"/>
                  </a:lnTo>
                  <a:lnTo>
                    <a:pt x="22826" y="0"/>
                  </a:lnTo>
                  <a:lnTo>
                    <a:pt x="24802" y="542"/>
                  </a:lnTo>
                  <a:lnTo>
                    <a:pt x="28467" y="17176"/>
                  </a:lnTo>
                  <a:lnTo>
                    <a:pt x="25874" y="17402"/>
                  </a:lnTo>
                  <a:lnTo>
                    <a:pt x="27759" y="28279"/>
                  </a:lnTo>
                  <a:lnTo>
                    <a:pt x="46063" y="52178"/>
                  </a:lnTo>
                  <a:lnTo>
                    <a:pt x="46451" y="52683"/>
                  </a:lnTo>
                  <a:lnTo>
                    <a:pt x="43820" y="55333"/>
                  </a:lnTo>
                  <a:lnTo>
                    <a:pt x="42877" y="62878"/>
                  </a:lnTo>
                  <a:lnTo>
                    <a:pt x="45705" y="6725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g148"/>
            <p:cNvSpPr/>
            <p:nvPr/>
          </p:nvSpPr>
          <p:spPr>
            <a:xfrm>
              <a:off x="3477412" y="2168773"/>
              <a:ext cx="393069" cy="317565"/>
            </a:xfrm>
            <a:custGeom>
              <a:avLst/>
              <a:pathLst>
                <a:path w="393069" h="317565">
                  <a:moveTo>
                    <a:pt x="140953" y="5197"/>
                  </a:moveTo>
                  <a:lnTo>
                    <a:pt x="135350" y="23875"/>
                  </a:lnTo>
                  <a:lnTo>
                    <a:pt x="142487" y="25542"/>
                  </a:lnTo>
                  <a:lnTo>
                    <a:pt x="145106" y="33450"/>
                  </a:lnTo>
                  <a:lnTo>
                    <a:pt x="156950" y="33718"/>
                  </a:lnTo>
                  <a:lnTo>
                    <a:pt x="157510" y="27401"/>
                  </a:lnTo>
                  <a:lnTo>
                    <a:pt x="168507" y="28278"/>
                  </a:lnTo>
                  <a:lnTo>
                    <a:pt x="168262" y="30310"/>
                  </a:lnTo>
                  <a:lnTo>
                    <a:pt x="171718" y="38443"/>
                  </a:lnTo>
                  <a:lnTo>
                    <a:pt x="174918" y="41453"/>
                  </a:lnTo>
                  <a:lnTo>
                    <a:pt x="177176" y="42115"/>
                  </a:lnTo>
                  <a:lnTo>
                    <a:pt x="186885" y="46884"/>
                  </a:lnTo>
                  <a:lnTo>
                    <a:pt x="186453" y="52063"/>
                  </a:lnTo>
                  <a:lnTo>
                    <a:pt x="186220" y="54859"/>
                  </a:lnTo>
                  <a:lnTo>
                    <a:pt x="190020" y="55830"/>
                  </a:lnTo>
                  <a:lnTo>
                    <a:pt x="191521" y="56214"/>
                  </a:lnTo>
                  <a:lnTo>
                    <a:pt x="192552" y="62435"/>
                  </a:lnTo>
                  <a:lnTo>
                    <a:pt x="192943" y="63930"/>
                  </a:lnTo>
                  <a:lnTo>
                    <a:pt x="193910" y="67627"/>
                  </a:lnTo>
                  <a:lnTo>
                    <a:pt x="214459" y="64083"/>
                  </a:lnTo>
                  <a:lnTo>
                    <a:pt x="233970" y="60948"/>
                  </a:lnTo>
                  <a:lnTo>
                    <a:pt x="247284" y="58502"/>
                  </a:lnTo>
                  <a:lnTo>
                    <a:pt x="264832" y="56495"/>
                  </a:lnTo>
                  <a:lnTo>
                    <a:pt x="281554" y="57670"/>
                  </a:lnTo>
                  <a:lnTo>
                    <a:pt x="290087" y="58966"/>
                  </a:lnTo>
                  <a:lnTo>
                    <a:pt x="291660" y="59205"/>
                  </a:lnTo>
                  <a:lnTo>
                    <a:pt x="290369" y="74454"/>
                  </a:lnTo>
                  <a:lnTo>
                    <a:pt x="287634" y="83778"/>
                  </a:lnTo>
                  <a:lnTo>
                    <a:pt x="299316" y="82172"/>
                  </a:lnTo>
                  <a:lnTo>
                    <a:pt x="313060" y="88293"/>
                  </a:lnTo>
                  <a:lnTo>
                    <a:pt x="309821" y="102040"/>
                  </a:lnTo>
                  <a:lnTo>
                    <a:pt x="301476" y="99331"/>
                  </a:lnTo>
                  <a:lnTo>
                    <a:pt x="290481" y="114283"/>
                  </a:lnTo>
                  <a:lnTo>
                    <a:pt x="303832" y="133047"/>
                  </a:lnTo>
                  <a:lnTo>
                    <a:pt x="311588" y="132044"/>
                  </a:lnTo>
                  <a:lnTo>
                    <a:pt x="320914" y="126826"/>
                  </a:lnTo>
                  <a:lnTo>
                    <a:pt x="320030" y="124719"/>
                  </a:lnTo>
                  <a:lnTo>
                    <a:pt x="340744" y="105352"/>
                  </a:lnTo>
                  <a:lnTo>
                    <a:pt x="344294" y="106817"/>
                  </a:lnTo>
                  <a:lnTo>
                    <a:pt x="352139" y="91719"/>
                  </a:lnTo>
                  <a:lnTo>
                    <a:pt x="355077" y="89297"/>
                  </a:lnTo>
                  <a:lnTo>
                    <a:pt x="391008" y="86286"/>
                  </a:lnTo>
                  <a:lnTo>
                    <a:pt x="393069" y="102341"/>
                  </a:lnTo>
                  <a:lnTo>
                    <a:pt x="361360" y="107158"/>
                  </a:lnTo>
                  <a:lnTo>
                    <a:pt x="358906" y="110871"/>
                  </a:lnTo>
                  <a:lnTo>
                    <a:pt x="364600" y="136660"/>
                  </a:lnTo>
                  <a:lnTo>
                    <a:pt x="372257" y="141276"/>
                  </a:lnTo>
                  <a:lnTo>
                    <a:pt x="359691" y="152514"/>
                  </a:lnTo>
                  <a:lnTo>
                    <a:pt x="364502" y="162348"/>
                  </a:lnTo>
                  <a:lnTo>
                    <a:pt x="352427" y="169172"/>
                  </a:lnTo>
                  <a:lnTo>
                    <a:pt x="342119" y="155926"/>
                  </a:lnTo>
                  <a:lnTo>
                    <a:pt x="327197" y="168971"/>
                  </a:lnTo>
                  <a:lnTo>
                    <a:pt x="283020" y="171680"/>
                  </a:lnTo>
                  <a:lnTo>
                    <a:pt x="279290" y="176698"/>
                  </a:lnTo>
                  <a:lnTo>
                    <a:pt x="287143" y="185729"/>
                  </a:lnTo>
                  <a:lnTo>
                    <a:pt x="287242" y="200981"/>
                  </a:lnTo>
                  <a:lnTo>
                    <a:pt x="296311" y="206763"/>
                  </a:lnTo>
                  <a:lnTo>
                    <a:pt x="304696" y="212109"/>
                  </a:lnTo>
                  <a:lnTo>
                    <a:pt x="300455" y="220659"/>
                  </a:lnTo>
                  <a:lnTo>
                    <a:pt x="283609" y="214999"/>
                  </a:lnTo>
                  <a:lnTo>
                    <a:pt x="254040" y="197780"/>
                  </a:lnTo>
                  <a:lnTo>
                    <a:pt x="254505" y="200821"/>
                  </a:lnTo>
                  <a:lnTo>
                    <a:pt x="255218" y="205486"/>
                  </a:lnTo>
                  <a:lnTo>
                    <a:pt x="254305" y="205800"/>
                  </a:lnTo>
                  <a:lnTo>
                    <a:pt x="250280" y="207183"/>
                  </a:lnTo>
                  <a:lnTo>
                    <a:pt x="243311" y="209578"/>
                  </a:lnTo>
                  <a:lnTo>
                    <a:pt x="241552" y="210182"/>
                  </a:lnTo>
                  <a:lnTo>
                    <a:pt x="222499" y="215369"/>
                  </a:lnTo>
                  <a:lnTo>
                    <a:pt x="220289" y="215970"/>
                  </a:lnTo>
                  <a:lnTo>
                    <a:pt x="219876" y="216083"/>
                  </a:lnTo>
                  <a:lnTo>
                    <a:pt x="220583" y="218852"/>
                  </a:lnTo>
                  <a:lnTo>
                    <a:pt x="254284" y="242777"/>
                  </a:lnTo>
                  <a:lnTo>
                    <a:pt x="257221" y="244862"/>
                  </a:lnTo>
                  <a:lnTo>
                    <a:pt x="260166" y="245464"/>
                  </a:lnTo>
                  <a:lnTo>
                    <a:pt x="263208" y="252886"/>
                  </a:lnTo>
                  <a:lnTo>
                    <a:pt x="268352" y="265438"/>
                  </a:lnTo>
                  <a:lnTo>
                    <a:pt x="268168" y="276635"/>
                  </a:lnTo>
                  <a:lnTo>
                    <a:pt x="258281" y="278578"/>
                  </a:lnTo>
                  <a:lnTo>
                    <a:pt x="247678" y="270992"/>
                  </a:lnTo>
                  <a:lnTo>
                    <a:pt x="245319" y="273124"/>
                  </a:lnTo>
                  <a:lnTo>
                    <a:pt x="232364" y="276049"/>
                  </a:lnTo>
                  <a:lnTo>
                    <a:pt x="220348" y="267620"/>
                  </a:lnTo>
                  <a:lnTo>
                    <a:pt x="212573" y="255458"/>
                  </a:lnTo>
                  <a:lnTo>
                    <a:pt x="202525" y="246668"/>
                  </a:lnTo>
                  <a:lnTo>
                    <a:pt x="211159" y="234025"/>
                  </a:lnTo>
                  <a:lnTo>
                    <a:pt x="207625" y="231737"/>
                  </a:lnTo>
                  <a:lnTo>
                    <a:pt x="191560" y="234094"/>
                  </a:lnTo>
                  <a:lnTo>
                    <a:pt x="189885" y="234340"/>
                  </a:lnTo>
                  <a:lnTo>
                    <a:pt x="181708" y="247341"/>
                  </a:lnTo>
                  <a:lnTo>
                    <a:pt x="173658" y="242825"/>
                  </a:lnTo>
                  <a:lnTo>
                    <a:pt x="159718" y="258279"/>
                  </a:lnTo>
                  <a:lnTo>
                    <a:pt x="151177" y="247642"/>
                  </a:lnTo>
                  <a:lnTo>
                    <a:pt x="153337" y="244832"/>
                  </a:lnTo>
                  <a:lnTo>
                    <a:pt x="136844" y="245836"/>
                  </a:lnTo>
                  <a:lnTo>
                    <a:pt x="136452" y="251656"/>
                  </a:lnTo>
                  <a:lnTo>
                    <a:pt x="128304" y="252157"/>
                  </a:lnTo>
                  <a:lnTo>
                    <a:pt x="127911" y="259382"/>
                  </a:lnTo>
                  <a:lnTo>
                    <a:pt x="126146" y="259355"/>
                  </a:lnTo>
                  <a:lnTo>
                    <a:pt x="101699" y="258981"/>
                  </a:lnTo>
                  <a:lnTo>
                    <a:pt x="100129" y="267711"/>
                  </a:lnTo>
                  <a:lnTo>
                    <a:pt x="93748" y="265704"/>
                  </a:lnTo>
                  <a:lnTo>
                    <a:pt x="86013" y="284953"/>
                  </a:lnTo>
                  <a:lnTo>
                    <a:pt x="84019" y="284440"/>
                  </a:lnTo>
                  <a:lnTo>
                    <a:pt x="83889" y="284404"/>
                  </a:lnTo>
                  <a:lnTo>
                    <a:pt x="80181" y="283397"/>
                  </a:lnTo>
                  <a:lnTo>
                    <a:pt x="76195" y="282315"/>
                  </a:lnTo>
                  <a:lnTo>
                    <a:pt x="76150" y="282508"/>
                  </a:lnTo>
                  <a:lnTo>
                    <a:pt x="72956" y="295962"/>
                  </a:lnTo>
                  <a:lnTo>
                    <a:pt x="69962" y="309408"/>
                  </a:lnTo>
                  <a:lnTo>
                    <a:pt x="68983" y="309173"/>
                  </a:lnTo>
                  <a:lnTo>
                    <a:pt x="47285" y="303968"/>
                  </a:lnTo>
                  <a:lnTo>
                    <a:pt x="47206" y="304299"/>
                  </a:lnTo>
                  <a:lnTo>
                    <a:pt x="44886" y="317565"/>
                  </a:lnTo>
                  <a:lnTo>
                    <a:pt x="44080" y="317347"/>
                  </a:lnTo>
                  <a:lnTo>
                    <a:pt x="37269" y="315935"/>
                  </a:lnTo>
                  <a:lnTo>
                    <a:pt x="36258" y="315725"/>
                  </a:lnTo>
                  <a:lnTo>
                    <a:pt x="34335" y="315235"/>
                  </a:lnTo>
                  <a:lnTo>
                    <a:pt x="42556" y="279048"/>
                  </a:lnTo>
                  <a:lnTo>
                    <a:pt x="31680" y="272859"/>
                  </a:lnTo>
                  <a:lnTo>
                    <a:pt x="26821" y="265634"/>
                  </a:lnTo>
                  <a:lnTo>
                    <a:pt x="16955" y="238390"/>
                  </a:lnTo>
                  <a:lnTo>
                    <a:pt x="20332" y="227764"/>
                  </a:lnTo>
                  <a:lnTo>
                    <a:pt x="30443" y="223449"/>
                  </a:lnTo>
                  <a:lnTo>
                    <a:pt x="33943" y="223740"/>
                  </a:lnTo>
                  <a:lnTo>
                    <a:pt x="41755" y="202705"/>
                  </a:lnTo>
                  <a:lnTo>
                    <a:pt x="48471" y="187715"/>
                  </a:lnTo>
                  <a:lnTo>
                    <a:pt x="46606" y="181995"/>
                  </a:lnTo>
                  <a:lnTo>
                    <a:pt x="50533" y="178483"/>
                  </a:lnTo>
                  <a:lnTo>
                    <a:pt x="61135" y="176275"/>
                  </a:lnTo>
                  <a:lnTo>
                    <a:pt x="60743" y="171158"/>
                  </a:lnTo>
                  <a:lnTo>
                    <a:pt x="57343" y="163211"/>
                  </a:lnTo>
                  <a:lnTo>
                    <a:pt x="51392" y="153929"/>
                  </a:lnTo>
                  <a:lnTo>
                    <a:pt x="45624" y="156062"/>
                  </a:lnTo>
                  <a:lnTo>
                    <a:pt x="36789" y="137059"/>
                  </a:lnTo>
                  <a:lnTo>
                    <a:pt x="40532" y="127212"/>
                  </a:lnTo>
                  <a:lnTo>
                    <a:pt x="50410" y="125707"/>
                  </a:lnTo>
                  <a:lnTo>
                    <a:pt x="50533" y="133170"/>
                  </a:lnTo>
                  <a:lnTo>
                    <a:pt x="45624" y="134738"/>
                  </a:lnTo>
                  <a:lnTo>
                    <a:pt x="48447" y="137937"/>
                  </a:lnTo>
                  <a:lnTo>
                    <a:pt x="55564" y="138438"/>
                  </a:lnTo>
                  <a:lnTo>
                    <a:pt x="60104" y="135742"/>
                  </a:lnTo>
                  <a:lnTo>
                    <a:pt x="54214" y="125331"/>
                  </a:lnTo>
                  <a:lnTo>
                    <a:pt x="54828" y="117240"/>
                  </a:lnTo>
                  <a:lnTo>
                    <a:pt x="52803" y="104258"/>
                  </a:lnTo>
                  <a:lnTo>
                    <a:pt x="71973" y="101337"/>
                  </a:lnTo>
                  <a:lnTo>
                    <a:pt x="72018" y="98958"/>
                  </a:lnTo>
                  <a:lnTo>
                    <a:pt x="70564" y="94356"/>
                  </a:lnTo>
                  <a:lnTo>
                    <a:pt x="54190" y="96067"/>
                  </a:lnTo>
                  <a:lnTo>
                    <a:pt x="53699" y="83825"/>
                  </a:lnTo>
                  <a:lnTo>
                    <a:pt x="0" y="73490"/>
                  </a:lnTo>
                  <a:lnTo>
                    <a:pt x="1276" y="59843"/>
                  </a:lnTo>
                  <a:lnTo>
                    <a:pt x="12565" y="57735"/>
                  </a:lnTo>
                  <a:lnTo>
                    <a:pt x="21204" y="34857"/>
                  </a:lnTo>
                  <a:lnTo>
                    <a:pt x="35537" y="36864"/>
                  </a:lnTo>
                  <a:lnTo>
                    <a:pt x="36519" y="30843"/>
                  </a:lnTo>
                  <a:lnTo>
                    <a:pt x="89236" y="36362"/>
                  </a:lnTo>
                  <a:lnTo>
                    <a:pt x="88647" y="43286"/>
                  </a:lnTo>
                  <a:lnTo>
                    <a:pt x="92574" y="43587"/>
                  </a:lnTo>
                  <a:lnTo>
                    <a:pt x="93654" y="36964"/>
                  </a:lnTo>
                  <a:lnTo>
                    <a:pt x="99446" y="37466"/>
                  </a:lnTo>
                  <a:lnTo>
                    <a:pt x="101115" y="26327"/>
                  </a:lnTo>
                  <a:lnTo>
                    <a:pt x="104749" y="11005"/>
                  </a:lnTo>
                  <a:lnTo>
                    <a:pt x="118114" y="14424"/>
                  </a:lnTo>
                  <a:lnTo>
                    <a:pt x="121407" y="3612"/>
                  </a:lnTo>
                  <a:lnTo>
                    <a:pt x="122507" y="0"/>
                  </a:lnTo>
                  <a:lnTo>
                    <a:pt x="129143" y="119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g149"/>
            <p:cNvSpPr/>
            <p:nvPr/>
          </p:nvSpPr>
          <p:spPr>
            <a:xfrm>
              <a:off x="3565212" y="2057400"/>
              <a:ext cx="146402" cy="153489"/>
            </a:xfrm>
            <a:custGeom>
              <a:avLst/>
              <a:pathLst>
                <a:path w="146402" h="153489">
                  <a:moveTo>
                    <a:pt x="137881" y="46909"/>
                  </a:moveTo>
                  <a:lnTo>
                    <a:pt x="131562" y="73057"/>
                  </a:lnTo>
                  <a:lnTo>
                    <a:pt x="130928" y="75018"/>
                  </a:lnTo>
                  <a:lnTo>
                    <a:pt x="129838" y="78391"/>
                  </a:lnTo>
                  <a:lnTo>
                    <a:pt x="132488" y="81943"/>
                  </a:lnTo>
                  <a:lnTo>
                    <a:pt x="133784" y="82425"/>
                  </a:lnTo>
                  <a:lnTo>
                    <a:pt x="135569" y="82805"/>
                  </a:lnTo>
                  <a:lnTo>
                    <a:pt x="136890" y="85849"/>
                  </a:lnTo>
                  <a:lnTo>
                    <a:pt x="142890" y="99668"/>
                  </a:lnTo>
                  <a:lnTo>
                    <a:pt x="143324" y="100161"/>
                  </a:lnTo>
                  <a:lnTo>
                    <a:pt x="146110" y="103321"/>
                  </a:lnTo>
                  <a:lnTo>
                    <a:pt x="146200" y="107076"/>
                  </a:lnTo>
                  <a:lnTo>
                    <a:pt x="146402" y="115436"/>
                  </a:lnTo>
                  <a:lnTo>
                    <a:pt x="143164" y="124737"/>
                  </a:lnTo>
                  <a:lnTo>
                    <a:pt x="132405" y="136979"/>
                  </a:lnTo>
                  <a:lnTo>
                    <a:pt x="127811" y="138304"/>
                  </a:lnTo>
                  <a:lnTo>
                    <a:pt x="124829" y="135189"/>
                  </a:lnTo>
                  <a:lnTo>
                    <a:pt x="124237" y="134571"/>
                  </a:lnTo>
                  <a:lnTo>
                    <a:pt x="121056" y="136859"/>
                  </a:lnTo>
                  <a:lnTo>
                    <a:pt x="120310" y="140712"/>
                  </a:lnTo>
                  <a:lnTo>
                    <a:pt x="117405" y="141394"/>
                  </a:lnTo>
                  <a:lnTo>
                    <a:pt x="115520" y="139227"/>
                  </a:lnTo>
                  <a:lnTo>
                    <a:pt x="112889" y="138183"/>
                  </a:lnTo>
                  <a:lnTo>
                    <a:pt x="104525" y="142318"/>
                  </a:lnTo>
                  <a:lnTo>
                    <a:pt x="102640" y="145489"/>
                  </a:lnTo>
                  <a:lnTo>
                    <a:pt x="99786" y="141617"/>
                  </a:lnTo>
                  <a:lnTo>
                    <a:pt x="98202" y="139468"/>
                  </a:lnTo>
                  <a:lnTo>
                    <a:pt x="90506" y="143321"/>
                  </a:lnTo>
                  <a:lnTo>
                    <a:pt x="87482" y="149181"/>
                  </a:lnTo>
                  <a:lnTo>
                    <a:pt x="87914" y="151429"/>
                  </a:lnTo>
                  <a:lnTo>
                    <a:pt x="89377" y="153489"/>
                  </a:lnTo>
                  <a:lnTo>
                    <a:pt x="87119" y="152826"/>
                  </a:lnTo>
                  <a:lnTo>
                    <a:pt x="83919" y="149816"/>
                  </a:lnTo>
                  <a:lnTo>
                    <a:pt x="80463" y="141683"/>
                  </a:lnTo>
                  <a:lnTo>
                    <a:pt x="80708" y="139651"/>
                  </a:lnTo>
                  <a:lnTo>
                    <a:pt x="69711" y="138774"/>
                  </a:lnTo>
                  <a:lnTo>
                    <a:pt x="69151" y="145091"/>
                  </a:lnTo>
                  <a:lnTo>
                    <a:pt x="57307" y="144823"/>
                  </a:lnTo>
                  <a:lnTo>
                    <a:pt x="54687" y="136915"/>
                  </a:lnTo>
                  <a:lnTo>
                    <a:pt x="47551" y="135248"/>
                  </a:lnTo>
                  <a:lnTo>
                    <a:pt x="53154" y="116570"/>
                  </a:lnTo>
                  <a:lnTo>
                    <a:pt x="41344" y="112567"/>
                  </a:lnTo>
                  <a:lnTo>
                    <a:pt x="34708" y="111373"/>
                  </a:lnTo>
                  <a:lnTo>
                    <a:pt x="33607" y="114986"/>
                  </a:lnTo>
                  <a:lnTo>
                    <a:pt x="30315" y="125797"/>
                  </a:lnTo>
                  <a:lnTo>
                    <a:pt x="16950" y="122378"/>
                  </a:lnTo>
                  <a:lnTo>
                    <a:pt x="1941" y="118045"/>
                  </a:lnTo>
                  <a:lnTo>
                    <a:pt x="954" y="117760"/>
                  </a:lnTo>
                  <a:lnTo>
                    <a:pt x="0" y="101734"/>
                  </a:lnTo>
                  <a:lnTo>
                    <a:pt x="13076" y="80902"/>
                  </a:lnTo>
                  <a:lnTo>
                    <a:pt x="6144" y="76414"/>
                  </a:lnTo>
                  <a:lnTo>
                    <a:pt x="13076" y="65127"/>
                  </a:lnTo>
                  <a:lnTo>
                    <a:pt x="20733" y="65127"/>
                  </a:lnTo>
                  <a:lnTo>
                    <a:pt x="25210" y="63080"/>
                  </a:lnTo>
                  <a:lnTo>
                    <a:pt x="27212" y="58264"/>
                  </a:lnTo>
                  <a:lnTo>
                    <a:pt x="26741" y="52123"/>
                  </a:lnTo>
                  <a:lnTo>
                    <a:pt x="40171" y="47908"/>
                  </a:lnTo>
                  <a:lnTo>
                    <a:pt x="58902" y="51400"/>
                  </a:lnTo>
                  <a:lnTo>
                    <a:pt x="54425" y="70426"/>
                  </a:lnTo>
                  <a:lnTo>
                    <a:pt x="56310" y="71991"/>
                  </a:lnTo>
                  <a:lnTo>
                    <a:pt x="67737" y="59829"/>
                  </a:lnTo>
                  <a:lnTo>
                    <a:pt x="93065" y="36950"/>
                  </a:lnTo>
                  <a:lnTo>
                    <a:pt x="102018" y="21297"/>
                  </a:lnTo>
                  <a:lnTo>
                    <a:pt x="109322" y="7569"/>
                  </a:lnTo>
                  <a:lnTo>
                    <a:pt x="124689" y="0"/>
                  </a:lnTo>
                  <a:lnTo>
                    <a:pt x="136751" y="9358"/>
                  </a:lnTo>
                  <a:lnTo>
                    <a:pt x="127464" y="25511"/>
                  </a:lnTo>
                  <a:lnTo>
                    <a:pt x="133590" y="29966"/>
                  </a:lnTo>
                  <a:lnTo>
                    <a:pt x="129820" y="373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g150"/>
            <p:cNvSpPr/>
            <p:nvPr/>
          </p:nvSpPr>
          <p:spPr>
            <a:xfrm>
              <a:off x="3652694" y="2121002"/>
              <a:ext cx="147212" cy="115399"/>
            </a:xfrm>
            <a:custGeom>
              <a:avLst/>
              <a:pathLst>
                <a:path w="147212" h="115399">
                  <a:moveTo>
                    <a:pt x="80740" y="15057"/>
                  </a:moveTo>
                  <a:lnTo>
                    <a:pt x="79564" y="29582"/>
                  </a:lnTo>
                  <a:lnTo>
                    <a:pt x="96709" y="29468"/>
                  </a:lnTo>
                  <a:lnTo>
                    <a:pt x="97352" y="39697"/>
                  </a:lnTo>
                  <a:lnTo>
                    <a:pt x="103402" y="41820"/>
                  </a:lnTo>
                  <a:lnTo>
                    <a:pt x="105245" y="42466"/>
                  </a:lnTo>
                  <a:lnTo>
                    <a:pt x="103135" y="46726"/>
                  </a:lnTo>
                  <a:lnTo>
                    <a:pt x="95821" y="61492"/>
                  </a:lnTo>
                  <a:lnTo>
                    <a:pt x="113963" y="72811"/>
                  </a:lnTo>
                  <a:lnTo>
                    <a:pt x="118345" y="68700"/>
                  </a:lnTo>
                  <a:lnTo>
                    <a:pt x="135641" y="66787"/>
                  </a:lnTo>
                  <a:lnTo>
                    <a:pt x="139555" y="79189"/>
                  </a:lnTo>
                  <a:lnTo>
                    <a:pt x="144452" y="78235"/>
                  </a:lnTo>
                  <a:lnTo>
                    <a:pt x="146049" y="77923"/>
                  </a:lnTo>
                  <a:lnTo>
                    <a:pt x="147212" y="85768"/>
                  </a:lnTo>
                  <a:lnTo>
                    <a:pt x="124918" y="90753"/>
                  </a:lnTo>
                  <a:lnTo>
                    <a:pt x="117968" y="97135"/>
                  </a:lnTo>
                  <a:lnTo>
                    <a:pt x="118204" y="98700"/>
                  </a:lnTo>
                  <a:lnTo>
                    <a:pt x="134840" y="101019"/>
                  </a:lnTo>
                  <a:lnTo>
                    <a:pt x="133441" y="109856"/>
                  </a:lnTo>
                  <a:lnTo>
                    <a:pt x="129923" y="109032"/>
                  </a:lnTo>
                  <a:lnTo>
                    <a:pt x="116378" y="106976"/>
                  </a:lnTo>
                  <a:lnTo>
                    <a:pt x="114805" y="106737"/>
                  </a:lnTo>
                  <a:lnTo>
                    <a:pt x="106272" y="105441"/>
                  </a:lnTo>
                  <a:lnTo>
                    <a:pt x="89551" y="104266"/>
                  </a:lnTo>
                  <a:lnTo>
                    <a:pt x="72003" y="106273"/>
                  </a:lnTo>
                  <a:lnTo>
                    <a:pt x="58688" y="108719"/>
                  </a:lnTo>
                  <a:lnTo>
                    <a:pt x="39177" y="111855"/>
                  </a:lnTo>
                  <a:lnTo>
                    <a:pt x="18629" y="115399"/>
                  </a:lnTo>
                  <a:lnTo>
                    <a:pt x="17661" y="111702"/>
                  </a:lnTo>
                  <a:lnTo>
                    <a:pt x="17270" y="110207"/>
                  </a:lnTo>
                  <a:lnTo>
                    <a:pt x="16239" y="103985"/>
                  </a:lnTo>
                  <a:lnTo>
                    <a:pt x="14738" y="103601"/>
                  </a:lnTo>
                  <a:lnTo>
                    <a:pt x="10938" y="102630"/>
                  </a:lnTo>
                  <a:lnTo>
                    <a:pt x="11171" y="99834"/>
                  </a:lnTo>
                  <a:lnTo>
                    <a:pt x="11603" y="94655"/>
                  </a:lnTo>
                  <a:lnTo>
                    <a:pt x="1894" y="89887"/>
                  </a:lnTo>
                  <a:lnTo>
                    <a:pt x="431" y="87827"/>
                  </a:lnTo>
                  <a:lnTo>
                    <a:pt x="0" y="85579"/>
                  </a:lnTo>
                  <a:lnTo>
                    <a:pt x="3023" y="79719"/>
                  </a:lnTo>
                  <a:lnTo>
                    <a:pt x="10720" y="75866"/>
                  </a:lnTo>
                  <a:lnTo>
                    <a:pt x="12303" y="78015"/>
                  </a:lnTo>
                  <a:lnTo>
                    <a:pt x="15157" y="81887"/>
                  </a:lnTo>
                  <a:lnTo>
                    <a:pt x="17042" y="78716"/>
                  </a:lnTo>
                  <a:lnTo>
                    <a:pt x="25406" y="74581"/>
                  </a:lnTo>
                  <a:lnTo>
                    <a:pt x="28037" y="75625"/>
                  </a:lnTo>
                  <a:lnTo>
                    <a:pt x="29922" y="77792"/>
                  </a:lnTo>
                  <a:lnTo>
                    <a:pt x="32828" y="77110"/>
                  </a:lnTo>
                  <a:lnTo>
                    <a:pt x="33574" y="73257"/>
                  </a:lnTo>
                  <a:lnTo>
                    <a:pt x="36755" y="70969"/>
                  </a:lnTo>
                  <a:lnTo>
                    <a:pt x="37346" y="71587"/>
                  </a:lnTo>
                  <a:lnTo>
                    <a:pt x="40328" y="74702"/>
                  </a:lnTo>
                  <a:lnTo>
                    <a:pt x="44922" y="73377"/>
                  </a:lnTo>
                  <a:lnTo>
                    <a:pt x="55682" y="61135"/>
                  </a:lnTo>
                  <a:lnTo>
                    <a:pt x="58920" y="51834"/>
                  </a:lnTo>
                  <a:lnTo>
                    <a:pt x="58718" y="43474"/>
                  </a:lnTo>
                  <a:lnTo>
                    <a:pt x="58627" y="39719"/>
                  </a:lnTo>
                  <a:lnTo>
                    <a:pt x="55841" y="36559"/>
                  </a:lnTo>
                  <a:lnTo>
                    <a:pt x="55407" y="36066"/>
                  </a:lnTo>
                  <a:lnTo>
                    <a:pt x="49408" y="22247"/>
                  </a:lnTo>
                  <a:lnTo>
                    <a:pt x="48086" y="19203"/>
                  </a:lnTo>
                  <a:lnTo>
                    <a:pt x="46302" y="18823"/>
                  </a:lnTo>
                  <a:lnTo>
                    <a:pt x="45006" y="18341"/>
                  </a:lnTo>
                  <a:lnTo>
                    <a:pt x="42355" y="14789"/>
                  </a:lnTo>
                  <a:lnTo>
                    <a:pt x="43445" y="11416"/>
                  </a:lnTo>
                  <a:lnTo>
                    <a:pt x="53058" y="8510"/>
                  </a:lnTo>
                  <a:lnTo>
                    <a:pt x="62482" y="4415"/>
                  </a:lnTo>
                  <a:lnTo>
                    <a:pt x="68327" y="0"/>
                  </a:lnTo>
                  <a:lnTo>
                    <a:pt x="75586" y="6955"/>
                  </a:lnTo>
                  <a:lnTo>
                    <a:pt x="80977" y="121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g151"/>
            <p:cNvSpPr/>
            <p:nvPr/>
          </p:nvSpPr>
          <p:spPr>
            <a:xfrm>
              <a:off x="3507257" y="2709643"/>
              <a:ext cx="147559" cy="180710"/>
            </a:xfrm>
            <a:custGeom>
              <a:avLst/>
              <a:pathLst>
                <a:path w="147559" h="180710">
                  <a:moveTo>
                    <a:pt x="41918" y="3712"/>
                  </a:moveTo>
                  <a:lnTo>
                    <a:pt x="31502" y="23454"/>
                  </a:lnTo>
                  <a:lnTo>
                    <a:pt x="48888" y="27896"/>
                  </a:lnTo>
                  <a:lnTo>
                    <a:pt x="58012" y="8063"/>
                  </a:lnTo>
                  <a:lnTo>
                    <a:pt x="58693" y="6582"/>
                  </a:lnTo>
                  <a:lnTo>
                    <a:pt x="79408" y="21685"/>
                  </a:lnTo>
                  <a:lnTo>
                    <a:pt x="109597" y="52666"/>
                  </a:lnTo>
                  <a:lnTo>
                    <a:pt x="110691" y="53789"/>
                  </a:lnTo>
                  <a:lnTo>
                    <a:pt x="110883" y="53985"/>
                  </a:lnTo>
                  <a:lnTo>
                    <a:pt x="117849" y="57406"/>
                  </a:lnTo>
                  <a:lnTo>
                    <a:pt x="122582" y="59018"/>
                  </a:lnTo>
                  <a:lnTo>
                    <a:pt x="127038" y="60537"/>
                  </a:lnTo>
                  <a:lnTo>
                    <a:pt x="137758" y="62102"/>
                  </a:lnTo>
                  <a:lnTo>
                    <a:pt x="147559" y="83809"/>
                  </a:lnTo>
                  <a:lnTo>
                    <a:pt x="142066" y="89129"/>
                  </a:lnTo>
                  <a:lnTo>
                    <a:pt x="145600" y="96855"/>
                  </a:lnTo>
                  <a:lnTo>
                    <a:pt x="141347" y="101904"/>
                  </a:lnTo>
                  <a:lnTo>
                    <a:pt x="139113" y="104557"/>
                  </a:lnTo>
                  <a:lnTo>
                    <a:pt x="135520" y="108823"/>
                  </a:lnTo>
                  <a:lnTo>
                    <a:pt x="140939" y="122068"/>
                  </a:lnTo>
                  <a:lnTo>
                    <a:pt x="140350" y="138204"/>
                  </a:lnTo>
                  <a:lnTo>
                    <a:pt x="138347" y="146754"/>
                  </a:lnTo>
                  <a:lnTo>
                    <a:pt x="134224" y="151088"/>
                  </a:lnTo>
                  <a:lnTo>
                    <a:pt x="131514" y="148801"/>
                  </a:lnTo>
                  <a:lnTo>
                    <a:pt x="127297" y="152303"/>
                  </a:lnTo>
                  <a:lnTo>
                    <a:pt x="125860" y="153497"/>
                  </a:lnTo>
                  <a:lnTo>
                    <a:pt x="122032" y="165742"/>
                  </a:lnTo>
                  <a:lnTo>
                    <a:pt x="119498" y="173847"/>
                  </a:lnTo>
                  <a:lnTo>
                    <a:pt x="107011" y="180710"/>
                  </a:lnTo>
                  <a:lnTo>
                    <a:pt x="95702" y="176857"/>
                  </a:lnTo>
                  <a:lnTo>
                    <a:pt x="88236" y="156382"/>
                  </a:lnTo>
                  <a:lnTo>
                    <a:pt x="84407" y="149258"/>
                  </a:lnTo>
                  <a:lnTo>
                    <a:pt x="84309" y="137718"/>
                  </a:lnTo>
                  <a:lnTo>
                    <a:pt x="86763" y="132901"/>
                  </a:lnTo>
                  <a:lnTo>
                    <a:pt x="86544" y="128922"/>
                  </a:lnTo>
                  <a:lnTo>
                    <a:pt x="85612" y="128382"/>
                  </a:lnTo>
                  <a:lnTo>
                    <a:pt x="80466" y="125404"/>
                  </a:lnTo>
                  <a:lnTo>
                    <a:pt x="75816" y="122713"/>
                  </a:lnTo>
                  <a:lnTo>
                    <a:pt x="71008" y="119931"/>
                  </a:lnTo>
                  <a:lnTo>
                    <a:pt x="70221" y="119475"/>
                  </a:lnTo>
                  <a:lnTo>
                    <a:pt x="63643" y="115668"/>
                  </a:lnTo>
                  <a:lnTo>
                    <a:pt x="61559" y="114462"/>
                  </a:lnTo>
                  <a:lnTo>
                    <a:pt x="70178" y="98821"/>
                  </a:lnTo>
                  <a:lnTo>
                    <a:pt x="65032" y="96717"/>
                  </a:lnTo>
                  <a:lnTo>
                    <a:pt x="77346" y="78440"/>
                  </a:lnTo>
                  <a:lnTo>
                    <a:pt x="91893" y="86947"/>
                  </a:lnTo>
                  <a:lnTo>
                    <a:pt x="96366" y="78252"/>
                  </a:lnTo>
                  <a:lnTo>
                    <a:pt x="85195" y="71948"/>
                  </a:lnTo>
                  <a:lnTo>
                    <a:pt x="81623" y="69932"/>
                  </a:lnTo>
                  <a:lnTo>
                    <a:pt x="78438" y="68134"/>
                  </a:lnTo>
                  <a:lnTo>
                    <a:pt x="47793" y="51970"/>
                  </a:lnTo>
                  <a:lnTo>
                    <a:pt x="38482" y="42646"/>
                  </a:lnTo>
                  <a:lnTo>
                    <a:pt x="30825" y="41643"/>
                  </a:lnTo>
                  <a:lnTo>
                    <a:pt x="0" y="20972"/>
                  </a:lnTo>
                  <a:lnTo>
                    <a:pt x="1668" y="12242"/>
                  </a:lnTo>
                  <a:lnTo>
                    <a:pt x="7853" y="6823"/>
                  </a:lnTo>
                  <a:lnTo>
                    <a:pt x="28763" y="14550"/>
                  </a:lnTo>
                  <a:lnTo>
                    <a:pt x="35537" y="0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2"/>
            <p:cNvSpPr/>
            <p:nvPr/>
          </p:nvSpPr>
          <p:spPr>
            <a:xfrm>
              <a:off x="3651755" y="3073330"/>
              <a:ext cx="195420" cy="148850"/>
            </a:xfrm>
            <a:custGeom>
              <a:avLst/>
              <a:pathLst>
                <a:path w="195420" h="148850">
                  <a:moveTo>
                    <a:pt x="182966" y="21970"/>
                  </a:moveTo>
                  <a:lnTo>
                    <a:pt x="195420" y="27726"/>
                  </a:lnTo>
                  <a:lnTo>
                    <a:pt x="194729" y="29350"/>
                  </a:lnTo>
                  <a:lnTo>
                    <a:pt x="194637" y="29581"/>
                  </a:lnTo>
                  <a:lnTo>
                    <a:pt x="188991" y="43740"/>
                  </a:lnTo>
                  <a:lnTo>
                    <a:pt x="189532" y="43956"/>
                  </a:lnTo>
                  <a:lnTo>
                    <a:pt x="186894" y="50080"/>
                  </a:lnTo>
                  <a:lnTo>
                    <a:pt x="186806" y="50282"/>
                  </a:lnTo>
                  <a:lnTo>
                    <a:pt x="185165" y="54093"/>
                  </a:lnTo>
                  <a:lnTo>
                    <a:pt x="185079" y="54293"/>
                  </a:lnTo>
                  <a:lnTo>
                    <a:pt x="183529" y="58012"/>
                  </a:lnTo>
                  <a:lnTo>
                    <a:pt x="183285" y="58598"/>
                  </a:lnTo>
                  <a:lnTo>
                    <a:pt x="180477" y="66013"/>
                  </a:lnTo>
                  <a:lnTo>
                    <a:pt x="177106" y="74914"/>
                  </a:lnTo>
                  <a:lnTo>
                    <a:pt x="176838" y="75650"/>
                  </a:lnTo>
                  <a:lnTo>
                    <a:pt x="173598" y="74045"/>
                  </a:lnTo>
                  <a:lnTo>
                    <a:pt x="169652" y="77015"/>
                  </a:lnTo>
                  <a:lnTo>
                    <a:pt x="169353" y="77133"/>
                  </a:lnTo>
                  <a:lnTo>
                    <a:pt x="168320" y="77539"/>
                  </a:lnTo>
                  <a:lnTo>
                    <a:pt x="167196" y="77982"/>
                  </a:lnTo>
                  <a:lnTo>
                    <a:pt x="162484" y="67847"/>
                  </a:lnTo>
                  <a:lnTo>
                    <a:pt x="160520" y="69854"/>
                  </a:lnTo>
                  <a:lnTo>
                    <a:pt x="159735" y="74570"/>
                  </a:lnTo>
                  <a:lnTo>
                    <a:pt x="152470" y="79688"/>
                  </a:lnTo>
                  <a:lnTo>
                    <a:pt x="148838" y="72564"/>
                  </a:lnTo>
                  <a:lnTo>
                    <a:pt x="145696" y="75173"/>
                  </a:lnTo>
                  <a:lnTo>
                    <a:pt x="140199" y="69955"/>
                  </a:lnTo>
                  <a:lnTo>
                    <a:pt x="138530" y="71961"/>
                  </a:lnTo>
                  <a:lnTo>
                    <a:pt x="131658" y="67245"/>
                  </a:lnTo>
                  <a:lnTo>
                    <a:pt x="129793" y="62629"/>
                  </a:lnTo>
                  <a:lnTo>
                    <a:pt x="118111" y="65038"/>
                  </a:lnTo>
                  <a:lnTo>
                    <a:pt x="109668" y="61726"/>
                  </a:lnTo>
                  <a:lnTo>
                    <a:pt x="96317" y="66844"/>
                  </a:lnTo>
                  <a:lnTo>
                    <a:pt x="97102" y="75975"/>
                  </a:lnTo>
                  <a:lnTo>
                    <a:pt x="98673" y="75875"/>
                  </a:lnTo>
                  <a:lnTo>
                    <a:pt x="100636" y="89321"/>
                  </a:lnTo>
                  <a:lnTo>
                    <a:pt x="92194" y="91228"/>
                  </a:lnTo>
                  <a:lnTo>
                    <a:pt x="95630" y="95442"/>
                  </a:lnTo>
                  <a:lnTo>
                    <a:pt x="80315" y="105979"/>
                  </a:lnTo>
                  <a:lnTo>
                    <a:pt x="80730" y="107616"/>
                  </a:lnTo>
                  <a:lnTo>
                    <a:pt x="83332" y="110777"/>
                  </a:lnTo>
                  <a:lnTo>
                    <a:pt x="83448" y="110996"/>
                  </a:lnTo>
                  <a:lnTo>
                    <a:pt x="83711" y="112147"/>
                  </a:lnTo>
                  <a:lnTo>
                    <a:pt x="83564" y="112839"/>
                  </a:lnTo>
                  <a:lnTo>
                    <a:pt x="83097" y="113417"/>
                  </a:lnTo>
                  <a:lnTo>
                    <a:pt x="81060" y="114435"/>
                  </a:lnTo>
                  <a:lnTo>
                    <a:pt x="78881" y="116000"/>
                  </a:lnTo>
                  <a:lnTo>
                    <a:pt x="77427" y="117805"/>
                  </a:lnTo>
                  <a:lnTo>
                    <a:pt x="76740" y="118659"/>
                  </a:lnTo>
                  <a:lnTo>
                    <a:pt x="75674" y="121464"/>
                  </a:lnTo>
                  <a:lnTo>
                    <a:pt x="74987" y="123721"/>
                  </a:lnTo>
                  <a:lnTo>
                    <a:pt x="72091" y="127986"/>
                  </a:lnTo>
                  <a:lnTo>
                    <a:pt x="71600" y="129441"/>
                  </a:lnTo>
                  <a:lnTo>
                    <a:pt x="71600" y="130946"/>
                  </a:lnTo>
                  <a:lnTo>
                    <a:pt x="70007" y="137475"/>
                  </a:lnTo>
                  <a:lnTo>
                    <a:pt x="65368" y="138603"/>
                  </a:lnTo>
                  <a:lnTo>
                    <a:pt x="60730" y="139732"/>
                  </a:lnTo>
                  <a:lnTo>
                    <a:pt x="47174" y="148850"/>
                  </a:lnTo>
                  <a:lnTo>
                    <a:pt x="40964" y="145660"/>
                  </a:lnTo>
                  <a:lnTo>
                    <a:pt x="41151" y="145511"/>
                  </a:lnTo>
                  <a:lnTo>
                    <a:pt x="43373" y="143747"/>
                  </a:lnTo>
                  <a:lnTo>
                    <a:pt x="44895" y="140285"/>
                  </a:lnTo>
                  <a:lnTo>
                    <a:pt x="34921" y="139276"/>
                  </a:lnTo>
                  <a:lnTo>
                    <a:pt x="33877" y="140981"/>
                  </a:lnTo>
                  <a:lnTo>
                    <a:pt x="33424" y="141721"/>
                  </a:lnTo>
                  <a:lnTo>
                    <a:pt x="31524" y="144822"/>
                  </a:lnTo>
                  <a:lnTo>
                    <a:pt x="27484" y="142391"/>
                  </a:lnTo>
                  <a:lnTo>
                    <a:pt x="23196" y="139873"/>
                  </a:lnTo>
                  <a:lnTo>
                    <a:pt x="23048" y="140375"/>
                  </a:lnTo>
                  <a:lnTo>
                    <a:pt x="18233" y="137155"/>
                  </a:lnTo>
                  <a:lnTo>
                    <a:pt x="12268" y="133166"/>
                  </a:lnTo>
                  <a:lnTo>
                    <a:pt x="10097" y="131715"/>
                  </a:lnTo>
                  <a:lnTo>
                    <a:pt x="5783" y="128830"/>
                  </a:lnTo>
                  <a:lnTo>
                    <a:pt x="0" y="124963"/>
                  </a:lnTo>
                  <a:lnTo>
                    <a:pt x="3974" y="118741"/>
                  </a:lnTo>
                  <a:lnTo>
                    <a:pt x="13137" y="104397"/>
                  </a:lnTo>
                  <a:lnTo>
                    <a:pt x="14304" y="102570"/>
                  </a:lnTo>
                  <a:lnTo>
                    <a:pt x="19711" y="94105"/>
                  </a:lnTo>
                  <a:lnTo>
                    <a:pt x="20836" y="92985"/>
                  </a:lnTo>
                  <a:lnTo>
                    <a:pt x="23008" y="90637"/>
                  </a:lnTo>
                  <a:lnTo>
                    <a:pt x="23499" y="90107"/>
                  </a:lnTo>
                  <a:lnTo>
                    <a:pt x="30074" y="79463"/>
                  </a:lnTo>
                  <a:lnTo>
                    <a:pt x="32824" y="75012"/>
                  </a:lnTo>
                  <a:lnTo>
                    <a:pt x="37703" y="67114"/>
                  </a:lnTo>
                  <a:lnTo>
                    <a:pt x="44205" y="56588"/>
                  </a:lnTo>
                  <a:lnTo>
                    <a:pt x="43746" y="56290"/>
                  </a:lnTo>
                  <a:lnTo>
                    <a:pt x="40653" y="54195"/>
                  </a:lnTo>
                  <a:lnTo>
                    <a:pt x="41988" y="52188"/>
                  </a:lnTo>
                  <a:lnTo>
                    <a:pt x="46749" y="45028"/>
                  </a:lnTo>
                  <a:lnTo>
                    <a:pt x="52575" y="36266"/>
                  </a:lnTo>
                  <a:lnTo>
                    <a:pt x="56503" y="30359"/>
                  </a:lnTo>
                  <a:lnTo>
                    <a:pt x="60846" y="23827"/>
                  </a:lnTo>
                  <a:lnTo>
                    <a:pt x="63340" y="20077"/>
                  </a:lnTo>
                  <a:lnTo>
                    <a:pt x="64348" y="18561"/>
                  </a:lnTo>
                  <a:lnTo>
                    <a:pt x="69422" y="15422"/>
                  </a:lnTo>
                  <a:lnTo>
                    <a:pt x="73732" y="12755"/>
                  </a:lnTo>
                  <a:lnTo>
                    <a:pt x="75918" y="9107"/>
                  </a:lnTo>
                  <a:lnTo>
                    <a:pt x="77491" y="9496"/>
                  </a:lnTo>
                  <a:lnTo>
                    <a:pt x="77842" y="9583"/>
                  </a:lnTo>
                  <a:lnTo>
                    <a:pt x="78484" y="9742"/>
                  </a:lnTo>
                  <a:lnTo>
                    <a:pt x="81678" y="11079"/>
                  </a:lnTo>
                  <a:lnTo>
                    <a:pt x="80449" y="14220"/>
                  </a:lnTo>
                  <a:lnTo>
                    <a:pt x="83142" y="16575"/>
                  </a:lnTo>
                  <a:lnTo>
                    <a:pt x="85527" y="18514"/>
                  </a:lnTo>
                  <a:lnTo>
                    <a:pt x="89287" y="21572"/>
                  </a:lnTo>
                  <a:lnTo>
                    <a:pt x="89828" y="22276"/>
                  </a:lnTo>
                  <a:lnTo>
                    <a:pt x="90058" y="22507"/>
                  </a:lnTo>
                  <a:lnTo>
                    <a:pt x="96745" y="19820"/>
                  </a:lnTo>
                  <a:lnTo>
                    <a:pt x="97461" y="19532"/>
                  </a:lnTo>
                  <a:lnTo>
                    <a:pt x="100397" y="17942"/>
                  </a:lnTo>
                  <a:lnTo>
                    <a:pt x="101756" y="17206"/>
                  </a:lnTo>
                  <a:lnTo>
                    <a:pt x="103408" y="16628"/>
                  </a:lnTo>
                  <a:lnTo>
                    <a:pt x="106275" y="15985"/>
                  </a:lnTo>
                  <a:lnTo>
                    <a:pt x="108042" y="15659"/>
                  </a:lnTo>
                  <a:lnTo>
                    <a:pt x="109554" y="15203"/>
                  </a:lnTo>
                  <a:lnTo>
                    <a:pt x="112112" y="13600"/>
                  </a:lnTo>
                  <a:lnTo>
                    <a:pt x="118294" y="2470"/>
                  </a:lnTo>
                  <a:lnTo>
                    <a:pt x="119298" y="0"/>
                  </a:lnTo>
                  <a:lnTo>
                    <a:pt x="123094" y="12"/>
                  </a:lnTo>
                  <a:lnTo>
                    <a:pt x="132121" y="780"/>
                  </a:lnTo>
                  <a:lnTo>
                    <a:pt x="133689" y="1395"/>
                  </a:lnTo>
                  <a:lnTo>
                    <a:pt x="135327" y="2037"/>
                  </a:lnTo>
                  <a:lnTo>
                    <a:pt x="144622" y="6104"/>
                  </a:lnTo>
                  <a:lnTo>
                    <a:pt x="146062" y="6694"/>
                  </a:lnTo>
                  <a:lnTo>
                    <a:pt x="157814" y="11508"/>
                  </a:lnTo>
                  <a:lnTo>
                    <a:pt x="170651" y="16903"/>
                  </a:lnTo>
                  <a:lnTo>
                    <a:pt x="180399" y="2091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g153"/>
            <p:cNvSpPr/>
            <p:nvPr/>
          </p:nvSpPr>
          <p:spPr>
            <a:xfrm>
              <a:off x="3815319" y="3052664"/>
              <a:ext cx="336018" cy="148821"/>
            </a:xfrm>
            <a:custGeom>
              <a:avLst/>
              <a:pathLst>
                <a:path w="336018" h="148821">
                  <a:moveTo>
                    <a:pt x="288749" y="38984"/>
                  </a:moveTo>
                  <a:lnTo>
                    <a:pt x="295208" y="49189"/>
                  </a:lnTo>
                  <a:lnTo>
                    <a:pt x="290495" y="57016"/>
                  </a:lnTo>
                  <a:lnTo>
                    <a:pt x="280187" y="63438"/>
                  </a:lnTo>
                  <a:lnTo>
                    <a:pt x="241478" y="72478"/>
                  </a:lnTo>
                  <a:lnTo>
                    <a:pt x="235850" y="64885"/>
                  </a:lnTo>
                  <a:lnTo>
                    <a:pt x="224855" y="61071"/>
                  </a:lnTo>
                  <a:lnTo>
                    <a:pt x="214842" y="66089"/>
                  </a:lnTo>
                  <a:lnTo>
                    <a:pt x="213664" y="78130"/>
                  </a:lnTo>
                  <a:lnTo>
                    <a:pt x="219549" y="79833"/>
                  </a:lnTo>
                  <a:lnTo>
                    <a:pt x="214806" y="88825"/>
                  </a:lnTo>
                  <a:lnTo>
                    <a:pt x="226979" y="93742"/>
                  </a:lnTo>
                  <a:lnTo>
                    <a:pt x="241508" y="96351"/>
                  </a:lnTo>
                  <a:lnTo>
                    <a:pt x="250736" y="96953"/>
                  </a:lnTo>
                  <a:lnTo>
                    <a:pt x="269781" y="93341"/>
                  </a:lnTo>
                  <a:lnTo>
                    <a:pt x="268800" y="83808"/>
                  </a:lnTo>
                  <a:lnTo>
                    <a:pt x="292557" y="80798"/>
                  </a:lnTo>
                  <a:lnTo>
                    <a:pt x="292851" y="77787"/>
                  </a:lnTo>
                  <a:lnTo>
                    <a:pt x="299429" y="73673"/>
                  </a:lnTo>
                  <a:lnTo>
                    <a:pt x="302423" y="82604"/>
                  </a:lnTo>
                  <a:lnTo>
                    <a:pt x="303896" y="81851"/>
                  </a:lnTo>
                  <a:lnTo>
                    <a:pt x="315038" y="81249"/>
                  </a:lnTo>
                  <a:lnTo>
                    <a:pt x="320143" y="83808"/>
                  </a:lnTo>
                  <a:lnTo>
                    <a:pt x="318476" y="87131"/>
                  </a:lnTo>
                  <a:lnTo>
                    <a:pt x="306890" y="86317"/>
                  </a:lnTo>
                  <a:lnTo>
                    <a:pt x="299282" y="87471"/>
                  </a:lnTo>
                  <a:lnTo>
                    <a:pt x="299527" y="90732"/>
                  </a:lnTo>
                  <a:lnTo>
                    <a:pt x="307184" y="89678"/>
                  </a:lnTo>
                  <a:lnTo>
                    <a:pt x="307773" y="94896"/>
                  </a:lnTo>
                  <a:lnTo>
                    <a:pt x="299036" y="96602"/>
                  </a:lnTo>
                  <a:lnTo>
                    <a:pt x="299887" y="103313"/>
                  </a:lnTo>
                  <a:lnTo>
                    <a:pt x="305934" y="101990"/>
                  </a:lnTo>
                  <a:lnTo>
                    <a:pt x="313635" y="106265"/>
                  </a:lnTo>
                  <a:lnTo>
                    <a:pt x="336018" y="119812"/>
                  </a:lnTo>
                  <a:lnTo>
                    <a:pt x="329114" y="140018"/>
                  </a:lnTo>
                  <a:lnTo>
                    <a:pt x="326745" y="146260"/>
                  </a:lnTo>
                  <a:lnTo>
                    <a:pt x="318616" y="144614"/>
                  </a:lnTo>
                  <a:lnTo>
                    <a:pt x="283221" y="131561"/>
                  </a:lnTo>
                  <a:lnTo>
                    <a:pt x="248273" y="139890"/>
                  </a:lnTo>
                  <a:lnTo>
                    <a:pt x="230896" y="140994"/>
                  </a:lnTo>
                  <a:lnTo>
                    <a:pt x="228933" y="131260"/>
                  </a:lnTo>
                  <a:lnTo>
                    <a:pt x="195653" y="142599"/>
                  </a:lnTo>
                  <a:lnTo>
                    <a:pt x="195948" y="147717"/>
                  </a:lnTo>
                  <a:lnTo>
                    <a:pt x="181811" y="148821"/>
                  </a:lnTo>
                  <a:lnTo>
                    <a:pt x="181713" y="145810"/>
                  </a:lnTo>
                  <a:lnTo>
                    <a:pt x="169540" y="137582"/>
                  </a:lnTo>
                  <a:lnTo>
                    <a:pt x="142052" y="126945"/>
                  </a:lnTo>
                  <a:lnTo>
                    <a:pt x="147452" y="114202"/>
                  </a:lnTo>
                  <a:lnTo>
                    <a:pt x="137144" y="108883"/>
                  </a:lnTo>
                  <a:lnTo>
                    <a:pt x="134100" y="114101"/>
                  </a:lnTo>
                  <a:lnTo>
                    <a:pt x="129585" y="128952"/>
                  </a:lnTo>
                  <a:lnTo>
                    <a:pt x="96697" y="109786"/>
                  </a:lnTo>
                  <a:lnTo>
                    <a:pt x="81186" y="109887"/>
                  </a:lnTo>
                  <a:lnTo>
                    <a:pt x="79616" y="117312"/>
                  </a:lnTo>
                  <a:lnTo>
                    <a:pt x="74413" y="116911"/>
                  </a:lnTo>
                  <a:lnTo>
                    <a:pt x="74315" y="109285"/>
                  </a:lnTo>
                  <a:lnTo>
                    <a:pt x="44667" y="123333"/>
                  </a:lnTo>
                  <a:lnTo>
                    <a:pt x="31709" y="111793"/>
                  </a:lnTo>
                  <a:lnTo>
                    <a:pt x="35635" y="105572"/>
                  </a:lnTo>
                  <a:lnTo>
                    <a:pt x="33083" y="102662"/>
                  </a:lnTo>
                  <a:lnTo>
                    <a:pt x="33868" y="98748"/>
                  </a:lnTo>
                  <a:lnTo>
                    <a:pt x="27782" y="99551"/>
                  </a:lnTo>
                  <a:lnTo>
                    <a:pt x="27487" y="106074"/>
                  </a:lnTo>
                  <a:lnTo>
                    <a:pt x="21008" y="111191"/>
                  </a:lnTo>
                  <a:lnTo>
                    <a:pt x="13154" y="111593"/>
                  </a:lnTo>
                  <a:lnTo>
                    <a:pt x="0" y="105873"/>
                  </a:lnTo>
                  <a:lnTo>
                    <a:pt x="3632" y="98648"/>
                  </a:lnTo>
                  <a:lnTo>
                    <a:pt x="4756" y="98205"/>
                  </a:lnTo>
                  <a:lnTo>
                    <a:pt x="5789" y="97799"/>
                  </a:lnTo>
                  <a:lnTo>
                    <a:pt x="6088" y="97681"/>
                  </a:lnTo>
                  <a:lnTo>
                    <a:pt x="10034" y="94711"/>
                  </a:lnTo>
                  <a:lnTo>
                    <a:pt x="13274" y="96316"/>
                  </a:lnTo>
                  <a:lnTo>
                    <a:pt x="13542" y="95580"/>
                  </a:lnTo>
                  <a:lnTo>
                    <a:pt x="16913" y="86679"/>
                  </a:lnTo>
                  <a:lnTo>
                    <a:pt x="19721" y="79263"/>
                  </a:lnTo>
                  <a:lnTo>
                    <a:pt x="19965" y="78678"/>
                  </a:lnTo>
                  <a:lnTo>
                    <a:pt x="21520" y="74947"/>
                  </a:lnTo>
                  <a:lnTo>
                    <a:pt x="21601" y="74759"/>
                  </a:lnTo>
                  <a:lnTo>
                    <a:pt x="23242" y="70948"/>
                  </a:lnTo>
                  <a:lnTo>
                    <a:pt x="23330" y="70746"/>
                  </a:lnTo>
                  <a:lnTo>
                    <a:pt x="25968" y="64622"/>
                  </a:lnTo>
                  <a:lnTo>
                    <a:pt x="25427" y="64406"/>
                  </a:lnTo>
                  <a:lnTo>
                    <a:pt x="31073" y="50246"/>
                  </a:lnTo>
                  <a:lnTo>
                    <a:pt x="31165" y="50015"/>
                  </a:lnTo>
                  <a:lnTo>
                    <a:pt x="31856" y="48392"/>
                  </a:lnTo>
                  <a:lnTo>
                    <a:pt x="34777" y="49640"/>
                  </a:lnTo>
                  <a:lnTo>
                    <a:pt x="44002" y="53581"/>
                  </a:lnTo>
                  <a:lnTo>
                    <a:pt x="44479" y="53785"/>
                  </a:lnTo>
                  <a:lnTo>
                    <a:pt x="56239" y="58809"/>
                  </a:lnTo>
                  <a:lnTo>
                    <a:pt x="56838" y="59065"/>
                  </a:lnTo>
                  <a:lnTo>
                    <a:pt x="57314" y="59268"/>
                  </a:lnTo>
                  <a:lnTo>
                    <a:pt x="61201" y="59180"/>
                  </a:lnTo>
                  <a:lnTo>
                    <a:pt x="89849" y="58526"/>
                  </a:lnTo>
                  <a:lnTo>
                    <a:pt x="90007" y="58523"/>
                  </a:lnTo>
                  <a:lnTo>
                    <a:pt x="91984" y="59655"/>
                  </a:lnTo>
                  <a:lnTo>
                    <a:pt x="101541" y="65131"/>
                  </a:lnTo>
                  <a:lnTo>
                    <a:pt x="101870" y="65319"/>
                  </a:lnTo>
                  <a:lnTo>
                    <a:pt x="102079" y="65439"/>
                  </a:lnTo>
                  <a:lnTo>
                    <a:pt x="113654" y="71418"/>
                  </a:lnTo>
                  <a:lnTo>
                    <a:pt x="122299" y="76073"/>
                  </a:lnTo>
                  <a:lnTo>
                    <a:pt x="134233" y="82265"/>
                  </a:lnTo>
                  <a:lnTo>
                    <a:pt x="142751" y="86684"/>
                  </a:lnTo>
                  <a:lnTo>
                    <a:pt x="144414" y="87547"/>
                  </a:lnTo>
                  <a:lnTo>
                    <a:pt x="157694" y="94526"/>
                  </a:lnTo>
                  <a:lnTo>
                    <a:pt x="169510" y="100735"/>
                  </a:lnTo>
                  <a:lnTo>
                    <a:pt x="170233" y="101115"/>
                  </a:lnTo>
                  <a:lnTo>
                    <a:pt x="171203" y="99102"/>
                  </a:lnTo>
                  <a:lnTo>
                    <a:pt x="181919" y="75177"/>
                  </a:lnTo>
                  <a:lnTo>
                    <a:pt x="184658" y="70119"/>
                  </a:lnTo>
                  <a:lnTo>
                    <a:pt x="187573" y="66266"/>
                  </a:lnTo>
                  <a:lnTo>
                    <a:pt x="187963" y="66383"/>
                  </a:lnTo>
                  <a:lnTo>
                    <a:pt x="186747" y="62582"/>
                  </a:lnTo>
                  <a:lnTo>
                    <a:pt x="184832" y="59180"/>
                  </a:lnTo>
                  <a:lnTo>
                    <a:pt x="183448" y="58518"/>
                  </a:lnTo>
                  <a:lnTo>
                    <a:pt x="180309" y="59650"/>
                  </a:lnTo>
                  <a:lnTo>
                    <a:pt x="177483" y="61684"/>
                  </a:lnTo>
                  <a:lnTo>
                    <a:pt x="176017" y="58444"/>
                  </a:lnTo>
                  <a:lnTo>
                    <a:pt x="173546" y="39129"/>
                  </a:lnTo>
                  <a:lnTo>
                    <a:pt x="173182" y="36281"/>
                  </a:lnTo>
                  <a:lnTo>
                    <a:pt x="171317" y="32217"/>
                  </a:lnTo>
                  <a:lnTo>
                    <a:pt x="171493" y="31555"/>
                  </a:lnTo>
                  <a:lnTo>
                    <a:pt x="176810" y="37127"/>
                  </a:lnTo>
                  <a:lnTo>
                    <a:pt x="182921" y="34945"/>
                  </a:lnTo>
                  <a:lnTo>
                    <a:pt x="185425" y="37052"/>
                  </a:lnTo>
                  <a:lnTo>
                    <a:pt x="186529" y="41267"/>
                  </a:lnTo>
                  <a:lnTo>
                    <a:pt x="196322" y="36149"/>
                  </a:lnTo>
                  <a:lnTo>
                    <a:pt x="198310" y="39310"/>
                  </a:lnTo>
                  <a:lnTo>
                    <a:pt x="209869" y="40439"/>
                  </a:lnTo>
                  <a:lnTo>
                    <a:pt x="233823" y="57347"/>
                  </a:lnTo>
                  <a:lnTo>
                    <a:pt x="239713" y="52982"/>
                  </a:lnTo>
                  <a:lnTo>
                    <a:pt x="247812" y="30404"/>
                  </a:lnTo>
                  <a:lnTo>
                    <a:pt x="240596" y="20470"/>
                  </a:lnTo>
                  <a:lnTo>
                    <a:pt x="248843" y="9181"/>
                  </a:lnTo>
                  <a:lnTo>
                    <a:pt x="252377" y="14449"/>
                  </a:lnTo>
                  <a:lnTo>
                    <a:pt x="259445" y="44402"/>
                  </a:lnTo>
                  <a:lnTo>
                    <a:pt x="271520" y="37027"/>
                  </a:lnTo>
                  <a:lnTo>
                    <a:pt x="264746" y="11890"/>
                  </a:lnTo>
                  <a:lnTo>
                    <a:pt x="292430" y="0"/>
                  </a:lnTo>
                  <a:lnTo>
                    <a:pt x="299941" y="15954"/>
                  </a:lnTo>
                  <a:lnTo>
                    <a:pt x="284331" y="224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g154"/>
            <p:cNvSpPr/>
            <p:nvPr/>
          </p:nvSpPr>
          <p:spPr>
            <a:xfrm>
              <a:off x="3547215" y="2441525"/>
              <a:ext cx="456067" cy="761248"/>
            </a:xfrm>
            <a:custGeom>
              <a:avLst/>
              <a:pathLst>
                <a:path w="456067" h="761248">
                  <a:moveTo>
                    <a:pt x="398171" y="43875"/>
                  </a:moveTo>
                  <a:lnTo>
                    <a:pt x="385213" y="66352"/>
                  </a:lnTo>
                  <a:lnTo>
                    <a:pt x="365671" y="55357"/>
                  </a:lnTo>
                  <a:lnTo>
                    <a:pt x="355565" y="72373"/>
                  </a:lnTo>
                  <a:lnTo>
                    <a:pt x="335566" y="88727"/>
                  </a:lnTo>
                  <a:lnTo>
                    <a:pt x="334997" y="89293"/>
                  </a:lnTo>
                  <a:lnTo>
                    <a:pt x="338287" y="93646"/>
                  </a:lnTo>
                  <a:lnTo>
                    <a:pt x="304320" y="128566"/>
                  </a:lnTo>
                  <a:lnTo>
                    <a:pt x="300754" y="124161"/>
                  </a:lnTo>
                  <a:lnTo>
                    <a:pt x="293140" y="130514"/>
                  </a:lnTo>
                  <a:lnTo>
                    <a:pt x="298627" y="139966"/>
                  </a:lnTo>
                  <a:lnTo>
                    <a:pt x="288495" y="146588"/>
                  </a:lnTo>
                  <a:lnTo>
                    <a:pt x="281198" y="138770"/>
                  </a:lnTo>
                  <a:lnTo>
                    <a:pt x="274866" y="143361"/>
                  </a:lnTo>
                  <a:lnTo>
                    <a:pt x="272436" y="150059"/>
                  </a:lnTo>
                  <a:lnTo>
                    <a:pt x="284511" y="152317"/>
                  </a:lnTo>
                  <a:lnTo>
                    <a:pt x="282302" y="176475"/>
                  </a:lnTo>
                  <a:lnTo>
                    <a:pt x="279505" y="188742"/>
                  </a:lnTo>
                  <a:lnTo>
                    <a:pt x="272289" y="199956"/>
                  </a:lnTo>
                  <a:lnTo>
                    <a:pt x="267724" y="197849"/>
                  </a:lnTo>
                  <a:lnTo>
                    <a:pt x="253220" y="211847"/>
                  </a:lnTo>
                  <a:lnTo>
                    <a:pt x="251232" y="211847"/>
                  </a:lnTo>
                  <a:lnTo>
                    <a:pt x="252262" y="220577"/>
                  </a:lnTo>
                  <a:lnTo>
                    <a:pt x="254177" y="220652"/>
                  </a:lnTo>
                  <a:lnTo>
                    <a:pt x="255502" y="250154"/>
                  </a:lnTo>
                  <a:lnTo>
                    <a:pt x="251894" y="249100"/>
                  </a:lnTo>
                  <a:lnTo>
                    <a:pt x="251084" y="255573"/>
                  </a:lnTo>
                  <a:lnTo>
                    <a:pt x="249334" y="256400"/>
                  </a:lnTo>
                  <a:lnTo>
                    <a:pt x="251572" y="266956"/>
                  </a:lnTo>
                  <a:lnTo>
                    <a:pt x="252009" y="268254"/>
                  </a:lnTo>
                  <a:lnTo>
                    <a:pt x="254892" y="276814"/>
                  </a:lnTo>
                  <a:lnTo>
                    <a:pt x="255362" y="278210"/>
                  </a:lnTo>
                  <a:lnTo>
                    <a:pt x="255883" y="282258"/>
                  </a:lnTo>
                  <a:lnTo>
                    <a:pt x="257039" y="285670"/>
                  </a:lnTo>
                  <a:lnTo>
                    <a:pt x="257250" y="286290"/>
                  </a:lnTo>
                  <a:lnTo>
                    <a:pt x="260109" y="294393"/>
                  </a:lnTo>
                  <a:lnTo>
                    <a:pt x="260489" y="295472"/>
                  </a:lnTo>
                  <a:lnTo>
                    <a:pt x="261311" y="297541"/>
                  </a:lnTo>
                  <a:lnTo>
                    <a:pt x="263065" y="301957"/>
                  </a:lnTo>
                  <a:lnTo>
                    <a:pt x="263623" y="303364"/>
                  </a:lnTo>
                  <a:lnTo>
                    <a:pt x="267020" y="311694"/>
                  </a:lnTo>
                  <a:lnTo>
                    <a:pt x="267137" y="311982"/>
                  </a:lnTo>
                  <a:lnTo>
                    <a:pt x="269597" y="318378"/>
                  </a:lnTo>
                  <a:lnTo>
                    <a:pt x="270134" y="319780"/>
                  </a:lnTo>
                  <a:lnTo>
                    <a:pt x="270583" y="320945"/>
                  </a:lnTo>
                  <a:lnTo>
                    <a:pt x="272393" y="325561"/>
                  </a:lnTo>
                  <a:lnTo>
                    <a:pt x="273619" y="328687"/>
                  </a:lnTo>
                  <a:lnTo>
                    <a:pt x="272521" y="329746"/>
                  </a:lnTo>
                  <a:lnTo>
                    <a:pt x="271748" y="330493"/>
                  </a:lnTo>
                  <a:lnTo>
                    <a:pt x="271145" y="332660"/>
                  </a:lnTo>
                  <a:lnTo>
                    <a:pt x="272175" y="333383"/>
                  </a:lnTo>
                  <a:lnTo>
                    <a:pt x="273471" y="334332"/>
                  </a:lnTo>
                  <a:lnTo>
                    <a:pt x="278368" y="336476"/>
                  </a:lnTo>
                  <a:lnTo>
                    <a:pt x="283304" y="344094"/>
                  </a:lnTo>
                  <a:lnTo>
                    <a:pt x="284335" y="349663"/>
                  </a:lnTo>
                  <a:lnTo>
                    <a:pt x="298030" y="351996"/>
                  </a:lnTo>
                  <a:lnTo>
                    <a:pt x="306718" y="365016"/>
                  </a:lnTo>
                  <a:lnTo>
                    <a:pt x="304404" y="366255"/>
                  </a:lnTo>
                  <a:lnTo>
                    <a:pt x="306718" y="375025"/>
                  </a:lnTo>
                  <a:lnTo>
                    <a:pt x="308338" y="374724"/>
                  </a:lnTo>
                  <a:lnTo>
                    <a:pt x="312682" y="380670"/>
                  </a:lnTo>
                  <a:lnTo>
                    <a:pt x="330647" y="384959"/>
                  </a:lnTo>
                  <a:lnTo>
                    <a:pt x="331630" y="388389"/>
                  </a:lnTo>
                  <a:lnTo>
                    <a:pt x="331335" y="390173"/>
                  </a:lnTo>
                  <a:lnTo>
                    <a:pt x="329205" y="389087"/>
                  </a:lnTo>
                  <a:lnTo>
                    <a:pt x="329574" y="390571"/>
                  </a:lnTo>
                  <a:lnTo>
                    <a:pt x="330737" y="395243"/>
                  </a:lnTo>
                  <a:lnTo>
                    <a:pt x="331835" y="398322"/>
                  </a:lnTo>
                  <a:lnTo>
                    <a:pt x="332878" y="398177"/>
                  </a:lnTo>
                  <a:lnTo>
                    <a:pt x="334607" y="397717"/>
                  </a:lnTo>
                  <a:lnTo>
                    <a:pt x="337803" y="407385"/>
                  </a:lnTo>
                  <a:lnTo>
                    <a:pt x="338653" y="409957"/>
                  </a:lnTo>
                  <a:lnTo>
                    <a:pt x="339675" y="413048"/>
                  </a:lnTo>
                  <a:lnTo>
                    <a:pt x="340941" y="416878"/>
                  </a:lnTo>
                  <a:lnTo>
                    <a:pt x="341200" y="417661"/>
                  </a:lnTo>
                  <a:lnTo>
                    <a:pt x="344183" y="426683"/>
                  </a:lnTo>
                  <a:lnTo>
                    <a:pt x="344387" y="427353"/>
                  </a:lnTo>
                  <a:lnTo>
                    <a:pt x="346009" y="430915"/>
                  </a:lnTo>
                  <a:lnTo>
                    <a:pt x="346420" y="433001"/>
                  </a:lnTo>
                  <a:lnTo>
                    <a:pt x="346286" y="433337"/>
                  </a:lnTo>
                  <a:lnTo>
                    <a:pt x="346029" y="433976"/>
                  </a:lnTo>
                  <a:lnTo>
                    <a:pt x="344177" y="436456"/>
                  </a:lnTo>
                  <a:lnTo>
                    <a:pt x="345078" y="449532"/>
                  </a:lnTo>
                  <a:lnTo>
                    <a:pt x="346477" y="457434"/>
                  </a:lnTo>
                  <a:lnTo>
                    <a:pt x="332193" y="464283"/>
                  </a:lnTo>
                  <a:lnTo>
                    <a:pt x="330500" y="460068"/>
                  </a:lnTo>
                  <a:lnTo>
                    <a:pt x="326598" y="460821"/>
                  </a:lnTo>
                  <a:lnTo>
                    <a:pt x="327481" y="465712"/>
                  </a:lnTo>
                  <a:lnTo>
                    <a:pt x="320560" y="467142"/>
                  </a:lnTo>
                  <a:lnTo>
                    <a:pt x="320781" y="470303"/>
                  </a:lnTo>
                  <a:lnTo>
                    <a:pt x="310988" y="470379"/>
                  </a:lnTo>
                  <a:lnTo>
                    <a:pt x="308485" y="459466"/>
                  </a:lnTo>
                  <a:lnTo>
                    <a:pt x="307398" y="459358"/>
                  </a:lnTo>
                  <a:lnTo>
                    <a:pt x="306809" y="454140"/>
                  </a:lnTo>
                  <a:lnTo>
                    <a:pt x="302588" y="454291"/>
                  </a:lnTo>
                  <a:lnTo>
                    <a:pt x="301262" y="444858"/>
                  </a:lnTo>
                  <a:lnTo>
                    <a:pt x="281923" y="445360"/>
                  </a:lnTo>
                  <a:lnTo>
                    <a:pt x="277652" y="450628"/>
                  </a:lnTo>
                  <a:lnTo>
                    <a:pt x="264330" y="462402"/>
                  </a:lnTo>
                  <a:lnTo>
                    <a:pt x="236597" y="463531"/>
                  </a:lnTo>
                  <a:lnTo>
                    <a:pt x="230868" y="462331"/>
                  </a:lnTo>
                  <a:lnTo>
                    <a:pt x="226156" y="463415"/>
                  </a:lnTo>
                  <a:lnTo>
                    <a:pt x="224507" y="468352"/>
                  </a:lnTo>
                  <a:lnTo>
                    <a:pt x="236272" y="475136"/>
                  </a:lnTo>
                  <a:lnTo>
                    <a:pt x="242241" y="483098"/>
                  </a:lnTo>
                  <a:lnTo>
                    <a:pt x="244818" y="496645"/>
                  </a:lnTo>
                  <a:lnTo>
                    <a:pt x="236863" y="497138"/>
                  </a:lnTo>
                  <a:lnTo>
                    <a:pt x="230515" y="496649"/>
                  </a:lnTo>
                  <a:lnTo>
                    <a:pt x="227731" y="504646"/>
                  </a:lnTo>
                  <a:lnTo>
                    <a:pt x="222269" y="503995"/>
                  </a:lnTo>
                  <a:lnTo>
                    <a:pt x="216850" y="517722"/>
                  </a:lnTo>
                  <a:lnTo>
                    <a:pt x="216261" y="524586"/>
                  </a:lnTo>
                  <a:lnTo>
                    <a:pt x="218381" y="525308"/>
                  </a:lnTo>
                  <a:lnTo>
                    <a:pt x="223329" y="521936"/>
                  </a:lnTo>
                  <a:lnTo>
                    <a:pt x="233342" y="522539"/>
                  </a:lnTo>
                  <a:lnTo>
                    <a:pt x="236138" y="519162"/>
                  </a:lnTo>
                  <a:lnTo>
                    <a:pt x="248103" y="527070"/>
                  </a:lnTo>
                  <a:lnTo>
                    <a:pt x="253016" y="531570"/>
                  </a:lnTo>
                  <a:lnTo>
                    <a:pt x="257673" y="529655"/>
                  </a:lnTo>
                  <a:lnTo>
                    <a:pt x="262857" y="534651"/>
                  </a:lnTo>
                  <a:lnTo>
                    <a:pt x="256923" y="541598"/>
                  </a:lnTo>
                  <a:lnTo>
                    <a:pt x="258749" y="542983"/>
                  </a:lnTo>
                  <a:lnTo>
                    <a:pt x="258042" y="546234"/>
                  </a:lnTo>
                  <a:lnTo>
                    <a:pt x="258042" y="547679"/>
                  </a:lnTo>
                  <a:lnTo>
                    <a:pt x="258042" y="549967"/>
                  </a:lnTo>
                  <a:lnTo>
                    <a:pt x="257865" y="553399"/>
                  </a:lnTo>
                  <a:lnTo>
                    <a:pt x="257223" y="556546"/>
                  </a:lnTo>
                  <a:lnTo>
                    <a:pt x="256075" y="558024"/>
                  </a:lnTo>
                  <a:lnTo>
                    <a:pt x="254696" y="559297"/>
                  </a:lnTo>
                  <a:lnTo>
                    <a:pt x="252674" y="560281"/>
                  </a:lnTo>
                  <a:lnTo>
                    <a:pt x="251195" y="561142"/>
                  </a:lnTo>
                  <a:lnTo>
                    <a:pt x="249184" y="562314"/>
                  </a:lnTo>
                  <a:lnTo>
                    <a:pt x="248431" y="562753"/>
                  </a:lnTo>
                  <a:lnTo>
                    <a:pt x="246815" y="564027"/>
                  </a:lnTo>
                  <a:lnTo>
                    <a:pt x="246096" y="564381"/>
                  </a:lnTo>
                  <a:lnTo>
                    <a:pt x="244460" y="565186"/>
                  </a:lnTo>
                  <a:lnTo>
                    <a:pt x="243775" y="565428"/>
                  </a:lnTo>
                  <a:lnTo>
                    <a:pt x="241806" y="566126"/>
                  </a:lnTo>
                  <a:lnTo>
                    <a:pt x="243017" y="567415"/>
                  </a:lnTo>
                  <a:lnTo>
                    <a:pt x="243250" y="567662"/>
                  </a:lnTo>
                  <a:lnTo>
                    <a:pt x="244310" y="569127"/>
                  </a:lnTo>
                  <a:lnTo>
                    <a:pt x="245315" y="570506"/>
                  </a:lnTo>
                  <a:lnTo>
                    <a:pt x="246555" y="571331"/>
                  </a:lnTo>
                  <a:lnTo>
                    <a:pt x="246909" y="571566"/>
                  </a:lnTo>
                  <a:lnTo>
                    <a:pt x="247660" y="572065"/>
                  </a:lnTo>
                  <a:lnTo>
                    <a:pt x="249828" y="573344"/>
                  </a:lnTo>
                  <a:lnTo>
                    <a:pt x="250660" y="573834"/>
                  </a:lnTo>
                  <a:lnTo>
                    <a:pt x="252525" y="574934"/>
                  </a:lnTo>
                  <a:lnTo>
                    <a:pt x="252892" y="575150"/>
                  </a:lnTo>
                  <a:lnTo>
                    <a:pt x="253655" y="575600"/>
                  </a:lnTo>
                  <a:lnTo>
                    <a:pt x="254487" y="576126"/>
                  </a:lnTo>
                  <a:lnTo>
                    <a:pt x="256888" y="577616"/>
                  </a:lnTo>
                  <a:lnTo>
                    <a:pt x="257398" y="577932"/>
                  </a:lnTo>
                  <a:lnTo>
                    <a:pt x="259683" y="579350"/>
                  </a:lnTo>
                  <a:lnTo>
                    <a:pt x="260708" y="579927"/>
                  </a:lnTo>
                  <a:lnTo>
                    <a:pt x="258846" y="582993"/>
                  </a:lnTo>
                  <a:lnTo>
                    <a:pt x="255092" y="589177"/>
                  </a:lnTo>
                  <a:lnTo>
                    <a:pt x="249141" y="598979"/>
                  </a:lnTo>
                  <a:lnTo>
                    <a:pt x="247230" y="602127"/>
                  </a:lnTo>
                  <a:lnTo>
                    <a:pt x="246228" y="603777"/>
                  </a:lnTo>
                  <a:lnTo>
                    <a:pt x="245966" y="604209"/>
                  </a:lnTo>
                  <a:lnTo>
                    <a:pt x="245752" y="604532"/>
                  </a:lnTo>
                  <a:lnTo>
                    <a:pt x="246955" y="605220"/>
                  </a:lnTo>
                  <a:lnTo>
                    <a:pt x="256496" y="611422"/>
                  </a:lnTo>
                  <a:lnTo>
                    <a:pt x="258784" y="612910"/>
                  </a:lnTo>
                  <a:lnTo>
                    <a:pt x="259746" y="613580"/>
                  </a:lnTo>
                  <a:lnTo>
                    <a:pt x="260101" y="612750"/>
                  </a:lnTo>
                  <a:lnTo>
                    <a:pt x="262810" y="606407"/>
                  </a:lnTo>
                  <a:lnTo>
                    <a:pt x="263141" y="605756"/>
                  </a:lnTo>
                  <a:lnTo>
                    <a:pt x="268880" y="607951"/>
                  </a:lnTo>
                  <a:lnTo>
                    <a:pt x="269536" y="608221"/>
                  </a:lnTo>
                  <a:lnTo>
                    <a:pt x="275893" y="610829"/>
                  </a:lnTo>
                  <a:lnTo>
                    <a:pt x="276043" y="610490"/>
                  </a:lnTo>
                  <a:lnTo>
                    <a:pt x="279920" y="601816"/>
                  </a:lnTo>
                  <a:lnTo>
                    <a:pt x="280692" y="600967"/>
                  </a:lnTo>
                  <a:lnTo>
                    <a:pt x="283475" y="599252"/>
                  </a:lnTo>
                  <a:lnTo>
                    <a:pt x="288369" y="596833"/>
                  </a:lnTo>
                  <a:lnTo>
                    <a:pt x="289779" y="596219"/>
                  </a:lnTo>
                  <a:lnTo>
                    <a:pt x="292378" y="595087"/>
                  </a:lnTo>
                  <a:lnTo>
                    <a:pt x="297934" y="593108"/>
                  </a:lnTo>
                  <a:lnTo>
                    <a:pt x="299140" y="592679"/>
                  </a:lnTo>
                  <a:lnTo>
                    <a:pt x="302097" y="591625"/>
                  </a:lnTo>
                  <a:lnTo>
                    <a:pt x="303544" y="591335"/>
                  </a:lnTo>
                  <a:lnTo>
                    <a:pt x="304597" y="591124"/>
                  </a:lnTo>
                  <a:lnTo>
                    <a:pt x="308734" y="590294"/>
                  </a:lnTo>
                  <a:lnTo>
                    <a:pt x="309177" y="590283"/>
                  </a:lnTo>
                  <a:lnTo>
                    <a:pt x="309396" y="590277"/>
                  </a:lnTo>
                  <a:lnTo>
                    <a:pt x="309837" y="590308"/>
                  </a:lnTo>
                  <a:lnTo>
                    <a:pt x="310292" y="590340"/>
                  </a:lnTo>
                  <a:lnTo>
                    <a:pt x="310889" y="590383"/>
                  </a:lnTo>
                  <a:lnTo>
                    <a:pt x="313535" y="590573"/>
                  </a:lnTo>
                  <a:lnTo>
                    <a:pt x="314638" y="590258"/>
                  </a:lnTo>
                  <a:lnTo>
                    <a:pt x="316565" y="590215"/>
                  </a:lnTo>
                  <a:lnTo>
                    <a:pt x="319566" y="590002"/>
                  </a:lnTo>
                  <a:lnTo>
                    <a:pt x="321896" y="589949"/>
                  </a:lnTo>
                  <a:lnTo>
                    <a:pt x="322762" y="589929"/>
                  </a:lnTo>
                  <a:lnTo>
                    <a:pt x="325308" y="591228"/>
                  </a:lnTo>
                  <a:lnTo>
                    <a:pt x="327450" y="592384"/>
                  </a:lnTo>
                  <a:lnTo>
                    <a:pt x="330217" y="593878"/>
                  </a:lnTo>
                  <a:lnTo>
                    <a:pt x="331372" y="593846"/>
                  </a:lnTo>
                  <a:lnTo>
                    <a:pt x="333123" y="593797"/>
                  </a:lnTo>
                  <a:lnTo>
                    <a:pt x="337246" y="593155"/>
                  </a:lnTo>
                  <a:lnTo>
                    <a:pt x="340790" y="591324"/>
                  </a:lnTo>
                  <a:lnTo>
                    <a:pt x="346651" y="595313"/>
                  </a:lnTo>
                  <a:lnTo>
                    <a:pt x="347021" y="595607"/>
                  </a:lnTo>
                  <a:lnTo>
                    <a:pt x="347575" y="596046"/>
                  </a:lnTo>
                  <a:lnTo>
                    <a:pt x="349206" y="594417"/>
                  </a:lnTo>
                  <a:lnTo>
                    <a:pt x="350568" y="593058"/>
                  </a:lnTo>
                  <a:lnTo>
                    <a:pt x="353564" y="590066"/>
                  </a:lnTo>
                  <a:lnTo>
                    <a:pt x="361422" y="582793"/>
                  </a:lnTo>
                  <a:lnTo>
                    <a:pt x="362757" y="583973"/>
                  </a:lnTo>
                  <a:lnTo>
                    <a:pt x="363690" y="585830"/>
                  </a:lnTo>
                  <a:lnTo>
                    <a:pt x="363641" y="587837"/>
                  </a:lnTo>
                  <a:lnTo>
                    <a:pt x="363101" y="590145"/>
                  </a:lnTo>
                  <a:lnTo>
                    <a:pt x="361628" y="593908"/>
                  </a:lnTo>
                  <a:lnTo>
                    <a:pt x="360990" y="596015"/>
                  </a:lnTo>
                  <a:lnTo>
                    <a:pt x="361383" y="597119"/>
                  </a:lnTo>
                  <a:lnTo>
                    <a:pt x="362986" y="594644"/>
                  </a:lnTo>
                  <a:lnTo>
                    <a:pt x="364802" y="592386"/>
                  </a:lnTo>
                  <a:lnTo>
                    <a:pt x="376145" y="574168"/>
                  </a:lnTo>
                  <a:lnTo>
                    <a:pt x="388035" y="579165"/>
                  </a:lnTo>
                  <a:lnTo>
                    <a:pt x="386920" y="585200"/>
                  </a:lnTo>
                  <a:lnTo>
                    <a:pt x="389497" y="590217"/>
                  </a:lnTo>
                  <a:lnTo>
                    <a:pt x="394774" y="593353"/>
                  </a:lnTo>
                  <a:lnTo>
                    <a:pt x="397473" y="597492"/>
                  </a:lnTo>
                  <a:lnTo>
                    <a:pt x="397964" y="603638"/>
                  </a:lnTo>
                  <a:lnTo>
                    <a:pt x="401155" y="606398"/>
                  </a:lnTo>
                  <a:lnTo>
                    <a:pt x="397498" y="613805"/>
                  </a:lnTo>
                  <a:lnTo>
                    <a:pt x="404001" y="620516"/>
                  </a:lnTo>
                  <a:lnTo>
                    <a:pt x="408542" y="620390"/>
                  </a:lnTo>
                  <a:lnTo>
                    <a:pt x="408480" y="626787"/>
                  </a:lnTo>
                  <a:lnTo>
                    <a:pt x="414125" y="623589"/>
                  </a:lnTo>
                  <a:lnTo>
                    <a:pt x="420568" y="625157"/>
                  </a:lnTo>
                  <a:lnTo>
                    <a:pt x="424985" y="629421"/>
                  </a:lnTo>
                  <a:lnTo>
                    <a:pt x="424556" y="632745"/>
                  </a:lnTo>
                  <a:lnTo>
                    <a:pt x="419279" y="640647"/>
                  </a:lnTo>
                  <a:lnTo>
                    <a:pt x="420690" y="641839"/>
                  </a:lnTo>
                  <a:lnTo>
                    <a:pt x="427624" y="634627"/>
                  </a:lnTo>
                  <a:lnTo>
                    <a:pt x="430729" y="629477"/>
                  </a:lnTo>
                  <a:lnTo>
                    <a:pt x="435784" y="631484"/>
                  </a:lnTo>
                  <a:lnTo>
                    <a:pt x="435048" y="634871"/>
                  </a:lnTo>
                  <a:lnTo>
                    <a:pt x="436447" y="638107"/>
                  </a:lnTo>
                  <a:lnTo>
                    <a:pt x="439098" y="642171"/>
                  </a:lnTo>
                  <a:lnTo>
                    <a:pt x="439597" y="642695"/>
                  </a:lnTo>
                  <a:lnTo>
                    <a:pt x="439421" y="643356"/>
                  </a:lnTo>
                  <a:lnTo>
                    <a:pt x="441286" y="647420"/>
                  </a:lnTo>
                  <a:lnTo>
                    <a:pt x="441650" y="650268"/>
                  </a:lnTo>
                  <a:lnTo>
                    <a:pt x="444121" y="669583"/>
                  </a:lnTo>
                  <a:lnTo>
                    <a:pt x="445641" y="672786"/>
                  </a:lnTo>
                  <a:lnTo>
                    <a:pt x="448413" y="670790"/>
                  </a:lnTo>
                  <a:lnTo>
                    <a:pt x="451552" y="669657"/>
                  </a:lnTo>
                  <a:lnTo>
                    <a:pt x="452936" y="670320"/>
                  </a:lnTo>
                  <a:lnTo>
                    <a:pt x="454851" y="673721"/>
                  </a:lnTo>
                  <a:lnTo>
                    <a:pt x="456067" y="677523"/>
                  </a:lnTo>
                  <a:lnTo>
                    <a:pt x="455677" y="677406"/>
                  </a:lnTo>
                  <a:lnTo>
                    <a:pt x="452762" y="681259"/>
                  </a:lnTo>
                  <a:lnTo>
                    <a:pt x="450023" y="686316"/>
                  </a:lnTo>
                  <a:lnTo>
                    <a:pt x="439307" y="710242"/>
                  </a:lnTo>
                  <a:lnTo>
                    <a:pt x="438337" y="712254"/>
                  </a:lnTo>
                  <a:lnTo>
                    <a:pt x="437614" y="711874"/>
                  </a:lnTo>
                  <a:lnTo>
                    <a:pt x="425798" y="705665"/>
                  </a:lnTo>
                  <a:lnTo>
                    <a:pt x="412518" y="698687"/>
                  </a:lnTo>
                  <a:lnTo>
                    <a:pt x="410855" y="697824"/>
                  </a:lnTo>
                  <a:lnTo>
                    <a:pt x="402337" y="693404"/>
                  </a:lnTo>
                  <a:lnTo>
                    <a:pt x="390403" y="687212"/>
                  </a:lnTo>
                  <a:lnTo>
                    <a:pt x="381758" y="682558"/>
                  </a:lnTo>
                  <a:lnTo>
                    <a:pt x="370183" y="676579"/>
                  </a:lnTo>
                  <a:lnTo>
                    <a:pt x="369974" y="676459"/>
                  </a:lnTo>
                  <a:lnTo>
                    <a:pt x="369645" y="676271"/>
                  </a:lnTo>
                  <a:lnTo>
                    <a:pt x="360088" y="670795"/>
                  </a:lnTo>
                  <a:lnTo>
                    <a:pt x="358111" y="669662"/>
                  </a:lnTo>
                  <a:lnTo>
                    <a:pt x="357904" y="669667"/>
                  </a:lnTo>
                  <a:lnTo>
                    <a:pt x="329305" y="670319"/>
                  </a:lnTo>
                  <a:lnTo>
                    <a:pt x="325418" y="670408"/>
                  </a:lnTo>
                  <a:lnTo>
                    <a:pt x="324942" y="670204"/>
                  </a:lnTo>
                  <a:lnTo>
                    <a:pt x="324343" y="669949"/>
                  </a:lnTo>
                  <a:lnTo>
                    <a:pt x="312583" y="664925"/>
                  </a:lnTo>
                  <a:lnTo>
                    <a:pt x="311988" y="664670"/>
                  </a:lnTo>
                  <a:lnTo>
                    <a:pt x="302881" y="660780"/>
                  </a:lnTo>
                  <a:lnTo>
                    <a:pt x="299960" y="659532"/>
                  </a:lnTo>
                  <a:lnTo>
                    <a:pt x="287506" y="653775"/>
                  </a:lnTo>
                  <a:lnTo>
                    <a:pt x="284939" y="652719"/>
                  </a:lnTo>
                  <a:lnTo>
                    <a:pt x="275191" y="648709"/>
                  </a:lnTo>
                  <a:lnTo>
                    <a:pt x="262354" y="643313"/>
                  </a:lnTo>
                  <a:lnTo>
                    <a:pt x="250602" y="638499"/>
                  </a:lnTo>
                  <a:lnTo>
                    <a:pt x="249162" y="637910"/>
                  </a:lnTo>
                  <a:lnTo>
                    <a:pt x="239867" y="633842"/>
                  </a:lnTo>
                  <a:lnTo>
                    <a:pt x="238229" y="633200"/>
                  </a:lnTo>
                  <a:lnTo>
                    <a:pt x="236661" y="632585"/>
                  </a:lnTo>
                  <a:lnTo>
                    <a:pt x="227634" y="631818"/>
                  </a:lnTo>
                  <a:lnTo>
                    <a:pt x="223838" y="631805"/>
                  </a:lnTo>
                  <a:lnTo>
                    <a:pt x="222834" y="634275"/>
                  </a:lnTo>
                  <a:lnTo>
                    <a:pt x="216652" y="645405"/>
                  </a:lnTo>
                  <a:lnTo>
                    <a:pt x="214094" y="647008"/>
                  </a:lnTo>
                  <a:lnTo>
                    <a:pt x="212562" y="647470"/>
                  </a:lnTo>
                  <a:lnTo>
                    <a:pt x="210815" y="647791"/>
                  </a:lnTo>
                  <a:lnTo>
                    <a:pt x="207948" y="648433"/>
                  </a:lnTo>
                  <a:lnTo>
                    <a:pt x="206296" y="649011"/>
                  </a:lnTo>
                  <a:lnTo>
                    <a:pt x="204937" y="649747"/>
                  </a:lnTo>
                  <a:lnTo>
                    <a:pt x="202001" y="651338"/>
                  </a:lnTo>
                  <a:lnTo>
                    <a:pt x="201285" y="651625"/>
                  </a:lnTo>
                  <a:lnTo>
                    <a:pt x="194598" y="654312"/>
                  </a:lnTo>
                  <a:lnTo>
                    <a:pt x="194368" y="654081"/>
                  </a:lnTo>
                  <a:lnTo>
                    <a:pt x="193827" y="653378"/>
                  </a:lnTo>
                  <a:lnTo>
                    <a:pt x="190067" y="650320"/>
                  </a:lnTo>
                  <a:lnTo>
                    <a:pt x="187682" y="648381"/>
                  </a:lnTo>
                  <a:lnTo>
                    <a:pt x="184989" y="646025"/>
                  </a:lnTo>
                  <a:lnTo>
                    <a:pt x="186218" y="642884"/>
                  </a:lnTo>
                  <a:lnTo>
                    <a:pt x="183024" y="641547"/>
                  </a:lnTo>
                  <a:lnTo>
                    <a:pt x="182382" y="641389"/>
                  </a:lnTo>
                  <a:lnTo>
                    <a:pt x="182031" y="641302"/>
                  </a:lnTo>
                  <a:lnTo>
                    <a:pt x="180458" y="640912"/>
                  </a:lnTo>
                  <a:lnTo>
                    <a:pt x="178272" y="644561"/>
                  </a:lnTo>
                  <a:lnTo>
                    <a:pt x="173962" y="647227"/>
                  </a:lnTo>
                  <a:lnTo>
                    <a:pt x="168888" y="650366"/>
                  </a:lnTo>
                  <a:lnTo>
                    <a:pt x="167880" y="651883"/>
                  </a:lnTo>
                  <a:lnTo>
                    <a:pt x="165386" y="655633"/>
                  </a:lnTo>
                  <a:lnTo>
                    <a:pt x="161043" y="662164"/>
                  </a:lnTo>
                  <a:lnTo>
                    <a:pt x="157115" y="668072"/>
                  </a:lnTo>
                  <a:lnTo>
                    <a:pt x="151289" y="676833"/>
                  </a:lnTo>
                  <a:lnTo>
                    <a:pt x="146528" y="683993"/>
                  </a:lnTo>
                  <a:lnTo>
                    <a:pt x="145193" y="686001"/>
                  </a:lnTo>
                  <a:lnTo>
                    <a:pt x="148286" y="688095"/>
                  </a:lnTo>
                  <a:lnTo>
                    <a:pt x="148740" y="688401"/>
                  </a:lnTo>
                  <a:lnTo>
                    <a:pt x="142243" y="698919"/>
                  </a:lnTo>
                  <a:lnTo>
                    <a:pt x="137364" y="706817"/>
                  </a:lnTo>
                  <a:lnTo>
                    <a:pt x="134614" y="711268"/>
                  </a:lnTo>
                  <a:lnTo>
                    <a:pt x="128039" y="721912"/>
                  </a:lnTo>
                  <a:lnTo>
                    <a:pt x="127548" y="722442"/>
                  </a:lnTo>
                  <a:lnTo>
                    <a:pt x="125376" y="724791"/>
                  </a:lnTo>
                  <a:lnTo>
                    <a:pt x="124251" y="725911"/>
                  </a:lnTo>
                  <a:lnTo>
                    <a:pt x="118844" y="734375"/>
                  </a:lnTo>
                  <a:lnTo>
                    <a:pt x="117677" y="736202"/>
                  </a:lnTo>
                  <a:lnTo>
                    <a:pt x="108514" y="750547"/>
                  </a:lnTo>
                  <a:lnTo>
                    <a:pt x="104540" y="756768"/>
                  </a:lnTo>
                  <a:lnTo>
                    <a:pt x="102255" y="760345"/>
                  </a:lnTo>
                  <a:lnTo>
                    <a:pt x="101641" y="761248"/>
                  </a:lnTo>
                  <a:lnTo>
                    <a:pt x="94139" y="756075"/>
                  </a:lnTo>
                  <a:lnTo>
                    <a:pt x="87667" y="751612"/>
                  </a:lnTo>
                  <a:lnTo>
                    <a:pt x="79290" y="745835"/>
                  </a:lnTo>
                  <a:lnTo>
                    <a:pt x="64905" y="735916"/>
                  </a:lnTo>
                  <a:lnTo>
                    <a:pt x="65429" y="735129"/>
                  </a:lnTo>
                  <a:lnTo>
                    <a:pt x="44495" y="720715"/>
                  </a:lnTo>
                  <a:lnTo>
                    <a:pt x="29723" y="710472"/>
                  </a:lnTo>
                  <a:lnTo>
                    <a:pt x="30477" y="709226"/>
                  </a:lnTo>
                  <a:lnTo>
                    <a:pt x="32056" y="706616"/>
                  </a:lnTo>
                  <a:lnTo>
                    <a:pt x="47925" y="683093"/>
                  </a:lnTo>
                  <a:lnTo>
                    <a:pt x="51656" y="677562"/>
                  </a:lnTo>
                  <a:lnTo>
                    <a:pt x="53043" y="675507"/>
                  </a:lnTo>
                  <a:lnTo>
                    <a:pt x="54730" y="673005"/>
                  </a:lnTo>
                  <a:lnTo>
                    <a:pt x="55954" y="671191"/>
                  </a:lnTo>
                  <a:lnTo>
                    <a:pt x="57087" y="669512"/>
                  </a:lnTo>
                  <a:lnTo>
                    <a:pt x="57622" y="666523"/>
                  </a:lnTo>
                  <a:lnTo>
                    <a:pt x="58239" y="664900"/>
                  </a:lnTo>
                  <a:lnTo>
                    <a:pt x="58324" y="664674"/>
                  </a:lnTo>
                  <a:lnTo>
                    <a:pt x="58986" y="662934"/>
                  </a:lnTo>
                  <a:lnTo>
                    <a:pt x="59313" y="662071"/>
                  </a:lnTo>
                  <a:lnTo>
                    <a:pt x="59481" y="661631"/>
                  </a:lnTo>
                  <a:lnTo>
                    <a:pt x="58663" y="661035"/>
                  </a:lnTo>
                  <a:lnTo>
                    <a:pt x="58177" y="660330"/>
                  </a:lnTo>
                  <a:lnTo>
                    <a:pt x="56504" y="657904"/>
                  </a:lnTo>
                  <a:lnTo>
                    <a:pt x="55586" y="656552"/>
                  </a:lnTo>
                  <a:lnTo>
                    <a:pt x="55286" y="656111"/>
                  </a:lnTo>
                  <a:lnTo>
                    <a:pt x="55104" y="655898"/>
                  </a:lnTo>
                  <a:lnTo>
                    <a:pt x="54447" y="655504"/>
                  </a:lnTo>
                  <a:lnTo>
                    <a:pt x="52435" y="654295"/>
                  </a:lnTo>
                  <a:lnTo>
                    <a:pt x="49455" y="652505"/>
                  </a:lnTo>
                  <a:lnTo>
                    <a:pt x="47158" y="650579"/>
                  </a:lnTo>
                  <a:lnTo>
                    <a:pt x="45501" y="648476"/>
                  </a:lnTo>
                  <a:lnTo>
                    <a:pt x="44802" y="647588"/>
                  </a:lnTo>
                  <a:lnTo>
                    <a:pt x="36614" y="653107"/>
                  </a:lnTo>
                  <a:lnTo>
                    <a:pt x="36244" y="652747"/>
                  </a:lnTo>
                  <a:lnTo>
                    <a:pt x="35694" y="652039"/>
                  </a:lnTo>
                  <a:lnTo>
                    <a:pt x="34653" y="650700"/>
                  </a:lnTo>
                  <a:lnTo>
                    <a:pt x="32270" y="648617"/>
                  </a:lnTo>
                  <a:lnTo>
                    <a:pt x="31823" y="648305"/>
                  </a:lnTo>
                  <a:lnTo>
                    <a:pt x="30194" y="647169"/>
                  </a:lnTo>
                  <a:lnTo>
                    <a:pt x="25735" y="644057"/>
                  </a:lnTo>
                  <a:lnTo>
                    <a:pt x="20504" y="640407"/>
                  </a:lnTo>
                  <a:lnTo>
                    <a:pt x="17285" y="638161"/>
                  </a:lnTo>
                  <a:lnTo>
                    <a:pt x="16574" y="638660"/>
                  </a:lnTo>
                  <a:lnTo>
                    <a:pt x="15273" y="640384"/>
                  </a:lnTo>
                  <a:lnTo>
                    <a:pt x="12638" y="643878"/>
                  </a:lnTo>
                  <a:lnTo>
                    <a:pt x="0" y="638105"/>
                  </a:lnTo>
                  <a:lnTo>
                    <a:pt x="3090" y="631393"/>
                  </a:lnTo>
                  <a:lnTo>
                    <a:pt x="3203" y="631194"/>
                  </a:lnTo>
                  <a:lnTo>
                    <a:pt x="3498" y="630675"/>
                  </a:lnTo>
                  <a:lnTo>
                    <a:pt x="4615" y="628711"/>
                  </a:lnTo>
                  <a:lnTo>
                    <a:pt x="5646" y="626898"/>
                  </a:lnTo>
                  <a:lnTo>
                    <a:pt x="7325" y="623945"/>
                  </a:lnTo>
                  <a:lnTo>
                    <a:pt x="7718" y="623142"/>
                  </a:lnTo>
                  <a:lnTo>
                    <a:pt x="8551" y="624195"/>
                  </a:lnTo>
                  <a:lnTo>
                    <a:pt x="8703" y="624279"/>
                  </a:lnTo>
                  <a:lnTo>
                    <a:pt x="9925" y="624955"/>
                  </a:lnTo>
                  <a:lnTo>
                    <a:pt x="12819" y="626555"/>
                  </a:lnTo>
                  <a:lnTo>
                    <a:pt x="15270" y="627911"/>
                  </a:lnTo>
                  <a:lnTo>
                    <a:pt x="16297" y="628479"/>
                  </a:lnTo>
                  <a:lnTo>
                    <a:pt x="16500" y="628591"/>
                  </a:lnTo>
                  <a:lnTo>
                    <a:pt x="17399" y="629088"/>
                  </a:lnTo>
                  <a:lnTo>
                    <a:pt x="23670" y="624961"/>
                  </a:lnTo>
                  <a:lnTo>
                    <a:pt x="29478" y="621137"/>
                  </a:lnTo>
                  <a:lnTo>
                    <a:pt x="33754" y="618323"/>
                  </a:lnTo>
                  <a:lnTo>
                    <a:pt x="35296" y="617333"/>
                  </a:lnTo>
                  <a:lnTo>
                    <a:pt x="36643" y="619527"/>
                  </a:lnTo>
                  <a:lnTo>
                    <a:pt x="42354" y="615456"/>
                  </a:lnTo>
                  <a:lnTo>
                    <a:pt x="48676" y="624367"/>
                  </a:lnTo>
                  <a:lnTo>
                    <a:pt x="44199" y="627738"/>
                  </a:lnTo>
                  <a:lnTo>
                    <a:pt x="46045" y="630347"/>
                  </a:lnTo>
                  <a:lnTo>
                    <a:pt x="52014" y="626013"/>
                  </a:lnTo>
                  <a:lnTo>
                    <a:pt x="61171" y="637628"/>
                  </a:lnTo>
                  <a:lnTo>
                    <a:pt x="61596" y="637025"/>
                  </a:lnTo>
                  <a:lnTo>
                    <a:pt x="63095" y="634898"/>
                  </a:lnTo>
                  <a:lnTo>
                    <a:pt x="74797" y="641907"/>
                  </a:lnTo>
                  <a:lnTo>
                    <a:pt x="75086" y="641449"/>
                  </a:lnTo>
                  <a:lnTo>
                    <a:pt x="76880" y="639273"/>
                  </a:lnTo>
                  <a:lnTo>
                    <a:pt x="77084" y="639091"/>
                  </a:lnTo>
                  <a:lnTo>
                    <a:pt x="79145" y="636382"/>
                  </a:lnTo>
                  <a:lnTo>
                    <a:pt x="79436" y="635351"/>
                  </a:lnTo>
                  <a:lnTo>
                    <a:pt x="68698" y="626808"/>
                  </a:lnTo>
                  <a:lnTo>
                    <a:pt x="64697" y="621322"/>
                  </a:lnTo>
                  <a:lnTo>
                    <a:pt x="64366" y="620893"/>
                  </a:lnTo>
                  <a:lnTo>
                    <a:pt x="64120" y="620573"/>
                  </a:lnTo>
                  <a:lnTo>
                    <a:pt x="67929" y="618975"/>
                  </a:lnTo>
                  <a:lnTo>
                    <a:pt x="72273" y="615161"/>
                  </a:lnTo>
                  <a:lnTo>
                    <a:pt x="69794" y="612603"/>
                  </a:lnTo>
                  <a:lnTo>
                    <a:pt x="73598" y="607435"/>
                  </a:lnTo>
                  <a:lnTo>
                    <a:pt x="78114" y="605528"/>
                  </a:lnTo>
                  <a:lnTo>
                    <a:pt x="76465" y="594703"/>
                  </a:lnTo>
                  <a:lnTo>
                    <a:pt x="80637" y="583916"/>
                  </a:lnTo>
                  <a:lnTo>
                    <a:pt x="85116" y="581596"/>
                  </a:lnTo>
                  <a:lnTo>
                    <a:pt x="85472" y="577612"/>
                  </a:lnTo>
                  <a:lnTo>
                    <a:pt x="88025" y="575806"/>
                  </a:lnTo>
                  <a:lnTo>
                    <a:pt x="89399" y="571591"/>
                  </a:lnTo>
                  <a:lnTo>
                    <a:pt x="86847" y="561757"/>
                  </a:lnTo>
                  <a:lnTo>
                    <a:pt x="85079" y="554332"/>
                  </a:lnTo>
                  <a:lnTo>
                    <a:pt x="82527" y="545903"/>
                  </a:lnTo>
                  <a:lnTo>
                    <a:pt x="81153" y="538076"/>
                  </a:lnTo>
                  <a:lnTo>
                    <a:pt x="73275" y="528705"/>
                  </a:lnTo>
                  <a:lnTo>
                    <a:pt x="73864" y="521681"/>
                  </a:lnTo>
                  <a:lnTo>
                    <a:pt x="74950" y="520686"/>
                  </a:lnTo>
                  <a:lnTo>
                    <a:pt x="76727" y="519058"/>
                  </a:lnTo>
                  <a:lnTo>
                    <a:pt x="77719" y="518995"/>
                  </a:lnTo>
                  <a:lnTo>
                    <a:pt x="82334" y="516284"/>
                  </a:lnTo>
                  <a:lnTo>
                    <a:pt x="83085" y="515843"/>
                  </a:lnTo>
                  <a:lnTo>
                    <a:pt x="85012" y="515965"/>
                  </a:lnTo>
                  <a:lnTo>
                    <a:pt x="86873" y="516082"/>
                  </a:lnTo>
                  <a:lnTo>
                    <a:pt x="88687" y="516196"/>
                  </a:lnTo>
                  <a:lnTo>
                    <a:pt x="93445" y="518879"/>
                  </a:lnTo>
                  <a:lnTo>
                    <a:pt x="96483" y="520592"/>
                  </a:lnTo>
                  <a:lnTo>
                    <a:pt x="97428" y="521305"/>
                  </a:lnTo>
                  <a:lnTo>
                    <a:pt x="103267" y="525712"/>
                  </a:lnTo>
                  <a:lnTo>
                    <a:pt x="103359" y="525573"/>
                  </a:lnTo>
                  <a:lnTo>
                    <a:pt x="112645" y="512880"/>
                  </a:lnTo>
                  <a:lnTo>
                    <a:pt x="111685" y="511685"/>
                  </a:lnTo>
                  <a:lnTo>
                    <a:pt x="110640" y="510385"/>
                  </a:lnTo>
                  <a:lnTo>
                    <a:pt x="114310" y="504121"/>
                  </a:lnTo>
                  <a:lnTo>
                    <a:pt x="110874" y="481242"/>
                  </a:lnTo>
                  <a:lnTo>
                    <a:pt x="104101" y="481543"/>
                  </a:lnTo>
                  <a:lnTo>
                    <a:pt x="103413" y="470405"/>
                  </a:lnTo>
                  <a:lnTo>
                    <a:pt x="104690" y="458463"/>
                  </a:lnTo>
                  <a:lnTo>
                    <a:pt x="112838" y="450837"/>
                  </a:lnTo>
                  <a:lnTo>
                    <a:pt x="105082" y="449232"/>
                  </a:lnTo>
                  <a:lnTo>
                    <a:pt x="99094" y="449633"/>
                  </a:lnTo>
                  <a:lnTo>
                    <a:pt x="99683" y="444014"/>
                  </a:lnTo>
                  <a:lnTo>
                    <a:pt x="106751" y="443512"/>
                  </a:lnTo>
                  <a:lnTo>
                    <a:pt x="112249" y="432374"/>
                  </a:lnTo>
                  <a:lnTo>
                    <a:pt x="120986" y="436789"/>
                  </a:lnTo>
                  <a:lnTo>
                    <a:pt x="124029" y="431270"/>
                  </a:lnTo>
                  <a:lnTo>
                    <a:pt x="119612" y="428159"/>
                  </a:lnTo>
                  <a:lnTo>
                    <a:pt x="126189" y="420332"/>
                  </a:lnTo>
                  <a:lnTo>
                    <a:pt x="127073" y="414913"/>
                  </a:lnTo>
                  <a:lnTo>
                    <a:pt x="123735" y="410097"/>
                  </a:lnTo>
                  <a:lnTo>
                    <a:pt x="125993" y="407388"/>
                  </a:lnTo>
                  <a:lnTo>
                    <a:pt x="115390" y="396249"/>
                  </a:lnTo>
                  <a:lnTo>
                    <a:pt x="112543" y="390830"/>
                  </a:lnTo>
                  <a:lnTo>
                    <a:pt x="110776" y="390429"/>
                  </a:lnTo>
                  <a:lnTo>
                    <a:pt x="108224" y="384007"/>
                  </a:lnTo>
                  <a:lnTo>
                    <a:pt x="108813" y="381197"/>
                  </a:lnTo>
                  <a:lnTo>
                    <a:pt x="112151" y="381398"/>
                  </a:lnTo>
                  <a:lnTo>
                    <a:pt x="114998" y="360024"/>
                  </a:lnTo>
                  <a:lnTo>
                    <a:pt x="112151" y="357817"/>
                  </a:lnTo>
                  <a:lnTo>
                    <a:pt x="126189" y="346076"/>
                  </a:lnTo>
                  <a:lnTo>
                    <a:pt x="130508" y="351395"/>
                  </a:lnTo>
                  <a:lnTo>
                    <a:pt x="124422" y="372467"/>
                  </a:lnTo>
                  <a:lnTo>
                    <a:pt x="126582" y="378388"/>
                  </a:lnTo>
                  <a:lnTo>
                    <a:pt x="131785" y="381900"/>
                  </a:lnTo>
                  <a:lnTo>
                    <a:pt x="144449" y="377786"/>
                  </a:lnTo>
                  <a:lnTo>
                    <a:pt x="150437" y="381197"/>
                  </a:lnTo>
                  <a:lnTo>
                    <a:pt x="151615" y="385010"/>
                  </a:lnTo>
                  <a:lnTo>
                    <a:pt x="158880" y="424045"/>
                  </a:lnTo>
                  <a:lnTo>
                    <a:pt x="195203" y="385713"/>
                  </a:lnTo>
                  <a:lnTo>
                    <a:pt x="205413" y="386616"/>
                  </a:lnTo>
                  <a:lnTo>
                    <a:pt x="212677" y="381699"/>
                  </a:lnTo>
                  <a:lnTo>
                    <a:pt x="208750" y="368453"/>
                  </a:lnTo>
                  <a:lnTo>
                    <a:pt x="204922" y="370360"/>
                  </a:lnTo>
                  <a:lnTo>
                    <a:pt x="201191" y="355308"/>
                  </a:lnTo>
                  <a:lnTo>
                    <a:pt x="198246" y="354606"/>
                  </a:lnTo>
                  <a:lnTo>
                    <a:pt x="199326" y="334035"/>
                  </a:lnTo>
                  <a:lnTo>
                    <a:pt x="203940" y="334135"/>
                  </a:lnTo>
                  <a:lnTo>
                    <a:pt x="204333" y="326308"/>
                  </a:lnTo>
                  <a:lnTo>
                    <a:pt x="199326" y="325807"/>
                  </a:lnTo>
                  <a:lnTo>
                    <a:pt x="200967" y="309832"/>
                  </a:lnTo>
                  <a:lnTo>
                    <a:pt x="185014" y="285372"/>
                  </a:lnTo>
                  <a:lnTo>
                    <a:pt x="187100" y="278599"/>
                  </a:lnTo>
                  <a:lnTo>
                    <a:pt x="195936" y="280857"/>
                  </a:lnTo>
                  <a:lnTo>
                    <a:pt x="211416" y="282726"/>
                  </a:lnTo>
                  <a:lnTo>
                    <a:pt x="218720" y="259192"/>
                  </a:lnTo>
                  <a:lnTo>
                    <a:pt x="228733" y="236614"/>
                  </a:lnTo>
                  <a:lnTo>
                    <a:pt x="222254" y="236765"/>
                  </a:lnTo>
                  <a:lnTo>
                    <a:pt x="217984" y="226831"/>
                  </a:lnTo>
                  <a:lnTo>
                    <a:pt x="219456" y="219455"/>
                  </a:lnTo>
                  <a:lnTo>
                    <a:pt x="222843" y="219606"/>
                  </a:lnTo>
                  <a:lnTo>
                    <a:pt x="226672" y="205758"/>
                  </a:lnTo>
                  <a:lnTo>
                    <a:pt x="230795" y="197630"/>
                  </a:lnTo>
                  <a:lnTo>
                    <a:pt x="233887" y="194770"/>
                  </a:lnTo>
                  <a:lnTo>
                    <a:pt x="227555" y="186793"/>
                  </a:lnTo>
                  <a:lnTo>
                    <a:pt x="242723" y="173096"/>
                  </a:lnTo>
                  <a:lnTo>
                    <a:pt x="253620" y="173397"/>
                  </a:lnTo>
                  <a:lnTo>
                    <a:pt x="259215" y="160302"/>
                  </a:lnTo>
                  <a:lnTo>
                    <a:pt x="264075" y="138777"/>
                  </a:lnTo>
                  <a:lnTo>
                    <a:pt x="269229" y="132155"/>
                  </a:lnTo>
                  <a:lnTo>
                    <a:pt x="265695" y="127790"/>
                  </a:lnTo>
                  <a:lnTo>
                    <a:pt x="279537" y="113340"/>
                  </a:lnTo>
                  <a:lnTo>
                    <a:pt x="288077" y="111684"/>
                  </a:lnTo>
                  <a:lnTo>
                    <a:pt x="324945" y="73867"/>
                  </a:lnTo>
                  <a:lnTo>
                    <a:pt x="335272" y="58535"/>
                  </a:lnTo>
                  <a:lnTo>
                    <a:pt x="353458" y="32752"/>
                  </a:lnTo>
                  <a:lnTo>
                    <a:pt x="359496" y="22276"/>
                  </a:lnTo>
                  <a:lnTo>
                    <a:pt x="377167" y="0"/>
                  </a:lnTo>
                  <a:lnTo>
                    <a:pt x="391517" y="11676"/>
                  </a:lnTo>
                  <a:lnTo>
                    <a:pt x="379492" y="317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g155"/>
            <p:cNvSpPr/>
            <p:nvPr/>
          </p:nvSpPr>
          <p:spPr>
            <a:xfrm>
              <a:off x="3876420" y="2799540"/>
              <a:ext cx="117677" cy="91516"/>
            </a:xfrm>
            <a:custGeom>
              <a:avLst/>
              <a:pathLst>
                <a:path w="117677" h="91516">
                  <a:moveTo>
                    <a:pt x="7362" y="45630"/>
                  </a:moveTo>
                  <a:lnTo>
                    <a:pt x="5401" y="39701"/>
                  </a:lnTo>
                  <a:lnTo>
                    <a:pt x="3673" y="40161"/>
                  </a:lnTo>
                  <a:lnTo>
                    <a:pt x="2630" y="40306"/>
                  </a:lnTo>
                  <a:lnTo>
                    <a:pt x="1532" y="37227"/>
                  </a:lnTo>
                  <a:lnTo>
                    <a:pt x="369" y="32555"/>
                  </a:lnTo>
                  <a:lnTo>
                    <a:pt x="0" y="31071"/>
                  </a:lnTo>
                  <a:lnTo>
                    <a:pt x="2130" y="32157"/>
                  </a:lnTo>
                  <a:lnTo>
                    <a:pt x="2425" y="30373"/>
                  </a:lnTo>
                  <a:lnTo>
                    <a:pt x="2694" y="31308"/>
                  </a:lnTo>
                  <a:lnTo>
                    <a:pt x="8363" y="29954"/>
                  </a:lnTo>
                  <a:lnTo>
                    <a:pt x="12339" y="32362"/>
                  </a:lnTo>
                  <a:lnTo>
                    <a:pt x="13811" y="35975"/>
                  </a:lnTo>
                  <a:lnTo>
                    <a:pt x="32734" y="30405"/>
                  </a:lnTo>
                  <a:lnTo>
                    <a:pt x="31850" y="28223"/>
                  </a:lnTo>
                  <a:lnTo>
                    <a:pt x="57841" y="19267"/>
                  </a:lnTo>
                  <a:lnTo>
                    <a:pt x="57399" y="17837"/>
                  </a:lnTo>
                  <a:lnTo>
                    <a:pt x="66823" y="15354"/>
                  </a:lnTo>
                  <a:lnTo>
                    <a:pt x="66529" y="13773"/>
                  </a:lnTo>
                  <a:lnTo>
                    <a:pt x="85598" y="7527"/>
                  </a:lnTo>
                  <a:lnTo>
                    <a:pt x="88912" y="16633"/>
                  </a:lnTo>
                  <a:lnTo>
                    <a:pt x="111736" y="1957"/>
                  </a:lnTo>
                  <a:lnTo>
                    <a:pt x="112458" y="1524"/>
                  </a:lnTo>
                  <a:lnTo>
                    <a:pt x="114997" y="0"/>
                  </a:lnTo>
                  <a:lnTo>
                    <a:pt x="115217" y="312"/>
                  </a:lnTo>
                  <a:lnTo>
                    <a:pt x="117677" y="3793"/>
                  </a:lnTo>
                  <a:lnTo>
                    <a:pt x="108372" y="10273"/>
                  </a:lnTo>
                  <a:lnTo>
                    <a:pt x="113054" y="17267"/>
                  </a:lnTo>
                  <a:lnTo>
                    <a:pt x="103279" y="25163"/>
                  </a:lnTo>
                  <a:lnTo>
                    <a:pt x="107941" y="32216"/>
                  </a:lnTo>
                  <a:lnTo>
                    <a:pt x="102912" y="45399"/>
                  </a:lnTo>
                  <a:lnTo>
                    <a:pt x="99842" y="51128"/>
                  </a:lnTo>
                  <a:lnTo>
                    <a:pt x="89419" y="58389"/>
                  </a:lnTo>
                  <a:lnTo>
                    <a:pt x="76184" y="61373"/>
                  </a:lnTo>
                  <a:lnTo>
                    <a:pt x="74551" y="57618"/>
                  </a:lnTo>
                  <a:lnTo>
                    <a:pt x="70298" y="61922"/>
                  </a:lnTo>
                  <a:lnTo>
                    <a:pt x="66698" y="63365"/>
                  </a:lnTo>
                  <a:lnTo>
                    <a:pt x="67298" y="66597"/>
                  </a:lnTo>
                  <a:lnTo>
                    <a:pt x="58046" y="72124"/>
                  </a:lnTo>
                  <a:lnTo>
                    <a:pt x="58752" y="83931"/>
                  </a:lnTo>
                  <a:lnTo>
                    <a:pt x="38683" y="89649"/>
                  </a:lnTo>
                  <a:lnTo>
                    <a:pt x="27409" y="85856"/>
                  </a:lnTo>
                  <a:lnTo>
                    <a:pt x="19355" y="89825"/>
                  </a:lnTo>
                  <a:lnTo>
                    <a:pt x="16023" y="91466"/>
                  </a:lnTo>
                  <a:lnTo>
                    <a:pt x="15873" y="91516"/>
                  </a:lnTo>
                  <a:lnTo>
                    <a:pt x="14971" y="78440"/>
                  </a:lnTo>
                  <a:lnTo>
                    <a:pt x="16824" y="75960"/>
                  </a:lnTo>
                  <a:lnTo>
                    <a:pt x="17080" y="75321"/>
                  </a:lnTo>
                  <a:lnTo>
                    <a:pt x="17215" y="74985"/>
                  </a:lnTo>
                  <a:lnTo>
                    <a:pt x="16804" y="72899"/>
                  </a:lnTo>
                  <a:lnTo>
                    <a:pt x="15164" y="69297"/>
                  </a:lnTo>
                  <a:lnTo>
                    <a:pt x="14978" y="68667"/>
                  </a:lnTo>
                  <a:lnTo>
                    <a:pt x="11995" y="59645"/>
                  </a:lnTo>
                  <a:lnTo>
                    <a:pt x="11736" y="58862"/>
                  </a:lnTo>
                  <a:lnTo>
                    <a:pt x="10470" y="55032"/>
                  </a:lnTo>
                  <a:lnTo>
                    <a:pt x="9448" y="51941"/>
                  </a:lnTo>
                  <a:lnTo>
                    <a:pt x="8598" y="49369"/>
                  </a:lnTo>
                  <a:lnTo>
                    <a:pt x="8271" y="4838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g156"/>
            <p:cNvSpPr/>
            <p:nvPr/>
          </p:nvSpPr>
          <p:spPr>
            <a:xfrm>
              <a:off x="3796549" y="2683476"/>
              <a:ext cx="297292" cy="102142"/>
            </a:xfrm>
            <a:custGeom>
              <a:avLst/>
              <a:pathLst>
                <a:path w="297292" h="102142">
                  <a:moveTo>
                    <a:pt x="297292" y="27168"/>
                  </a:moveTo>
                  <a:lnTo>
                    <a:pt x="296261" y="34619"/>
                  </a:lnTo>
                  <a:lnTo>
                    <a:pt x="291255" y="37102"/>
                  </a:lnTo>
                  <a:lnTo>
                    <a:pt x="289135" y="36269"/>
                  </a:lnTo>
                  <a:lnTo>
                    <a:pt x="286405" y="27720"/>
                  </a:lnTo>
                  <a:lnTo>
                    <a:pt x="269913" y="35998"/>
                  </a:lnTo>
                  <a:lnTo>
                    <a:pt x="253077" y="42019"/>
                  </a:lnTo>
                  <a:lnTo>
                    <a:pt x="243750" y="43575"/>
                  </a:lnTo>
                  <a:lnTo>
                    <a:pt x="242621" y="41267"/>
                  </a:lnTo>
                  <a:lnTo>
                    <a:pt x="224313" y="45632"/>
                  </a:lnTo>
                  <a:lnTo>
                    <a:pt x="217490" y="43274"/>
                  </a:lnTo>
                  <a:lnTo>
                    <a:pt x="216066" y="38708"/>
                  </a:lnTo>
                  <a:lnTo>
                    <a:pt x="178271" y="42872"/>
                  </a:lnTo>
                  <a:lnTo>
                    <a:pt x="177583" y="45331"/>
                  </a:lnTo>
                  <a:lnTo>
                    <a:pt x="160747" y="55616"/>
                  </a:lnTo>
                  <a:lnTo>
                    <a:pt x="163251" y="66253"/>
                  </a:lnTo>
                  <a:lnTo>
                    <a:pt x="144745" y="70969"/>
                  </a:lnTo>
                  <a:lnTo>
                    <a:pt x="145433" y="73327"/>
                  </a:lnTo>
                  <a:lnTo>
                    <a:pt x="134977" y="76939"/>
                  </a:lnTo>
                  <a:lnTo>
                    <a:pt x="133063" y="70919"/>
                  </a:lnTo>
                  <a:lnTo>
                    <a:pt x="115147" y="75033"/>
                  </a:lnTo>
                  <a:lnTo>
                    <a:pt x="62170" y="84908"/>
                  </a:lnTo>
                  <a:lnTo>
                    <a:pt x="59519" y="99057"/>
                  </a:lnTo>
                  <a:lnTo>
                    <a:pt x="57236" y="100938"/>
                  </a:lnTo>
                  <a:lnTo>
                    <a:pt x="43542" y="99433"/>
                  </a:lnTo>
                  <a:lnTo>
                    <a:pt x="33970" y="102142"/>
                  </a:lnTo>
                  <a:lnTo>
                    <a:pt x="29033" y="94525"/>
                  </a:lnTo>
                  <a:lnTo>
                    <a:pt x="24137" y="92381"/>
                  </a:lnTo>
                  <a:lnTo>
                    <a:pt x="22841" y="91432"/>
                  </a:lnTo>
                  <a:lnTo>
                    <a:pt x="21810" y="90709"/>
                  </a:lnTo>
                  <a:lnTo>
                    <a:pt x="22414" y="88542"/>
                  </a:lnTo>
                  <a:lnTo>
                    <a:pt x="23187" y="87795"/>
                  </a:lnTo>
                  <a:lnTo>
                    <a:pt x="24254" y="86658"/>
                  </a:lnTo>
                  <a:lnTo>
                    <a:pt x="23059" y="83610"/>
                  </a:lnTo>
                  <a:lnTo>
                    <a:pt x="21249" y="78994"/>
                  </a:lnTo>
                  <a:lnTo>
                    <a:pt x="20800" y="77829"/>
                  </a:lnTo>
                  <a:lnTo>
                    <a:pt x="20262" y="76427"/>
                  </a:lnTo>
                  <a:lnTo>
                    <a:pt x="17803" y="70031"/>
                  </a:lnTo>
                  <a:lnTo>
                    <a:pt x="17686" y="69743"/>
                  </a:lnTo>
                  <a:lnTo>
                    <a:pt x="14289" y="61412"/>
                  </a:lnTo>
                  <a:lnTo>
                    <a:pt x="13730" y="60006"/>
                  </a:lnTo>
                  <a:lnTo>
                    <a:pt x="11976" y="55589"/>
                  </a:lnTo>
                  <a:lnTo>
                    <a:pt x="11155" y="53520"/>
                  </a:lnTo>
                  <a:lnTo>
                    <a:pt x="10734" y="52328"/>
                  </a:lnTo>
                  <a:lnTo>
                    <a:pt x="7915" y="44339"/>
                  </a:lnTo>
                  <a:lnTo>
                    <a:pt x="7705" y="43718"/>
                  </a:lnTo>
                  <a:lnTo>
                    <a:pt x="6548" y="40307"/>
                  </a:lnTo>
                  <a:lnTo>
                    <a:pt x="6028" y="36259"/>
                  </a:lnTo>
                  <a:lnTo>
                    <a:pt x="5558" y="34863"/>
                  </a:lnTo>
                  <a:lnTo>
                    <a:pt x="2675" y="26303"/>
                  </a:lnTo>
                  <a:lnTo>
                    <a:pt x="2238" y="25005"/>
                  </a:lnTo>
                  <a:lnTo>
                    <a:pt x="0" y="14449"/>
                  </a:lnTo>
                  <a:lnTo>
                    <a:pt x="1750" y="13621"/>
                  </a:lnTo>
                  <a:lnTo>
                    <a:pt x="8450" y="15804"/>
                  </a:lnTo>
                  <a:lnTo>
                    <a:pt x="17433" y="14826"/>
                  </a:lnTo>
                  <a:lnTo>
                    <a:pt x="17945" y="15919"/>
                  </a:lnTo>
                  <a:lnTo>
                    <a:pt x="23470" y="27695"/>
                  </a:lnTo>
                  <a:lnTo>
                    <a:pt x="29287" y="25964"/>
                  </a:lnTo>
                  <a:lnTo>
                    <a:pt x="32232" y="33716"/>
                  </a:lnTo>
                  <a:lnTo>
                    <a:pt x="34146" y="33565"/>
                  </a:lnTo>
                  <a:lnTo>
                    <a:pt x="37386" y="44327"/>
                  </a:lnTo>
                  <a:lnTo>
                    <a:pt x="41362" y="46660"/>
                  </a:lnTo>
                  <a:lnTo>
                    <a:pt x="48356" y="45381"/>
                  </a:lnTo>
                  <a:lnTo>
                    <a:pt x="47620" y="42370"/>
                  </a:lnTo>
                  <a:lnTo>
                    <a:pt x="51449" y="41618"/>
                  </a:lnTo>
                  <a:lnTo>
                    <a:pt x="50492" y="37780"/>
                  </a:lnTo>
                  <a:lnTo>
                    <a:pt x="58738" y="35823"/>
                  </a:lnTo>
                  <a:lnTo>
                    <a:pt x="60579" y="42220"/>
                  </a:lnTo>
                  <a:lnTo>
                    <a:pt x="67352" y="41091"/>
                  </a:lnTo>
                  <a:lnTo>
                    <a:pt x="66690" y="37403"/>
                  </a:lnTo>
                  <a:lnTo>
                    <a:pt x="77439" y="32737"/>
                  </a:lnTo>
                  <a:lnTo>
                    <a:pt x="79648" y="41768"/>
                  </a:lnTo>
                  <a:lnTo>
                    <a:pt x="95846" y="38306"/>
                  </a:lnTo>
                  <a:lnTo>
                    <a:pt x="94595" y="31985"/>
                  </a:lnTo>
                  <a:lnTo>
                    <a:pt x="117714" y="27093"/>
                  </a:lnTo>
                  <a:lnTo>
                    <a:pt x="118745" y="29652"/>
                  </a:lnTo>
                  <a:lnTo>
                    <a:pt x="131556" y="27394"/>
                  </a:lnTo>
                  <a:lnTo>
                    <a:pt x="130967" y="24383"/>
                  </a:lnTo>
                  <a:lnTo>
                    <a:pt x="140244" y="20545"/>
                  </a:lnTo>
                  <a:lnTo>
                    <a:pt x="137004" y="7149"/>
                  </a:lnTo>
                  <a:lnTo>
                    <a:pt x="148417" y="4365"/>
                  </a:lnTo>
                  <a:lnTo>
                    <a:pt x="153423" y="23405"/>
                  </a:lnTo>
                  <a:lnTo>
                    <a:pt x="160271" y="21975"/>
                  </a:lnTo>
                  <a:lnTo>
                    <a:pt x="159093" y="12643"/>
                  </a:lnTo>
                  <a:lnTo>
                    <a:pt x="171609" y="11288"/>
                  </a:lnTo>
                  <a:lnTo>
                    <a:pt x="171241" y="5644"/>
                  </a:lnTo>
                  <a:lnTo>
                    <a:pt x="181991" y="4891"/>
                  </a:lnTo>
                  <a:lnTo>
                    <a:pt x="184052" y="22276"/>
                  </a:lnTo>
                  <a:lnTo>
                    <a:pt x="221161" y="19341"/>
                  </a:lnTo>
                  <a:lnTo>
                    <a:pt x="223664" y="33565"/>
                  </a:lnTo>
                  <a:lnTo>
                    <a:pt x="282198" y="14826"/>
                  </a:lnTo>
                  <a:lnTo>
                    <a:pt x="282198" y="0"/>
                  </a:lnTo>
                  <a:lnTo>
                    <a:pt x="294568" y="12342"/>
                  </a:lnTo>
                  <a:lnTo>
                    <a:pt x="293537" y="175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g157"/>
            <p:cNvSpPr/>
            <p:nvPr/>
          </p:nvSpPr>
          <p:spPr>
            <a:xfrm>
              <a:off x="3098838" y="3027494"/>
              <a:ext cx="137801" cy="111557"/>
            </a:xfrm>
            <a:custGeom>
              <a:avLst/>
              <a:pathLst>
                <a:path w="137801" h="111557">
                  <a:moveTo>
                    <a:pt x="69344" y="23285"/>
                  </a:moveTo>
                  <a:lnTo>
                    <a:pt x="69447" y="24736"/>
                  </a:lnTo>
                  <a:lnTo>
                    <a:pt x="73682" y="24404"/>
                  </a:lnTo>
                  <a:lnTo>
                    <a:pt x="79837" y="23921"/>
                  </a:lnTo>
                  <a:lnTo>
                    <a:pt x="81455" y="23794"/>
                  </a:lnTo>
                  <a:lnTo>
                    <a:pt x="86964" y="23325"/>
                  </a:lnTo>
                  <a:lnTo>
                    <a:pt x="89480" y="23110"/>
                  </a:lnTo>
                  <a:lnTo>
                    <a:pt x="89815" y="26911"/>
                  </a:lnTo>
                  <a:lnTo>
                    <a:pt x="97119" y="27895"/>
                  </a:lnTo>
                  <a:lnTo>
                    <a:pt x="96608" y="31969"/>
                  </a:lnTo>
                  <a:lnTo>
                    <a:pt x="96532" y="32429"/>
                  </a:lnTo>
                  <a:lnTo>
                    <a:pt x="95349" y="39599"/>
                  </a:lnTo>
                  <a:lnTo>
                    <a:pt x="94455" y="45021"/>
                  </a:lnTo>
                  <a:lnTo>
                    <a:pt x="93815" y="48887"/>
                  </a:lnTo>
                  <a:lnTo>
                    <a:pt x="92976" y="51877"/>
                  </a:lnTo>
                  <a:lnTo>
                    <a:pt x="88013" y="48526"/>
                  </a:lnTo>
                  <a:lnTo>
                    <a:pt x="87479" y="48165"/>
                  </a:lnTo>
                  <a:lnTo>
                    <a:pt x="84585" y="48294"/>
                  </a:lnTo>
                  <a:lnTo>
                    <a:pt x="83962" y="48322"/>
                  </a:lnTo>
                  <a:lnTo>
                    <a:pt x="82675" y="48688"/>
                  </a:lnTo>
                  <a:lnTo>
                    <a:pt x="81309" y="49078"/>
                  </a:lnTo>
                  <a:lnTo>
                    <a:pt x="80648" y="49360"/>
                  </a:lnTo>
                  <a:lnTo>
                    <a:pt x="78977" y="50071"/>
                  </a:lnTo>
                  <a:lnTo>
                    <a:pt x="77154" y="50864"/>
                  </a:lnTo>
                  <a:lnTo>
                    <a:pt x="76525" y="51138"/>
                  </a:lnTo>
                  <a:lnTo>
                    <a:pt x="75148" y="51737"/>
                  </a:lnTo>
                  <a:lnTo>
                    <a:pt x="82040" y="59203"/>
                  </a:lnTo>
                  <a:lnTo>
                    <a:pt x="83694" y="63210"/>
                  </a:lnTo>
                  <a:lnTo>
                    <a:pt x="84784" y="62827"/>
                  </a:lnTo>
                  <a:lnTo>
                    <a:pt x="85096" y="62836"/>
                  </a:lnTo>
                  <a:lnTo>
                    <a:pt x="86213" y="62867"/>
                  </a:lnTo>
                  <a:lnTo>
                    <a:pt x="88767" y="64232"/>
                  </a:lnTo>
                  <a:lnTo>
                    <a:pt x="91668" y="66331"/>
                  </a:lnTo>
                  <a:lnTo>
                    <a:pt x="94819" y="68047"/>
                  </a:lnTo>
                  <a:lnTo>
                    <a:pt x="98254" y="69224"/>
                  </a:lnTo>
                  <a:lnTo>
                    <a:pt x="99754" y="69738"/>
                  </a:lnTo>
                  <a:lnTo>
                    <a:pt x="99824" y="69610"/>
                  </a:lnTo>
                  <a:lnTo>
                    <a:pt x="100243" y="68847"/>
                  </a:lnTo>
                  <a:lnTo>
                    <a:pt x="101490" y="66571"/>
                  </a:lnTo>
                  <a:lnTo>
                    <a:pt x="104042" y="63008"/>
                  </a:lnTo>
                  <a:lnTo>
                    <a:pt x="105809" y="63610"/>
                  </a:lnTo>
                  <a:lnTo>
                    <a:pt x="107576" y="65617"/>
                  </a:lnTo>
                  <a:lnTo>
                    <a:pt x="110276" y="69581"/>
                  </a:lnTo>
                  <a:lnTo>
                    <a:pt x="111405" y="69832"/>
                  </a:lnTo>
                  <a:lnTo>
                    <a:pt x="113172" y="68828"/>
                  </a:lnTo>
                  <a:lnTo>
                    <a:pt x="118904" y="71635"/>
                  </a:lnTo>
                  <a:lnTo>
                    <a:pt x="128733" y="72247"/>
                  </a:lnTo>
                  <a:lnTo>
                    <a:pt x="128901" y="68155"/>
                  </a:lnTo>
                  <a:lnTo>
                    <a:pt x="128971" y="66456"/>
                  </a:lnTo>
                  <a:lnTo>
                    <a:pt x="129492" y="59298"/>
                  </a:lnTo>
                  <a:lnTo>
                    <a:pt x="129585" y="58027"/>
                  </a:lnTo>
                  <a:lnTo>
                    <a:pt x="129625" y="57384"/>
                  </a:lnTo>
                  <a:lnTo>
                    <a:pt x="129688" y="56358"/>
                  </a:lnTo>
                  <a:lnTo>
                    <a:pt x="130546" y="43496"/>
                  </a:lnTo>
                  <a:lnTo>
                    <a:pt x="132002" y="42662"/>
                  </a:lnTo>
                  <a:lnTo>
                    <a:pt x="134670" y="45797"/>
                  </a:lnTo>
                  <a:lnTo>
                    <a:pt x="137801" y="47485"/>
                  </a:lnTo>
                  <a:lnTo>
                    <a:pt x="137009" y="55598"/>
                  </a:lnTo>
                  <a:lnTo>
                    <a:pt x="137127" y="63696"/>
                  </a:lnTo>
                  <a:lnTo>
                    <a:pt x="137127" y="74744"/>
                  </a:lnTo>
                  <a:lnTo>
                    <a:pt x="136564" y="78823"/>
                  </a:lnTo>
                  <a:lnTo>
                    <a:pt x="136479" y="79440"/>
                  </a:lnTo>
                  <a:lnTo>
                    <a:pt x="133744" y="84943"/>
                  </a:lnTo>
                  <a:lnTo>
                    <a:pt x="133525" y="85383"/>
                  </a:lnTo>
                  <a:lnTo>
                    <a:pt x="130440" y="90504"/>
                  </a:lnTo>
                  <a:lnTo>
                    <a:pt x="130053" y="90226"/>
                  </a:lnTo>
                  <a:lnTo>
                    <a:pt x="127380" y="94470"/>
                  </a:lnTo>
                  <a:lnTo>
                    <a:pt x="126587" y="95729"/>
                  </a:lnTo>
                  <a:lnTo>
                    <a:pt x="123202" y="101104"/>
                  </a:lnTo>
                  <a:lnTo>
                    <a:pt x="118058" y="99419"/>
                  </a:lnTo>
                  <a:lnTo>
                    <a:pt x="109512" y="98557"/>
                  </a:lnTo>
                  <a:lnTo>
                    <a:pt x="105010" y="98103"/>
                  </a:lnTo>
                  <a:lnTo>
                    <a:pt x="104250" y="98027"/>
                  </a:lnTo>
                  <a:lnTo>
                    <a:pt x="98117" y="96955"/>
                  </a:lnTo>
                  <a:lnTo>
                    <a:pt x="91473" y="96569"/>
                  </a:lnTo>
                  <a:lnTo>
                    <a:pt x="87939" y="96473"/>
                  </a:lnTo>
                  <a:lnTo>
                    <a:pt x="84935" y="96980"/>
                  </a:lnTo>
                  <a:lnTo>
                    <a:pt x="84921" y="95809"/>
                  </a:lnTo>
                  <a:lnTo>
                    <a:pt x="84889" y="94871"/>
                  </a:lnTo>
                  <a:lnTo>
                    <a:pt x="84663" y="88185"/>
                  </a:lnTo>
                  <a:lnTo>
                    <a:pt x="79322" y="87331"/>
                  </a:lnTo>
                  <a:lnTo>
                    <a:pt x="79488" y="86515"/>
                  </a:lnTo>
                  <a:lnTo>
                    <a:pt x="77781" y="86732"/>
                  </a:lnTo>
                  <a:lnTo>
                    <a:pt x="77478" y="86770"/>
                  </a:lnTo>
                  <a:lnTo>
                    <a:pt x="74745" y="87117"/>
                  </a:lnTo>
                  <a:lnTo>
                    <a:pt x="70716" y="87628"/>
                  </a:lnTo>
                  <a:lnTo>
                    <a:pt x="69507" y="87782"/>
                  </a:lnTo>
                  <a:lnTo>
                    <a:pt x="68662" y="87889"/>
                  </a:lnTo>
                  <a:lnTo>
                    <a:pt x="62860" y="89545"/>
                  </a:lnTo>
                  <a:lnTo>
                    <a:pt x="57082" y="90613"/>
                  </a:lnTo>
                  <a:lnTo>
                    <a:pt x="50837" y="92280"/>
                  </a:lnTo>
                  <a:lnTo>
                    <a:pt x="46959" y="92983"/>
                  </a:lnTo>
                  <a:lnTo>
                    <a:pt x="47028" y="94057"/>
                  </a:lnTo>
                  <a:lnTo>
                    <a:pt x="47028" y="106419"/>
                  </a:lnTo>
                  <a:lnTo>
                    <a:pt x="46726" y="109346"/>
                  </a:lnTo>
                  <a:lnTo>
                    <a:pt x="45019" y="109468"/>
                  </a:lnTo>
                  <a:lnTo>
                    <a:pt x="42630" y="104733"/>
                  </a:lnTo>
                  <a:lnTo>
                    <a:pt x="37171" y="106178"/>
                  </a:lnTo>
                  <a:lnTo>
                    <a:pt x="31870" y="108225"/>
                  </a:lnTo>
                  <a:lnTo>
                    <a:pt x="31477" y="110714"/>
                  </a:lnTo>
                  <a:lnTo>
                    <a:pt x="21700" y="111557"/>
                  </a:lnTo>
                  <a:lnTo>
                    <a:pt x="8748" y="110875"/>
                  </a:lnTo>
                  <a:lnTo>
                    <a:pt x="8763" y="109095"/>
                  </a:lnTo>
                  <a:lnTo>
                    <a:pt x="8797" y="104804"/>
                  </a:lnTo>
                  <a:lnTo>
                    <a:pt x="8687" y="104449"/>
                  </a:lnTo>
                  <a:lnTo>
                    <a:pt x="8508" y="103877"/>
                  </a:lnTo>
                  <a:lnTo>
                    <a:pt x="8410" y="98509"/>
                  </a:lnTo>
                  <a:lnTo>
                    <a:pt x="0" y="97910"/>
                  </a:lnTo>
                  <a:lnTo>
                    <a:pt x="89" y="82669"/>
                  </a:lnTo>
                  <a:lnTo>
                    <a:pt x="1492" y="80163"/>
                  </a:lnTo>
                  <a:lnTo>
                    <a:pt x="3747" y="76132"/>
                  </a:lnTo>
                  <a:lnTo>
                    <a:pt x="11503" y="76634"/>
                  </a:lnTo>
                  <a:lnTo>
                    <a:pt x="23064" y="70386"/>
                  </a:lnTo>
                  <a:lnTo>
                    <a:pt x="24178" y="69784"/>
                  </a:lnTo>
                  <a:lnTo>
                    <a:pt x="35357" y="63744"/>
                  </a:lnTo>
                  <a:lnTo>
                    <a:pt x="37198" y="62749"/>
                  </a:lnTo>
                  <a:lnTo>
                    <a:pt x="36261" y="60667"/>
                  </a:lnTo>
                  <a:lnTo>
                    <a:pt x="33782" y="55163"/>
                  </a:lnTo>
                  <a:lnTo>
                    <a:pt x="39614" y="51294"/>
                  </a:lnTo>
                  <a:lnTo>
                    <a:pt x="40724" y="50557"/>
                  </a:lnTo>
                  <a:lnTo>
                    <a:pt x="50895" y="43810"/>
                  </a:lnTo>
                  <a:lnTo>
                    <a:pt x="50165" y="37763"/>
                  </a:lnTo>
                  <a:lnTo>
                    <a:pt x="43297" y="33325"/>
                  </a:lnTo>
                  <a:lnTo>
                    <a:pt x="32060" y="19943"/>
                  </a:lnTo>
                  <a:lnTo>
                    <a:pt x="31039" y="18728"/>
                  </a:lnTo>
                  <a:lnTo>
                    <a:pt x="22399" y="0"/>
                  </a:lnTo>
                  <a:lnTo>
                    <a:pt x="30471" y="4295"/>
                  </a:lnTo>
                  <a:lnTo>
                    <a:pt x="43413" y="11182"/>
                  </a:lnTo>
                  <a:lnTo>
                    <a:pt x="68499" y="153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g158"/>
            <p:cNvSpPr/>
            <p:nvPr/>
          </p:nvSpPr>
          <p:spPr>
            <a:xfrm>
              <a:off x="3789021" y="2986403"/>
              <a:ext cx="139715" cy="68702"/>
            </a:xfrm>
            <a:custGeom>
              <a:avLst/>
              <a:pathLst>
                <a:path w="139715" h="68702">
                  <a:moveTo>
                    <a:pt x="46531" y="13283"/>
                  </a:moveTo>
                  <a:lnTo>
                    <a:pt x="48181" y="22555"/>
                  </a:lnTo>
                  <a:lnTo>
                    <a:pt x="50537" y="21893"/>
                  </a:lnTo>
                  <a:lnTo>
                    <a:pt x="51244" y="19184"/>
                  </a:lnTo>
                  <a:lnTo>
                    <a:pt x="55118" y="9474"/>
                  </a:lnTo>
                  <a:lnTo>
                    <a:pt x="58292" y="6735"/>
                  </a:lnTo>
                  <a:lnTo>
                    <a:pt x="61551" y="4373"/>
                  </a:lnTo>
                  <a:lnTo>
                    <a:pt x="62670" y="5704"/>
                  </a:lnTo>
                  <a:lnTo>
                    <a:pt x="64734" y="8160"/>
                  </a:lnTo>
                  <a:lnTo>
                    <a:pt x="63132" y="10094"/>
                  </a:lnTo>
                  <a:lnTo>
                    <a:pt x="64860" y="11620"/>
                  </a:lnTo>
                  <a:lnTo>
                    <a:pt x="65803" y="13466"/>
                  </a:lnTo>
                  <a:lnTo>
                    <a:pt x="69023" y="14108"/>
                  </a:lnTo>
                  <a:lnTo>
                    <a:pt x="71447" y="12862"/>
                  </a:lnTo>
                  <a:lnTo>
                    <a:pt x="74098" y="11658"/>
                  </a:lnTo>
                  <a:lnTo>
                    <a:pt x="75629" y="11116"/>
                  </a:lnTo>
                  <a:lnTo>
                    <a:pt x="77867" y="10213"/>
                  </a:lnTo>
                  <a:lnTo>
                    <a:pt x="78692" y="13283"/>
                  </a:lnTo>
                  <a:lnTo>
                    <a:pt x="75539" y="17290"/>
                  </a:lnTo>
                  <a:lnTo>
                    <a:pt x="82776" y="13856"/>
                  </a:lnTo>
                  <a:lnTo>
                    <a:pt x="91734" y="28657"/>
                  </a:lnTo>
                  <a:lnTo>
                    <a:pt x="103734" y="24608"/>
                  </a:lnTo>
                  <a:lnTo>
                    <a:pt x="102859" y="20649"/>
                  </a:lnTo>
                  <a:lnTo>
                    <a:pt x="104258" y="20392"/>
                  </a:lnTo>
                  <a:lnTo>
                    <a:pt x="113699" y="18654"/>
                  </a:lnTo>
                  <a:lnTo>
                    <a:pt x="113305" y="16395"/>
                  </a:lnTo>
                  <a:lnTo>
                    <a:pt x="118960" y="14238"/>
                  </a:lnTo>
                  <a:lnTo>
                    <a:pt x="127198" y="11096"/>
                  </a:lnTo>
                  <a:lnTo>
                    <a:pt x="139715" y="15110"/>
                  </a:lnTo>
                  <a:lnTo>
                    <a:pt x="134339" y="29290"/>
                  </a:lnTo>
                  <a:lnTo>
                    <a:pt x="122996" y="47508"/>
                  </a:lnTo>
                  <a:lnTo>
                    <a:pt x="121180" y="49766"/>
                  </a:lnTo>
                  <a:lnTo>
                    <a:pt x="119577" y="52241"/>
                  </a:lnTo>
                  <a:lnTo>
                    <a:pt x="119184" y="51137"/>
                  </a:lnTo>
                  <a:lnTo>
                    <a:pt x="119822" y="49030"/>
                  </a:lnTo>
                  <a:lnTo>
                    <a:pt x="121295" y="45267"/>
                  </a:lnTo>
                  <a:lnTo>
                    <a:pt x="121835" y="42959"/>
                  </a:lnTo>
                  <a:lnTo>
                    <a:pt x="121884" y="40952"/>
                  </a:lnTo>
                  <a:lnTo>
                    <a:pt x="120951" y="39095"/>
                  </a:lnTo>
                  <a:lnTo>
                    <a:pt x="119616" y="37914"/>
                  </a:lnTo>
                  <a:lnTo>
                    <a:pt x="111758" y="45188"/>
                  </a:lnTo>
                  <a:lnTo>
                    <a:pt x="108762" y="48180"/>
                  </a:lnTo>
                  <a:lnTo>
                    <a:pt x="107400" y="49539"/>
                  </a:lnTo>
                  <a:lnTo>
                    <a:pt x="105769" y="51168"/>
                  </a:lnTo>
                  <a:lnTo>
                    <a:pt x="105215" y="50729"/>
                  </a:lnTo>
                  <a:lnTo>
                    <a:pt x="104845" y="50435"/>
                  </a:lnTo>
                  <a:lnTo>
                    <a:pt x="98984" y="46446"/>
                  </a:lnTo>
                  <a:lnTo>
                    <a:pt x="95440" y="48277"/>
                  </a:lnTo>
                  <a:lnTo>
                    <a:pt x="91317" y="48919"/>
                  </a:lnTo>
                  <a:lnTo>
                    <a:pt x="89566" y="48968"/>
                  </a:lnTo>
                  <a:lnTo>
                    <a:pt x="88411" y="49000"/>
                  </a:lnTo>
                  <a:lnTo>
                    <a:pt x="85644" y="47506"/>
                  </a:lnTo>
                  <a:lnTo>
                    <a:pt x="83502" y="46350"/>
                  </a:lnTo>
                  <a:lnTo>
                    <a:pt x="80956" y="45051"/>
                  </a:lnTo>
                  <a:lnTo>
                    <a:pt x="80090" y="45071"/>
                  </a:lnTo>
                  <a:lnTo>
                    <a:pt x="77760" y="45124"/>
                  </a:lnTo>
                  <a:lnTo>
                    <a:pt x="74759" y="45337"/>
                  </a:lnTo>
                  <a:lnTo>
                    <a:pt x="72832" y="45380"/>
                  </a:lnTo>
                  <a:lnTo>
                    <a:pt x="71728" y="45695"/>
                  </a:lnTo>
                  <a:lnTo>
                    <a:pt x="69083" y="45505"/>
                  </a:lnTo>
                  <a:lnTo>
                    <a:pt x="68485" y="45462"/>
                  </a:lnTo>
                  <a:lnTo>
                    <a:pt x="68030" y="45430"/>
                  </a:lnTo>
                  <a:lnTo>
                    <a:pt x="67590" y="45399"/>
                  </a:lnTo>
                  <a:lnTo>
                    <a:pt x="67371" y="45405"/>
                  </a:lnTo>
                  <a:lnTo>
                    <a:pt x="66928" y="45416"/>
                  </a:lnTo>
                  <a:lnTo>
                    <a:pt x="62790" y="46246"/>
                  </a:lnTo>
                  <a:lnTo>
                    <a:pt x="61738" y="46457"/>
                  </a:lnTo>
                  <a:lnTo>
                    <a:pt x="60291" y="46747"/>
                  </a:lnTo>
                  <a:lnTo>
                    <a:pt x="57333" y="47801"/>
                  </a:lnTo>
                  <a:lnTo>
                    <a:pt x="56128" y="48230"/>
                  </a:lnTo>
                  <a:lnTo>
                    <a:pt x="50572" y="50209"/>
                  </a:lnTo>
                  <a:lnTo>
                    <a:pt x="47973" y="51341"/>
                  </a:lnTo>
                  <a:lnTo>
                    <a:pt x="46563" y="51955"/>
                  </a:lnTo>
                  <a:lnTo>
                    <a:pt x="41578" y="54419"/>
                  </a:lnTo>
                  <a:lnTo>
                    <a:pt x="38855" y="56123"/>
                  </a:lnTo>
                  <a:lnTo>
                    <a:pt x="38040" y="57019"/>
                  </a:lnTo>
                  <a:lnTo>
                    <a:pt x="34237" y="65612"/>
                  </a:lnTo>
                  <a:lnTo>
                    <a:pt x="34087" y="65951"/>
                  </a:lnTo>
                  <a:lnTo>
                    <a:pt x="27730" y="63343"/>
                  </a:lnTo>
                  <a:lnTo>
                    <a:pt x="27073" y="63073"/>
                  </a:lnTo>
                  <a:lnTo>
                    <a:pt x="21330" y="60876"/>
                  </a:lnTo>
                  <a:lnTo>
                    <a:pt x="21004" y="61529"/>
                  </a:lnTo>
                  <a:lnTo>
                    <a:pt x="18294" y="67872"/>
                  </a:lnTo>
                  <a:lnTo>
                    <a:pt x="17940" y="68702"/>
                  </a:lnTo>
                  <a:lnTo>
                    <a:pt x="16978" y="68032"/>
                  </a:lnTo>
                  <a:lnTo>
                    <a:pt x="14690" y="66544"/>
                  </a:lnTo>
                  <a:lnTo>
                    <a:pt x="5149" y="60342"/>
                  </a:lnTo>
                  <a:lnTo>
                    <a:pt x="3946" y="59654"/>
                  </a:lnTo>
                  <a:lnTo>
                    <a:pt x="4160" y="59331"/>
                  </a:lnTo>
                  <a:lnTo>
                    <a:pt x="4422" y="58899"/>
                  </a:lnTo>
                  <a:lnTo>
                    <a:pt x="5424" y="57249"/>
                  </a:lnTo>
                  <a:lnTo>
                    <a:pt x="7335" y="54101"/>
                  </a:lnTo>
                  <a:lnTo>
                    <a:pt x="13286" y="44299"/>
                  </a:lnTo>
                  <a:lnTo>
                    <a:pt x="17040" y="38115"/>
                  </a:lnTo>
                  <a:lnTo>
                    <a:pt x="18902" y="35048"/>
                  </a:lnTo>
                  <a:lnTo>
                    <a:pt x="17877" y="34472"/>
                  </a:lnTo>
                  <a:lnTo>
                    <a:pt x="15592" y="33054"/>
                  </a:lnTo>
                  <a:lnTo>
                    <a:pt x="15081" y="32738"/>
                  </a:lnTo>
                  <a:lnTo>
                    <a:pt x="12681" y="31248"/>
                  </a:lnTo>
                  <a:lnTo>
                    <a:pt x="11849" y="30722"/>
                  </a:lnTo>
                  <a:lnTo>
                    <a:pt x="11086" y="30272"/>
                  </a:lnTo>
                  <a:lnTo>
                    <a:pt x="10719" y="30056"/>
                  </a:lnTo>
                  <a:lnTo>
                    <a:pt x="8854" y="28956"/>
                  </a:lnTo>
                  <a:lnTo>
                    <a:pt x="8022" y="28465"/>
                  </a:lnTo>
                  <a:lnTo>
                    <a:pt x="5733" y="27107"/>
                  </a:lnTo>
                  <a:lnTo>
                    <a:pt x="5103" y="26688"/>
                  </a:lnTo>
                  <a:lnTo>
                    <a:pt x="4749" y="26453"/>
                  </a:lnTo>
                  <a:lnTo>
                    <a:pt x="3509" y="25628"/>
                  </a:lnTo>
                  <a:lnTo>
                    <a:pt x="2504" y="24249"/>
                  </a:lnTo>
                  <a:lnTo>
                    <a:pt x="1444" y="22784"/>
                  </a:lnTo>
                  <a:lnTo>
                    <a:pt x="1211" y="22537"/>
                  </a:lnTo>
                  <a:lnTo>
                    <a:pt x="0" y="21248"/>
                  </a:lnTo>
                  <a:lnTo>
                    <a:pt x="1969" y="20550"/>
                  </a:lnTo>
                  <a:lnTo>
                    <a:pt x="2654" y="20308"/>
                  </a:lnTo>
                  <a:lnTo>
                    <a:pt x="4290" y="19503"/>
                  </a:lnTo>
                  <a:lnTo>
                    <a:pt x="5009" y="19149"/>
                  </a:lnTo>
                  <a:lnTo>
                    <a:pt x="6625" y="17875"/>
                  </a:lnTo>
                  <a:lnTo>
                    <a:pt x="7378" y="17436"/>
                  </a:lnTo>
                  <a:lnTo>
                    <a:pt x="9455" y="16226"/>
                  </a:lnTo>
                  <a:lnTo>
                    <a:pt x="10868" y="15403"/>
                  </a:lnTo>
                  <a:lnTo>
                    <a:pt x="12890" y="14419"/>
                  </a:lnTo>
                  <a:lnTo>
                    <a:pt x="14268" y="13146"/>
                  </a:lnTo>
                  <a:lnTo>
                    <a:pt x="15417" y="11668"/>
                  </a:lnTo>
                  <a:lnTo>
                    <a:pt x="17224" y="9342"/>
                  </a:lnTo>
                  <a:lnTo>
                    <a:pt x="21981" y="4726"/>
                  </a:lnTo>
                  <a:lnTo>
                    <a:pt x="28098" y="0"/>
                  </a:lnTo>
                  <a:lnTo>
                    <a:pt x="30694" y="880"/>
                  </a:lnTo>
                  <a:lnTo>
                    <a:pt x="35228" y="3202"/>
                  </a:lnTo>
                  <a:lnTo>
                    <a:pt x="40782" y="6046"/>
                  </a:lnTo>
                  <a:lnTo>
                    <a:pt x="41418" y="6360"/>
                  </a:lnTo>
                  <a:lnTo>
                    <a:pt x="45235" y="864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g159"/>
            <p:cNvSpPr/>
            <p:nvPr/>
          </p:nvSpPr>
          <p:spPr>
            <a:xfrm>
              <a:off x="3203936" y="2564011"/>
              <a:ext cx="117044" cy="150843"/>
            </a:xfrm>
            <a:custGeom>
              <a:avLst/>
              <a:pathLst>
                <a:path w="117044" h="150843">
                  <a:moveTo>
                    <a:pt x="25434" y="22956"/>
                  </a:moveTo>
                  <a:lnTo>
                    <a:pt x="28126" y="24650"/>
                  </a:lnTo>
                  <a:lnTo>
                    <a:pt x="28662" y="23282"/>
                  </a:lnTo>
                  <a:lnTo>
                    <a:pt x="30168" y="19432"/>
                  </a:lnTo>
                  <a:lnTo>
                    <a:pt x="32561" y="19968"/>
                  </a:lnTo>
                  <a:lnTo>
                    <a:pt x="40928" y="21840"/>
                  </a:lnTo>
                  <a:lnTo>
                    <a:pt x="45561" y="24891"/>
                  </a:lnTo>
                  <a:lnTo>
                    <a:pt x="47917" y="36130"/>
                  </a:lnTo>
                  <a:lnTo>
                    <a:pt x="58755" y="24249"/>
                  </a:lnTo>
                  <a:lnTo>
                    <a:pt x="60797" y="26818"/>
                  </a:lnTo>
                  <a:lnTo>
                    <a:pt x="63860" y="19914"/>
                  </a:lnTo>
                  <a:lnTo>
                    <a:pt x="77367" y="30478"/>
                  </a:lnTo>
                  <a:lnTo>
                    <a:pt x="72946" y="38912"/>
                  </a:lnTo>
                  <a:lnTo>
                    <a:pt x="73292" y="39279"/>
                  </a:lnTo>
                  <a:lnTo>
                    <a:pt x="74726" y="40796"/>
                  </a:lnTo>
                  <a:lnTo>
                    <a:pt x="75242" y="41375"/>
                  </a:lnTo>
                  <a:lnTo>
                    <a:pt x="75633" y="41813"/>
                  </a:lnTo>
                  <a:lnTo>
                    <a:pt x="77108" y="43467"/>
                  </a:lnTo>
                  <a:lnTo>
                    <a:pt x="77343" y="43730"/>
                  </a:lnTo>
                  <a:lnTo>
                    <a:pt x="78569" y="45106"/>
                  </a:lnTo>
                  <a:lnTo>
                    <a:pt x="78854" y="45425"/>
                  </a:lnTo>
                  <a:lnTo>
                    <a:pt x="79079" y="45677"/>
                  </a:lnTo>
                  <a:lnTo>
                    <a:pt x="79271" y="45893"/>
                  </a:lnTo>
                  <a:lnTo>
                    <a:pt x="80783" y="47587"/>
                  </a:lnTo>
                  <a:lnTo>
                    <a:pt x="81483" y="48373"/>
                  </a:lnTo>
                  <a:lnTo>
                    <a:pt x="81814" y="48743"/>
                  </a:lnTo>
                  <a:lnTo>
                    <a:pt x="81398" y="49058"/>
                  </a:lnTo>
                  <a:lnTo>
                    <a:pt x="80443" y="49697"/>
                  </a:lnTo>
                  <a:lnTo>
                    <a:pt x="79968" y="50015"/>
                  </a:lnTo>
                  <a:lnTo>
                    <a:pt x="79820" y="50114"/>
                  </a:lnTo>
                  <a:lnTo>
                    <a:pt x="79431" y="50385"/>
                  </a:lnTo>
                  <a:lnTo>
                    <a:pt x="79036" y="50659"/>
                  </a:lnTo>
                  <a:lnTo>
                    <a:pt x="78059" y="51338"/>
                  </a:lnTo>
                  <a:lnTo>
                    <a:pt x="77730" y="51566"/>
                  </a:lnTo>
                  <a:lnTo>
                    <a:pt x="76854" y="52176"/>
                  </a:lnTo>
                  <a:lnTo>
                    <a:pt x="76314" y="52551"/>
                  </a:lnTo>
                  <a:lnTo>
                    <a:pt x="75363" y="53212"/>
                  </a:lnTo>
                  <a:lnTo>
                    <a:pt x="74938" y="53508"/>
                  </a:lnTo>
                  <a:lnTo>
                    <a:pt x="73855" y="54260"/>
                  </a:lnTo>
                  <a:lnTo>
                    <a:pt x="73566" y="54461"/>
                  </a:lnTo>
                  <a:lnTo>
                    <a:pt x="73345" y="54615"/>
                  </a:lnTo>
                  <a:lnTo>
                    <a:pt x="73000" y="54820"/>
                  </a:lnTo>
                  <a:lnTo>
                    <a:pt x="72358" y="55203"/>
                  </a:lnTo>
                  <a:lnTo>
                    <a:pt x="72095" y="55420"/>
                  </a:lnTo>
                  <a:lnTo>
                    <a:pt x="71943" y="55546"/>
                  </a:lnTo>
                  <a:lnTo>
                    <a:pt x="63673" y="62385"/>
                  </a:lnTo>
                  <a:lnTo>
                    <a:pt x="62856" y="63061"/>
                  </a:lnTo>
                  <a:lnTo>
                    <a:pt x="62685" y="63203"/>
                  </a:lnTo>
                  <a:lnTo>
                    <a:pt x="61691" y="64024"/>
                  </a:lnTo>
                  <a:lnTo>
                    <a:pt x="61359" y="64299"/>
                  </a:lnTo>
                  <a:lnTo>
                    <a:pt x="60931" y="64693"/>
                  </a:lnTo>
                  <a:lnTo>
                    <a:pt x="60765" y="64846"/>
                  </a:lnTo>
                  <a:lnTo>
                    <a:pt x="61950" y="66208"/>
                  </a:lnTo>
                  <a:lnTo>
                    <a:pt x="62465" y="66800"/>
                  </a:lnTo>
                  <a:lnTo>
                    <a:pt x="62822" y="67211"/>
                  </a:lnTo>
                  <a:lnTo>
                    <a:pt x="63669" y="68184"/>
                  </a:lnTo>
                  <a:lnTo>
                    <a:pt x="63809" y="68345"/>
                  </a:lnTo>
                  <a:lnTo>
                    <a:pt x="64212" y="69316"/>
                  </a:lnTo>
                  <a:lnTo>
                    <a:pt x="64378" y="69715"/>
                  </a:lnTo>
                  <a:lnTo>
                    <a:pt x="64567" y="70170"/>
                  </a:lnTo>
                  <a:lnTo>
                    <a:pt x="64656" y="70384"/>
                  </a:lnTo>
                  <a:lnTo>
                    <a:pt x="64870" y="70901"/>
                  </a:lnTo>
                  <a:lnTo>
                    <a:pt x="65091" y="71433"/>
                  </a:lnTo>
                  <a:lnTo>
                    <a:pt x="65771" y="73070"/>
                  </a:lnTo>
                  <a:lnTo>
                    <a:pt x="65916" y="73413"/>
                  </a:lnTo>
                  <a:lnTo>
                    <a:pt x="66210" y="74082"/>
                  </a:lnTo>
                  <a:lnTo>
                    <a:pt x="66330" y="74354"/>
                  </a:lnTo>
                  <a:lnTo>
                    <a:pt x="66895" y="75308"/>
                  </a:lnTo>
                  <a:lnTo>
                    <a:pt x="67388" y="76139"/>
                  </a:lnTo>
                  <a:lnTo>
                    <a:pt x="67487" y="76306"/>
                  </a:lnTo>
                  <a:lnTo>
                    <a:pt x="68007" y="77182"/>
                  </a:lnTo>
                  <a:lnTo>
                    <a:pt x="68169" y="77456"/>
                  </a:lnTo>
                  <a:lnTo>
                    <a:pt x="68844" y="78593"/>
                  </a:lnTo>
                  <a:lnTo>
                    <a:pt x="69991" y="80526"/>
                  </a:lnTo>
                  <a:lnTo>
                    <a:pt x="70201" y="80881"/>
                  </a:lnTo>
                  <a:lnTo>
                    <a:pt x="70616" y="81397"/>
                  </a:lnTo>
                  <a:lnTo>
                    <a:pt x="71040" y="81926"/>
                  </a:lnTo>
                  <a:lnTo>
                    <a:pt x="72591" y="83858"/>
                  </a:lnTo>
                  <a:lnTo>
                    <a:pt x="73420" y="84890"/>
                  </a:lnTo>
                  <a:lnTo>
                    <a:pt x="74459" y="86184"/>
                  </a:lnTo>
                  <a:lnTo>
                    <a:pt x="74862" y="86685"/>
                  </a:lnTo>
                  <a:lnTo>
                    <a:pt x="75236" y="87152"/>
                  </a:lnTo>
                  <a:lnTo>
                    <a:pt x="75593" y="87585"/>
                  </a:lnTo>
                  <a:lnTo>
                    <a:pt x="76135" y="88160"/>
                  </a:lnTo>
                  <a:lnTo>
                    <a:pt x="76761" y="88822"/>
                  </a:lnTo>
                  <a:lnTo>
                    <a:pt x="77768" y="89888"/>
                  </a:lnTo>
                  <a:lnTo>
                    <a:pt x="78638" y="90810"/>
                  </a:lnTo>
                  <a:lnTo>
                    <a:pt x="79292" y="91502"/>
                  </a:lnTo>
                  <a:lnTo>
                    <a:pt x="81552" y="93895"/>
                  </a:lnTo>
                  <a:lnTo>
                    <a:pt x="82485" y="94902"/>
                  </a:lnTo>
                  <a:lnTo>
                    <a:pt x="83520" y="96288"/>
                  </a:lnTo>
                  <a:lnTo>
                    <a:pt x="85143" y="98459"/>
                  </a:lnTo>
                  <a:lnTo>
                    <a:pt x="85618" y="99095"/>
                  </a:lnTo>
                  <a:lnTo>
                    <a:pt x="86261" y="99956"/>
                  </a:lnTo>
                  <a:lnTo>
                    <a:pt x="87168" y="101168"/>
                  </a:lnTo>
                  <a:lnTo>
                    <a:pt x="87956" y="102222"/>
                  </a:lnTo>
                  <a:lnTo>
                    <a:pt x="89644" y="106005"/>
                  </a:lnTo>
                  <a:lnTo>
                    <a:pt x="90437" y="107595"/>
                  </a:lnTo>
                  <a:lnTo>
                    <a:pt x="91944" y="110612"/>
                  </a:lnTo>
                  <a:lnTo>
                    <a:pt x="92889" y="112082"/>
                  </a:lnTo>
                  <a:lnTo>
                    <a:pt x="93440" y="112939"/>
                  </a:lnTo>
                  <a:lnTo>
                    <a:pt x="94059" y="113902"/>
                  </a:lnTo>
                  <a:lnTo>
                    <a:pt x="94596" y="114737"/>
                  </a:lnTo>
                  <a:lnTo>
                    <a:pt x="95144" y="115590"/>
                  </a:lnTo>
                  <a:lnTo>
                    <a:pt x="96477" y="116760"/>
                  </a:lnTo>
                  <a:lnTo>
                    <a:pt x="99582" y="119486"/>
                  </a:lnTo>
                  <a:lnTo>
                    <a:pt x="99739" y="119623"/>
                  </a:lnTo>
                  <a:lnTo>
                    <a:pt x="99922" y="119765"/>
                  </a:lnTo>
                  <a:lnTo>
                    <a:pt x="101823" y="121236"/>
                  </a:lnTo>
                  <a:lnTo>
                    <a:pt x="102764" y="121990"/>
                  </a:lnTo>
                  <a:lnTo>
                    <a:pt x="103465" y="122685"/>
                  </a:lnTo>
                  <a:lnTo>
                    <a:pt x="103824" y="123041"/>
                  </a:lnTo>
                  <a:lnTo>
                    <a:pt x="103894" y="123297"/>
                  </a:lnTo>
                  <a:lnTo>
                    <a:pt x="103738" y="123584"/>
                  </a:lnTo>
                  <a:lnTo>
                    <a:pt x="103469" y="124079"/>
                  </a:lnTo>
                  <a:lnTo>
                    <a:pt x="103073" y="124653"/>
                  </a:lnTo>
                  <a:lnTo>
                    <a:pt x="102241" y="125860"/>
                  </a:lnTo>
                  <a:lnTo>
                    <a:pt x="102123" y="126031"/>
                  </a:lnTo>
                  <a:lnTo>
                    <a:pt x="101532" y="126889"/>
                  </a:lnTo>
                  <a:lnTo>
                    <a:pt x="101369" y="127126"/>
                  </a:lnTo>
                  <a:lnTo>
                    <a:pt x="100685" y="128118"/>
                  </a:lnTo>
                  <a:lnTo>
                    <a:pt x="100521" y="128355"/>
                  </a:lnTo>
                  <a:lnTo>
                    <a:pt x="100237" y="128768"/>
                  </a:lnTo>
                  <a:lnTo>
                    <a:pt x="99862" y="129312"/>
                  </a:lnTo>
                  <a:lnTo>
                    <a:pt x="99639" y="129635"/>
                  </a:lnTo>
                  <a:lnTo>
                    <a:pt x="107427" y="134663"/>
                  </a:lnTo>
                  <a:lnTo>
                    <a:pt x="114702" y="139360"/>
                  </a:lnTo>
                  <a:lnTo>
                    <a:pt x="116575" y="140569"/>
                  </a:lnTo>
                  <a:lnTo>
                    <a:pt x="117044" y="140980"/>
                  </a:lnTo>
                  <a:lnTo>
                    <a:pt x="116929" y="141127"/>
                  </a:lnTo>
                  <a:lnTo>
                    <a:pt x="116589" y="141560"/>
                  </a:lnTo>
                  <a:lnTo>
                    <a:pt x="115590" y="142833"/>
                  </a:lnTo>
                  <a:lnTo>
                    <a:pt x="115332" y="143168"/>
                  </a:lnTo>
                  <a:lnTo>
                    <a:pt x="114363" y="144426"/>
                  </a:lnTo>
                  <a:lnTo>
                    <a:pt x="113402" y="145672"/>
                  </a:lnTo>
                  <a:lnTo>
                    <a:pt x="112790" y="146467"/>
                  </a:lnTo>
                  <a:lnTo>
                    <a:pt x="112669" y="146624"/>
                  </a:lnTo>
                  <a:lnTo>
                    <a:pt x="111912" y="147591"/>
                  </a:lnTo>
                  <a:lnTo>
                    <a:pt x="111747" y="147779"/>
                  </a:lnTo>
                  <a:lnTo>
                    <a:pt x="111341" y="148244"/>
                  </a:lnTo>
                  <a:lnTo>
                    <a:pt x="110504" y="147586"/>
                  </a:lnTo>
                  <a:lnTo>
                    <a:pt x="110042" y="147223"/>
                  </a:lnTo>
                  <a:lnTo>
                    <a:pt x="109690" y="146946"/>
                  </a:lnTo>
                  <a:lnTo>
                    <a:pt x="108278" y="145836"/>
                  </a:lnTo>
                  <a:lnTo>
                    <a:pt x="106374" y="144554"/>
                  </a:lnTo>
                  <a:lnTo>
                    <a:pt x="99200" y="139724"/>
                  </a:lnTo>
                  <a:lnTo>
                    <a:pt x="96465" y="142122"/>
                  </a:lnTo>
                  <a:lnTo>
                    <a:pt x="92404" y="145683"/>
                  </a:lnTo>
                  <a:lnTo>
                    <a:pt x="87162" y="150560"/>
                  </a:lnTo>
                  <a:lnTo>
                    <a:pt x="86843" y="150843"/>
                  </a:lnTo>
                  <a:lnTo>
                    <a:pt x="86333" y="150262"/>
                  </a:lnTo>
                  <a:lnTo>
                    <a:pt x="85806" y="149663"/>
                  </a:lnTo>
                  <a:lnTo>
                    <a:pt x="83343" y="146859"/>
                  </a:lnTo>
                  <a:lnTo>
                    <a:pt x="82436" y="145826"/>
                  </a:lnTo>
                  <a:lnTo>
                    <a:pt x="79854" y="142887"/>
                  </a:lnTo>
                  <a:lnTo>
                    <a:pt x="76696" y="141056"/>
                  </a:lnTo>
                  <a:lnTo>
                    <a:pt x="75701" y="140480"/>
                  </a:lnTo>
                  <a:lnTo>
                    <a:pt x="71022" y="137767"/>
                  </a:lnTo>
                  <a:lnTo>
                    <a:pt x="68895" y="136534"/>
                  </a:lnTo>
                  <a:lnTo>
                    <a:pt x="67607" y="135787"/>
                  </a:lnTo>
                  <a:lnTo>
                    <a:pt x="67058" y="135528"/>
                  </a:lnTo>
                  <a:lnTo>
                    <a:pt x="66847" y="135428"/>
                  </a:lnTo>
                  <a:lnTo>
                    <a:pt x="66170" y="135108"/>
                  </a:lnTo>
                  <a:lnTo>
                    <a:pt x="65968" y="135012"/>
                  </a:lnTo>
                  <a:lnTo>
                    <a:pt x="66531" y="133909"/>
                  </a:lnTo>
                  <a:lnTo>
                    <a:pt x="69113" y="129559"/>
                  </a:lnTo>
                  <a:lnTo>
                    <a:pt x="69848" y="128264"/>
                  </a:lnTo>
                  <a:lnTo>
                    <a:pt x="69609" y="128139"/>
                  </a:lnTo>
                  <a:lnTo>
                    <a:pt x="69422" y="128042"/>
                  </a:lnTo>
                  <a:lnTo>
                    <a:pt x="65622" y="126071"/>
                  </a:lnTo>
                  <a:lnTo>
                    <a:pt x="63746" y="125098"/>
                  </a:lnTo>
                  <a:lnTo>
                    <a:pt x="62232" y="124299"/>
                  </a:lnTo>
                  <a:lnTo>
                    <a:pt x="56022" y="121020"/>
                  </a:lnTo>
                  <a:lnTo>
                    <a:pt x="54377" y="120151"/>
                  </a:lnTo>
                  <a:lnTo>
                    <a:pt x="52512" y="119166"/>
                  </a:lnTo>
                  <a:lnTo>
                    <a:pt x="51572" y="118184"/>
                  </a:lnTo>
                  <a:lnTo>
                    <a:pt x="51649" y="118053"/>
                  </a:lnTo>
                  <a:lnTo>
                    <a:pt x="51748" y="117883"/>
                  </a:lnTo>
                  <a:lnTo>
                    <a:pt x="51962" y="117538"/>
                  </a:lnTo>
                  <a:lnTo>
                    <a:pt x="52065" y="117391"/>
                  </a:lnTo>
                  <a:lnTo>
                    <a:pt x="52202" y="117192"/>
                  </a:lnTo>
                  <a:lnTo>
                    <a:pt x="52334" y="117002"/>
                  </a:lnTo>
                  <a:lnTo>
                    <a:pt x="52491" y="116776"/>
                  </a:lnTo>
                  <a:lnTo>
                    <a:pt x="52690" y="116410"/>
                  </a:lnTo>
                  <a:lnTo>
                    <a:pt x="52737" y="116216"/>
                  </a:lnTo>
                  <a:lnTo>
                    <a:pt x="53361" y="114827"/>
                  </a:lnTo>
                  <a:lnTo>
                    <a:pt x="53988" y="113432"/>
                  </a:lnTo>
                  <a:lnTo>
                    <a:pt x="54031" y="113215"/>
                  </a:lnTo>
                  <a:lnTo>
                    <a:pt x="54160" y="112566"/>
                  </a:lnTo>
                  <a:lnTo>
                    <a:pt x="54361" y="111700"/>
                  </a:lnTo>
                  <a:lnTo>
                    <a:pt x="54442" y="111349"/>
                  </a:lnTo>
                  <a:lnTo>
                    <a:pt x="54647" y="110734"/>
                  </a:lnTo>
                  <a:lnTo>
                    <a:pt x="54810" y="110246"/>
                  </a:lnTo>
                  <a:lnTo>
                    <a:pt x="55074" y="109292"/>
                  </a:lnTo>
                  <a:lnTo>
                    <a:pt x="55676" y="107118"/>
                  </a:lnTo>
                  <a:lnTo>
                    <a:pt x="56046" y="105785"/>
                  </a:lnTo>
                  <a:lnTo>
                    <a:pt x="56283" y="104713"/>
                  </a:lnTo>
                  <a:lnTo>
                    <a:pt x="56620" y="103196"/>
                  </a:lnTo>
                  <a:lnTo>
                    <a:pt x="57040" y="101302"/>
                  </a:lnTo>
                  <a:lnTo>
                    <a:pt x="57406" y="99238"/>
                  </a:lnTo>
                  <a:lnTo>
                    <a:pt x="56068" y="97010"/>
                  </a:lnTo>
                  <a:lnTo>
                    <a:pt x="55314" y="95753"/>
                  </a:lnTo>
                  <a:lnTo>
                    <a:pt x="54286" y="94040"/>
                  </a:lnTo>
                  <a:lnTo>
                    <a:pt x="54024" y="93579"/>
                  </a:lnTo>
                  <a:lnTo>
                    <a:pt x="52704" y="91260"/>
                  </a:lnTo>
                  <a:lnTo>
                    <a:pt x="52329" y="90600"/>
                  </a:lnTo>
                  <a:lnTo>
                    <a:pt x="51330" y="89027"/>
                  </a:lnTo>
                  <a:lnTo>
                    <a:pt x="51217" y="88849"/>
                  </a:lnTo>
                  <a:lnTo>
                    <a:pt x="48626" y="84769"/>
                  </a:lnTo>
                  <a:lnTo>
                    <a:pt x="48475" y="84532"/>
                  </a:lnTo>
                  <a:lnTo>
                    <a:pt x="46581" y="81549"/>
                  </a:lnTo>
                  <a:lnTo>
                    <a:pt x="46104" y="80867"/>
                  </a:lnTo>
                  <a:lnTo>
                    <a:pt x="45044" y="79351"/>
                  </a:lnTo>
                  <a:lnTo>
                    <a:pt x="43885" y="78087"/>
                  </a:lnTo>
                  <a:lnTo>
                    <a:pt x="43614" y="78013"/>
                  </a:lnTo>
                  <a:lnTo>
                    <a:pt x="43074" y="77866"/>
                  </a:lnTo>
                  <a:lnTo>
                    <a:pt x="41898" y="77545"/>
                  </a:lnTo>
                  <a:lnTo>
                    <a:pt x="39158" y="77501"/>
                  </a:lnTo>
                  <a:lnTo>
                    <a:pt x="34481" y="77426"/>
                  </a:lnTo>
                  <a:lnTo>
                    <a:pt x="32889" y="77400"/>
                  </a:lnTo>
                  <a:lnTo>
                    <a:pt x="31713" y="77381"/>
                  </a:lnTo>
                  <a:lnTo>
                    <a:pt x="31265" y="77672"/>
                  </a:lnTo>
                  <a:lnTo>
                    <a:pt x="30655" y="78068"/>
                  </a:lnTo>
                  <a:lnTo>
                    <a:pt x="27077" y="80391"/>
                  </a:lnTo>
                  <a:lnTo>
                    <a:pt x="25126" y="81371"/>
                  </a:lnTo>
                  <a:lnTo>
                    <a:pt x="21842" y="82534"/>
                  </a:lnTo>
                  <a:lnTo>
                    <a:pt x="21470" y="78400"/>
                  </a:lnTo>
                  <a:lnTo>
                    <a:pt x="21413" y="77767"/>
                  </a:lnTo>
                  <a:lnTo>
                    <a:pt x="19634" y="74694"/>
                  </a:lnTo>
                  <a:lnTo>
                    <a:pt x="14480" y="71747"/>
                  </a:lnTo>
                  <a:lnTo>
                    <a:pt x="10491" y="70869"/>
                  </a:lnTo>
                  <a:lnTo>
                    <a:pt x="4923" y="71907"/>
                  </a:lnTo>
                  <a:lnTo>
                    <a:pt x="122" y="51991"/>
                  </a:lnTo>
                  <a:lnTo>
                    <a:pt x="0" y="43713"/>
                  </a:lnTo>
                  <a:lnTo>
                    <a:pt x="2024" y="16368"/>
                  </a:lnTo>
                  <a:lnTo>
                    <a:pt x="4601" y="1505"/>
                  </a:lnTo>
                  <a:lnTo>
                    <a:pt x="4601" y="0"/>
                  </a:lnTo>
                  <a:lnTo>
                    <a:pt x="16660" y="7391"/>
                  </a:lnTo>
                  <a:lnTo>
                    <a:pt x="21736" y="2062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g160"/>
            <p:cNvSpPr/>
            <p:nvPr/>
          </p:nvSpPr>
          <p:spPr>
            <a:xfrm>
              <a:off x="3126706" y="4161771"/>
              <a:ext cx="144241" cy="103296"/>
            </a:xfrm>
            <a:custGeom>
              <a:avLst/>
              <a:pathLst>
                <a:path w="144241" h="103296">
                  <a:moveTo>
                    <a:pt x="82672" y="15004"/>
                  </a:moveTo>
                  <a:lnTo>
                    <a:pt x="85652" y="16949"/>
                  </a:lnTo>
                  <a:lnTo>
                    <a:pt x="86059" y="17234"/>
                  </a:lnTo>
                  <a:lnTo>
                    <a:pt x="87150" y="17999"/>
                  </a:lnTo>
                  <a:lnTo>
                    <a:pt x="87567" y="18292"/>
                  </a:lnTo>
                  <a:lnTo>
                    <a:pt x="88581" y="19004"/>
                  </a:lnTo>
                  <a:lnTo>
                    <a:pt x="90885" y="20621"/>
                  </a:lnTo>
                  <a:lnTo>
                    <a:pt x="91946" y="21204"/>
                  </a:lnTo>
                  <a:lnTo>
                    <a:pt x="97072" y="13623"/>
                  </a:lnTo>
                  <a:lnTo>
                    <a:pt x="98979" y="10802"/>
                  </a:lnTo>
                  <a:lnTo>
                    <a:pt x="98468" y="11535"/>
                  </a:lnTo>
                  <a:lnTo>
                    <a:pt x="99069" y="10651"/>
                  </a:lnTo>
                  <a:lnTo>
                    <a:pt x="102461" y="5653"/>
                  </a:lnTo>
                  <a:lnTo>
                    <a:pt x="102666" y="5349"/>
                  </a:lnTo>
                  <a:lnTo>
                    <a:pt x="104654" y="4220"/>
                  </a:lnTo>
                  <a:lnTo>
                    <a:pt x="107719" y="3435"/>
                  </a:lnTo>
                  <a:lnTo>
                    <a:pt x="112793" y="2134"/>
                  </a:lnTo>
                  <a:lnTo>
                    <a:pt x="116035" y="7836"/>
                  </a:lnTo>
                  <a:lnTo>
                    <a:pt x="116015" y="8077"/>
                  </a:lnTo>
                  <a:lnTo>
                    <a:pt x="115466" y="8367"/>
                  </a:lnTo>
                  <a:lnTo>
                    <a:pt x="112742" y="9805"/>
                  </a:lnTo>
                  <a:lnTo>
                    <a:pt x="113199" y="10651"/>
                  </a:lnTo>
                  <a:lnTo>
                    <a:pt x="113323" y="10880"/>
                  </a:lnTo>
                  <a:lnTo>
                    <a:pt x="113469" y="11149"/>
                  </a:lnTo>
                  <a:lnTo>
                    <a:pt x="114313" y="12665"/>
                  </a:lnTo>
                  <a:lnTo>
                    <a:pt x="114784" y="14436"/>
                  </a:lnTo>
                  <a:lnTo>
                    <a:pt x="114442" y="14921"/>
                  </a:lnTo>
                  <a:lnTo>
                    <a:pt x="113186" y="16707"/>
                  </a:lnTo>
                  <a:lnTo>
                    <a:pt x="115738" y="19316"/>
                  </a:lnTo>
                  <a:lnTo>
                    <a:pt x="115470" y="20407"/>
                  </a:lnTo>
                  <a:lnTo>
                    <a:pt x="118195" y="23651"/>
                  </a:lnTo>
                  <a:lnTo>
                    <a:pt x="121187" y="26917"/>
                  </a:lnTo>
                  <a:lnTo>
                    <a:pt x="122447" y="28224"/>
                  </a:lnTo>
                  <a:lnTo>
                    <a:pt x="122855" y="28648"/>
                  </a:lnTo>
                  <a:lnTo>
                    <a:pt x="123328" y="31169"/>
                  </a:lnTo>
                  <a:lnTo>
                    <a:pt x="121825" y="31658"/>
                  </a:lnTo>
                  <a:lnTo>
                    <a:pt x="122639" y="38818"/>
                  </a:lnTo>
                  <a:lnTo>
                    <a:pt x="123747" y="38581"/>
                  </a:lnTo>
                  <a:lnTo>
                    <a:pt x="126378" y="38020"/>
                  </a:lnTo>
                  <a:lnTo>
                    <a:pt x="127937" y="37687"/>
                  </a:lnTo>
                  <a:lnTo>
                    <a:pt x="129070" y="37307"/>
                  </a:lnTo>
                  <a:lnTo>
                    <a:pt x="129648" y="36783"/>
                  </a:lnTo>
                  <a:lnTo>
                    <a:pt x="129860" y="36591"/>
                  </a:lnTo>
                  <a:lnTo>
                    <a:pt x="130715" y="36398"/>
                  </a:lnTo>
                  <a:lnTo>
                    <a:pt x="136205" y="35294"/>
                  </a:lnTo>
                  <a:lnTo>
                    <a:pt x="137217" y="35091"/>
                  </a:lnTo>
                  <a:lnTo>
                    <a:pt x="140851" y="34359"/>
                  </a:lnTo>
                  <a:lnTo>
                    <a:pt x="141200" y="38995"/>
                  </a:lnTo>
                  <a:lnTo>
                    <a:pt x="141243" y="39571"/>
                  </a:lnTo>
                  <a:lnTo>
                    <a:pt x="141337" y="40319"/>
                  </a:lnTo>
                  <a:lnTo>
                    <a:pt x="141403" y="40848"/>
                  </a:lnTo>
                  <a:lnTo>
                    <a:pt x="141430" y="41068"/>
                  </a:lnTo>
                  <a:lnTo>
                    <a:pt x="141557" y="42113"/>
                  </a:lnTo>
                  <a:lnTo>
                    <a:pt x="141571" y="42296"/>
                  </a:lnTo>
                  <a:lnTo>
                    <a:pt x="141783" y="45028"/>
                  </a:lnTo>
                  <a:lnTo>
                    <a:pt x="141900" y="47158"/>
                  </a:lnTo>
                  <a:lnTo>
                    <a:pt x="142090" y="50634"/>
                  </a:lnTo>
                  <a:lnTo>
                    <a:pt x="142065" y="52880"/>
                  </a:lnTo>
                  <a:lnTo>
                    <a:pt x="142009" y="54773"/>
                  </a:lnTo>
                  <a:lnTo>
                    <a:pt x="141984" y="55592"/>
                  </a:lnTo>
                  <a:lnTo>
                    <a:pt x="141980" y="55752"/>
                  </a:lnTo>
                  <a:lnTo>
                    <a:pt x="142598" y="55832"/>
                  </a:lnTo>
                  <a:lnTo>
                    <a:pt x="143836" y="56317"/>
                  </a:lnTo>
                  <a:lnTo>
                    <a:pt x="144241" y="56395"/>
                  </a:lnTo>
                  <a:lnTo>
                    <a:pt x="144165" y="56607"/>
                  </a:lnTo>
                  <a:lnTo>
                    <a:pt x="143466" y="58576"/>
                  </a:lnTo>
                  <a:lnTo>
                    <a:pt x="142705" y="61537"/>
                  </a:lnTo>
                  <a:lnTo>
                    <a:pt x="142235" y="64434"/>
                  </a:lnTo>
                  <a:lnTo>
                    <a:pt x="142007" y="64389"/>
                  </a:lnTo>
                  <a:lnTo>
                    <a:pt x="136819" y="63849"/>
                  </a:lnTo>
                  <a:lnTo>
                    <a:pt x="135453" y="63739"/>
                  </a:lnTo>
                  <a:lnTo>
                    <a:pt x="134258" y="63778"/>
                  </a:lnTo>
                  <a:lnTo>
                    <a:pt x="133562" y="63814"/>
                  </a:lnTo>
                  <a:lnTo>
                    <a:pt x="133430" y="63851"/>
                  </a:lnTo>
                  <a:lnTo>
                    <a:pt x="132509" y="64113"/>
                  </a:lnTo>
                  <a:lnTo>
                    <a:pt x="130107" y="65126"/>
                  </a:lnTo>
                  <a:lnTo>
                    <a:pt x="129076" y="65803"/>
                  </a:lnTo>
                  <a:lnTo>
                    <a:pt x="128133" y="66541"/>
                  </a:lnTo>
                  <a:lnTo>
                    <a:pt x="126423" y="68511"/>
                  </a:lnTo>
                  <a:lnTo>
                    <a:pt x="124923" y="70560"/>
                  </a:lnTo>
                  <a:lnTo>
                    <a:pt x="123583" y="74368"/>
                  </a:lnTo>
                  <a:lnTo>
                    <a:pt x="123436" y="75685"/>
                  </a:lnTo>
                  <a:lnTo>
                    <a:pt x="123303" y="76879"/>
                  </a:lnTo>
                  <a:lnTo>
                    <a:pt x="122530" y="79112"/>
                  </a:lnTo>
                  <a:lnTo>
                    <a:pt x="121860" y="81846"/>
                  </a:lnTo>
                  <a:lnTo>
                    <a:pt x="121582" y="82519"/>
                  </a:lnTo>
                  <a:lnTo>
                    <a:pt x="118739" y="81812"/>
                  </a:lnTo>
                  <a:lnTo>
                    <a:pt x="117895" y="81476"/>
                  </a:lnTo>
                  <a:lnTo>
                    <a:pt x="116767" y="80954"/>
                  </a:lnTo>
                  <a:lnTo>
                    <a:pt x="117397" y="83622"/>
                  </a:lnTo>
                  <a:lnTo>
                    <a:pt x="119847" y="92758"/>
                  </a:lnTo>
                  <a:lnTo>
                    <a:pt x="118306" y="94022"/>
                  </a:lnTo>
                  <a:lnTo>
                    <a:pt x="119533" y="97559"/>
                  </a:lnTo>
                  <a:lnTo>
                    <a:pt x="121962" y="101329"/>
                  </a:lnTo>
                  <a:lnTo>
                    <a:pt x="116635" y="102347"/>
                  </a:lnTo>
                  <a:lnTo>
                    <a:pt x="116373" y="102427"/>
                  </a:lnTo>
                  <a:lnTo>
                    <a:pt x="113540" y="103296"/>
                  </a:lnTo>
                  <a:lnTo>
                    <a:pt x="105685" y="85867"/>
                  </a:lnTo>
                  <a:lnTo>
                    <a:pt x="102702" y="85228"/>
                  </a:lnTo>
                  <a:lnTo>
                    <a:pt x="99630" y="85989"/>
                  </a:lnTo>
                  <a:lnTo>
                    <a:pt x="97181" y="81519"/>
                  </a:lnTo>
                  <a:lnTo>
                    <a:pt x="97045" y="75339"/>
                  </a:lnTo>
                  <a:lnTo>
                    <a:pt x="96865" y="67203"/>
                  </a:lnTo>
                  <a:lnTo>
                    <a:pt x="97651" y="67113"/>
                  </a:lnTo>
                  <a:lnTo>
                    <a:pt x="98580" y="67118"/>
                  </a:lnTo>
                  <a:lnTo>
                    <a:pt x="99414" y="67122"/>
                  </a:lnTo>
                  <a:lnTo>
                    <a:pt x="100031" y="67179"/>
                  </a:lnTo>
                  <a:lnTo>
                    <a:pt x="100505" y="67223"/>
                  </a:lnTo>
                  <a:lnTo>
                    <a:pt x="100295" y="65043"/>
                  </a:lnTo>
                  <a:lnTo>
                    <a:pt x="99442" y="53764"/>
                  </a:lnTo>
                  <a:lnTo>
                    <a:pt x="99216" y="50821"/>
                  </a:lnTo>
                  <a:lnTo>
                    <a:pt x="98672" y="43766"/>
                  </a:lnTo>
                  <a:lnTo>
                    <a:pt x="95236" y="34635"/>
                  </a:lnTo>
                  <a:lnTo>
                    <a:pt x="90599" y="31043"/>
                  </a:lnTo>
                  <a:lnTo>
                    <a:pt x="89280" y="32333"/>
                  </a:lnTo>
                  <a:lnTo>
                    <a:pt x="88640" y="32623"/>
                  </a:lnTo>
                  <a:lnTo>
                    <a:pt x="86458" y="33609"/>
                  </a:lnTo>
                  <a:lnTo>
                    <a:pt x="85594" y="33999"/>
                  </a:lnTo>
                  <a:lnTo>
                    <a:pt x="83207" y="34143"/>
                  </a:lnTo>
                  <a:lnTo>
                    <a:pt x="81958" y="34218"/>
                  </a:lnTo>
                  <a:lnTo>
                    <a:pt x="78091" y="34414"/>
                  </a:lnTo>
                  <a:lnTo>
                    <a:pt x="71751" y="34737"/>
                  </a:lnTo>
                  <a:lnTo>
                    <a:pt x="70288" y="34811"/>
                  </a:lnTo>
                  <a:lnTo>
                    <a:pt x="61766" y="34858"/>
                  </a:lnTo>
                  <a:lnTo>
                    <a:pt x="56699" y="34886"/>
                  </a:lnTo>
                  <a:lnTo>
                    <a:pt x="55234" y="34898"/>
                  </a:lnTo>
                  <a:lnTo>
                    <a:pt x="55352" y="35773"/>
                  </a:lnTo>
                  <a:lnTo>
                    <a:pt x="55804" y="37719"/>
                  </a:lnTo>
                  <a:lnTo>
                    <a:pt x="55910" y="39533"/>
                  </a:lnTo>
                  <a:lnTo>
                    <a:pt x="55807" y="42080"/>
                  </a:lnTo>
                  <a:lnTo>
                    <a:pt x="55743" y="43672"/>
                  </a:lnTo>
                  <a:lnTo>
                    <a:pt x="55514" y="44690"/>
                  </a:lnTo>
                  <a:lnTo>
                    <a:pt x="54902" y="47415"/>
                  </a:lnTo>
                  <a:lnTo>
                    <a:pt x="53819" y="52242"/>
                  </a:lnTo>
                  <a:lnTo>
                    <a:pt x="52651" y="51136"/>
                  </a:lnTo>
                  <a:lnTo>
                    <a:pt x="51031" y="49871"/>
                  </a:lnTo>
                  <a:lnTo>
                    <a:pt x="50589" y="49939"/>
                  </a:lnTo>
                  <a:lnTo>
                    <a:pt x="48332" y="52511"/>
                  </a:lnTo>
                  <a:lnTo>
                    <a:pt x="47559" y="53205"/>
                  </a:lnTo>
                  <a:lnTo>
                    <a:pt x="47046" y="53665"/>
                  </a:lnTo>
                  <a:lnTo>
                    <a:pt x="46423" y="54380"/>
                  </a:lnTo>
                  <a:lnTo>
                    <a:pt x="44840" y="56964"/>
                  </a:lnTo>
                  <a:lnTo>
                    <a:pt x="43531" y="58579"/>
                  </a:lnTo>
                  <a:lnTo>
                    <a:pt x="43168" y="58743"/>
                  </a:lnTo>
                  <a:lnTo>
                    <a:pt x="40800" y="59813"/>
                  </a:lnTo>
                  <a:lnTo>
                    <a:pt x="40181" y="59828"/>
                  </a:lnTo>
                  <a:lnTo>
                    <a:pt x="39597" y="60185"/>
                  </a:lnTo>
                  <a:lnTo>
                    <a:pt x="39327" y="60350"/>
                  </a:lnTo>
                  <a:lnTo>
                    <a:pt x="38805" y="60189"/>
                  </a:lnTo>
                  <a:lnTo>
                    <a:pt x="36304" y="59423"/>
                  </a:lnTo>
                  <a:lnTo>
                    <a:pt x="34446" y="58854"/>
                  </a:lnTo>
                  <a:lnTo>
                    <a:pt x="30971" y="57951"/>
                  </a:lnTo>
                  <a:lnTo>
                    <a:pt x="29005" y="57340"/>
                  </a:lnTo>
                  <a:lnTo>
                    <a:pt x="28517" y="57188"/>
                  </a:lnTo>
                  <a:lnTo>
                    <a:pt x="27221" y="56586"/>
                  </a:lnTo>
                  <a:lnTo>
                    <a:pt x="24256" y="55402"/>
                  </a:lnTo>
                  <a:lnTo>
                    <a:pt x="21295" y="54066"/>
                  </a:lnTo>
                  <a:lnTo>
                    <a:pt x="20565" y="53736"/>
                  </a:lnTo>
                  <a:lnTo>
                    <a:pt x="18399" y="52654"/>
                  </a:lnTo>
                  <a:lnTo>
                    <a:pt x="14289" y="50601"/>
                  </a:lnTo>
                  <a:lnTo>
                    <a:pt x="13968" y="50440"/>
                  </a:lnTo>
                  <a:lnTo>
                    <a:pt x="11700" y="49401"/>
                  </a:lnTo>
                  <a:lnTo>
                    <a:pt x="10367" y="48869"/>
                  </a:lnTo>
                  <a:lnTo>
                    <a:pt x="4318" y="46453"/>
                  </a:lnTo>
                  <a:lnTo>
                    <a:pt x="3896" y="46286"/>
                  </a:lnTo>
                  <a:lnTo>
                    <a:pt x="3334" y="45988"/>
                  </a:lnTo>
                  <a:lnTo>
                    <a:pt x="3100" y="45864"/>
                  </a:lnTo>
                  <a:lnTo>
                    <a:pt x="2246" y="45157"/>
                  </a:lnTo>
                  <a:lnTo>
                    <a:pt x="1098" y="43678"/>
                  </a:lnTo>
                  <a:lnTo>
                    <a:pt x="1409" y="42324"/>
                  </a:lnTo>
                  <a:lnTo>
                    <a:pt x="1718" y="40978"/>
                  </a:lnTo>
                  <a:lnTo>
                    <a:pt x="1795" y="40643"/>
                  </a:lnTo>
                  <a:lnTo>
                    <a:pt x="2067" y="39481"/>
                  </a:lnTo>
                  <a:lnTo>
                    <a:pt x="2171" y="39037"/>
                  </a:lnTo>
                  <a:lnTo>
                    <a:pt x="2611" y="38596"/>
                  </a:lnTo>
                  <a:lnTo>
                    <a:pt x="2846" y="38360"/>
                  </a:lnTo>
                  <a:lnTo>
                    <a:pt x="3558" y="37595"/>
                  </a:lnTo>
                  <a:lnTo>
                    <a:pt x="3889" y="37068"/>
                  </a:lnTo>
                  <a:lnTo>
                    <a:pt x="4135" y="36353"/>
                  </a:lnTo>
                  <a:lnTo>
                    <a:pt x="4261" y="34459"/>
                  </a:lnTo>
                  <a:lnTo>
                    <a:pt x="4282" y="34146"/>
                  </a:lnTo>
                  <a:lnTo>
                    <a:pt x="4625" y="33545"/>
                  </a:lnTo>
                  <a:lnTo>
                    <a:pt x="4144" y="33459"/>
                  </a:lnTo>
                  <a:lnTo>
                    <a:pt x="2522" y="32683"/>
                  </a:lnTo>
                  <a:lnTo>
                    <a:pt x="4089" y="32388"/>
                  </a:lnTo>
                  <a:lnTo>
                    <a:pt x="6700" y="31897"/>
                  </a:lnTo>
                  <a:lnTo>
                    <a:pt x="6400" y="30304"/>
                  </a:lnTo>
                  <a:lnTo>
                    <a:pt x="5770" y="26964"/>
                  </a:lnTo>
                  <a:lnTo>
                    <a:pt x="5458" y="25315"/>
                  </a:lnTo>
                  <a:lnTo>
                    <a:pt x="5333" y="24849"/>
                  </a:lnTo>
                  <a:lnTo>
                    <a:pt x="5205" y="24371"/>
                  </a:lnTo>
                  <a:lnTo>
                    <a:pt x="5265" y="24101"/>
                  </a:lnTo>
                  <a:lnTo>
                    <a:pt x="4956" y="22548"/>
                  </a:lnTo>
                  <a:lnTo>
                    <a:pt x="4040" y="18510"/>
                  </a:lnTo>
                  <a:lnTo>
                    <a:pt x="3946" y="18096"/>
                  </a:lnTo>
                  <a:lnTo>
                    <a:pt x="3416" y="15570"/>
                  </a:lnTo>
                  <a:lnTo>
                    <a:pt x="2839" y="15733"/>
                  </a:lnTo>
                  <a:lnTo>
                    <a:pt x="1406" y="9160"/>
                  </a:lnTo>
                  <a:lnTo>
                    <a:pt x="1044" y="7173"/>
                  </a:lnTo>
                  <a:lnTo>
                    <a:pt x="857" y="6149"/>
                  </a:lnTo>
                  <a:lnTo>
                    <a:pt x="219" y="5307"/>
                  </a:lnTo>
                  <a:lnTo>
                    <a:pt x="24" y="5050"/>
                  </a:lnTo>
                  <a:lnTo>
                    <a:pt x="0" y="4918"/>
                  </a:lnTo>
                  <a:lnTo>
                    <a:pt x="407" y="4807"/>
                  </a:lnTo>
                  <a:lnTo>
                    <a:pt x="1080" y="4622"/>
                  </a:lnTo>
                  <a:lnTo>
                    <a:pt x="2145" y="4331"/>
                  </a:lnTo>
                  <a:lnTo>
                    <a:pt x="2854" y="4201"/>
                  </a:lnTo>
                  <a:lnTo>
                    <a:pt x="9534" y="2979"/>
                  </a:lnTo>
                  <a:lnTo>
                    <a:pt x="10107" y="2875"/>
                  </a:lnTo>
                  <a:lnTo>
                    <a:pt x="11363" y="2645"/>
                  </a:lnTo>
                  <a:lnTo>
                    <a:pt x="16203" y="1702"/>
                  </a:lnTo>
                  <a:lnTo>
                    <a:pt x="21131" y="829"/>
                  </a:lnTo>
                  <a:lnTo>
                    <a:pt x="23242" y="417"/>
                  </a:lnTo>
                  <a:lnTo>
                    <a:pt x="24538" y="275"/>
                  </a:lnTo>
                  <a:lnTo>
                    <a:pt x="24975" y="228"/>
                  </a:lnTo>
                  <a:lnTo>
                    <a:pt x="25636" y="155"/>
                  </a:lnTo>
                  <a:lnTo>
                    <a:pt x="26018" y="99"/>
                  </a:lnTo>
                  <a:lnTo>
                    <a:pt x="26408" y="77"/>
                  </a:lnTo>
                  <a:lnTo>
                    <a:pt x="26999" y="43"/>
                  </a:lnTo>
                  <a:lnTo>
                    <a:pt x="27751" y="0"/>
                  </a:lnTo>
                  <a:lnTo>
                    <a:pt x="29165" y="0"/>
                  </a:lnTo>
                  <a:lnTo>
                    <a:pt x="31005" y="195"/>
                  </a:lnTo>
                  <a:lnTo>
                    <a:pt x="31598" y="342"/>
                  </a:lnTo>
                  <a:lnTo>
                    <a:pt x="32404" y="541"/>
                  </a:lnTo>
                  <a:lnTo>
                    <a:pt x="34304" y="1174"/>
                  </a:lnTo>
                  <a:lnTo>
                    <a:pt x="34979" y="1454"/>
                  </a:lnTo>
                  <a:lnTo>
                    <a:pt x="36115" y="1926"/>
                  </a:lnTo>
                  <a:lnTo>
                    <a:pt x="39244" y="3663"/>
                  </a:lnTo>
                  <a:lnTo>
                    <a:pt x="40549" y="4388"/>
                  </a:lnTo>
                  <a:lnTo>
                    <a:pt x="40964" y="4619"/>
                  </a:lnTo>
                  <a:lnTo>
                    <a:pt x="41136" y="4714"/>
                  </a:lnTo>
                  <a:lnTo>
                    <a:pt x="41579" y="5012"/>
                  </a:lnTo>
                  <a:lnTo>
                    <a:pt x="46707" y="8452"/>
                  </a:lnTo>
                  <a:lnTo>
                    <a:pt x="48529" y="9458"/>
                  </a:lnTo>
                  <a:lnTo>
                    <a:pt x="48842" y="9631"/>
                  </a:lnTo>
                  <a:lnTo>
                    <a:pt x="50781" y="10258"/>
                  </a:lnTo>
                  <a:lnTo>
                    <a:pt x="51739" y="10465"/>
                  </a:lnTo>
                  <a:lnTo>
                    <a:pt x="52038" y="10529"/>
                  </a:lnTo>
                  <a:lnTo>
                    <a:pt x="52402" y="10607"/>
                  </a:lnTo>
                  <a:lnTo>
                    <a:pt x="53579" y="10861"/>
                  </a:lnTo>
                  <a:lnTo>
                    <a:pt x="53863" y="10891"/>
                  </a:lnTo>
                  <a:lnTo>
                    <a:pt x="56195" y="11140"/>
                  </a:lnTo>
                  <a:lnTo>
                    <a:pt x="57062" y="11232"/>
                  </a:lnTo>
                  <a:lnTo>
                    <a:pt x="58046" y="11337"/>
                  </a:lnTo>
                  <a:lnTo>
                    <a:pt x="58540" y="11366"/>
                  </a:lnTo>
                  <a:lnTo>
                    <a:pt x="60000" y="11452"/>
                  </a:lnTo>
                  <a:lnTo>
                    <a:pt x="60979" y="11510"/>
                  </a:lnTo>
                  <a:lnTo>
                    <a:pt x="72501" y="12190"/>
                  </a:lnTo>
                  <a:lnTo>
                    <a:pt x="74274" y="12337"/>
                  </a:lnTo>
                  <a:lnTo>
                    <a:pt x="77361" y="12592"/>
                  </a:lnTo>
                  <a:lnTo>
                    <a:pt x="78074" y="12771"/>
                  </a:lnTo>
                  <a:lnTo>
                    <a:pt x="79152" y="13043"/>
                  </a:lnTo>
                  <a:lnTo>
                    <a:pt x="79324" y="13120"/>
                  </a:lnTo>
                  <a:lnTo>
                    <a:pt x="80205" y="13516"/>
                  </a:lnTo>
                  <a:lnTo>
                    <a:pt x="80850" y="13821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g161"/>
            <p:cNvSpPr/>
            <p:nvPr/>
          </p:nvSpPr>
          <p:spPr>
            <a:xfrm>
              <a:off x="2889280" y="4136779"/>
              <a:ext cx="109756" cy="190200"/>
            </a:xfrm>
            <a:custGeom>
              <a:avLst/>
              <a:pathLst>
                <a:path w="109756" h="190200">
                  <a:moveTo>
                    <a:pt x="80669" y="72519"/>
                  </a:moveTo>
                  <a:lnTo>
                    <a:pt x="81221" y="71682"/>
                  </a:lnTo>
                  <a:lnTo>
                    <a:pt x="82221" y="70104"/>
                  </a:lnTo>
                  <a:lnTo>
                    <a:pt x="89815" y="75355"/>
                  </a:lnTo>
                  <a:lnTo>
                    <a:pt x="92308" y="76968"/>
                  </a:lnTo>
                  <a:lnTo>
                    <a:pt x="97104" y="80071"/>
                  </a:lnTo>
                  <a:lnTo>
                    <a:pt x="98917" y="81297"/>
                  </a:lnTo>
                  <a:lnTo>
                    <a:pt x="99144" y="81450"/>
                  </a:lnTo>
                  <a:lnTo>
                    <a:pt x="101099" y="82771"/>
                  </a:lnTo>
                  <a:lnTo>
                    <a:pt x="102535" y="83741"/>
                  </a:lnTo>
                  <a:lnTo>
                    <a:pt x="105529" y="87404"/>
                  </a:lnTo>
                  <a:lnTo>
                    <a:pt x="107296" y="90364"/>
                  </a:lnTo>
                  <a:lnTo>
                    <a:pt x="108763" y="94335"/>
                  </a:lnTo>
                  <a:lnTo>
                    <a:pt x="108960" y="94870"/>
                  </a:lnTo>
                  <a:lnTo>
                    <a:pt x="109112" y="95281"/>
                  </a:lnTo>
                  <a:lnTo>
                    <a:pt x="109319" y="96443"/>
                  </a:lnTo>
                  <a:lnTo>
                    <a:pt x="109360" y="96676"/>
                  </a:lnTo>
                  <a:lnTo>
                    <a:pt x="101566" y="98791"/>
                  </a:lnTo>
                  <a:lnTo>
                    <a:pt x="101035" y="99138"/>
                  </a:lnTo>
                  <a:lnTo>
                    <a:pt x="100840" y="99265"/>
                  </a:lnTo>
                  <a:lnTo>
                    <a:pt x="100471" y="99506"/>
                  </a:lnTo>
                  <a:lnTo>
                    <a:pt x="100105" y="99744"/>
                  </a:lnTo>
                  <a:lnTo>
                    <a:pt x="99945" y="99785"/>
                  </a:lnTo>
                  <a:lnTo>
                    <a:pt x="96215" y="100735"/>
                  </a:lnTo>
                  <a:lnTo>
                    <a:pt x="95160" y="100738"/>
                  </a:lnTo>
                  <a:lnTo>
                    <a:pt x="93609" y="100742"/>
                  </a:lnTo>
                  <a:lnTo>
                    <a:pt x="91638" y="100748"/>
                  </a:lnTo>
                  <a:lnTo>
                    <a:pt x="90914" y="100908"/>
                  </a:lnTo>
                  <a:lnTo>
                    <a:pt x="90730" y="100949"/>
                  </a:lnTo>
                  <a:lnTo>
                    <a:pt x="88632" y="101626"/>
                  </a:lnTo>
                  <a:lnTo>
                    <a:pt x="84770" y="103181"/>
                  </a:lnTo>
                  <a:lnTo>
                    <a:pt x="84267" y="103384"/>
                  </a:lnTo>
                  <a:lnTo>
                    <a:pt x="84096" y="103488"/>
                  </a:lnTo>
                  <a:lnTo>
                    <a:pt x="84852" y="104210"/>
                  </a:lnTo>
                  <a:lnTo>
                    <a:pt x="85206" y="104652"/>
                  </a:lnTo>
                  <a:lnTo>
                    <a:pt x="85424" y="104983"/>
                  </a:lnTo>
                  <a:lnTo>
                    <a:pt x="85694" y="105510"/>
                  </a:lnTo>
                  <a:lnTo>
                    <a:pt x="86627" y="107054"/>
                  </a:lnTo>
                  <a:lnTo>
                    <a:pt x="87952" y="109247"/>
                  </a:lnTo>
                  <a:lnTo>
                    <a:pt x="88983" y="110621"/>
                  </a:lnTo>
                  <a:lnTo>
                    <a:pt x="89326" y="111079"/>
                  </a:lnTo>
                  <a:lnTo>
                    <a:pt x="89638" y="111790"/>
                  </a:lnTo>
                  <a:lnTo>
                    <a:pt x="88517" y="112957"/>
                  </a:lnTo>
                  <a:lnTo>
                    <a:pt x="87547" y="113446"/>
                  </a:lnTo>
                  <a:lnTo>
                    <a:pt x="87412" y="113694"/>
                  </a:lnTo>
                  <a:lnTo>
                    <a:pt x="87417" y="114057"/>
                  </a:lnTo>
                  <a:lnTo>
                    <a:pt x="87989" y="116417"/>
                  </a:lnTo>
                  <a:lnTo>
                    <a:pt x="88002" y="117166"/>
                  </a:lnTo>
                  <a:lnTo>
                    <a:pt x="88018" y="118081"/>
                  </a:lnTo>
                  <a:lnTo>
                    <a:pt x="88409" y="118979"/>
                  </a:lnTo>
                  <a:lnTo>
                    <a:pt x="89020" y="120385"/>
                  </a:lnTo>
                  <a:lnTo>
                    <a:pt x="89196" y="120790"/>
                  </a:lnTo>
                  <a:lnTo>
                    <a:pt x="89558" y="121795"/>
                  </a:lnTo>
                  <a:lnTo>
                    <a:pt x="89751" y="122331"/>
                  </a:lnTo>
                  <a:lnTo>
                    <a:pt x="91503" y="122820"/>
                  </a:lnTo>
                  <a:lnTo>
                    <a:pt x="91860" y="122920"/>
                  </a:lnTo>
                  <a:lnTo>
                    <a:pt x="91899" y="123531"/>
                  </a:lnTo>
                  <a:lnTo>
                    <a:pt x="92140" y="127340"/>
                  </a:lnTo>
                  <a:lnTo>
                    <a:pt x="91865" y="129026"/>
                  </a:lnTo>
                  <a:lnTo>
                    <a:pt x="91769" y="129898"/>
                  </a:lnTo>
                  <a:lnTo>
                    <a:pt x="91755" y="130032"/>
                  </a:lnTo>
                  <a:lnTo>
                    <a:pt x="91571" y="132704"/>
                  </a:lnTo>
                  <a:lnTo>
                    <a:pt x="91570" y="134410"/>
                  </a:lnTo>
                  <a:lnTo>
                    <a:pt x="92015" y="136512"/>
                  </a:lnTo>
                  <a:lnTo>
                    <a:pt x="92062" y="136730"/>
                  </a:lnTo>
                  <a:lnTo>
                    <a:pt x="92191" y="137485"/>
                  </a:lnTo>
                  <a:lnTo>
                    <a:pt x="91993" y="138024"/>
                  </a:lnTo>
                  <a:lnTo>
                    <a:pt x="91849" y="138440"/>
                  </a:lnTo>
                  <a:lnTo>
                    <a:pt x="91923" y="139419"/>
                  </a:lnTo>
                  <a:lnTo>
                    <a:pt x="92072" y="141403"/>
                  </a:lnTo>
                  <a:lnTo>
                    <a:pt x="93897" y="143178"/>
                  </a:lnTo>
                  <a:lnTo>
                    <a:pt x="94378" y="143646"/>
                  </a:lnTo>
                  <a:lnTo>
                    <a:pt x="94890" y="143808"/>
                  </a:lnTo>
                  <a:lnTo>
                    <a:pt x="95379" y="143962"/>
                  </a:lnTo>
                  <a:lnTo>
                    <a:pt x="96090" y="144860"/>
                  </a:lnTo>
                  <a:lnTo>
                    <a:pt x="97631" y="146804"/>
                  </a:lnTo>
                  <a:lnTo>
                    <a:pt x="98206" y="147529"/>
                  </a:lnTo>
                  <a:lnTo>
                    <a:pt x="99041" y="148492"/>
                  </a:lnTo>
                  <a:lnTo>
                    <a:pt x="99253" y="148736"/>
                  </a:lnTo>
                  <a:lnTo>
                    <a:pt x="99401" y="149228"/>
                  </a:lnTo>
                  <a:lnTo>
                    <a:pt x="99942" y="151021"/>
                  </a:lnTo>
                  <a:lnTo>
                    <a:pt x="100016" y="151289"/>
                  </a:lnTo>
                  <a:lnTo>
                    <a:pt x="100333" y="152425"/>
                  </a:lnTo>
                  <a:lnTo>
                    <a:pt x="100560" y="153242"/>
                  </a:lnTo>
                  <a:lnTo>
                    <a:pt x="100802" y="154229"/>
                  </a:lnTo>
                  <a:lnTo>
                    <a:pt x="101880" y="156641"/>
                  </a:lnTo>
                  <a:lnTo>
                    <a:pt x="102448" y="157563"/>
                  </a:lnTo>
                  <a:lnTo>
                    <a:pt x="103708" y="158490"/>
                  </a:lnTo>
                  <a:lnTo>
                    <a:pt x="104512" y="158109"/>
                  </a:lnTo>
                  <a:lnTo>
                    <a:pt x="105502" y="159424"/>
                  </a:lnTo>
                  <a:lnTo>
                    <a:pt x="108046" y="162805"/>
                  </a:lnTo>
                  <a:lnTo>
                    <a:pt x="108647" y="164225"/>
                  </a:lnTo>
                  <a:lnTo>
                    <a:pt x="108931" y="164897"/>
                  </a:lnTo>
                  <a:lnTo>
                    <a:pt x="108997" y="165054"/>
                  </a:lnTo>
                  <a:lnTo>
                    <a:pt x="109301" y="165773"/>
                  </a:lnTo>
                  <a:lnTo>
                    <a:pt x="109756" y="166616"/>
                  </a:lnTo>
                  <a:lnTo>
                    <a:pt x="109723" y="166770"/>
                  </a:lnTo>
                  <a:lnTo>
                    <a:pt x="108616" y="171940"/>
                  </a:lnTo>
                  <a:lnTo>
                    <a:pt x="107870" y="174670"/>
                  </a:lnTo>
                  <a:lnTo>
                    <a:pt x="107399" y="178804"/>
                  </a:lnTo>
                  <a:lnTo>
                    <a:pt x="106928" y="180088"/>
                  </a:lnTo>
                  <a:lnTo>
                    <a:pt x="105495" y="182524"/>
                  </a:lnTo>
                  <a:lnTo>
                    <a:pt x="104310" y="184539"/>
                  </a:lnTo>
                  <a:lnTo>
                    <a:pt x="102726" y="187233"/>
                  </a:lnTo>
                  <a:lnTo>
                    <a:pt x="100492" y="190200"/>
                  </a:lnTo>
                  <a:lnTo>
                    <a:pt x="100008" y="189781"/>
                  </a:lnTo>
                  <a:lnTo>
                    <a:pt x="91074" y="182039"/>
                  </a:lnTo>
                  <a:lnTo>
                    <a:pt x="89899" y="181105"/>
                  </a:lnTo>
                  <a:lnTo>
                    <a:pt x="89379" y="181173"/>
                  </a:lnTo>
                  <a:lnTo>
                    <a:pt x="84304" y="181828"/>
                  </a:lnTo>
                  <a:lnTo>
                    <a:pt x="83967" y="181549"/>
                  </a:lnTo>
                  <a:lnTo>
                    <a:pt x="83316" y="181011"/>
                  </a:lnTo>
                  <a:lnTo>
                    <a:pt x="78807" y="177058"/>
                  </a:lnTo>
                  <a:lnTo>
                    <a:pt x="80608" y="174527"/>
                  </a:lnTo>
                  <a:lnTo>
                    <a:pt x="81669" y="173035"/>
                  </a:lnTo>
                  <a:lnTo>
                    <a:pt x="80202" y="172541"/>
                  </a:lnTo>
                  <a:lnTo>
                    <a:pt x="79687" y="172367"/>
                  </a:lnTo>
                  <a:lnTo>
                    <a:pt x="78745" y="172050"/>
                  </a:lnTo>
                  <a:lnTo>
                    <a:pt x="78164" y="171769"/>
                  </a:lnTo>
                  <a:lnTo>
                    <a:pt x="77593" y="171493"/>
                  </a:lnTo>
                  <a:lnTo>
                    <a:pt x="77356" y="171378"/>
                  </a:lnTo>
                  <a:lnTo>
                    <a:pt x="77178" y="171293"/>
                  </a:lnTo>
                  <a:lnTo>
                    <a:pt x="76715" y="171069"/>
                  </a:lnTo>
                  <a:lnTo>
                    <a:pt x="76081" y="170763"/>
                  </a:lnTo>
                  <a:lnTo>
                    <a:pt x="74566" y="169423"/>
                  </a:lnTo>
                  <a:lnTo>
                    <a:pt x="74016" y="168936"/>
                  </a:lnTo>
                  <a:lnTo>
                    <a:pt x="73072" y="168101"/>
                  </a:lnTo>
                  <a:lnTo>
                    <a:pt x="72477" y="167575"/>
                  </a:lnTo>
                  <a:lnTo>
                    <a:pt x="71001" y="166732"/>
                  </a:lnTo>
                  <a:lnTo>
                    <a:pt x="70572" y="166486"/>
                  </a:lnTo>
                  <a:lnTo>
                    <a:pt x="68498" y="165300"/>
                  </a:lnTo>
                  <a:lnTo>
                    <a:pt x="68219" y="165141"/>
                  </a:lnTo>
                  <a:lnTo>
                    <a:pt x="66562" y="164194"/>
                  </a:lnTo>
                  <a:lnTo>
                    <a:pt x="66379" y="164089"/>
                  </a:lnTo>
                  <a:lnTo>
                    <a:pt x="64952" y="163273"/>
                  </a:lnTo>
                  <a:lnTo>
                    <a:pt x="64628" y="163088"/>
                  </a:lnTo>
                  <a:lnTo>
                    <a:pt x="63537" y="162465"/>
                  </a:lnTo>
                  <a:lnTo>
                    <a:pt x="63149" y="162243"/>
                  </a:lnTo>
                  <a:lnTo>
                    <a:pt x="62964" y="162137"/>
                  </a:lnTo>
                  <a:lnTo>
                    <a:pt x="61704" y="161417"/>
                  </a:lnTo>
                  <a:lnTo>
                    <a:pt x="61214" y="161084"/>
                  </a:lnTo>
                  <a:lnTo>
                    <a:pt x="60923" y="160591"/>
                  </a:lnTo>
                  <a:lnTo>
                    <a:pt x="60794" y="160374"/>
                  </a:lnTo>
                  <a:lnTo>
                    <a:pt x="60558" y="159974"/>
                  </a:lnTo>
                  <a:lnTo>
                    <a:pt x="58354" y="156254"/>
                  </a:lnTo>
                  <a:lnTo>
                    <a:pt x="57841" y="155446"/>
                  </a:lnTo>
                  <a:lnTo>
                    <a:pt x="57205" y="154444"/>
                  </a:lnTo>
                  <a:lnTo>
                    <a:pt x="56453" y="153262"/>
                  </a:lnTo>
                  <a:lnTo>
                    <a:pt x="53366" y="148445"/>
                  </a:lnTo>
                  <a:lnTo>
                    <a:pt x="53071" y="147985"/>
                  </a:lnTo>
                  <a:lnTo>
                    <a:pt x="52835" y="147616"/>
                  </a:lnTo>
                  <a:lnTo>
                    <a:pt x="52658" y="147289"/>
                  </a:lnTo>
                  <a:lnTo>
                    <a:pt x="52537" y="147065"/>
                  </a:lnTo>
                  <a:lnTo>
                    <a:pt x="52391" y="146794"/>
                  </a:lnTo>
                  <a:lnTo>
                    <a:pt x="51763" y="145632"/>
                  </a:lnTo>
                  <a:lnTo>
                    <a:pt x="51475" y="145099"/>
                  </a:lnTo>
                  <a:lnTo>
                    <a:pt x="50990" y="144201"/>
                  </a:lnTo>
                  <a:lnTo>
                    <a:pt x="50784" y="143882"/>
                  </a:lnTo>
                  <a:lnTo>
                    <a:pt x="50618" y="143555"/>
                  </a:lnTo>
                  <a:lnTo>
                    <a:pt x="50000" y="142343"/>
                  </a:lnTo>
                  <a:lnTo>
                    <a:pt x="49064" y="140504"/>
                  </a:lnTo>
                  <a:lnTo>
                    <a:pt x="48375" y="139152"/>
                  </a:lnTo>
                  <a:lnTo>
                    <a:pt x="48217" y="138841"/>
                  </a:lnTo>
                  <a:lnTo>
                    <a:pt x="47250" y="136944"/>
                  </a:lnTo>
                  <a:lnTo>
                    <a:pt x="46810" y="136233"/>
                  </a:lnTo>
                  <a:lnTo>
                    <a:pt x="46173" y="135206"/>
                  </a:lnTo>
                  <a:lnTo>
                    <a:pt x="45964" y="135054"/>
                  </a:lnTo>
                  <a:lnTo>
                    <a:pt x="45822" y="134950"/>
                  </a:lnTo>
                  <a:lnTo>
                    <a:pt x="45101" y="134424"/>
                  </a:lnTo>
                  <a:lnTo>
                    <a:pt x="44905" y="134282"/>
                  </a:lnTo>
                  <a:lnTo>
                    <a:pt x="44248" y="133776"/>
                  </a:lnTo>
                  <a:lnTo>
                    <a:pt x="43600" y="133277"/>
                  </a:lnTo>
                  <a:lnTo>
                    <a:pt x="42729" y="132620"/>
                  </a:lnTo>
                  <a:lnTo>
                    <a:pt x="41508" y="131700"/>
                  </a:lnTo>
                  <a:lnTo>
                    <a:pt x="39699" y="130337"/>
                  </a:lnTo>
                  <a:lnTo>
                    <a:pt x="38796" y="129781"/>
                  </a:lnTo>
                  <a:lnTo>
                    <a:pt x="38550" y="130194"/>
                  </a:lnTo>
                  <a:lnTo>
                    <a:pt x="38433" y="130390"/>
                  </a:lnTo>
                  <a:lnTo>
                    <a:pt x="38338" y="130532"/>
                  </a:lnTo>
                  <a:lnTo>
                    <a:pt x="38241" y="130677"/>
                  </a:lnTo>
                  <a:lnTo>
                    <a:pt x="37346" y="132021"/>
                  </a:lnTo>
                  <a:lnTo>
                    <a:pt x="34520" y="136260"/>
                  </a:lnTo>
                  <a:lnTo>
                    <a:pt x="33366" y="137843"/>
                  </a:lnTo>
                  <a:lnTo>
                    <a:pt x="30458" y="132217"/>
                  </a:lnTo>
                  <a:lnTo>
                    <a:pt x="30782" y="131941"/>
                  </a:lnTo>
                  <a:lnTo>
                    <a:pt x="31060" y="131704"/>
                  </a:lnTo>
                  <a:lnTo>
                    <a:pt x="28183" y="127857"/>
                  </a:lnTo>
                  <a:lnTo>
                    <a:pt x="27490" y="126929"/>
                  </a:lnTo>
                  <a:lnTo>
                    <a:pt x="27106" y="126402"/>
                  </a:lnTo>
                  <a:lnTo>
                    <a:pt x="25486" y="124173"/>
                  </a:lnTo>
                  <a:lnTo>
                    <a:pt x="25342" y="124011"/>
                  </a:lnTo>
                  <a:lnTo>
                    <a:pt x="25126" y="123768"/>
                  </a:lnTo>
                  <a:lnTo>
                    <a:pt x="24356" y="122902"/>
                  </a:lnTo>
                  <a:lnTo>
                    <a:pt x="24012" y="122515"/>
                  </a:lnTo>
                  <a:lnTo>
                    <a:pt x="23699" y="122162"/>
                  </a:lnTo>
                  <a:lnTo>
                    <a:pt x="22924" y="121291"/>
                  </a:lnTo>
                  <a:lnTo>
                    <a:pt x="21873" y="120108"/>
                  </a:lnTo>
                  <a:lnTo>
                    <a:pt x="22173" y="119712"/>
                  </a:lnTo>
                  <a:lnTo>
                    <a:pt x="22381" y="119438"/>
                  </a:lnTo>
                  <a:lnTo>
                    <a:pt x="22693" y="119026"/>
                  </a:lnTo>
                  <a:lnTo>
                    <a:pt x="22890" y="118766"/>
                  </a:lnTo>
                  <a:lnTo>
                    <a:pt x="23485" y="117981"/>
                  </a:lnTo>
                  <a:lnTo>
                    <a:pt x="23872" y="117470"/>
                  </a:lnTo>
                  <a:lnTo>
                    <a:pt x="24937" y="115910"/>
                  </a:lnTo>
                  <a:lnTo>
                    <a:pt x="25284" y="115425"/>
                  </a:lnTo>
                  <a:lnTo>
                    <a:pt x="27052" y="112667"/>
                  </a:lnTo>
                  <a:lnTo>
                    <a:pt x="26714" y="112368"/>
                  </a:lnTo>
                  <a:lnTo>
                    <a:pt x="26577" y="112246"/>
                  </a:lnTo>
                  <a:lnTo>
                    <a:pt x="26075" y="111857"/>
                  </a:lnTo>
                  <a:lnTo>
                    <a:pt x="25556" y="111498"/>
                  </a:lnTo>
                  <a:lnTo>
                    <a:pt x="24655" y="110875"/>
                  </a:lnTo>
                  <a:lnTo>
                    <a:pt x="24486" y="110758"/>
                  </a:lnTo>
                  <a:lnTo>
                    <a:pt x="23885" y="110341"/>
                  </a:lnTo>
                  <a:lnTo>
                    <a:pt x="23285" y="109905"/>
                  </a:lnTo>
                  <a:lnTo>
                    <a:pt x="20317" y="107745"/>
                  </a:lnTo>
                  <a:lnTo>
                    <a:pt x="13340" y="102674"/>
                  </a:lnTo>
                  <a:lnTo>
                    <a:pt x="11460" y="101412"/>
                  </a:lnTo>
                  <a:lnTo>
                    <a:pt x="10663" y="100877"/>
                  </a:lnTo>
                  <a:lnTo>
                    <a:pt x="8843" y="100191"/>
                  </a:lnTo>
                  <a:lnTo>
                    <a:pt x="5626" y="99829"/>
                  </a:lnTo>
                  <a:lnTo>
                    <a:pt x="675" y="99272"/>
                  </a:lnTo>
                  <a:lnTo>
                    <a:pt x="0" y="99207"/>
                  </a:lnTo>
                  <a:lnTo>
                    <a:pt x="272" y="98886"/>
                  </a:lnTo>
                  <a:lnTo>
                    <a:pt x="6721" y="91299"/>
                  </a:lnTo>
                  <a:lnTo>
                    <a:pt x="7304" y="90613"/>
                  </a:lnTo>
                  <a:lnTo>
                    <a:pt x="8014" y="89778"/>
                  </a:lnTo>
                  <a:lnTo>
                    <a:pt x="8558" y="89138"/>
                  </a:lnTo>
                  <a:lnTo>
                    <a:pt x="9037" y="88587"/>
                  </a:lnTo>
                  <a:lnTo>
                    <a:pt x="9331" y="88251"/>
                  </a:lnTo>
                  <a:lnTo>
                    <a:pt x="19960" y="76053"/>
                  </a:lnTo>
                  <a:lnTo>
                    <a:pt x="21728" y="74024"/>
                  </a:lnTo>
                  <a:lnTo>
                    <a:pt x="22097" y="73588"/>
                  </a:lnTo>
                  <a:lnTo>
                    <a:pt x="22656" y="72927"/>
                  </a:lnTo>
                  <a:lnTo>
                    <a:pt x="23131" y="72363"/>
                  </a:lnTo>
                  <a:lnTo>
                    <a:pt x="36802" y="56143"/>
                  </a:lnTo>
                  <a:lnTo>
                    <a:pt x="37550" y="55256"/>
                  </a:lnTo>
                  <a:lnTo>
                    <a:pt x="37724" y="55051"/>
                  </a:lnTo>
                  <a:lnTo>
                    <a:pt x="36355" y="54150"/>
                  </a:lnTo>
                  <a:lnTo>
                    <a:pt x="35824" y="53796"/>
                  </a:lnTo>
                  <a:lnTo>
                    <a:pt x="49050" y="34272"/>
                  </a:lnTo>
                  <a:lnTo>
                    <a:pt x="61642" y="15685"/>
                  </a:lnTo>
                  <a:lnTo>
                    <a:pt x="62551" y="14343"/>
                  </a:lnTo>
                  <a:lnTo>
                    <a:pt x="63530" y="12898"/>
                  </a:lnTo>
                  <a:lnTo>
                    <a:pt x="66787" y="7908"/>
                  </a:lnTo>
                  <a:lnTo>
                    <a:pt x="67360" y="7031"/>
                  </a:lnTo>
                  <a:lnTo>
                    <a:pt x="69362" y="4081"/>
                  </a:lnTo>
                  <a:lnTo>
                    <a:pt x="69866" y="3376"/>
                  </a:lnTo>
                  <a:lnTo>
                    <a:pt x="72384" y="0"/>
                  </a:lnTo>
                  <a:lnTo>
                    <a:pt x="73948" y="1070"/>
                  </a:lnTo>
                  <a:lnTo>
                    <a:pt x="78582" y="4243"/>
                  </a:lnTo>
                  <a:lnTo>
                    <a:pt x="83782" y="7802"/>
                  </a:lnTo>
                  <a:lnTo>
                    <a:pt x="85889" y="9244"/>
                  </a:lnTo>
                  <a:lnTo>
                    <a:pt x="86074" y="9371"/>
                  </a:lnTo>
                  <a:lnTo>
                    <a:pt x="91695" y="13219"/>
                  </a:lnTo>
                  <a:lnTo>
                    <a:pt x="92277" y="13617"/>
                  </a:lnTo>
                  <a:lnTo>
                    <a:pt x="91743" y="14444"/>
                  </a:lnTo>
                  <a:lnTo>
                    <a:pt x="87801" y="20628"/>
                  </a:lnTo>
                  <a:lnTo>
                    <a:pt x="87006" y="21875"/>
                  </a:lnTo>
                  <a:lnTo>
                    <a:pt x="86677" y="22391"/>
                  </a:lnTo>
                  <a:lnTo>
                    <a:pt x="82756" y="28221"/>
                  </a:lnTo>
                  <a:lnTo>
                    <a:pt x="80334" y="31821"/>
                  </a:lnTo>
                  <a:lnTo>
                    <a:pt x="73326" y="42240"/>
                  </a:lnTo>
                  <a:lnTo>
                    <a:pt x="72013" y="44280"/>
                  </a:lnTo>
                  <a:lnTo>
                    <a:pt x="69738" y="47817"/>
                  </a:lnTo>
                  <a:lnTo>
                    <a:pt x="69337" y="48440"/>
                  </a:lnTo>
                  <a:lnTo>
                    <a:pt x="67658" y="51050"/>
                  </a:lnTo>
                  <a:lnTo>
                    <a:pt x="63352" y="57031"/>
                  </a:lnTo>
                  <a:lnTo>
                    <a:pt x="61480" y="60038"/>
                  </a:lnTo>
                  <a:lnTo>
                    <a:pt x="61660" y="60155"/>
                  </a:lnTo>
                  <a:lnTo>
                    <a:pt x="67048" y="63660"/>
                  </a:lnTo>
                  <a:lnTo>
                    <a:pt x="67249" y="63791"/>
                  </a:lnTo>
                  <a:lnTo>
                    <a:pt x="73537" y="67880"/>
                  </a:lnTo>
                  <a:lnTo>
                    <a:pt x="74924" y="6878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g162"/>
            <p:cNvSpPr/>
            <p:nvPr/>
          </p:nvSpPr>
          <p:spPr>
            <a:xfrm>
              <a:off x="2793729" y="4912543"/>
              <a:ext cx="68261" cy="56078"/>
            </a:xfrm>
            <a:custGeom>
              <a:avLst/>
              <a:pathLst>
                <a:path w="68261" h="56078">
                  <a:moveTo>
                    <a:pt x="53564" y="4816"/>
                  </a:moveTo>
                  <a:lnTo>
                    <a:pt x="57978" y="6411"/>
                  </a:lnTo>
                  <a:lnTo>
                    <a:pt x="67024" y="9208"/>
                  </a:lnTo>
                  <a:lnTo>
                    <a:pt x="66907" y="9791"/>
                  </a:lnTo>
                  <a:lnTo>
                    <a:pt x="66696" y="10843"/>
                  </a:lnTo>
                  <a:lnTo>
                    <a:pt x="66609" y="13274"/>
                  </a:lnTo>
                  <a:lnTo>
                    <a:pt x="66542" y="15132"/>
                  </a:lnTo>
                  <a:lnTo>
                    <a:pt x="66519" y="15770"/>
                  </a:lnTo>
                  <a:lnTo>
                    <a:pt x="66491" y="16551"/>
                  </a:lnTo>
                  <a:lnTo>
                    <a:pt x="66388" y="19416"/>
                  </a:lnTo>
                  <a:lnTo>
                    <a:pt x="66308" y="21655"/>
                  </a:lnTo>
                  <a:lnTo>
                    <a:pt x="66233" y="23735"/>
                  </a:lnTo>
                  <a:lnTo>
                    <a:pt x="66114" y="27044"/>
                  </a:lnTo>
                  <a:lnTo>
                    <a:pt x="66109" y="27205"/>
                  </a:lnTo>
                  <a:lnTo>
                    <a:pt x="65163" y="31695"/>
                  </a:lnTo>
                  <a:lnTo>
                    <a:pt x="64801" y="31865"/>
                  </a:lnTo>
                  <a:lnTo>
                    <a:pt x="61502" y="33417"/>
                  </a:lnTo>
                  <a:lnTo>
                    <a:pt x="60946" y="33678"/>
                  </a:lnTo>
                  <a:lnTo>
                    <a:pt x="61523" y="34104"/>
                  </a:lnTo>
                  <a:lnTo>
                    <a:pt x="61745" y="34268"/>
                  </a:lnTo>
                  <a:lnTo>
                    <a:pt x="62660" y="34943"/>
                  </a:lnTo>
                  <a:lnTo>
                    <a:pt x="63383" y="35477"/>
                  </a:lnTo>
                  <a:lnTo>
                    <a:pt x="64525" y="36320"/>
                  </a:lnTo>
                  <a:lnTo>
                    <a:pt x="64820" y="36537"/>
                  </a:lnTo>
                  <a:lnTo>
                    <a:pt x="66157" y="37524"/>
                  </a:lnTo>
                  <a:lnTo>
                    <a:pt x="66667" y="37900"/>
                  </a:lnTo>
                  <a:lnTo>
                    <a:pt x="67078" y="38203"/>
                  </a:lnTo>
                  <a:lnTo>
                    <a:pt x="67508" y="38521"/>
                  </a:lnTo>
                  <a:lnTo>
                    <a:pt x="67924" y="38828"/>
                  </a:lnTo>
                  <a:lnTo>
                    <a:pt x="68261" y="39084"/>
                  </a:lnTo>
                  <a:lnTo>
                    <a:pt x="68121" y="39162"/>
                  </a:lnTo>
                  <a:lnTo>
                    <a:pt x="67148" y="39707"/>
                  </a:lnTo>
                  <a:lnTo>
                    <a:pt x="65890" y="40412"/>
                  </a:lnTo>
                  <a:lnTo>
                    <a:pt x="63854" y="41554"/>
                  </a:lnTo>
                  <a:lnTo>
                    <a:pt x="62925" y="42074"/>
                  </a:lnTo>
                  <a:lnTo>
                    <a:pt x="61609" y="42812"/>
                  </a:lnTo>
                  <a:lnTo>
                    <a:pt x="61120" y="43086"/>
                  </a:lnTo>
                  <a:lnTo>
                    <a:pt x="56639" y="45659"/>
                  </a:lnTo>
                  <a:lnTo>
                    <a:pt x="55227" y="46470"/>
                  </a:lnTo>
                  <a:lnTo>
                    <a:pt x="54992" y="46605"/>
                  </a:lnTo>
                  <a:lnTo>
                    <a:pt x="53718" y="47337"/>
                  </a:lnTo>
                  <a:lnTo>
                    <a:pt x="52418" y="48083"/>
                  </a:lnTo>
                  <a:lnTo>
                    <a:pt x="52204" y="48206"/>
                  </a:lnTo>
                  <a:lnTo>
                    <a:pt x="51764" y="48458"/>
                  </a:lnTo>
                  <a:lnTo>
                    <a:pt x="51106" y="48836"/>
                  </a:lnTo>
                  <a:lnTo>
                    <a:pt x="50966" y="48900"/>
                  </a:lnTo>
                  <a:lnTo>
                    <a:pt x="50328" y="49192"/>
                  </a:lnTo>
                  <a:lnTo>
                    <a:pt x="49625" y="49222"/>
                  </a:lnTo>
                  <a:lnTo>
                    <a:pt x="49450" y="49183"/>
                  </a:lnTo>
                  <a:lnTo>
                    <a:pt x="48736" y="49020"/>
                  </a:lnTo>
                  <a:lnTo>
                    <a:pt x="48204" y="48900"/>
                  </a:lnTo>
                  <a:lnTo>
                    <a:pt x="47884" y="48827"/>
                  </a:lnTo>
                  <a:lnTo>
                    <a:pt x="47656" y="48816"/>
                  </a:lnTo>
                  <a:lnTo>
                    <a:pt x="46082" y="49233"/>
                  </a:lnTo>
                  <a:lnTo>
                    <a:pt x="45478" y="49796"/>
                  </a:lnTo>
                  <a:lnTo>
                    <a:pt x="44736" y="50488"/>
                  </a:lnTo>
                  <a:lnTo>
                    <a:pt x="44181" y="51004"/>
                  </a:lnTo>
                  <a:lnTo>
                    <a:pt x="43996" y="51177"/>
                  </a:lnTo>
                  <a:lnTo>
                    <a:pt x="43318" y="52464"/>
                  </a:lnTo>
                  <a:lnTo>
                    <a:pt x="43218" y="52653"/>
                  </a:lnTo>
                  <a:lnTo>
                    <a:pt x="39963" y="53984"/>
                  </a:lnTo>
                  <a:lnTo>
                    <a:pt x="39644" y="54177"/>
                  </a:lnTo>
                  <a:lnTo>
                    <a:pt x="39386" y="54334"/>
                  </a:lnTo>
                  <a:lnTo>
                    <a:pt x="36520" y="56078"/>
                  </a:lnTo>
                  <a:lnTo>
                    <a:pt x="35512" y="54513"/>
                  </a:lnTo>
                  <a:lnTo>
                    <a:pt x="33260" y="51016"/>
                  </a:lnTo>
                  <a:lnTo>
                    <a:pt x="31897" y="48901"/>
                  </a:lnTo>
                  <a:lnTo>
                    <a:pt x="34584" y="45031"/>
                  </a:lnTo>
                  <a:lnTo>
                    <a:pt x="37478" y="40863"/>
                  </a:lnTo>
                  <a:lnTo>
                    <a:pt x="37872" y="40269"/>
                  </a:lnTo>
                  <a:lnTo>
                    <a:pt x="32967" y="36510"/>
                  </a:lnTo>
                  <a:lnTo>
                    <a:pt x="28549" y="38256"/>
                  </a:lnTo>
                  <a:lnTo>
                    <a:pt x="24780" y="36510"/>
                  </a:lnTo>
                  <a:lnTo>
                    <a:pt x="14295" y="29466"/>
                  </a:lnTo>
                  <a:lnTo>
                    <a:pt x="3082" y="23186"/>
                  </a:lnTo>
                  <a:lnTo>
                    <a:pt x="0" y="21283"/>
                  </a:lnTo>
                  <a:lnTo>
                    <a:pt x="3776" y="15633"/>
                  </a:lnTo>
                  <a:lnTo>
                    <a:pt x="4521" y="14517"/>
                  </a:lnTo>
                  <a:lnTo>
                    <a:pt x="5938" y="15395"/>
                  </a:lnTo>
                  <a:lnTo>
                    <a:pt x="7921" y="12405"/>
                  </a:lnTo>
                  <a:lnTo>
                    <a:pt x="7096" y="10664"/>
                  </a:lnTo>
                  <a:lnTo>
                    <a:pt x="5856" y="7822"/>
                  </a:lnTo>
                  <a:lnTo>
                    <a:pt x="12264" y="6559"/>
                  </a:lnTo>
                  <a:lnTo>
                    <a:pt x="14349" y="6073"/>
                  </a:lnTo>
                  <a:lnTo>
                    <a:pt x="19128" y="4944"/>
                  </a:lnTo>
                  <a:lnTo>
                    <a:pt x="42021" y="5245"/>
                  </a:lnTo>
                  <a:lnTo>
                    <a:pt x="44554" y="0"/>
                  </a:lnTo>
                  <a:lnTo>
                    <a:pt x="47397" y="1525"/>
                  </a:lnTo>
                  <a:lnTo>
                    <a:pt x="51657" y="3811"/>
                  </a:lnTo>
                  <a:lnTo>
                    <a:pt x="52612" y="43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g163"/>
            <p:cNvSpPr/>
            <p:nvPr/>
          </p:nvSpPr>
          <p:spPr>
            <a:xfrm>
              <a:off x="2782791" y="4903207"/>
              <a:ext cx="179101" cy="138641"/>
            </a:xfrm>
            <a:custGeom>
              <a:avLst/>
              <a:pathLst>
                <a:path w="179101" h="138641">
                  <a:moveTo>
                    <a:pt x="157082" y="72683"/>
                  </a:moveTo>
                  <a:lnTo>
                    <a:pt x="157823" y="71778"/>
                  </a:lnTo>
                  <a:lnTo>
                    <a:pt x="160650" y="68325"/>
                  </a:lnTo>
                  <a:lnTo>
                    <a:pt x="168139" y="74314"/>
                  </a:lnTo>
                  <a:lnTo>
                    <a:pt x="174422" y="79090"/>
                  </a:lnTo>
                  <a:lnTo>
                    <a:pt x="175217" y="79701"/>
                  </a:lnTo>
                  <a:lnTo>
                    <a:pt x="175891" y="80219"/>
                  </a:lnTo>
                  <a:lnTo>
                    <a:pt x="176955" y="81037"/>
                  </a:lnTo>
                  <a:lnTo>
                    <a:pt x="179101" y="82353"/>
                  </a:lnTo>
                  <a:lnTo>
                    <a:pt x="175133" y="89321"/>
                  </a:lnTo>
                  <a:lnTo>
                    <a:pt x="176687" y="92146"/>
                  </a:lnTo>
                  <a:lnTo>
                    <a:pt x="178650" y="95659"/>
                  </a:lnTo>
                  <a:lnTo>
                    <a:pt x="175705" y="105693"/>
                  </a:lnTo>
                  <a:lnTo>
                    <a:pt x="167653" y="109600"/>
                  </a:lnTo>
                  <a:lnTo>
                    <a:pt x="162715" y="109224"/>
                  </a:lnTo>
                  <a:lnTo>
                    <a:pt x="160391" y="108101"/>
                  </a:lnTo>
                  <a:lnTo>
                    <a:pt x="161574" y="104988"/>
                  </a:lnTo>
                  <a:lnTo>
                    <a:pt x="160764" y="103377"/>
                  </a:lnTo>
                  <a:lnTo>
                    <a:pt x="155777" y="104489"/>
                  </a:lnTo>
                  <a:lnTo>
                    <a:pt x="157249" y="108503"/>
                  </a:lnTo>
                  <a:lnTo>
                    <a:pt x="146450" y="116932"/>
                  </a:lnTo>
                  <a:lnTo>
                    <a:pt x="138802" y="109814"/>
                  </a:lnTo>
                  <a:lnTo>
                    <a:pt x="129831" y="114641"/>
                  </a:lnTo>
                  <a:lnTo>
                    <a:pt x="128780" y="112517"/>
                  </a:lnTo>
                  <a:lnTo>
                    <a:pt x="127700" y="108001"/>
                  </a:lnTo>
                  <a:lnTo>
                    <a:pt x="126522" y="105492"/>
                  </a:lnTo>
                  <a:lnTo>
                    <a:pt x="120043" y="103586"/>
                  </a:lnTo>
                  <a:lnTo>
                    <a:pt x="118079" y="106396"/>
                  </a:lnTo>
                  <a:lnTo>
                    <a:pt x="114545" y="111613"/>
                  </a:lnTo>
                  <a:lnTo>
                    <a:pt x="111046" y="112767"/>
                  </a:lnTo>
                  <a:lnTo>
                    <a:pt x="104184" y="116040"/>
                  </a:lnTo>
                  <a:lnTo>
                    <a:pt x="98441" y="119451"/>
                  </a:lnTo>
                  <a:lnTo>
                    <a:pt x="90254" y="124896"/>
                  </a:lnTo>
                  <a:lnTo>
                    <a:pt x="88216" y="126075"/>
                  </a:lnTo>
                  <a:lnTo>
                    <a:pt x="86329" y="126858"/>
                  </a:lnTo>
                  <a:lnTo>
                    <a:pt x="86080" y="126961"/>
                  </a:lnTo>
                  <a:lnTo>
                    <a:pt x="82233" y="129642"/>
                  </a:lnTo>
                  <a:lnTo>
                    <a:pt x="81598" y="130085"/>
                  </a:lnTo>
                  <a:lnTo>
                    <a:pt x="80573" y="130800"/>
                  </a:lnTo>
                  <a:lnTo>
                    <a:pt x="78208" y="130549"/>
                  </a:lnTo>
                  <a:lnTo>
                    <a:pt x="77591" y="130483"/>
                  </a:lnTo>
                  <a:lnTo>
                    <a:pt x="77362" y="129603"/>
                  </a:lnTo>
                  <a:lnTo>
                    <a:pt x="76398" y="129279"/>
                  </a:lnTo>
                  <a:lnTo>
                    <a:pt x="75881" y="128724"/>
                  </a:lnTo>
                  <a:lnTo>
                    <a:pt x="75053" y="127834"/>
                  </a:lnTo>
                  <a:lnTo>
                    <a:pt x="73018" y="125050"/>
                  </a:lnTo>
                  <a:lnTo>
                    <a:pt x="71841" y="123441"/>
                  </a:lnTo>
                  <a:lnTo>
                    <a:pt x="71134" y="122473"/>
                  </a:lnTo>
                  <a:lnTo>
                    <a:pt x="70689" y="122808"/>
                  </a:lnTo>
                  <a:lnTo>
                    <a:pt x="70258" y="123132"/>
                  </a:lnTo>
                  <a:lnTo>
                    <a:pt x="67406" y="125276"/>
                  </a:lnTo>
                  <a:lnTo>
                    <a:pt x="66654" y="125841"/>
                  </a:lnTo>
                  <a:lnTo>
                    <a:pt x="65028" y="127063"/>
                  </a:lnTo>
                  <a:lnTo>
                    <a:pt x="64648" y="127349"/>
                  </a:lnTo>
                  <a:lnTo>
                    <a:pt x="63438" y="128258"/>
                  </a:lnTo>
                  <a:lnTo>
                    <a:pt x="62378" y="129055"/>
                  </a:lnTo>
                  <a:lnTo>
                    <a:pt x="62113" y="129255"/>
                  </a:lnTo>
                  <a:lnTo>
                    <a:pt x="61943" y="128993"/>
                  </a:lnTo>
                  <a:lnTo>
                    <a:pt x="60559" y="129845"/>
                  </a:lnTo>
                  <a:lnTo>
                    <a:pt x="58285" y="131246"/>
                  </a:lnTo>
                  <a:lnTo>
                    <a:pt x="57668" y="131626"/>
                  </a:lnTo>
                  <a:lnTo>
                    <a:pt x="56085" y="132601"/>
                  </a:lnTo>
                  <a:lnTo>
                    <a:pt x="54629" y="133498"/>
                  </a:lnTo>
                  <a:lnTo>
                    <a:pt x="53243" y="134352"/>
                  </a:lnTo>
                  <a:lnTo>
                    <a:pt x="52949" y="134533"/>
                  </a:lnTo>
                  <a:lnTo>
                    <a:pt x="52333" y="134912"/>
                  </a:lnTo>
                  <a:lnTo>
                    <a:pt x="52077" y="135074"/>
                  </a:lnTo>
                  <a:lnTo>
                    <a:pt x="51877" y="135201"/>
                  </a:lnTo>
                  <a:lnTo>
                    <a:pt x="51441" y="135477"/>
                  </a:lnTo>
                  <a:lnTo>
                    <a:pt x="51010" y="135750"/>
                  </a:lnTo>
                  <a:lnTo>
                    <a:pt x="49743" y="136552"/>
                  </a:lnTo>
                  <a:lnTo>
                    <a:pt x="49272" y="136850"/>
                  </a:lnTo>
                  <a:lnTo>
                    <a:pt x="48107" y="137588"/>
                  </a:lnTo>
                  <a:lnTo>
                    <a:pt x="47763" y="137806"/>
                  </a:lnTo>
                  <a:lnTo>
                    <a:pt x="47222" y="138149"/>
                  </a:lnTo>
                  <a:lnTo>
                    <a:pt x="46943" y="138326"/>
                  </a:lnTo>
                  <a:lnTo>
                    <a:pt x="46445" y="138641"/>
                  </a:lnTo>
                  <a:lnTo>
                    <a:pt x="46267" y="138641"/>
                  </a:lnTo>
                  <a:lnTo>
                    <a:pt x="46048" y="138270"/>
                  </a:lnTo>
                  <a:lnTo>
                    <a:pt x="45578" y="137515"/>
                  </a:lnTo>
                  <a:lnTo>
                    <a:pt x="42741" y="132962"/>
                  </a:lnTo>
                  <a:lnTo>
                    <a:pt x="38859" y="126734"/>
                  </a:lnTo>
                  <a:lnTo>
                    <a:pt x="36462" y="123262"/>
                  </a:lnTo>
                  <a:lnTo>
                    <a:pt x="34806" y="120863"/>
                  </a:lnTo>
                  <a:lnTo>
                    <a:pt x="28212" y="111314"/>
                  </a:lnTo>
                  <a:lnTo>
                    <a:pt x="20268" y="114351"/>
                  </a:lnTo>
                  <a:lnTo>
                    <a:pt x="11423" y="117733"/>
                  </a:lnTo>
                  <a:lnTo>
                    <a:pt x="10630" y="118036"/>
                  </a:lnTo>
                  <a:lnTo>
                    <a:pt x="10195" y="118202"/>
                  </a:lnTo>
                  <a:lnTo>
                    <a:pt x="10033" y="117672"/>
                  </a:lnTo>
                  <a:lnTo>
                    <a:pt x="7311" y="110371"/>
                  </a:lnTo>
                  <a:lnTo>
                    <a:pt x="1012" y="93475"/>
                  </a:lnTo>
                  <a:lnTo>
                    <a:pt x="373" y="91762"/>
                  </a:lnTo>
                  <a:lnTo>
                    <a:pt x="241" y="91406"/>
                  </a:lnTo>
                  <a:lnTo>
                    <a:pt x="0" y="90759"/>
                  </a:lnTo>
                  <a:lnTo>
                    <a:pt x="995" y="90795"/>
                  </a:lnTo>
                  <a:lnTo>
                    <a:pt x="8128" y="91151"/>
                  </a:lnTo>
                  <a:lnTo>
                    <a:pt x="8839" y="91186"/>
                  </a:lnTo>
                  <a:lnTo>
                    <a:pt x="14098" y="91448"/>
                  </a:lnTo>
                  <a:lnTo>
                    <a:pt x="15599" y="91523"/>
                  </a:lnTo>
                  <a:lnTo>
                    <a:pt x="16089" y="91548"/>
                  </a:lnTo>
                  <a:lnTo>
                    <a:pt x="22551" y="91715"/>
                  </a:lnTo>
                  <a:lnTo>
                    <a:pt x="22955" y="91725"/>
                  </a:lnTo>
                  <a:lnTo>
                    <a:pt x="23585" y="91742"/>
                  </a:lnTo>
                  <a:lnTo>
                    <a:pt x="28263" y="91863"/>
                  </a:lnTo>
                  <a:lnTo>
                    <a:pt x="30948" y="91932"/>
                  </a:lnTo>
                  <a:lnTo>
                    <a:pt x="32353" y="92004"/>
                  </a:lnTo>
                  <a:lnTo>
                    <a:pt x="32873" y="92030"/>
                  </a:lnTo>
                  <a:lnTo>
                    <a:pt x="37980" y="92292"/>
                  </a:lnTo>
                  <a:lnTo>
                    <a:pt x="38869" y="92337"/>
                  </a:lnTo>
                  <a:lnTo>
                    <a:pt x="44056" y="92603"/>
                  </a:lnTo>
                  <a:lnTo>
                    <a:pt x="44271" y="92830"/>
                  </a:lnTo>
                  <a:lnTo>
                    <a:pt x="44811" y="92510"/>
                  </a:lnTo>
                  <a:lnTo>
                    <a:pt x="44104" y="91679"/>
                  </a:lnTo>
                  <a:lnTo>
                    <a:pt x="43699" y="91202"/>
                  </a:lnTo>
                  <a:lnTo>
                    <a:pt x="41916" y="89103"/>
                  </a:lnTo>
                  <a:lnTo>
                    <a:pt x="40704" y="87676"/>
                  </a:lnTo>
                  <a:lnTo>
                    <a:pt x="40104" y="87185"/>
                  </a:lnTo>
                  <a:lnTo>
                    <a:pt x="40819" y="86735"/>
                  </a:lnTo>
                  <a:lnTo>
                    <a:pt x="43240" y="85213"/>
                  </a:lnTo>
                  <a:lnTo>
                    <a:pt x="45551" y="83761"/>
                  </a:lnTo>
                  <a:lnTo>
                    <a:pt x="46858" y="82938"/>
                  </a:lnTo>
                  <a:lnTo>
                    <a:pt x="50308" y="80769"/>
                  </a:lnTo>
                  <a:lnTo>
                    <a:pt x="50704" y="80525"/>
                  </a:lnTo>
                  <a:lnTo>
                    <a:pt x="50986" y="80359"/>
                  </a:lnTo>
                  <a:lnTo>
                    <a:pt x="51285" y="80183"/>
                  </a:lnTo>
                  <a:lnTo>
                    <a:pt x="51452" y="79963"/>
                  </a:lnTo>
                  <a:lnTo>
                    <a:pt x="51735" y="79592"/>
                  </a:lnTo>
                  <a:lnTo>
                    <a:pt x="52501" y="78673"/>
                  </a:lnTo>
                  <a:lnTo>
                    <a:pt x="52166" y="74636"/>
                  </a:lnTo>
                  <a:lnTo>
                    <a:pt x="52081" y="70969"/>
                  </a:lnTo>
                  <a:lnTo>
                    <a:pt x="53402" y="63661"/>
                  </a:lnTo>
                  <a:lnTo>
                    <a:pt x="54156" y="61989"/>
                  </a:lnTo>
                  <a:lnTo>
                    <a:pt x="54256" y="61801"/>
                  </a:lnTo>
                  <a:lnTo>
                    <a:pt x="54934" y="60513"/>
                  </a:lnTo>
                  <a:lnTo>
                    <a:pt x="55119" y="60341"/>
                  </a:lnTo>
                  <a:lnTo>
                    <a:pt x="55698" y="59802"/>
                  </a:lnTo>
                  <a:lnTo>
                    <a:pt x="56416" y="59132"/>
                  </a:lnTo>
                  <a:lnTo>
                    <a:pt x="57020" y="58569"/>
                  </a:lnTo>
                  <a:lnTo>
                    <a:pt x="58677" y="58130"/>
                  </a:lnTo>
                  <a:lnTo>
                    <a:pt x="58822" y="58163"/>
                  </a:lnTo>
                  <a:lnTo>
                    <a:pt x="59142" y="58236"/>
                  </a:lnTo>
                  <a:lnTo>
                    <a:pt x="59674" y="58357"/>
                  </a:lnTo>
                  <a:lnTo>
                    <a:pt x="60388" y="58519"/>
                  </a:lnTo>
                  <a:lnTo>
                    <a:pt x="60677" y="58554"/>
                  </a:lnTo>
                  <a:lnTo>
                    <a:pt x="61266" y="58529"/>
                  </a:lnTo>
                  <a:lnTo>
                    <a:pt x="61904" y="58237"/>
                  </a:lnTo>
                  <a:lnTo>
                    <a:pt x="62044" y="58173"/>
                  </a:lnTo>
                  <a:lnTo>
                    <a:pt x="62811" y="57732"/>
                  </a:lnTo>
                  <a:lnTo>
                    <a:pt x="63142" y="57542"/>
                  </a:lnTo>
                  <a:lnTo>
                    <a:pt x="63356" y="57419"/>
                  </a:lnTo>
                  <a:lnTo>
                    <a:pt x="64656" y="56673"/>
                  </a:lnTo>
                  <a:lnTo>
                    <a:pt x="66033" y="55882"/>
                  </a:lnTo>
                  <a:lnTo>
                    <a:pt x="66225" y="55772"/>
                  </a:lnTo>
                  <a:lnTo>
                    <a:pt x="67659" y="54949"/>
                  </a:lnTo>
                  <a:lnTo>
                    <a:pt x="72058" y="52423"/>
                  </a:lnTo>
                  <a:lnTo>
                    <a:pt x="72547" y="52148"/>
                  </a:lnTo>
                  <a:lnTo>
                    <a:pt x="73863" y="51411"/>
                  </a:lnTo>
                  <a:lnTo>
                    <a:pt x="74792" y="50890"/>
                  </a:lnTo>
                  <a:lnTo>
                    <a:pt x="76828" y="49749"/>
                  </a:lnTo>
                  <a:lnTo>
                    <a:pt x="78086" y="49044"/>
                  </a:lnTo>
                  <a:lnTo>
                    <a:pt x="79059" y="48498"/>
                  </a:lnTo>
                  <a:lnTo>
                    <a:pt x="79204" y="48417"/>
                  </a:lnTo>
                  <a:lnTo>
                    <a:pt x="78862" y="48164"/>
                  </a:lnTo>
                  <a:lnTo>
                    <a:pt x="78446" y="47857"/>
                  </a:lnTo>
                  <a:lnTo>
                    <a:pt x="78016" y="47540"/>
                  </a:lnTo>
                  <a:lnTo>
                    <a:pt x="77605" y="47236"/>
                  </a:lnTo>
                  <a:lnTo>
                    <a:pt x="77095" y="46860"/>
                  </a:lnTo>
                  <a:lnTo>
                    <a:pt x="75758" y="45874"/>
                  </a:lnTo>
                  <a:lnTo>
                    <a:pt x="75463" y="45656"/>
                  </a:lnTo>
                  <a:lnTo>
                    <a:pt x="74321" y="44813"/>
                  </a:lnTo>
                  <a:lnTo>
                    <a:pt x="73598" y="44280"/>
                  </a:lnTo>
                  <a:lnTo>
                    <a:pt x="72654" y="43583"/>
                  </a:lnTo>
                  <a:lnTo>
                    <a:pt x="72461" y="43441"/>
                  </a:lnTo>
                  <a:lnTo>
                    <a:pt x="71986" y="42967"/>
                  </a:lnTo>
                  <a:lnTo>
                    <a:pt x="72468" y="42740"/>
                  </a:lnTo>
                  <a:lnTo>
                    <a:pt x="75739" y="41201"/>
                  </a:lnTo>
                  <a:lnTo>
                    <a:pt x="76100" y="41031"/>
                  </a:lnTo>
                  <a:lnTo>
                    <a:pt x="77047" y="36541"/>
                  </a:lnTo>
                  <a:lnTo>
                    <a:pt x="77052" y="36381"/>
                  </a:lnTo>
                  <a:lnTo>
                    <a:pt x="77171" y="33071"/>
                  </a:lnTo>
                  <a:lnTo>
                    <a:pt x="77247" y="30961"/>
                  </a:lnTo>
                  <a:lnTo>
                    <a:pt x="77326" y="28753"/>
                  </a:lnTo>
                  <a:lnTo>
                    <a:pt x="77429" y="25888"/>
                  </a:lnTo>
                  <a:lnTo>
                    <a:pt x="77457" y="25107"/>
                  </a:lnTo>
                  <a:lnTo>
                    <a:pt x="77480" y="24468"/>
                  </a:lnTo>
                  <a:lnTo>
                    <a:pt x="77547" y="22611"/>
                  </a:lnTo>
                  <a:lnTo>
                    <a:pt x="77634" y="20180"/>
                  </a:lnTo>
                  <a:lnTo>
                    <a:pt x="77845" y="19127"/>
                  </a:lnTo>
                  <a:lnTo>
                    <a:pt x="77962" y="18544"/>
                  </a:lnTo>
                  <a:lnTo>
                    <a:pt x="78538" y="17158"/>
                  </a:lnTo>
                  <a:lnTo>
                    <a:pt x="78984" y="16734"/>
                  </a:lnTo>
                  <a:lnTo>
                    <a:pt x="80205" y="16488"/>
                  </a:lnTo>
                  <a:lnTo>
                    <a:pt x="80565" y="16416"/>
                  </a:lnTo>
                  <a:lnTo>
                    <a:pt x="81126" y="16303"/>
                  </a:lnTo>
                  <a:lnTo>
                    <a:pt x="82266" y="16074"/>
                  </a:lnTo>
                  <a:lnTo>
                    <a:pt x="82704" y="15986"/>
                  </a:lnTo>
                  <a:lnTo>
                    <a:pt x="84359" y="15653"/>
                  </a:lnTo>
                  <a:lnTo>
                    <a:pt x="87980" y="16832"/>
                  </a:lnTo>
                  <a:lnTo>
                    <a:pt x="89583" y="17354"/>
                  </a:lnTo>
                  <a:lnTo>
                    <a:pt x="90984" y="17811"/>
                  </a:lnTo>
                  <a:lnTo>
                    <a:pt x="91116" y="17854"/>
                  </a:lnTo>
                  <a:lnTo>
                    <a:pt x="91883" y="18127"/>
                  </a:lnTo>
                  <a:lnTo>
                    <a:pt x="93136" y="18575"/>
                  </a:lnTo>
                  <a:lnTo>
                    <a:pt x="93628" y="18750"/>
                  </a:lnTo>
                  <a:lnTo>
                    <a:pt x="98014" y="20316"/>
                  </a:lnTo>
                  <a:lnTo>
                    <a:pt x="98902" y="20634"/>
                  </a:lnTo>
                  <a:lnTo>
                    <a:pt x="99371" y="20800"/>
                  </a:lnTo>
                  <a:lnTo>
                    <a:pt x="99508" y="20847"/>
                  </a:lnTo>
                  <a:lnTo>
                    <a:pt x="99900" y="20978"/>
                  </a:lnTo>
                  <a:lnTo>
                    <a:pt x="100139" y="21059"/>
                  </a:lnTo>
                  <a:lnTo>
                    <a:pt x="102422" y="21826"/>
                  </a:lnTo>
                  <a:lnTo>
                    <a:pt x="103139" y="22067"/>
                  </a:lnTo>
                  <a:lnTo>
                    <a:pt x="104014" y="22361"/>
                  </a:lnTo>
                  <a:lnTo>
                    <a:pt x="105398" y="21066"/>
                  </a:lnTo>
                  <a:lnTo>
                    <a:pt x="106917" y="19365"/>
                  </a:lnTo>
                  <a:lnTo>
                    <a:pt x="108451" y="17835"/>
                  </a:lnTo>
                  <a:lnTo>
                    <a:pt x="110071" y="16079"/>
                  </a:lnTo>
                  <a:lnTo>
                    <a:pt x="110464" y="15437"/>
                  </a:lnTo>
                  <a:lnTo>
                    <a:pt x="111852" y="13171"/>
                  </a:lnTo>
                  <a:lnTo>
                    <a:pt x="112044" y="12642"/>
                  </a:lnTo>
                  <a:lnTo>
                    <a:pt x="112649" y="10967"/>
                  </a:lnTo>
                  <a:lnTo>
                    <a:pt x="113010" y="9969"/>
                  </a:lnTo>
                  <a:lnTo>
                    <a:pt x="113194" y="9461"/>
                  </a:lnTo>
                  <a:lnTo>
                    <a:pt x="113998" y="7239"/>
                  </a:lnTo>
                  <a:lnTo>
                    <a:pt x="114646" y="6768"/>
                  </a:lnTo>
                  <a:lnTo>
                    <a:pt x="115676" y="6020"/>
                  </a:lnTo>
                  <a:lnTo>
                    <a:pt x="115855" y="5656"/>
                  </a:lnTo>
                  <a:lnTo>
                    <a:pt x="117738" y="1821"/>
                  </a:lnTo>
                  <a:lnTo>
                    <a:pt x="119387" y="647"/>
                  </a:lnTo>
                  <a:lnTo>
                    <a:pt x="120000" y="376"/>
                  </a:lnTo>
                  <a:lnTo>
                    <a:pt x="120229" y="274"/>
                  </a:lnTo>
                  <a:lnTo>
                    <a:pt x="120479" y="163"/>
                  </a:lnTo>
                  <a:lnTo>
                    <a:pt x="120816" y="15"/>
                  </a:lnTo>
                  <a:lnTo>
                    <a:pt x="122097" y="0"/>
                  </a:lnTo>
                  <a:lnTo>
                    <a:pt x="123422" y="120"/>
                  </a:lnTo>
                  <a:lnTo>
                    <a:pt x="123858" y="254"/>
                  </a:lnTo>
                  <a:lnTo>
                    <a:pt x="125484" y="752"/>
                  </a:lnTo>
                  <a:lnTo>
                    <a:pt x="127188" y="1659"/>
                  </a:lnTo>
                  <a:lnTo>
                    <a:pt x="128679" y="2453"/>
                  </a:lnTo>
                  <a:lnTo>
                    <a:pt x="134237" y="5842"/>
                  </a:lnTo>
                  <a:lnTo>
                    <a:pt x="135812" y="6803"/>
                  </a:lnTo>
                  <a:lnTo>
                    <a:pt x="136899" y="7568"/>
                  </a:lnTo>
                  <a:lnTo>
                    <a:pt x="137950" y="8307"/>
                  </a:lnTo>
                  <a:lnTo>
                    <a:pt x="138095" y="8409"/>
                  </a:lnTo>
                  <a:lnTo>
                    <a:pt x="140415" y="10041"/>
                  </a:lnTo>
                  <a:lnTo>
                    <a:pt x="140716" y="10253"/>
                  </a:lnTo>
                  <a:lnTo>
                    <a:pt x="140951" y="10418"/>
                  </a:lnTo>
                  <a:lnTo>
                    <a:pt x="141263" y="10637"/>
                  </a:lnTo>
                  <a:lnTo>
                    <a:pt x="142493" y="11391"/>
                  </a:lnTo>
                  <a:lnTo>
                    <a:pt x="143910" y="10965"/>
                  </a:lnTo>
                  <a:lnTo>
                    <a:pt x="144897" y="10867"/>
                  </a:lnTo>
                  <a:lnTo>
                    <a:pt x="146606" y="10697"/>
                  </a:lnTo>
                  <a:lnTo>
                    <a:pt x="147733" y="10563"/>
                  </a:lnTo>
                  <a:lnTo>
                    <a:pt x="149727" y="10326"/>
                  </a:lnTo>
                  <a:lnTo>
                    <a:pt x="150726" y="10207"/>
                  </a:lnTo>
                  <a:lnTo>
                    <a:pt x="152860" y="9953"/>
                  </a:lnTo>
                  <a:lnTo>
                    <a:pt x="154162" y="11148"/>
                  </a:lnTo>
                  <a:lnTo>
                    <a:pt x="152908" y="11854"/>
                  </a:lnTo>
                  <a:lnTo>
                    <a:pt x="150866" y="13004"/>
                  </a:lnTo>
                  <a:lnTo>
                    <a:pt x="148487" y="14343"/>
                  </a:lnTo>
                  <a:lnTo>
                    <a:pt x="145953" y="15770"/>
                  </a:lnTo>
                  <a:lnTo>
                    <a:pt x="145803" y="15854"/>
                  </a:lnTo>
                  <a:lnTo>
                    <a:pt x="147816" y="18597"/>
                  </a:lnTo>
                  <a:lnTo>
                    <a:pt x="147902" y="19437"/>
                  </a:lnTo>
                  <a:lnTo>
                    <a:pt x="148133" y="21704"/>
                  </a:lnTo>
                  <a:lnTo>
                    <a:pt x="148232" y="22670"/>
                  </a:lnTo>
                  <a:lnTo>
                    <a:pt x="148273" y="23068"/>
                  </a:lnTo>
                  <a:lnTo>
                    <a:pt x="148287" y="23205"/>
                  </a:lnTo>
                  <a:lnTo>
                    <a:pt x="148318" y="23513"/>
                  </a:lnTo>
                  <a:lnTo>
                    <a:pt x="149853" y="24426"/>
                  </a:lnTo>
                  <a:lnTo>
                    <a:pt x="150932" y="25069"/>
                  </a:lnTo>
                  <a:lnTo>
                    <a:pt x="151795" y="25582"/>
                  </a:lnTo>
                  <a:lnTo>
                    <a:pt x="151928" y="25661"/>
                  </a:lnTo>
                  <a:lnTo>
                    <a:pt x="152248" y="25852"/>
                  </a:lnTo>
                  <a:lnTo>
                    <a:pt x="152409" y="25948"/>
                  </a:lnTo>
                  <a:lnTo>
                    <a:pt x="152638" y="26084"/>
                  </a:lnTo>
                  <a:lnTo>
                    <a:pt x="152830" y="26678"/>
                  </a:lnTo>
                  <a:lnTo>
                    <a:pt x="153686" y="29321"/>
                  </a:lnTo>
                  <a:lnTo>
                    <a:pt x="154395" y="31512"/>
                  </a:lnTo>
                  <a:lnTo>
                    <a:pt x="153592" y="32129"/>
                  </a:lnTo>
                  <a:lnTo>
                    <a:pt x="152652" y="32852"/>
                  </a:lnTo>
                  <a:lnTo>
                    <a:pt x="152144" y="33242"/>
                  </a:lnTo>
                  <a:lnTo>
                    <a:pt x="151486" y="34163"/>
                  </a:lnTo>
                  <a:lnTo>
                    <a:pt x="150453" y="35608"/>
                  </a:lnTo>
                  <a:lnTo>
                    <a:pt x="150308" y="36041"/>
                  </a:lnTo>
                  <a:lnTo>
                    <a:pt x="150142" y="36541"/>
                  </a:lnTo>
                  <a:lnTo>
                    <a:pt x="149912" y="37231"/>
                  </a:lnTo>
                  <a:lnTo>
                    <a:pt x="149712" y="37828"/>
                  </a:lnTo>
                  <a:lnTo>
                    <a:pt x="149606" y="38096"/>
                  </a:lnTo>
                  <a:lnTo>
                    <a:pt x="149341" y="38767"/>
                  </a:lnTo>
                  <a:lnTo>
                    <a:pt x="148728" y="40319"/>
                  </a:lnTo>
                  <a:lnTo>
                    <a:pt x="148677" y="40449"/>
                  </a:lnTo>
                  <a:lnTo>
                    <a:pt x="147651" y="43043"/>
                  </a:lnTo>
                  <a:lnTo>
                    <a:pt x="147579" y="43226"/>
                  </a:lnTo>
                  <a:lnTo>
                    <a:pt x="147494" y="43442"/>
                  </a:lnTo>
                  <a:lnTo>
                    <a:pt x="147412" y="43649"/>
                  </a:lnTo>
                  <a:lnTo>
                    <a:pt x="147288" y="43962"/>
                  </a:lnTo>
                  <a:lnTo>
                    <a:pt x="146733" y="45269"/>
                  </a:lnTo>
                  <a:lnTo>
                    <a:pt x="146272" y="46356"/>
                  </a:lnTo>
                  <a:lnTo>
                    <a:pt x="146256" y="46838"/>
                  </a:lnTo>
                  <a:lnTo>
                    <a:pt x="146244" y="47208"/>
                  </a:lnTo>
                  <a:lnTo>
                    <a:pt x="146218" y="47977"/>
                  </a:lnTo>
                  <a:lnTo>
                    <a:pt x="146203" y="48447"/>
                  </a:lnTo>
                  <a:lnTo>
                    <a:pt x="146164" y="49617"/>
                  </a:lnTo>
                  <a:lnTo>
                    <a:pt x="146137" y="50437"/>
                  </a:lnTo>
                  <a:lnTo>
                    <a:pt x="146258" y="50695"/>
                  </a:lnTo>
                  <a:lnTo>
                    <a:pt x="146333" y="50853"/>
                  </a:lnTo>
                  <a:lnTo>
                    <a:pt x="146582" y="51385"/>
                  </a:lnTo>
                  <a:lnTo>
                    <a:pt x="147128" y="52067"/>
                  </a:lnTo>
                  <a:lnTo>
                    <a:pt x="147393" y="52398"/>
                  </a:lnTo>
                  <a:lnTo>
                    <a:pt x="147649" y="52717"/>
                  </a:lnTo>
                  <a:lnTo>
                    <a:pt x="147888" y="52996"/>
                  </a:lnTo>
                  <a:lnTo>
                    <a:pt x="148344" y="53400"/>
                  </a:lnTo>
                  <a:lnTo>
                    <a:pt x="152689" y="57259"/>
                  </a:lnTo>
                  <a:lnTo>
                    <a:pt x="152926" y="57478"/>
                  </a:lnTo>
                  <a:lnTo>
                    <a:pt x="153696" y="58243"/>
                  </a:lnTo>
                  <a:lnTo>
                    <a:pt x="154590" y="59132"/>
                  </a:lnTo>
                  <a:lnTo>
                    <a:pt x="156004" y="60538"/>
                  </a:lnTo>
                  <a:lnTo>
                    <a:pt x="156817" y="61346"/>
                  </a:lnTo>
                  <a:lnTo>
                    <a:pt x="156959" y="61499"/>
                  </a:lnTo>
                  <a:lnTo>
                    <a:pt x="157404" y="61976"/>
                  </a:lnTo>
                  <a:lnTo>
                    <a:pt x="157574" y="62158"/>
                  </a:lnTo>
                  <a:lnTo>
                    <a:pt x="158280" y="62914"/>
                  </a:lnTo>
                  <a:lnTo>
                    <a:pt x="158406" y="63049"/>
                  </a:lnTo>
                  <a:lnTo>
                    <a:pt x="158707" y="63372"/>
                  </a:lnTo>
                  <a:lnTo>
                    <a:pt x="158852" y="63527"/>
                  </a:lnTo>
                  <a:lnTo>
                    <a:pt x="158784" y="63837"/>
                  </a:lnTo>
                  <a:lnTo>
                    <a:pt x="158725" y="64159"/>
                  </a:lnTo>
                  <a:lnTo>
                    <a:pt x="158035" y="67594"/>
                  </a:lnTo>
                  <a:lnTo>
                    <a:pt x="156689" y="71262"/>
                  </a:lnTo>
                  <a:lnTo>
                    <a:pt x="156724" y="71414"/>
                  </a:lnTo>
                  <a:lnTo>
                    <a:pt x="156796" y="71725"/>
                  </a:lnTo>
                  <a:lnTo>
                    <a:pt x="156892" y="72047"/>
                  </a:lnTo>
                  <a:lnTo>
                    <a:pt x="156982" y="7234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g164"/>
            <p:cNvSpPr/>
            <p:nvPr/>
          </p:nvSpPr>
          <p:spPr>
            <a:xfrm>
              <a:off x="2666642" y="4991878"/>
              <a:ext cx="161711" cy="74379"/>
            </a:xfrm>
            <a:custGeom>
              <a:avLst/>
              <a:pathLst>
                <a:path w="161711" h="74379">
                  <a:moveTo>
                    <a:pt x="87132" y="5545"/>
                  </a:moveTo>
                  <a:lnTo>
                    <a:pt x="87561" y="5585"/>
                  </a:lnTo>
                  <a:lnTo>
                    <a:pt x="90282" y="4989"/>
                  </a:lnTo>
                  <a:lnTo>
                    <a:pt x="93058" y="4381"/>
                  </a:lnTo>
                  <a:lnTo>
                    <a:pt x="92979" y="4238"/>
                  </a:lnTo>
                  <a:lnTo>
                    <a:pt x="94248" y="4021"/>
                  </a:lnTo>
                  <a:lnTo>
                    <a:pt x="95872" y="3742"/>
                  </a:lnTo>
                  <a:lnTo>
                    <a:pt x="99886" y="3054"/>
                  </a:lnTo>
                  <a:lnTo>
                    <a:pt x="103476" y="2439"/>
                  </a:lnTo>
                  <a:lnTo>
                    <a:pt x="105826" y="2036"/>
                  </a:lnTo>
                  <a:lnTo>
                    <a:pt x="106182" y="1975"/>
                  </a:lnTo>
                  <a:lnTo>
                    <a:pt x="109134" y="2034"/>
                  </a:lnTo>
                  <a:lnTo>
                    <a:pt x="109670" y="2038"/>
                  </a:lnTo>
                  <a:lnTo>
                    <a:pt x="112576" y="2060"/>
                  </a:lnTo>
                  <a:lnTo>
                    <a:pt x="116187" y="2193"/>
                  </a:lnTo>
                  <a:lnTo>
                    <a:pt x="116390" y="2735"/>
                  </a:lnTo>
                  <a:lnTo>
                    <a:pt x="116522" y="3091"/>
                  </a:lnTo>
                  <a:lnTo>
                    <a:pt x="117161" y="4804"/>
                  </a:lnTo>
                  <a:lnTo>
                    <a:pt x="123462" y="21706"/>
                  </a:lnTo>
                  <a:lnTo>
                    <a:pt x="126182" y="29001"/>
                  </a:lnTo>
                  <a:lnTo>
                    <a:pt x="126344" y="29531"/>
                  </a:lnTo>
                  <a:lnTo>
                    <a:pt x="126779" y="29365"/>
                  </a:lnTo>
                  <a:lnTo>
                    <a:pt x="127572" y="29062"/>
                  </a:lnTo>
                  <a:lnTo>
                    <a:pt x="136417" y="25680"/>
                  </a:lnTo>
                  <a:lnTo>
                    <a:pt x="144365" y="22649"/>
                  </a:lnTo>
                  <a:lnTo>
                    <a:pt x="150954" y="32192"/>
                  </a:lnTo>
                  <a:lnTo>
                    <a:pt x="152611" y="34591"/>
                  </a:lnTo>
                  <a:lnTo>
                    <a:pt x="155029" y="38096"/>
                  </a:lnTo>
                  <a:lnTo>
                    <a:pt x="158890" y="44291"/>
                  </a:lnTo>
                  <a:lnTo>
                    <a:pt x="161711" y="48854"/>
                  </a:lnTo>
                  <a:lnTo>
                    <a:pt x="159145" y="50566"/>
                  </a:lnTo>
                  <a:lnTo>
                    <a:pt x="157942" y="51368"/>
                  </a:lnTo>
                  <a:lnTo>
                    <a:pt x="156427" y="52379"/>
                  </a:lnTo>
                  <a:lnTo>
                    <a:pt x="154560" y="53624"/>
                  </a:lnTo>
                  <a:lnTo>
                    <a:pt x="153157" y="54559"/>
                  </a:lnTo>
                  <a:lnTo>
                    <a:pt x="150812" y="56123"/>
                  </a:lnTo>
                  <a:lnTo>
                    <a:pt x="148519" y="57653"/>
                  </a:lnTo>
                  <a:lnTo>
                    <a:pt x="146923" y="58717"/>
                  </a:lnTo>
                  <a:lnTo>
                    <a:pt x="143537" y="60976"/>
                  </a:lnTo>
                  <a:lnTo>
                    <a:pt x="141406" y="62397"/>
                  </a:lnTo>
                  <a:lnTo>
                    <a:pt x="141176" y="62550"/>
                  </a:lnTo>
                  <a:lnTo>
                    <a:pt x="139991" y="63341"/>
                  </a:lnTo>
                  <a:lnTo>
                    <a:pt x="138072" y="64620"/>
                  </a:lnTo>
                  <a:lnTo>
                    <a:pt x="138242" y="65142"/>
                  </a:lnTo>
                  <a:lnTo>
                    <a:pt x="137139" y="65524"/>
                  </a:lnTo>
                  <a:lnTo>
                    <a:pt x="136259" y="65829"/>
                  </a:lnTo>
                  <a:lnTo>
                    <a:pt x="131160" y="67596"/>
                  </a:lnTo>
                  <a:lnTo>
                    <a:pt x="130548" y="67808"/>
                  </a:lnTo>
                  <a:lnTo>
                    <a:pt x="129186" y="68280"/>
                  </a:lnTo>
                  <a:lnTo>
                    <a:pt x="127716" y="68789"/>
                  </a:lnTo>
                  <a:lnTo>
                    <a:pt x="126603" y="69175"/>
                  </a:lnTo>
                  <a:lnTo>
                    <a:pt x="124101" y="70042"/>
                  </a:lnTo>
                  <a:lnTo>
                    <a:pt x="120697" y="71221"/>
                  </a:lnTo>
                  <a:lnTo>
                    <a:pt x="120419" y="71318"/>
                  </a:lnTo>
                  <a:lnTo>
                    <a:pt x="120242" y="71379"/>
                  </a:lnTo>
                  <a:lnTo>
                    <a:pt x="115911" y="72880"/>
                  </a:lnTo>
                  <a:lnTo>
                    <a:pt x="115668" y="72964"/>
                  </a:lnTo>
                  <a:lnTo>
                    <a:pt x="114488" y="73373"/>
                  </a:lnTo>
                  <a:lnTo>
                    <a:pt x="111583" y="74379"/>
                  </a:lnTo>
                  <a:lnTo>
                    <a:pt x="111422" y="73883"/>
                  </a:lnTo>
                  <a:lnTo>
                    <a:pt x="108759" y="65679"/>
                  </a:lnTo>
                  <a:lnTo>
                    <a:pt x="107467" y="61697"/>
                  </a:lnTo>
                  <a:lnTo>
                    <a:pt x="106596" y="59014"/>
                  </a:lnTo>
                  <a:lnTo>
                    <a:pt x="106146" y="54615"/>
                  </a:lnTo>
                  <a:lnTo>
                    <a:pt x="106000" y="53181"/>
                  </a:lnTo>
                  <a:lnTo>
                    <a:pt x="106075" y="51474"/>
                  </a:lnTo>
                  <a:lnTo>
                    <a:pt x="106189" y="48902"/>
                  </a:lnTo>
                  <a:lnTo>
                    <a:pt x="106272" y="47007"/>
                  </a:lnTo>
                  <a:lnTo>
                    <a:pt x="106290" y="46605"/>
                  </a:lnTo>
                  <a:lnTo>
                    <a:pt x="106367" y="44871"/>
                  </a:lnTo>
                  <a:lnTo>
                    <a:pt x="106404" y="44018"/>
                  </a:lnTo>
                  <a:lnTo>
                    <a:pt x="106423" y="43597"/>
                  </a:lnTo>
                  <a:lnTo>
                    <a:pt x="106429" y="43460"/>
                  </a:lnTo>
                  <a:lnTo>
                    <a:pt x="106326" y="41768"/>
                  </a:lnTo>
                  <a:lnTo>
                    <a:pt x="106256" y="40626"/>
                  </a:lnTo>
                  <a:lnTo>
                    <a:pt x="106180" y="39338"/>
                  </a:lnTo>
                  <a:lnTo>
                    <a:pt x="106161" y="38721"/>
                  </a:lnTo>
                  <a:lnTo>
                    <a:pt x="106155" y="38533"/>
                  </a:lnTo>
                  <a:lnTo>
                    <a:pt x="106110" y="37126"/>
                  </a:lnTo>
                  <a:lnTo>
                    <a:pt x="106085" y="36891"/>
                  </a:lnTo>
                  <a:lnTo>
                    <a:pt x="105902" y="35135"/>
                  </a:lnTo>
                  <a:lnTo>
                    <a:pt x="105732" y="33511"/>
                  </a:lnTo>
                  <a:lnTo>
                    <a:pt x="105627" y="32512"/>
                  </a:lnTo>
                  <a:lnTo>
                    <a:pt x="104486" y="32769"/>
                  </a:lnTo>
                  <a:lnTo>
                    <a:pt x="98540" y="34108"/>
                  </a:lnTo>
                  <a:lnTo>
                    <a:pt x="96146" y="34647"/>
                  </a:lnTo>
                  <a:lnTo>
                    <a:pt x="94172" y="35069"/>
                  </a:lnTo>
                  <a:lnTo>
                    <a:pt x="86989" y="36606"/>
                  </a:lnTo>
                  <a:lnTo>
                    <a:pt x="85090" y="36291"/>
                  </a:lnTo>
                  <a:lnTo>
                    <a:pt x="79363" y="34885"/>
                  </a:lnTo>
                  <a:lnTo>
                    <a:pt x="78128" y="34655"/>
                  </a:lnTo>
                  <a:lnTo>
                    <a:pt x="73425" y="33778"/>
                  </a:lnTo>
                  <a:lnTo>
                    <a:pt x="68265" y="33850"/>
                  </a:lnTo>
                  <a:lnTo>
                    <a:pt x="67408" y="34018"/>
                  </a:lnTo>
                  <a:lnTo>
                    <a:pt x="65328" y="34425"/>
                  </a:lnTo>
                  <a:lnTo>
                    <a:pt x="61062" y="35261"/>
                  </a:lnTo>
                  <a:lnTo>
                    <a:pt x="59784" y="35512"/>
                  </a:lnTo>
                  <a:lnTo>
                    <a:pt x="57209" y="35819"/>
                  </a:lnTo>
                  <a:lnTo>
                    <a:pt x="51180" y="36540"/>
                  </a:lnTo>
                  <a:lnTo>
                    <a:pt x="43334" y="37409"/>
                  </a:lnTo>
                  <a:lnTo>
                    <a:pt x="41413" y="37823"/>
                  </a:lnTo>
                  <a:lnTo>
                    <a:pt x="36952" y="38785"/>
                  </a:lnTo>
                  <a:lnTo>
                    <a:pt x="35079" y="39189"/>
                  </a:lnTo>
                  <a:lnTo>
                    <a:pt x="30276" y="40386"/>
                  </a:lnTo>
                  <a:lnTo>
                    <a:pt x="23413" y="42096"/>
                  </a:lnTo>
                  <a:lnTo>
                    <a:pt x="21279" y="42628"/>
                  </a:lnTo>
                  <a:lnTo>
                    <a:pt x="20903" y="42721"/>
                  </a:lnTo>
                  <a:lnTo>
                    <a:pt x="11946" y="45348"/>
                  </a:lnTo>
                  <a:lnTo>
                    <a:pt x="11557" y="45462"/>
                  </a:lnTo>
                  <a:lnTo>
                    <a:pt x="10990" y="45628"/>
                  </a:lnTo>
                  <a:lnTo>
                    <a:pt x="10935" y="45475"/>
                  </a:lnTo>
                  <a:lnTo>
                    <a:pt x="2896" y="23078"/>
                  </a:lnTo>
                  <a:lnTo>
                    <a:pt x="2797" y="22801"/>
                  </a:lnTo>
                  <a:lnTo>
                    <a:pt x="2112" y="20895"/>
                  </a:lnTo>
                  <a:lnTo>
                    <a:pt x="1993" y="20562"/>
                  </a:lnTo>
                  <a:lnTo>
                    <a:pt x="1093" y="18055"/>
                  </a:lnTo>
                  <a:lnTo>
                    <a:pt x="850" y="17377"/>
                  </a:lnTo>
                  <a:lnTo>
                    <a:pt x="0" y="14890"/>
                  </a:lnTo>
                  <a:lnTo>
                    <a:pt x="213" y="14798"/>
                  </a:lnTo>
                  <a:lnTo>
                    <a:pt x="611" y="14626"/>
                  </a:lnTo>
                  <a:lnTo>
                    <a:pt x="2943" y="13618"/>
                  </a:lnTo>
                  <a:lnTo>
                    <a:pt x="5915" y="12334"/>
                  </a:lnTo>
                  <a:lnTo>
                    <a:pt x="7192" y="11782"/>
                  </a:lnTo>
                  <a:lnTo>
                    <a:pt x="9590" y="10746"/>
                  </a:lnTo>
                  <a:lnTo>
                    <a:pt x="10411" y="10391"/>
                  </a:lnTo>
                  <a:lnTo>
                    <a:pt x="10672" y="10278"/>
                  </a:lnTo>
                  <a:lnTo>
                    <a:pt x="10888" y="10184"/>
                  </a:lnTo>
                  <a:lnTo>
                    <a:pt x="14160" y="8770"/>
                  </a:lnTo>
                  <a:lnTo>
                    <a:pt x="14365" y="9373"/>
                  </a:lnTo>
                  <a:lnTo>
                    <a:pt x="15565" y="8636"/>
                  </a:lnTo>
                  <a:lnTo>
                    <a:pt x="16068" y="7925"/>
                  </a:lnTo>
                  <a:lnTo>
                    <a:pt x="16219" y="7712"/>
                  </a:lnTo>
                  <a:lnTo>
                    <a:pt x="17450" y="6143"/>
                  </a:lnTo>
                  <a:lnTo>
                    <a:pt x="18623" y="4647"/>
                  </a:lnTo>
                  <a:lnTo>
                    <a:pt x="18958" y="4423"/>
                  </a:lnTo>
                  <a:lnTo>
                    <a:pt x="19614" y="3985"/>
                  </a:lnTo>
                  <a:lnTo>
                    <a:pt x="21213" y="3202"/>
                  </a:lnTo>
                  <a:lnTo>
                    <a:pt x="22182" y="2848"/>
                  </a:lnTo>
                  <a:lnTo>
                    <a:pt x="23357" y="2639"/>
                  </a:lnTo>
                  <a:lnTo>
                    <a:pt x="24400" y="2626"/>
                  </a:lnTo>
                  <a:lnTo>
                    <a:pt x="25026" y="2660"/>
                  </a:lnTo>
                  <a:lnTo>
                    <a:pt x="25292" y="2675"/>
                  </a:lnTo>
                  <a:lnTo>
                    <a:pt x="25541" y="2689"/>
                  </a:lnTo>
                  <a:lnTo>
                    <a:pt x="26805" y="3040"/>
                  </a:lnTo>
                  <a:lnTo>
                    <a:pt x="27362" y="3304"/>
                  </a:lnTo>
                  <a:lnTo>
                    <a:pt x="27502" y="3370"/>
                  </a:lnTo>
                  <a:lnTo>
                    <a:pt x="27884" y="3550"/>
                  </a:lnTo>
                  <a:lnTo>
                    <a:pt x="28228" y="3714"/>
                  </a:lnTo>
                  <a:lnTo>
                    <a:pt x="29640" y="4382"/>
                  </a:lnTo>
                  <a:lnTo>
                    <a:pt x="30322" y="4783"/>
                  </a:lnTo>
                  <a:lnTo>
                    <a:pt x="32094" y="5825"/>
                  </a:lnTo>
                  <a:lnTo>
                    <a:pt x="32517" y="6140"/>
                  </a:lnTo>
                  <a:lnTo>
                    <a:pt x="33784" y="7087"/>
                  </a:lnTo>
                  <a:lnTo>
                    <a:pt x="34966" y="7969"/>
                  </a:lnTo>
                  <a:lnTo>
                    <a:pt x="35271" y="8177"/>
                  </a:lnTo>
                  <a:lnTo>
                    <a:pt x="35498" y="8332"/>
                  </a:lnTo>
                  <a:lnTo>
                    <a:pt x="36477" y="8999"/>
                  </a:lnTo>
                  <a:lnTo>
                    <a:pt x="36771" y="9199"/>
                  </a:lnTo>
                  <a:lnTo>
                    <a:pt x="37183" y="9480"/>
                  </a:lnTo>
                  <a:lnTo>
                    <a:pt x="37922" y="9984"/>
                  </a:lnTo>
                  <a:lnTo>
                    <a:pt x="38591" y="10595"/>
                  </a:lnTo>
                  <a:lnTo>
                    <a:pt x="39285" y="11231"/>
                  </a:lnTo>
                  <a:lnTo>
                    <a:pt x="39877" y="11471"/>
                  </a:lnTo>
                  <a:lnTo>
                    <a:pt x="40166" y="11495"/>
                  </a:lnTo>
                  <a:lnTo>
                    <a:pt x="40668" y="11365"/>
                  </a:lnTo>
                  <a:lnTo>
                    <a:pt x="41296" y="11110"/>
                  </a:lnTo>
                  <a:lnTo>
                    <a:pt x="44725" y="9722"/>
                  </a:lnTo>
                  <a:lnTo>
                    <a:pt x="45110" y="9567"/>
                  </a:lnTo>
                  <a:lnTo>
                    <a:pt x="47946" y="8419"/>
                  </a:lnTo>
                  <a:lnTo>
                    <a:pt x="52937" y="6399"/>
                  </a:lnTo>
                  <a:lnTo>
                    <a:pt x="53431" y="6199"/>
                  </a:lnTo>
                  <a:lnTo>
                    <a:pt x="53891" y="6013"/>
                  </a:lnTo>
                  <a:lnTo>
                    <a:pt x="54287" y="5852"/>
                  </a:lnTo>
                  <a:lnTo>
                    <a:pt x="56622" y="4907"/>
                  </a:lnTo>
                  <a:lnTo>
                    <a:pt x="55861" y="3070"/>
                  </a:lnTo>
                  <a:lnTo>
                    <a:pt x="56623" y="2762"/>
                  </a:lnTo>
                  <a:lnTo>
                    <a:pt x="60438" y="1217"/>
                  </a:lnTo>
                  <a:lnTo>
                    <a:pt x="61297" y="869"/>
                  </a:lnTo>
                  <a:lnTo>
                    <a:pt x="63445" y="0"/>
                  </a:lnTo>
                  <a:lnTo>
                    <a:pt x="64270" y="219"/>
                  </a:lnTo>
                  <a:lnTo>
                    <a:pt x="66014" y="682"/>
                  </a:lnTo>
                  <a:lnTo>
                    <a:pt x="66991" y="942"/>
                  </a:lnTo>
                  <a:lnTo>
                    <a:pt x="67998" y="1210"/>
                  </a:lnTo>
                  <a:lnTo>
                    <a:pt x="69409" y="1584"/>
                  </a:lnTo>
                  <a:lnTo>
                    <a:pt x="70141" y="1779"/>
                  </a:lnTo>
                  <a:lnTo>
                    <a:pt x="72771" y="2478"/>
                  </a:lnTo>
                  <a:lnTo>
                    <a:pt x="86093" y="5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g165"/>
            <p:cNvSpPr/>
            <p:nvPr/>
          </p:nvSpPr>
          <p:spPr>
            <a:xfrm>
              <a:off x="2180129" y="5066868"/>
              <a:ext cx="173392" cy="132008"/>
            </a:xfrm>
            <a:custGeom>
              <a:avLst/>
              <a:pathLst>
                <a:path w="173392" h="132008">
                  <a:moveTo>
                    <a:pt x="104110" y="21012"/>
                  </a:moveTo>
                  <a:lnTo>
                    <a:pt x="108532" y="27158"/>
                  </a:lnTo>
                  <a:lnTo>
                    <a:pt x="108787" y="27455"/>
                  </a:lnTo>
                  <a:lnTo>
                    <a:pt x="113769" y="33253"/>
                  </a:lnTo>
                  <a:lnTo>
                    <a:pt x="114100" y="33577"/>
                  </a:lnTo>
                  <a:lnTo>
                    <a:pt x="116948" y="36373"/>
                  </a:lnTo>
                  <a:lnTo>
                    <a:pt x="117824" y="37233"/>
                  </a:lnTo>
                  <a:lnTo>
                    <a:pt x="119993" y="39361"/>
                  </a:lnTo>
                  <a:lnTo>
                    <a:pt x="120351" y="39679"/>
                  </a:lnTo>
                  <a:lnTo>
                    <a:pt x="125653" y="44379"/>
                  </a:lnTo>
                  <a:lnTo>
                    <a:pt x="129120" y="46472"/>
                  </a:lnTo>
                  <a:lnTo>
                    <a:pt x="131016" y="46794"/>
                  </a:lnTo>
                  <a:lnTo>
                    <a:pt x="132760" y="46698"/>
                  </a:lnTo>
                  <a:lnTo>
                    <a:pt x="134559" y="46472"/>
                  </a:lnTo>
                  <a:lnTo>
                    <a:pt x="135577" y="46373"/>
                  </a:lnTo>
                  <a:lnTo>
                    <a:pt x="135806" y="46350"/>
                  </a:lnTo>
                  <a:lnTo>
                    <a:pt x="137888" y="46147"/>
                  </a:lnTo>
                  <a:lnTo>
                    <a:pt x="139420" y="46297"/>
                  </a:lnTo>
                  <a:lnTo>
                    <a:pt x="140833" y="46719"/>
                  </a:lnTo>
                  <a:lnTo>
                    <a:pt x="142129" y="47411"/>
                  </a:lnTo>
                  <a:lnTo>
                    <a:pt x="144073" y="49067"/>
                  </a:lnTo>
                  <a:lnTo>
                    <a:pt x="145634" y="50873"/>
                  </a:lnTo>
                  <a:lnTo>
                    <a:pt x="147011" y="53218"/>
                  </a:lnTo>
                  <a:lnTo>
                    <a:pt x="147309" y="53726"/>
                  </a:lnTo>
                  <a:lnTo>
                    <a:pt x="148596" y="55917"/>
                  </a:lnTo>
                  <a:lnTo>
                    <a:pt x="150714" y="59522"/>
                  </a:lnTo>
                  <a:lnTo>
                    <a:pt x="152818" y="63105"/>
                  </a:lnTo>
                  <a:lnTo>
                    <a:pt x="153009" y="63430"/>
                  </a:lnTo>
                  <a:lnTo>
                    <a:pt x="154871" y="66601"/>
                  </a:lnTo>
                  <a:lnTo>
                    <a:pt x="155189" y="67143"/>
                  </a:lnTo>
                  <a:lnTo>
                    <a:pt x="156682" y="69685"/>
                  </a:lnTo>
                  <a:lnTo>
                    <a:pt x="156845" y="69962"/>
                  </a:lnTo>
                  <a:lnTo>
                    <a:pt x="157353" y="70558"/>
                  </a:lnTo>
                  <a:lnTo>
                    <a:pt x="157542" y="70780"/>
                  </a:lnTo>
                  <a:lnTo>
                    <a:pt x="159781" y="73406"/>
                  </a:lnTo>
                  <a:lnTo>
                    <a:pt x="159951" y="73520"/>
                  </a:lnTo>
                  <a:lnTo>
                    <a:pt x="160223" y="73798"/>
                  </a:lnTo>
                  <a:lnTo>
                    <a:pt x="161356" y="74954"/>
                  </a:lnTo>
                  <a:lnTo>
                    <a:pt x="162878" y="76116"/>
                  </a:lnTo>
                  <a:lnTo>
                    <a:pt x="165784" y="77568"/>
                  </a:lnTo>
                  <a:lnTo>
                    <a:pt x="168772" y="79344"/>
                  </a:lnTo>
                  <a:lnTo>
                    <a:pt x="170404" y="80675"/>
                  </a:lnTo>
                  <a:lnTo>
                    <a:pt x="171447" y="81446"/>
                  </a:lnTo>
                  <a:lnTo>
                    <a:pt x="172146" y="82336"/>
                  </a:lnTo>
                  <a:lnTo>
                    <a:pt x="172872" y="83339"/>
                  </a:lnTo>
                  <a:lnTo>
                    <a:pt x="173392" y="84936"/>
                  </a:lnTo>
                  <a:lnTo>
                    <a:pt x="172905" y="86643"/>
                  </a:lnTo>
                  <a:lnTo>
                    <a:pt x="171002" y="93301"/>
                  </a:lnTo>
                  <a:lnTo>
                    <a:pt x="170938" y="93527"/>
                  </a:lnTo>
                  <a:lnTo>
                    <a:pt x="163624" y="91033"/>
                  </a:lnTo>
                  <a:lnTo>
                    <a:pt x="159172" y="90219"/>
                  </a:lnTo>
                  <a:lnTo>
                    <a:pt x="158254" y="91133"/>
                  </a:lnTo>
                  <a:lnTo>
                    <a:pt x="157947" y="91439"/>
                  </a:lnTo>
                  <a:lnTo>
                    <a:pt x="155968" y="92330"/>
                  </a:lnTo>
                  <a:lnTo>
                    <a:pt x="154825" y="93523"/>
                  </a:lnTo>
                  <a:lnTo>
                    <a:pt x="154715" y="91917"/>
                  </a:lnTo>
                  <a:lnTo>
                    <a:pt x="154590" y="90712"/>
                  </a:lnTo>
                  <a:lnTo>
                    <a:pt x="154448" y="89333"/>
                  </a:lnTo>
                  <a:lnTo>
                    <a:pt x="152057" y="89192"/>
                  </a:lnTo>
                  <a:lnTo>
                    <a:pt x="149623" y="91815"/>
                  </a:lnTo>
                  <a:lnTo>
                    <a:pt x="149478" y="92001"/>
                  </a:lnTo>
                  <a:lnTo>
                    <a:pt x="148857" y="92800"/>
                  </a:lnTo>
                  <a:lnTo>
                    <a:pt x="142896" y="100464"/>
                  </a:lnTo>
                  <a:lnTo>
                    <a:pt x="132539" y="102872"/>
                  </a:lnTo>
                  <a:lnTo>
                    <a:pt x="121593" y="100564"/>
                  </a:lnTo>
                  <a:lnTo>
                    <a:pt x="114525" y="99611"/>
                  </a:lnTo>
                  <a:lnTo>
                    <a:pt x="114800" y="98451"/>
                  </a:lnTo>
                  <a:lnTo>
                    <a:pt x="115654" y="94845"/>
                  </a:lnTo>
                  <a:lnTo>
                    <a:pt x="112316" y="91132"/>
                  </a:lnTo>
                  <a:lnTo>
                    <a:pt x="105336" y="90934"/>
                  </a:lnTo>
                  <a:lnTo>
                    <a:pt x="103137" y="92938"/>
                  </a:lnTo>
                  <a:lnTo>
                    <a:pt x="101225" y="94231"/>
                  </a:lnTo>
                  <a:lnTo>
                    <a:pt x="99947" y="95096"/>
                  </a:lnTo>
                  <a:lnTo>
                    <a:pt x="98984" y="94022"/>
                  </a:lnTo>
                  <a:lnTo>
                    <a:pt x="98327" y="93289"/>
                  </a:lnTo>
                  <a:lnTo>
                    <a:pt x="96671" y="94410"/>
                  </a:lnTo>
                  <a:lnTo>
                    <a:pt x="94989" y="95547"/>
                  </a:lnTo>
                  <a:lnTo>
                    <a:pt x="94413" y="94788"/>
                  </a:lnTo>
                  <a:lnTo>
                    <a:pt x="90424" y="89526"/>
                  </a:lnTo>
                  <a:lnTo>
                    <a:pt x="84681" y="89276"/>
                  </a:lnTo>
                  <a:lnTo>
                    <a:pt x="80509" y="92186"/>
                  </a:lnTo>
                  <a:lnTo>
                    <a:pt x="82588" y="96769"/>
                  </a:lnTo>
                  <a:lnTo>
                    <a:pt x="83012" y="97705"/>
                  </a:lnTo>
                  <a:lnTo>
                    <a:pt x="81491" y="106234"/>
                  </a:lnTo>
                  <a:lnTo>
                    <a:pt x="80312" y="109445"/>
                  </a:lnTo>
                  <a:lnTo>
                    <a:pt x="69710" y="107639"/>
                  </a:lnTo>
                  <a:lnTo>
                    <a:pt x="69612" y="109746"/>
                  </a:lnTo>
                  <a:lnTo>
                    <a:pt x="63034" y="115666"/>
                  </a:lnTo>
                  <a:lnTo>
                    <a:pt x="62495" y="115508"/>
                  </a:lnTo>
                  <a:lnTo>
                    <a:pt x="60679" y="114976"/>
                  </a:lnTo>
                  <a:lnTo>
                    <a:pt x="57635" y="114084"/>
                  </a:lnTo>
                  <a:lnTo>
                    <a:pt x="54539" y="110883"/>
                  </a:lnTo>
                  <a:lnTo>
                    <a:pt x="52362" y="106923"/>
                  </a:lnTo>
                  <a:lnTo>
                    <a:pt x="49689" y="107536"/>
                  </a:lnTo>
                  <a:lnTo>
                    <a:pt x="40294" y="109690"/>
                  </a:lnTo>
                  <a:lnTo>
                    <a:pt x="36839" y="110798"/>
                  </a:lnTo>
                  <a:lnTo>
                    <a:pt x="35991" y="114410"/>
                  </a:lnTo>
                  <a:lnTo>
                    <a:pt x="36462" y="120768"/>
                  </a:lnTo>
                  <a:lnTo>
                    <a:pt x="37428" y="122213"/>
                  </a:lnTo>
                  <a:lnTo>
                    <a:pt x="41175" y="124332"/>
                  </a:lnTo>
                  <a:lnTo>
                    <a:pt x="38677" y="127800"/>
                  </a:lnTo>
                  <a:lnTo>
                    <a:pt x="41834" y="130449"/>
                  </a:lnTo>
                  <a:lnTo>
                    <a:pt x="40535" y="132008"/>
                  </a:lnTo>
                  <a:lnTo>
                    <a:pt x="38069" y="131125"/>
                  </a:lnTo>
                  <a:lnTo>
                    <a:pt x="35289" y="129198"/>
                  </a:lnTo>
                  <a:lnTo>
                    <a:pt x="34832" y="128268"/>
                  </a:lnTo>
                  <a:lnTo>
                    <a:pt x="31378" y="130692"/>
                  </a:lnTo>
                  <a:lnTo>
                    <a:pt x="31204" y="130848"/>
                  </a:lnTo>
                  <a:lnTo>
                    <a:pt x="27015" y="128870"/>
                  </a:lnTo>
                  <a:lnTo>
                    <a:pt x="18907" y="127428"/>
                  </a:lnTo>
                  <a:lnTo>
                    <a:pt x="14834" y="127594"/>
                  </a:lnTo>
                  <a:lnTo>
                    <a:pt x="10757" y="124822"/>
                  </a:lnTo>
                  <a:lnTo>
                    <a:pt x="9072" y="124520"/>
                  </a:lnTo>
                  <a:lnTo>
                    <a:pt x="6312" y="124027"/>
                  </a:lnTo>
                  <a:lnTo>
                    <a:pt x="2055" y="119505"/>
                  </a:lnTo>
                  <a:lnTo>
                    <a:pt x="916" y="116093"/>
                  </a:lnTo>
                  <a:lnTo>
                    <a:pt x="0" y="116034"/>
                  </a:lnTo>
                  <a:lnTo>
                    <a:pt x="199" y="112547"/>
                  </a:lnTo>
                  <a:lnTo>
                    <a:pt x="3775" y="112309"/>
                  </a:lnTo>
                  <a:lnTo>
                    <a:pt x="5543" y="109491"/>
                  </a:lnTo>
                  <a:lnTo>
                    <a:pt x="9238" y="107838"/>
                  </a:lnTo>
                  <a:lnTo>
                    <a:pt x="9591" y="104707"/>
                  </a:lnTo>
                  <a:lnTo>
                    <a:pt x="10416" y="102038"/>
                  </a:lnTo>
                  <a:lnTo>
                    <a:pt x="2758" y="101235"/>
                  </a:lnTo>
                  <a:lnTo>
                    <a:pt x="2450" y="101171"/>
                  </a:lnTo>
                  <a:lnTo>
                    <a:pt x="3409" y="99169"/>
                  </a:lnTo>
                  <a:lnTo>
                    <a:pt x="8926" y="95747"/>
                  </a:lnTo>
                  <a:lnTo>
                    <a:pt x="10399" y="94834"/>
                  </a:lnTo>
                  <a:lnTo>
                    <a:pt x="19198" y="92777"/>
                  </a:lnTo>
                  <a:lnTo>
                    <a:pt x="20248" y="91001"/>
                  </a:lnTo>
                  <a:lnTo>
                    <a:pt x="5357" y="85157"/>
                  </a:lnTo>
                  <a:lnTo>
                    <a:pt x="942" y="82839"/>
                  </a:lnTo>
                  <a:lnTo>
                    <a:pt x="1662" y="81813"/>
                  </a:lnTo>
                  <a:lnTo>
                    <a:pt x="2952" y="79976"/>
                  </a:lnTo>
                  <a:lnTo>
                    <a:pt x="3289" y="80091"/>
                  </a:lnTo>
                  <a:lnTo>
                    <a:pt x="6800" y="81439"/>
                  </a:lnTo>
                  <a:lnTo>
                    <a:pt x="7545" y="81443"/>
                  </a:lnTo>
                  <a:lnTo>
                    <a:pt x="10616" y="81656"/>
                  </a:lnTo>
                  <a:lnTo>
                    <a:pt x="13986" y="81945"/>
                  </a:lnTo>
                  <a:lnTo>
                    <a:pt x="16318" y="82041"/>
                  </a:lnTo>
                  <a:lnTo>
                    <a:pt x="25182" y="85404"/>
                  </a:lnTo>
                  <a:lnTo>
                    <a:pt x="28083" y="86091"/>
                  </a:lnTo>
                  <a:lnTo>
                    <a:pt x="30283" y="83873"/>
                  </a:lnTo>
                  <a:lnTo>
                    <a:pt x="37119" y="69784"/>
                  </a:lnTo>
                  <a:lnTo>
                    <a:pt x="38886" y="66051"/>
                  </a:lnTo>
                  <a:lnTo>
                    <a:pt x="37001" y="62367"/>
                  </a:lnTo>
                  <a:lnTo>
                    <a:pt x="28872" y="66967"/>
                  </a:lnTo>
                  <a:lnTo>
                    <a:pt x="26799" y="67978"/>
                  </a:lnTo>
                  <a:lnTo>
                    <a:pt x="21262" y="69278"/>
                  </a:lnTo>
                  <a:lnTo>
                    <a:pt x="15531" y="66408"/>
                  </a:lnTo>
                  <a:lnTo>
                    <a:pt x="15053" y="63228"/>
                  </a:lnTo>
                  <a:lnTo>
                    <a:pt x="14432" y="59103"/>
                  </a:lnTo>
                  <a:lnTo>
                    <a:pt x="19678" y="58719"/>
                  </a:lnTo>
                  <a:lnTo>
                    <a:pt x="19136" y="54318"/>
                  </a:lnTo>
                  <a:lnTo>
                    <a:pt x="18784" y="51469"/>
                  </a:lnTo>
                  <a:lnTo>
                    <a:pt x="18230" y="46971"/>
                  </a:lnTo>
                  <a:lnTo>
                    <a:pt x="37662" y="38508"/>
                  </a:lnTo>
                  <a:lnTo>
                    <a:pt x="44313" y="35611"/>
                  </a:lnTo>
                  <a:lnTo>
                    <a:pt x="45561" y="28930"/>
                  </a:lnTo>
                  <a:lnTo>
                    <a:pt x="38752" y="28593"/>
                  </a:lnTo>
                  <a:lnTo>
                    <a:pt x="37150" y="28256"/>
                  </a:lnTo>
                  <a:lnTo>
                    <a:pt x="37810" y="24451"/>
                  </a:lnTo>
                  <a:lnTo>
                    <a:pt x="34738" y="23477"/>
                  </a:lnTo>
                  <a:lnTo>
                    <a:pt x="35871" y="19474"/>
                  </a:lnTo>
                  <a:lnTo>
                    <a:pt x="36670" y="16828"/>
                  </a:lnTo>
                  <a:lnTo>
                    <a:pt x="37968" y="15740"/>
                  </a:lnTo>
                  <a:lnTo>
                    <a:pt x="40466" y="18799"/>
                  </a:lnTo>
                  <a:lnTo>
                    <a:pt x="46827" y="19521"/>
                  </a:lnTo>
                  <a:lnTo>
                    <a:pt x="46777" y="19858"/>
                  </a:lnTo>
                  <a:lnTo>
                    <a:pt x="46723" y="23135"/>
                  </a:lnTo>
                  <a:lnTo>
                    <a:pt x="48239" y="23281"/>
                  </a:lnTo>
                  <a:lnTo>
                    <a:pt x="48612" y="23240"/>
                  </a:lnTo>
                  <a:lnTo>
                    <a:pt x="51481" y="22926"/>
                  </a:lnTo>
                  <a:lnTo>
                    <a:pt x="53460" y="22812"/>
                  </a:lnTo>
                  <a:lnTo>
                    <a:pt x="54709" y="22730"/>
                  </a:lnTo>
                  <a:lnTo>
                    <a:pt x="55651" y="22669"/>
                  </a:lnTo>
                  <a:lnTo>
                    <a:pt x="57045" y="22589"/>
                  </a:lnTo>
                  <a:lnTo>
                    <a:pt x="58557" y="22589"/>
                  </a:lnTo>
                  <a:lnTo>
                    <a:pt x="63632" y="22458"/>
                  </a:lnTo>
                  <a:lnTo>
                    <a:pt x="67258" y="26587"/>
                  </a:lnTo>
                  <a:lnTo>
                    <a:pt x="68477" y="25250"/>
                  </a:lnTo>
                  <a:lnTo>
                    <a:pt x="72600" y="22250"/>
                  </a:lnTo>
                  <a:lnTo>
                    <a:pt x="73778" y="21527"/>
                  </a:lnTo>
                  <a:lnTo>
                    <a:pt x="75427" y="23615"/>
                  </a:lnTo>
                  <a:lnTo>
                    <a:pt x="81004" y="19883"/>
                  </a:lnTo>
                  <a:lnTo>
                    <a:pt x="86847" y="15853"/>
                  </a:lnTo>
                  <a:lnTo>
                    <a:pt x="93384" y="10983"/>
                  </a:lnTo>
                  <a:lnTo>
                    <a:pt x="92474" y="9073"/>
                  </a:lnTo>
                  <a:lnTo>
                    <a:pt x="91000" y="4811"/>
                  </a:lnTo>
                  <a:lnTo>
                    <a:pt x="90623" y="3391"/>
                  </a:lnTo>
                  <a:lnTo>
                    <a:pt x="90859" y="2760"/>
                  </a:lnTo>
                  <a:lnTo>
                    <a:pt x="91291" y="2218"/>
                  </a:lnTo>
                  <a:lnTo>
                    <a:pt x="92131" y="1536"/>
                  </a:lnTo>
                  <a:lnTo>
                    <a:pt x="94076" y="589"/>
                  </a:lnTo>
                  <a:lnTo>
                    <a:pt x="95325" y="0"/>
                  </a:lnTo>
                  <a:lnTo>
                    <a:pt x="95376" y="3064"/>
                  </a:lnTo>
                  <a:lnTo>
                    <a:pt x="96523" y="7097"/>
                  </a:lnTo>
                  <a:lnTo>
                    <a:pt x="97763" y="9944"/>
                  </a:lnTo>
                  <a:lnTo>
                    <a:pt x="100030" y="14391"/>
                  </a:lnTo>
                  <a:lnTo>
                    <a:pt x="102693" y="18818"/>
                  </a:lnTo>
                  <a:lnTo>
                    <a:pt x="103052" y="19415"/>
                  </a:lnTo>
                  <a:lnTo>
                    <a:pt x="103690" y="20393"/>
                  </a:lnTo>
                  <a:lnTo>
                    <a:pt x="103938" y="2077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g166"/>
            <p:cNvSpPr/>
            <p:nvPr/>
          </p:nvSpPr>
          <p:spPr>
            <a:xfrm>
              <a:off x="2370016" y="5254977"/>
              <a:ext cx="152277" cy="133750"/>
            </a:xfrm>
            <a:custGeom>
              <a:avLst/>
              <a:pathLst>
                <a:path w="152277" h="133750">
                  <a:moveTo>
                    <a:pt x="112731" y="11962"/>
                  </a:moveTo>
                  <a:lnTo>
                    <a:pt x="114157" y="13905"/>
                  </a:lnTo>
                  <a:lnTo>
                    <a:pt x="114263" y="14049"/>
                  </a:lnTo>
                  <a:lnTo>
                    <a:pt x="114560" y="13879"/>
                  </a:lnTo>
                  <a:lnTo>
                    <a:pt x="115829" y="13155"/>
                  </a:lnTo>
                  <a:lnTo>
                    <a:pt x="117866" y="11992"/>
                  </a:lnTo>
                  <a:lnTo>
                    <a:pt x="120159" y="11414"/>
                  </a:lnTo>
                  <a:lnTo>
                    <a:pt x="121510" y="11543"/>
                  </a:lnTo>
                  <a:lnTo>
                    <a:pt x="122641" y="11768"/>
                  </a:lnTo>
                  <a:lnTo>
                    <a:pt x="123646" y="12249"/>
                  </a:lnTo>
                  <a:lnTo>
                    <a:pt x="124777" y="13020"/>
                  </a:lnTo>
                  <a:lnTo>
                    <a:pt x="126988" y="16081"/>
                  </a:lnTo>
                  <a:lnTo>
                    <a:pt x="127937" y="18179"/>
                  </a:lnTo>
                  <a:lnTo>
                    <a:pt x="128099" y="18436"/>
                  </a:lnTo>
                  <a:lnTo>
                    <a:pt x="133366" y="26666"/>
                  </a:lnTo>
                  <a:lnTo>
                    <a:pt x="133449" y="26795"/>
                  </a:lnTo>
                  <a:lnTo>
                    <a:pt x="137761" y="33533"/>
                  </a:lnTo>
                  <a:lnTo>
                    <a:pt x="142445" y="41002"/>
                  </a:lnTo>
                  <a:lnTo>
                    <a:pt x="143144" y="42121"/>
                  </a:lnTo>
                  <a:lnTo>
                    <a:pt x="145015" y="45755"/>
                  </a:lnTo>
                  <a:lnTo>
                    <a:pt x="148505" y="52529"/>
                  </a:lnTo>
                  <a:lnTo>
                    <a:pt x="150091" y="55609"/>
                  </a:lnTo>
                  <a:lnTo>
                    <a:pt x="150430" y="57805"/>
                  </a:lnTo>
                  <a:lnTo>
                    <a:pt x="150507" y="58302"/>
                  </a:lnTo>
                  <a:lnTo>
                    <a:pt x="151224" y="62939"/>
                  </a:lnTo>
                  <a:lnTo>
                    <a:pt x="152277" y="73702"/>
                  </a:lnTo>
                  <a:lnTo>
                    <a:pt x="149170" y="77074"/>
                  </a:lnTo>
                  <a:lnTo>
                    <a:pt x="148011" y="78331"/>
                  </a:lnTo>
                  <a:lnTo>
                    <a:pt x="143984" y="82702"/>
                  </a:lnTo>
                  <a:lnTo>
                    <a:pt x="137948" y="89253"/>
                  </a:lnTo>
                  <a:lnTo>
                    <a:pt x="131172" y="96607"/>
                  </a:lnTo>
                  <a:lnTo>
                    <a:pt x="124241" y="104129"/>
                  </a:lnTo>
                  <a:lnTo>
                    <a:pt x="116684" y="112330"/>
                  </a:lnTo>
                  <a:lnTo>
                    <a:pt x="106212" y="123695"/>
                  </a:lnTo>
                  <a:lnTo>
                    <a:pt x="100231" y="130186"/>
                  </a:lnTo>
                  <a:lnTo>
                    <a:pt x="96942" y="133750"/>
                  </a:lnTo>
                  <a:lnTo>
                    <a:pt x="95126" y="132051"/>
                  </a:lnTo>
                  <a:lnTo>
                    <a:pt x="94254" y="131235"/>
                  </a:lnTo>
                  <a:lnTo>
                    <a:pt x="87506" y="124921"/>
                  </a:lnTo>
                  <a:lnTo>
                    <a:pt x="87107" y="124547"/>
                  </a:lnTo>
                  <a:lnTo>
                    <a:pt x="86940" y="124391"/>
                  </a:lnTo>
                  <a:lnTo>
                    <a:pt x="80036" y="117931"/>
                  </a:lnTo>
                  <a:lnTo>
                    <a:pt x="79654" y="117574"/>
                  </a:lnTo>
                  <a:lnTo>
                    <a:pt x="74172" y="112445"/>
                  </a:lnTo>
                  <a:lnTo>
                    <a:pt x="73140" y="111479"/>
                  </a:lnTo>
                  <a:lnTo>
                    <a:pt x="67276" y="105992"/>
                  </a:lnTo>
                  <a:lnTo>
                    <a:pt x="66682" y="105437"/>
                  </a:lnTo>
                  <a:lnTo>
                    <a:pt x="64917" y="103785"/>
                  </a:lnTo>
                  <a:lnTo>
                    <a:pt x="63242" y="102218"/>
                  </a:lnTo>
                  <a:lnTo>
                    <a:pt x="62373" y="101404"/>
                  </a:lnTo>
                  <a:lnTo>
                    <a:pt x="55900" y="95406"/>
                  </a:lnTo>
                  <a:lnTo>
                    <a:pt x="51099" y="90957"/>
                  </a:lnTo>
                  <a:lnTo>
                    <a:pt x="49169" y="89168"/>
                  </a:lnTo>
                  <a:lnTo>
                    <a:pt x="46391" y="86593"/>
                  </a:lnTo>
                  <a:lnTo>
                    <a:pt x="43760" y="84667"/>
                  </a:lnTo>
                  <a:lnTo>
                    <a:pt x="39833" y="82459"/>
                  </a:lnTo>
                  <a:lnTo>
                    <a:pt x="36237" y="80836"/>
                  </a:lnTo>
                  <a:lnTo>
                    <a:pt x="31027" y="79443"/>
                  </a:lnTo>
                  <a:lnTo>
                    <a:pt x="21214" y="78365"/>
                  </a:lnTo>
                  <a:lnTo>
                    <a:pt x="12944" y="77456"/>
                  </a:lnTo>
                  <a:lnTo>
                    <a:pt x="11407" y="77287"/>
                  </a:lnTo>
                  <a:lnTo>
                    <a:pt x="11088" y="77252"/>
                  </a:lnTo>
                  <a:lnTo>
                    <a:pt x="0" y="76033"/>
                  </a:lnTo>
                  <a:lnTo>
                    <a:pt x="381" y="72895"/>
                  </a:lnTo>
                  <a:lnTo>
                    <a:pt x="2945" y="51827"/>
                  </a:lnTo>
                  <a:lnTo>
                    <a:pt x="2965" y="51664"/>
                  </a:lnTo>
                  <a:lnTo>
                    <a:pt x="3032" y="51111"/>
                  </a:lnTo>
                  <a:lnTo>
                    <a:pt x="3137" y="50247"/>
                  </a:lnTo>
                  <a:lnTo>
                    <a:pt x="4548" y="38200"/>
                  </a:lnTo>
                  <a:lnTo>
                    <a:pt x="4899" y="35211"/>
                  </a:lnTo>
                  <a:lnTo>
                    <a:pt x="7076" y="16627"/>
                  </a:lnTo>
                  <a:lnTo>
                    <a:pt x="7182" y="15722"/>
                  </a:lnTo>
                  <a:lnTo>
                    <a:pt x="7394" y="13909"/>
                  </a:lnTo>
                  <a:lnTo>
                    <a:pt x="8359" y="5671"/>
                  </a:lnTo>
                  <a:lnTo>
                    <a:pt x="8551" y="5098"/>
                  </a:lnTo>
                  <a:lnTo>
                    <a:pt x="9054" y="5171"/>
                  </a:lnTo>
                  <a:lnTo>
                    <a:pt x="20076" y="6764"/>
                  </a:lnTo>
                  <a:lnTo>
                    <a:pt x="20214" y="6784"/>
                  </a:lnTo>
                  <a:lnTo>
                    <a:pt x="30027" y="8115"/>
                  </a:lnTo>
                  <a:lnTo>
                    <a:pt x="39342" y="9259"/>
                  </a:lnTo>
                  <a:lnTo>
                    <a:pt x="47990" y="10321"/>
                  </a:lnTo>
                  <a:lnTo>
                    <a:pt x="57790" y="11524"/>
                  </a:lnTo>
                  <a:lnTo>
                    <a:pt x="60316" y="11834"/>
                  </a:lnTo>
                  <a:lnTo>
                    <a:pt x="67559" y="12723"/>
                  </a:lnTo>
                  <a:lnTo>
                    <a:pt x="67696" y="12740"/>
                  </a:lnTo>
                  <a:lnTo>
                    <a:pt x="72072" y="13218"/>
                  </a:lnTo>
                  <a:lnTo>
                    <a:pt x="76105" y="13323"/>
                  </a:lnTo>
                  <a:lnTo>
                    <a:pt x="76786" y="13341"/>
                  </a:lnTo>
                  <a:lnTo>
                    <a:pt x="95636" y="13223"/>
                  </a:lnTo>
                  <a:lnTo>
                    <a:pt x="96123" y="13220"/>
                  </a:lnTo>
                  <a:lnTo>
                    <a:pt x="96078" y="12639"/>
                  </a:lnTo>
                  <a:lnTo>
                    <a:pt x="96024" y="12062"/>
                  </a:lnTo>
                  <a:lnTo>
                    <a:pt x="95727" y="727"/>
                  </a:lnTo>
                  <a:lnTo>
                    <a:pt x="96232" y="715"/>
                  </a:lnTo>
                  <a:lnTo>
                    <a:pt x="103688" y="369"/>
                  </a:lnTo>
                  <a:lnTo>
                    <a:pt x="111769" y="0"/>
                  </a:lnTo>
                  <a:lnTo>
                    <a:pt x="111668" y="9159"/>
                  </a:lnTo>
                  <a:lnTo>
                    <a:pt x="112041" y="1068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g167"/>
            <p:cNvSpPr/>
            <p:nvPr/>
          </p:nvSpPr>
          <p:spPr>
            <a:xfrm>
              <a:off x="2246112" y="5230237"/>
              <a:ext cx="135493" cy="117103"/>
            </a:xfrm>
            <a:custGeom>
              <a:avLst/>
              <a:pathLst>
                <a:path w="135493" h="117103">
                  <a:moveTo>
                    <a:pt x="104387" y="223"/>
                  </a:moveTo>
                  <a:lnTo>
                    <a:pt x="108929" y="1537"/>
                  </a:lnTo>
                  <a:lnTo>
                    <a:pt x="109384" y="1442"/>
                  </a:lnTo>
                  <a:lnTo>
                    <a:pt x="113709" y="544"/>
                  </a:lnTo>
                  <a:lnTo>
                    <a:pt x="113857" y="513"/>
                  </a:lnTo>
                  <a:lnTo>
                    <a:pt x="113959" y="2097"/>
                  </a:lnTo>
                  <a:lnTo>
                    <a:pt x="114063" y="2734"/>
                  </a:lnTo>
                  <a:lnTo>
                    <a:pt x="114290" y="2740"/>
                  </a:lnTo>
                  <a:lnTo>
                    <a:pt x="119796" y="2897"/>
                  </a:lnTo>
                  <a:lnTo>
                    <a:pt x="120214" y="2909"/>
                  </a:lnTo>
                  <a:lnTo>
                    <a:pt x="119988" y="912"/>
                  </a:lnTo>
                  <a:lnTo>
                    <a:pt x="121168" y="1482"/>
                  </a:lnTo>
                  <a:lnTo>
                    <a:pt x="122265" y="1872"/>
                  </a:lnTo>
                  <a:lnTo>
                    <a:pt x="124219" y="2445"/>
                  </a:lnTo>
                  <a:lnTo>
                    <a:pt x="124786" y="2343"/>
                  </a:lnTo>
                  <a:lnTo>
                    <a:pt x="124971" y="2309"/>
                  </a:lnTo>
                  <a:lnTo>
                    <a:pt x="125360" y="2239"/>
                  </a:lnTo>
                  <a:lnTo>
                    <a:pt x="127657" y="2224"/>
                  </a:lnTo>
                  <a:lnTo>
                    <a:pt x="131455" y="2199"/>
                  </a:lnTo>
                  <a:lnTo>
                    <a:pt x="135046" y="2367"/>
                  </a:lnTo>
                  <a:lnTo>
                    <a:pt x="135493" y="2388"/>
                  </a:lnTo>
                  <a:lnTo>
                    <a:pt x="135458" y="2693"/>
                  </a:lnTo>
                  <a:lnTo>
                    <a:pt x="132983" y="24168"/>
                  </a:lnTo>
                  <a:lnTo>
                    <a:pt x="132332" y="29821"/>
                  </a:lnTo>
                  <a:lnTo>
                    <a:pt x="132263" y="30412"/>
                  </a:lnTo>
                  <a:lnTo>
                    <a:pt x="131298" y="38650"/>
                  </a:lnTo>
                  <a:lnTo>
                    <a:pt x="131086" y="40463"/>
                  </a:lnTo>
                  <a:lnTo>
                    <a:pt x="130980" y="41367"/>
                  </a:lnTo>
                  <a:lnTo>
                    <a:pt x="128802" y="59951"/>
                  </a:lnTo>
                  <a:lnTo>
                    <a:pt x="128452" y="62941"/>
                  </a:lnTo>
                  <a:lnTo>
                    <a:pt x="127041" y="74987"/>
                  </a:lnTo>
                  <a:lnTo>
                    <a:pt x="126936" y="75852"/>
                  </a:lnTo>
                  <a:lnTo>
                    <a:pt x="126869" y="76404"/>
                  </a:lnTo>
                  <a:lnTo>
                    <a:pt x="126849" y="76568"/>
                  </a:lnTo>
                  <a:lnTo>
                    <a:pt x="124285" y="97635"/>
                  </a:lnTo>
                  <a:lnTo>
                    <a:pt x="123903" y="100773"/>
                  </a:lnTo>
                  <a:lnTo>
                    <a:pt x="123796" y="101746"/>
                  </a:lnTo>
                  <a:lnTo>
                    <a:pt x="123661" y="102966"/>
                  </a:lnTo>
                  <a:lnTo>
                    <a:pt x="123430" y="105059"/>
                  </a:lnTo>
                  <a:lnTo>
                    <a:pt x="122464" y="113818"/>
                  </a:lnTo>
                  <a:lnTo>
                    <a:pt x="122350" y="114528"/>
                  </a:lnTo>
                  <a:lnTo>
                    <a:pt x="121737" y="114453"/>
                  </a:lnTo>
                  <a:lnTo>
                    <a:pt x="120053" y="114247"/>
                  </a:lnTo>
                  <a:lnTo>
                    <a:pt x="111706" y="113226"/>
                  </a:lnTo>
                  <a:lnTo>
                    <a:pt x="111350" y="113183"/>
                  </a:lnTo>
                  <a:lnTo>
                    <a:pt x="105061" y="112414"/>
                  </a:lnTo>
                  <a:lnTo>
                    <a:pt x="101568" y="111986"/>
                  </a:lnTo>
                  <a:lnTo>
                    <a:pt x="100767" y="111888"/>
                  </a:lnTo>
                  <a:lnTo>
                    <a:pt x="100842" y="111615"/>
                  </a:lnTo>
                  <a:lnTo>
                    <a:pt x="99669" y="111393"/>
                  </a:lnTo>
                  <a:lnTo>
                    <a:pt x="96741" y="110369"/>
                  </a:lnTo>
                  <a:lnTo>
                    <a:pt x="95504" y="109867"/>
                  </a:lnTo>
                  <a:lnTo>
                    <a:pt x="94586" y="109180"/>
                  </a:lnTo>
                  <a:lnTo>
                    <a:pt x="94181" y="108800"/>
                  </a:lnTo>
                  <a:lnTo>
                    <a:pt x="93365" y="108036"/>
                  </a:lnTo>
                  <a:lnTo>
                    <a:pt x="92458" y="108499"/>
                  </a:lnTo>
                  <a:lnTo>
                    <a:pt x="92008" y="108983"/>
                  </a:lnTo>
                  <a:lnTo>
                    <a:pt x="90011" y="109571"/>
                  </a:lnTo>
                  <a:lnTo>
                    <a:pt x="89065" y="109850"/>
                  </a:lnTo>
                  <a:lnTo>
                    <a:pt x="87637" y="110271"/>
                  </a:lnTo>
                  <a:lnTo>
                    <a:pt x="85642" y="109828"/>
                  </a:lnTo>
                  <a:lnTo>
                    <a:pt x="81734" y="111507"/>
                  </a:lnTo>
                  <a:lnTo>
                    <a:pt x="80147" y="112189"/>
                  </a:lnTo>
                  <a:lnTo>
                    <a:pt x="72590" y="115437"/>
                  </a:lnTo>
                  <a:lnTo>
                    <a:pt x="69552" y="115240"/>
                  </a:lnTo>
                  <a:lnTo>
                    <a:pt x="68519" y="115173"/>
                  </a:lnTo>
                  <a:lnTo>
                    <a:pt x="63414" y="112313"/>
                  </a:lnTo>
                  <a:lnTo>
                    <a:pt x="62211" y="111088"/>
                  </a:lnTo>
                  <a:lnTo>
                    <a:pt x="60785" y="111469"/>
                  </a:lnTo>
                  <a:lnTo>
                    <a:pt x="46296" y="117103"/>
                  </a:lnTo>
                  <a:lnTo>
                    <a:pt x="35203" y="112688"/>
                  </a:lnTo>
                  <a:lnTo>
                    <a:pt x="30196" y="105764"/>
                  </a:lnTo>
                  <a:lnTo>
                    <a:pt x="27742" y="102553"/>
                  </a:lnTo>
                  <a:lnTo>
                    <a:pt x="40014" y="95528"/>
                  </a:lnTo>
                  <a:lnTo>
                    <a:pt x="35498" y="88805"/>
                  </a:lnTo>
                  <a:lnTo>
                    <a:pt x="31767" y="84189"/>
                  </a:lnTo>
                  <a:lnTo>
                    <a:pt x="31665" y="83171"/>
                  </a:lnTo>
                  <a:lnTo>
                    <a:pt x="31375" y="80276"/>
                  </a:lnTo>
                  <a:lnTo>
                    <a:pt x="20696" y="76793"/>
                  </a:lnTo>
                  <a:lnTo>
                    <a:pt x="20643" y="78595"/>
                  </a:lnTo>
                  <a:lnTo>
                    <a:pt x="15617" y="78554"/>
                  </a:lnTo>
                  <a:lnTo>
                    <a:pt x="12868" y="75303"/>
                  </a:lnTo>
                  <a:lnTo>
                    <a:pt x="9246" y="73544"/>
                  </a:lnTo>
                  <a:lnTo>
                    <a:pt x="2904" y="72440"/>
                  </a:lnTo>
                  <a:lnTo>
                    <a:pt x="0" y="71856"/>
                  </a:lnTo>
                  <a:lnTo>
                    <a:pt x="17292" y="41668"/>
                  </a:lnTo>
                  <a:lnTo>
                    <a:pt x="35001" y="37418"/>
                  </a:lnTo>
                  <a:lnTo>
                    <a:pt x="39356" y="43339"/>
                  </a:lnTo>
                  <a:lnTo>
                    <a:pt x="40302" y="44794"/>
                  </a:lnTo>
                  <a:lnTo>
                    <a:pt x="40716" y="45410"/>
                  </a:lnTo>
                  <a:lnTo>
                    <a:pt x="51146" y="39598"/>
                  </a:lnTo>
                  <a:lnTo>
                    <a:pt x="58539" y="37794"/>
                  </a:lnTo>
                  <a:lnTo>
                    <a:pt x="61388" y="36469"/>
                  </a:lnTo>
                  <a:lnTo>
                    <a:pt x="63369" y="35547"/>
                  </a:lnTo>
                  <a:lnTo>
                    <a:pt x="63947" y="35335"/>
                  </a:lnTo>
                  <a:lnTo>
                    <a:pt x="64311" y="35912"/>
                  </a:lnTo>
                  <a:lnTo>
                    <a:pt x="66680" y="39670"/>
                  </a:lnTo>
                  <a:lnTo>
                    <a:pt x="67010" y="40706"/>
                  </a:lnTo>
                  <a:lnTo>
                    <a:pt x="88757" y="38466"/>
                  </a:lnTo>
                  <a:lnTo>
                    <a:pt x="89746" y="36274"/>
                  </a:lnTo>
                  <a:lnTo>
                    <a:pt x="81241" y="31265"/>
                  </a:lnTo>
                  <a:lnTo>
                    <a:pt x="76293" y="18525"/>
                  </a:lnTo>
                  <a:lnTo>
                    <a:pt x="80338" y="6243"/>
                  </a:lnTo>
                  <a:lnTo>
                    <a:pt x="84734" y="3124"/>
                  </a:lnTo>
                  <a:lnTo>
                    <a:pt x="90085" y="3061"/>
                  </a:lnTo>
                  <a:lnTo>
                    <a:pt x="99980" y="5261"/>
                  </a:lnTo>
                  <a:lnTo>
                    <a:pt x="101238" y="0"/>
                  </a:lnTo>
                  <a:lnTo>
                    <a:pt x="101828" y="41"/>
                  </a:lnTo>
                  <a:lnTo>
                    <a:pt x="104025" y="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g168"/>
            <p:cNvSpPr/>
            <p:nvPr/>
          </p:nvSpPr>
          <p:spPr>
            <a:xfrm>
              <a:off x="2261022" y="5480548"/>
              <a:ext cx="155287" cy="207019"/>
            </a:xfrm>
            <a:custGeom>
              <a:avLst/>
              <a:pathLst>
                <a:path w="155287" h="207019">
                  <a:moveTo>
                    <a:pt x="104516" y="154908"/>
                  </a:moveTo>
                  <a:lnTo>
                    <a:pt x="99999" y="172646"/>
                  </a:lnTo>
                  <a:lnTo>
                    <a:pt x="98503" y="179433"/>
                  </a:lnTo>
                  <a:lnTo>
                    <a:pt x="98348" y="180133"/>
                  </a:lnTo>
                  <a:lnTo>
                    <a:pt x="96614" y="187529"/>
                  </a:lnTo>
                  <a:lnTo>
                    <a:pt x="95376" y="193414"/>
                  </a:lnTo>
                  <a:lnTo>
                    <a:pt x="94386" y="197388"/>
                  </a:lnTo>
                  <a:lnTo>
                    <a:pt x="94163" y="197990"/>
                  </a:lnTo>
                  <a:lnTo>
                    <a:pt x="93220" y="199857"/>
                  </a:lnTo>
                  <a:lnTo>
                    <a:pt x="92289" y="201253"/>
                  </a:lnTo>
                  <a:lnTo>
                    <a:pt x="90840" y="202759"/>
                  </a:lnTo>
                  <a:lnTo>
                    <a:pt x="88956" y="204312"/>
                  </a:lnTo>
                  <a:lnTo>
                    <a:pt x="88156" y="204729"/>
                  </a:lnTo>
                  <a:lnTo>
                    <a:pt x="87147" y="204289"/>
                  </a:lnTo>
                  <a:lnTo>
                    <a:pt x="79603" y="207019"/>
                  </a:lnTo>
                  <a:lnTo>
                    <a:pt x="78001" y="204367"/>
                  </a:lnTo>
                  <a:lnTo>
                    <a:pt x="77935" y="201825"/>
                  </a:lnTo>
                  <a:lnTo>
                    <a:pt x="79958" y="201216"/>
                  </a:lnTo>
                  <a:lnTo>
                    <a:pt x="79845" y="200430"/>
                  </a:lnTo>
                  <a:lnTo>
                    <a:pt x="79317" y="196744"/>
                  </a:lnTo>
                  <a:lnTo>
                    <a:pt x="79267" y="196391"/>
                  </a:lnTo>
                  <a:lnTo>
                    <a:pt x="78259" y="196368"/>
                  </a:lnTo>
                  <a:lnTo>
                    <a:pt x="72801" y="194060"/>
                  </a:lnTo>
                  <a:lnTo>
                    <a:pt x="72290" y="195284"/>
                  </a:lnTo>
                  <a:lnTo>
                    <a:pt x="71930" y="195098"/>
                  </a:lnTo>
                  <a:lnTo>
                    <a:pt x="68672" y="193786"/>
                  </a:lnTo>
                  <a:lnTo>
                    <a:pt x="68285" y="193658"/>
                  </a:lnTo>
                  <a:lnTo>
                    <a:pt x="67973" y="194131"/>
                  </a:lnTo>
                  <a:lnTo>
                    <a:pt x="66990" y="195616"/>
                  </a:lnTo>
                  <a:lnTo>
                    <a:pt x="66852" y="195826"/>
                  </a:lnTo>
                  <a:lnTo>
                    <a:pt x="66457" y="195628"/>
                  </a:lnTo>
                  <a:lnTo>
                    <a:pt x="65575" y="195186"/>
                  </a:lnTo>
                  <a:lnTo>
                    <a:pt x="58075" y="191431"/>
                  </a:lnTo>
                  <a:lnTo>
                    <a:pt x="58015" y="191002"/>
                  </a:lnTo>
                  <a:lnTo>
                    <a:pt x="53123" y="191174"/>
                  </a:lnTo>
                  <a:lnTo>
                    <a:pt x="46974" y="189431"/>
                  </a:lnTo>
                  <a:lnTo>
                    <a:pt x="43293" y="187775"/>
                  </a:lnTo>
                  <a:lnTo>
                    <a:pt x="39317" y="182958"/>
                  </a:lnTo>
                  <a:lnTo>
                    <a:pt x="32838" y="180249"/>
                  </a:lnTo>
                  <a:lnTo>
                    <a:pt x="27242" y="179195"/>
                  </a:lnTo>
                  <a:lnTo>
                    <a:pt x="17670" y="178593"/>
                  </a:lnTo>
                  <a:lnTo>
                    <a:pt x="10896" y="174529"/>
                  </a:lnTo>
                  <a:lnTo>
                    <a:pt x="2208" y="170164"/>
                  </a:lnTo>
                  <a:lnTo>
                    <a:pt x="0" y="168960"/>
                  </a:lnTo>
                  <a:lnTo>
                    <a:pt x="689" y="167543"/>
                  </a:lnTo>
                  <a:lnTo>
                    <a:pt x="2604" y="166038"/>
                  </a:lnTo>
                  <a:lnTo>
                    <a:pt x="3487" y="164232"/>
                  </a:lnTo>
                  <a:lnTo>
                    <a:pt x="4224" y="162426"/>
                  </a:lnTo>
                  <a:lnTo>
                    <a:pt x="6580" y="160619"/>
                  </a:lnTo>
                  <a:lnTo>
                    <a:pt x="8788" y="157458"/>
                  </a:lnTo>
                  <a:lnTo>
                    <a:pt x="14826" y="154147"/>
                  </a:lnTo>
                  <a:lnTo>
                    <a:pt x="17035" y="152040"/>
                  </a:lnTo>
                  <a:lnTo>
                    <a:pt x="21894" y="149330"/>
                  </a:lnTo>
                  <a:lnTo>
                    <a:pt x="25870" y="146170"/>
                  </a:lnTo>
                  <a:lnTo>
                    <a:pt x="28962" y="143460"/>
                  </a:lnTo>
                  <a:lnTo>
                    <a:pt x="33233" y="142557"/>
                  </a:lnTo>
                  <a:lnTo>
                    <a:pt x="39565" y="141202"/>
                  </a:lnTo>
                  <a:lnTo>
                    <a:pt x="45308" y="138042"/>
                  </a:lnTo>
                  <a:lnTo>
                    <a:pt x="47958" y="136536"/>
                  </a:lnTo>
                  <a:lnTo>
                    <a:pt x="50020" y="136536"/>
                  </a:lnTo>
                  <a:lnTo>
                    <a:pt x="52818" y="138493"/>
                  </a:lnTo>
                  <a:lnTo>
                    <a:pt x="63715" y="144815"/>
                  </a:lnTo>
                  <a:lnTo>
                    <a:pt x="66218" y="149029"/>
                  </a:lnTo>
                  <a:lnTo>
                    <a:pt x="66255" y="151926"/>
                  </a:lnTo>
                  <a:lnTo>
                    <a:pt x="67453" y="153693"/>
                  </a:lnTo>
                  <a:lnTo>
                    <a:pt x="69283" y="155055"/>
                  </a:lnTo>
                  <a:lnTo>
                    <a:pt x="69494" y="155196"/>
                  </a:lnTo>
                  <a:lnTo>
                    <a:pt x="69937" y="155533"/>
                  </a:lnTo>
                  <a:lnTo>
                    <a:pt x="72112" y="157189"/>
                  </a:lnTo>
                  <a:lnTo>
                    <a:pt x="73758" y="158461"/>
                  </a:lnTo>
                  <a:lnTo>
                    <a:pt x="78636" y="154716"/>
                  </a:lnTo>
                  <a:lnTo>
                    <a:pt x="81192" y="151959"/>
                  </a:lnTo>
                  <a:lnTo>
                    <a:pt x="87097" y="142984"/>
                  </a:lnTo>
                  <a:lnTo>
                    <a:pt x="88369" y="141993"/>
                  </a:lnTo>
                  <a:lnTo>
                    <a:pt x="95003" y="136821"/>
                  </a:lnTo>
                  <a:lnTo>
                    <a:pt x="96978" y="135844"/>
                  </a:lnTo>
                  <a:lnTo>
                    <a:pt x="98265" y="135559"/>
                  </a:lnTo>
                  <a:lnTo>
                    <a:pt x="99081" y="134948"/>
                  </a:lnTo>
                  <a:lnTo>
                    <a:pt x="99339" y="133960"/>
                  </a:lnTo>
                  <a:lnTo>
                    <a:pt x="98945" y="133239"/>
                  </a:lnTo>
                  <a:lnTo>
                    <a:pt x="96182" y="130477"/>
                  </a:lnTo>
                  <a:lnTo>
                    <a:pt x="94323" y="128996"/>
                  </a:lnTo>
                  <a:lnTo>
                    <a:pt x="89946" y="126379"/>
                  </a:lnTo>
                  <a:lnTo>
                    <a:pt x="91157" y="123380"/>
                  </a:lnTo>
                  <a:lnTo>
                    <a:pt x="89889" y="122290"/>
                  </a:lnTo>
                  <a:lnTo>
                    <a:pt x="88139" y="116983"/>
                  </a:lnTo>
                  <a:lnTo>
                    <a:pt x="88407" y="113588"/>
                  </a:lnTo>
                  <a:lnTo>
                    <a:pt x="89738" y="112106"/>
                  </a:lnTo>
                  <a:lnTo>
                    <a:pt x="90268" y="111516"/>
                  </a:lnTo>
                  <a:lnTo>
                    <a:pt x="92244" y="109315"/>
                  </a:lnTo>
                  <a:lnTo>
                    <a:pt x="94570" y="107494"/>
                  </a:lnTo>
                  <a:lnTo>
                    <a:pt x="96907" y="105664"/>
                  </a:lnTo>
                  <a:lnTo>
                    <a:pt x="102978" y="100909"/>
                  </a:lnTo>
                  <a:lnTo>
                    <a:pt x="108894" y="96276"/>
                  </a:lnTo>
                  <a:lnTo>
                    <a:pt x="111231" y="94759"/>
                  </a:lnTo>
                  <a:lnTo>
                    <a:pt x="113201" y="90413"/>
                  </a:lnTo>
                  <a:lnTo>
                    <a:pt x="113814" y="88531"/>
                  </a:lnTo>
                  <a:lnTo>
                    <a:pt x="114357" y="82347"/>
                  </a:lnTo>
                  <a:lnTo>
                    <a:pt x="111772" y="81691"/>
                  </a:lnTo>
                  <a:lnTo>
                    <a:pt x="106621" y="78662"/>
                  </a:lnTo>
                  <a:lnTo>
                    <a:pt x="98692" y="75923"/>
                  </a:lnTo>
                  <a:lnTo>
                    <a:pt x="94459" y="74461"/>
                  </a:lnTo>
                  <a:lnTo>
                    <a:pt x="89954" y="71755"/>
                  </a:lnTo>
                  <a:lnTo>
                    <a:pt x="85166" y="68478"/>
                  </a:lnTo>
                  <a:lnTo>
                    <a:pt x="84875" y="68279"/>
                  </a:lnTo>
                  <a:lnTo>
                    <a:pt x="76101" y="63604"/>
                  </a:lnTo>
                  <a:lnTo>
                    <a:pt x="65125" y="58059"/>
                  </a:lnTo>
                  <a:lnTo>
                    <a:pt x="62042" y="55213"/>
                  </a:lnTo>
                  <a:lnTo>
                    <a:pt x="60505" y="40918"/>
                  </a:lnTo>
                  <a:lnTo>
                    <a:pt x="59634" y="32095"/>
                  </a:lnTo>
                  <a:lnTo>
                    <a:pt x="60230" y="31098"/>
                  </a:lnTo>
                  <a:lnTo>
                    <a:pt x="60827" y="30098"/>
                  </a:lnTo>
                  <a:lnTo>
                    <a:pt x="60789" y="29089"/>
                  </a:lnTo>
                  <a:lnTo>
                    <a:pt x="73070" y="26388"/>
                  </a:lnTo>
                  <a:lnTo>
                    <a:pt x="80511" y="24434"/>
                  </a:lnTo>
                  <a:lnTo>
                    <a:pt x="82243" y="23979"/>
                  </a:lnTo>
                  <a:lnTo>
                    <a:pt x="86013" y="23366"/>
                  </a:lnTo>
                  <a:lnTo>
                    <a:pt x="107312" y="19901"/>
                  </a:lnTo>
                  <a:lnTo>
                    <a:pt x="108727" y="19650"/>
                  </a:lnTo>
                  <a:lnTo>
                    <a:pt x="111811" y="19102"/>
                  </a:lnTo>
                  <a:lnTo>
                    <a:pt x="117616" y="18071"/>
                  </a:lnTo>
                  <a:lnTo>
                    <a:pt x="117827" y="18035"/>
                  </a:lnTo>
                  <a:lnTo>
                    <a:pt x="126991" y="16461"/>
                  </a:lnTo>
                  <a:lnTo>
                    <a:pt x="129787" y="15980"/>
                  </a:lnTo>
                  <a:lnTo>
                    <a:pt x="130491" y="14344"/>
                  </a:lnTo>
                  <a:lnTo>
                    <a:pt x="133392" y="7604"/>
                  </a:lnTo>
                  <a:lnTo>
                    <a:pt x="134238" y="5640"/>
                  </a:lnTo>
                  <a:lnTo>
                    <a:pt x="136666" y="0"/>
                  </a:lnTo>
                  <a:lnTo>
                    <a:pt x="151442" y="6075"/>
                  </a:lnTo>
                  <a:lnTo>
                    <a:pt x="155015" y="7544"/>
                  </a:lnTo>
                  <a:lnTo>
                    <a:pt x="155287" y="7655"/>
                  </a:lnTo>
                  <a:lnTo>
                    <a:pt x="149825" y="12812"/>
                  </a:lnTo>
                  <a:lnTo>
                    <a:pt x="149388" y="13225"/>
                  </a:lnTo>
                  <a:lnTo>
                    <a:pt x="146407" y="17251"/>
                  </a:lnTo>
                  <a:lnTo>
                    <a:pt x="143930" y="23545"/>
                  </a:lnTo>
                  <a:lnTo>
                    <a:pt x="142746" y="26552"/>
                  </a:lnTo>
                  <a:lnTo>
                    <a:pt x="142311" y="27464"/>
                  </a:lnTo>
                  <a:lnTo>
                    <a:pt x="142171" y="27815"/>
                  </a:lnTo>
                  <a:lnTo>
                    <a:pt x="137633" y="39139"/>
                  </a:lnTo>
                  <a:lnTo>
                    <a:pt x="136896" y="42714"/>
                  </a:lnTo>
                  <a:lnTo>
                    <a:pt x="136958" y="47606"/>
                  </a:lnTo>
                  <a:lnTo>
                    <a:pt x="137488" y="48960"/>
                  </a:lnTo>
                  <a:lnTo>
                    <a:pt x="139255" y="52656"/>
                  </a:lnTo>
                  <a:lnTo>
                    <a:pt x="147165" y="63924"/>
                  </a:lnTo>
                  <a:lnTo>
                    <a:pt x="145257" y="65633"/>
                  </a:lnTo>
                  <a:lnTo>
                    <a:pt x="141443" y="69545"/>
                  </a:lnTo>
                  <a:lnTo>
                    <a:pt x="137086" y="74111"/>
                  </a:lnTo>
                  <a:lnTo>
                    <a:pt x="136424" y="74805"/>
                  </a:lnTo>
                  <a:lnTo>
                    <a:pt x="135186" y="76103"/>
                  </a:lnTo>
                  <a:lnTo>
                    <a:pt x="133466" y="77905"/>
                  </a:lnTo>
                  <a:lnTo>
                    <a:pt x="121595" y="91977"/>
                  </a:lnTo>
                  <a:lnTo>
                    <a:pt x="120196" y="93708"/>
                  </a:lnTo>
                  <a:lnTo>
                    <a:pt x="113520" y="99041"/>
                  </a:lnTo>
                  <a:lnTo>
                    <a:pt x="111360" y="103266"/>
                  </a:lnTo>
                  <a:lnTo>
                    <a:pt x="110095" y="106210"/>
                  </a:lnTo>
                  <a:lnTo>
                    <a:pt x="109375" y="108222"/>
                  </a:lnTo>
                  <a:lnTo>
                    <a:pt x="108366" y="112907"/>
                  </a:lnTo>
                  <a:lnTo>
                    <a:pt x="106337" y="133178"/>
                  </a:lnTo>
                  <a:lnTo>
                    <a:pt x="106228" y="134261"/>
                  </a:lnTo>
                  <a:lnTo>
                    <a:pt x="106045" y="137232"/>
                  </a:lnTo>
                  <a:lnTo>
                    <a:pt x="105874" y="139993"/>
                  </a:lnTo>
                  <a:lnTo>
                    <a:pt x="105342" y="1486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g169"/>
            <p:cNvSpPr/>
            <p:nvPr/>
          </p:nvSpPr>
          <p:spPr>
            <a:xfrm>
              <a:off x="2993100" y="5305844"/>
              <a:ext cx="182594" cy="147889"/>
            </a:xfrm>
            <a:custGeom>
              <a:avLst/>
              <a:pathLst>
                <a:path w="182594" h="147889">
                  <a:moveTo>
                    <a:pt x="155588" y="3166"/>
                  </a:moveTo>
                  <a:lnTo>
                    <a:pt x="160243" y="11505"/>
                  </a:lnTo>
                  <a:lnTo>
                    <a:pt x="171052" y="3889"/>
                  </a:lnTo>
                  <a:lnTo>
                    <a:pt x="174887" y="2096"/>
                  </a:lnTo>
                  <a:lnTo>
                    <a:pt x="171780" y="17547"/>
                  </a:lnTo>
                  <a:lnTo>
                    <a:pt x="168801" y="32361"/>
                  </a:lnTo>
                  <a:lnTo>
                    <a:pt x="168669" y="33932"/>
                  </a:lnTo>
                  <a:lnTo>
                    <a:pt x="167232" y="50991"/>
                  </a:lnTo>
                  <a:lnTo>
                    <a:pt x="167168" y="51595"/>
                  </a:lnTo>
                  <a:lnTo>
                    <a:pt x="182594" y="52499"/>
                  </a:lnTo>
                  <a:lnTo>
                    <a:pt x="182122" y="58132"/>
                  </a:lnTo>
                  <a:lnTo>
                    <a:pt x="181815" y="61800"/>
                  </a:lnTo>
                  <a:lnTo>
                    <a:pt x="181509" y="65445"/>
                  </a:lnTo>
                  <a:lnTo>
                    <a:pt x="181174" y="69450"/>
                  </a:lnTo>
                  <a:lnTo>
                    <a:pt x="180810" y="73790"/>
                  </a:lnTo>
                  <a:lnTo>
                    <a:pt x="180447" y="78123"/>
                  </a:lnTo>
                  <a:lnTo>
                    <a:pt x="178072" y="105154"/>
                  </a:lnTo>
                  <a:lnTo>
                    <a:pt x="177214" y="105091"/>
                  </a:lnTo>
                  <a:lnTo>
                    <a:pt x="156920" y="103608"/>
                  </a:lnTo>
                  <a:lnTo>
                    <a:pt x="156806" y="105186"/>
                  </a:lnTo>
                  <a:lnTo>
                    <a:pt x="156091" y="115084"/>
                  </a:lnTo>
                  <a:lnTo>
                    <a:pt x="155370" y="125073"/>
                  </a:lnTo>
                  <a:lnTo>
                    <a:pt x="156359" y="125160"/>
                  </a:lnTo>
                  <a:lnTo>
                    <a:pt x="156222" y="127942"/>
                  </a:lnTo>
                  <a:lnTo>
                    <a:pt x="155987" y="132724"/>
                  </a:lnTo>
                  <a:lnTo>
                    <a:pt x="155724" y="135585"/>
                  </a:lnTo>
                  <a:lnTo>
                    <a:pt x="155465" y="142732"/>
                  </a:lnTo>
                  <a:lnTo>
                    <a:pt x="154801" y="142739"/>
                  </a:lnTo>
                  <a:lnTo>
                    <a:pt x="151958" y="143073"/>
                  </a:lnTo>
                  <a:lnTo>
                    <a:pt x="145332" y="146752"/>
                  </a:lnTo>
                  <a:lnTo>
                    <a:pt x="144007" y="147488"/>
                  </a:lnTo>
                  <a:lnTo>
                    <a:pt x="140276" y="147889"/>
                  </a:lnTo>
                  <a:lnTo>
                    <a:pt x="137033" y="147325"/>
                  </a:lnTo>
                  <a:lnTo>
                    <a:pt x="123550" y="144977"/>
                  </a:lnTo>
                  <a:lnTo>
                    <a:pt x="116696" y="143784"/>
                  </a:lnTo>
                  <a:lnTo>
                    <a:pt x="116186" y="143696"/>
                  </a:lnTo>
                  <a:lnTo>
                    <a:pt x="115710" y="143613"/>
                  </a:lnTo>
                  <a:lnTo>
                    <a:pt x="105474" y="141831"/>
                  </a:lnTo>
                  <a:lnTo>
                    <a:pt x="104696" y="141695"/>
                  </a:lnTo>
                  <a:lnTo>
                    <a:pt x="97728" y="140482"/>
                  </a:lnTo>
                  <a:lnTo>
                    <a:pt x="79693" y="137201"/>
                  </a:lnTo>
                  <a:lnTo>
                    <a:pt x="75258" y="136570"/>
                  </a:lnTo>
                  <a:lnTo>
                    <a:pt x="73247" y="136334"/>
                  </a:lnTo>
                  <a:lnTo>
                    <a:pt x="59780" y="134748"/>
                  </a:lnTo>
                  <a:lnTo>
                    <a:pt x="53734" y="134037"/>
                  </a:lnTo>
                  <a:lnTo>
                    <a:pt x="42543" y="129973"/>
                  </a:lnTo>
                  <a:lnTo>
                    <a:pt x="38346" y="129279"/>
                  </a:lnTo>
                  <a:lnTo>
                    <a:pt x="37401" y="129194"/>
                  </a:lnTo>
                  <a:lnTo>
                    <a:pt x="35928" y="129062"/>
                  </a:lnTo>
                  <a:lnTo>
                    <a:pt x="35455" y="126011"/>
                  </a:lnTo>
                  <a:lnTo>
                    <a:pt x="34546" y="120147"/>
                  </a:lnTo>
                  <a:lnTo>
                    <a:pt x="34239" y="118167"/>
                  </a:lnTo>
                  <a:lnTo>
                    <a:pt x="34145" y="117561"/>
                  </a:lnTo>
                  <a:lnTo>
                    <a:pt x="34115" y="117368"/>
                  </a:lnTo>
                  <a:lnTo>
                    <a:pt x="34091" y="117216"/>
                  </a:lnTo>
                  <a:lnTo>
                    <a:pt x="32819" y="117377"/>
                  </a:lnTo>
                  <a:lnTo>
                    <a:pt x="26898" y="117816"/>
                  </a:lnTo>
                  <a:lnTo>
                    <a:pt x="22580" y="117314"/>
                  </a:lnTo>
                  <a:lnTo>
                    <a:pt x="14662" y="116167"/>
                  </a:lnTo>
                  <a:lnTo>
                    <a:pt x="8833" y="114474"/>
                  </a:lnTo>
                  <a:lnTo>
                    <a:pt x="4004" y="112903"/>
                  </a:lnTo>
                  <a:lnTo>
                    <a:pt x="0" y="110633"/>
                  </a:lnTo>
                  <a:lnTo>
                    <a:pt x="4187" y="100526"/>
                  </a:lnTo>
                  <a:lnTo>
                    <a:pt x="8113" y="102277"/>
                  </a:lnTo>
                  <a:lnTo>
                    <a:pt x="9250" y="102783"/>
                  </a:lnTo>
                  <a:lnTo>
                    <a:pt x="10647" y="103320"/>
                  </a:lnTo>
                  <a:lnTo>
                    <a:pt x="12000" y="103839"/>
                  </a:lnTo>
                  <a:lnTo>
                    <a:pt x="12885" y="101497"/>
                  </a:lnTo>
                  <a:lnTo>
                    <a:pt x="13090" y="100954"/>
                  </a:lnTo>
                  <a:lnTo>
                    <a:pt x="12123" y="100615"/>
                  </a:lnTo>
                  <a:lnTo>
                    <a:pt x="11556" y="100437"/>
                  </a:lnTo>
                  <a:lnTo>
                    <a:pt x="10638" y="100148"/>
                  </a:lnTo>
                  <a:lnTo>
                    <a:pt x="9465" y="99778"/>
                  </a:lnTo>
                  <a:lnTo>
                    <a:pt x="8802" y="99221"/>
                  </a:lnTo>
                  <a:lnTo>
                    <a:pt x="8331" y="98566"/>
                  </a:lnTo>
                  <a:lnTo>
                    <a:pt x="8393" y="98410"/>
                  </a:lnTo>
                  <a:lnTo>
                    <a:pt x="9938" y="94507"/>
                  </a:lnTo>
                  <a:lnTo>
                    <a:pt x="10890" y="92391"/>
                  </a:lnTo>
                  <a:lnTo>
                    <a:pt x="13612" y="93475"/>
                  </a:lnTo>
                  <a:lnTo>
                    <a:pt x="14350" y="91945"/>
                  </a:lnTo>
                  <a:lnTo>
                    <a:pt x="14871" y="91212"/>
                  </a:lnTo>
                  <a:lnTo>
                    <a:pt x="16055" y="90389"/>
                  </a:lnTo>
                  <a:lnTo>
                    <a:pt x="16840" y="89790"/>
                  </a:lnTo>
                  <a:lnTo>
                    <a:pt x="17054" y="89627"/>
                  </a:lnTo>
                  <a:lnTo>
                    <a:pt x="17798" y="89060"/>
                  </a:lnTo>
                  <a:lnTo>
                    <a:pt x="16500" y="88081"/>
                  </a:lnTo>
                  <a:lnTo>
                    <a:pt x="16006" y="87708"/>
                  </a:lnTo>
                  <a:lnTo>
                    <a:pt x="14527" y="84573"/>
                  </a:lnTo>
                  <a:lnTo>
                    <a:pt x="13891" y="83286"/>
                  </a:lnTo>
                  <a:lnTo>
                    <a:pt x="13763" y="83178"/>
                  </a:lnTo>
                  <a:lnTo>
                    <a:pt x="13613" y="83054"/>
                  </a:lnTo>
                  <a:lnTo>
                    <a:pt x="10259" y="80179"/>
                  </a:lnTo>
                  <a:lnTo>
                    <a:pt x="9886" y="79775"/>
                  </a:lnTo>
                  <a:lnTo>
                    <a:pt x="15356" y="74530"/>
                  </a:lnTo>
                  <a:lnTo>
                    <a:pt x="19244" y="71790"/>
                  </a:lnTo>
                  <a:lnTo>
                    <a:pt x="23455" y="69111"/>
                  </a:lnTo>
                  <a:lnTo>
                    <a:pt x="25491" y="68157"/>
                  </a:lnTo>
                  <a:lnTo>
                    <a:pt x="28707" y="54163"/>
                  </a:lnTo>
                  <a:lnTo>
                    <a:pt x="26158" y="52730"/>
                  </a:lnTo>
                  <a:lnTo>
                    <a:pt x="25576" y="52402"/>
                  </a:lnTo>
                  <a:lnTo>
                    <a:pt x="27785" y="44003"/>
                  </a:lnTo>
                  <a:lnTo>
                    <a:pt x="29529" y="37284"/>
                  </a:lnTo>
                  <a:lnTo>
                    <a:pt x="31142" y="36447"/>
                  </a:lnTo>
                  <a:lnTo>
                    <a:pt x="32953" y="33658"/>
                  </a:lnTo>
                  <a:lnTo>
                    <a:pt x="34371" y="33438"/>
                  </a:lnTo>
                  <a:lnTo>
                    <a:pt x="37032" y="34461"/>
                  </a:lnTo>
                  <a:lnTo>
                    <a:pt x="39517" y="32036"/>
                  </a:lnTo>
                  <a:lnTo>
                    <a:pt x="40303" y="31290"/>
                  </a:lnTo>
                  <a:lnTo>
                    <a:pt x="42682" y="27683"/>
                  </a:lnTo>
                  <a:lnTo>
                    <a:pt x="44649" y="27670"/>
                  </a:lnTo>
                  <a:lnTo>
                    <a:pt x="51993" y="31270"/>
                  </a:lnTo>
                  <a:lnTo>
                    <a:pt x="57754" y="26764"/>
                  </a:lnTo>
                  <a:lnTo>
                    <a:pt x="61330" y="27330"/>
                  </a:lnTo>
                  <a:lnTo>
                    <a:pt x="62920" y="31601"/>
                  </a:lnTo>
                  <a:lnTo>
                    <a:pt x="63067" y="32112"/>
                  </a:lnTo>
                  <a:lnTo>
                    <a:pt x="72403" y="32865"/>
                  </a:lnTo>
                  <a:lnTo>
                    <a:pt x="75907" y="29094"/>
                  </a:lnTo>
                  <a:lnTo>
                    <a:pt x="80226" y="29369"/>
                  </a:lnTo>
                  <a:lnTo>
                    <a:pt x="81975" y="32534"/>
                  </a:lnTo>
                  <a:lnTo>
                    <a:pt x="85686" y="30096"/>
                  </a:lnTo>
                  <a:lnTo>
                    <a:pt x="86419" y="27450"/>
                  </a:lnTo>
                  <a:lnTo>
                    <a:pt x="87868" y="27148"/>
                  </a:lnTo>
                  <a:lnTo>
                    <a:pt x="96917" y="29326"/>
                  </a:lnTo>
                  <a:lnTo>
                    <a:pt x="94945" y="35248"/>
                  </a:lnTo>
                  <a:lnTo>
                    <a:pt x="95610" y="35883"/>
                  </a:lnTo>
                  <a:lnTo>
                    <a:pt x="102679" y="36447"/>
                  </a:lnTo>
                  <a:lnTo>
                    <a:pt x="106495" y="36782"/>
                  </a:lnTo>
                  <a:lnTo>
                    <a:pt x="110492" y="37536"/>
                  </a:lnTo>
                  <a:lnTo>
                    <a:pt x="113222" y="40451"/>
                  </a:lnTo>
                  <a:lnTo>
                    <a:pt x="114813" y="40060"/>
                  </a:lnTo>
                  <a:lnTo>
                    <a:pt x="114695" y="38434"/>
                  </a:lnTo>
                  <a:lnTo>
                    <a:pt x="115520" y="37531"/>
                  </a:lnTo>
                  <a:lnTo>
                    <a:pt x="112806" y="32459"/>
                  </a:lnTo>
                  <a:lnTo>
                    <a:pt x="113298" y="31815"/>
                  </a:lnTo>
                  <a:lnTo>
                    <a:pt x="116315" y="29132"/>
                  </a:lnTo>
                  <a:lnTo>
                    <a:pt x="118251" y="28909"/>
                  </a:lnTo>
                  <a:lnTo>
                    <a:pt x="118706" y="28675"/>
                  </a:lnTo>
                  <a:lnTo>
                    <a:pt x="123854" y="25133"/>
                  </a:lnTo>
                  <a:lnTo>
                    <a:pt x="125438" y="26337"/>
                  </a:lnTo>
                  <a:lnTo>
                    <a:pt x="126204" y="27289"/>
                  </a:lnTo>
                  <a:lnTo>
                    <a:pt x="126635" y="27966"/>
                  </a:lnTo>
                  <a:lnTo>
                    <a:pt x="126858" y="28317"/>
                  </a:lnTo>
                  <a:lnTo>
                    <a:pt x="127136" y="28632"/>
                  </a:lnTo>
                  <a:lnTo>
                    <a:pt x="127781" y="29361"/>
                  </a:lnTo>
                  <a:lnTo>
                    <a:pt x="129253" y="31242"/>
                  </a:lnTo>
                  <a:lnTo>
                    <a:pt x="129666" y="31769"/>
                  </a:lnTo>
                  <a:lnTo>
                    <a:pt x="129961" y="32476"/>
                  </a:lnTo>
                  <a:lnTo>
                    <a:pt x="130426" y="33588"/>
                  </a:lnTo>
                  <a:lnTo>
                    <a:pt x="130642" y="34104"/>
                  </a:lnTo>
                  <a:lnTo>
                    <a:pt x="130588" y="34364"/>
                  </a:lnTo>
                  <a:lnTo>
                    <a:pt x="130623" y="34672"/>
                  </a:lnTo>
                  <a:lnTo>
                    <a:pt x="130793" y="34917"/>
                  </a:lnTo>
                  <a:lnTo>
                    <a:pt x="131509" y="35672"/>
                  </a:lnTo>
                  <a:lnTo>
                    <a:pt x="131758" y="35935"/>
                  </a:lnTo>
                  <a:lnTo>
                    <a:pt x="132539" y="36454"/>
                  </a:lnTo>
                  <a:lnTo>
                    <a:pt x="133161" y="36867"/>
                  </a:lnTo>
                  <a:lnTo>
                    <a:pt x="133994" y="37095"/>
                  </a:lnTo>
                  <a:lnTo>
                    <a:pt x="134631" y="37269"/>
                  </a:lnTo>
                  <a:lnTo>
                    <a:pt x="135101" y="37397"/>
                  </a:lnTo>
                  <a:lnTo>
                    <a:pt x="135733" y="37570"/>
                  </a:lnTo>
                  <a:lnTo>
                    <a:pt x="136073" y="38413"/>
                  </a:lnTo>
                  <a:lnTo>
                    <a:pt x="136759" y="40116"/>
                  </a:lnTo>
                  <a:lnTo>
                    <a:pt x="136833" y="40299"/>
                  </a:lnTo>
                  <a:lnTo>
                    <a:pt x="137762" y="41334"/>
                  </a:lnTo>
                  <a:lnTo>
                    <a:pt x="138548" y="41063"/>
                  </a:lnTo>
                  <a:lnTo>
                    <a:pt x="142204" y="39803"/>
                  </a:lnTo>
                  <a:lnTo>
                    <a:pt x="142799" y="39598"/>
                  </a:lnTo>
                  <a:lnTo>
                    <a:pt x="142740" y="38317"/>
                  </a:lnTo>
                  <a:lnTo>
                    <a:pt x="142490" y="36961"/>
                  </a:lnTo>
                  <a:lnTo>
                    <a:pt x="141896" y="34944"/>
                  </a:lnTo>
                  <a:lnTo>
                    <a:pt x="141390" y="33228"/>
                  </a:lnTo>
                  <a:lnTo>
                    <a:pt x="140647" y="30902"/>
                  </a:lnTo>
                  <a:lnTo>
                    <a:pt x="139175" y="26293"/>
                  </a:lnTo>
                  <a:lnTo>
                    <a:pt x="138288" y="23514"/>
                  </a:lnTo>
                  <a:lnTo>
                    <a:pt x="138126" y="22786"/>
                  </a:lnTo>
                  <a:lnTo>
                    <a:pt x="137620" y="20504"/>
                  </a:lnTo>
                  <a:lnTo>
                    <a:pt x="137438" y="18234"/>
                  </a:lnTo>
                  <a:lnTo>
                    <a:pt x="137375" y="17453"/>
                  </a:lnTo>
                  <a:lnTo>
                    <a:pt x="137542" y="15085"/>
                  </a:lnTo>
                  <a:lnTo>
                    <a:pt x="137726" y="14357"/>
                  </a:lnTo>
                  <a:lnTo>
                    <a:pt x="138170" y="12597"/>
                  </a:lnTo>
                  <a:lnTo>
                    <a:pt x="139191" y="10269"/>
                  </a:lnTo>
                  <a:lnTo>
                    <a:pt x="140376" y="8452"/>
                  </a:lnTo>
                  <a:lnTo>
                    <a:pt x="140526" y="8222"/>
                  </a:lnTo>
                  <a:lnTo>
                    <a:pt x="142843" y="5653"/>
                  </a:lnTo>
                  <a:lnTo>
                    <a:pt x="144444" y="4556"/>
                  </a:lnTo>
                  <a:lnTo>
                    <a:pt x="144650" y="4414"/>
                  </a:lnTo>
                  <a:lnTo>
                    <a:pt x="146485" y="3234"/>
                  </a:lnTo>
                  <a:lnTo>
                    <a:pt x="147036" y="2879"/>
                  </a:lnTo>
                  <a:lnTo>
                    <a:pt x="147252" y="2781"/>
                  </a:lnTo>
                  <a:lnTo>
                    <a:pt x="149930" y="1570"/>
                  </a:lnTo>
                  <a:lnTo>
                    <a:pt x="151639" y="796"/>
                  </a:lnTo>
                  <a:lnTo>
                    <a:pt x="153593" y="131"/>
                  </a:lnTo>
                  <a:lnTo>
                    <a:pt x="153760" y="74"/>
                  </a:lnTo>
                  <a:lnTo>
                    <a:pt x="153978" y="0"/>
                  </a:lnTo>
                  <a:lnTo>
                    <a:pt x="154146" y="3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g170"/>
            <p:cNvSpPr/>
            <p:nvPr/>
          </p:nvSpPr>
          <p:spPr>
            <a:xfrm>
              <a:off x="3108949" y="5224150"/>
              <a:ext cx="238116" cy="232116"/>
            </a:xfrm>
            <a:custGeom>
              <a:avLst/>
              <a:pathLst>
                <a:path w="238116" h="232116">
                  <a:moveTo>
                    <a:pt x="120008" y="19912"/>
                  </a:moveTo>
                  <a:lnTo>
                    <a:pt x="126692" y="26465"/>
                  </a:lnTo>
                  <a:lnTo>
                    <a:pt x="139237" y="33793"/>
                  </a:lnTo>
                  <a:lnTo>
                    <a:pt x="149175" y="37123"/>
                  </a:lnTo>
                  <a:lnTo>
                    <a:pt x="151438" y="36436"/>
                  </a:lnTo>
                  <a:lnTo>
                    <a:pt x="152487" y="37635"/>
                  </a:lnTo>
                  <a:lnTo>
                    <a:pt x="153156" y="38071"/>
                  </a:lnTo>
                  <a:lnTo>
                    <a:pt x="153403" y="38233"/>
                  </a:lnTo>
                  <a:lnTo>
                    <a:pt x="153595" y="38445"/>
                  </a:lnTo>
                  <a:lnTo>
                    <a:pt x="155954" y="41062"/>
                  </a:lnTo>
                  <a:lnTo>
                    <a:pt x="156927" y="42141"/>
                  </a:lnTo>
                  <a:lnTo>
                    <a:pt x="157248" y="42488"/>
                  </a:lnTo>
                  <a:lnTo>
                    <a:pt x="158893" y="44267"/>
                  </a:lnTo>
                  <a:lnTo>
                    <a:pt x="159128" y="44520"/>
                  </a:lnTo>
                  <a:lnTo>
                    <a:pt x="159545" y="44972"/>
                  </a:lnTo>
                  <a:lnTo>
                    <a:pt x="166905" y="40759"/>
                  </a:lnTo>
                  <a:lnTo>
                    <a:pt x="172792" y="37196"/>
                  </a:lnTo>
                  <a:lnTo>
                    <a:pt x="175359" y="35643"/>
                  </a:lnTo>
                  <a:lnTo>
                    <a:pt x="182501" y="31787"/>
                  </a:lnTo>
                  <a:lnTo>
                    <a:pt x="183352" y="31328"/>
                  </a:lnTo>
                  <a:lnTo>
                    <a:pt x="184569" y="34284"/>
                  </a:lnTo>
                  <a:lnTo>
                    <a:pt x="190752" y="49304"/>
                  </a:lnTo>
                  <a:lnTo>
                    <a:pt x="197419" y="65394"/>
                  </a:lnTo>
                  <a:lnTo>
                    <a:pt x="197808" y="66333"/>
                  </a:lnTo>
                  <a:lnTo>
                    <a:pt x="198066" y="67211"/>
                  </a:lnTo>
                  <a:lnTo>
                    <a:pt x="198303" y="67785"/>
                  </a:lnTo>
                  <a:lnTo>
                    <a:pt x="201648" y="75872"/>
                  </a:lnTo>
                  <a:lnTo>
                    <a:pt x="205313" y="85098"/>
                  </a:lnTo>
                  <a:lnTo>
                    <a:pt x="205448" y="85399"/>
                  </a:lnTo>
                  <a:lnTo>
                    <a:pt x="207321" y="89588"/>
                  </a:lnTo>
                  <a:lnTo>
                    <a:pt x="209779" y="95475"/>
                  </a:lnTo>
                  <a:lnTo>
                    <a:pt x="213274" y="103846"/>
                  </a:lnTo>
                  <a:lnTo>
                    <a:pt x="213461" y="104294"/>
                  </a:lnTo>
                  <a:lnTo>
                    <a:pt x="216919" y="112576"/>
                  </a:lnTo>
                  <a:lnTo>
                    <a:pt x="217431" y="113800"/>
                  </a:lnTo>
                  <a:lnTo>
                    <a:pt x="218033" y="115237"/>
                  </a:lnTo>
                  <a:lnTo>
                    <a:pt x="227419" y="137633"/>
                  </a:lnTo>
                  <a:lnTo>
                    <a:pt x="227657" y="138201"/>
                  </a:lnTo>
                  <a:lnTo>
                    <a:pt x="232663" y="150145"/>
                  </a:lnTo>
                  <a:lnTo>
                    <a:pt x="233717" y="152659"/>
                  </a:lnTo>
                  <a:lnTo>
                    <a:pt x="236972" y="160425"/>
                  </a:lnTo>
                  <a:lnTo>
                    <a:pt x="238116" y="163154"/>
                  </a:lnTo>
                  <a:lnTo>
                    <a:pt x="236037" y="164028"/>
                  </a:lnTo>
                  <a:lnTo>
                    <a:pt x="209525" y="175177"/>
                  </a:lnTo>
                  <a:lnTo>
                    <a:pt x="207381" y="176078"/>
                  </a:lnTo>
                  <a:lnTo>
                    <a:pt x="208248" y="178838"/>
                  </a:lnTo>
                  <a:lnTo>
                    <a:pt x="212814" y="193366"/>
                  </a:lnTo>
                  <a:lnTo>
                    <a:pt x="214511" y="198768"/>
                  </a:lnTo>
                  <a:lnTo>
                    <a:pt x="215068" y="200539"/>
                  </a:lnTo>
                  <a:lnTo>
                    <a:pt x="215443" y="201733"/>
                  </a:lnTo>
                  <a:lnTo>
                    <a:pt x="215972" y="203397"/>
                  </a:lnTo>
                  <a:lnTo>
                    <a:pt x="216159" y="203985"/>
                  </a:lnTo>
                  <a:lnTo>
                    <a:pt x="166204" y="222544"/>
                  </a:lnTo>
                  <a:lnTo>
                    <a:pt x="157586" y="225746"/>
                  </a:lnTo>
                  <a:lnTo>
                    <a:pt x="147830" y="229391"/>
                  </a:lnTo>
                  <a:lnTo>
                    <a:pt x="143356" y="232116"/>
                  </a:lnTo>
                  <a:lnTo>
                    <a:pt x="138434" y="231821"/>
                  </a:lnTo>
                  <a:lnTo>
                    <a:pt x="135877" y="231668"/>
                  </a:lnTo>
                  <a:lnTo>
                    <a:pt x="123872" y="228688"/>
                  </a:lnTo>
                  <a:lnTo>
                    <a:pt x="119325" y="227559"/>
                  </a:lnTo>
                  <a:lnTo>
                    <a:pt x="116703" y="226908"/>
                  </a:lnTo>
                  <a:lnTo>
                    <a:pt x="113299" y="226983"/>
                  </a:lnTo>
                  <a:lnTo>
                    <a:pt x="107286" y="227116"/>
                  </a:lnTo>
                  <a:lnTo>
                    <a:pt x="104268" y="227183"/>
                  </a:lnTo>
                  <a:lnTo>
                    <a:pt x="102382" y="227764"/>
                  </a:lnTo>
                  <a:lnTo>
                    <a:pt x="96299" y="229636"/>
                  </a:lnTo>
                  <a:lnTo>
                    <a:pt x="91335" y="229780"/>
                  </a:lnTo>
                  <a:lnTo>
                    <a:pt x="83356" y="230013"/>
                  </a:lnTo>
                  <a:lnTo>
                    <a:pt x="82441" y="229556"/>
                  </a:lnTo>
                  <a:lnTo>
                    <a:pt x="77495" y="227087"/>
                  </a:lnTo>
                  <a:lnTo>
                    <a:pt x="74245" y="225464"/>
                  </a:lnTo>
                  <a:lnTo>
                    <a:pt x="71112" y="224775"/>
                  </a:lnTo>
                  <a:lnTo>
                    <a:pt x="66561" y="223774"/>
                  </a:lnTo>
                  <a:lnTo>
                    <a:pt x="54837" y="223564"/>
                  </a:lnTo>
                  <a:lnTo>
                    <a:pt x="47630" y="224343"/>
                  </a:lnTo>
                  <a:lnTo>
                    <a:pt x="44746" y="224373"/>
                  </a:lnTo>
                  <a:lnTo>
                    <a:pt x="39616" y="224427"/>
                  </a:lnTo>
                  <a:lnTo>
                    <a:pt x="39875" y="217279"/>
                  </a:lnTo>
                  <a:lnTo>
                    <a:pt x="40138" y="214418"/>
                  </a:lnTo>
                  <a:lnTo>
                    <a:pt x="40373" y="209636"/>
                  </a:lnTo>
                  <a:lnTo>
                    <a:pt x="40510" y="206855"/>
                  </a:lnTo>
                  <a:lnTo>
                    <a:pt x="39521" y="206768"/>
                  </a:lnTo>
                  <a:lnTo>
                    <a:pt x="40242" y="196779"/>
                  </a:lnTo>
                  <a:lnTo>
                    <a:pt x="40957" y="186880"/>
                  </a:lnTo>
                  <a:lnTo>
                    <a:pt x="41071" y="185302"/>
                  </a:lnTo>
                  <a:lnTo>
                    <a:pt x="61365" y="186785"/>
                  </a:lnTo>
                  <a:lnTo>
                    <a:pt x="62337" y="186807"/>
                  </a:lnTo>
                  <a:lnTo>
                    <a:pt x="64598" y="159817"/>
                  </a:lnTo>
                  <a:lnTo>
                    <a:pt x="64961" y="155484"/>
                  </a:lnTo>
                  <a:lnTo>
                    <a:pt x="65325" y="151144"/>
                  </a:lnTo>
                  <a:lnTo>
                    <a:pt x="65660" y="147139"/>
                  </a:lnTo>
                  <a:lnTo>
                    <a:pt x="65966" y="143494"/>
                  </a:lnTo>
                  <a:lnTo>
                    <a:pt x="66273" y="139826"/>
                  </a:lnTo>
                  <a:lnTo>
                    <a:pt x="66745" y="134193"/>
                  </a:lnTo>
                  <a:lnTo>
                    <a:pt x="51319" y="133289"/>
                  </a:lnTo>
                  <a:lnTo>
                    <a:pt x="51383" y="132686"/>
                  </a:lnTo>
                  <a:lnTo>
                    <a:pt x="52820" y="115626"/>
                  </a:lnTo>
                  <a:lnTo>
                    <a:pt x="52952" y="114056"/>
                  </a:lnTo>
                  <a:lnTo>
                    <a:pt x="55931" y="99242"/>
                  </a:lnTo>
                  <a:lnTo>
                    <a:pt x="59038" y="83790"/>
                  </a:lnTo>
                  <a:lnTo>
                    <a:pt x="55203" y="85583"/>
                  </a:lnTo>
                  <a:lnTo>
                    <a:pt x="44394" y="93199"/>
                  </a:lnTo>
                  <a:lnTo>
                    <a:pt x="39739" y="84861"/>
                  </a:lnTo>
                  <a:lnTo>
                    <a:pt x="38297" y="82024"/>
                  </a:lnTo>
                  <a:lnTo>
                    <a:pt x="38129" y="81694"/>
                  </a:lnTo>
                  <a:lnTo>
                    <a:pt x="37911" y="81768"/>
                  </a:lnTo>
                  <a:lnTo>
                    <a:pt x="37744" y="81825"/>
                  </a:lnTo>
                  <a:lnTo>
                    <a:pt x="35790" y="82490"/>
                  </a:lnTo>
                  <a:lnTo>
                    <a:pt x="34081" y="83264"/>
                  </a:lnTo>
                  <a:lnTo>
                    <a:pt x="31403" y="84475"/>
                  </a:lnTo>
                  <a:lnTo>
                    <a:pt x="31187" y="84573"/>
                  </a:lnTo>
                  <a:lnTo>
                    <a:pt x="30636" y="84928"/>
                  </a:lnTo>
                  <a:lnTo>
                    <a:pt x="28801" y="86109"/>
                  </a:lnTo>
                  <a:lnTo>
                    <a:pt x="28595" y="86250"/>
                  </a:lnTo>
                  <a:lnTo>
                    <a:pt x="26994" y="87347"/>
                  </a:lnTo>
                  <a:lnTo>
                    <a:pt x="24677" y="89916"/>
                  </a:lnTo>
                  <a:lnTo>
                    <a:pt x="24527" y="90146"/>
                  </a:lnTo>
                  <a:lnTo>
                    <a:pt x="23342" y="91963"/>
                  </a:lnTo>
                  <a:lnTo>
                    <a:pt x="22321" y="94291"/>
                  </a:lnTo>
                  <a:lnTo>
                    <a:pt x="21877" y="96052"/>
                  </a:lnTo>
                  <a:lnTo>
                    <a:pt x="21693" y="96780"/>
                  </a:lnTo>
                  <a:lnTo>
                    <a:pt x="21526" y="99147"/>
                  </a:lnTo>
                  <a:lnTo>
                    <a:pt x="21589" y="99928"/>
                  </a:lnTo>
                  <a:lnTo>
                    <a:pt x="21771" y="102198"/>
                  </a:lnTo>
                  <a:lnTo>
                    <a:pt x="22277" y="104481"/>
                  </a:lnTo>
                  <a:lnTo>
                    <a:pt x="22439" y="105209"/>
                  </a:lnTo>
                  <a:lnTo>
                    <a:pt x="23326" y="107988"/>
                  </a:lnTo>
                  <a:lnTo>
                    <a:pt x="24798" y="112597"/>
                  </a:lnTo>
                  <a:lnTo>
                    <a:pt x="25541" y="114922"/>
                  </a:lnTo>
                  <a:lnTo>
                    <a:pt x="26047" y="116638"/>
                  </a:lnTo>
                  <a:lnTo>
                    <a:pt x="26641" y="118655"/>
                  </a:lnTo>
                  <a:lnTo>
                    <a:pt x="26891" y="120011"/>
                  </a:lnTo>
                  <a:lnTo>
                    <a:pt x="26950" y="121292"/>
                  </a:lnTo>
                  <a:lnTo>
                    <a:pt x="26355" y="121497"/>
                  </a:lnTo>
                  <a:lnTo>
                    <a:pt x="22699" y="122757"/>
                  </a:lnTo>
                  <a:lnTo>
                    <a:pt x="21913" y="123028"/>
                  </a:lnTo>
                  <a:lnTo>
                    <a:pt x="20984" y="121993"/>
                  </a:lnTo>
                  <a:lnTo>
                    <a:pt x="20910" y="121811"/>
                  </a:lnTo>
                  <a:lnTo>
                    <a:pt x="20224" y="120108"/>
                  </a:lnTo>
                  <a:lnTo>
                    <a:pt x="19884" y="119264"/>
                  </a:lnTo>
                  <a:lnTo>
                    <a:pt x="19252" y="119091"/>
                  </a:lnTo>
                  <a:lnTo>
                    <a:pt x="18782" y="118963"/>
                  </a:lnTo>
                  <a:lnTo>
                    <a:pt x="18145" y="118789"/>
                  </a:lnTo>
                  <a:lnTo>
                    <a:pt x="17312" y="118561"/>
                  </a:lnTo>
                  <a:lnTo>
                    <a:pt x="16690" y="118148"/>
                  </a:lnTo>
                  <a:lnTo>
                    <a:pt x="15909" y="117629"/>
                  </a:lnTo>
                  <a:lnTo>
                    <a:pt x="15660" y="117366"/>
                  </a:lnTo>
                  <a:lnTo>
                    <a:pt x="14863" y="116526"/>
                  </a:lnTo>
                  <a:lnTo>
                    <a:pt x="14774" y="116366"/>
                  </a:lnTo>
                  <a:lnTo>
                    <a:pt x="14739" y="116058"/>
                  </a:lnTo>
                  <a:lnTo>
                    <a:pt x="14793" y="115798"/>
                  </a:lnTo>
                  <a:lnTo>
                    <a:pt x="14577" y="115283"/>
                  </a:lnTo>
                  <a:lnTo>
                    <a:pt x="14112" y="114170"/>
                  </a:lnTo>
                  <a:lnTo>
                    <a:pt x="13817" y="113464"/>
                  </a:lnTo>
                  <a:lnTo>
                    <a:pt x="13404" y="112936"/>
                  </a:lnTo>
                  <a:lnTo>
                    <a:pt x="11932" y="111055"/>
                  </a:lnTo>
                  <a:lnTo>
                    <a:pt x="11287" y="110327"/>
                  </a:lnTo>
                  <a:lnTo>
                    <a:pt x="11009" y="110012"/>
                  </a:lnTo>
                  <a:lnTo>
                    <a:pt x="10786" y="109660"/>
                  </a:lnTo>
                  <a:lnTo>
                    <a:pt x="10341" y="108965"/>
                  </a:lnTo>
                  <a:lnTo>
                    <a:pt x="9589" y="108032"/>
                  </a:lnTo>
                  <a:lnTo>
                    <a:pt x="7894" y="106743"/>
                  </a:lnTo>
                  <a:lnTo>
                    <a:pt x="5097" y="106481"/>
                  </a:lnTo>
                  <a:lnTo>
                    <a:pt x="0" y="102440"/>
                  </a:lnTo>
                  <a:lnTo>
                    <a:pt x="104" y="98080"/>
                  </a:lnTo>
                  <a:lnTo>
                    <a:pt x="3849" y="92444"/>
                  </a:lnTo>
                  <a:lnTo>
                    <a:pt x="10957" y="91830"/>
                  </a:lnTo>
                  <a:lnTo>
                    <a:pt x="10432" y="87834"/>
                  </a:lnTo>
                  <a:lnTo>
                    <a:pt x="9747" y="82611"/>
                  </a:lnTo>
                  <a:lnTo>
                    <a:pt x="12956" y="78602"/>
                  </a:lnTo>
                  <a:lnTo>
                    <a:pt x="17812" y="73133"/>
                  </a:lnTo>
                  <a:lnTo>
                    <a:pt x="18212" y="72519"/>
                  </a:lnTo>
                  <a:lnTo>
                    <a:pt x="20294" y="67126"/>
                  </a:lnTo>
                  <a:lnTo>
                    <a:pt x="20002" y="64581"/>
                  </a:lnTo>
                  <a:lnTo>
                    <a:pt x="21246" y="57079"/>
                  </a:lnTo>
                  <a:lnTo>
                    <a:pt x="21845" y="55490"/>
                  </a:lnTo>
                  <a:lnTo>
                    <a:pt x="22821" y="54519"/>
                  </a:lnTo>
                  <a:lnTo>
                    <a:pt x="41532" y="46275"/>
                  </a:lnTo>
                  <a:lnTo>
                    <a:pt x="50788" y="45439"/>
                  </a:lnTo>
                  <a:lnTo>
                    <a:pt x="60053" y="45439"/>
                  </a:lnTo>
                  <a:lnTo>
                    <a:pt x="61290" y="45893"/>
                  </a:lnTo>
                  <a:lnTo>
                    <a:pt x="67170" y="52965"/>
                  </a:lnTo>
                  <a:lnTo>
                    <a:pt x="69686" y="54282"/>
                  </a:lnTo>
                  <a:lnTo>
                    <a:pt x="74962" y="57229"/>
                  </a:lnTo>
                  <a:lnTo>
                    <a:pt x="77601" y="59550"/>
                  </a:lnTo>
                  <a:lnTo>
                    <a:pt x="81650" y="57857"/>
                  </a:lnTo>
                  <a:lnTo>
                    <a:pt x="78153" y="54533"/>
                  </a:lnTo>
                  <a:lnTo>
                    <a:pt x="74656" y="49390"/>
                  </a:lnTo>
                  <a:lnTo>
                    <a:pt x="73060" y="46129"/>
                  </a:lnTo>
                  <a:lnTo>
                    <a:pt x="72764" y="43784"/>
                  </a:lnTo>
                  <a:lnTo>
                    <a:pt x="70750" y="23340"/>
                  </a:lnTo>
                  <a:lnTo>
                    <a:pt x="72713" y="17426"/>
                  </a:lnTo>
                  <a:lnTo>
                    <a:pt x="74027" y="15523"/>
                  </a:lnTo>
                  <a:lnTo>
                    <a:pt x="96916" y="22156"/>
                  </a:lnTo>
                  <a:lnTo>
                    <a:pt x="95931" y="13955"/>
                  </a:lnTo>
                  <a:lnTo>
                    <a:pt x="96621" y="678"/>
                  </a:lnTo>
                  <a:lnTo>
                    <a:pt x="97485" y="0"/>
                  </a:lnTo>
                  <a:lnTo>
                    <a:pt x="101446" y="1055"/>
                  </a:lnTo>
                  <a:lnTo>
                    <a:pt x="122404" y="7101"/>
                  </a:lnTo>
                  <a:lnTo>
                    <a:pt x="122722" y="9937"/>
                  </a:lnTo>
                  <a:lnTo>
                    <a:pt x="119228" y="1751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g171"/>
            <p:cNvSpPr/>
            <p:nvPr/>
          </p:nvSpPr>
          <p:spPr>
            <a:xfrm>
              <a:off x="2804726" y="5363137"/>
              <a:ext cx="224301" cy="101061"/>
            </a:xfrm>
            <a:custGeom>
              <a:avLst/>
              <a:pathLst>
                <a:path w="224301" h="101061">
                  <a:moveTo>
                    <a:pt x="173181" y="1078"/>
                  </a:moveTo>
                  <a:lnTo>
                    <a:pt x="179648" y="3098"/>
                  </a:lnTo>
                  <a:lnTo>
                    <a:pt x="180312" y="1276"/>
                  </a:lnTo>
                  <a:lnTo>
                    <a:pt x="188462" y="4699"/>
                  </a:lnTo>
                  <a:lnTo>
                    <a:pt x="190410" y="7011"/>
                  </a:lnTo>
                  <a:lnTo>
                    <a:pt x="195405" y="10672"/>
                  </a:lnTo>
                  <a:lnTo>
                    <a:pt x="196127" y="12342"/>
                  </a:lnTo>
                  <a:lnTo>
                    <a:pt x="196143" y="14137"/>
                  </a:lnTo>
                  <a:lnTo>
                    <a:pt x="194097" y="19995"/>
                  </a:lnTo>
                  <a:lnTo>
                    <a:pt x="192772" y="19757"/>
                  </a:lnTo>
                  <a:lnTo>
                    <a:pt x="191900" y="22414"/>
                  </a:lnTo>
                  <a:lnTo>
                    <a:pt x="191042" y="24844"/>
                  </a:lnTo>
                  <a:lnTo>
                    <a:pt x="194635" y="25739"/>
                  </a:lnTo>
                  <a:lnTo>
                    <a:pt x="198260" y="22482"/>
                  </a:lnTo>
                  <a:lnTo>
                    <a:pt x="198632" y="22886"/>
                  </a:lnTo>
                  <a:lnTo>
                    <a:pt x="201987" y="25761"/>
                  </a:lnTo>
                  <a:lnTo>
                    <a:pt x="202136" y="25886"/>
                  </a:lnTo>
                  <a:lnTo>
                    <a:pt x="202265" y="25993"/>
                  </a:lnTo>
                  <a:lnTo>
                    <a:pt x="202900" y="27280"/>
                  </a:lnTo>
                  <a:lnTo>
                    <a:pt x="204379" y="30415"/>
                  </a:lnTo>
                  <a:lnTo>
                    <a:pt x="204874" y="30788"/>
                  </a:lnTo>
                  <a:lnTo>
                    <a:pt x="206171" y="31767"/>
                  </a:lnTo>
                  <a:lnTo>
                    <a:pt x="205428" y="32334"/>
                  </a:lnTo>
                  <a:lnTo>
                    <a:pt x="205213" y="32497"/>
                  </a:lnTo>
                  <a:lnTo>
                    <a:pt x="204428" y="33096"/>
                  </a:lnTo>
                  <a:lnTo>
                    <a:pt x="203201" y="33949"/>
                  </a:lnTo>
                  <a:lnTo>
                    <a:pt x="202723" y="34652"/>
                  </a:lnTo>
                  <a:lnTo>
                    <a:pt x="201985" y="36182"/>
                  </a:lnTo>
                  <a:lnTo>
                    <a:pt x="199264" y="35098"/>
                  </a:lnTo>
                  <a:lnTo>
                    <a:pt x="198312" y="37214"/>
                  </a:lnTo>
                  <a:lnTo>
                    <a:pt x="196766" y="41117"/>
                  </a:lnTo>
                  <a:lnTo>
                    <a:pt x="196704" y="41273"/>
                  </a:lnTo>
                  <a:lnTo>
                    <a:pt x="197175" y="41928"/>
                  </a:lnTo>
                  <a:lnTo>
                    <a:pt x="197838" y="42485"/>
                  </a:lnTo>
                  <a:lnTo>
                    <a:pt x="199012" y="42855"/>
                  </a:lnTo>
                  <a:lnTo>
                    <a:pt x="199929" y="43144"/>
                  </a:lnTo>
                  <a:lnTo>
                    <a:pt x="200496" y="43322"/>
                  </a:lnTo>
                  <a:lnTo>
                    <a:pt x="201454" y="43685"/>
                  </a:lnTo>
                  <a:lnTo>
                    <a:pt x="201258" y="44204"/>
                  </a:lnTo>
                  <a:lnTo>
                    <a:pt x="200373" y="46546"/>
                  </a:lnTo>
                  <a:lnTo>
                    <a:pt x="199020" y="46027"/>
                  </a:lnTo>
                  <a:lnTo>
                    <a:pt x="197623" y="45490"/>
                  </a:lnTo>
                  <a:lnTo>
                    <a:pt x="196486" y="44984"/>
                  </a:lnTo>
                  <a:lnTo>
                    <a:pt x="192560" y="43233"/>
                  </a:lnTo>
                  <a:lnTo>
                    <a:pt x="188366" y="53356"/>
                  </a:lnTo>
                  <a:lnTo>
                    <a:pt x="192377" y="55610"/>
                  </a:lnTo>
                  <a:lnTo>
                    <a:pt x="197206" y="57181"/>
                  </a:lnTo>
                  <a:lnTo>
                    <a:pt x="203035" y="58874"/>
                  </a:lnTo>
                  <a:lnTo>
                    <a:pt x="210953" y="60021"/>
                  </a:lnTo>
                  <a:lnTo>
                    <a:pt x="215271" y="60523"/>
                  </a:lnTo>
                  <a:lnTo>
                    <a:pt x="221192" y="60084"/>
                  </a:lnTo>
                  <a:lnTo>
                    <a:pt x="222465" y="59923"/>
                  </a:lnTo>
                  <a:lnTo>
                    <a:pt x="222488" y="60075"/>
                  </a:lnTo>
                  <a:lnTo>
                    <a:pt x="222518" y="60268"/>
                  </a:lnTo>
                  <a:lnTo>
                    <a:pt x="222612" y="60874"/>
                  </a:lnTo>
                  <a:lnTo>
                    <a:pt x="222919" y="62854"/>
                  </a:lnTo>
                  <a:lnTo>
                    <a:pt x="223828" y="68718"/>
                  </a:lnTo>
                  <a:lnTo>
                    <a:pt x="224301" y="71769"/>
                  </a:lnTo>
                  <a:lnTo>
                    <a:pt x="222045" y="71567"/>
                  </a:lnTo>
                  <a:lnTo>
                    <a:pt x="221123" y="71484"/>
                  </a:lnTo>
                  <a:lnTo>
                    <a:pt x="211845" y="71526"/>
                  </a:lnTo>
                  <a:lnTo>
                    <a:pt x="209407" y="71965"/>
                  </a:lnTo>
                  <a:lnTo>
                    <a:pt x="193699" y="74796"/>
                  </a:lnTo>
                  <a:lnTo>
                    <a:pt x="187825" y="76555"/>
                  </a:lnTo>
                  <a:lnTo>
                    <a:pt x="182355" y="78193"/>
                  </a:lnTo>
                  <a:lnTo>
                    <a:pt x="177869" y="79537"/>
                  </a:lnTo>
                  <a:lnTo>
                    <a:pt x="168597" y="80639"/>
                  </a:lnTo>
                  <a:lnTo>
                    <a:pt x="163387" y="81871"/>
                  </a:lnTo>
                  <a:lnTo>
                    <a:pt x="163097" y="81939"/>
                  </a:lnTo>
                  <a:lnTo>
                    <a:pt x="158265" y="83082"/>
                  </a:lnTo>
                  <a:lnTo>
                    <a:pt x="154161" y="84052"/>
                  </a:lnTo>
                  <a:lnTo>
                    <a:pt x="138069" y="85510"/>
                  </a:lnTo>
                  <a:lnTo>
                    <a:pt x="134812" y="85805"/>
                  </a:lnTo>
                  <a:lnTo>
                    <a:pt x="128543" y="86373"/>
                  </a:lnTo>
                  <a:lnTo>
                    <a:pt x="125078" y="86686"/>
                  </a:lnTo>
                  <a:lnTo>
                    <a:pt x="124793" y="86742"/>
                  </a:lnTo>
                  <a:lnTo>
                    <a:pt x="122161" y="87251"/>
                  </a:lnTo>
                  <a:lnTo>
                    <a:pt x="104462" y="90675"/>
                  </a:lnTo>
                  <a:lnTo>
                    <a:pt x="103283" y="91211"/>
                  </a:lnTo>
                  <a:lnTo>
                    <a:pt x="100486" y="92481"/>
                  </a:lnTo>
                  <a:lnTo>
                    <a:pt x="70372" y="96997"/>
                  </a:lnTo>
                  <a:lnTo>
                    <a:pt x="50478" y="100933"/>
                  </a:lnTo>
                  <a:lnTo>
                    <a:pt x="49830" y="101061"/>
                  </a:lnTo>
                  <a:lnTo>
                    <a:pt x="45537" y="101061"/>
                  </a:lnTo>
                  <a:lnTo>
                    <a:pt x="19042" y="101057"/>
                  </a:lnTo>
                  <a:lnTo>
                    <a:pt x="3084" y="101055"/>
                  </a:lnTo>
                  <a:lnTo>
                    <a:pt x="2528" y="101052"/>
                  </a:lnTo>
                  <a:lnTo>
                    <a:pt x="3170" y="101050"/>
                  </a:lnTo>
                  <a:lnTo>
                    <a:pt x="3141" y="99602"/>
                  </a:lnTo>
                  <a:lnTo>
                    <a:pt x="2993" y="92386"/>
                  </a:lnTo>
                  <a:lnTo>
                    <a:pt x="2990" y="92221"/>
                  </a:lnTo>
                  <a:lnTo>
                    <a:pt x="2918" y="90569"/>
                  </a:lnTo>
                  <a:lnTo>
                    <a:pt x="1569" y="59433"/>
                  </a:lnTo>
                  <a:lnTo>
                    <a:pt x="1533" y="58600"/>
                  </a:lnTo>
                  <a:lnTo>
                    <a:pt x="1478" y="57676"/>
                  </a:lnTo>
                  <a:lnTo>
                    <a:pt x="1034" y="50219"/>
                  </a:lnTo>
                  <a:lnTo>
                    <a:pt x="938" y="48607"/>
                  </a:lnTo>
                  <a:lnTo>
                    <a:pt x="886" y="47738"/>
                  </a:lnTo>
                  <a:lnTo>
                    <a:pt x="851" y="47147"/>
                  </a:lnTo>
                  <a:lnTo>
                    <a:pt x="824" y="46116"/>
                  </a:lnTo>
                  <a:lnTo>
                    <a:pt x="238" y="24004"/>
                  </a:lnTo>
                  <a:lnTo>
                    <a:pt x="26" y="15991"/>
                  </a:lnTo>
                  <a:lnTo>
                    <a:pt x="0" y="14973"/>
                  </a:lnTo>
                  <a:lnTo>
                    <a:pt x="60" y="13398"/>
                  </a:lnTo>
                  <a:lnTo>
                    <a:pt x="177" y="10341"/>
                  </a:lnTo>
                  <a:lnTo>
                    <a:pt x="198" y="9790"/>
                  </a:lnTo>
                  <a:lnTo>
                    <a:pt x="610" y="5757"/>
                  </a:lnTo>
                  <a:lnTo>
                    <a:pt x="679" y="5609"/>
                  </a:lnTo>
                  <a:lnTo>
                    <a:pt x="905" y="5126"/>
                  </a:lnTo>
                  <a:lnTo>
                    <a:pt x="1726" y="5395"/>
                  </a:lnTo>
                  <a:lnTo>
                    <a:pt x="20493" y="12461"/>
                  </a:lnTo>
                  <a:lnTo>
                    <a:pt x="22357" y="12976"/>
                  </a:lnTo>
                  <a:lnTo>
                    <a:pt x="27569" y="14416"/>
                  </a:lnTo>
                  <a:lnTo>
                    <a:pt x="27758" y="14468"/>
                  </a:lnTo>
                  <a:lnTo>
                    <a:pt x="32510" y="15873"/>
                  </a:lnTo>
                  <a:lnTo>
                    <a:pt x="41306" y="17920"/>
                  </a:lnTo>
                  <a:lnTo>
                    <a:pt x="50799" y="18941"/>
                  </a:lnTo>
                  <a:lnTo>
                    <a:pt x="51005" y="18963"/>
                  </a:lnTo>
                  <a:lnTo>
                    <a:pt x="52797" y="19067"/>
                  </a:lnTo>
                  <a:lnTo>
                    <a:pt x="61450" y="19565"/>
                  </a:lnTo>
                  <a:lnTo>
                    <a:pt x="69343" y="19565"/>
                  </a:lnTo>
                  <a:lnTo>
                    <a:pt x="74776" y="19177"/>
                  </a:lnTo>
                  <a:lnTo>
                    <a:pt x="80574" y="18763"/>
                  </a:lnTo>
                  <a:lnTo>
                    <a:pt x="80792" y="18728"/>
                  </a:lnTo>
                  <a:lnTo>
                    <a:pt x="87927" y="17585"/>
                  </a:lnTo>
                  <a:lnTo>
                    <a:pt x="93100" y="16756"/>
                  </a:lnTo>
                  <a:lnTo>
                    <a:pt x="102721" y="16274"/>
                  </a:lnTo>
                  <a:lnTo>
                    <a:pt x="109305" y="16353"/>
                  </a:lnTo>
                  <a:lnTo>
                    <a:pt x="109349" y="15677"/>
                  </a:lnTo>
                  <a:lnTo>
                    <a:pt x="109848" y="8015"/>
                  </a:lnTo>
                  <a:lnTo>
                    <a:pt x="109868" y="7703"/>
                  </a:lnTo>
                  <a:lnTo>
                    <a:pt x="111593" y="7855"/>
                  </a:lnTo>
                  <a:lnTo>
                    <a:pt x="119066" y="9098"/>
                  </a:lnTo>
                  <a:lnTo>
                    <a:pt x="120570" y="9348"/>
                  </a:lnTo>
                  <a:lnTo>
                    <a:pt x="122903" y="8674"/>
                  </a:lnTo>
                  <a:lnTo>
                    <a:pt x="124823" y="8006"/>
                  </a:lnTo>
                  <a:lnTo>
                    <a:pt x="125742" y="7686"/>
                  </a:lnTo>
                  <a:lnTo>
                    <a:pt x="128374" y="7737"/>
                  </a:lnTo>
                  <a:lnTo>
                    <a:pt x="133783" y="8900"/>
                  </a:lnTo>
                  <a:lnTo>
                    <a:pt x="136116" y="9676"/>
                  </a:lnTo>
                  <a:lnTo>
                    <a:pt x="137157" y="10022"/>
                  </a:lnTo>
                  <a:lnTo>
                    <a:pt x="137377" y="10174"/>
                  </a:lnTo>
                  <a:lnTo>
                    <a:pt x="137803" y="10469"/>
                  </a:lnTo>
                  <a:lnTo>
                    <a:pt x="139870" y="11897"/>
                  </a:lnTo>
                  <a:lnTo>
                    <a:pt x="140728" y="12491"/>
                  </a:lnTo>
                  <a:lnTo>
                    <a:pt x="141233" y="12840"/>
                  </a:lnTo>
                  <a:lnTo>
                    <a:pt x="143448" y="15561"/>
                  </a:lnTo>
                  <a:lnTo>
                    <a:pt x="143660" y="15164"/>
                  </a:lnTo>
                  <a:lnTo>
                    <a:pt x="148561" y="11503"/>
                  </a:lnTo>
                  <a:lnTo>
                    <a:pt x="150416" y="10044"/>
                  </a:lnTo>
                  <a:lnTo>
                    <a:pt x="152473" y="8426"/>
                  </a:lnTo>
                  <a:lnTo>
                    <a:pt x="152933" y="8064"/>
                  </a:lnTo>
                  <a:lnTo>
                    <a:pt x="154607" y="6689"/>
                  </a:lnTo>
                  <a:lnTo>
                    <a:pt x="158604" y="3407"/>
                  </a:lnTo>
                  <a:lnTo>
                    <a:pt x="158906" y="3495"/>
                  </a:lnTo>
                  <a:lnTo>
                    <a:pt x="160255" y="5397"/>
                  </a:lnTo>
                  <a:lnTo>
                    <a:pt x="161176" y="4933"/>
                  </a:lnTo>
                  <a:lnTo>
                    <a:pt x="161236" y="3099"/>
                  </a:lnTo>
                  <a:lnTo>
                    <a:pt x="161493" y="3002"/>
                  </a:lnTo>
                  <a:lnTo>
                    <a:pt x="163339" y="2963"/>
                  </a:lnTo>
                  <a:lnTo>
                    <a:pt x="163644" y="2795"/>
                  </a:lnTo>
                  <a:lnTo>
                    <a:pt x="164615" y="2260"/>
                  </a:lnTo>
                  <a:lnTo>
                    <a:pt x="164963" y="2363"/>
                  </a:lnTo>
                  <a:lnTo>
                    <a:pt x="165224" y="2441"/>
                  </a:lnTo>
                  <a:lnTo>
                    <a:pt x="169561" y="1291"/>
                  </a:lnTo>
                  <a:lnTo>
                    <a:pt x="169843" y="1266"/>
                  </a:lnTo>
                  <a:lnTo>
                    <a:pt x="169902" y="332"/>
                  </a:lnTo>
                  <a:lnTo>
                    <a:pt x="169917" y="100"/>
                  </a:lnTo>
                  <a:lnTo>
                    <a:pt x="173353" y="0"/>
                  </a:lnTo>
                  <a:lnTo>
                    <a:pt x="173236" y="73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g172"/>
            <p:cNvSpPr/>
            <p:nvPr/>
          </p:nvSpPr>
          <p:spPr>
            <a:xfrm>
              <a:off x="3445239" y="5203986"/>
              <a:ext cx="172669" cy="165014"/>
            </a:xfrm>
            <a:custGeom>
              <a:avLst/>
              <a:pathLst>
                <a:path w="172669" h="165014">
                  <a:moveTo>
                    <a:pt x="20729" y="87275"/>
                  </a:moveTo>
                  <a:lnTo>
                    <a:pt x="21687" y="87063"/>
                  </a:lnTo>
                  <a:lnTo>
                    <a:pt x="28667" y="85518"/>
                  </a:lnTo>
                  <a:lnTo>
                    <a:pt x="32558" y="87417"/>
                  </a:lnTo>
                  <a:lnTo>
                    <a:pt x="32924" y="86533"/>
                  </a:lnTo>
                  <a:lnTo>
                    <a:pt x="34485" y="82757"/>
                  </a:lnTo>
                  <a:lnTo>
                    <a:pt x="37772" y="74649"/>
                  </a:lnTo>
                  <a:lnTo>
                    <a:pt x="36548" y="74226"/>
                  </a:lnTo>
                  <a:lnTo>
                    <a:pt x="36884" y="71775"/>
                  </a:lnTo>
                  <a:lnTo>
                    <a:pt x="37806" y="65052"/>
                  </a:lnTo>
                  <a:lnTo>
                    <a:pt x="32369" y="64626"/>
                  </a:lnTo>
                  <a:lnTo>
                    <a:pt x="33631" y="52619"/>
                  </a:lnTo>
                  <a:lnTo>
                    <a:pt x="33945" y="52617"/>
                  </a:lnTo>
                  <a:lnTo>
                    <a:pt x="34109" y="52616"/>
                  </a:lnTo>
                  <a:lnTo>
                    <a:pt x="34421" y="52614"/>
                  </a:lnTo>
                  <a:lnTo>
                    <a:pt x="38479" y="52528"/>
                  </a:lnTo>
                  <a:lnTo>
                    <a:pt x="38873" y="52519"/>
                  </a:lnTo>
                  <a:lnTo>
                    <a:pt x="39905" y="52527"/>
                  </a:lnTo>
                  <a:lnTo>
                    <a:pt x="40488" y="52506"/>
                  </a:lnTo>
                  <a:lnTo>
                    <a:pt x="40709" y="52441"/>
                  </a:lnTo>
                  <a:lnTo>
                    <a:pt x="41018" y="52351"/>
                  </a:lnTo>
                  <a:lnTo>
                    <a:pt x="41476" y="52006"/>
                  </a:lnTo>
                  <a:lnTo>
                    <a:pt x="41718" y="51824"/>
                  </a:lnTo>
                  <a:lnTo>
                    <a:pt x="42147" y="51501"/>
                  </a:lnTo>
                  <a:lnTo>
                    <a:pt x="42417" y="51297"/>
                  </a:lnTo>
                  <a:lnTo>
                    <a:pt x="42763" y="50985"/>
                  </a:lnTo>
                  <a:lnTo>
                    <a:pt x="43171" y="50618"/>
                  </a:lnTo>
                  <a:lnTo>
                    <a:pt x="43448" y="50369"/>
                  </a:lnTo>
                  <a:lnTo>
                    <a:pt x="44855" y="49101"/>
                  </a:lnTo>
                  <a:lnTo>
                    <a:pt x="45087" y="48893"/>
                  </a:lnTo>
                  <a:lnTo>
                    <a:pt x="45648" y="48387"/>
                  </a:lnTo>
                  <a:lnTo>
                    <a:pt x="47370" y="46836"/>
                  </a:lnTo>
                  <a:lnTo>
                    <a:pt x="47708" y="46532"/>
                  </a:lnTo>
                  <a:lnTo>
                    <a:pt x="48392" y="45916"/>
                  </a:lnTo>
                  <a:lnTo>
                    <a:pt x="49592" y="44835"/>
                  </a:lnTo>
                  <a:lnTo>
                    <a:pt x="49899" y="44591"/>
                  </a:lnTo>
                  <a:lnTo>
                    <a:pt x="50968" y="43743"/>
                  </a:lnTo>
                  <a:lnTo>
                    <a:pt x="51915" y="42992"/>
                  </a:lnTo>
                  <a:lnTo>
                    <a:pt x="55608" y="40944"/>
                  </a:lnTo>
                  <a:lnTo>
                    <a:pt x="58220" y="45306"/>
                  </a:lnTo>
                  <a:lnTo>
                    <a:pt x="55570" y="46660"/>
                  </a:lnTo>
                  <a:lnTo>
                    <a:pt x="56109" y="47262"/>
                  </a:lnTo>
                  <a:lnTo>
                    <a:pt x="56109" y="50875"/>
                  </a:lnTo>
                  <a:lnTo>
                    <a:pt x="54048" y="51025"/>
                  </a:lnTo>
                  <a:lnTo>
                    <a:pt x="54097" y="53434"/>
                  </a:lnTo>
                  <a:lnTo>
                    <a:pt x="53164" y="54939"/>
                  </a:lnTo>
                  <a:lnTo>
                    <a:pt x="55373" y="60357"/>
                  </a:lnTo>
                  <a:lnTo>
                    <a:pt x="56355" y="58250"/>
                  </a:lnTo>
                  <a:lnTo>
                    <a:pt x="61509" y="57799"/>
                  </a:lnTo>
                  <a:lnTo>
                    <a:pt x="62098" y="62063"/>
                  </a:lnTo>
                  <a:lnTo>
                    <a:pt x="64356" y="59504"/>
                  </a:lnTo>
                  <a:lnTo>
                    <a:pt x="68921" y="62665"/>
                  </a:lnTo>
                  <a:lnTo>
                    <a:pt x="69510" y="60709"/>
                  </a:lnTo>
                  <a:lnTo>
                    <a:pt x="67301" y="59906"/>
                  </a:lnTo>
                  <a:lnTo>
                    <a:pt x="72200" y="49420"/>
                  </a:lnTo>
                  <a:lnTo>
                    <a:pt x="74359" y="46861"/>
                  </a:lnTo>
                  <a:lnTo>
                    <a:pt x="73574" y="44603"/>
                  </a:lnTo>
                  <a:lnTo>
                    <a:pt x="75390" y="40389"/>
                  </a:lnTo>
                  <a:lnTo>
                    <a:pt x="76225" y="40639"/>
                  </a:lnTo>
                  <a:lnTo>
                    <a:pt x="78728" y="36626"/>
                  </a:lnTo>
                  <a:lnTo>
                    <a:pt x="84422" y="32110"/>
                  </a:lnTo>
                  <a:lnTo>
                    <a:pt x="88885" y="30999"/>
                  </a:lnTo>
                  <a:lnTo>
                    <a:pt x="90719" y="30526"/>
                  </a:lnTo>
                  <a:lnTo>
                    <a:pt x="90225" y="29963"/>
                  </a:lnTo>
                  <a:lnTo>
                    <a:pt x="89741" y="29127"/>
                  </a:lnTo>
                  <a:lnTo>
                    <a:pt x="89444" y="28614"/>
                  </a:lnTo>
                  <a:lnTo>
                    <a:pt x="89561" y="27329"/>
                  </a:lnTo>
                  <a:lnTo>
                    <a:pt x="90357" y="27058"/>
                  </a:lnTo>
                  <a:lnTo>
                    <a:pt x="90572" y="26944"/>
                  </a:lnTo>
                  <a:lnTo>
                    <a:pt x="91779" y="26245"/>
                  </a:lnTo>
                  <a:lnTo>
                    <a:pt x="88798" y="26306"/>
                  </a:lnTo>
                  <a:lnTo>
                    <a:pt x="87866" y="26325"/>
                  </a:lnTo>
                  <a:lnTo>
                    <a:pt x="84043" y="26351"/>
                  </a:lnTo>
                  <a:lnTo>
                    <a:pt x="82645" y="28608"/>
                  </a:lnTo>
                  <a:lnTo>
                    <a:pt x="82694" y="30617"/>
                  </a:lnTo>
                  <a:lnTo>
                    <a:pt x="81624" y="30655"/>
                  </a:lnTo>
                  <a:lnTo>
                    <a:pt x="73034" y="25337"/>
                  </a:lnTo>
                  <a:lnTo>
                    <a:pt x="71561" y="23631"/>
                  </a:lnTo>
                  <a:lnTo>
                    <a:pt x="71022" y="20922"/>
                  </a:lnTo>
                  <a:lnTo>
                    <a:pt x="68027" y="14901"/>
                  </a:lnTo>
                  <a:lnTo>
                    <a:pt x="86483" y="14550"/>
                  </a:lnTo>
                  <a:lnTo>
                    <a:pt x="86091" y="10235"/>
                  </a:lnTo>
                  <a:lnTo>
                    <a:pt x="91490" y="9532"/>
                  </a:lnTo>
                  <a:lnTo>
                    <a:pt x="96448" y="7927"/>
                  </a:lnTo>
                  <a:lnTo>
                    <a:pt x="96670" y="8674"/>
                  </a:lnTo>
                  <a:lnTo>
                    <a:pt x="96862" y="9210"/>
                  </a:lnTo>
                  <a:lnTo>
                    <a:pt x="97822" y="8780"/>
                  </a:lnTo>
                  <a:lnTo>
                    <a:pt x="99246" y="6773"/>
                  </a:lnTo>
                  <a:lnTo>
                    <a:pt x="101945" y="0"/>
                  </a:lnTo>
                  <a:lnTo>
                    <a:pt x="106008" y="674"/>
                  </a:lnTo>
                  <a:lnTo>
                    <a:pt x="104665" y="3682"/>
                  </a:lnTo>
                  <a:lnTo>
                    <a:pt x="107492" y="5127"/>
                  </a:lnTo>
                  <a:lnTo>
                    <a:pt x="102230" y="17088"/>
                  </a:lnTo>
                  <a:lnTo>
                    <a:pt x="108120" y="22146"/>
                  </a:lnTo>
                  <a:lnTo>
                    <a:pt x="110487" y="22897"/>
                  </a:lnTo>
                  <a:lnTo>
                    <a:pt x="119440" y="19381"/>
                  </a:lnTo>
                  <a:lnTo>
                    <a:pt x="125478" y="18227"/>
                  </a:lnTo>
                  <a:lnTo>
                    <a:pt x="131074" y="21940"/>
                  </a:lnTo>
                  <a:lnTo>
                    <a:pt x="138142" y="23446"/>
                  </a:lnTo>
                  <a:lnTo>
                    <a:pt x="146428" y="27541"/>
                  </a:lnTo>
                  <a:lnTo>
                    <a:pt x="146486" y="29221"/>
                  </a:lnTo>
                  <a:lnTo>
                    <a:pt x="146649" y="33911"/>
                  </a:lnTo>
                  <a:lnTo>
                    <a:pt x="146738" y="37584"/>
                  </a:lnTo>
                  <a:lnTo>
                    <a:pt x="145956" y="42352"/>
                  </a:lnTo>
                  <a:lnTo>
                    <a:pt x="146902" y="44364"/>
                  </a:lnTo>
                  <a:lnTo>
                    <a:pt x="148823" y="48453"/>
                  </a:lnTo>
                  <a:lnTo>
                    <a:pt x="147623" y="51077"/>
                  </a:lnTo>
                  <a:lnTo>
                    <a:pt x="150133" y="51236"/>
                  </a:lnTo>
                  <a:lnTo>
                    <a:pt x="153596" y="51621"/>
                  </a:lnTo>
                  <a:lnTo>
                    <a:pt x="155229" y="52336"/>
                  </a:lnTo>
                  <a:lnTo>
                    <a:pt x="155897" y="53234"/>
                  </a:lnTo>
                  <a:lnTo>
                    <a:pt x="156322" y="54368"/>
                  </a:lnTo>
                  <a:lnTo>
                    <a:pt x="158921" y="55122"/>
                  </a:lnTo>
                  <a:lnTo>
                    <a:pt x="163386" y="56781"/>
                  </a:lnTo>
                  <a:lnTo>
                    <a:pt x="164047" y="57100"/>
                  </a:lnTo>
                  <a:lnTo>
                    <a:pt x="165467" y="57785"/>
                  </a:lnTo>
                  <a:lnTo>
                    <a:pt x="168920" y="57579"/>
                  </a:lnTo>
                  <a:lnTo>
                    <a:pt x="168905" y="57827"/>
                  </a:lnTo>
                  <a:lnTo>
                    <a:pt x="168644" y="62101"/>
                  </a:lnTo>
                  <a:lnTo>
                    <a:pt x="168615" y="62568"/>
                  </a:lnTo>
                  <a:lnTo>
                    <a:pt x="168590" y="62989"/>
                  </a:lnTo>
                  <a:lnTo>
                    <a:pt x="168351" y="65920"/>
                  </a:lnTo>
                  <a:lnTo>
                    <a:pt x="168147" y="68414"/>
                  </a:lnTo>
                  <a:lnTo>
                    <a:pt x="168109" y="69246"/>
                  </a:lnTo>
                  <a:lnTo>
                    <a:pt x="168182" y="71411"/>
                  </a:lnTo>
                  <a:lnTo>
                    <a:pt x="168335" y="72368"/>
                  </a:lnTo>
                  <a:lnTo>
                    <a:pt x="168491" y="73349"/>
                  </a:lnTo>
                  <a:lnTo>
                    <a:pt x="168603" y="74045"/>
                  </a:lnTo>
                  <a:lnTo>
                    <a:pt x="168834" y="75497"/>
                  </a:lnTo>
                  <a:lnTo>
                    <a:pt x="168706" y="77003"/>
                  </a:lnTo>
                  <a:lnTo>
                    <a:pt x="168676" y="77361"/>
                  </a:lnTo>
                  <a:lnTo>
                    <a:pt x="168588" y="78391"/>
                  </a:lnTo>
                  <a:lnTo>
                    <a:pt x="168508" y="79333"/>
                  </a:lnTo>
                  <a:lnTo>
                    <a:pt x="168799" y="79373"/>
                  </a:lnTo>
                  <a:lnTo>
                    <a:pt x="172669" y="79916"/>
                  </a:lnTo>
                  <a:lnTo>
                    <a:pt x="172603" y="80795"/>
                  </a:lnTo>
                  <a:lnTo>
                    <a:pt x="172545" y="81578"/>
                  </a:lnTo>
                  <a:lnTo>
                    <a:pt x="172493" y="82286"/>
                  </a:lnTo>
                  <a:lnTo>
                    <a:pt x="172455" y="82797"/>
                  </a:lnTo>
                  <a:lnTo>
                    <a:pt x="172281" y="85133"/>
                  </a:lnTo>
                  <a:lnTo>
                    <a:pt x="172143" y="86989"/>
                  </a:lnTo>
                  <a:lnTo>
                    <a:pt x="172080" y="87954"/>
                  </a:lnTo>
                  <a:lnTo>
                    <a:pt x="172001" y="89162"/>
                  </a:lnTo>
                  <a:lnTo>
                    <a:pt x="171707" y="93226"/>
                  </a:lnTo>
                  <a:lnTo>
                    <a:pt x="171577" y="96232"/>
                  </a:lnTo>
                  <a:lnTo>
                    <a:pt x="171563" y="96562"/>
                  </a:lnTo>
                  <a:lnTo>
                    <a:pt x="170893" y="99371"/>
                  </a:lnTo>
                  <a:lnTo>
                    <a:pt x="166847" y="116330"/>
                  </a:lnTo>
                  <a:lnTo>
                    <a:pt x="164675" y="121696"/>
                  </a:lnTo>
                  <a:lnTo>
                    <a:pt x="162112" y="122279"/>
                  </a:lnTo>
                  <a:lnTo>
                    <a:pt x="161703" y="122371"/>
                  </a:lnTo>
                  <a:lnTo>
                    <a:pt x="156972" y="123828"/>
                  </a:lnTo>
                  <a:lnTo>
                    <a:pt x="141333" y="128643"/>
                  </a:lnTo>
                  <a:lnTo>
                    <a:pt x="123110" y="135354"/>
                  </a:lnTo>
                  <a:lnTo>
                    <a:pt x="98722" y="144255"/>
                  </a:lnTo>
                  <a:lnTo>
                    <a:pt x="63555" y="157077"/>
                  </a:lnTo>
                  <a:lnTo>
                    <a:pt x="41786" y="165014"/>
                  </a:lnTo>
                  <a:lnTo>
                    <a:pt x="41594" y="164011"/>
                  </a:lnTo>
                  <a:lnTo>
                    <a:pt x="41275" y="162347"/>
                  </a:lnTo>
                  <a:lnTo>
                    <a:pt x="41048" y="160987"/>
                  </a:lnTo>
                  <a:lnTo>
                    <a:pt x="40691" y="159555"/>
                  </a:lnTo>
                  <a:lnTo>
                    <a:pt x="39471" y="154681"/>
                  </a:lnTo>
                  <a:lnTo>
                    <a:pt x="31505" y="157198"/>
                  </a:lnTo>
                  <a:lnTo>
                    <a:pt x="29817" y="157731"/>
                  </a:lnTo>
                  <a:lnTo>
                    <a:pt x="27638" y="158420"/>
                  </a:lnTo>
                  <a:lnTo>
                    <a:pt x="16184" y="161842"/>
                  </a:lnTo>
                  <a:lnTo>
                    <a:pt x="12941" y="162811"/>
                  </a:lnTo>
                  <a:lnTo>
                    <a:pt x="9009" y="163871"/>
                  </a:lnTo>
                  <a:lnTo>
                    <a:pt x="5594" y="155547"/>
                  </a:lnTo>
                  <a:lnTo>
                    <a:pt x="5421" y="155126"/>
                  </a:lnTo>
                  <a:lnTo>
                    <a:pt x="650" y="143498"/>
                  </a:lnTo>
                  <a:lnTo>
                    <a:pt x="0" y="141913"/>
                  </a:lnTo>
                  <a:lnTo>
                    <a:pt x="17576" y="134537"/>
                  </a:lnTo>
                  <a:lnTo>
                    <a:pt x="18951" y="133999"/>
                  </a:lnTo>
                  <a:lnTo>
                    <a:pt x="22770" y="132506"/>
                  </a:lnTo>
                  <a:lnTo>
                    <a:pt x="25817" y="131861"/>
                  </a:lnTo>
                  <a:lnTo>
                    <a:pt x="33656" y="130201"/>
                  </a:lnTo>
                  <a:lnTo>
                    <a:pt x="39245" y="129486"/>
                  </a:lnTo>
                  <a:lnTo>
                    <a:pt x="38973" y="123923"/>
                  </a:lnTo>
                  <a:lnTo>
                    <a:pt x="38666" y="117632"/>
                  </a:lnTo>
                  <a:lnTo>
                    <a:pt x="38465" y="115442"/>
                  </a:lnTo>
                  <a:lnTo>
                    <a:pt x="38344" y="112038"/>
                  </a:lnTo>
                  <a:lnTo>
                    <a:pt x="38336" y="111793"/>
                  </a:lnTo>
                  <a:lnTo>
                    <a:pt x="38213" y="108341"/>
                  </a:lnTo>
                  <a:lnTo>
                    <a:pt x="37722" y="98290"/>
                  </a:lnTo>
                  <a:lnTo>
                    <a:pt x="33752" y="97939"/>
                  </a:lnTo>
                  <a:lnTo>
                    <a:pt x="31790" y="97824"/>
                  </a:lnTo>
                  <a:lnTo>
                    <a:pt x="29743" y="97053"/>
                  </a:lnTo>
                  <a:lnTo>
                    <a:pt x="28680" y="96652"/>
                  </a:lnTo>
                  <a:lnTo>
                    <a:pt x="24219" y="93650"/>
                  </a:lnTo>
                  <a:lnTo>
                    <a:pt x="23277" y="92131"/>
                  </a:lnTo>
                  <a:lnTo>
                    <a:pt x="21720" y="90736"/>
                  </a:lnTo>
                  <a:lnTo>
                    <a:pt x="19953" y="87720"/>
                  </a:lnTo>
                  <a:lnTo>
                    <a:pt x="19811" y="8747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g173"/>
            <p:cNvSpPr/>
            <p:nvPr/>
          </p:nvSpPr>
          <p:spPr>
            <a:xfrm>
              <a:off x="3235547" y="5111676"/>
              <a:ext cx="251417" cy="316349"/>
            </a:xfrm>
            <a:custGeom>
              <a:avLst/>
              <a:pathLst>
                <a:path w="251417" h="316349">
                  <a:moveTo>
                    <a:pt x="64157" y="25135"/>
                  </a:moveTo>
                  <a:lnTo>
                    <a:pt x="65053" y="26114"/>
                  </a:lnTo>
                  <a:lnTo>
                    <a:pt x="65279" y="26018"/>
                  </a:lnTo>
                  <a:lnTo>
                    <a:pt x="70220" y="23779"/>
                  </a:lnTo>
                  <a:lnTo>
                    <a:pt x="70884" y="23473"/>
                  </a:lnTo>
                  <a:lnTo>
                    <a:pt x="71535" y="24294"/>
                  </a:lnTo>
                  <a:lnTo>
                    <a:pt x="71773" y="24579"/>
                  </a:lnTo>
                  <a:lnTo>
                    <a:pt x="72993" y="26043"/>
                  </a:lnTo>
                  <a:lnTo>
                    <a:pt x="75861" y="29482"/>
                  </a:lnTo>
                  <a:lnTo>
                    <a:pt x="74239" y="31371"/>
                  </a:lnTo>
                  <a:lnTo>
                    <a:pt x="73588" y="32130"/>
                  </a:lnTo>
                  <a:lnTo>
                    <a:pt x="73254" y="32519"/>
                  </a:lnTo>
                  <a:lnTo>
                    <a:pt x="72583" y="32959"/>
                  </a:lnTo>
                  <a:lnTo>
                    <a:pt x="71813" y="33090"/>
                  </a:lnTo>
                  <a:lnTo>
                    <a:pt x="68901" y="33586"/>
                  </a:lnTo>
                  <a:lnTo>
                    <a:pt x="68096" y="33723"/>
                  </a:lnTo>
                  <a:lnTo>
                    <a:pt x="69689" y="34239"/>
                  </a:lnTo>
                  <a:lnTo>
                    <a:pt x="70060" y="34359"/>
                  </a:lnTo>
                  <a:lnTo>
                    <a:pt x="70709" y="34613"/>
                  </a:lnTo>
                  <a:lnTo>
                    <a:pt x="76304" y="36805"/>
                  </a:lnTo>
                  <a:lnTo>
                    <a:pt x="77389" y="37230"/>
                  </a:lnTo>
                  <a:lnTo>
                    <a:pt x="78040" y="37484"/>
                  </a:lnTo>
                  <a:lnTo>
                    <a:pt x="78681" y="37736"/>
                  </a:lnTo>
                  <a:lnTo>
                    <a:pt x="79338" y="37993"/>
                  </a:lnTo>
                  <a:lnTo>
                    <a:pt x="79842" y="38344"/>
                  </a:lnTo>
                  <a:lnTo>
                    <a:pt x="80057" y="38728"/>
                  </a:lnTo>
                  <a:lnTo>
                    <a:pt x="80157" y="39467"/>
                  </a:lnTo>
                  <a:lnTo>
                    <a:pt x="80246" y="39871"/>
                  </a:lnTo>
                  <a:lnTo>
                    <a:pt x="80550" y="41248"/>
                  </a:lnTo>
                  <a:lnTo>
                    <a:pt x="80646" y="42567"/>
                  </a:lnTo>
                  <a:lnTo>
                    <a:pt x="81207" y="43817"/>
                  </a:lnTo>
                  <a:lnTo>
                    <a:pt x="81739" y="44471"/>
                  </a:lnTo>
                  <a:lnTo>
                    <a:pt x="82336" y="45205"/>
                  </a:lnTo>
                  <a:lnTo>
                    <a:pt x="83943" y="47181"/>
                  </a:lnTo>
                  <a:lnTo>
                    <a:pt x="84428" y="47330"/>
                  </a:lnTo>
                  <a:lnTo>
                    <a:pt x="85744" y="48139"/>
                  </a:lnTo>
                  <a:lnTo>
                    <a:pt x="87196" y="49769"/>
                  </a:lnTo>
                  <a:lnTo>
                    <a:pt x="87509" y="50296"/>
                  </a:lnTo>
                  <a:lnTo>
                    <a:pt x="88778" y="52437"/>
                  </a:lnTo>
                  <a:lnTo>
                    <a:pt x="89357" y="53142"/>
                  </a:lnTo>
                  <a:lnTo>
                    <a:pt x="90183" y="53742"/>
                  </a:lnTo>
                  <a:lnTo>
                    <a:pt x="90499" y="53972"/>
                  </a:lnTo>
                  <a:lnTo>
                    <a:pt x="91589" y="54469"/>
                  </a:lnTo>
                  <a:lnTo>
                    <a:pt x="92487" y="55176"/>
                  </a:lnTo>
                  <a:lnTo>
                    <a:pt x="93636" y="56787"/>
                  </a:lnTo>
                  <a:lnTo>
                    <a:pt x="94271" y="57293"/>
                  </a:lnTo>
                  <a:lnTo>
                    <a:pt x="95329" y="58136"/>
                  </a:lnTo>
                  <a:lnTo>
                    <a:pt x="95506" y="58277"/>
                  </a:lnTo>
                  <a:lnTo>
                    <a:pt x="97376" y="60203"/>
                  </a:lnTo>
                  <a:lnTo>
                    <a:pt x="99912" y="62411"/>
                  </a:lnTo>
                  <a:lnTo>
                    <a:pt x="101431" y="63735"/>
                  </a:lnTo>
                  <a:lnTo>
                    <a:pt x="99039" y="66934"/>
                  </a:lnTo>
                  <a:lnTo>
                    <a:pt x="95016" y="70445"/>
                  </a:lnTo>
                  <a:lnTo>
                    <a:pt x="90693" y="73403"/>
                  </a:lnTo>
                  <a:lnTo>
                    <a:pt x="79755" y="80890"/>
                  </a:lnTo>
                  <a:lnTo>
                    <a:pt x="84150" y="82077"/>
                  </a:lnTo>
                  <a:lnTo>
                    <a:pt x="102891" y="87139"/>
                  </a:lnTo>
                  <a:lnTo>
                    <a:pt x="112800" y="89745"/>
                  </a:lnTo>
                  <a:lnTo>
                    <a:pt x="117391" y="90952"/>
                  </a:lnTo>
                  <a:lnTo>
                    <a:pt x="117745" y="91045"/>
                  </a:lnTo>
                  <a:lnTo>
                    <a:pt x="138652" y="96792"/>
                  </a:lnTo>
                  <a:lnTo>
                    <a:pt x="152346" y="100602"/>
                  </a:lnTo>
                  <a:lnTo>
                    <a:pt x="160298" y="102820"/>
                  </a:lnTo>
                  <a:lnTo>
                    <a:pt x="153874" y="118300"/>
                  </a:lnTo>
                  <a:lnTo>
                    <a:pt x="154162" y="118992"/>
                  </a:lnTo>
                  <a:lnTo>
                    <a:pt x="158402" y="129199"/>
                  </a:lnTo>
                  <a:lnTo>
                    <a:pt x="160360" y="133913"/>
                  </a:lnTo>
                  <a:lnTo>
                    <a:pt x="162776" y="139728"/>
                  </a:lnTo>
                  <a:lnTo>
                    <a:pt x="163048" y="140385"/>
                  </a:lnTo>
                  <a:lnTo>
                    <a:pt x="166594" y="148921"/>
                  </a:lnTo>
                  <a:lnTo>
                    <a:pt x="169117" y="154996"/>
                  </a:lnTo>
                  <a:lnTo>
                    <a:pt x="172700" y="163619"/>
                  </a:lnTo>
                  <a:lnTo>
                    <a:pt x="182641" y="187734"/>
                  </a:lnTo>
                  <a:lnTo>
                    <a:pt x="186650" y="197194"/>
                  </a:lnTo>
                  <a:lnTo>
                    <a:pt x="195472" y="193803"/>
                  </a:lnTo>
                  <a:lnTo>
                    <a:pt x="202788" y="190638"/>
                  </a:lnTo>
                  <a:lnTo>
                    <a:pt x="212296" y="186775"/>
                  </a:lnTo>
                  <a:lnTo>
                    <a:pt x="215493" y="185476"/>
                  </a:lnTo>
                  <a:lnTo>
                    <a:pt x="221585" y="183001"/>
                  </a:lnTo>
                  <a:lnTo>
                    <a:pt x="229197" y="179909"/>
                  </a:lnTo>
                  <a:lnTo>
                    <a:pt x="229331" y="179856"/>
                  </a:lnTo>
                  <a:lnTo>
                    <a:pt x="229517" y="179810"/>
                  </a:lnTo>
                  <a:lnTo>
                    <a:pt x="229645" y="180030"/>
                  </a:lnTo>
                  <a:lnTo>
                    <a:pt x="231413" y="183046"/>
                  </a:lnTo>
                  <a:lnTo>
                    <a:pt x="232969" y="184441"/>
                  </a:lnTo>
                  <a:lnTo>
                    <a:pt x="233911" y="185959"/>
                  </a:lnTo>
                  <a:lnTo>
                    <a:pt x="238372" y="188961"/>
                  </a:lnTo>
                  <a:lnTo>
                    <a:pt x="239435" y="189362"/>
                  </a:lnTo>
                  <a:lnTo>
                    <a:pt x="241482" y="190134"/>
                  </a:lnTo>
                  <a:lnTo>
                    <a:pt x="243444" y="190249"/>
                  </a:lnTo>
                  <a:lnTo>
                    <a:pt x="247414" y="190599"/>
                  </a:lnTo>
                  <a:lnTo>
                    <a:pt x="247905" y="200651"/>
                  </a:lnTo>
                  <a:lnTo>
                    <a:pt x="248028" y="204102"/>
                  </a:lnTo>
                  <a:lnTo>
                    <a:pt x="248036" y="204348"/>
                  </a:lnTo>
                  <a:lnTo>
                    <a:pt x="248157" y="207752"/>
                  </a:lnTo>
                  <a:lnTo>
                    <a:pt x="248358" y="209942"/>
                  </a:lnTo>
                  <a:lnTo>
                    <a:pt x="248665" y="216233"/>
                  </a:lnTo>
                  <a:lnTo>
                    <a:pt x="248937" y="221796"/>
                  </a:lnTo>
                  <a:lnTo>
                    <a:pt x="243348" y="222511"/>
                  </a:lnTo>
                  <a:lnTo>
                    <a:pt x="235509" y="224171"/>
                  </a:lnTo>
                  <a:lnTo>
                    <a:pt x="232462" y="224816"/>
                  </a:lnTo>
                  <a:lnTo>
                    <a:pt x="228643" y="226309"/>
                  </a:lnTo>
                  <a:lnTo>
                    <a:pt x="227268" y="226846"/>
                  </a:lnTo>
                  <a:lnTo>
                    <a:pt x="209692" y="234222"/>
                  </a:lnTo>
                  <a:lnTo>
                    <a:pt x="210342" y="235808"/>
                  </a:lnTo>
                  <a:lnTo>
                    <a:pt x="215113" y="247436"/>
                  </a:lnTo>
                  <a:lnTo>
                    <a:pt x="215286" y="247857"/>
                  </a:lnTo>
                  <a:lnTo>
                    <a:pt x="218701" y="256181"/>
                  </a:lnTo>
                  <a:lnTo>
                    <a:pt x="222633" y="255120"/>
                  </a:lnTo>
                  <a:lnTo>
                    <a:pt x="225876" y="254152"/>
                  </a:lnTo>
                  <a:lnTo>
                    <a:pt x="237330" y="250729"/>
                  </a:lnTo>
                  <a:lnTo>
                    <a:pt x="239509" y="250041"/>
                  </a:lnTo>
                  <a:lnTo>
                    <a:pt x="241197" y="249508"/>
                  </a:lnTo>
                  <a:lnTo>
                    <a:pt x="249167" y="246989"/>
                  </a:lnTo>
                  <a:lnTo>
                    <a:pt x="250383" y="251864"/>
                  </a:lnTo>
                  <a:lnTo>
                    <a:pt x="250740" y="253296"/>
                  </a:lnTo>
                  <a:lnTo>
                    <a:pt x="250967" y="254657"/>
                  </a:lnTo>
                  <a:lnTo>
                    <a:pt x="251286" y="256321"/>
                  </a:lnTo>
                  <a:lnTo>
                    <a:pt x="251417" y="257346"/>
                  </a:lnTo>
                  <a:lnTo>
                    <a:pt x="228614" y="265669"/>
                  </a:lnTo>
                  <a:lnTo>
                    <a:pt x="221006" y="268554"/>
                  </a:lnTo>
                  <a:lnTo>
                    <a:pt x="197370" y="277141"/>
                  </a:lnTo>
                  <a:lnTo>
                    <a:pt x="183902" y="282033"/>
                  </a:lnTo>
                  <a:lnTo>
                    <a:pt x="172841" y="286052"/>
                  </a:lnTo>
                  <a:lnTo>
                    <a:pt x="172339" y="286235"/>
                  </a:lnTo>
                  <a:lnTo>
                    <a:pt x="158972" y="291115"/>
                  </a:lnTo>
                  <a:lnTo>
                    <a:pt x="121648" y="304740"/>
                  </a:lnTo>
                  <a:lnTo>
                    <a:pt x="91604" y="315707"/>
                  </a:lnTo>
                  <a:lnTo>
                    <a:pt x="90928" y="315954"/>
                  </a:lnTo>
                  <a:lnTo>
                    <a:pt x="90296" y="316185"/>
                  </a:lnTo>
                  <a:lnTo>
                    <a:pt x="89526" y="316349"/>
                  </a:lnTo>
                  <a:lnTo>
                    <a:pt x="89374" y="315870"/>
                  </a:lnTo>
                  <a:lnTo>
                    <a:pt x="88845" y="314206"/>
                  </a:lnTo>
                  <a:lnTo>
                    <a:pt x="88470" y="313013"/>
                  </a:lnTo>
                  <a:lnTo>
                    <a:pt x="87913" y="311241"/>
                  </a:lnTo>
                  <a:lnTo>
                    <a:pt x="86215" y="305839"/>
                  </a:lnTo>
                  <a:lnTo>
                    <a:pt x="81650" y="291312"/>
                  </a:lnTo>
                  <a:lnTo>
                    <a:pt x="80782" y="288552"/>
                  </a:lnTo>
                  <a:lnTo>
                    <a:pt x="82927" y="287650"/>
                  </a:lnTo>
                  <a:lnTo>
                    <a:pt x="109439" y="276501"/>
                  </a:lnTo>
                  <a:lnTo>
                    <a:pt x="111517" y="275627"/>
                  </a:lnTo>
                  <a:lnTo>
                    <a:pt x="110374" y="272899"/>
                  </a:lnTo>
                  <a:lnTo>
                    <a:pt x="107119" y="265133"/>
                  </a:lnTo>
                  <a:lnTo>
                    <a:pt x="106065" y="262618"/>
                  </a:lnTo>
                  <a:lnTo>
                    <a:pt x="101059" y="250674"/>
                  </a:lnTo>
                  <a:lnTo>
                    <a:pt x="100821" y="250106"/>
                  </a:lnTo>
                  <a:lnTo>
                    <a:pt x="91434" y="227710"/>
                  </a:lnTo>
                  <a:lnTo>
                    <a:pt x="90782" y="226152"/>
                  </a:lnTo>
                  <a:lnTo>
                    <a:pt x="90321" y="225049"/>
                  </a:lnTo>
                  <a:lnTo>
                    <a:pt x="86863" y="216768"/>
                  </a:lnTo>
                  <a:lnTo>
                    <a:pt x="86676" y="216320"/>
                  </a:lnTo>
                  <a:lnTo>
                    <a:pt x="83181" y="207949"/>
                  </a:lnTo>
                  <a:lnTo>
                    <a:pt x="80722" y="202061"/>
                  </a:lnTo>
                  <a:lnTo>
                    <a:pt x="78849" y="197872"/>
                  </a:lnTo>
                  <a:lnTo>
                    <a:pt x="78714" y="197571"/>
                  </a:lnTo>
                  <a:lnTo>
                    <a:pt x="75049" y="188345"/>
                  </a:lnTo>
                  <a:lnTo>
                    <a:pt x="71705" y="180258"/>
                  </a:lnTo>
                  <a:lnTo>
                    <a:pt x="71467" y="179685"/>
                  </a:lnTo>
                  <a:lnTo>
                    <a:pt x="71210" y="178806"/>
                  </a:lnTo>
                  <a:lnTo>
                    <a:pt x="70821" y="177868"/>
                  </a:lnTo>
                  <a:lnTo>
                    <a:pt x="64154" y="161777"/>
                  </a:lnTo>
                  <a:lnTo>
                    <a:pt x="57970" y="146757"/>
                  </a:lnTo>
                  <a:lnTo>
                    <a:pt x="56753" y="143801"/>
                  </a:lnTo>
                  <a:lnTo>
                    <a:pt x="55902" y="144261"/>
                  </a:lnTo>
                  <a:lnTo>
                    <a:pt x="48761" y="148117"/>
                  </a:lnTo>
                  <a:lnTo>
                    <a:pt x="46194" y="149670"/>
                  </a:lnTo>
                  <a:lnTo>
                    <a:pt x="40307" y="153232"/>
                  </a:lnTo>
                  <a:lnTo>
                    <a:pt x="32947" y="157445"/>
                  </a:lnTo>
                  <a:lnTo>
                    <a:pt x="32529" y="156994"/>
                  </a:lnTo>
                  <a:lnTo>
                    <a:pt x="32295" y="156740"/>
                  </a:lnTo>
                  <a:lnTo>
                    <a:pt x="30650" y="154962"/>
                  </a:lnTo>
                  <a:lnTo>
                    <a:pt x="30329" y="154615"/>
                  </a:lnTo>
                  <a:lnTo>
                    <a:pt x="29355" y="153535"/>
                  </a:lnTo>
                  <a:lnTo>
                    <a:pt x="26996" y="150919"/>
                  </a:lnTo>
                  <a:lnTo>
                    <a:pt x="26805" y="150706"/>
                  </a:lnTo>
                  <a:lnTo>
                    <a:pt x="26558" y="150545"/>
                  </a:lnTo>
                  <a:lnTo>
                    <a:pt x="25889" y="150108"/>
                  </a:lnTo>
                  <a:lnTo>
                    <a:pt x="25962" y="149928"/>
                  </a:lnTo>
                  <a:lnTo>
                    <a:pt x="29584" y="140967"/>
                  </a:lnTo>
                  <a:lnTo>
                    <a:pt x="32343" y="129290"/>
                  </a:lnTo>
                  <a:lnTo>
                    <a:pt x="35328" y="123189"/>
                  </a:lnTo>
                  <a:lnTo>
                    <a:pt x="32951" y="120799"/>
                  </a:lnTo>
                  <a:lnTo>
                    <a:pt x="33332" y="118115"/>
                  </a:lnTo>
                  <a:lnTo>
                    <a:pt x="34857" y="117088"/>
                  </a:lnTo>
                  <a:lnTo>
                    <a:pt x="34464" y="113877"/>
                  </a:lnTo>
                  <a:lnTo>
                    <a:pt x="26228" y="112709"/>
                  </a:lnTo>
                  <a:lnTo>
                    <a:pt x="24097" y="112271"/>
                  </a:lnTo>
                  <a:lnTo>
                    <a:pt x="24211" y="109078"/>
                  </a:lnTo>
                  <a:lnTo>
                    <a:pt x="24309" y="106301"/>
                  </a:lnTo>
                  <a:lnTo>
                    <a:pt x="28183" y="104799"/>
                  </a:lnTo>
                  <a:lnTo>
                    <a:pt x="36349" y="89633"/>
                  </a:lnTo>
                  <a:lnTo>
                    <a:pt x="29202" y="84014"/>
                  </a:lnTo>
                  <a:lnTo>
                    <a:pt x="23783" y="79197"/>
                  </a:lnTo>
                  <a:lnTo>
                    <a:pt x="21165" y="81179"/>
                  </a:lnTo>
                  <a:lnTo>
                    <a:pt x="16531" y="76736"/>
                  </a:lnTo>
                  <a:lnTo>
                    <a:pt x="11060" y="71491"/>
                  </a:lnTo>
                  <a:lnTo>
                    <a:pt x="13297" y="54504"/>
                  </a:lnTo>
                  <a:lnTo>
                    <a:pt x="13357" y="53839"/>
                  </a:lnTo>
                  <a:lnTo>
                    <a:pt x="0" y="47282"/>
                  </a:lnTo>
                  <a:lnTo>
                    <a:pt x="13822" y="24163"/>
                  </a:lnTo>
                  <a:lnTo>
                    <a:pt x="23560" y="4094"/>
                  </a:lnTo>
                  <a:lnTo>
                    <a:pt x="38561" y="0"/>
                  </a:lnTo>
                  <a:lnTo>
                    <a:pt x="38972" y="277"/>
                  </a:lnTo>
                  <a:lnTo>
                    <a:pt x="40890" y="1573"/>
                  </a:lnTo>
                  <a:lnTo>
                    <a:pt x="43000" y="2999"/>
                  </a:lnTo>
                  <a:lnTo>
                    <a:pt x="43194" y="4076"/>
                  </a:lnTo>
                  <a:lnTo>
                    <a:pt x="47831" y="7050"/>
                  </a:lnTo>
                  <a:lnTo>
                    <a:pt x="54527" y="13847"/>
                  </a:lnTo>
                  <a:lnTo>
                    <a:pt x="59434" y="19974"/>
                  </a:lnTo>
                  <a:lnTo>
                    <a:pt x="59841" y="20418"/>
                  </a:lnTo>
                  <a:lnTo>
                    <a:pt x="61061" y="2175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g174"/>
            <p:cNvSpPr/>
            <p:nvPr/>
          </p:nvSpPr>
          <p:spPr>
            <a:xfrm>
              <a:off x="2573311" y="3522835"/>
              <a:ext cx="65801" cy="37571"/>
            </a:xfrm>
            <a:custGeom>
              <a:avLst/>
              <a:pathLst>
                <a:path w="65801" h="37571">
                  <a:moveTo>
                    <a:pt x="41249" y="5408"/>
                  </a:moveTo>
                  <a:lnTo>
                    <a:pt x="42537" y="6035"/>
                  </a:lnTo>
                  <a:lnTo>
                    <a:pt x="44156" y="4906"/>
                  </a:lnTo>
                  <a:lnTo>
                    <a:pt x="49618" y="8872"/>
                  </a:lnTo>
                  <a:lnTo>
                    <a:pt x="52373" y="12362"/>
                  </a:lnTo>
                  <a:lnTo>
                    <a:pt x="59034" y="12381"/>
                  </a:lnTo>
                  <a:lnTo>
                    <a:pt x="63616" y="12393"/>
                  </a:lnTo>
                  <a:lnTo>
                    <a:pt x="65801" y="12399"/>
                  </a:lnTo>
                  <a:lnTo>
                    <a:pt x="65748" y="19029"/>
                  </a:lnTo>
                  <a:lnTo>
                    <a:pt x="65734" y="20793"/>
                  </a:lnTo>
                  <a:lnTo>
                    <a:pt x="65722" y="22401"/>
                  </a:lnTo>
                  <a:lnTo>
                    <a:pt x="65673" y="28862"/>
                  </a:lnTo>
                  <a:lnTo>
                    <a:pt x="65646" y="32436"/>
                  </a:lnTo>
                  <a:lnTo>
                    <a:pt x="65644" y="32684"/>
                  </a:lnTo>
                  <a:lnTo>
                    <a:pt x="65508" y="35694"/>
                  </a:lnTo>
                  <a:lnTo>
                    <a:pt x="65423" y="37550"/>
                  </a:lnTo>
                  <a:lnTo>
                    <a:pt x="65141" y="37571"/>
                  </a:lnTo>
                  <a:lnTo>
                    <a:pt x="62142" y="37309"/>
                  </a:lnTo>
                  <a:lnTo>
                    <a:pt x="60653" y="37179"/>
                  </a:lnTo>
                  <a:lnTo>
                    <a:pt x="59832" y="37107"/>
                  </a:lnTo>
                  <a:lnTo>
                    <a:pt x="59022" y="36328"/>
                  </a:lnTo>
                  <a:lnTo>
                    <a:pt x="57746" y="35101"/>
                  </a:lnTo>
                  <a:lnTo>
                    <a:pt x="50936" y="34097"/>
                  </a:lnTo>
                  <a:lnTo>
                    <a:pt x="42699" y="32745"/>
                  </a:lnTo>
                  <a:lnTo>
                    <a:pt x="38455" y="32048"/>
                  </a:lnTo>
                  <a:lnTo>
                    <a:pt x="37977" y="32781"/>
                  </a:lnTo>
                  <a:lnTo>
                    <a:pt x="37227" y="33930"/>
                  </a:lnTo>
                  <a:lnTo>
                    <a:pt x="36987" y="34298"/>
                  </a:lnTo>
                  <a:lnTo>
                    <a:pt x="36794" y="34594"/>
                  </a:lnTo>
                  <a:lnTo>
                    <a:pt x="35681" y="33972"/>
                  </a:lnTo>
                  <a:lnTo>
                    <a:pt x="33966" y="32417"/>
                  </a:lnTo>
                  <a:lnTo>
                    <a:pt x="33169" y="32068"/>
                  </a:lnTo>
                  <a:lnTo>
                    <a:pt x="31669" y="31428"/>
                  </a:lnTo>
                  <a:lnTo>
                    <a:pt x="31093" y="31218"/>
                  </a:lnTo>
                  <a:lnTo>
                    <a:pt x="28582" y="30303"/>
                  </a:lnTo>
                  <a:lnTo>
                    <a:pt x="28052" y="30110"/>
                  </a:lnTo>
                  <a:lnTo>
                    <a:pt x="27577" y="29835"/>
                  </a:lnTo>
                  <a:lnTo>
                    <a:pt x="26923" y="29457"/>
                  </a:lnTo>
                  <a:lnTo>
                    <a:pt x="26725" y="29286"/>
                  </a:lnTo>
                  <a:lnTo>
                    <a:pt x="26285" y="28905"/>
                  </a:lnTo>
                  <a:lnTo>
                    <a:pt x="23020" y="28002"/>
                  </a:lnTo>
                  <a:lnTo>
                    <a:pt x="22682" y="27996"/>
                  </a:lnTo>
                  <a:lnTo>
                    <a:pt x="21292" y="27973"/>
                  </a:lnTo>
                  <a:lnTo>
                    <a:pt x="20100" y="27952"/>
                  </a:lnTo>
                  <a:lnTo>
                    <a:pt x="19097" y="28009"/>
                  </a:lnTo>
                  <a:lnTo>
                    <a:pt x="17708" y="28089"/>
                  </a:lnTo>
                  <a:lnTo>
                    <a:pt x="16590" y="28153"/>
                  </a:lnTo>
                  <a:lnTo>
                    <a:pt x="16132" y="28069"/>
                  </a:lnTo>
                  <a:lnTo>
                    <a:pt x="15988" y="28043"/>
                  </a:lnTo>
                  <a:lnTo>
                    <a:pt x="15761" y="28002"/>
                  </a:lnTo>
                  <a:lnTo>
                    <a:pt x="14799" y="27827"/>
                  </a:lnTo>
                  <a:lnTo>
                    <a:pt x="14499" y="27613"/>
                  </a:lnTo>
                  <a:lnTo>
                    <a:pt x="14032" y="26993"/>
                  </a:lnTo>
                  <a:lnTo>
                    <a:pt x="12765" y="25311"/>
                  </a:lnTo>
                  <a:lnTo>
                    <a:pt x="11137" y="23150"/>
                  </a:lnTo>
                  <a:lnTo>
                    <a:pt x="10989" y="22954"/>
                  </a:lnTo>
                  <a:lnTo>
                    <a:pt x="9103" y="20450"/>
                  </a:lnTo>
                  <a:lnTo>
                    <a:pt x="8215" y="18930"/>
                  </a:lnTo>
                  <a:lnTo>
                    <a:pt x="7944" y="18342"/>
                  </a:lnTo>
                  <a:lnTo>
                    <a:pt x="7806" y="18000"/>
                  </a:lnTo>
                  <a:lnTo>
                    <a:pt x="7371" y="16920"/>
                  </a:lnTo>
                  <a:lnTo>
                    <a:pt x="7261" y="16645"/>
                  </a:lnTo>
                  <a:lnTo>
                    <a:pt x="7196" y="16483"/>
                  </a:lnTo>
                  <a:lnTo>
                    <a:pt x="6717" y="15295"/>
                  </a:lnTo>
                  <a:lnTo>
                    <a:pt x="6593" y="14990"/>
                  </a:lnTo>
                  <a:lnTo>
                    <a:pt x="6457" y="14654"/>
                  </a:lnTo>
                  <a:lnTo>
                    <a:pt x="6328" y="14338"/>
                  </a:lnTo>
                  <a:lnTo>
                    <a:pt x="6159" y="14045"/>
                  </a:lnTo>
                  <a:lnTo>
                    <a:pt x="5767" y="13730"/>
                  </a:lnTo>
                  <a:lnTo>
                    <a:pt x="5598" y="13594"/>
                  </a:lnTo>
                  <a:lnTo>
                    <a:pt x="3165" y="12148"/>
                  </a:lnTo>
                  <a:lnTo>
                    <a:pt x="2938" y="12060"/>
                  </a:lnTo>
                  <a:lnTo>
                    <a:pt x="2736" y="11978"/>
                  </a:lnTo>
                  <a:lnTo>
                    <a:pt x="1842" y="11617"/>
                  </a:lnTo>
                  <a:lnTo>
                    <a:pt x="1350" y="11658"/>
                  </a:lnTo>
                  <a:lnTo>
                    <a:pt x="173" y="11758"/>
                  </a:lnTo>
                  <a:lnTo>
                    <a:pt x="0" y="11295"/>
                  </a:lnTo>
                  <a:lnTo>
                    <a:pt x="2051" y="9157"/>
                  </a:lnTo>
                  <a:lnTo>
                    <a:pt x="2680" y="8667"/>
                  </a:lnTo>
                  <a:lnTo>
                    <a:pt x="3857" y="7750"/>
                  </a:lnTo>
                  <a:lnTo>
                    <a:pt x="4189" y="7491"/>
                  </a:lnTo>
                  <a:lnTo>
                    <a:pt x="4865" y="6963"/>
                  </a:lnTo>
                  <a:lnTo>
                    <a:pt x="7522" y="4892"/>
                  </a:lnTo>
                  <a:lnTo>
                    <a:pt x="8327" y="4264"/>
                  </a:lnTo>
                  <a:lnTo>
                    <a:pt x="9729" y="3187"/>
                  </a:lnTo>
                  <a:lnTo>
                    <a:pt x="11695" y="4708"/>
                  </a:lnTo>
                  <a:lnTo>
                    <a:pt x="13483" y="2101"/>
                  </a:lnTo>
                  <a:lnTo>
                    <a:pt x="16968" y="5162"/>
                  </a:lnTo>
                  <a:lnTo>
                    <a:pt x="24331" y="7269"/>
                  </a:lnTo>
                  <a:lnTo>
                    <a:pt x="27321" y="0"/>
                  </a:lnTo>
                  <a:lnTo>
                    <a:pt x="38189" y="392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g175"/>
            <p:cNvSpPr/>
            <p:nvPr/>
          </p:nvSpPr>
          <p:spPr>
            <a:xfrm>
              <a:off x="2516463" y="3391350"/>
              <a:ext cx="86750" cy="103085"/>
            </a:xfrm>
            <a:custGeom>
              <a:avLst/>
              <a:pathLst>
                <a:path w="86750" h="103085">
                  <a:moveTo>
                    <a:pt x="56582" y="25786"/>
                  </a:moveTo>
                  <a:lnTo>
                    <a:pt x="57376" y="26828"/>
                  </a:lnTo>
                  <a:lnTo>
                    <a:pt x="60946" y="28533"/>
                  </a:lnTo>
                  <a:lnTo>
                    <a:pt x="62302" y="30286"/>
                  </a:lnTo>
                  <a:lnTo>
                    <a:pt x="63288" y="32242"/>
                  </a:lnTo>
                  <a:lnTo>
                    <a:pt x="64907" y="34299"/>
                  </a:lnTo>
                  <a:lnTo>
                    <a:pt x="67386" y="36130"/>
                  </a:lnTo>
                  <a:lnTo>
                    <a:pt x="69816" y="38614"/>
                  </a:lnTo>
                  <a:lnTo>
                    <a:pt x="73497" y="46290"/>
                  </a:lnTo>
                  <a:lnTo>
                    <a:pt x="75412" y="48473"/>
                  </a:lnTo>
                  <a:lnTo>
                    <a:pt x="80786" y="53591"/>
                  </a:lnTo>
                  <a:lnTo>
                    <a:pt x="86750" y="68944"/>
                  </a:lnTo>
                  <a:lnTo>
                    <a:pt x="85633" y="69424"/>
                  </a:lnTo>
                  <a:lnTo>
                    <a:pt x="72853" y="72981"/>
                  </a:lnTo>
                  <a:lnTo>
                    <a:pt x="73411" y="75093"/>
                  </a:lnTo>
                  <a:lnTo>
                    <a:pt x="67177" y="92152"/>
                  </a:lnTo>
                  <a:lnTo>
                    <a:pt x="65945" y="91496"/>
                  </a:lnTo>
                  <a:lnTo>
                    <a:pt x="60691" y="88594"/>
                  </a:lnTo>
                  <a:lnTo>
                    <a:pt x="65308" y="78438"/>
                  </a:lnTo>
                  <a:lnTo>
                    <a:pt x="65539" y="76948"/>
                  </a:lnTo>
                  <a:lnTo>
                    <a:pt x="65449" y="76694"/>
                  </a:lnTo>
                  <a:lnTo>
                    <a:pt x="64865" y="76495"/>
                  </a:lnTo>
                  <a:lnTo>
                    <a:pt x="64486" y="76482"/>
                  </a:lnTo>
                  <a:lnTo>
                    <a:pt x="63648" y="76455"/>
                  </a:lnTo>
                  <a:lnTo>
                    <a:pt x="63093" y="76625"/>
                  </a:lnTo>
                  <a:lnTo>
                    <a:pt x="62470" y="76816"/>
                  </a:lnTo>
                  <a:lnTo>
                    <a:pt x="61370" y="77458"/>
                  </a:lnTo>
                  <a:lnTo>
                    <a:pt x="59878" y="78743"/>
                  </a:lnTo>
                  <a:lnTo>
                    <a:pt x="59645" y="79025"/>
                  </a:lnTo>
                  <a:lnTo>
                    <a:pt x="59479" y="79226"/>
                  </a:lnTo>
                  <a:lnTo>
                    <a:pt x="58818" y="80027"/>
                  </a:lnTo>
                  <a:lnTo>
                    <a:pt x="57326" y="81191"/>
                  </a:lnTo>
                  <a:lnTo>
                    <a:pt x="56165" y="82005"/>
                  </a:lnTo>
                  <a:lnTo>
                    <a:pt x="55951" y="82154"/>
                  </a:lnTo>
                  <a:lnTo>
                    <a:pt x="53990" y="82903"/>
                  </a:lnTo>
                  <a:lnTo>
                    <a:pt x="53006" y="83278"/>
                  </a:lnTo>
                  <a:lnTo>
                    <a:pt x="52156" y="83466"/>
                  </a:lnTo>
                  <a:lnTo>
                    <a:pt x="51111" y="83698"/>
                  </a:lnTo>
                  <a:lnTo>
                    <a:pt x="50650" y="83800"/>
                  </a:lnTo>
                  <a:lnTo>
                    <a:pt x="50305" y="83779"/>
                  </a:lnTo>
                  <a:lnTo>
                    <a:pt x="48673" y="83678"/>
                  </a:lnTo>
                  <a:lnTo>
                    <a:pt x="48362" y="83660"/>
                  </a:lnTo>
                  <a:lnTo>
                    <a:pt x="48104" y="83703"/>
                  </a:lnTo>
                  <a:lnTo>
                    <a:pt x="48258" y="83890"/>
                  </a:lnTo>
                  <a:lnTo>
                    <a:pt x="49133" y="84949"/>
                  </a:lnTo>
                  <a:lnTo>
                    <a:pt x="49215" y="85085"/>
                  </a:lnTo>
                  <a:lnTo>
                    <a:pt x="49954" y="86305"/>
                  </a:lnTo>
                  <a:lnTo>
                    <a:pt x="51818" y="89555"/>
                  </a:lnTo>
                  <a:lnTo>
                    <a:pt x="49418" y="90832"/>
                  </a:lnTo>
                  <a:lnTo>
                    <a:pt x="48711" y="90679"/>
                  </a:lnTo>
                  <a:lnTo>
                    <a:pt x="41264" y="89065"/>
                  </a:lnTo>
                  <a:lnTo>
                    <a:pt x="38593" y="88487"/>
                  </a:lnTo>
                  <a:lnTo>
                    <a:pt x="35995" y="87924"/>
                  </a:lnTo>
                  <a:lnTo>
                    <a:pt x="32652" y="89298"/>
                  </a:lnTo>
                  <a:lnTo>
                    <a:pt x="31079" y="89945"/>
                  </a:lnTo>
                  <a:lnTo>
                    <a:pt x="27231" y="87617"/>
                  </a:lnTo>
                  <a:lnTo>
                    <a:pt x="25739" y="88259"/>
                  </a:lnTo>
                  <a:lnTo>
                    <a:pt x="25176" y="89251"/>
                  </a:lnTo>
                  <a:lnTo>
                    <a:pt x="24044" y="99511"/>
                  </a:lnTo>
                  <a:lnTo>
                    <a:pt x="6128" y="103085"/>
                  </a:lnTo>
                  <a:lnTo>
                    <a:pt x="0" y="97151"/>
                  </a:lnTo>
                  <a:lnTo>
                    <a:pt x="4128" y="91099"/>
                  </a:lnTo>
                  <a:lnTo>
                    <a:pt x="5578" y="89718"/>
                  </a:lnTo>
                  <a:lnTo>
                    <a:pt x="6678" y="89947"/>
                  </a:lnTo>
                  <a:lnTo>
                    <a:pt x="10879" y="90821"/>
                  </a:lnTo>
                  <a:lnTo>
                    <a:pt x="12008" y="86406"/>
                  </a:lnTo>
                  <a:lnTo>
                    <a:pt x="11954" y="84072"/>
                  </a:lnTo>
                  <a:lnTo>
                    <a:pt x="11812" y="77927"/>
                  </a:lnTo>
                  <a:lnTo>
                    <a:pt x="12941" y="73612"/>
                  </a:lnTo>
                  <a:lnTo>
                    <a:pt x="14119" y="70602"/>
                  </a:lnTo>
                  <a:lnTo>
                    <a:pt x="14610" y="65334"/>
                  </a:lnTo>
                  <a:lnTo>
                    <a:pt x="15886" y="63979"/>
                  </a:lnTo>
                  <a:lnTo>
                    <a:pt x="23592" y="60467"/>
                  </a:lnTo>
                  <a:lnTo>
                    <a:pt x="32084" y="55751"/>
                  </a:lnTo>
                  <a:lnTo>
                    <a:pt x="37408" y="51667"/>
                  </a:lnTo>
                  <a:lnTo>
                    <a:pt x="38083" y="50497"/>
                  </a:lnTo>
                  <a:lnTo>
                    <a:pt x="38956" y="45816"/>
                  </a:lnTo>
                  <a:lnTo>
                    <a:pt x="39447" y="39294"/>
                  </a:lnTo>
                  <a:lnTo>
                    <a:pt x="38661" y="35079"/>
                  </a:lnTo>
                  <a:lnTo>
                    <a:pt x="35551" y="35696"/>
                  </a:lnTo>
                  <a:lnTo>
                    <a:pt x="35054" y="33307"/>
                  </a:lnTo>
                  <a:lnTo>
                    <a:pt x="34806" y="28363"/>
                  </a:lnTo>
                  <a:lnTo>
                    <a:pt x="34713" y="26506"/>
                  </a:lnTo>
                  <a:lnTo>
                    <a:pt x="30906" y="26455"/>
                  </a:lnTo>
                  <a:lnTo>
                    <a:pt x="22365" y="27052"/>
                  </a:lnTo>
                  <a:lnTo>
                    <a:pt x="18669" y="26494"/>
                  </a:lnTo>
                  <a:lnTo>
                    <a:pt x="15359" y="24705"/>
                  </a:lnTo>
                  <a:lnTo>
                    <a:pt x="10045" y="21834"/>
                  </a:lnTo>
                  <a:lnTo>
                    <a:pt x="15237" y="5998"/>
                  </a:lnTo>
                  <a:lnTo>
                    <a:pt x="16191" y="2859"/>
                  </a:lnTo>
                  <a:lnTo>
                    <a:pt x="17369" y="0"/>
                  </a:lnTo>
                  <a:lnTo>
                    <a:pt x="25917" y="1691"/>
                  </a:lnTo>
                  <a:lnTo>
                    <a:pt x="28153" y="2098"/>
                  </a:lnTo>
                  <a:lnTo>
                    <a:pt x="50835" y="5791"/>
                  </a:lnTo>
                  <a:lnTo>
                    <a:pt x="51264" y="6857"/>
                  </a:lnTo>
                  <a:lnTo>
                    <a:pt x="53902" y="15888"/>
                  </a:lnTo>
                  <a:lnTo>
                    <a:pt x="55952" y="243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g176"/>
            <p:cNvSpPr/>
            <p:nvPr/>
          </p:nvSpPr>
          <p:spPr>
            <a:xfrm>
              <a:off x="2685462" y="3523694"/>
              <a:ext cx="89281" cy="35899"/>
            </a:xfrm>
            <a:custGeom>
              <a:avLst/>
              <a:pathLst>
                <a:path w="89281" h="35899">
                  <a:moveTo>
                    <a:pt x="42876" y="12337"/>
                  </a:moveTo>
                  <a:lnTo>
                    <a:pt x="43290" y="12776"/>
                  </a:lnTo>
                  <a:lnTo>
                    <a:pt x="43563" y="12585"/>
                  </a:lnTo>
                  <a:lnTo>
                    <a:pt x="43991" y="12286"/>
                  </a:lnTo>
                  <a:lnTo>
                    <a:pt x="45385" y="11310"/>
                  </a:lnTo>
                  <a:lnTo>
                    <a:pt x="46986" y="10557"/>
                  </a:lnTo>
                  <a:lnTo>
                    <a:pt x="47350" y="10385"/>
                  </a:lnTo>
                  <a:lnTo>
                    <a:pt x="48466" y="9860"/>
                  </a:lnTo>
                  <a:lnTo>
                    <a:pt x="49028" y="9620"/>
                  </a:lnTo>
                  <a:lnTo>
                    <a:pt x="50283" y="9128"/>
                  </a:lnTo>
                  <a:lnTo>
                    <a:pt x="51525" y="9161"/>
                  </a:lnTo>
                  <a:lnTo>
                    <a:pt x="52033" y="9174"/>
                  </a:lnTo>
                  <a:lnTo>
                    <a:pt x="52324" y="9283"/>
                  </a:lnTo>
                  <a:lnTo>
                    <a:pt x="53470" y="9713"/>
                  </a:lnTo>
                  <a:lnTo>
                    <a:pt x="54610" y="10139"/>
                  </a:lnTo>
                  <a:lnTo>
                    <a:pt x="55135" y="10342"/>
                  </a:lnTo>
                  <a:lnTo>
                    <a:pt x="56217" y="10760"/>
                  </a:lnTo>
                  <a:lnTo>
                    <a:pt x="57095" y="9705"/>
                  </a:lnTo>
                  <a:lnTo>
                    <a:pt x="59763" y="10683"/>
                  </a:lnTo>
                  <a:lnTo>
                    <a:pt x="60976" y="11128"/>
                  </a:lnTo>
                  <a:lnTo>
                    <a:pt x="64578" y="12449"/>
                  </a:lnTo>
                  <a:lnTo>
                    <a:pt x="65762" y="12883"/>
                  </a:lnTo>
                  <a:lnTo>
                    <a:pt x="69459" y="14239"/>
                  </a:lnTo>
                  <a:lnTo>
                    <a:pt x="71271" y="14904"/>
                  </a:lnTo>
                  <a:lnTo>
                    <a:pt x="71762" y="13938"/>
                  </a:lnTo>
                  <a:lnTo>
                    <a:pt x="72782" y="14340"/>
                  </a:lnTo>
                  <a:lnTo>
                    <a:pt x="74829" y="15146"/>
                  </a:lnTo>
                  <a:lnTo>
                    <a:pt x="75296" y="15330"/>
                  </a:lnTo>
                  <a:lnTo>
                    <a:pt x="79076" y="16453"/>
                  </a:lnTo>
                  <a:lnTo>
                    <a:pt x="80202" y="16817"/>
                  </a:lnTo>
                  <a:lnTo>
                    <a:pt x="82671" y="17616"/>
                  </a:lnTo>
                  <a:lnTo>
                    <a:pt x="84874" y="18329"/>
                  </a:lnTo>
                  <a:lnTo>
                    <a:pt x="85146" y="18432"/>
                  </a:lnTo>
                  <a:lnTo>
                    <a:pt x="85805" y="18681"/>
                  </a:lnTo>
                  <a:lnTo>
                    <a:pt x="86570" y="18970"/>
                  </a:lnTo>
                  <a:lnTo>
                    <a:pt x="87686" y="19392"/>
                  </a:lnTo>
                  <a:lnTo>
                    <a:pt x="88198" y="19886"/>
                  </a:lnTo>
                  <a:lnTo>
                    <a:pt x="89081" y="20737"/>
                  </a:lnTo>
                  <a:lnTo>
                    <a:pt x="89281" y="20911"/>
                  </a:lnTo>
                  <a:lnTo>
                    <a:pt x="86690" y="23374"/>
                  </a:lnTo>
                  <a:lnTo>
                    <a:pt x="85805" y="24216"/>
                  </a:lnTo>
                  <a:lnTo>
                    <a:pt x="83781" y="26139"/>
                  </a:lnTo>
                  <a:lnTo>
                    <a:pt x="82077" y="28687"/>
                  </a:lnTo>
                  <a:lnTo>
                    <a:pt x="81661" y="29310"/>
                  </a:lnTo>
                  <a:lnTo>
                    <a:pt x="79383" y="27504"/>
                  </a:lnTo>
                  <a:lnTo>
                    <a:pt x="76904" y="28688"/>
                  </a:lnTo>
                  <a:lnTo>
                    <a:pt x="76286" y="29802"/>
                  </a:lnTo>
                  <a:lnTo>
                    <a:pt x="74302" y="33380"/>
                  </a:lnTo>
                  <a:lnTo>
                    <a:pt x="74131" y="33785"/>
                  </a:lnTo>
                  <a:lnTo>
                    <a:pt x="73860" y="34425"/>
                  </a:lnTo>
                  <a:lnTo>
                    <a:pt x="72755" y="35899"/>
                  </a:lnTo>
                  <a:lnTo>
                    <a:pt x="68016" y="35450"/>
                  </a:lnTo>
                  <a:lnTo>
                    <a:pt x="67624" y="35413"/>
                  </a:lnTo>
                  <a:lnTo>
                    <a:pt x="66100" y="35269"/>
                  </a:lnTo>
                  <a:lnTo>
                    <a:pt x="65328" y="35169"/>
                  </a:lnTo>
                  <a:lnTo>
                    <a:pt x="65147" y="35145"/>
                  </a:lnTo>
                  <a:lnTo>
                    <a:pt x="64994" y="35125"/>
                  </a:lnTo>
                  <a:lnTo>
                    <a:pt x="63245" y="34897"/>
                  </a:lnTo>
                  <a:lnTo>
                    <a:pt x="63096" y="34878"/>
                  </a:lnTo>
                  <a:lnTo>
                    <a:pt x="61979" y="34544"/>
                  </a:lnTo>
                  <a:lnTo>
                    <a:pt x="61249" y="34326"/>
                  </a:lnTo>
                  <a:lnTo>
                    <a:pt x="61121" y="34287"/>
                  </a:lnTo>
                  <a:lnTo>
                    <a:pt x="60099" y="33982"/>
                  </a:lnTo>
                  <a:lnTo>
                    <a:pt x="57559" y="33222"/>
                  </a:lnTo>
                  <a:lnTo>
                    <a:pt x="57318" y="33104"/>
                  </a:lnTo>
                  <a:lnTo>
                    <a:pt x="56070" y="32490"/>
                  </a:lnTo>
                  <a:lnTo>
                    <a:pt x="55753" y="32334"/>
                  </a:lnTo>
                  <a:lnTo>
                    <a:pt x="55456" y="32188"/>
                  </a:lnTo>
                  <a:lnTo>
                    <a:pt x="55146" y="32076"/>
                  </a:lnTo>
                  <a:lnTo>
                    <a:pt x="54851" y="31969"/>
                  </a:lnTo>
                  <a:lnTo>
                    <a:pt x="53821" y="31596"/>
                  </a:lnTo>
                  <a:lnTo>
                    <a:pt x="50590" y="30426"/>
                  </a:lnTo>
                  <a:lnTo>
                    <a:pt x="50014" y="30236"/>
                  </a:lnTo>
                  <a:lnTo>
                    <a:pt x="49800" y="30166"/>
                  </a:lnTo>
                  <a:lnTo>
                    <a:pt x="48685" y="29798"/>
                  </a:lnTo>
                  <a:lnTo>
                    <a:pt x="48476" y="29729"/>
                  </a:lnTo>
                  <a:lnTo>
                    <a:pt x="46217" y="29004"/>
                  </a:lnTo>
                  <a:lnTo>
                    <a:pt x="45876" y="28971"/>
                  </a:lnTo>
                  <a:lnTo>
                    <a:pt x="45488" y="28933"/>
                  </a:lnTo>
                  <a:lnTo>
                    <a:pt x="44472" y="28834"/>
                  </a:lnTo>
                  <a:lnTo>
                    <a:pt x="43616" y="28746"/>
                  </a:lnTo>
                  <a:lnTo>
                    <a:pt x="43132" y="28664"/>
                  </a:lnTo>
                  <a:lnTo>
                    <a:pt x="39586" y="28057"/>
                  </a:lnTo>
                  <a:lnTo>
                    <a:pt x="37022" y="27457"/>
                  </a:lnTo>
                  <a:lnTo>
                    <a:pt x="36582" y="27354"/>
                  </a:lnTo>
                  <a:lnTo>
                    <a:pt x="33047" y="26781"/>
                  </a:lnTo>
                  <a:lnTo>
                    <a:pt x="31898" y="26594"/>
                  </a:lnTo>
                  <a:lnTo>
                    <a:pt x="31182" y="29049"/>
                  </a:lnTo>
                  <a:lnTo>
                    <a:pt x="30993" y="29789"/>
                  </a:lnTo>
                  <a:lnTo>
                    <a:pt x="30729" y="30825"/>
                  </a:lnTo>
                  <a:lnTo>
                    <a:pt x="30313" y="30678"/>
                  </a:lnTo>
                  <a:lnTo>
                    <a:pt x="27982" y="29855"/>
                  </a:lnTo>
                  <a:lnTo>
                    <a:pt x="27827" y="29800"/>
                  </a:lnTo>
                  <a:lnTo>
                    <a:pt x="27576" y="29705"/>
                  </a:lnTo>
                  <a:lnTo>
                    <a:pt x="27524" y="32938"/>
                  </a:lnTo>
                  <a:lnTo>
                    <a:pt x="23908" y="32508"/>
                  </a:lnTo>
                  <a:lnTo>
                    <a:pt x="21611" y="32235"/>
                  </a:lnTo>
                  <a:lnTo>
                    <a:pt x="21131" y="32178"/>
                  </a:lnTo>
                  <a:lnTo>
                    <a:pt x="21039" y="30599"/>
                  </a:lnTo>
                  <a:lnTo>
                    <a:pt x="20923" y="29201"/>
                  </a:lnTo>
                  <a:lnTo>
                    <a:pt x="20563" y="29195"/>
                  </a:lnTo>
                  <a:lnTo>
                    <a:pt x="19304" y="29175"/>
                  </a:lnTo>
                  <a:lnTo>
                    <a:pt x="16739" y="29136"/>
                  </a:lnTo>
                  <a:lnTo>
                    <a:pt x="15638" y="29119"/>
                  </a:lnTo>
                  <a:lnTo>
                    <a:pt x="15494" y="29840"/>
                  </a:lnTo>
                  <a:lnTo>
                    <a:pt x="15343" y="29843"/>
                  </a:lnTo>
                  <a:lnTo>
                    <a:pt x="14021" y="29868"/>
                  </a:lnTo>
                  <a:lnTo>
                    <a:pt x="11990" y="29905"/>
                  </a:lnTo>
                  <a:lnTo>
                    <a:pt x="11953" y="27333"/>
                  </a:lnTo>
                  <a:lnTo>
                    <a:pt x="11930" y="25755"/>
                  </a:lnTo>
                  <a:lnTo>
                    <a:pt x="11905" y="24021"/>
                  </a:lnTo>
                  <a:lnTo>
                    <a:pt x="11884" y="22591"/>
                  </a:lnTo>
                  <a:lnTo>
                    <a:pt x="9175" y="22065"/>
                  </a:lnTo>
                  <a:lnTo>
                    <a:pt x="8835" y="22015"/>
                  </a:lnTo>
                  <a:lnTo>
                    <a:pt x="7890" y="21874"/>
                  </a:lnTo>
                  <a:lnTo>
                    <a:pt x="8607" y="19120"/>
                  </a:lnTo>
                  <a:lnTo>
                    <a:pt x="8650" y="18954"/>
                  </a:lnTo>
                  <a:lnTo>
                    <a:pt x="5581" y="17989"/>
                  </a:lnTo>
                  <a:lnTo>
                    <a:pt x="4970" y="16429"/>
                  </a:lnTo>
                  <a:lnTo>
                    <a:pt x="787" y="13209"/>
                  </a:lnTo>
                  <a:lnTo>
                    <a:pt x="0" y="12602"/>
                  </a:lnTo>
                  <a:lnTo>
                    <a:pt x="952" y="9117"/>
                  </a:lnTo>
                  <a:lnTo>
                    <a:pt x="1717" y="6320"/>
                  </a:lnTo>
                  <a:lnTo>
                    <a:pt x="1811" y="5976"/>
                  </a:lnTo>
                  <a:lnTo>
                    <a:pt x="1841" y="3492"/>
                  </a:lnTo>
                  <a:lnTo>
                    <a:pt x="1882" y="0"/>
                  </a:lnTo>
                  <a:lnTo>
                    <a:pt x="8490" y="591"/>
                  </a:lnTo>
                  <a:lnTo>
                    <a:pt x="8888" y="627"/>
                  </a:lnTo>
                  <a:lnTo>
                    <a:pt x="9043" y="641"/>
                  </a:lnTo>
                  <a:lnTo>
                    <a:pt x="9527" y="1408"/>
                  </a:lnTo>
                  <a:lnTo>
                    <a:pt x="10227" y="1540"/>
                  </a:lnTo>
                  <a:lnTo>
                    <a:pt x="12335" y="1940"/>
                  </a:lnTo>
                  <a:lnTo>
                    <a:pt x="15049" y="2454"/>
                  </a:lnTo>
                  <a:lnTo>
                    <a:pt x="17175" y="2857"/>
                  </a:lnTo>
                  <a:lnTo>
                    <a:pt x="17402" y="2900"/>
                  </a:lnTo>
                  <a:lnTo>
                    <a:pt x="17553" y="2928"/>
                  </a:lnTo>
                  <a:lnTo>
                    <a:pt x="21135" y="3607"/>
                  </a:lnTo>
                  <a:lnTo>
                    <a:pt x="26950" y="4708"/>
                  </a:lnTo>
                  <a:lnTo>
                    <a:pt x="27331" y="4780"/>
                  </a:lnTo>
                  <a:lnTo>
                    <a:pt x="27884" y="4885"/>
                  </a:lnTo>
                  <a:lnTo>
                    <a:pt x="28183" y="4942"/>
                  </a:lnTo>
                  <a:lnTo>
                    <a:pt x="33768" y="6000"/>
                  </a:lnTo>
                  <a:lnTo>
                    <a:pt x="34632" y="6163"/>
                  </a:lnTo>
                  <a:lnTo>
                    <a:pt x="35086" y="6249"/>
                  </a:lnTo>
                  <a:lnTo>
                    <a:pt x="38880" y="6968"/>
                  </a:lnTo>
                  <a:lnTo>
                    <a:pt x="39074" y="7005"/>
                  </a:lnTo>
                  <a:lnTo>
                    <a:pt x="40494" y="7274"/>
                  </a:lnTo>
                  <a:lnTo>
                    <a:pt x="41405" y="7446"/>
                  </a:lnTo>
                  <a:lnTo>
                    <a:pt x="43190" y="7784"/>
                  </a:lnTo>
                  <a:lnTo>
                    <a:pt x="42887" y="9888"/>
                  </a:lnTo>
                  <a:lnTo>
                    <a:pt x="42580" y="1202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g177"/>
            <p:cNvSpPr/>
            <p:nvPr/>
          </p:nvSpPr>
          <p:spPr>
            <a:xfrm>
              <a:off x="3132580" y="3277022"/>
              <a:ext cx="683453" cy="536532"/>
            </a:xfrm>
            <a:custGeom>
              <a:avLst/>
              <a:pathLst>
                <a:path w="683453" h="536532">
                  <a:moveTo>
                    <a:pt x="187528" y="12128"/>
                  </a:moveTo>
                  <a:lnTo>
                    <a:pt x="202575" y="22498"/>
                  </a:lnTo>
                  <a:lnTo>
                    <a:pt x="206436" y="25160"/>
                  </a:lnTo>
                  <a:lnTo>
                    <a:pt x="204120" y="28613"/>
                  </a:lnTo>
                  <a:lnTo>
                    <a:pt x="203763" y="29145"/>
                  </a:lnTo>
                  <a:lnTo>
                    <a:pt x="182876" y="60281"/>
                  </a:lnTo>
                  <a:lnTo>
                    <a:pt x="182776" y="60428"/>
                  </a:lnTo>
                  <a:lnTo>
                    <a:pt x="183174" y="60713"/>
                  </a:lnTo>
                  <a:lnTo>
                    <a:pt x="206043" y="76831"/>
                  </a:lnTo>
                  <a:lnTo>
                    <a:pt x="219581" y="86373"/>
                  </a:lnTo>
                  <a:lnTo>
                    <a:pt x="220877" y="87286"/>
                  </a:lnTo>
                  <a:lnTo>
                    <a:pt x="221070" y="87422"/>
                  </a:lnTo>
                  <a:lnTo>
                    <a:pt x="221278" y="87568"/>
                  </a:lnTo>
                  <a:lnTo>
                    <a:pt x="224364" y="89744"/>
                  </a:lnTo>
                  <a:lnTo>
                    <a:pt x="259247" y="114333"/>
                  </a:lnTo>
                  <a:lnTo>
                    <a:pt x="294783" y="139382"/>
                  </a:lnTo>
                  <a:lnTo>
                    <a:pt x="313728" y="152737"/>
                  </a:lnTo>
                  <a:lnTo>
                    <a:pt x="330899" y="164841"/>
                  </a:lnTo>
                  <a:lnTo>
                    <a:pt x="347362" y="176446"/>
                  </a:lnTo>
                  <a:lnTo>
                    <a:pt x="380473" y="199785"/>
                  </a:lnTo>
                  <a:lnTo>
                    <a:pt x="394001" y="209321"/>
                  </a:lnTo>
                  <a:lnTo>
                    <a:pt x="394936" y="209980"/>
                  </a:lnTo>
                  <a:lnTo>
                    <a:pt x="403948" y="216116"/>
                  </a:lnTo>
                  <a:lnTo>
                    <a:pt x="402282" y="219028"/>
                  </a:lnTo>
                  <a:lnTo>
                    <a:pt x="401524" y="220353"/>
                  </a:lnTo>
                  <a:lnTo>
                    <a:pt x="400080" y="222878"/>
                  </a:lnTo>
                  <a:lnTo>
                    <a:pt x="399534" y="223564"/>
                  </a:lnTo>
                  <a:lnTo>
                    <a:pt x="394597" y="220353"/>
                  </a:lnTo>
                  <a:lnTo>
                    <a:pt x="393166" y="219422"/>
                  </a:lnTo>
                  <a:lnTo>
                    <a:pt x="392379" y="219028"/>
                  </a:lnTo>
                  <a:lnTo>
                    <a:pt x="392225" y="219028"/>
                  </a:lnTo>
                  <a:lnTo>
                    <a:pt x="392049" y="220353"/>
                  </a:lnTo>
                  <a:lnTo>
                    <a:pt x="392024" y="220541"/>
                  </a:lnTo>
                  <a:lnTo>
                    <a:pt x="389354" y="225235"/>
                  </a:lnTo>
                  <a:lnTo>
                    <a:pt x="389215" y="227520"/>
                  </a:lnTo>
                  <a:lnTo>
                    <a:pt x="389071" y="229877"/>
                  </a:lnTo>
                  <a:lnTo>
                    <a:pt x="386571" y="231483"/>
                  </a:lnTo>
                  <a:lnTo>
                    <a:pt x="386633" y="240479"/>
                  </a:lnTo>
                  <a:lnTo>
                    <a:pt x="389496" y="240698"/>
                  </a:lnTo>
                  <a:lnTo>
                    <a:pt x="389354" y="243528"/>
                  </a:lnTo>
                  <a:lnTo>
                    <a:pt x="396716" y="243127"/>
                  </a:lnTo>
                  <a:lnTo>
                    <a:pt x="397272" y="243343"/>
                  </a:lnTo>
                  <a:lnTo>
                    <a:pt x="399809" y="244331"/>
                  </a:lnTo>
                  <a:lnTo>
                    <a:pt x="404889" y="248545"/>
                  </a:lnTo>
                  <a:lnTo>
                    <a:pt x="407410" y="248782"/>
                  </a:lnTo>
                  <a:lnTo>
                    <a:pt x="408104" y="248847"/>
                  </a:lnTo>
                  <a:lnTo>
                    <a:pt x="415514" y="248608"/>
                  </a:lnTo>
                  <a:lnTo>
                    <a:pt x="422276" y="248390"/>
                  </a:lnTo>
                  <a:lnTo>
                    <a:pt x="422590" y="248379"/>
                  </a:lnTo>
                  <a:lnTo>
                    <a:pt x="425357" y="249681"/>
                  </a:lnTo>
                  <a:lnTo>
                    <a:pt x="429981" y="250043"/>
                  </a:lnTo>
                  <a:lnTo>
                    <a:pt x="431202" y="250217"/>
                  </a:lnTo>
                  <a:lnTo>
                    <a:pt x="434193" y="250645"/>
                  </a:lnTo>
                  <a:lnTo>
                    <a:pt x="437173" y="252085"/>
                  </a:lnTo>
                  <a:lnTo>
                    <a:pt x="437126" y="253727"/>
                  </a:lnTo>
                  <a:lnTo>
                    <a:pt x="437093" y="254875"/>
                  </a:lnTo>
                  <a:lnTo>
                    <a:pt x="437358" y="257042"/>
                  </a:lnTo>
                  <a:lnTo>
                    <a:pt x="439532" y="259766"/>
                  </a:lnTo>
                  <a:lnTo>
                    <a:pt x="440618" y="260804"/>
                  </a:lnTo>
                  <a:lnTo>
                    <a:pt x="441422" y="261573"/>
                  </a:lnTo>
                  <a:lnTo>
                    <a:pt x="443473" y="264260"/>
                  </a:lnTo>
                  <a:lnTo>
                    <a:pt x="444504" y="265851"/>
                  </a:lnTo>
                  <a:lnTo>
                    <a:pt x="445776" y="266984"/>
                  </a:lnTo>
                  <a:lnTo>
                    <a:pt x="446458" y="267404"/>
                  </a:lnTo>
                  <a:lnTo>
                    <a:pt x="448166" y="269511"/>
                  </a:lnTo>
                  <a:lnTo>
                    <a:pt x="450273" y="273261"/>
                  </a:lnTo>
                  <a:lnTo>
                    <a:pt x="450781" y="274166"/>
                  </a:lnTo>
                  <a:lnTo>
                    <a:pt x="453029" y="273068"/>
                  </a:lnTo>
                  <a:lnTo>
                    <a:pt x="462218" y="268412"/>
                  </a:lnTo>
                  <a:lnTo>
                    <a:pt x="462453" y="269435"/>
                  </a:lnTo>
                  <a:lnTo>
                    <a:pt x="461618" y="271166"/>
                  </a:lnTo>
                  <a:lnTo>
                    <a:pt x="459508" y="275295"/>
                  </a:lnTo>
                  <a:lnTo>
                    <a:pt x="458556" y="277157"/>
                  </a:lnTo>
                  <a:lnTo>
                    <a:pt x="458286" y="278612"/>
                  </a:lnTo>
                  <a:lnTo>
                    <a:pt x="458577" y="279550"/>
                  </a:lnTo>
                  <a:lnTo>
                    <a:pt x="460003" y="281145"/>
                  </a:lnTo>
                  <a:lnTo>
                    <a:pt x="464421" y="277576"/>
                  </a:lnTo>
                  <a:lnTo>
                    <a:pt x="467170" y="275770"/>
                  </a:lnTo>
                  <a:lnTo>
                    <a:pt x="471509" y="274766"/>
                  </a:lnTo>
                  <a:lnTo>
                    <a:pt x="472936" y="273712"/>
                  </a:lnTo>
                  <a:lnTo>
                    <a:pt x="473203" y="273309"/>
                  </a:lnTo>
                  <a:lnTo>
                    <a:pt x="473487" y="273114"/>
                  </a:lnTo>
                  <a:lnTo>
                    <a:pt x="478128" y="269931"/>
                  </a:lnTo>
                  <a:lnTo>
                    <a:pt x="479321" y="273709"/>
                  </a:lnTo>
                  <a:lnTo>
                    <a:pt x="479630" y="276764"/>
                  </a:lnTo>
                  <a:lnTo>
                    <a:pt x="480205" y="277548"/>
                  </a:lnTo>
                  <a:lnTo>
                    <a:pt x="480734" y="278269"/>
                  </a:lnTo>
                  <a:lnTo>
                    <a:pt x="485124" y="280292"/>
                  </a:lnTo>
                  <a:lnTo>
                    <a:pt x="489381" y="281344"/>
                  </a:lnTo>
                  <a:lnTo>
                    <a:pt x="491057" y="283432"/>
                  </a:lnTo>
                  <a:lnTo>
                    <a:pt x="491545" y="284442"/>
                  </a:lnTo>
                  <a:lnTo>
                    <a:pt x="492338" y="286081"/>
                  </a:lnTo>
                  <a:lnTo>
                    <a:pt x="493068" y="286910"/>
                  </a:lnTo>
                  <a:lnTo>
                    <a:pt x="493504" y="287405"/>
                  </a:lnTo>
                  <a:lnTo>
                    <a:pt x="495067" y="288526"/>
                  </a:lnTo>
                  <a:lnTo>
                    <a:pt x="496594" y="288324"/>
                  </a:lnTo>
                  <a:lnTo>
                    <a:pt x="500217" y="287151"/>
                  </a:lnTo>
                  <a:lnTo>
                    <a:pt x="502966" y="287070"/>
                  </a:lnTo>
                  <a:lnTo>
                    <a:pt x="504851" y="287713"/>
                  </a:lnTo>
                  <a:lnTo>
                    <a:pt x="506618" y="289037"/>
                  </a:lnTo>
                  <a:lnTo>
                    <a:pt x="506921" y="289525"/>
                  </a:lnTo>
                  <a:lnTo>
                    <a:pt x="507839" y="290998"/>
                  </a:lnTo>
                  <a:lnTo>
                    <a:pt x="507992" y="291245"/>
                  </a:lnTo>
                  <a:lnTo>
                    <a:pt x="509249" y="293091"/>
                  </a:lnTo>
                  <a:lnTo>
                    <a:pt x="509500" y="293723"/>
                  </a:lnTo>
                  <a:lnTo>
                    <a:pt x="513604" y="291283"/>
                  </a:lnTo>
                  <a:lnTo>
                    <a:pt x="518312" y="288483"/>
                  </a:lnTo>
                  <a:lnTo>
                    <a:pt x="520256" y="288788"/>
                  </a:lnTo>
                  <a:lnTo>
                    <a:pt x="524085" y="289104"/>
                  </a:lnTo>
                  <a:lnTo>
                    <a:pt x="525836" y="289339"/>
                  </a:lnTo>
                  <a:lnTo>
                    <a:pt x="528679" y="289721"/>
                  </a:lnTo>
                  <a:lnTo>
                    <a:pt x="531654" y="291106"/>
                  </a:lnTo>
                  <a:lnTo>
                    <a:pt x="534797" y="292187"/>
                  </a:lnTo>
                  <a:lnTo>
                    <a:pt x="536204" y="292671"/>
                  </a:lnTo>
                  <a:lnTo>
                    <a:pt x="540897" y="294218"/>
                  </a:lnTo>
                  <a:lnTo>
                    <a:pt x="547325" y="294355"/>
                  </a:lnTo>
                  <a:lnTo>
                    <a:pt x="549360" y="296851"/>
                  </a:lnTo>
                  <a:lnTo>
                    <a:pt x="549681" y="297245"/>
                  </a:lnTo>
                  <a:lnTo>
                    <a:pt x="551860" y="299172"/>
                  </a:lnTo>
                  <a:lnTo>
                    <a:pt x="554599" y="303808"/>
                  </a:lnTo>
                  <a:lnTo>
                    <a:pt x="554905" y="306843"/>
                  </a:lnTo>
                  <a:lnTo>
                    <a:pt x="550886" y="307622"/>
                  </a:lnTo>
                  <a:lnTo>
                    <a:pt x="549040" y="311175"/>
                  </a:lnTo>
                  <a:lnTo>
                    <a:pt x="543874" y="322146"/>
                  </a:lnTo>
                  <a:lnTo>
                    <a:pt x="542944" y="324121"/>
                  </a:lnTo>
                  <a:lnTo>
                    <a:pt x="542747" y="325927"/>
                  </a:lnTo>
                  <a:lnTo>
                    <a:pt x="543116" y="327700"/>
                  </a:lnTo>
                  <a:lnTo>
                    <a:pt x="545037" y="328915"/>
                  </a:lnTo>
                  <a:lnTo>
                    <a:pt x="546608" y="331336"/>
                  </a:lnTo>
                  <a:lnTo>
                    <a:pt x="547221" y="333142"/>
                  </a:lnTo>
                  <a:lnTo>
                    <a:pt x="547467" y="336040"/>
                  </a:lnTo>
                  <a:lnTo>
                    <a:pt x="548228" y="338279"/>
                  </a:lnTo>
                  <a:lnTo>
                    <a:pt x="549479" y="344701"/>
                  </a:lnTo>
                  <a:lnTo>
                    <a:pt x="559125" y="343497"/>
                  </a:lnTo>
                  <a:lnTo>
                    <a:pt x="566653" y="343203"/>
                  </a:lnTo>
                  <a:lnTo>
                    <a:pt x="570574" y="345341"/>
                  </a:lnTo>
                  <a:lnTo>
                    <a:pt x="573637" y="345793"/>
                  </a:lnTo>
                  <a:lnTo>
                    <a:pt x="574032" y="347774"/>
                  </a:lnTo>
                  <a:lnTo>
                    <a:pt x="574481" y="350019"/>
                  </a:lnTo>
                  <a:lnTo>
                    <a:pt x="570602" y="350569"/>
                  </a:lnTo>
                  <a:lnTo>
                    <a:pt x="570559" y="351040"/>
                  </a:lnTo>
                  <a:lnTo>
                    <a:pt x="569993" y="357266"/>
                  </a:lnTo>
                  <a:lnTo>
                    <a:pt x="569776" y="359654"/>
                  </a:lnTo>
                  <a:lnTo>
                    <a:pt x="568356" y="361657"/>
                  </a:lnTo>
                  <a:lnTo>
                    <a:pt x="567555" y="362785"/>
                  </a:lnTo>
                  <a:lnTo>
                    <a:pt x="566787" y="363704"/>
                  </a:lnTo>
                  <a:lnTo>
                    <a:pt x="559379" y="372573"/>
                  </a:lnTo>
                  <a:lnTo>
                    <a:pt x="558908" y="373413"/>
                  </a:lnTo>
                  <a:lnTo>
                    <a:pt x="558078" y="374893"/>
                  </a:lnTo>
                  <a:lnTo>
                    <a:pt x="558204" y="375608"/>
                  </a:lnTo>
                  <a:lnTo>
                    <a:pt x="558385" y="376637"/>
                  </a:lnTo>
                  <a:lnTo>
                    <a:pt x="559943" y="379359"/>
                  </a:lnTo>
                  <a:lnTo>
                    <a:pt x="562599" y="386044"/>
                  </a:lnTo>
                  <a:lnTo>
                    <a:pt x="564789" y="389116"/>
                  </a:lnTo>
                  <a:lnTo>
                    <a:pt x="566606" y="390622"/>
                  </a:lnTo>
                  <a:lnTo>
                    <a:pt x="570146" y="393558"/>
                  </a:lnTo>
                  <a:lnTo>
                    <a:pt x="571236" y="394267"/>
                  </a:lnTo>
                  <a:lnTo>
                    <a:pt x="572403" y="395302"/>
                  </a:lnTo>
                  <a:lnTo>
                    <a:pt x="573791" y="395025"/>
                  </a:lnTo>
                  <a:lnTo>
                    <a:pt x="580752" y="393632"/>
                  </a:lnTo>
                  <a:lnTo>
                    <a:pt x="584699" y="393439"/>
                  </a:lnTo>
                  <a:lnTo>
                    <a:pt x="582231" y="405155"/>
                  </a:lnTo>
                  <a:lnTo>
                    <a:pt x="581966" y="408677"/>
                  </a:lnTo>
                  <a:lnTo>
                    <a:pt x="582967" y="412244"/>
                  </a:lnTo>
                  <a:lnTo>
                    <a:pt x="583904" y="414427"/>
                  </a:lnTo>
                  <a:lnTo>
                    <a:pt x="584291" y="417066"/>
                  </a:lnTo>
                  <a:lnTo>
                    <a:pt x="584420" y="422906"/>
                  </a:lnTo>
                  <a:lnTo>
                    <a:pt x="585352" y="425415"/>
                  </a:lnTo>
                  <a:lnTo>
                    <a:pt x="587023" y="426521"/>
                  </a:lnTo>
                  <a:lnTo>
                    <a:pt x="587833" y="427273"/>
                  </a:lnTo>
                  <a:lnTo>
                    <a:pt x="587975" y="427458"/>
                  </a:lnTo>
                  <a:lnTo>
                    <a:pt x="588643" y="428327"/>
                  </a:lnTo>
                  <a:lnTo>
                    <a:pt x="589710" y="430720"/>
                  </a:lnTo>
                  <a:lnTo>
                    <a:pt x="590457" y="432397"/>
                  </a:lnTo>
                  <a:lnTo>
                    <a:pt x="591181" y="434689"/>
                  </a:lnTo>
                  <a:lnTo>
                    <a:pt x="591675" y="436250"/>
                  </a:lnTo>
                  <a:lnTo>
                    <a:pt x="592794" y="439344"/>
                  </a:lnTo>
                  <a:lnTo>
                    <a:pt x="599908" y="442332"/>
                  </a:lnTo>
                  <a:lnTo>
                    <a:pt x="601499" y="442759"/>
                  </a:lnTo>
                  <a:lnTo>
                    <a:pt x="603572" y="443315"/>
                  </a:lnTo>
                  <a:lnTo>
                    <a:pt x="612277" y="444884"/>
                  </a:lnTo>
                  <a:lnTo>
                    <a:pt x="620600" y="445630"/>
                  </a:lnTo>
                  <a:lnTo>
                    <a:pt x="621741" y="445732"/>
                  </a:lnTo>
                  <a:lnTo>
                    <a:pt x="626546" y="445179"/>
                  </a:lnTo>
                  <a:lnTo>
                    <a:pt x="630926" y="444675"/>
                  </a:lnTo>
                  <a:lnTo>
                    <a:pt x="637788" y="442990"/>
                  </a:lnTo>
                  <a:lnTo>
                    <a:pt x="643691" y="441849"/>
                  </a:lnTo>
                  <a:lnTo>
                    <a:pt x="643825" y="441823"/>
                  </a:lnTo>
                  <a:lnTo>
                    <a:pt x="646976" y="441214"/>
                  </a:lnTo>
                  <a:lnTo>
                    <a:pt x="656134" y="441016"/>
                  </a:lnTo>
                  <a:lnTo>
                    <a:pt x="661911" y="441849"/>
                  </a:lnTo>
                  <a:lnTo>
                    <a:pt x="670443" y="443078"/>
                  </a:lnTo>
                  <a:lnTo>
                    <a:pt x="675927" y="444736"/>
                  </a:lnTo>
                  <a:lnTo>
                    <a:pt x="679738" y="447015"/>
                  </a:lnTo>
                  <a:lnTo>
                    <a:pt x="680541" y="447559"/>
                  </a:lnTo>
                  <a:lnTo>
                    <a:pt x="680916" y="447813"/>
                  </a:lnTo>
                  <a:lnTo>
                    <a:pt x="683453" y="450065"/>
                  </a:lnTo>
                  <a:lnTo>
                    <a:pt x="682092" y="451131"/>
                  </a:lnTo>
                  <a:lnTo>
                    <a:pt x="679444" y="453204"/>
                  </a:lnTo>
                  <a:lnTo>
                    <a:pt x="678390" y="453384"/>
                  </a:lnTo>
                  <a:lnTo>
                    <a:pt x="673112" y="452855"/>
                  </a:lnTo>
                  <a:lnTo>
                    <a:pt x="650337" y="454481"/>
                  </a:lnTo>
                  <a:lnTo>
                    <a:pt x="649889" y="461714"/>
                  </a:lnTo>
                  <a:lnTo>
                    <a:pt x="649912" y="462910"/>
                  </a:lnTo>
                  <a:lnTo>
                    <a:pt x="650015" y="468329"/>
                  </a:lnTo>
                  <a:lnTo>
                    <a:pt x="650763" y="477821"/>
                  </a:lnTo>
                  <a:lnTo>
                    <a:pt x="650861" y="479401"/>
                  </a:lnTo>
                  <a:lnTo>
                    <a:pt x="651987" y="480116"/>
                  </a:lnTo>
                  <a:lnTo>
                    <a:pt x="653666" y="480613"/>
                  </a:lnTo>
                  <a:lnTo>
                    <a:pt x="655242" y="481306"/>
                  </a:lnTo>
                  <a:lnTo>
                    <a:pt x="657421" y="481501"/>
                  </a:lnTo>
                  <a:lnTo>
                    <a:pt x="660484" y="484722"/>
                  </a:lnTo>
                  <a:lnTo>
                    <a:pt x="661410" y="485236"/>
                  </a:lnTo>
                  <a:lnTo>
                    <a:pt x="664118" y="486737"/>
                  </a:lnTo>
                  <a:lnTo>
                    <a:pt x="665068" y="487263"/>
                  </a:lnTo>
                  <a:lnTo>
                    <a:pt x="665351" y="487420"/>
                  </a:lnTo>
                  <a:lnTo>
                    <a:pt x="666002" y="487744"/>
                  </a:lnTo>
                  <a:lnTo>
                    <a:pt x="670830" y="490148"/>
                  </a:lnTo>
                  <a:lnTo>
                    <a:pt x="674070" y="491488"/>
                  </a:lnTo>
                  <a:lnTo>
                    <a:pt x="675066" y="491866"/>
                  </a:lnTo>
                  <a:lnTo>
                    <a:pt x="675677" y="492097"/>
                  </a:lnTo>
                  <a:lnTo>
                    <a:pt x="675566" y="492603"/>
                  </a:lnTo>
                  <a:lnTo>
                    <a:pt x="675000" y="493038"/>
                  </a:lnTo>
                  <a:lnTo>
                    <a:pt x="673836" y="493932"/>
                  </a:lnTo>
                  <a:lnTo>
                    <a:pt x="668366" y="493976"/>
                  </a:lnTo>
                  <a:lnTo>
                    <a:pt x="666374" y="493818"/>
                  </a:lnTo>
                  <a:lnTo>
                    <a:pt x="663980" y="493628"/>
                  </a:lnTo>
                  <a:lnTo>
                    <a:pt x="661232" y="493363"/>
                  </a:lnTo>
                  <a:lnTo>
                    <a:pt x="658045" y="493055"/>
                  </a:lnTo>
                  <a:lnTo>
                    <a:pt x="654707" y="493356"/>
                  </a:lnTo>
                  <a:lnTo>
                    <a:pt x="652596" y="494109"/>
                  </a:lnTo>
                  <a:lnTo>
                    <a:pt x="650584" y="495262"/>
                  </a:lnTo>
                  <a:lnTo>
                    <a:pt x="650037" y="496004"/>
                  </a:lnTo>
                  <a:lnTo>
                    <a:pt x="649180" y="497165"/>
                  </a:lnTo>
                  <a:lnTo>
                    <a:pt x="649473" y="498790"/>
                  </a:lnTo>
                  <a:lnTo>
                    <a:pt x="649643" y="499734"/>
                  </a:lnTo>
                  <a:lnTo>
                    <a:pt x="644196" y="501782"/>
                  </a:lnTo>
                  <a:lnTo>
                    <a:pt x="639366" y="503598"/>
                  </a:lnTo>
                  <a:lnTo>
                    <a:pt x="637406" y="502529"/>
                  </a:lnTo>
                  <a:lnTo>
                    <a:pt x="633558" y="500431"/>
                  </a:lnTo>
                  <a:lnTo>
                    <a:pt x="631970" y="500217"/>
                  </a:lnTo>
                  <a:lnTo>
                    <a:pt x="621265" y="491296"/>
                  </a:lnTo>
                  <a:lnTo>
                    <a:pt x="620496" y="490654"/>
                  </a:lnTo>
                  <a:lnTo>
                    <a:pt x="620043" y="490452"/>
                  </a:lnTo>
                  <a:lnTo>
                    <a:pt x="615495" y="488419"/>
                  </a:lnTo>
                  <a:lnTo>
                    <a:pt x="614747" y="490213"/>
                  </a:lnTo>
                  <a:lnTo>
                    <a:pt x="612108" y="496547"/>
                  </a:lnTo>
                  <a:lnTo>
                    <a:pt x="609624" y="493349"/>
                  </a:lnTo>
                  <a:lnTo>
                    <a:pt x="605706" y="488306"/>
                  </a:lnTo>
                  <a:lnTo>
                    <a:pt x="601556" y="486540"/>
                  </a:lnTo>
                  <a:lnTo>
                    <a:pt x="600864" y="484954"/>
                  </a:lnTo>
                  <a:lnTo>
                    <a:pt x="599710" y="477244"/>
                  </a:lnTo>
                  <a:lnTo>
                    <a:pt x="591178" y="476146"/>
                  </a:lnTo>
                  <a:lnTo>
                    <a:pt x="591894" y="478713"/>
                  </a:lnTo>
                  <a:lnTo>
                    <a:pt x="593042" y="480187"/>
                  </a:lnTo>
                  <a:lnTo>
                    <a:pt x="593827" y="481668"/>
                  </a:lnTo>
                  <a:lnTo>
                    <a:pt x="594839" y="486413"/>
                  </a:lnTo>
                  <a:lnTo>
                    <a:pt x="596233" y="489644"/>
                  </a:lnTo>
                  <a:lnTo>
                    <a:pt x="597784" y="492916"/>
                  </a:lnTo>
                  <a:lnTo>
                    <a:pt x="601436" y="502248"/>
                  </a:lnTo>
                  <a:lnTo>
                    <a:pt x="603557" y="506305"/>
                  </a:lnTo>
                  <a:lnTo>
                    <a:pt x="601794" y="505756"/>
                  </a:lnTo>
                  <a:lnTo>
                    <a:pt x="595370" y="504487"/>
                  </a:lnTo>
                  <a:lnTo>
                    <a:pt x="586997" y="503405"/>
                  </a:lnTo>
                  <a:lnTo>
                    <a:pt x="587489" y="504525"/>
                  </a:lnTo>
                  <a:lnTo>
                    <a:pt x="582530" y="507936"/>
                  </a:lnTo>
                  <a:lnTo>
                    <a:pt x="581270" y="508803"/>
                  </a:lnTo>
                  <a:lnTo>
                    <a:pt x="579334" y="509633"/>
                  </a:lnTo>
                  <a:lnTo>
                    <a:pt x="578275" y="510367"/>
                  </a:lnTo>
                  <a:lnTo>
                    <a:pt x="577616" y="510825"/>
                  </a:lnTo>
                  <a:lnTo>
                    <a:pt x="579211" y="514023"/>
                  </a:lnTo>
                  <a:lnTo>
                    <a:pt x="580011" y="515364"/>
                  </a:lnTo>
                  <a:lnTo>
                    <a:pt x="578235" y="516469"/>
                  </a:lnTo>
                  <a:lnTo>
                    <a:pt x="580790" y="520036"/>
                  </a:lnTo>
                  <a:lnTo>
                    <a:pt x="582017" y="523862"/>
                  </a:lnTo>
                  <a:lnTo>
                    <a:pt x="576495" y="527374"/>
                  </a:lnTo>
                  <a:lnTo>
                    <a:pt x="571647" y="531125"/>
                  </a:lnTo>
                  <a:lnTo>
                    <a:pt x="569726" y="527852"/>
                  </a:lnTo>
                  <a:lnTo>
                    <a:pt x="554117" y="535830"/>
                  </a:lnTo>
                  <a:lnTo>
                    <a:pt x="549111" y="536532"/>
                  </a:lnTo>
                  <a:lnTo>
                    <a:pt x="536152" y="534876"/>
                  </a:lnTo>
                  <a:lnTo>
                    <a:pt x="531980" y="516664"/>
                  </a:lnTo>
                  <a:lnTo>
                    <a:pt x="541159" y="514556"/>
                  </a:lnTo>
                  <a:lnTo>
                    <a:pt x="541012" y="508887"/>
                  </a:lnTo>
                  <a:lnTo>
                    <a:pt x="543613" y="507532"/>
                  </a:lnTo>
                  <a:lnTo>
                    <a:pt x="542975" y="503970"/>
                  </a:lnTo>
                  <a:lnTo>
                    <a:pt x="532569" y="508335"/>
                  </a:lnTo>
                  <a:lnTo>
                    <a:pt x="523439" y="514657"/>
                  </a:lnTo>
                  <a:lnTo>
                    <a:pt x="515487" y="515008"/>
                  </a:lnTo>
                  <a:lnTo>
                    <a:pt x="503511" y="509489"/>
                  </a:lnTo>
                  <a:lnTo>
                    <a:pt x="500141" y="511043"/>
                  </a:lnTo>
                  <a:lnTo>
                    <a:pt x="495626" y="508634"/>
                  </a:lnTo>
                  <a:lnTo>
                    <a:pt x="493644" y="504873"/>
                  </a:lnTo>
                  <a:lnTo>
                    <a:pt x="492386" y="501108"/>
                  </a:lnTo>
                  <a:lnTo>
                    <a:pt x="492190" y="497496"/>
                  </a:lnTo>
                  <a:lnTo>
                    <a:pt x="492680" y="493482"/>
                  </a:lnTo>
                  <a:lnTo>
                    <a:pt x="491699" y="490973"/>
                  </a:lnTo>
                  <a:lnTo>
                    <a:pt x="488754" y="489769"/>
                  </a:lnTo>
                  <a:lnTo>
                    <a:pt x="484637" y="490273"/>
                  </a:lnTo>
                  <a:lnTo>
                    <a:pt x="475728" y="491101"/>
                  </a:lnTo>
                  <a:lnTo>
                    <a:pt x="466230" y="478532"/>
                  </a:lnTo>
                  <a:lnTo>
                    <a:pt x="465052" y="471007"/>
                  </a:lnTo>
                  <a:lnTo>
                    <a:pt x="468586" y="464007"/>
                  </a:lnTo>
                  <a:lnTo>
                    <a:pt x="479851" y="449633"/>
                  </a:lnTo>
                  <a:lnTo>
                    <a:pt x="471384" y="442032"/>
                  </a:lnTo>
                  <a:lnTo>
                    <a:pt x="459162" y="425776"/>
                  </a:lnTo>
                  <a:lnTo>
                    <a:pt x="442448" y="416293"/>
                  </a:lnTo>
                  <a:lnTo>
                    <a:pt x="437663" y="422013"/>
                  </a:lnTo>
                  <a:lnTo>
                    <a:pt x="426839" y="413659"/>
                  </a:lnTo>
                  <a:lnTo>
                    <a:pt x="434497" y="403348"/>
                  </a:lnTo>
                  <a:lnTo>
                    <a:pt x="425320" y="396696"/>
                  </a:lnTo>
                  <a:lnTo>
                    <a:pt x="428195" y="391049"/>
                  </a:lnTo>
                  <a:lnTo>
                    <a:pt x="426493" y="389778"/>
                  </a:lnTo>
                  <a:lnTo>
                    <a:pt x="424598" y="388363"/>
                  </a:lnTo>
                  <a:lnTo>
                    <a:pt x="416928" y="382636"/>
                  </a:lnTo>
                  <a:lnTo>
                    <a:pt x="411574" y="378638"/>
                  </a:lnTo>
                  <a:lnTo>
                    <a:pt x="410068" y="377514"/>
                  </a:lnTo>
                  <a:lnTo>
                    <a:pt x="407968" y="375945"/>
                  </a:lnTo>
                  <a:lnTo>
                    <a:pt x="403365" y="373144"/>
                  </a:lnTo>
                  <a:lnTo>
                    <a:pt x="399042" y="370513"/>
                  </a:lnTo>
                  <a:lnTo>
                    <a:pt x="394532" y="367767"/>
                  </a:lnTo>
                  <a:lnTo>
                    <a:pt x="392901" y="366775"/>
                  </a:lnTo>
                  <a:lnTo>
                    <a:pt x="387807" y="362894"/>
                  </a:lnTo>
                  <a:lnTo>
                    <a:pt x="387328" y="362529"/>
                  </a:lnTo>
                  <a:lnTo>
                    <a:pt x="383665" y="359738"/>
                  </a:lnTo>
                  <a:lnTo>
                    <a:pt x="381792" y="358310"/>
                  </a:lnTo>
                  <a:lnTo>
                    <a:pt x="378453" y="355767"/>
                  </a:lnTo>
                  <a:lnTo>
                    <a:pt x="377443" y="354997"/>
                  </a:lnTo>
                  <a:lnTo>
                    <a:pt x="377058" y="354704"/>
                  </a:lnTo>
                  <a:lnTo>
                    <a:pt x="376652" y="354452"/>
                  </a:lnTo>
                  <a:lnTo>
                    <a:pt x="376289" y="354227"/>
                  </a:lnTo>
                  <a:lnTo>
                    <a:pt x="372318" y="351766"/>
                  </a:lnTo>
                  <a:lnTo>
                    <a:pt x="371923" y="351521"/>
                  </a:lnTo>
                  <a:lnTo>
                    <a:pt x="369985" y="348966"/>
                  </a:lnTo>
                  <a:lnTo>
                    <a:pt x="365541" y="343106"/>
                  </a:lnTo>
                  <a:lnTo>
                    <a:pt x="362847" y="339553"/>
                  </a:lnTo>
                  <a:lnTo>
                    <a:pt x="361134" y="337805"/>
                  </a:lnTo>
                  <a:lnTo>
                    <a:pt x="359581" y="335930"/>
                  </a:lnTo>
                  <a:lnTo>
                    <a:pt x="358325" y="334414"/>
                  </a:lnTo>
                  <a:lnTo>
                    <a:pt x="357932" y="334153"/>
                  </a:lnTo>
                  <a:lnTo>
                    <a:pt x="354182" y="331656"/>
                  </a:lnTo>
                  <a:lnTo>
                    <a:pt x="353076" y="330920"/>
                  </a:lnTo>
                  <a:lnTo>
                    <a:pt x="349515" y="328549"/>
                  </a:lnTo>
                  <a:lnTo>
                    <a:pt x="347246" y="327038"/>
                  </a:lnTo>
                  <a:lnTo>
                    <a:pt x="346556" y="326579"/>
                  </a:lnTo>
                  <a:lnTo>
                    <a:pt x="344788" y="325402"/>
                  </a:lnTo>
                  <a:lnTo>
                    <a:pt x="344488" y="325836"/>
                  </a:lnTo>
                  <a:lnTo>
                    <a:pt x="344092" y="326407"/>
                  </a:lnTo>
                  <a:lnTo>
                    <a:pt x="343409" y="325883"/>
                  </a:lnTo>
                  <a:lnTo>
                    <a:pt x="338895" y="322421"/>
                  </a:lnTo>
                  <a:lnTo>
                    <a:pt x="338801" y="322269"/>
                  </a:lnTo>
                  <a:lnTo>
                    <a:pt x="338496" y="321775"/>
                  </a:lnTo>
                  <a:lnTo>
                    <a:pt x="338278" y="321423"/>
                  </a:lnTo>
                  <a:lnTo>
                    <a:pt x="337854" y="320737"/>
                  </a:lnTo>
                  <a:lnTo>
                    <a:pt x="337344" y="319912"/>
                  </a:lnTo>
                  <a:lnTo>
                    <a:pt x="333142" y="315151"/>
                  </a:lnTo>
                  <a:lnTo>
                    <a:pt x="332586" y="314521"/>
                  </a:lnTo>
                  <a:lnTo>
                    <a:pt x="332238" y="314128"/>
                  </a:lnTo>
                  <a:lnTo>
                    <a:pt x="330373" y="311413"/>
                  </a:lnTo>
                  <a:lnTo>
                    <a:pt x="329185" y="309685"/>
                  </a:lnTo>
                  <a:lnTo>
                    <a:pt x="328921" y="309300"/>
                  </a:lnTo>
                  <a:lnTo>
                    <a:pt x="328776" y="309089"/>
                  </a:lnTo>
                  <a:lnTo>
                    <a:pt x="328647" y="308958"/>
                  </a:lnTo>
                  <a:lnTo>
                    <a:pt x="328111" y="308412"/>
                  </a:lnTo>
                  <a:lnTo>
                    <a:pt x="325805" y="306066"/>
                  </a:lnTo>
                  <a:lnTo>
                    <a:pt x="321871" y="310780"/>
                  </a:lnTo>
                  <a:lnTo>
                    <a:pt x="320330" y="314021"/>
                  </a:lnTo>
                  <a:lnTo>
                    <a:pt x="320101" y="314503"/>
                  </a:lnTo>
                  <a:lnTo>
                    <a:pt x="319714" y="315317"/>
                  </a:lnTo>
                  <a:lnTo>
                    <a:pt x="319244" y="316140"/>
                  </a:lnTo>
                  <a:lnTo>
                    <a:pt x="304783" y="322235"/>
                  </a:lnTo>
                  <a:lnTo>
                    <a:pt x="302809" y="322059"/>
                  </a:lnTo>
                  <a:lnTo>
                    <a:pt x="290142" y="320926"/>
                  </a:lnTo>
                  <a:lnTo>
                    <a:pt x="289582" y="318516"/>
                  </a:lnTo>
                  <a:lnTo>
                    <a:pt x="289033" y="316690"/>
                  </a:lnTo>
                  <a:lnTo>
                    <a:pt x="284482" y="314984"/>
                  </a:lnTo>
                  <a:lnTo>
                    <a:pt x="283711" y="314710"/>
                  </a:lnTo>
                  <a:lnTo>
                    <a:pt x="282460" y="314266"/>
                  </a:lnTo>
                  <a:lnTo>
                    <a:pt x="280078" y="313419"/>
                  </a:lnTo>
                  <a:lnTo>
                    <a:pt x="279956" y="312260"/>
                  </a:lnTo>
                  <a:lnTo>
                    <a:pt x="279918" y="311892"/>
                  </a:lnTo>
                  <a:lnTo>
                    <a:pt x="275106" y="311160"/>
                  </a:lnTo>
                  <a:lnTo>
                    <a:pt x="274720" y="311149"/>
                  </a:lnTo>
                  <a:lnTo>
                    <a:pt x="274271" y="311036"/>
                  </a:lnTo>
                  <a:lnTo>
                    <a:pt x="274327" y="307683"/>
                  </a:lnTo>
                  <a:lnTo>
                    <a:pt x="273513" y="307250"/>
                  </a:lnTo>
                  <a:lnTo>
                    <a:pt x="267196" y="303864"/>
                  </a:lnTo>
                  <a:lnTo>
                    <a:pt x="266177" y="303058"/>
                  </a:lnTo>
                  <a:lnTo>
                    <a:pt x="261907" y="300283"/>
                  </a:lnTo>
                  <a:lnTo>
                    <a:pt x="260778" y="299665"/>
                  </a:lnTo>
                  <a:lnTo>
                    <a:pt x="258886" y="298629"/>
                  </a:lnTo>
                  <a:lnTo>
                    <a:pt x="258058" y="298176"/>
                  </a:lnTo>
                  <a:lnTo>
                    <a:pt x="255668" y="296080"/>
                  </a:lnTo>
                  <a:lnTo>
                    <a:pt x="252710" y="293842"/>
                  </a:lnTo>
                  <a:lnTo>
                    <a:pt x="251933" y="293255"/>
                  </a:lnTo>
                  <a:lnTo>
                    <a:pt x="250775" y="292379"/>
                  </a:lnTo>
                  <a:lnTo>
                    <a:pt x="248990" y="291155"/>
                  </a:lnTo>
                  <a:lnTo>
                    <a:pt x="248662" y="290930"/>
                  </a:lnTo>
                  <a:lnTo>
                    <a:pt x="238673" y="284083"/>
                  </a:lnTo>
                  <a:lnTo>
                    <a:pt x="238450" y="283930"/>
                  </a:lnTo>
                  <a:lnTo>
                    <a:pt x="237857" y="283524"/>
                  </a:lnTo>
                  <a:lnTo>
                    <a:pt x="232518" y="279864"/>
                  </a:lnTo>
                  <a:lnTo>
                    <a:pt x="231946" y="279472"/>
                  </a:lnTo>
                  <a:lnTo>
                    <a:pt x="226936" y="276037"/>
                  </a:lnTo>
                  <a:lnTo>
                    <a:pt x="226572" y="275788"/>
                  </a:lnTo>
                  <a:lnTo>
                    <a:pt x="222712" y="273142"/>
                  </a:lnTo>
                  <a:lnTo>
                    <a:pt x="222562" y="273039"/>
                  </a:lnTo>
                  <a:lnTo>
                    <a:pt x="216943" y="269053"/>
                  </a:lnTo>
                  <a:lnTo>
                    <a:pt x="213688" y="266746"/>
                  </a:lnTo>
                  <a:lnTo>
                    <a:pt x="212930" y="266226"/>
                  </a:lnTo>
                  <a:lnTo>
                    <a:pt x="208555" y="263226"/>
                  </a:lnTo>
                  <a:lnTo>
                    <a:pt x="208140" y="262941"/>
                  </a:lnTo>
                  <a:lnTo>
                    <a:pt x="206737" y="261930"/>
                  </a:lnTo>
                  <a:lnTo>
                    <a:pt x="206080" y="261456"/>
                  </a:lnTo>
                  <a:lnTo>
                    <a:pt x="205498" y="261036"/>
                  </a:lnTo>
                  <a:lnTo>
                    <a:pt x="205194" y="260817"/>
                  </a:lnTo>
                  <a:lnTo>
                    <a:pt x="197233" y="255260"/>
                  </a:lnTo>
                  <a:lnTo>
                    <a:pt x="189115" y="249594"/>
                  </a:lnTo>
                  <a:lnTo>
                    <a:pt x="173378" y="238609"/>
                  </a:lnTo>
                  <a:lnTo>
                    <a:pt x="172965" y="238321"/>
                  </a:lnTo>
                  <a:lnTo>
                    <a:pt x="164844" y="232635"/>
                  </a:lnTo>
                  <a:lnTo>
                    <a:pt x="164525" y="232411"/>
                  </a:lnTo>
                  <a:lnTo>
                    <a:pt x="156932" y="227094"/>
                  </a:lnTo>
                  <a:lnTo>
                    <a:pt x="156614" y="226871"/>
                  </a:lnTo>
                  <a:lnTo>
                    <a:pt x="155381" y="226008"/>
                  </a:lnTo>
                  <a:lnTo>
                    <a:pt x="148889" y="221462"/>
                  </a:lnTo>
                  <a:lnTo>
                    <a:pt x="148449" y="221154"/>
                  </a:lnTo>
                  <a:lnTo>
                    <a:pt x="136699" y="212989"/>
                  </a:lnTo>
                  <a:lnTo>
                    <a:pt x="136278" y="212707"/>
                  </a:lnTo>
                  <a:lnTo>
                    <a:pt x="134874" y="211768"/>
                  </a:lnTo>
                  <a:lnTo>
                    <a:pt x="134495" y="211514"/>
                  </a:lnTo>
                  <a:lnTo>
                    <a:pt x="123196" y="203954"/>
                  </a:lnTo>
                  <a:lnTo>
                    <a:pt x="122676" y="203606"/>
                  </a:lnTo>
                  <a:lnTo>
                    <a:pt x="115019" y="198482"/>
                  </a:lnTo>
                  <a:lnTo>
                    <a:pt x="114309" y="198008"/>
                  </a:lnTo>
                  <a:lnTo>
                    <a:pt x="106687" y="192907"/>
                  </a:lnTo>
                  <a:lnTo>
                    <a:pt x="102797" y="190304"/>
                  </a:lnTo>
                  <a:lnTo>
                    <a:pt x="101989" y="189764"/>
                  </a:lnTo>
                  <a:lnTo>
                    <a:pt x="99187" y="187889"/>
                  </a:lnTo>
                  <a:lnTo>
                    <a:pt x="99150" y="187148"/>
                  </a:lnTo>
                  <a:lnTo>
                    <a:pt x="99054" y="185225"/>
                  </a:lnTo>
                  <a:lnTo>
                    <a:pt x="98707" y="184559"/>
                  </a:lnTo>
                  <a:lnTo>
                    <a:pt x="96803" y="183760"/>
                  </a:lnTo>
                  <a:lnTo>
                    <a:pt x="96718" y="183631"/>
                  </a:lnTo>
                  <a:lnTo>
                    <a:pt x="94827" y="180770"/>
                  </a:lnTo>
                  <a:lnTo>
                    <a:pt x="93539" y="179767"/>
                  </a:lnTo>
                  <a:lnTo>
                    <a:pt x="92426" y="177441"/>
                  </a:lnTo>
                  <a:lnTo>
                    <a:pt x="92122" y="177270"/>
                  </a:lnTo>
                  <a:lnTo>
                    <a:pt x="90496" y="176357"/>
                  </a:lnTo>
                  <a:lnTo>
                    <a:pt x="90258" y="176369"/>
                  </a:lnTo>
                  <a:lnTo>
                    <a:pt x="90388" y="173738"/>
                  </a:lnTo>
                  <a:lnTo>
                    <a:pt x="87572" y="172208"/>
                  </a:lnTo>
                  <a:lnTo>
                    <a:pt x="86900" y="171843"/>
                  </a:lnTo>
                  <a:lnTo>
                    <a:pt x="85556" y="171113"/>
                  </a:lnTo>
                  <a:lnTo>
                    <a:pt x="81831" y="168926"/>
                  </a:lnTo>
                  <a:lnTo>
                    <a:pt x="80119" y="167941"/>
                  </a:lnTo>
                  <a:lnTo>
                    <a:pt x="78826" y="167487"/>
                  </a:lnTo>
                  <a:lnTo>
                    <a:pt x="78606" y="167410"/>
                  </a:lnTo>
                  <a:lnTo>
                    <a:pt x="78347" y="167237"/>
                  </a:lnTo>
                  <a:lnTo>
                    <a:pt x="77509" y="166675"/>
                  </a:lnTo>
                  <a:lnTo>
                    <a:pt x="77206" y="166537"/>
                  </a:lnTo>
                  <a:lnTo>
                    <a:pt x="75914" y="165948"/>
                  </a:lnTo>
                  <a:lnTo>
                    <a:pt x="74619" y="164938"/>
                  </a:lnTo>
                  <a:lnTo>
                    <a:pt x="70251" y="161531"/>
                  </a:lnTo>
                  <a:lnTo>
                    <a:pt x="69053" y="160553"/>
                  </a:lnTo>
                  <a:lnTo>
                    <a:pt x="65019" y="157260"/>
                  </a:lnTo>
                  <a:lnTo>
                    <a:pt x="64621" y="156935"/>
                  </a:lnTo>
                  <a:lnTo>
                    <a:pt x="63919" y="156127"/>
                  </a:lnTo>
                  <a:lnTo>
                    <a:pt x="62010" y="153929"/>
                  </a:lnTo>
                  <a:lnTo>
                    <a:pt x="61072" y="152927"/>
                  </a:lnTo>
                  <a:lnTo>
                    <a:pt x="60396" y="152446"/>
                  </a:lnTo>
                  <a:lnTo>
                    <a:pt x="58333" y="149550"/>
                  </a:lnTo>
                  <a:lnTo>
                    <a:pt x="57105" y="147828"/>
                  </a:lnTo>
                  <a:lnTo>
                    <a:pt x="56368" y="146793"/>
                  </a:lnTo>
                  <a:lnTo>
                    <a:pt x="55948" y="146714"/>
                  </a:lnTo>
                  <a:lnTo>
                    <a:pt x="55214" y="146577"/>
                  </a:lnTo>
                  <a:lnTo>
                    <a:pt x="54430" y="146733"/>
                  </a:lnTo>
                  <a:lnTo>
                    <a:pt x="51984" y="147223"/>
                  </a:lnTo>
                  <a:lnTo>
                    <a:pt x="49441" y="147733"/>
                  </a:lnTo>
                  <a:lnTo>
                    <a:pt x="49103" y="147748"/>
                  </a:lnTo>
                  <a:lnTo>
                    <a:pt x="47994" y="147798"/>
                  </a:lnTo>
                  <a:lnTo>
                    <a:pt x="47797" y="149312"/>
                  </a:lnTo>
                  <a:lnTo>
                    <a:pt x="46570" y="150466"/>
                  </a:lnTo>
                  <a:lnTo>
                    <a:pt x="45879" y="150964"/>
                  </a:lnTo>
                  <a:lnTo>
                    <a:pt x="44901" y="151670"/>
                  </a:lnTo>
                  <a:lnTo>
                    <a:pt x="43428" y="152924"/>
                  </a:lnTo>
                  <a:lnTo>
                    <a:pt x="42639" y="153256"/>
                  </a:lnTo>
                  <a:lnTo>
                    <a:pt x="39845" y="154430"/>
                  </a:lnTo>
                  <a:lnTo>
                    <a:pt x="37047" y="156587"/>
                  </a:lnTo>
                  <a:lnTo>
                    <a:pt x="36403" y="157644"/>
                  </a:lnTo>
                  <a:lnTo>
                    <a:pt x="35427" y="159246"/>
                  </a:lnTo>
                  <a:lnTo>
                    <a:pt x="35102" y="160528"/>
                  </a:lnTo>
                  <a:lnTo>
                    <a:pt x="34740" y="161955"/>
                  </a:lnTo>
                  <a:lnTo>
                    <a:pt x="34868" y="162974"/>
                  </a:lnTo>
                  <a:lnTo>
                    <a:pt x="34944" y="163584"/>
                  </a:lnTo>
                  <a:lnTo>
                    <a:pt x="34986" y="163912"/>
                  </a:lnTo>
                  <a:lnTo>
                    <a:pt x="35035" y="165518"/>
                  </a:lnTo>
                  <a:lnTo>
                    <a:pt x="34120" y="167369"/>
                  </a:lnTo>
                  <a:lnTo>
                    <a:pt x="32433" y="169130"/>
                  </a:lnTo>
                  <a:lnTo>
                    <a:pt x="30911" y="169180"/>
                  </a:lnTo>
                  <a:lnTo>
                    <a:pt x="29684" y="168578"/>
                  </a:lnTo>
                  <a:lnTo>
                    <a:pt x="28310" y="167123"/>
                  </a:lnTo>
                  <a:lnTo>
                    <a:pt x="26347" y="165167"/>
                  </a:lnTo>
                  <a:lnTo>
                    <a:pt x="25902" y="164864"/>
                  </a:lnTo>
                  <a:lnTo>
                    <a:pt x="23549" y="163260"/>
                  </a:lnTo>
                  <a:lnTo>
                    <a:pt x="21536" y="162457"/>
                  </a:lnTo>
                  <a:lnTo>
                    <a:pt x="19954" y="162291"/>
                  </a:lnTo>
                  <a:lnTo>
                    <a:pt x="19622" y="162256"/>
                  </a:lnTo>
                  <a:lnTo>
                    <a:pt x="18673" y="161459"/>
                  </a:lnTo>
                  <a:lnTo>
                    <a:pt x="16971" y="159798"/>
                  </a:lnTo>
                  <a:lnTo>
                    <a:pt x="15057" y="158945"/>
                  </a:lnTo>
                  <a:lnTo>
                    <a:pt x="13993" y="159200"/>
                  </a:lnTo>
                  <a:lnTo>
                    <a:pt x="12449" y="163346"/>
                  </a:lnTo>
                  <a:lnTo>
                    <a:pt x="1445" y="164729"/>
                  </a:lnTo>
                  <a:lnTo>
                    <a:pt x="1336" y="164026"/>
                  </a:lnTo>
                  <a:lnTo>
                    <a:pt x="922" y="161378"/>
                  </a:lnTo>
                  <a:lnTo>
                    <a:pt x="922" y="160847"/>
                  </a:lnTo>
                  <a:lnTo>
                    <a:pt x="889" y="159878"/>
                  </a:lnTo>
                  <a:lnTo>
                    <a:pt x="772" y="156448"/>
                  </a:lnTo>
                  <a:lnTo>
                    <a:pt x="472" y="147682"/>
                  </a:lnTo>
                  <a:lnTo>
                    <a:pt x="414" y="145972"/>
                  </a:lnTo>
                  <a:lnTo>
                    <a:pt x="333" y="143608"/>
                  </a:lnTo>
                  <a:lnTo>
                    <a:pt x="0" y="131478"/>
                  </a:lnTo>
                  <a:lnTo>
                    <a:pt x="9403" y="129196"/>
                  </a:lnTo>
                  <a:lnTo>
                    <a:pt x="9992" y="132708"/>
                  </a:lnTo>
                  <a:lnTo>
                    <a:pt x="13232" y="137123"/>
                  </a:lnTo>
                  <a:lnTo>
                    <a:pt x="25994" y="142040"/>
                  </a:lnTo>
                  <a:lnTo>
                    <a:pt x="28841" y="140836"/>
                  </a:lnTo>
                  <a:lnTo>
                    <a:pt x="28939" y="136722"/>
                  </a:lnTo>
                  <a:lnTo>
                    <a:pt x="41014" y="118459"/>
                  </a:lnTo>
                  <a:lnTo>
                    <a:pt x="43181" y="118430"/>
                  </a:lnTo>
                  <a:lnTo>
                    <a:pt x="44685" y="118411"/>
                  </a:lnTo>
                  <a:lnTo>
                    <a:pt x="48671" y="118358"/>
                  </a:lnTo>
                  <a:lnTo>
                    <a:pt x="54122" y="114866"/>
                  </a:lnTo>
                  <a:lnTo>
                    <a:pt x="54059" y="112607"/>
                  </a:lnTo>
                  <a:lnTo>
                    <a:pt x="55233" y="110906"/>
                  </a:lnTo>
                  <a:lnTo>
                    <a:pt x="50407" y="110651"/>
                  </a:lnTo>
                  <a:lnTo>
                    <a:pt x="49646" y="108209"/>
                  </a:lnTo>
                  <a:lnTo>
                    <a:pt x="47965" y="102818"/>
                  </a:lnTo>
                  <a:lnTo>
                    <a:pt x="45996" y="101295"/>
                  </a:lnTo>
                  <a:lnTo>
                    <a:pt x="40674" y="96714"/>
                  </a:lnTo>
                  <a:lnTo>
                    <a:pt x="38331" y="95374"/>
                  </a:lnTo>
                  <a:lnTo>
                    <a:pt x="38240" y="95199"/>
                  </a:lnTo>
                  <a:lnTo>
                    <a:pt x="36270" y="91399"/>
                  </a:lnTo>
                  <a:lnTo>
                    <a:pt x="38381" y="91198"/>
                  </a:lnTo>
                  <a:lnTo>
                    <a:pt x="40470" y="91131"/>
                  </a:lnTo>
                  <a:lnTo>
                    <a:pt x="42888" y="91054"/>
                  </a:lnTo>
                  <a:lnTo>
                    <a:pt x="48769" y="94677"/>
                  </a:lnTo>
                  <a:lnTo>
                    <a:pt x="51126" y="97888"/>
                  </a:lnTo>
                  <a:lnTo>
                    <a:pt x="54954" y="89559"/>
                  </a:lnTo>
                  <a:lnTo>
                    <a:pt x="53580" y="87653"/>
                  </a:lnTo>
                  <a:lnTo>
                    <a:pt x="49849" y="81933"/>
                  </a:lnTo>
                  <a:lnTo>
                    <a:pt x="56132" y="68286"/>
                  </a:lnTo>
                  <a:lnTo>
                    <a:pt x="51166" y="65107"/>
                  </a:lnTo>
                  <a:lnTo>
                    <a:pt x="46111" y="61590"/>
                  </a:lnTo>
                  <a:lnTo>
                    <a:pt x="45938" y="61469"/>
                  </a:lnTo>
                  <a:lnTo>
                    <a:pt x="40719" y="49622"/>
                  </a:lnTo>
                  <a:lnTo>
                    <a:pt x="41407" y="42497"/>
                  </a:lnTo>
                  <a:lnTo>
                    <a:pt x="48082" y="36878"/>
                  </a:lnTo>
                  <a:lnTo>
                    <a:pt x="61509" y="29742"/>
                  </a:lnTo>
                  <a:lnTo>
                    <a:pt x="59140" y="23673"/>
                  </a:lnTo>
                  <a:lnTo>
                    <a:pt x="57149" y="18573"/>
                  </a:lnTo>
                  <a:lnTo>
                    <a:pt x="56378" y="15335"/>
                  </a:lnTo>
                  <a:lnTo>
                    <a:pt x="54699" y="13167"/>
                  </a:lnTo>
                  <a:lnTo>
                    <a:pt x="53580" y="10247"/>
                  </a:lnTo>
                  <a:lnTo>
                    <a:pt x="55881" y="8614"/>
                  </a:lnTo>
                  <a:lnTo>
                    <a:pt x="56801" y="7960"/>
                  </a:lnTo>
                  <a:lnTo>
                    <a:pt x="57438" y="7508"/>
                  </a:lnTo>
                  <a:lnTo>
                    <a:pt x="62749" y="16238"/>
                  </a:lnTo>
                  <a:lnTo>
                    <a:pt x="68914" y="16414"/>
                  </a:lnTo>
                  <a:lnTo>
                    <a:pt x="75766" y="18108"/>
                  </a:lnTo>
                  <a:lnTo>
                    <a:pt x="78780" y="18852"/>
                  </a:lnTo>
                  <a:lnTo>
                    <a:pt x="86132" y="22526"/>
                  </a:lnTo>
                  <a:lnTo>
                    <a:pt x="88234" y="15604"/>
                  </a:lnTo>
                  <a:lnTo>
                    <a:pt x="90153" y="16105"/>
                  </a:lnTo>
                  <a:lnTo>
                    <a:pt x="90477" y="16189"/>
                  </a:lnTo>
                  <a:lnTo>
                    <a:pt x="103254" y="19518"/>
                  </a:lnTo>
                  <a:lnTo>
                    <a:pt x="119506" y="17635"/>
                  </a:lnTo>
                  <a:lnTo>
                    <a:pt x="120951" y="21710"/>
                  </a:lnTo>
                  <a:lnTo>
                    <a:pt x="122201" y="25238"/>
                  </a:lnTo>
                  <a:lnTo>
                    <a:pt x="137319" y="20722"/>
                  </a:lnTo>
                  <a:lnTo>
                    <a:pt x="139117" y="21305"/>
                  </a:lnTo>
                  <a:lnTo>
                    <a:pt x="141344" y="22027"/>
                  </a:lnTo>
                  <a:lnTo>
                    <a:pt x="147977" y="12982"/>
                  </a:lnTo>
                  <a:lnTo>
                    <a:pt x="148280" y="12913"/>
                  </a:lnTo>
                  <a:lnTo>
                    <a:pt x="152674" y="11683"/>
                  </a:lnTo>
                  <a:lnTo>
                    <a:pt x="155756" y="10148"/>
                  </a:lnTo>
                  <a:lnTo>
                    <a:pt x="161514" y="6447"/>
                  </a:lnTo>
                  <a:lnTo>
                    <a:pt x="162958" y="4898"/>
                  </a:lnTo>
                  <a:lnTo>
                    <a:pt x="164727" y="3001"/>
                  </a:lnTo>
                  <a:lnTo>
                    <a:pt x="168404" y="401"/>
                  </a:lnTo>
                  <a:lnTo>
                    <a:pt x="170908" y="0"/>
                  </a:lnTo>
                  <a:lnTo>
                    <a:pt x="172012" y="1433"/>
                  </a:lnTo>
                  <a:lnTo>
                    <a:pt x="172334" y="1655"/>
                  </a:lnTo>
                  <a:lnTo>
                    <a:pt x="176801" y="4735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g178"/>
            <p:cNvSpPr/>
            <p:nvPr/>
          </p:nvSpPr>
          <p:spPr>
            <a:xfrm>
              <a:off x="3686220" y="3753169"/>
              <a:ext cx="167078" cy="158701"/>
            </a:xfrm>
            <a:custGeom>
              <a:avLst/>
              <a:pathLst>
                <a:path w="167078" h="158701">
                  <a:moveTo>
                    <a:pt x="55984" y="17203"/>
                  </a:moveTo>
                  <a:lnTo>
                    <a:pt x="58469" y="20400"/>
                  </a:lnTo>
                  <a:lnTo>
                    <a:pt x="61108" y="14066"/>
                  </a:lnTo>
                  <a:lnTo>
                    <a:pt x="61856" y="12272"/>
                  </a:lnTo>
                  <a:lnTo>
                    <a:pt x="66403" y="14305"/>
                  </a:lnTo>
                  <a:lnTo>
                    <a:pt x="66857" y="14508"/>
                  </a:lnTo>
                  <a:lnTo>
                    <a:pt x="67626" y="15149"/>
                  </a:lnTo>
                  <a:lnTo>
                    <a:pt x="78345" y="24072"/>
                  </a:lnTo>
                  <a:lnTo>
                    <a:pt x="79919" y="24285"/>
                  </a:lnTo>
                  <a:lnTo>
                    <a:pt x="83767" y="26383"/>
                  </a:lnTo>
                  <a:lnTo>
                    <a:pt x="85726" y="27451"/>
                  </a:lnTo>
                  <a:lnTo>
                    <a:pt x="90557" y="25635"/>
                  </a:lnTo>
                  <a:lnTo>
                    <a:pt x="96003" y="23588"/>
                  </a:lnTo>
                  <a:lnTo>
                    <a:pt x="96894" y="25242"/>
                  </a:lnTo>
                  <a:lnTo>
                    <a:pt x="97593" y="26539"/>
                  </a:lnTo>
                  <a:lnTo>
                    <a:pt x="97823" y="26967"/>
                  </a:lnTo>
                  <a:lnTo>
                    <a:pt x="99969" y="29330"/>
                  </a:lnTo>
                  <a:lnTo>
                    <a:pt x="100474" y="29887"/>
                  </a:lnTo>
                  <a:lnTo>
                    <a:pt x="104597" y="32386"/>
                  </a:lnTo>
                  <a:lnTo>
                    <a:pt x="107365" y="35516"/>
                  </a:lnTo>
                  <a:lnTo>
                    <a:pt x="111354" y="40658"/>
                  </a:lnTo>
                  <a:lnTo>
                    <a:pt x="113499" y="46530"/>
                  </a:lnTo>
                  <a:lnTo>
                    <a:pt x="114139" y="48280"/>
                  </a:lnTo>
                  <a:lnTo>
                    <a:pt x="117313" y="51149"/>
                  </a:lnTo>
                  <a:lnTo>
                    <a:pt x="119621" y="52336"/>
                  </a:lnTo>
                  <a:lnTo>
                    <a:pt x="123243" y="54199"/>
                  </a:lnTo>
                  <a:lnTo>
                    <a:pt x="123537" y="54529"/>
                  </a:lnTo>
                  <a:lnTo>
                    <a:pt x="124853" y="56006"/>
                  </a:lnTo>
                  <a:lnTo>
                    <a:pt x="126227" y="59096"/>
                  </a:lnTo>
                  <a:lnTo>
                    <a:pt x="126824" y="59696"/>
                  </a:lnTo>
                  <a:lnTo>
                    <a:pt x="128740" y="61625"/>
                  </a:lnTo>
                  <a:lnTo>
                    <a:pt x="130623" y="62886"/>
                  </a:lnTo>
                  <a:lnTo>
                    <a:pt x="137968" y="67806"/>
                  </a:lnTo>
                  <a:lnTo>
                    <a:pt x="138361" y="68304"/>
                  </a:lnTo>
                  <a:lnTo>
                    <a:pt x="139446" y="69676"/>
                  </a:lnTo>
                  <a:lnTo>
                    <a:pt x="139618" y="69893"/>
                  </a:lnTo>
                  <a:lnTo>
                    <a:pt x="140906" y="69676"/>
                  </a:lnTo>
                  <a:lnTo>
                    <a:pt x="144605" y="69051"/>
                  </a:lnTo>
                  <a:lnTo>
                    <a:pt x="144910" y="69676"/>
                  </a:lnTo>
                  <a:lnTo>
                    <a:pt x="145503" y="70892"/>
                  </a:lnTo>
                  <a:lnTo>
                    <a:pt x="146293" y="72512"/>
                  </a:lnTo>
                  <a:lnTo>
                    <a:pt x="146240" y="73051"/>
                  </a:lnTo>
                  <a:lnTo>
                    <a:pt x="145923" y="76243"/>
                  </a:lnTo>
                  <a:lnTo>
                    <a:pt x="145312" y="82397"/>
                  </a:lnTo>
                  <a:lnTo>
                    <a:pt x="145397" y="82666"/>
                  </a:lnTo>
                  <a:lnTo>
                    <a:pt x="145940" y="84373"/>
                  </a:lnTo>
                  <a:lnTo>
                    <a:pt x="151624" y="89100"/>
                  </a:lnTo>
                  <a:lnTo>
                    <a:pt x="159664" y="94398"/>
                  </a:lnTo>
                  <a:lnTo>
                    <a:pt x="161022" y="95504"/>
                  </a:lnTo>
                  <a:lnTo>
                    <a:pt x="163623" y="93083"/>
                  </a:lnTo>
                  <a:lnTo>
                    <a:pt x="166843" y="97659"/>
                  </a:lnTo>
                  <a:lnTo>
                    <a:pt x="167078" y="102716"/>
                  </a:lnTo>
                  <a:lnTo>
                    <a:pt x="166214" y="107292"/>
                  </a:lnTo>
                  <a:lnTo>
                    <a:pt x="164014" y="107852"/>
                  </a:lnTo>
                  <a:lnTo>
                    <a:pt x="162607" y="107247"/>
                  </a:lnTo>
                  <a:lnTo>
                    <a:pt x="154702" y="110472"/>
                  </a:lnTo>
                  <a:lnTo>
                    <a:pt x="150576" y="111809"/>
                  </a:lnTo>
                  <a:lnTo>
                    <a:pt x="147915" y="112671"/>
                  </a:lnTo>
                  <a:lnTo>
                    <a:pt x="140101" y="103078"/>
                  </a:lnTo>
                  <a:lnTo>
                    <a:pt x="137038" y="104322"/>
                  </a:lnTo>
                  <a:lnTo>
                    <a:pt x="139669" y="109941"/>
                  </a:lnTo>
                  <a:lnTo>
                    <a:pt x="133694" y="112548"/>
                  </a:lnTo>
                  <a:lnTo>
                    <a:pt x="132864" y="112911"/>
                  </a:lnTo>
                  <a:lnTo>
                    <a:pt x="126514" y="115681"/>
                  </a:lnTo>
                  <a:lnTo>
                    <a:pt x="126986" y="120297"/>
                  </a:lnTo>
                  <a:lnTo>
                    <a:pt x="137509" y="135108"/>
                  </a:lnTo>
                  <a:lnTo>
                    <a:pt x="128632" y="136487"/>
                  </a:lnTo>
                  <a:lnTo>
                    <a:pt x="128200" y="138615"/>
                  </a:lnTo>
                  <a:lnTo>
                    <a:pt x="130693" y="139543"/>
                  </a:lnTo>
                  <a:lnTo>
                    <a:pt x="131890" y="139989"/>
                  </a:lnTo>
                  <a:lnTo>
                    <a:pt x="133266" y="140501"/>
                  </a:lnTo>
                  <a:lnTo>
                    <a:pt x="135386" y="144435"/>
                  </a:lnTo>
                  <a:lnTo>
                    <a:pt x="123920" y="149773"/>
                  </a:lnTo>
                  <a:lnTo>
                    <a:pt x="120818" y="143433"/>
                  </a:lnTo>
                  <a:lnTo>
                    <a:pt x="118388" y="145315"/>
                  </a:lnTo>
                  <a:lnTo>
                    <a:pt x="116916" y="147698"/>
                  </a:lnTo>
                  <a:lnTo>
                    <a:pt x="116621" y="149429"/>
                  </a:lnTo>
                  <a:lnTo>
                    <a:pt x="117259" y="151285"/>
                  </a:lnTo>
                  <a:lnTo>
                    <a:pt x="119738" y="154597"/>
                  </a:lnTo>
                  <a:lnTo>
                    <a:pt x="112596" y="157883"/>
                  </a:lnTo>
                  <a:lnTo>
                    <a:pt x="101625" y="157306"/>
                  </a:lnTo>
                  <a:lnTo>
                    <a:pt x="101423" y="146471"/>
                  </a:lnTo>
                  <a:lnTo>
                    <a:pt x="96208" y="147098"/>
                  </a:lnTo>
                  <a:lnTo>
                    <a:pt x="96760" y="158701"/>
                  </a:lnTo>
                  <a:lnTo>
                    <a:pt x="93309" y="158172"/>
                  </a:lnTo>
                  <a:lnTo>
                    <a:pt x="67456" y="154210"/>
                  </a:lnTo>
                  <a:lnTo>
                    <a:pt x="56412" y="156669"/>
                  </a:lnTo>
                  <a:lnTo>
                    <a:pt x="55653" y="154036"/>
                  </a:lnTo>
                  <a:lnTo>
                    <a:pt x="51945" y="141165"/>
                  </a:lnTo>
                  <a:lnTo>
                    <a:pt x="50129" y="140964"/>
                  </a:lnTo>
                  <a:lnTo>
                    <a:pt x="47871" y="149745"/>
                  </a:lnTo>
                  <a:lnTo>
                    <a:pt x="46041" y="149668"/>
                  </a:lnTo>
                  <a:lnTo>
                    <a:pt x="0" y="139031"/>
                  </a:lnTo>
                  <a:lnTo>
                    <a:pt x="3779" y="134114"/>
                  </a:lnTo>
                  <a:lnTo>
                    <a:pt x="10700" y="130402"/>
                  </a:lnTo>
                  <a:lnTo>
                    <a:pt x="12762" y="120467"/>
                  </a:lnTo>
                  <a:lnTo>
                    <a:pt x="16492" y="120869"/>
                  </a:lnTo>
                  <a:lnTo>
                    <a:pt x="19437" y="110182"/>
                  </a:lnTo>
                  <a:lnTo>
                    <a:pt x="21990" y="90414"/>
                  </a:lnTo>
                  <a:lnTo>
                    <a:pt x="41329" y="94729"/>
                  </a:lnTo>
                  <a:lnTo>
                    <a:pt x="18007" y="54978"/>
                  </a:lnTo>
                  <a:lnTo>
                    <a:pt x="22856" y="51227"/>
                  </a:lnTo>
                  <a:lnTo>
                    <a:pt x="28378" y="47715"/>
                  </a:lnTo>
                  <a:lnTo>
                    <a:pt x="27151" y="43889"/>
                  </a:lnTo>
                  <a:lnTo>
                    <a:pt x="24596" y="40322"/>
                  </a:lnTo>
                  <a:lnTo>
                    <a:pt x="26372" y="39217"/>
                  </a:lnTo>
                  <a:lnTo>
                    <a:pt x="25572" y="37877"/>
                  </a:lnTo>
                  <a:lnTo>
                    <a:pt x="23976" y="34678"/>
                  </a:lnTo>
                  <a:lnTo>
                    <a:pt x="24636" y="34221"/>
                  </a:lnTo>
                  <a:lnTo>
                    <a:pt x="25694" y="33487"/>
                  </a:lnTo>
                  <a:lnTo>
                    <a:pt x="27631" y="32656"/>
                  </a:lnTo>
                  <a:lnTo>
                    <a:pt x="28891" y="31789"/>
                  </a:lnTo>
                  <a:lnTo>
                    <a:pt x="33849" y="28378"/>
                  </a:lnTo>
                  <a:lnTo>
                    <a:pt x="33358" y="27258"/>
                  </a:lnTo>
                  <a:lnTo>
                    <a:pt x="41731" y="28341"/>
                  </a:lnTo>
                  <a:lnTo>
                    <a:pt x="48155" y="29610"/>
                  </a:lnTo>
                  <a:lnTo>
                    <a:pt x="49918" y="30158"/>
                  </a:lnTo>
                  <a:lnTo>
                    <a:pt x="47796" y="26101"/>
                  </a:lnTo>
                  <a:lnTo>
                    <a:pt x="44145" y="16769"/>
                  </a:lnTo>
                  <a:lnTo>
                    <a:pt x="42594" y="13498"/>
                  </a:lnTo>
                  <a:lnTo>
                    <a:pt x="41199" y="10267"/>
                  </a:lnTo>
                  <a:lnTo>
                    <a:pt x="40187" y="5521"/>
                  </a:lnTo>
                  <a:lnTo>
                    <a:pt x="39403" y="4040"/>
                  </a:lnTo>
                  <a:lnTo>
                    <a:pt x="38254" y="2566"/>
                  </a:lnTo>
                  <a:lnTo>
                    <a:pt x="37538" y="0"/>
                  </a:lnTo>
                  <a:lnTo>
                    <a:pt x="46071" y="1098"/>
                  </a:lnTo>
                  <a:lnTo>
                    <a:pt x="47225" y="8807"/>
                  </a:lnTo>
                  <a:lnTo>
                    <a:pt x="47916" y="10393"/>
                  </a:lnTo>
                  <a:lnTo>
                    <a:pt x="52066" y="1216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g179"/>
            <p:cNvSpPr/>
            <p:nvPr/>
          </p:nvSpPr>
          <p:spPr>
            <a:xfrm>
              <a:off x="3690659" y="3574464"/>
              <a:ext cx="180864" cy="238401"/>
            </a:xfrm>
            <a:custGeom>
              <a:avLst/>
              <a:pathLst>
                <a:path w="180864" h="238401">
                  <a:moveTo>
                    <a:pt x="123370" y="20319"/>
                  </a:moveTo>
                  <a:lnTo>
                    <a:pt x="125579" y="20821"/>
                  </a:lnTo>
                  <a:lnTo>
                    <a:pt x="129997" y="20821"/>
                  </a:lnTo>
                  <a:lnTo>
                    <a:pt x="134905" y="20821"/>
                  </a:lnTo>
                  <a:lnTo>
                    <a:pt x="137360" y="22326"/>
                  </a:lnTo>
                  <a:lnTo>
                    <a:pt x="143004" y="27845"/>
                  </a:lnTo>
                  <a:lnTo>
                    <a:pt x="147422" y="36375"/>
                  </a:lnTo>
                  <a:lnTo>
                    <a:pt x="149386" y="43901"/>
                  </a:lnTo>
                  <a:lnTo>
                    <a:pt x="150858" y="53434"/>
                  </a:lnTo>
                  <a:lnTo>
                    <a:pt x="151594" y="61210"/>
                  </a:lnTo>
                  <a:lnTo>
                    <a:pt x="150613" y="69238"/>
                  </a:lnTo>
                  <a:lnTo>
                    <a:pt x="148895" y="77516"/>
                  </a:lnTo>
                  <a:lnTo>
                    <a:pt x="147422" y="83788"/>
                  </a:lnTo>
                  <a:lnTo>
                    <a:pt x="143157" y="101664"/>
                  </a:lnTo>
                  <a:lnTo>
                    <a:pt x="161594" y="124759"/>
                  </a:lnTo>
                  <a:lnTo>
                    <a:pt x="162148" y="130700"/>
                  </a:lnTo>
                  <a:lnTo>
                    <a:pt x="162904" y="134717"/>
                  </a:lnTo>
                  <a:lnTo>
                    <a:pt x="164111" y="141487"/>
                  </a:lnTo>
                  <a:lnTo>
                    <a:pt x="164877" y="143724"/>
                  </a:lnTo>
                  <a:lnTo>
                    <a:pt x="159693" y="147257"/>
                  </a:lnTo>
                  <a:lnTo>
                    <a:pt x="164111" y="153277"/>
                  </a:lnTo>
                  <a:lnTo>
                    <a:pt x="168283" y="155786"/>
                  </a:lnTo>
                  <a:lnTo>
                    <a:pt x="180237" y="156151"/>
                  </a:lnTo>
                  <a:lnTo>
                    <a:pt x="180864" y="161917"/>
                  </a:lnTo>
                  <a:lnTo>
                    <a:pt x="176354" y="162978"/>
                  </a:lnTo>
                  <a:lnTo>
                    <a:pt x="176236" y="167481"/>
                  </a:lnTo>
                  <a:lnTo>
                    <a:pt x="175581" y="169650"/>
                  </a:lnTo>
                  <a:lnTo>
                    <a:pt x="174305" y="171156"/>
                  </a:lnTo>
                  <a:lnTo>
                    <a:pt x="172734" y="172259"/>
                  </a:lnTo>
                  <a:lnTo>
                    <a:pt x="168905" y="173263"/>
                  </a:lnTo>
                  <a:lnTo>
                    <a:pt x="164148" y="174000"/>
                  </a:lnTo>
                  <a:lnTo>
                    <a:pt x="165017" y="180305"/>
                  </a:lnTo>
                  <a:lnTo>
                    <a:pt x="161094" y="180859"/>
                  </a:lnTo>
                  <a:lnTo>
                    <a:pt x="160206" y="180999"/>
                  </a:lnTo>
                  <a:lnTo>
                    <a:pt x="159349" y="178665"/>
                  </a:lnTo>
                  <a:lnTo>
                    <a:pt x="150553" y="182518"/>
                  </a:lnTo>
                  <a:lnTo>
                    <a:pt x="156208" y="192473"/>
                  </a:lnTo>
                  <a:lnTo>
                    <a:pt x="159114" y="196808"/>
                  </a:lnTo>
                  <a:lnTo>
                    <a:pt x="161589" y="202083"/>
                  </a:lnTo>
                  <a:lnTo>
                    <a:pt x="158093" y="204113"/>
                  </a:lnTo>
                  <a:lnTo>
                    <a:pt x="159019" y="207836"/>
                  </a:lnTo>
                  <a:lnTo>
                    <a:pt x="159192" y="212622"/>
                  </a:lnTo>
                  <a:lnTo>
                    <a:pt x="158643" y="214469"/>
                  </a:lnTo>
                  <a:lnTo>
                    <a:pt x="157150" y="216556"/>
                  </a:lnTo>
                  <a:lnTo>
                    <a:pt x="152831" y="216315"/>
                  </a:lnTo>
                  <a:lnTo>
                    <a:pt x="146507" y="215341"/>
                  </a:lnTo>
                  <a:lnTo>
                    <a:pt x="142030" y="216462"/>
                  </a:lnTo>
                  <a:lnTo>
                    <a:pt x="139637" y="218402"/>
                  </a:lnTo>
                  <a:lnTo>
                    <a:pt x="137281" y="220409"/>
                  </a:lnTo>
                  <a:lnTo>
                    <a:pt x="131915" y="226300"/>
                  </a:lnTo>
                  <a:lnTo>
                    <a:pt x="132275" y="229695"/>
                  </a:lnTo>
                  <a:lnTo>
                    <a:pt x="129759" y="237973"/>
                  </a:lnTo>
                  <a:lnTo>
                    <a:pt x="122384" y="238401"/>
                  </a:lnTo>
                  <a:lnTo>
                    <a:pt x="121788" y="237801"/>
                  </a:lnTo>
                  <a:lnTo>
                    <a:pt x="120413" y="234710"/>
                  </a:lnTo>
                  <a:lnTo>
                    <a:pt x="119097" y="233234"/>
                  </a:lnTo>
                  <a:lnTo>
                    <a:pt x="118803" y="232904"/>
                  </a:lnTo>
                  <a:lnTo>
                    <a:pt x="115181" y="231040"/>
                  </a:lnTo>
                  <a:lnTo>
                    <a:pt x="112874" y="229853"/>
                  </a:lnTo>
                  <a:lnTo>
                    <a:pt x="109700" y="226985"/>
                  </a:lnTo>
                  <a:lnTo>
                    <a:pt x="109060" y="225234"/>
                  </a:lnTo>
                  <a:lnTo>
                    <a:pt x="106872" y="219248"/>
                  </a:lnTo>
                  <a:lnTo>
                    <a:pt x="102926" y="214221"/>
                  </a:lnTo>
                  <a:lnTo>
                    <a:pt x="100157" y="211090"/>
                  </a:lnTo>
                  <a:lnTo>
                    <a:pt x="96034" y="208591"/>
                  </a:lnTo>
                  <a:lnTo>
                    <a:pt x="95529" y="208035"/>
                  </a:lnTo>
                  <a:lnTo>
                    <a:pt x="93384" y="205671"/>
                  </a:lnTo>
                  <a:lnTo>
                    <a:pt x="93153" y="205243"/>
                  </a:lnTo>
                  <a:lnTo>
                    <a:pt x="92438" y="203916"/>
                  </a:lnTo>
                  <a:lnTo>
                    <a:pt x="91564" y="202292"/>
                  </a:lnTo>
                  <a:lnTo>
                    <a:pt x="91394" y="201347"/>
                  </a:lnTo>
                  <a:lnTo>
                    <a:pt x="91102" y="199723"/>
                  </a:lnTo>
                  <a:lnTo>
                    <a:pt x="91958" y="198562"/>
                  </a:lnTo>
                  <a:lnTo>
                    <a:pt x="92505" y="197820"/>
                  </a:lnTo>
                  <a:lnTo>
                    <a:pt x="94518" y="196666"/>
                  </a:lnTo>
                  <a:lnTo>
                    <a:pt x="96628" y="195914"/>
                  </a:lnTo>
                  <a:lnTo>
                    <a:pt x="99966" y="195613"/>
                  </a:lnTo>
                  <a:lnTo>
                    <a:pt x="103154" y="195920"/>
                  </a:lnTo>
                  <a:lnTo>
                    <a:pt x="105901" y="196186"/>
                  </a:lnTo>
                  <a:lnTo>
                    <a:pt x="108295" y="196375"/>
                  </a:lnTo>
                  <a:lnTo>
                    <a:pt x="110287" y="196533"/>
                  </a:lnTo>
                  <a:lnTo>
                    <a:pt x="115757" y="196490"/>
                  </a:lnTo>
                  <a:lnTo>
                    <a:pt x="116921" y="195596"/>
                  </a:lnTo>
                  <a:lnTo>
                    <a:pt x="117487" y="195161"/>
                  </a:lnTo>
                  <a:lnTo>
                    <a:pt x="117598" y="194655"/>
                  </a:lnTo>
                  <a:lnTo>
                    <a:pt x="116988" y="194424"/>
                  </a:lnTo>
                  <a:lnTo>
                    <a:pt x="115991" y="194046"/>
                  </a:lnTo>
                  <a:lnTo>
                    <a:pt x="112751" y="192706"/>
                  </a:lnTo>
                  <a:lnTo>
                    <a:pt x="107923" y="190302"/>
                  </a:lnTo>
                  <a:lnTo>
                    <a:pt x="107272" y="189978"/>
                  </a:lnTo>
                  <a:lnTo>
                    <a:pt x="106989" y="189821"/>
                  </a:lnTo>
                  <a:lnTo>
                    <a:pt x="106040" y="189295"/>
                  </a:lnTo>
                  <a:lnTo>
                    <a:pt x="103331" y="187793"/>
                  </a:lnTo>
                  <a:lnTo>
                    <a:pt x="102405" y="187280"/>
                  </a:lnTo>
                  <a:lnTo>
                    <a:pt x="99342" y="184059"/>
                  </a:lnTo>
                  <a:lnTo>
                    <a:pt x="97163" y="183863"/>
                  </a:lnTo>
                  <a:lnTo>
                    <a:pt x="95587" y="183171"/>
                  </a:lnTo>
                  <a:lnTo>
                    <a:pt x="93909" y="182674"/>
                  </a:lnTo>
                  <a:lnTo>
                    <a:pt x="92782" y="181951"/>
                  </a:lnTo>
                  <a:lnTo>
                    <a:pt x="92684" y="180379"/>
                  </a:lnTo>
                  <a:lnTo>
                    <a:pt x="91936" y="170887"/>
                  </a:lnTo>
                  <a:lnTo>
                    <a:pt x="91833" y="165467"/>
                  </a:lnTo>
                  <a:lnTo>
                    <a:pt x="91810" y="164272"/>
                  </a:lnTo>
                  <a:lnTo>
                    <a:pt x="92258" y="157039"/>
                  </a:lnTo>
                  <a:lnTo>
                    <a:pt x="115034" y="155413"/>
                  </a:lnTo>
                  <a:lnTo>
                    <a:pt x="120312" y="155942"/>
                  </a:lnTo>
                  <a:lnTo>
                    <a:pt x="121375" y="155754"/>
                  </a:lnTo>
                  <a:lnTo>
                    <a:pt x="124013" y="153688"/>
                  </a:lnTo>
                  <a:lnTo>
                    <a:pt x="125375" y="152622"/>
                  </a:lnTo>
                  <a:lnTo>
                    <a:pt x="122838" y="150370"/>
                  </a:lnTo>
                  <a:lnTo>
                    <a:pt x="122462" y="150116"/>
                  </a:lnTo>
                  <a:lnTo>
                    <a:pt x="121659" y="149572"/>
                  </a:lnTo>
                  <a:lnTo>
                    <a:pt x="117848" y="147293"/>
                  </a:lnTo>
                  <a:lnTo>
                    <a:pt x="112365" y="145636"/>
                  </a:lnTo>
                  <a:lnTo>
                    <a:pt x="103833" y="144406"/>
                  </a:lnTo>
                  <a:lnTo>
                    <a:pt x="98055" y="143574"/>
                  </a:lnTo>
                  <a:lnTo>
                    <a:pt x="88898" y="143771"/>
                  </a:lnTo>
                  <a:lnTo>
                    <a:pt x="85746" y="144380"/>
                  </a:lnTo>
                  <a:lnTo>
                    <a:pt x="85612" y="144406"/>
                  </a:lnTo>
                  <a:lnTo>
                    <a:pt x="79709" y="145547"/>
                  </a:lnTo>
                  <a:lnTo>
                    <a:pt x="72847" y="147233"/>
                  </a:lnTo>
                  <a:lnTo>
                    <a:pt x="68468" y="147737"/>
                  </a:lnTo>
                  <a:lnTo>
                    <a:pt x="63663" y="148290"/>
                  </a:lnTo>
                  <a:lnTo>
                    <a:pt x="62522" y="148188"/>
                  </a:lnTo>
                  <a:lnTo>
                    <a:pt x="54199" y="147442"/>
                  </a:lnTo>
                  <a:lnTo>
                    <a:pt x="45494" y="145873"/>
                  </a:lnTo>
                  <a:lnTo>
                    <a:pt x="43420" y="145317"/>
                  </a:lnTo>
                  <a:lnTo>
                    <a:pt x="41829" y="144890"/>
                  </a:lnTo>
                  <a:lnTo>
                    <a:pt x="34715" y="141902"/>
                  </a:lnTo>
                  <a:lnTo>
                    <a:pt x="33596" y="138808"/>
                  </a:lnTo>
                  <a:lnTo>
                    <a:pt x="33103" y="137247"/>
                  </a:lnTo>
                  <a:lnTo>
                    <a:pt x="32379" y="134955"/>
                  </a:lnTo>
                  <a:lnTo>
                    <a:pt x="31631" y="133278"/>
                  </a:lnTo>
                  <a:lnTo>
                    <a:pt x="30564" y="130885"/>
                  </a:lnTo>
                  <a:lnTo>
                    <a:pt x="29896" y="130016"/>
                  </a:lnTo>
                  <a:lnTo>
                    <a:pt x="29754" y="129831"/>
                  </a:lnTo>
                  <a:lnTo>
                    <a:pt x="28944" y="129078"/>
                  </a:lnTo>
                  <a:lnTo>
                    <a:pt x="27274" y="127972"/>
                  </a:lnTo>
                  <a:lnTo>
                    <a:pt x="26341" y="125464"/>
                  </a:lnTo>
                  <a:lnTo>
                    <a:pt x="26213" y="119623"/>
                  </a:lnTo>
                  <a:lnTo>
                    <a:pt x="25826" y="116985"/>
                  </a:lnTo>
                  <a:lnTo>
                    <a:pt x="24888" y="114802"/>
                  </a:lnTo>
                  <a:lnTo>
                    <a:pt x="23887" y="111235"/>
                  </a:lnTo>
                  <a:lnTo>
                    <a:pt x="24152" y="107713"/>
                  </a:lnTo>
                  <a:lnTo>
                    <a:pt x="26620" y="95997"/>
                  </a:lnTo>
                  <a:lnTo>
                    <a:pt x="22674" y="96189"/>
                  </a:lnTo>
                  <a:lnTo>
                    <a:pt x="15713" y="97582"/>
                  </a:lnTo>
                  <a:lnTo>
                    <a:pt x="14324" y="97860"/>
                  </a:lnTo>
                  <a:lnTo>
                    <a:pt x="13158" y="96825"/>
                  </a:lnTo>
                  <a:lnTo>
                    <a:pt x="12067" y="96115"/>
                  </a:lnTo>
                  <a:lnTo>
                    <a:pt x="8527" y="93180"/>
                  </a:lnTo>
                  <a:lnTo>
                    <a:pt x="6710" y="91674"/>
                  </a:lnTo>
                  <a:lnTo>
                    <a:pt x="4520" y="88601"/>
                  </a:lnTo>
                  <a:lnTo>
                    <a:pt x="1865" y="81916"/>
                  </a:lnTo>
                  <a:lnTo>
                    <a:pt x="306" y="79194"/>
                  </a:lnTo>
                  <a:lnTo>
                    <a:pt x="125" y="78166"/>
                  </a:lnTo>
                  <a:lnTo>
                    <a:pt x="0" y="77451"/>
                  </a:lnTo>
                  <a:lnTo>
                    <a:pt x="829" y="75971"/>
                  </a:lnTo>
                  <a:lnTo>
                    <a:pt x="1300" y="75130"/>
                  </a:lnTo>
                  <a:lnTo>
                    <a:pt x="8709" y="66262"/>
                  </a:lnTo>
                  <a:lnTo>
                    <a:pt x="9476" y="65343"/>
                  </a:lnTo>
                  <a:lnTo>
                    <a:pt x="10277" y="64215"/>
                  </a:lnTo>
                  <a:lnTo>
                    <a:pt x="11698" y="62212"/>
                  </a:lnTo>
                  <a:lnTo>
                    <a:pt x="11915" y="59824"/>
                  </a:lnTo>
                  <a:lnTo>
                    <a:pt x="12481" y="53598"/>
                  </a:lnTo>
                  <a:lnTo>
                    <a:pt x="12524" y="53127"/>
                  </a:lnTo>
                  <a:lnTo>
                    <a:pt x="16402" y="52577"/>
                  </a:lnTo>
                  <a:lnTo>
                    <a:pt x="15954" y="50332"/>
                  </a:lnTo>
                  <a:lnTo>
                    <a:pt x="15558" y="48350"/>
                  </a:lnTo>
                  <a:lnTo>
                    <a:pt x="12495" y="47899"/>
                  </a:lnTo>
                  <a:lnTo>
                    <a:pt x="8574" y="45761"/>
                  </a:lnTo>
                  <a:lnTo>
                    <a:pt x="11123" y="38886"/>
                  </a:lnTo>
                  <a:lnTo>
                    <a:pt x="14100" y="39912"/>
                  </a:lnTo>
                  <a:lnTo>
                    <a:pt x="17164" y="40967"/>
                  </a:lnTo>
                  <a:lnTo>
                    <a:pt x="18078" y="41194"/>
                  </a:lnTo>
                  <a:lnTo>
                    <a:pt x="19029" y="41429"/>
                  </a:lnTo>
                  <a:lnTo>
                    <a:pt x="19301" y="41496"/>
                  </a:lnTo>
                  <a:lnTo>
                    <a:pt x="19535" y="41554"/>
                  </a:lnTo>
                  <a:lnTo>
                    <a:pt x="20580" y="41615"/>
                  </a:lnTo>
                  <a:lnTo>
                    <a:pt x="21426" y="41468"/>
                  </a:lnTo>
                  <a:lnTo>
                    <a:pt x="21779" y="41407"/>
                  </a:lnTo>
                  <a:lnTo>
                    <a:pt x="32096" y="39623"/>
                  </a:lnTo>
                  <a:lnTo>
                    <a:pt x="33068" y="40471"/>
                  </a:lnTo>
                  <a:lnTo>
                    <a:pt x="34869" y="44351"/>
                  </a:lnTo>
                  <a:lnTo>
                    <a:pt x="35409" y="45513"/>
                  </a:lnTo>
                  <a:lnTo>
                    <a:pt x="36265" y="46037"/>
                  </a:lnTo>
                  <a:lnTo>
                    <a:pt x="39672" y="48121"/>
                  </a:lnTo>
                  <a:lnTo>
                    <a:pt x="40946" y="48900"/>
                  </a:lnTo>
                  <a:lnTo>
                    <a:pt x="39927" y="47078"/>
                  </a:lnTo>
                  <a:lnTo>
                    <a:pt x="39698" y="46461"/>
                  </a:lnTo>
                  <a:lnTo>
                    <a:pt x="39448" y="45788"/>
                  </a:lnTo>
                  <a:lnTo>
                    <a:pt x="38750" y="43910"/>
                  </a:lnTo>
                  <a:lnTo>
                    <a:pt x="37728" y="41158"/>
                  </a:lnTo>
                  <a:lnTo>
                    <a:pt x="37754" y="40967"/>
                  </a:lnTo>
                  <a:lnTo>
                    <a:pt x="37916" y="39780"/>
                  </a:lnTo>
                  <a:lnTo>
                    <a:pt x="38155" y="38031"/>
                  </a:lnTo>
                  <a:lnTo>
                    <a:pt x="38199" y="37706"/>
                  </a:lnTo>
                  <a:lnTo>
                    <a:pt x="40101" y="33377"/>
                  </a:lnTo>
                  <a:lnTo>
                    <a:pt x="40136" y="33128"/>
                  </a:lnTo>
                  <a:lnTo>
                    <a:pt x="40304" y="31798"/>
                  </a:lnTo>
                  <a:lnTo>
                    <a:pt x="39655" y="30983"/>
                  </a:lnTo>
                  <a:lnTo>
                    <a:pt x="39448" y="30723"/>
                  </a:lnTo>
                  <a:lnTo>
                    <a:pt x="37548" y="29112"/>
                  </a:lnTo>
                  <a:lnTo>
                    <a:pt x="35059" y="28149"/>
                  </a:lnTo>
                  <a:lnTo>
                    <a:pt x="33013" y="28058"/>
                  </a:lnTo>
                  <a:lnTo>
                    <a:pt x="28164" y="29201"/>
                  </a:lnTo>
                  <a:lnTo>
                    <a:pt x="26485" y="29597"/>
                  </a:lnTo>
                  <a:lnTo>
                    <a:pt x="21767" y="30709"/>
                  </a:lnTo>
                  <a:lnTo>
                    <a:pt x="18233" y="30288"/>
                  </a:lnTo>
                  <a:lnTo>
                    <a:pt x="16937" y="29866"/>
                  </a:lnTo>
                  <a:lnTo>
                    <a:pt x="16690" y="28743"/>
                  </a:lnTo>
                  <a:lnTo>
                    <a:pt x="16711" y="28023"/>
                  </a:lnTo>
                  <a:lnTo>
                    <a:pt x="16779" y="25673"/>
                  </a:lnTo>
                  <a:lnTo>
                    <a:pt x="17721" y="21639"/>
                  </a:lnTo>
                  <a:lnTo>
                    <a:pt x="18366" y="20570"/>
                  </a:lnTo>
                  <a:lnTo>
                    <a:pt x="19429" y="18809"/>
                  </a:lnTo>
                  <a:lnTo>
                    <a:pt x="21314" y="17786"/>
                  </a:lnTo>
                  <a:lnTo>
                    <a:pt x="26485" y="17396"/>
                  </a:lnTo>
                  <a:lnTo>
                    <a:pt x="28500" y="17244"/>
                  </a:lnTo>
                  <a:lnTo>
                    <a:pt x="33485" y="16153"/>
                  </a:lnTo>
                  <a:lnTo>
                    <a:pt x="33709" y="16104"/>
                  </a:lnTo>
                  <a:lnTo>
                    <a:pt x="36199" y="14639"/>
                  </a:lnTo>
                  <a:lnTo>
                    <a:pt x="38383" y="14764"/>
                  </a:lnTo>
                  <a:lnTo>
                    <a:pt x="39684" y="15366"/>
                  </a:lnTo>
                  <a:lnTo>
                    <a:pt x="42359" y="15767"/>
                  </a:lnTo>
                  <a:lnTo>
                    <a:pt x="46212" y="14087"/>
                  </a:lnTo>
                  <a:lnTo>
                    <a:pt x="47087" y="13018"/>
                  </a:lnTo>
                  <a:lnTo>
                    <a:pt x="50035" y="9417"/>
                  </a:lnTo>
                  <a:lnTo>
                    <a:pt x="61305" y="3918"/>
                  </a:lnTo>
                  <a:lnTo>
                    <a:pt x="66918" y="5548"/>
                  </a:lnTo>
                  <a:lnTo>
                    <a:pt x="78404" y="8257"/>
                  </a:lnTo>
                  <a:lnTo>
                    <a:pt x="94307" y="16887"/>
                  </a:lnTo>
                  <a:lnTo>
                    <a:pt x="104026" y="31939"/>
                  </a:lnTo>
                  <a:lnTo>
                    <a:pt x="108690" y="28412"/>
                  </a:lnTo>
                  <a:lnTo>
                    <a:pt x="106681" y="23832"/>
                  </a:lnTo>
                  <a:lnTo>
                    <a:pt x="104227" y="18563"/>
                  </a:lnTo>
                  <a:lnTo>
                    <a:pt x="100546" y="12292"/>
                  </a:lnTo>
                  <a:lnTo>
                    <a:pt x="97601" y="7525"/>
                  </a:lnTo>
                  <a:lnTo>
                    <a:pt x="96619" y="1505"/>
                  </a:lnTo>
                  <a:lnTo>
                    <a:pt x="98337" y="0"/>
                  </a:lnTo>
                  <a:lnTo>
                    <a:pt x="103982" y="1505"/>
                  </a:lnTo>
                  <a:lnTo>
                    <a:pt x="110854" y="6020"/>
                  </a:lnTo>
                  <a:lnTo>
                    <a:pt x="118707" y="1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g180"/>
            <p:cNvSpPr/>
            <p:nvPr/>
          </p:nvSpPr>
          <p:spPr>
            <a:xfrm>
              <a:off x="3675580" y="3464647"/>
              <a:ext cx="122337" cy="115365"/>
            </a:xfrm>
            <a:custGeom>
              <a:avLst/>
              <a:pathLst>
                <a:path w="122337" h="115365">
                  <a:moveTo>
                    <a:pt x="66875" y="31914"/>
                  </a:moveTo>
                  <a:lnTo>
                    <a:pt x="76011" y="35973"/>
                  </a:lnTo>
                  <a:lnTo>
                    <a:pt x="79423" y="27985"/>
                  </a:lnTo>
                  <a:lnTo>
                    <a:pt x="92431" y="33504"/>
                  </a:lnTo>
                  <a:lnTo>
                    <a:pt x="88598" y="43443"/>
                  </a:lnTo>
                  <a:lnTo>
                    <a:pt x="88807" y="43534"/>
                  </a:lnTo>
                  <a:lnTo>
                    <a:pt x="89442" y="43809"/>
                  </a:lnTo>
                  <a:lnTo>
                    <a:pt x="94801" y="46026"/>
                  </a:lnTo>
                  <a:lnTo>
                    <a:pt x="101509" y="48802"/>
                  </a:lnTo>
                  <a:lnTo>
                    <a:pt x="101741" y="48905"/>
                  </a:lnTo>
                  <a:lnTo>
                    <a:pt x="110213" y="52643"/>
                  </a:lnTo>
                  <a:lnTo>
                    <a:pt x="119107" y="56937"/>
                  </a:lnTo>
                  <a:lnTo>
                    <a:pt x="117756" y="60727"/>
                  </a:lnTo>
                  <a:lnTo>
                    <a:pt x="117516" y="61403"/>
                  </a:lnTo>
                  <a:lnTo>
                    <a:pt x="117065" y="66026"/>
                  </a:lnTo>
                  <a:lnTo>
                    <a:pt x="117553" y="68191"/>
                  </a:lnTo>
                  <a:lnTo>
                    <a:pt x="117869" y="69591"/>
                  </a:lnTo>
                  <a:lnTo>
                    <a:pt x="117756" y="73054"/>
                  </a:lnTo>
                  <a:lnTo>
                    <a:pt x="117673" y="75611"/>
                  </a:lnTo>
                  <a:lnTo>
                    <a:pt x="118576" y="81486"/>
                  </a:lnTo>
                  <a:lnTo>
                    <a:pt x="122337" y="92694"/>
                  </a:lnTo>
                  <a:lnTo>
                    <a:pt x="119399" y="96400"/>
                  </a:lnTo>
                  <a:lnTo>
                    <a:pt x="95544" y="95296"/>
                  </a:lnTo>
                  <a:lnTo>
                    <a:pt x="88966" y="104528"/>
                  </a:lnTo>
                  <a:lnTo>
                    <a:pt x="81407" y="109043"/>
                  </a:lnTo>
                  <a:lnTo>
                    <a:pt x="81996" y="115365"/>
                  </a:lnTo>
                  <a:lnTo>
                    <a:pt x="76383" y="113735"/>
                  </a:lnTo>
                  <a:lnTo>
                    <a:pt x="55212" y="74251"/>
                  </a:lnTo>
                  <a:lnTo>
                    <a:pt x="47408" y="70940"/>
                  </a:lnTo>
                  <a:lnTo>
                    <a:pt x="42475" y="61006"/>
                  </a:lnTo>
                  <a:lnTo>
                    <a:pt x="37785" y="62238"/>
                  </a:lnTo>
                  <a:lnTo>
                    <a:pt x="35460" y="59322"/>
                  </a:lnTo>
                  <a:lnTo>
                    <a:pt x="33791" y="57215"/>
                  </a:lnTo>
                  <a:lnTo>
                    <a:pt x="32515" y="55860"/>
                  </a:lnTo>
                  <a:lnTo>
                    <a:pt x="30650" y="54405"/>
                  </a:lnTo>
                  <a:lnTo>
                    <a:pt x="28833" y="53302"/>
                  </a:lnTo>
                  <a:lnTo>
                    <a:pt x="27017" y="52599"/>
                  </a:lnTo>
                  <a:lnTo>
                    <a:pt x="23588" y="49938"/>
                  </a:lnTo>
                  <a:lnTo>
                    <a:pt x="21501" y="48272"/>
                  </a:lnTo>
                  <a:lnTo>
                    <a:pt x="20413" y="46745"/>
                  </a:lnTo>
                  <a:lnTo>
                    <a:pt x="20080" y="45173"/>
                  </a:lnTo>
                  <a:lnTo>
                    <a:pt x="20786" y="41560"/>
                  </a:lnTo>
                  <a:lnTo>
                    <a:pt x="21375" y="37025"/>
                  </a:lnTo>
                  <a:lnTo>
                    <a:pt x="21258" y="33814"/>
                  </a:lnTo>
                  <a:lnTo>
                    <a:pt x="20315" y="30603"/>
                  </a:lnTo>
                  <a:lnTo>
                    <a:pt x="18391" y="28596"/>
                  </a:lnTo>
                  <a:lnTo>
                    <a:pt x="13594" y="24766"/>
                  </a:lnTo>
                  <a:lnTo>
                    <a:pt x="0" y="13913"/>
                  </a:lnTo>
                  <a:lnTo>
                    <a:pt x="1681" y="10269"/>
                  </a:lnTo>
                  <a:lnTo>
                    <a:pt x="3477" y="5467"/>
                  </a:lnTo>
                  <a:lnTo>
                    <a:pt x="3990" y="4093"/>
                  </a:lnTo>
                  <a:lnTo>
                    <a:pt x="5521" y="0"/>
                  </a:lnTo>
                  <a:lnTo>
                    <a:pt x="29339" y="11216"/>
                  </a:lnTo>
                  <a:lnTo>
                    <a:pt x="41307" y="16852"/>
                  </a:lnTo>
                  <a:lnTo>
                    <a:pt x="40286" y="19983"/>
                  </a:lnTo>
                  <a:lnTo>
                    <a:pt x="49246" y="24003"/>
                  </a:lnTo>
                  <a:lnTo>
                    <a:pt x="57481" y="276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g181"/>
            <p:cNvSpPr/>
            <p:nvPr/>
          </p:nvSpPr>
          <p:spPr>
            <a:xfrm>
              <a:off x="3827259" y="3453618"/>
              <a:ext cx="107012" cy="122597"/>
            </a:xfrm>
            <a:custGeom>
              <a:avLst/>
              <a:pathLst>
                <a:path w="107012" h="122597">
                  <a:moveTo>
                    <a:pt x="63940" y="33339"/>
                  </a:moveTo>
                  <a:lnTo>
                    <a:pt x="47741" y="41242"/>
                  </a:lnTo>
                  <a:lnTo>
                    <a:pt x="43986" y="42446"/>
                  </a:lnTo>
                  <a:lnTo>
                    <a:pt x="41851" y="46735"/>
                  </a:lnTo>
                  <a:lnTo>
                    <a:pt x="44134" y="49144"/>
                  </a:lnTo>
                  <a:lnTo>
                    <a:pt x="44134" y="51703"/>
                  </a:lnTo>
                  <a:lnTo>
                    <a:pt x="51496" y="52831"/>
                  </a:lnTo>
                  <a:lnTo>
                    <a:pt x="53926" y="54638"/>
                  </a:lnTo>
                  <a:lnTo>
                    <a:pt x="57534" y="59981"/>
                  </a:lnTo>
                  <a:lnTo>
                    <a:pt x="80285" y="42822"/>
                  </a:lnTo>
                  <a:lnTo>
                    <a:pt x="91550" y="48767"/>
                  </a:lnTo>
                  <a:lnTo>
                    <a:pt x="97514" y="55917"/>
                  </a:lnTo>
                  <a:lnTo>
                    <a:pt x="105834" y="63594"/>
                  </a:lnTo>
                  <a:lnTo>
                    <a:pt x="107012" y="67733"/>
                  </a:lnTo>
                  <a:lnTo>
                    <a:pt x="100385" y="85720"/>
                  </a:lnTo>
                  <a:lnTo>
                    <a:pt x="89341" y="82032"/>
                  </a:lnTo>
                  <a:lnTo>
                    <a:pt x="78518" y="87977"/>
                  </a:lnTo>
                  <a:lnTo>
                    <a:pt x="43324" y="94525"/>
                  </a:lnTo>
                  <a:lnTo>
                    <a:pt x="28893" y="92343"/>
                  </a:lnTo>
                  <a:lnTo>
                    <a:pt x="24181" y="100094"/>
                  </a:lnTo>
                  <a:lnTo>
                    <a:pt x="22045" y="109803"/>
                  </a:lnTo>
                  <a:lnTo>
                    <a:pt x="20278" y="117554"/>
                  </a:lnTo>
                  <a:lnTo>
                    <a:pt x="16155" y="122220"/>
                  </a:lnTo>
                  <a:lnTo>
                    <a:pt x="5994" y="122597"/>
                  </a:lnTo>
                  <a:lnTo>
                    <a:pt x="2755" y="120414"/>
                  </a:lnTo>
                  <a:lnTo>
                    <a:pt x="706" y="118969"/>
                  </a:lnTo>
                  <a:lnTo>
                    <a:pt x="6007" y="99402"/>
                  </a:lnTo>
                  <a:lnTo>
                    <a:pt x="0" y="95847"/>
                  </a:lnTo>
                  <a:lnTo>
                    <a:pt x="4553" y="88404"/>
                  </a:lnTo>
                  <a:lnTo>
                    <a:pt x="5838" y="85969"/>
                  </a:lnTo>
                  <a:lnTo>
                    <a:pt x="6406" y="84892"/>
                  </a:lnTo>
                  <a:lnTo>
                    <a:pt x="6594" y="84537"/>
                  </a:lnTo>
                  <a:lnTo>
                    <a:pt x="9026" y="79928"/>
                  </a:lnTo>
                  <a:lnTo>
                    <a:pt x="11971" y="73281"/>
                  </a:lnTo>
                  <a:lnTo>
                    <a:pt x="14057" y="68514"/>
                  </a:lnTo>
                  <a:lnTo>
                    <a:pt x="14282" y="67760"/>
                  </a:lnTo>
                  <a:lnTo>
                    <a:pt x="14456" y="67290"/>
                  </a:lnTo>
                  <a:lnTo>
                    <a:pt x="16955" y="60554"/>
                  </a:lnTo>
                  <a:lnTo>
                    <a:pt x="18893" y="55329"/>
                  </a:lnTo>
                  <a:lnTo>
                    <a:pt x="19299" y="54278"/>
                  </a:lnTo>
                  <a:lnTo>
                    <a:pt x="22502" y="55718"/>
                  </a:lnTo>
                  <a:lnTo>
                    <a:pt x="23040" y="54441"/>
                  </a:lnTo>
                  <a:lnTo>
                    <a:pt x="26265" y="46605"/>
                  </a:lnTo>
                  <a:lnTo>
                    <a:pt x="30885" y="35379"/>
                  </a:lnTo>
                  <a:lnTo>
                    <a:pt x="36910" y="38477"/>
                  </a:lnTo>
                  <a:lnTo>
                    <a:pt x="38713" y="34364"/>
                  </a:lnTo>
                  <a:lnTo>
                    <a:pt x="43102" y="24349"/>
                  </a:lnTo>
                  <a:lnTo>
                    <a:pt x="44096" y="22081"/>
                  </a:lnTo>
                  <a:lnTo>
                    <a:pt x="45045" y="19916"/>
                  </a:lnTo>
                  <a:lnTo>
                    <a:pt x="45447" y="19036"/>
                  </a:lnTo>
                  <a:lnTo>
                    <a:pt x="51033" y="6813"/>
                  </a:lnTo>
                  <a:lnTo>
                    <a:pt x="51970" y="4762"/>
                  </a:lnTo>
                  <a:lnTo>
                    <a:pt x="54147" y="0"/>
                  </a:lnTo>
                  <a:lnTo>
                    <a:pt x="72922" y="89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g182"/>
            <p:cNvSpPr/>
            <p:nvPr/>
          </p:nvSpPr>
          <p:spPr>
            <a:xfrm>
              <a:off x="3195306" y="3176215"/>
              <a:ext cx="683924" cy="447115"/>
            </a:xfrm>
            <a:custGeom>
              <a:avLst/>
              <a:pathLst>
                <a:path w="683924" h="447115">
                  <a:moveTo>
                    <a:pt x="83376" y="3667"/>
                  </a:moveTo>
                  <a:lnTo>
                    <a:pt x="83801" y="5917"/>
                  </a:lnTo>
                  <a:lnTo>
                    <a:pt x="84672" y="10533"/>
                  </a:lnTo>
                  <a:lnTo>
                    <a:pt x="84861" y="11537"/>
                  </a:lnTo>
                  <a:lnTo>
                    <a:pt x="85136" y="12230"/>
                  </a:lnTo>
                  <a:lnTo>
                    <a:pt x="85303" y="12651"/>
                  </a:lnTo>
                  <a:lnTo>
                    <a:pt x="85484" y="14205"/>
                  </a:lnTo>
                  <a:lnTo>
                    <a:pt x="85538" y="14668"/>
                  </a:lnTo>
                  <a:lnTo>
                    <a:pt x="84491" y="19522"/>
                  </a:lnTo>
                  <a:lnTo>
                    <a:pt x="84331" y="20267"/>
                  </a:lnTo>
                  <a:lnTo>
                    <a:pt x="83212" y="23488"/>
                  </a:lnTo>
                  <a:lnTo>
                    <a:pt x="83013" y="24380"/>
                  </a:lnTo>
                  <a:lnTo>
                    <a:pt x="82823" y="25801"/>
                  </a:lnTo>
                  <a:lnTo>
                    <a:pt x="82637" y="27198"/>
                  </a:lnTo>
                  <a:lnTo>
                    <a:pt x="82628" y="27861"/>
                  </a:lnTo>
                  <a:lnTo>
                    <a:pt x="82623" y="28251"/>
                  </a:lnTo>
                  <a:lnTo>
                    <a:pt x="84297" y="32314"/>
                  </a:lnTo>
                  <a:lnTo>
                    <a:pt x="84551" y="32849"/>
                  </a:lnTo>
                  <a:lnTo>
                    <a:pt x="86440" y="35533"/>
                  </a:lnTo>
                  <a:lnTo>
                    <a:pt x="87324" y="36687"/>
                  </a:lnTo>
                  <a:lnTo>
                    <a:pt x="87384" y="36823"/>
                  </a:lnTo>
                  <a:lnTo>
                    <a:pt x="87706" y="37558"/>
                  </a:lnTo>
                  <a:lnTo>
                    <a:pt x="88502" y="39371"/>
                  </a:lnTo>
                  <a:lnTo>
                    <a:pt x="88982" y="41069"/>
                  </a:lnTo>
                  <a:lnTo>
                    <a:pt x="89179" y="41765"/>
                  </a:lnTo>
                  <a:lnTo>
                    <a:pt x="89629" y="42897"/>
                  </a:lnTo>
                  <a:lnTo>
                    <a:pt x="90279" y="44534"/>
                  </a:lnTo>
                  <a:lnTo>
                    <a:pt x="91060" y="46027"/>
                  </a:lnTo>
                  <a:lnTo>
                    <a:pt x="92085" y="47986"/>
                  </a:lnTo>
                  <a:lnTo>
                    <a:pt x="93015" y="49467"/>
                  </a:lnTo>
                  <a:lnTo>
                    <a:pt x="94479" y="50887"/>
                  </a:lnTo>
                  <a:lnTo>
                    <a:pt x="95028" y="51793"/>
                  </a:lnTo>
                  <a:lnTo>
                    <a:pt x="95357" y="52335"/>
                  </a:lnTo>
                  <a:lnTo>
                    <a:pt x="96444" y="54127"/>
                  </a:lnTo>
                  <a:lnTo>
                    <a:pt x="97565" y="57208"/>
                  </a:lnTo>
                  <a:lnTo>
                    <a:pt x="97700" y="57581"/>
                  </a:lnTo>
                  <a:lnTo>
                    <a:pt x="97969" y="58325"/>
                  </a:lnTo>
                  <a:lnTo>
                    <a:pt x="98303" y="59248"/>
                  </a:lnTo>
                  <a:lnTo>
                    <a:pt x="98137" y="60925"/>
                  </a:lnTo>
                  <a:lnTo>
                    <a:pt x="98004" y="62267"/>
                  </a:lnTo>
                  <a:lnTo>
                    <a:pt x="95693" y="67476"/>
                  </a:lnTo>
                  <a:lnTo>
                    <a:pt x="95521" y="67916"/>
                  </a:lnTo>
                  <a:lnTo>
                    <a:pt x="95382" y="68143"/>
                  </a:lnTo>
                  <a:lnTo>
                    <a:pt x="101710" y="72591"/>
                  </a:lnTo>
                  <a:lnTo>
                    <a:pt x="103919" y="69831"/>
                  </a:lnTo>
                  <a:lnTo>
                    <a:pt x="105781" y="66716"/>
                  </a:lnTo>
                  <a:lnTo>
                    <a:pt x="105943" y="66444"/>
                  </a:lnTo>
                  <a:lnTo>
                    <a:pt x="106414" y="65507"/>
                  </a:lnTo>
                  <a:lnTo>
                    <a:pt x="107170" y="63998"/>
                  </a:lnTo>
                  <a:lnTo>
                    <a:pt x="107968" y="61678"/>
                  </a:lnTo>
                  <a:lnTo>
                    <a:pt x="108248" y="60616"/>
                  </a:lnTo>
                  <a:lnTo>
                    <a:pt x="108398" y="60047"/>
                  </a:lnTo>
                  <a:lnTo>
                    <a:pt x="108520" y="57664"/>
                  </a:lnTo>
                  <a:lnTo>
                    <a:pt x="108474" y="57034"/>
                  </a:lnTo>
                  <a:lnTo>
                    <a:pt x="108378" y="55723"/>
                  </a:lnTo>
                  <a:lnTo>
                    <a:pt x="108336" y="55156"/>
                  </a:lnTo>
                  <a:lnTo>
                    <a:pt x="107907" y="53086"/>
                  </a:lnTo>
                  <a:lnTo>
                    <a:pt x="107907" y="51455"/>
                  </a:lnTo>
                  <a:lnTo>
                    <a:pt x="108187" y="50943"/>
                  </a:lnTo>
                  <a:lnTo>
                    <a:pt x="108911" y="49620"/>
                  </a:lnTo>
                  <a:lnTo>
                    <a:pt x="129799" y="64610"/>
                  </a:lnTo>
                  <a:lnTo>
                    <a:pt x="132556" y="66204"/>
                  </a:lnTo>
                  <a:lnTo>
                    <a:pt x="150430" y="78777"/>
                  </a:lnTo>
                  <a:lnTo>
                    <a:pt x="167498" y="90783"/>
                  </a:lnTo>
                  <a:lnTo>
                    <a:pt x="205547" y="117548"/>
                  </a:lnTo>
                  <a:lnTo>
                    <a:pt x="205746" y="117688"/>
                  </a:lnTo>
                  <a:lnTo>
                    <a:pt x="209639" y="120427"/>
                  </a:lnTo>
                  <a:lnTo>
                    <a:pt x="218916" y="126956"/>
                  </a:lnTo>
                  <a:lnTo>
                    <a:pt x="222330" y="129358"/>
                  </a:lnTo>
                  <a:lnTo>
                    <a:pt x="236458" y="139300"/>
                  </a:lnTo>
                  <a:lnTo>
                    <a:pt x="243708" y="144402"/>
                  </a:lnTo>
                  <a:lnTo>
                    <a:pt x="244307" y="144823"/>
                  </a:lnTo>
                  <a:lnTo>
                    <a:pt x="250274" y="149022"/>
                  </a:lnTo>
                  <a:lnTo>
                    <a:pt x="251906" y="150171"/>
                  </a:lnTo>
                  <a:lnTo>
                    <a:pt x="260118" y="155950"/>
                  </a:lnTo>
                  <a:lnTo>
                    <a:pt x="263051" y="158014"/>
                  </a:lnTo>
                  <a:lnTo>
                    <a:pt x="279211" y="169385"/>
                  </a:lnTo>
                  <a:lnTo>
                    <a:pt x="279588" y="169651"/>
                  </a:lnTo>
                  <a:lnTo>
                    <a:pt x="280260" y="170123"/>
                  </a:lnTo>
                  <a:lnTo>
                    <a:pt x="292202" y="178527"/>
                  </a:lnTo>
                  <a:lnTo>
                    <a:pt x="298335" y="182843"/>
                  </a:lnTo>
                  <a:lnTo>
                    <a:pt x="298576" y="183012"/>
                  </a:lnTo>
                  <a:lnTo>
                    <a:pt x="316307" y="195490"/>
                  </a:lnTo>
                  <a:lnTo>
                    <a:pt x="316451" y="195591"/>
                  </a:lnTo>
                  <a:lnTo>
                    <a:pt x="330133" y="205219"/>
                  </a:lnTo>
                  <a:lnTo>
                    <a:pt x="332060" y="206576"/>
                  </a:lnTo>
                  <a:lnTo>
                    <a:pt x="332962" y="205219"/>
                  </a:lnTo>
                  <a:lnTo>
                    <a:pt x="345105" y="186947"/>
                  </a:lnTo>
                  <a:lnTo>
                    <a:pt x="346700" y="184548"/>
                  </a:lnTo>
                  <a:lnTo>
                    <a:pt x="355624" y="171120"/>
                  </a:lnTo>
                  <a:lnTo>
                    <a:pt x="355732" y="170958"/>
                  </a:lnTo>
                  <a:lnTo>
                    <a:pt x="362172" y="161268"/>
                  </a:lnTo>
                  <a:lnTo>
                    <a:pt x="365313" y="156541"/>
                  </a:lnTo>
                  <a:lnTo>
                    <a:pt x="370108" y="149327"/>
                  </a:lnTo>
                  <a:lnTo>
                    <a:pt x="379243" y="135581"/>
                  </a:lnTo>
                  <a:lnTo>
                    <a:pt x="398515" y="149327"/>
                  </a:lnTo>
                  <a:lnTo>
                    <a:pt x="404221" y="153396"/>
                  </a:lnTo>
                  <a:lnTo>
                    <a:pt x="409059" y="156847"/>
                  </a:lnTo>
                  <a:lnTo>
                    <a:pt x="412200" y="159087"/>
                  </a:lnTo>
                  <a:lnTo>
                    <a:pt x="413640" y="158816"/>
                  </a:lnTo>
                  <a:lnTo>
                    <a:pt x="413004" y="154995"/>
                  </a:lnTo>
                  <a:lnTo>
                    <a:pt x="412945" y="152346"/>
                  </a:lnTo>
                  <a:lnTo>
                    <a:pt x="412886" y="149709"/>
                  </a:lnTo>
                  <a:lnTo>
                    <a:pt x="414125" y="148569"/>
                  </a:lnTo>
                  <a:lnTo>
                    <a:pt x="421549" y="150155"/>
                  </a:lnTo>
                  <a:lnTo>
                    <a:pt x="432944" y="161208"/>
                  </a:lnTo>
                  <a:lnTo>
                    <a:pt x="448283" y="169988"/>
                  </a:lnTo>
                  <a:lnTo>
                    <a:pt x="455400" y="170992"/>
                  </a:lnTo>
                  <a:lnTo>
                    <a:pt x="459695" y="175006"/>
                  </a:lnTo>
                  <a:lnTo>
                    <a:pt x="467091" y="173807"/>
                  </a:lnTo>
                  <a:lnTo>
                    <a:pt x="471542" y="176119"/>
                  </a:lnTo>
                  <a:lnTo>
                    <a:pt x="473930" y="185793"/>
                  </a:lnTo>
                  <a:lnTo>
                    <a:pt x="466199" y="192566"/>
                  </a:lnTo>
                  <a:lnTo>
                    <a:pt x="468040" y="197960"/>
                  </a:lnTo>
                  <a:lnTo>
                    <a:pt x="477611" y="197583"/>
                  </a:lnTo>
                  <a:lnTo>
                    <a:pt x="493196" y="203604"/>
                  </a:lnTo>
                  <a:lnTo>
                    <a:pt x="513075" y="196204"/>
                  </a:lnTo>
                  <a:lnTo>
                    <a:pt x="526206" y="201597"/>
                  </a:lnTo>
                  <a:lnTo>
                    <a:pt x="521543" y="213639"/>
                  </a:lnTo>
                  <a:lnTo>
                    <a:pt x="533691" y="219409"/>
                  </a:lnTo>
                  <a:lnTo>
                    <a:pt x="541054" y="203479"/>
                  </a:lnTo>
                  <a:lnTo>
                    <a:pt x="563388" y="212008"/>
                  </a:lnTo>
                  <a:lnTo>
                    <a:pt x="567805" y="234335"/>
                  </a:lnTo>
                  <a:lnTo>
                    <a:pt x="575782" y="235840"/>
                  </a:lnTo>
                  <a:lnTo>
                    <a:pt x="583267" y="246753"/>
                  </a:lnTo>
                  <a:lnTo>
                    <a:pt x="595661" y="258042"/>
                  </a:lnTo>
                  <a:lnTo>
                    <a:pt x="607074" y="262306"/>
                  </a:lnTo>
                  <a:lnTo>
                    <a:pt x="609282" y="258669"/>
                  </a:lnTo>
                  <a:lnTo>
                    <a:pt x="618977" y="260048"/>
                  </a:lnTo>
                  <a:lnTo>
                    <a:pt x="625235" y="265442"/>
                  </a:lnTo>
                  <a:lnTo>
                    <a:pt x="624131" y="270208"/>
                  </a:lnTo>
                  <a:lnTo>
                    <a:pt x="631764" y="279810"/>
                  </a:lnTo>
                  <a:lnTo>
                    <a:pt x="628671" y="287035"/>
                  </a:lnTo>
                  <a:lnTo>
                    <a:pt x="639568" y="294787"/>
                  </a:lnTo>
                  <a:lnTo>
                    <a:pt x="649802" y="277854"/>
                  </a:lnTo>
                  <a:lnTo>
                    <a:pt x="663865" y="284025"/>
                  </a:lnTo>
                  <a:lnTo>
                    <a:pt x="683303" y="282219"/>
                  </a:lnTo>
                  <a:lnTo>
                    <a:pt x="683924" y="282165"/>
                  </a:lnTo>
                  <a:lnTo>
                    <a:pt x="682987" y="284215"/>
                  </a:lnTo>
                  <a:lnTo>
                    <a:pt x="677401" y="296438"/>
                  </a:lnTo>
                  <a:lnTo>
                    <a:pt x="676999" y="297319"/>
                  </a:lnTo>
                  <a:lnTo>
                    <a:pt x="676050" y="299484"/>
                  </a:lnTo>
                  <a:lnTo>
                    <a:pt x="675056" y="301751"/>
                  </a:lnTo>
                  <a:lnTo>
                    <a:pt x="670667" y="311767"/>
                  </a:lnTo>
                  <a:lnTo>
                    <a:pt x="668864" y="315880"/>
                  </a:lnTo>
                  <a:lnTo>
                    <a:pt x="662839" y="312782"/>
                  </a:lnTo>
                  <a:lnTo>
                    <a:pt x="658218" y="324008"/>
                  </a:lnTo>
                  <a:lnTo>
                    <a:pt x="654994" y="331843"/>
                  </a:lnTo>
                  <a:lnTo>
                    <a:pt x="654441" y="333156"/>
                  </a:lnTo>
                  <a:lnTo>
                    <a:pt x="651253" y="331681"/>
                  </a:lnTo>
                  <a:lnTo>
                    <a:pt x="650847" y="332731"/>
                  </a:lnTo>
                  <a:lnTo>
                    <a:pt x="648908" y="337957"/>
                  </a:lnTo>
                  <a:lnTo>
                    <a:pt x="646410" y="344692"/>
                  </a:lnTo>
                  <a:lnTo>
                    <a:pt x="646236" y="345162"/>
                  </a:lnTo>
                  <a:lnTo>
                    <a:pt x="646011" y="345917"/>
                  </a:lnTo>
                  <a:lnTo>
                    <a:pt x="643895" y="350751"/>
                  </a:lnTo>
                  <a:lnTo>
                    <a:pt x="640980" y="357331"/>
                  </a:lnTo>
                  <a:lnTo>
                    <a:pt x="638548" y="361939"/>
                  </a:lnTo>
                  <a:lnTo>
                    <a:pt x="638360" y="362295"/>
                  </a:lnTo>
                  <a:lnTo>
                    <a:pt x="637792" y="363371"/>
                  </a:lnTo>
                  <a:lnTo>
                    <a:pt x="636507" y="365807"/>
                  </a:lnTo>
                  <a:lnTo>
                    <a:pt x="631953" y="373249"/>
                  </a:lnTo>
                  <a:lnTo>
                    <a:pt x="626769" y="370182"/>
                  </a:lnTo>
                  <a:lnTo>
                    <a:pt x="617639" y="359445"/>
                  </a:lnTo>
                  <a:lnTo>
                    <a:pt x="610571" y="371085"/>
                  </a:lnTo>
                  <a:lnTo>
                    <a:pt x="602612" y="381126"/>
                  </a:lnTo>
                  <a:lnTo>
                    <a:pt x="598851" y="369919"/>
                  </a:lnTo>
                  <a:lnTo>
                    <a:pt x="597947" y="364044"/>
                  </a:lnTo>
                  <a:lnTo>
                    <a:pt x="598031" y="361486"/>
                  </a:lnTo>
                  <a:lnTo>
                    <a:pt x="598144" y="358023"/>
                  </a:lnTo>
                  <a:lnTo>
                    <a:pt x="597828" y="356623"/>
                  </a:lnTo>
                  <a:lnTo>
                    <a:pt x="597339" y="354458"/>
                  </a:lnTo>
                  <a:lnTo>
                    <a:pt x="597790" y="349835"/>
                  </a:lnTo>
                  <a:lnTo>
                    <a:pt x="598031" y="349159"/>
                  </a:lnTo>
                  <a:lnTo>
                    <a:pt x="599382" y="345370"/>
                  </a:lnTo>
                  <a:lnTo>
                    <a:pt x="590488" y="341075"/>
                  </a:lnTo>
                  <a:lnTo>
                    <a:pt x="582016" y="337337"/>
                  </a:lnTo>
                  <a:lnTo>
                    <a:pt x="581783" y="337234"/>
                  </a:lnTo>
                  <a:lnTo>
                    <a:pt x="575076" y="334459"/>
                  </a:lnTo>
                  <a:lnTo>
                    <a:pt x="569717" y="332241"/>
                  </a:lnTo>
                  <a:lnTo>
                    <a:pt x="569081" y="331966"/>
                  </a:lnTo>
                  <a:lnTo>
                    <a:pt x="568872" y="331875"/>
                  </a:lnTo>
                  <a:lnTo>
                    <a:pt x="572706" y="321937"/>
                  </a:lnTo>
                  <a:lnTo>
                    <a:pt x="559698" y="316418"/>
                  </a:lnTo>
                  <a:lnTo>
                    <a:pt x="556286" y="324405"/>
                  </a:lnTo>
                  <a:lnTo>
                    <a:pt x="547150" y="320346"/>
                  </a:lnTo>
                  <a:lnTo>
                    <a:pt x="537756" y="316131"/>
                  </a:lnTo>
                  <a:lnTo>
                    <a:pt x="529520" y="312435"/>
                  </a:lnTo>
                  <a:lnTo>
                    <a:pt x="520561" y="308415"/>
                  </a:lnTo>
                  <a:lnTo>
                    <a:pt x="521582" y="305284"/>
                  </a:lnTo>
                  <a:lnTo>
                    <a:pt x="509613" y="299648"/>
                  </a:lnTo>
                  <a:lnTo>
                    <a:pt x="485796" y="288432"/>
                  </a:lnTo>
                  <a:lnTo>
                    <a:pt x="484265" y="292525"/>
                  </a:lnTo>
                  <a:lnTo>
                    <a:pt x="483751" y="293899"/>
                  </a:lnTo>
                  <a:lnTo>
                    <a:pt x="481955" y="298702"/>
                  </a:lnTo>
                  <a:lnTo>
                    <a:pt x="480274" y="302345"/>
                  </a:lnTo>
                  <a:lnTo>
                    <a:pt x="493869" y="313198"/>
                  </a:lnTo>
                  <a:lnTo>
                    <a:pt x="498666" y="317028"/>
                  </a:lnTo>
                  <a:lnTo>
                    <a:pt x="500590" y="319035"/>
                  </a:lnTo>
                  <a:lnTo>
                    <a:pt x="501532" y="322246"/>
                  </a:lnTo>
                  <a:lnTo>
                    <a:pt x="501650" y="325457"/>
                  </a:lnTo>
                  <a:lnTo>
                    <a:pt x="501061" y="329992"/>
                  </a:lnTo>
                  <a:lnTo>
                    <a:pt x="500354" y="333605"/>
                  </a:lnTo>
                  <a:lnTo>
                    <a:pt x="500688" y="335178"/>
                  </a:lnTo>
                  <a:lnTo>
                    <a:pt x="501775" y="336704"/>
                  </a:lnTo>
                  <a:lnTo>
                    <a:pt x="503863" y="338370"/>
                  </a:lnTo>
                  <a:lnTo>
                    <a:pt x="507292" y="341031"/>
                  </a:lnTo>
                  <a:lnTo>
                    <a:pt x="509108" y="341734"/>
                  </a:lnTo>
                  <a:lnTo>
                    <a:pt x="510924" y="342838"/>
                  </a:lnTo>
                  <a:lnTo>
                    <a:pt x="512790" y="344293"/>
                  </a:lnTo>
                  <a:lnTo>
                    <a:pt x="514066" y="345647"/>
                  </a:lnTo>
                  <a:lnTo>
                    <a:pt x="515735" y="347755"/>
                  </a:lnTo>
                  <a:lnTo>
                    <a:pt x="518060" y="350670"/>
                  </a:lnTo>
                  <a:lnTo>
                    <a:pt x="522750" y="349438"/>
                  </a:lnTo>
                  <a:lnTo>
                    <a:pt x="527683" y="359372"/>
                  </a:lnTo>
                  <a:lnTo>
                    <a:pt x="535487" y="362683"/>
                  </a:lnTo>
                  <a:lnTo>
                    <a:pt x="556658" y="402168"/>
                  </a:lnTo>
                  <a:lnTo>
                    <a:pt x="545388" y="407667"/>
                  </a:lnTo>
                  <a:lnTo>
                    <a:pt x="542441" y="411267"/>
                  </a:lnTo>
                  <a:lnTo>
                    <a:pt x="541566" y="412336"/>
                  </a:lnTo>
                  <a:lnTo>
                    <a:pt x="537712" y="414017"/>
                  </a:lnTo>
                  <a:lnTo>
                    <a:pt x="535037" y="413615"/>
                  </a:lnTo>
                  <a:lnTo>
                    <a:pt x="533737" y="413013"/>
                  </a:lnTo>
                  <a:lnTo>
                    <a:pt x="531552" y="412888"/>
                  </a:lnTo>
                  <a:lnTo>
                    <a:pt x="529063" y="414353"/>
                  </a:lnTo>
                  <a:lnTo>
                    <a:pt x="528839" y="414402"/>
                  </a:lnTo>
                  <a:lnTo>
                    <a:pt x="523854" y="415493"/>
                  </a:lnTo>
                  <a:lnTo>
                    <a:pt x="521838" y="415645"/>
                  </a:lnTo>
                  <a:lnTo>
                    <a:pt x="516667" y="416035"/>
                  </a:lnTo>
                  <a:lnTo>
                    <a:pt x="514783" y="417059"/>
                  </a:lnTo>
                  <a:lnTo>
                    <a:pt x="513720" y="418819"/>
                  </a:lnTo>
                  <a:lnTo>
                    <a:pt x="513074" y="419888"/>
                  </a:lnTo>
                  <a:lnTo>
                    <a:pt x="512132" y="423922"/>
                  </a:lnTo>
                  <a:lnTo>
                    <a:pt x="512064" y="426272"/>
                  </a:lnTo>
                  <a:lnTo>
                    <a:pt x="512044" y="426993"/>
                  </a:lnTo>
                  <a:lnTo>
                    <a:pt x="512290" y="428115"/>
                  </a:lnTo>
                  <a:lnTo>
                    <a:pt x="513586" y="428537"/>
                  </a:lnTo>
                  <a:lnTo>
                    <a:pt x="517120" y="428958"/>
                  </a:lnTo>
                  <a:lnTo>
                    <a:pt x="521838" y="427846"/>
                  </a:lnTo>
                  <a:lnTo>
                    <a:pt x="523518" y="427450"/>
                  </a:lnTo>
                  <a:lnTo>
                    <a:pt x="528366" y="426308"/>
                  </a:lnTo>
                  <a:lnTo>
                    <a:pt x="530413" y="426398"/>
                  </a:lnTo>
                  <a:lnTo>
                    <a:pt x="533021" y="427463"/>
                  </a:lnTo>
                  <a:lnTo>
                    <a:pt x="534801" y="428972"/>
                  </a:lnTo>
                  <a:lnTo>
                    <a:pt x="535008" y="429232"/>
                  </a:lnTo>
                  <a:lnTo>
                    <a:pt x="535673" y="430067"/>
                  </a:lnTo>
                  <a:lnTo>
                    <a:pt x="535490" y="431377"/>
                  </a:lnTo>
                  <a:lnTo>
                    <a:pt x="535455" y="431626"/>
                  </a:lnTo>
                  <a:lnTo>
                    <a:pt x="533552" y="435955"/>
                  </a:lnTo>
                  <a:lnTo>
                    <a:pt x="533508" y="436280"/>
                  </a:lnTo>
                  <a:lnTo>
                    <a:pt x="533269" y="438029"/>
                  </a:lnTo>
                  <a:lnTo>
                    <a:pt x="533107" y="439216"/>
                  </a:lnTo>
                  <a:lnTo>
                    <a:pt x="533081" y="439407"/>
                  </a:lnTo>
                  <a:lnTo>
                    <a:pt x="534103" y="442159"/>
                  </a:lnTo>
                  <a:lnTo>
                    <a:pt x="534801" y="444038"/>
                  </a:lnTo>
                  <a:lnTo>
                    <a:pt x="535074" y="444773"/>
                  </a:lnTo>
                  <a:lnTo>
                    <a:pt x="535280" y="445327"/>
                  </a:lnTo>
                  <a:lnTo>
                    <a:pt x="536244" y="447115"/>
                  </a:lnTo>
                  <a:lnTo>
                    <a:pt x="535025" y="446370"/>
                  </a:lnTo>
                  <a:lnTo>
                    <a:pt x="531618" y="444286"/>
                  </a:lnTo>
                  <a:lnTo>
                    <a:pt x="530762" y="443762"/>
                  </a:lnTo>
                  <a:lnTo>
                    <a:pt x="530223" y="442600"/>
                  </a:lnTo>
                  <a:lnTo>
                    <a:pt x="528421" y="438720"/>
                  </a:lnTo>
                  <a:lnTo>
                    <a:pt x="527449" y="437872"/>
                  </a:lnTo>
                  <a:lnTo>
                    <a:pt x="517132" y="439657"/>
                  </a:lnTo>
                  <a:lnTo>
                    <a:pt x="516780" y="439717"/>
                  </a:lnTo>
                  <a:lnTo>
                    <a:pt x="515934" y="439864"/>
                  </a:lnTo>
                  <a:lnTo>
                    <a:pt x="514888" y="439804"/>
                  </a:lnTo>
                  <a:lnTo>
                    <a:pt x="514654" y="439746"/>
                  </a:lnTo>
                  <a:lnTo>
                    <a:pt x="514383" y="439678"/>
                  </a:lnTo>
                  <a:lnTo>
                    <a:pt x="513431" y="439443"/>
                  </a:lnTo>
                  <a:lnTo>
                    <a:pt x="512517" y="439217"/>
                  </a:lnTo>
                  <a:lnTo>
                    <a:pt x="509454" y="438161"/>
                  </a:lnTo>
                  <a:lnTo>
                    <a:pt x="506414" y="437114"/>
                  </a:lnTo>
                  <a:lnTo>
                    <a:pt x="503927" y="444010"/>
                  </a:lnTo>
                  <a:lnTo>
                    <a:pt x="496399" y="444304"/>
                  </a:lnTo>
                  <a:lnTo>
                    <a:pt x="486754" y="445508"/>
                  </a:lnTo>
                  <a:lnTo>
                    <a:pt x="485502" y="439086"/>
                  </a:lnTo>
                  <a:lnTo>
                    <a:pt x="484741" y="436847"/>
                  </a:lnTo>
                  <a:lnTo>
                    <a:pt x="484496" y="433949"/>
                  </a:lnTo>
                  <a:lnTo>
                    <a:pt x="483882" y="432143"/>
                  </a:lnTo>
                  <a:lnTo>
                    <a:pt x="482312" y="429722"/>
                  </a:lnTo>
                  <a:lnTo>
                    <a:pt x="480391" y="428507"/>
                  </a:lnTo>
                  <a:lnTo>
                    <a:pt x="480022" y="426734"/>
                  </a:lnTo>
                  <a:lnTo>
                    <a:pt x="480218" y="424928"/>
                  </a:lnTo>
                  <a:lnTo>
                    <a:pt x="481149" y="422953"/>
                  </a:lnTo>
                  <a:lnTo>
                    <a:pt x="486315" y="411982"/>
                  </a:lnTo>
                  <a:lnTo>
                    <a:pt x="488160" y="408429"/>
                  </a:lnTo>
                  <a:lnTo>
                    <a:pt x="492179" y="407650"/>
                  </a:lnTo>
                  <a:lnTo>
                    <a:pt x="491874" y="404615"/>
                  </a:lnTo>
                  <a:lnTo>
                    <a:pt x="489135" y="399979"/>
                  </a:lnTo>
                  <a:lnTo>
                    <a:pt x="486956" y="398052"/>
                  </a:lnTo>
                  <a:lnTo>
                    <a:pt x="486635" y="397658"/>
                  </a:lnTo>
                  <a:lnTo>
                    <a:pt x="484600" y="395162"/>
                  </a:lnTo>
                  <a:lnTo>
                    <a:pt x="478171" y="395024"/>
                  </a:lnTo>
                  <a:lnTo>
                    <a:pt x="473479" y="393478"/>
                  </a:lnTo>
                  <a:lnTo>
                    <a:pt x="472072" y="392994"/>
                  </a:lnTo>
                  <a:lnTo>
                    <a:pt x="468929" y="391913"/>
                  </a:lnTo>
                  <a:lnTo>
                    <a:pt x="465954" y="390528"/>
                  </a:lnTo>
                  <a:lnTo>
                    <a:pt x="463111" y="390146"/>
                  </a:lnTo>
                  <a:lnTo>
                    <a:pt x="461360" y="389911"/>
                  </a:lnTo>
                  <a:lnTo>
                    <a:pt x="457531" y="389595"/>
                  </a:lnTo>
                  <a:lnTo>
                    <a:pt x="455586" y="389290"/>
                  </a:lnTo>
                  <a:lnTo>
                    <a:pt x="450879" y="392090"/>
                  </a:lnTo>
                  <a:lnTo>
                    <a:pt x="446775" y="394530"/>
                  </a:lnTo>
                  <a:lnTo>
                    <a:pt x="446523" y="393898"/>
                  </a:lnTo>
                  <a:lnTo>
                    <a:pt x="445267" y="392052"/>
                  </a:lnTo>
                  <a:lnTo>
                    <a:pt x="445113" y="391805"/>
                  </a:lnTo>
                  <a:lnTo>
                    <a:pt x="444196" y="390332"/>
                  </a:lnTo>
                  <a:lnTo>
                    <a:pt x="443892" y="389844"/>
                  </a:lnTo>
                  <a:lnTo>
                    <a:pt x="442125" y="388520"/>
                  </a:lnTo>
                  <a:lnTo>
                    <a:pt x="440240" y="387877"/>
                  </a:lnTo>
                  <a:lnTo>
                    <a:pt x="437492" y="387958"/>
                  </a:lnTo>
                  <a:lnTo>
                    <a:pt x="433868" y="389131"/>
                  </a:lnTo>
                  <a:lnTo>
                    <a:pt x="432341" y="389333"/>
                  </a:lnTo>
                  <a:lnTo>
                    <a:pt x="430779" y="388212"/>
                  </a:lnTo>
                  <a:lnTo>
                    <a:pt x="430342" y="387717"/>
                  </a:lnTo>
                  <a:lnTo>
                    <a:pt x="429613" y="386888"/>
                  </a:lnTo>
                  <a:lnTo>
                    <a:pt x="428820" y="385249"/>
                  </a:lnTo>
                  <a:lnTo>
                    <a:pt x="428332" y="384239"/>
                  </a:lnTo>
                  <a:lnTo>
                    <a:pt x="426656" y="382151"/>
                  </a:lnTo>
                  <a:lnTo>
                    <a:pt x="422398" y="381099"/>
                  </a:lnTo>
                  <a:lnTo>
                    <a:pt x="418009" y="379076"/>
                  </a:lnTo>
                  <a:lnTo>
                    <a:pt x="417479" y="378355"/>
                  </a:lnTo>
                  <a:lnTo>
                    <a:pt x="416904" y="377571"/>
                  </a:lnTo>
                  <a:lnTo>
                    <a:pt x="416595" y="374516"/>
                  </a:lnTo>
                  <a:lnTo>
                    <a:pt x="415402" y="370738"/>
                  </a:lnTo>
                  <a:lnTo>
                    <a:pt x="410649" y="373999"/>
                  </a:lnTo>
                  <a:lnTo>
                    <a:pt x="410478" y="374116"/>
                  </a:lnTo>
                  <a:lnTo>
                    <a:pt x="410211" y="374519"/>
                  </a:lnTo>
                  <a:lnTo>
                    <a:pt x="408783" y="375573"/>
                  </a:lnTo>
                  <a:lnTo>
                    <a:pt x="404444" y="376577"/>
                  </a:lnTo>
                  <a:lnTo>
                    <a:pt x="401695" y="378383"/>
                  </a:lnTo>
                  <a:lnTo>
                    <a:pt x="397277" y="381952"/>
                  </a:lnTo>
                  <a:lnTo>
                    <a:pt x="395852" y="380357"/>
                  </a:lnTo>
                  <a:lnTo>
                    <a:pt x="395561" y="379419"/>
                  </a:lnTo>
                  <a:lnTo>
                    <a:pt x="395831" y="377964"/>
                  </a:lnTo>
                  <a:lnTo>
                    <a:pt x="396782" y="376102"/>
                  </a:lnTo>
                  <a:lnTo>
                    <a:pt x="398893" y="371973"/>
                  </a:lnTo>
                  <a:lnTo>
                    <a:pt x="399727" y="370242"/>
                  </a:lnTo>
                  <a:lnTo>
                    <a:pt x="399493" y="369218"/>
                  </a:lnTo>
                  <a:lnTo>
                    <a:pt x="390304" y="373875"/>
                  </a:lnTo>
                  <a:lnTo>
                    <a:pt x="388056" y="374973"/>
                  </a:lnTo>
                  <a:lnTo>
                    <a:pt x="387547" y="374068"/>
                  </a:lnTo>
                  <a:lnTo>
                    <a:pt x="385441" y="370318"/>
                  </a:lnTo>
                  <a:lnTo>
                    <a:pt x="383732" y="368211"/>
                  </a:lnTo>
                  <a:lnTo>
                    <a:pt x="383051" y="367791"/>
                  </a:lnTo>
                  <a:lnTo>
                    <a:pt x="381725" y="366575"/>
                  </a:lnTo>
                  <a:lnTo>
                    <a:pt x="380740" y="365056"/>
                  </a:lnTo>
                  <a:lnTo>
                    <a:pt x="378697" y="362380"/>
                  </a:lnTo>
                  <a:lnTo>
                    <a:pt x="377893" y="361611"/>
                  </a:lnTo>
                  <a:lnTo>
                    <a:pt x="376807" y="360573"/>
                  </a:lnTo>
                  <a:lnTo>
                    <a:pt x="374633" y="357849"/>
                  </a:lnTo>
                  <a:lnTo>
                    <a:pt x="374368" y="355682"/>
                  </a:lnTo>
                  <a:lnTo>
                    <a:pt x="374400" y="354534"/>
                  </a:lnTo>
                  <a:lnTo>
                    <a:pt x="374448" y="352892"/>
                  </a:lnTo>
                  <a:lnTo>
                    <a:pt x="371467" y="351452"/>
                  </a:lnTo>
                  <a:lnTo>
                    <a:pt x="368477" y="351024"/>
                  </a:lnTo>
                  <a:lnTo>
                    <a:pt x="367256" y="350850"/>
                  </a:lnTo>
                  <a:lnTo>
                    <a:pt x="362632" y="350488"/>
                  </a:lnTo>
                  <a:lnTo>
                    <a:pt x="359865" y="349186"/>
                  </a:lnTo>
                  <a:lnTo>
                    <a:pt x="359551" y="349196"/>
                  </a:lnTo>
                  <a:lnTo>
                    <a:pt x="352788" y="349415"/>
                  </a:lnTo>
                  <a:lnTo>
                    <a:pt x="345379" y="349653"/>
                  </a:lnTo>
                  <a:lnTo>
                    <a:pt x="344684" y="349588"/>
                  </a:lnTo>
                  <a:lnTo>
                    <a:pt x="342164" y="349352"/>
                  </a:lnTo>
                  <a:lnTo>
                    <a:pt x="337083" y="345138"/>
                  </a:lnTo>
                  <a:lnTo>
                    <a:pt x="334547" y="344150"/>
                  </a:lnTo>
                  <a:lnTo>
                    <a:pt x="333991" y="343934"/>
                  </a:lnTo>
                  <a:lnTo>
                    <a:pt x="326628" y="344335"/>
                  </a:lnTo>
                  <a:lnTo>
                    <a:pt x="326771" y="341505"/>
                  </a:lnTo>
                  <a:lnTo>
                    <a:pt x="323908" y="341286"/>
                  </a:lnTo>
                  <a:lnTo>
                    <a:pt x="323846" y="332290"/>
                  </a:lnTo>
                  <a:lnTo>
                    <a:pt x="326346" y="330684"/>
                  </a:lnTo>
                  <a:lnTo>
                    <a:pt x="326490" y="328327"/>
                  </a:lnTo>
                  <a:lnTo>
                    <a:pt x="326631" y="326038"/>
                  </a:lnTo>
                  <a:lnTo>
                    <a:pt x="329299" y="321348"/>
                  </a:lnTo>
                  <a:lnTo>
                    <a:pt x="329324" y="321160"/>
                  </a:lnTo>
                  <a:lnTo>
                    <a:pt x="329509" y="319763"/>
                  </a:lnTo>
                  <a:lnTo>
                    <a:pt x="329653" y="319835"/>
                  </a:lnTo>
                  <a:lnTo>
                    <a:pt x="330441" y="320229"/>
                  </a:lnTo>
                  <a:lnTo>
                    <a:pt x="331872" y="321160"/>
                  </a:lnTo>
                  <a:lnTo>
                    <a:pt x="336920" y="324443"/>
                  </a:lnTo>
                  <a:lnTo>
                    <a:pt x="337355" y="323684"/>
                  </a:lnTo>
                  <a:lnTo>
                    <a:pt x="338799" y="321160"/>
                  </a:lnTo>
                  <a:lnTo>
                    <a:pt x="339557" y="319835"/>
                  </a:lnTo>
                  <a:lnTo>
                    <a:pt x="341223" y="316923"/>
                  </a:lnTo>
                  <a:lnTo>
                    <a:pt x="332211" y="310787"/>
                  </a:lnTo>
                  <a:lnTo>
                    <a:pt x="331276" y="310128"/>
                  </a:lnTo>
                  <a:lnTo>
                    <a:pt x="317747" y="300592"/>
                  </a:lnTo>
                  <a:lnTo>
                    <a:pt x="284637" y="277252"/>
                  </a:lnTo>
                  <a:lnTo>
                    <a:pt x="268174" y="265648"/>
                  </a:lnTo>
                  <a:lnTo>
                    <a:pt x="251002" y="253543"/>
                  </a:lnTo>
                  <a:lnTo>
                    <a:pt x="232058" y="240189"/>
                  </a:lnTo>
                  <a:lnTo>
                    <a:pt x="196521" y="215140"/>
                  </a:lnTo>
                  <a:lnTo>
                    <a:pt x="161639" y="190551"/>
                  </a:lnTo>
                  <a:lnTo>
                    <a:pt x="158552" y="188375"/>
                  </a:lnTo>
                  <a:lnTo>
                    <a:pt x="158345" y="188229"/>
                  </a:lnTo>
                  <a:lnTo>
                    <a:pt x="158152" y="188093"/>
                  </a:lnTo>
                  <a:lnTo>
                    <a:pt x="156856" y="187180"/>
                  </a:lnTo>
                  <a:lnTo>
                    <a:pt x="143317" y="177638"/>
                  </a:lnTo>
                  <a:lnTo>
                    <a:pt x="120449" y="161520"/>
                  </a:lnTo>
                  <a:lnTo>
                    <a:pt x="120051" y="161235"/>
                  </a:lnTo>
                  <a:lnTo>
                    <a:pt x="120150" y="161087"/>
                  </a:lnTo>
                  <a:lnTo>
                    <a:pt x="141038" y="129952"/>
                  </a:lnTo>
                  <a:lnTo>
                    <a:pt x="141394" y="129420"/>
                  </a:lnTo>
                  <a:lnTo>
                    <a:pt x="143711" y="125967"/>
                  </a:lnTo>
                  <a:lnTo>
                    <a:pt x="139850" y="123305"/>
                  </a:lnTo>
                  <a:lnTo>
                    <a:pt x="124803" y="112934"/>
                  </a:lnTo>
                  <a:lnTo>
                    <a:pt x="114076" y="105541"/>
                  </a:lnTo>
                  <a:lnTo>
                    <a:pt x="109608" y="102462"/>
                  </a:lnTo>
                  <a:lnTo>
                    <a:pt x="109286" y="102240"/>
                  </a:lnTo>
                  <a:lnTo>
                    <a:pt x="108182" y="100806"/>
                  </a:lnTo>
                  <a:lnTo>
                    <a:pt x="105679" y="101208"/>
                  </a:lnTo>
                  <a:lnTo>
                    <a:pt x="102002" y="103808"/>
                  </a:lnTo>
                  <a:lnTo>
                    <a:pt x="100233" y="105705"/>
                  </a:lnTo>
                  <a:lnTo>
                    <a:pt x="98789" y="107254"/>
                  </a:lnTo>
                  <a:lnTo>
                    <a:pt x="93031" y="110955"/>
                  </a:lnTo>
                  <a:lnTo>
                    <a:pt x="89948" y="112490"/>
                  </a:lnTo>
                  <a:lnTo>
                    <a:pt x="85555" y="113719"/>
                  </a:lnTo>
                  <a:lnTo>
                    <a:pt x="85231" y="113794"/>
                  </a:lnTo>
                  <a:lnTo>
                    <a:pt x="78619" y="122834"/>
                  </a:lnTo>
                  <a:lnTo>
                    <a:pt x="76391" y="122112"/>
                  </a:lnTo>
                  <a:lnTo>
                    <a:pt x="74594" y="121529"/>
                  </a:lnTo>
                  <a:lnTo>
                    <a:pt x="59476" y="126045"/>
                  </a:lnTo>
                  <a:lnTo>
                    <a:pt x="58225" y="122517"/>
                  </a:lnTo>
                  <a:lnTo>
                    <a:pt x="56781" y="118442"/>
                  </a:lnTo>
                  <a:lnTo>
                    <a:pt x="59279" y="115709"/>
                  </a:lnTo>
                  <a:lnTo>
                    <a:pt x="82349" y="109789"/>
                  </a:lnTo>
                  <a:lnTo>
                    <a:pt x="81662" y="104571"/>
                  </a:lnTo>
                  <a:lnTo>
                    <a:pt x="70471" y="100155"/>
                  </a:lnTo>
                  <a:lnTo>
                    <a:pt x="67624" y="96744"/>
                  </a:lnTo>
                  <a:lnTo>
                    <a:pt x="56143" y="96153"/>
                  </a:lnTo>
                  <a:lnTo>
                    <a:pt x="49782" y="100096"/>
                  </a:lnTo>
                  <a:lnTo>
                    <a:pt x="42561" y="99597"/>
                  </a:lnTo>
                  <a:lnTo>
                    <a:pt x="32424" y="95109"/>
                  </a:lnTo>
                  <a:lnTo>
                    <a:pt x="28655" y="79295"/>
                  </a:lnTo>
                  <a:lnTo>
                    <a:pt x="24256" y="76084"/>
                  </a:lnTo>
                  <a:lnTo>
                    <a:pt x="21198" y="78394"/>
                  </a:lnTo>
                  <a:lnTo>
                    <a:pt x="22388" y="81169"/>
                  </a:lnTo>
                  <a:lnTo>
                    <a:pt x="14344" y="86816"/>
                  </a:lnTo>
                  <a:lnTo>
                    <a:pt x="5735" y="73638"/>
                  </a:lnTo>
                  <a:lnTo>
                    <a:pt x="2937" y="75546"/>
                  </a:lnTo>
                  <a:lnTo>
                    <a:pt x="0" y="71372"/>
                  </a:lnTo>
                  <a:lnTo>
                    <a:pt x="4200" y="68139"/>
                  </a:lnTo>
                  <a:lnTo>
                    <a:pt x="7159" y="65862"/>
                  </a:lnTo>
                  <a:lnTo>
                    <a:pt x="8338" y="64882"/>
                  </a:lnTo>
                  <a:lnTo>
                    <a:pt x="19858" y="56095"/>
                  </a:lnTo>
                  <a:lnTo>
                    <a:pt x="19309" y="45578"/>
                  </a:lnTo>
                  <a:lnTo>
                    <a:pt x="16315" y="45387"/>
                  </a:lnTo>
                  <a:lnTo>
                    <a:pt x="16006" y="44501"/>
                  </a:lnTo>
                  <a:lnTo>
                    <a:pt x="11247" y="30849"/>
                  </a:lnTo>
                  <a:lnTo>
                    <a:pt x="10784" y="29520"/>
                  </a:lnTo>
                  <a:lnTo>
                    <a:pt x="10331" y="28222"/>
                  </a:lnTo>
                  <a:lnTo>
                    <a:pt x="18676" y="27018"/>
                  </a:lnTo>
                  <a:lnTo>
                    <a:pt x="16467" y="20546"/>
                  </a:lnTo>
                  <a:lnTo>
                    <a:pt x="22006" y="20820"/>
                  </a:lnTo>
                  <a:lnTo>
                    <a:pt x="28640" y="21148"/>
                  </a:lnTo>
                  <a:lnTo>
                    <a:pt x="31115" y="21139"/>
                  </a:lnTo>
                  <a:lnTo>
                    <a:pt x="33474" y="20336"/>
                  </a:lnTo>
                  <a:lnTo>
                    <a:pt x="34395" y="20023"/>
                  </a:lnTo>
                  <a:lnTo>
                    <a:pt x="36790" y="19019"/>
                  </a:lnTo>
                  <a:lnTo>
                    <a:pt x="39077" y="17863"/>
                  </a:lnTo>
                  <a:lnTo>
                    <a:pt x="40493" y="17148"/>
                  </a:lnTo>
                  <a:lnTo>
                    <a:pt x="42111" y="16330"/>
                  </a:lnTo>
                  <a:lnTo>
                    <a:pt x="42903" y="15973"/>
                  </a:lnTo>
                  <a:lnTo>
                    <a:pt x="47178" y="14048"/>
                  </a:lnTo>
                  <a:lnTo>
                    <a:pt x="47333" y="13978"/>
                  </a:lnTo>
                  <a:lnTo>
                    <a:pt x="51025" y="12316"/>
                  </a:lnTo>
                  <a:lnTo>
                    <a:pt x="53615" y="11273"/>
                  </a:lnTo>
                  <a:lnTo>
                    <a:pt x="54345" y="10979"/>
                  </a:lnTo>
                  <a:lnTo>
                    <a:pt x="60542" y="9123"/>
                  </a:lnTo>
                  <a:lnTo>
                    <a:pt x="61538" y="8847"/>
                  </a:lnTo>
                  <a:lnTo>
                    <a:pt x="65077" y="7496"/>
                  </a:lnTo>
                  <a:lnTo>
                    <a:pt x="66040" y="7128"/>
                  </a:lnTo>
                  <a:lnTo>
                    <a:pt x="66957" y="6635"/>
                  </a:lnTo>
                  <a:lnTo>
                    <a:pt x="68408" y="5855"/>
                  </a:lnTo>
                  <a:lnTo>
                    <a:pt x="70454" y="4407"/>
                  </a:lnTo>
                  <a:lnTo>
                    <a:pt x="70848" y="4050"/>
                  </a:lnTo>
                  <a:lnTo>
                    <a:pt x="71211" y="4741"/>
                  </a:lnTo>
                  <a:lnTo>
                    <a:pt x="71903" y="4174"/>
                  </a:lnTo>
                  <a:lnTo>
                    <a:pt x="75768" y="1005"/>
                  </a:lnTo>
                  <a:lnTo>
                    <a:pt x="77150" y="740"/>
                  </a:lnTo>
                  <a:lnTo>
                    <a:pt x="79668" y="444"/>
                  </a:lnTo>
                  <a:lnTo>
                    <a:pt x="80991" y="288"/>
                  </a:lnTo>
                  <a:lnTo>
                    <a:pt x="81942" y="0"/>
                  </a:lnTo>
                  <a:lnTo>
                    <a:pt x="83165" y="254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g183"/>
            <p:cNvSpPr/>
            <p:nvPr/>
          </p:nvSpPr>
          <p:spPr>
            <a:xfrm>
              <a:off x="3080254" y="2962917"/>
              <a:ext cx="753422" cy="419874"/>
            </a:xfrm>
            <a:custGeom>
              <a:avLst/>
              <a:pathLst>
                <a:path w="753422" h="419874">
                  <a:moveTo>
                    <a:pt x="294499" y="68886"/>
                  </a:moveTo>
                  <a:lnTo>
                    <a:pt x="290252" y="80781"/>
                  </a:lnTo>
                  <a:lnTo>
                    <a:pt x="289820" y="81736"/>
                  </a:lnTo>
                  <a:lnTo>
                    <a:pt x="288879" y="83816"/>
                  </a:lnTo>
                  <a:lnTo>
                    <a:pt x="288487" y="84682"/>
                  </a:lnTo>
                  <a:lnTo>
                    <a:pt x="287413" y="88710"/>
                  </a:lnTo>
                  <a:lnTo>
                    <a:pt x="285841" y="94603"/>
                  </a:lnTo>
                  <a:lnTo>
                    <a:pt x="280870" y="93267"/>
                  </a:lnTo>
                  <a:lnTo>
                    <a:pt x="285396" y="101614"/>
                  </a:lnTo>
                  <a:lnTo>
                    <a:pt x="286829" y="105406"/>
                  </a:lnTo>
                  <a:lnTo>
                    <a:pt x="288639" y="110034"/>
                  </a:lnTo>
                  <a:lnTo>
                    <a:pt x="288938" y="110798"/>
                  </a:lnTo>
                  <a:lnTo>
                    <a:pt x="281738" y="113161"/>
                  </a:lnTo>
                  <a:lnTo>
                    <a:pt x="280069" y="120213"/>
                  </a:lnTo>
                  <a:lnTo>
                    <a:pt x="279321" y="123374"/>
                  </a:lnTo>
                  <a:lnTo>
                    <a:pt x="279133" y="123773"/>
                  </a:lnTo>
                  <a:lnTo>
                    <a:pt x="278388" y="125359"/>
                  </a:lnTo>
                  <a:lnTo>
                    <a:pt x="278177" y="125654"/>
                  </a:lnTo>
                  <a:lnTo>
                    <a:pt x="277701" y="126321"/>
                  </a:lnTo>
                  <a:lnTo>
                    <a:pt x="274270" y="131541"/>
                  </a:lnTo>
                  <a:lnTo>
                    <a:pt x="271095" y="137763"/>
                  </a:lnTo>
                  <a:lnTo>
                    <a:pt x="285332" y="147851"/>
                  </a:lnTo>
                  <a:lnTo>
                    <a:pt x="285606" y="147476"/>
                  </a:lnTo>
                  <a:lnTo>
                    <a:pt x="301683" y="158689"/>
                  </a:lnTo>
                  <a:lnTo>
                    <a:pt x="320177" y="171286"/>
                  </a:lnTo>
                  <a:lnTo>
                    <a:pt x="314591" y="179640"/>
                  </a:lnTo>
                  <a:lnTo>
                    <a:pt x="316295" y="181193"/>
                  </a:lnTo>
                  <a:lnTo>
                    <a:pt x="317640" y="182419"/>
                  </a:lnTo>
                  <a:lnTo>
                    <a:pt x="330108" y="191869"/>
                  </a:lnTo>
                  <a:lnTo>
                    <a:pt x="330464" y="192139"/>
                  </a:lnTo>
                  <a:lnTo>
                    <a:pt x="331419" y="192835"/>
                  </a:lnTo>
                  <a:lnTo>
                    <a:pt x="333026" y="194005"/>
                  </a:lnTo>
                  <a:lnTo>
                    <a:pt x="334499" y="196082"/>
                  </a:lnTo>
                  <a:lnTo>
                    <a:pt x="334651" y="201805"/>
                  </a:lnTo>
                  <a:lnTo>
                    <a:pt x="334830" y="203782"/>
                  </a:lnTo>
                  <a:lnTo>
                    <a:pt x="335674" y="205375"/>
                  </a:lnTo>
                  <a:lnTo>
                    <a:pt x="341404" y="216194"/>
                  </a:lnTo>
                  <a:lnTo>
                    <a:pt x="342075" y="214615"/>
                  </a:lnTo>
                  <a:lnTo>
                    <a:pt x="342414" y="212632"/>
                  </a:lnTo>
                  <a:lnTo>
                    <a:pt x="342644" y="211584"/>
                  </a:lnTo>
                  <a:lnTo>
                    <a:pt x="343861" y="211103"/>
                  </a:lnTo>
                  <a:lnTo>
                    <a:pt x="344961" y="211063"/>
                  </a:lnTo>
                  <a:lnTo>
                    <a:pt x="346300" y="212015"/>
                  </a:lnTo>
                  <a:lnTo>
                    <a:pt x="362340" y="223422"/>
                  </a:lnTo>
                  <a:lnTo>
                    <a:pt x="366032" y="226048"/>
                  </a:lnTo>
                  <a:lnTo>
                    <a:pt x="376848" y="233840"/>
                  </a:lnTo>
                  <a:lnTo>
                    <a:pt x="384474" y="238953"/>
                  </a:lnTo>
                  <a:lnTo>
                    <a:pt x="388247" y="241937"/>
                  </a:lnTo>
                  <a:lnTo>
                    <a:pt x="389932" y="244258"/>
                  </a:lnTo>
                  <a:lnTo>
                    <a:pt x="391384" y="246257"/>
                  </a:lnTo>
                  <a:lnTo>
                    <a:pt x="395971" y="250681"/>
                  </a:lnTo>
                  <a:lnTo>
                    <a:pt x="399017" y="252045"/>
                  </a:lnTo>
                  <a:lnTo>
                    <a:pt x="402767" y="253463"/>
                  </a:lnTo>
                  <a:lnTo>
                    <a:pt x="407623" y="246219"/>
                  </a:lnTo>
                  <a:lnTo>
                    <a:pt x="410788" y="241496"/>
                  </a:lnTo>
                  <a:lnTo>
                    <a:pt x="401278" y="234928"/>
                  </a:lnTo>
                  <a:lnTo>
                    <a:pt x="399681" y="236576"/>
                  </a:lnTo>
                  <a:lnTo>
                    <a:pt x="398562" y="238051"/>
                  </a:lnTo>
                  <a:lnTo>
                    <a:pt x="397531" y="239045"/>
                  </a:lnTo>
                  <a:lnTo>
                    <a:pt x="396382" y="239827"/>
                  </a:lnTo>
                  <a:lnTo>
                    <a:pt x="395146" y="240309"/>
                  </a:lnTo>
                  <a:lnTo>
                    <a:pt x="393938" y="240158"/>
                  </a:lnTo>
                  <a:lnTo>
                    <a:pt x="393506" y="239484"/>
                  </a:lnTo>
                  <a:lnTo>
                    <a:pt x="393371" y="239274"/>
                  </a:lnTo>
                  <a:lnTo>
                    <a:pt x="393047" y="233584"/>
                  </a:lnTo>
                  <a:lnTo>
                    <a:pt x="393375" y="224819"/>
                  </a:lnTo>
                  <a:lnTo>
                    <a:pt x="393470" y="221088"/>
                  </a:lnTo>
                  <a:lnTo>
                    <a:pt x="393833" y="219424"/>
                  </a:lnTo>
                  <a:lnTo>
                    <a:pt x="397446" y="218983"/>
                  </a:lnTo>
                  <a:lnTo>
                    <a:pt x="403336" y="219344"/>
                  </a:lnTo>
                  <a:lnTo>
                    <a:pt x="404377" y="218561"/>
                  </a:lnTo>
                  <a:lnTo>
                    <a:pt x="405437" y="216655"/>
                  </a:lnTo>
                  <a:lnTo>
                    <a:pt x="406654" y="213123"/>
                  </a:lnTo>
                  <a:lnTo>
                    <a:pt x="407045" y="212298"/>
                  </a:lnTo>
                  <a:lnTo>
                    <a:pt x="407891" y="210514"/>
                  </a:lnTo>
                  <a:lnTo>
                    <a:pt x="410156" y="210057"/>
                  </a:lnTo>
                  <a:lnTo>
                    <a:pt x="410679" y="209952"/>
                  </a:lnTo>
                  <a:lnTo>
                    <a:pt x="417924" y="209530"/>
                  </a:lnTo>
                  <a:lnTo>
                    <a:pt x="418788" y="208908"/>
                  </a:lnTo>
                  <a:lnTo>
                    <a:pt x="420281" y="206399"/>
                  </a:lnTo>
                  <a:lnTo>
                    <a:pt x="421733" y="205262"/>
                  </a:lnTo>
                  <a:lnTo>
                    <a:pt x="425589" y="205514"/>
                  </a:lnTo>
                  <a:lnTo>
                    <a:pt x="430935" y="205514"/>
                  </a:lnTo>
                  <a:lnTo>
                    <a:pt x="432997" y="205772"/>
                  </a:lnTo>
                  <a:lnTo>
                    <a:pt x="434233" y="206839"/>
                  </a:lnTo>
                  <a:lnTo>
                    <a:pt x="435647" y="208464"/>
                  </a:lnTo>
                  <a:lnTo>
                    <a:pt x="437527" y="209002"/>
                  </a:lnTo>
                  <a:lnTo>
                    <a:pt x="441137" y="209577"/>
                  </a:lnTo>
                  <a:lnTo>
                    <a:pt x="442056" y="209987"/>
                  </a:lnTo>
                  <a:lnTo>
                    <a:pt x="442421" y="210831"/>
                  </a:lnTo>
                  <a:lnTo>
                    <a:pt x="445914" y="209361"/>
                  </a:lnTo>
                  <a:lnTo>
                    <a:pt x="447474" y="207826"/>
                  </a:lnTo>
                  <a:lnTo>
                    <a:pt x="447761" y="206900"/>
                  </a:lnTo>
                  <a:lnTo>
                    <a:pt x="448547" y="204362"/>
                  </a:lnTo>
                  <a:lnTo>
                    <a:pt x="448694" y="202555"/>
                  </a:lnTo>
                  <a:lnTo>
                    <a:pt x="447230" y="195116"/>
                  </a:lnTo>
                  <a:lnTo>
                    <a:pt x="447106" y="194897"/>
                  </a:lnTo>
                  <a:lnTo>
                    <a:pt x="446533" y="193892"/>
                  </a:lnTo>
                  <a:lnTo>
                    <a:pt x="445997" y="190828"/>
                  </a:lnTo>
                  <a:lnTo>
                    <a:pt x="445679" y="189015"/>
                  </a:lnTo>
                  <a:lnTo>
                    <a:pt x="446010" y="188182"/>
                  </a:lnTo>
                  <a:lnTo>
                    <a:pt x="446887" y="185974"/>
                  </a:lnTo>
                  <a:lnTo>
                    <a:pt x="447309" y="185356"/>
                  </a:lnTo>
                  <a:lnTo>
                    <a:pt x="448793" y="183183"/>
                  </a:lnTo>
                  <a:lnTo>
                    <a:pt x="450022" y="181384"/>
                  </a:lnTo>
                  <a:lnTo>
                    <a:pt x="451656" y="178992"/>
                  </a:lnTo>
                  <a:lnTo>
                    <a:pt x="452541" y="177696"/>
                  </a:lnTo>
                  <a:lnTo>
                    <a:pt x="453493" y="175030"/>
                  </a:lnTo>
                  <a:lnTo>
                    <a:pt x="453693" y="174472"/>
                  </a:lnTo>
                  <a:lnTo>
                    <a:pt x="453896" y="173903"/>
                  </a:lnTo>
                  <a:lnTo>
                    <a:pt x="455239" y="165915"/>
                  </a:lnTo>
                  <a:lnTo>
                    <a:pt x="459392" y="167869"/>
                  </a:lnTo>
                  <a:lnTo>
                    <a:pt x="459455" y="165240"/>
                  </a:lnTo>
                  <a:lnTo>
                    <a:pt x="459626" y="158056"/>
                  </a:lnTo>
                  <a:lnTo>
                    <a:pt x="459671" y="156157"/>
                  </a:lnTo>
                  <a:lnTo>
                    <a:pt x="459776" y="153822"/>
                  </a:lnTo>
                  <a:lnTo>
                    <a:pt x="459825" y="152727"/>
                  </a:lnTo>
                  <a:lnTo>
                    <a:pt x="459398" y="152864"/>
                  </a:lnTo>
                  <a:lnTo>
                    <a:pt x="455665" y="153310"/>
                  </a:lnTo>
                  <a:lnTo>
                    <a:pt x="448764" y="155553"/>
                  </a:lnTo>
                  <a:lnTo>
                    <a:pt x="444390" y="152172"/>
                  </a:lnTo>
                  <a:lnTo>
                    <a:pt x="443883" y="151780"/>
                  </a:lnTo>
                  <a:lnTo>
                    <a:pt x="441704" y="150937"/>
                  </a:lnTo>
                  <a:lnTo>
                    <a:pt x="442296" y="149735"/>
                  </a:lnTo>
                  <a:lnTo>
                    <a:pt x="442482" y="149358"/>
                  </a:lnTo>
                  <a:lnTo>
                    <a:pt x="442943" y="146398"/>
                  </a:lnTo>
                  <a:lnTo>
                    <a:pt x="440634" y="142792"/>
                  </a:lnTo>
                  <a:lnTo>
                    <a:pt x="439885" y="142276"/>
                  </a:lnTo>
                  <a:lnTo>
                    <a:pt x="438764" y="141503"/>
                  </a:lnTo>
                  <a:lnTo>
                    <a:pt x="435612" y="139763"/>
                  </a:lnTo>
                  <a:lnTo>
                    <a:pt x="434388" y="138729"/>
                  </a:lnTo>
                  <a:lnTo>
                    <a:pt x="435272" y="137088"/>
                  </a:lnTo>
                  <a:lnTo>
                    <a:pt x="436990" y="135181"/>
                  </a:lnTo>
                  <a:lnTo>
                    <a:pt x="441162" y="130967"/>
                  </a:lnTo>
                  <a:lnTo>
                    <a:pt x="442128" y="129159"/>
                  </a:lnTo>
                  <a:lnTo>
                    <a:pt x="442791" y="127242"/>
                  </a:lnTo>
                  <a:lnTo>
                    <a:pt x="442964" y="126063"/>
                  </a:lnTo>
                  <a:lnTo>
                    <a:pt x="443120" y="125002"/>
                  </a:lnTo>
                  <a:lnTo>
                    <a:pt x="443551" y="125078"/>
                  </a:lnTo>
                  <a:lnTo>
                    <a:pt x="448087" y="125517"/>
                  </a:lnTo>
                  <a:lnTo>
                    <a:pt x="456179" y="126500"/>
                  </a:lnTo>
                  <a:lnTo>
                    <a:pt x="456438" y="126532"/>
                  </a:lnTo>
                  <a:lnTo>
                    <a:pt x="456347" y="126317"/>
                  </a:lnTo>
                  <a:lnTo>
                    <a:pt x="455815" y="123961"/>
                  </a:lnTo>
                  <a:lnTo>
                    <a:pt x="454826" y="122303"/>
                  </a:lnTo>
                  <a:lnTo>
                    <a:pt x="454161" y="120619"/>
                  </a:lnTo>
                  <a:lnTo>
                    <a:pt x="452874" y="117354"/>
                  </a:lnTo>
                  <a:lnTo>
                    <a:pt x="452746" y="117029"/>
                  </a:lnTo>
                  <a:lnTo>
                    <a:pt x="452766" y="116339"/>
                  </a:lnTo>
                  <a:lnTo>
                    <a:pt x="452827" y="114204"/>
                  </a:lnTo>
                  <a:lnTo>
                    <a:pt x="452846" y="113571"/>
                  </a:lnTo>
                  <a:lnTo>
                    <a:pt x="452876" y="112527"/>
                  </a:lnTo>
                  <a:lnTo>
                    <a:pt x="453545" y="111028"/>
                  </a:lnTo>
                  <a:lnTo>
                    <a:pt x="454899" y="108097"/>
                  </a:lnTo>
                  <a:lnTo>
                    <a:pt x="457613" y="102225"/>
                  </a:lnTo>
                  <a:lnTo>
                    <a:pt x="460509" y="95959"/>
                  </a:lnTo>
                  <a:lnTo>
                    <a:pt x="460730" y="95480"/>
                  </a:lnTo>
                  <a:lnTo>
                    <a:pt x="467123" y="98230"/>
                  </a:lnTo>
                  <a:lnTo>
                    <a:pt x="470471" y="99669"/>
                  </a:lnTo>
                  <a:lnTo>
                    <a:pt x="474732" y="101502"/>
                  </a:lnTo>
                  <a:lnTo>
                    <a:pt x="474636" y="101728"/>
                  </a:lnTo>
                  <a:lnTo>
                    <a:pt x="474287" y="102552"/>
                  </a:lnTo>
                  <a:lnTo>
                    <a:pt x="472607" y="105506"/>
                  </a:lnTo>
                  <a:lnTo>
                    <a:pt x="471576" y="107319"/>
                  </a:lnTo>
                  <a:lnTo>
                    <a:pt x="470459" y="109283"/>
                  </a:lnTo>
                  <a:lnTo>
                    <a:pt x="470164" y="109802"/>
                  </a:lnTo>
                  <a:lnTo>
                    <a:pt x="470051" y="110000"/>
                  </a:lnTo>
                  <a:lnTo>
                    <a:pt x="466972" y="116718"/>
                  </a:lnTo>
                  <a:lnTo>
                    <a:pt x="479599" y="122485"/>
                  </a:lnTo>
                  <a:lnTo>
                    <a:pt x="482235" y="118992"/>
                  </a:lnTo>
                  <a:lnTo>
                    <a:pt x="483535" y="117267"/>
                  </a:lnTo>
                  <a:lnTo>
                    <a:pt x="484246" y="116768"/>
                  </a:lnTo>
                  <a:lnTo>
                    <a:pt x="487465" y="119014"/>
                  </a:lnTo>
                  <a:lnTo>
                    <a:pt x="492696" y="122664"/>
                  </a:lnTo>
                  <a:lnTo>
                    <a:pt x="497155" y="125776"/>
                  </a:lnTo>
                  <a:lnTo>
                    <a:pt x="498784" y="126913"/>
                  </a:lnTo>
                  <a:lnTo>
                    <a:pt x="499231" y="127225"/>
                  </a:lnTo>
                  <a:lnTo>
                    <a:pt x="501614" y="129308"/>
                  </a:lnTo>
                  <a:lnTo>
                    <a:pt x="502655" y="130647"/>
                  </a:lnTo>
                  <a:lnTo>
                    <a:pt x="503205" y="131355"/>
                  </a:lnTo>
                  <a:lnTo>
                    <a:pt x="503575" y="131715"/>
                  </a:lnTo>
                  <a:lnTo>
                    <a:pt x="511763" y="126196"/>
                  </a:lnTo>
                  <a:lnTo>
                    <a:pt x="512463" y="127084"/>
                  </a:lnTo>
                  <a:lnTo>
                    <a:pt x="514119" y="129186"/>
                  </a:lnTo>
                  <a:lnTo>
                    <a:pt x="516416" y="131113"/>
                  </a:lnTo>
                  <a:lnTo>
                    <a:pt x="519396" y="132902"/>
                  </a:lnTo>
                  <a:lnTo>
                    <a:pt x="521408" y="134111"/>
                  </a:lnTo>
                  <a:lnTo>
                    <a:pt x="522065" y="134506"/>
                  </a:lnTo>
                  <a:lnTo>
                    <a:pt x="522247" y="134718"/>
                  </a:lnTo>
                  <a:lnTo>
                    <a:pt x="522547" y="135159"/>
                  </a:lnTo>
                  <a:lnTo>
                    <a:pt x="523465" y="136511"/>
                  </a:lnTo>
                  <a:lnTo>
                    <a:pt x="525139" y="138938"/>
                  </a:lnTo>
                  <a:lnTo>
                    <a:pt x="525625" y="139642"/>
                  </a:lnTo>
                  <a:lnTo>
                    <a:pt x="526442" y="140238"/>
                  </a:lnTo>
                  <a:lnTo>
                    <a:pt x="526274" y="140679"/>
                  </a:lnTo>
                  <a:lnTo>
                    <a:pt x="525947" y="141541"/>
                  </a:lnTo>
                  <a:lnTo>
                    <a:pt x="525286" y="143282"/>
                  </a:lnTo>
                  <a:lnTo>
                    <a:pt x="525200" y="143508"/>
                  </a:lnTo>
                  <a:lnTo>
                    <a:pt x="524584" y="145130"/>
                  </a:lnTo>
                  <a:lnTo>
                    <a:pt x="524048" y="148120"/>
                  </a:lnTo>
                  <a:lnTo>
                    <a:pt x="522915" y="149799"/>
                  </a:lnTo>
                  <a:lnTo>
                    <a:pt x="521692" y="151613"/>
                  </a:lnTo>
                  <a:lnTo>
                    <a:pt x="520004" y="154114"/>
                  </a:lnTo>
                  <a:lnTo>
                    <a:pt x="518617" y="156170"/>
                  </a:lnTo>
                  <a:lnTo>
                    <a:pt x="514886" y="161701"/>
                  </a:lnTo>
                  <a:lnTo>
                    <a:pt x="499017" y="185223"/>
                  </a:lnTo>
                  <a:lnTo>
                    <a:pt x="497438" y="187833"/>
                  </a:lnTo>
                  <a:lnTo>
                    <a:pt x="496684" y="189079"/>
                  </a:lnTo>
                  <a:lnTo>
                    <a:pt x="511456" y="199322"/>
                  </a:lnTo>
                  <a:lnTo>
                    <a:pt x="532400" y="213743"/>
                  </a:lnTo>
                  <a:lnTo>
                    <a:pt x="531866" y="214524"/>
                  </a:lnTo>
                  <a:lnTo>
                    <a:pt x="546251" y="224443"/>
                  </a:lnTo>
                  <a:lnTo>
                    <a:pt x="554628" y="230220"/>
                  </a:lnTo>
                  <a:lnTo>
                    <a:pt x="561100" y="234683"/>
                  </a:lnTo>
                  <a:lnTo>
                    <a:pt x="568602" y="239856"/>
                  </a:lnTo>
                  <a:lnTo>
                    <a:pt x="569216" y="238953"/>
                  </a:lnTo>
                  <a:lnTo>
                    <a:pt x="571501" y="235376"/>
                  </a:lnTo>
                  <a:lnTo>
                    <a:pt x="577284" y="239243"/>
                  </a:lnTo>
                  <a:lnTo>
                    <a:pt x="581598" y="242127"/>
                  </a:lnTo>
                  <a:lnTo>
                    <a:pt x="583769" y="243579"/>
                  </a:lnTo>
                  <a:lnTo>
                    <a:pt x="589734" y="247568"/>
                  </a:lnTo>
                  <a:lnTo>
                    <a:pt x="594549" y="250788"/>
                  </a:lnTo>
                  <a:lnTo>
                    <a:pt x="594697" y="250286"/>
                  </a:lnTo>
                  <a:lnTo>
                    <a:pt x="598985" y="252804"/>
                  </a:lnTo>
                  <a:lnTo>
                    <a:pt x="603025" y="255235"/>
                  </a:lnTo>
                  <a:lnTo>
                    <a:pt x="604925" y="252134"/>
                  </a:lnTo>
                  <a:lnTo>
                    <a:pt x="605378" y="251394"/>
                  </a:lnTo>
                  <a:lnTo>
                    <a:pt x="606422" y="249689"/>
                  </a:lnTo>
                  <a:lnTo>
                    <a:pt x="616396" y="250698"/>
                  </a:lnTo>
                  <a:lnTo>
                    <a:pt x="614874" y="254160"/>
                  </a:lnTo>
                  <a:lnTo>
                    <a:pt x="612652" y="255924"/>
                  </a:lnTo>
                  <a:lnTo>
                    <a:pt x="612465" y="256073"/>
                  </a:lnTo>
                  <a:lnTo>
                    <a:pt x="618675" y="259263"/>
                  </a:lnTo>
                  <a:lnTo>
                    <a:pt x="632231" y="250145"/>
                  </a:lnTo>
                  <a:lnTo>
                    <a:pt x="636870" y="249016"/>
                  </a:lnTo>
                  <a:lnTo>
                    <a:pt x="641508" y="247887"/>
                  </a:lnTo>
                  <a:lnTo>
                    <a:pt x="669781" y="249543"/>
                  </a:lnTo>
                  <a:lnTo>
                    <a:pt x="696435" y="261735"/>
                  </a:lnTo>
                  <a:lnTo>
                    <a:pt x="731040" y="298612"/>
                  </a:lnTo>
                  <a:lnTo>
                    <a:pt x="749888" y="312610"/>
                  </a:lnTo>
                  <a:lnTo>
                    <a:pt x="753422" y="327211"/>
                  </a:lnTo>
                  <a:lnTo>
                    <a:pt x="744293" y="337446"/>
                  </a:lnTo>
                  <a:lnTo>
                    <a:pt x="729714" y="339553"/>
                  </a:lnTo>
                  <a:lnTo>
                    <a:pt x="697613" y="324652"/>
                  </a:lnTo>
                  <a:lnTo>
                    <a:pt x="685390" y="313664"/>
                  </a:lnTo>
                  <a:lnTo>
                    <a:pt x="666689" y="312460"/>
                  </a:lnTo>
                  <a:lnTo>
                    <a:pt x="649460" y="315922"/>
                  </a:lnTo>
                  <a:lnTo>
                    <a:pt x="645926" y="334887"/>
                  </a:lnTo>
                  <a:lnTo>
                    <a:pt x="644453" y="356863"/>
                  </a:lnTo>
                  <a:lnTo>
                    <a:pt x="641655" y="364238"/>
                  </a:lnTo>
                  <a:lnTo>
                    <a:pt x="632231" y="368453"/>
                  </a:lnTo>
                  <a:lnTo>
                    <a:pt x="609105" y="352724"/>
                  </a:lnTo>
                  <a:lnTo>
                    <a:pt x="579359" y="365969"/>
                  </a:lnTo>
                  <a:lnTo>
                    <a:pt x="565811" y="362357"/>
                  </a:lnTo>
                  <a:lnTo>
                    <a:pt x="536601" y="363453"/>
                  </a:lnTo>
                  <a:lnTo>
                    <a:pt x="529177" y="361867"/>
                  </a:lnTo>
                  <a:lnTo>
                    <a:pt x="527938" y="363007"/>
                  </a:lnTo>
                  <a:lnTo>
                    <a:pt x="527997" y="365644"/>
                  </a:lnTo>
                  <a:lnTo>
                    <a:pt x="528057" y="368293"/>
                  </a:lnTo>
                  <a:lnTo>
                    <a:pt x="528692" y="372114"/>
                  </a:lnTo>
                  <a:lnTo>
                    <a:pt x="527252" y="372385"/>
                  </a:lnTo>
                  <a:lnTo>
                    <a:pt x="524111" y="370145"/>
                  </a:lnTo>
                  <a:lnTo>
                    <a:pt x="519273" y="366694"/>
                  </a:lnTo>
                  <a:lnTo>
                    <a:pt x="513568" y="362625"/>
                  </a:lnTo>
                  <a:lnTo>
                    <a:pt x="494296" y="348879"/>
                  </a:lnTo>
                  <a:lnTo>
                    <a:pt x="485160" y="362625"/>
                  </a:lnTo>
                  <a:lnTo>
                    <a:pt x="480366" y="369839"/>
                  </a:lnTo>
                  <a:lnTo>
                    <a:pt x="477224" y="374566"/>
                  </a:lnTo>
                  <a:lnTo>
                    <a:pt x="470784" y="384256"/>
                  </a:lnTo>
                  <a:lnTo>
                    <a:pt x="470676" y="384418"/>
                  </a:lnTo>
                  <a:lnTo>
                    <a:pt x="461752" y="397846"/>
                  </a:lnTo>
                  <a:lnTo>
                    <a:pt x="460157" y="400245"/>
                  </a:lnTo>
                  <a:lnTo>
                    <a:pt x="448014" y="418517"/>
                  </a:lnTo>
                  <a:lnTo>
                    <a:pt x="447112" y="419874"/>
                  </a:lnTo>
                  <a:lnTo>
                    <a:pt x="445185" y="418517"/>
                  </a:lnTo>
                  <a:lnTo>
                    <a:pt x="431503" y="408889"/>
                  </a:lnTo>
                  <a:lnTo>
                    <a:pt x="431359" y="408788"/>
                  </a:lnTo>
                  <a:lnTo>
                    <a:pt x="413628" y="396310"/>
                  </a:lnTo>
                  <a:lnTo>
                    <a:pt x="413387" y="396141"/>
                  </a:lnTo>
                  <a:lnTo>
                    <a:pt x="407254" y="391825"/>
                  </a:lnTo>
                  <a:lnTo>
                    <a:pt x="395312" y="383421"/>
                  </a:lnTo>
                  <a:lnTo>
                    <a:pt x="394619" y="382934"/>
                  </a:lnTo>
                  <a:lnTo>
                    <a:pt x="394263" y="382683"/>
                  </a:lnTo>
                  <a:lnTo>
                    <a:pt x="378103" y="371312"/>
                  </a:lnTo>
                  <a:lnTo>
                    <a:pt x="375170" y="369247"/>
                  </a:lnTo>
                  <a:lnTo>
                    <a:pt x="366958" y="363469"/>
                  </a:lnTo>
                  <a:lnTo>
                    <a:pt x="365326" y="362320"/>
                  </a:lnTo>
                  <a:lnTo>
                    <a:pt x="359359" y="358121"/>
                  </a:lnTo>
                  <a:lnTo>
                    <a:pt x="358760" y="357700"/>
                  </a:lnTo>
                  <a:lnTo>
                    <a:pt x="351510" y="352598"/>
                  </a:lnTo>
                  <a:lnTo>
                    <a:pt x="337382" y="342656"/>
                  </a:lnTo>
                  <a:lnTo>
                    <a:pt x="333968" y="340254"/>
                  </a:lnTo>
                  <a:lnTo>
                    <a:pt x="324691" y="333725"/>
                  </a:lnTo>
                  <a:lnTo>
                    <a:pt x="320798" y="330986"/>
                  </a:lnTo>
                  <a:lnTo>
                    <a:pt x="320599" y="330846"/>
                  </a:lnTo>
                  <a:lnTo>
                    <a:pt x="282550" y="304081"/>
                  </a:lnTo>
                  <a:lnTo>
                    <a:pt x="265482" y="292075"/>
                  </a:lnTo>
                  <a:lnTo>
                    <a:pt x="247608" y="279502"/>
                  </a:lnTo>
                  <a:lnTo>
                    <a:pt x="244851" y="277908"/>
                  </a:lnTo>
                  <a:lnTo>
                    <a:pt x="223963" y="262918"/>
                  </a:lnTo>
                  <a:lnTo>
                    <a:pt x="223239" y="264241"/>
                  </a:lnTo>
                  <a:lnTo>
                    <a:pt x="222959" y="264753"/>
                  </a:lnTo>
                  <a:lnTo>
                    <a:pt x="222959" y="266384"/>
                  </a:lnTo>
                  <a:lnTo>
                    <a:pt x="223388" y="268453"/>
                  </a:lnTo>
                  <a:lnTo>
                    <a:pt x="223430" y="269021"/>
                  </a:lnTo>
                  <a:lnTo>
                    <a:pt x="223526" y="270332"/>
                  </a:lnTo>
                  <a:lnTo>
                    <a:pt x="223572" y="270962"/>
                  </a:lnTo>
                  <a:lnTo>
                    <a:pt x="223450" y="273345"/>
                  </a:lnTo>
                  <a:lnTo>
                    <a:pt x="223300" y="273914"/>
                  </a:lnTo>
                  <a:lnTo>
                    <a:pt x="223020" y="274976"/>
                  </a:lnTo>
                  <a:lnTo>
                    <a:pt x="222223" y="277296"/>
                  </a:lnTo>
                  <a:lnTo>
                    <a:pt x="221466" y="278804"/>
                  </a:lnTo>
                  <a:lnTo>
                    <a:pt x="220995" y="279742"/>
                  </a:lnTo>
                  <a:lnTo>
                    <a:pt x="220833" y="280014"/>
                  </a:lnTo>
                  <a:lnTo>
                    <a:pt x="218971" y="283129"/>
                  </a:lnTo>
                  <a:lnTo>
                    <a:pt x="216762" y="285889"/>
                  </a:lnTo>
                  <a:lnTo>
                    <a:pt x="210434" y="281441"/>
                  </a:lnTo>
                  <a:lnTo>
                    <a:pt x="210573" y="281214"/>
                  </a:lnTo>
                  <a:lnTo>
                    <a:pt x="210745" y="280774"/>
                  </a:lnTo>
                  <a:lnTo>
                    <a:pt x="213056" y="275565"/>
                  </a:lnTo>
                  <a:lnTo>
                    <a:pt x="213189" y="274223"/>
                  </a:lnTo>
                  <a:lnTo>
                    <a:pt x="213355" y="272546"/>
                  </a:lnTo>
                  <a:lnTo>
                    <a:pt x="213021" y="271623"/>
                  </a:lnTo>
                  <a:lnTo>
                    <a:pt x="212752" y="270879"/>
                  </a:lnTo>
                  <a:lnTo>
                    <a:pt x="212617" y="270506"/>
                  </a:lnTo>
                  <a:lnTo>
                    <a:pt x="211496" y="267425"/>
                  </a:lnTo>
                  <a:lnTo>
                    <a:pt x="210409" y="265633"/>
                  </a:lnTo>
                  <a:lnTo>
                    <a:pt x="210080" y="265091"/>
                  </a:lnTo>
                  <a:lnTo>
                    <a:pt x="209531" y="264185"/>
                  </a:lnTo>
                  <a:lnTo>
                    <a:pt x="208067" y="262765"/>
                  </a:lnTo>
                  <a:lnTo>
                    <a:pt x="207137" y="261284"/>
                  </a:lnTo>
                  <a:lnTo>
                    <a:pt x="206112" y="259325"/>
                  </a:lnTo>
                  <a:lnTo>
                    <a:pt x="205331" y="257832"/>
                  </a:lnTo>
                  <a:lnTo>
                    <a:pt x="204681" y="256195"/>
                  </a:lnTo>
                  <a:lnTo>
                    <a:pt x="204231" y="255063"/>
                  </a:lnTo>
                  <a:lnTo>
                    <a:pt x="204035" y="254367"/>
                  </a:lnTo>
                  <a:lnTo>
                    <a:pt x="203554" y="252669"/>
                  </a:lnTo>
                  <a:lnTo>
                    <a:pt x="202758" y="250856"/>
                  </a:lnTo>
                  <a:lnTo>
                    <a:pt x="202436" y="250121"/>
                  </a:lnTo>
                  <a:lnTo>
                    <a:pt x="202376" y="249985"/>
                  </a:lnTo>
                  <a:lnTo>
                    <a:pt x="201492" y="248831"/>
                  </a:lnTo>
                  <a:lnTo>
                    <a:pt x="199603" y="246147"/>
                  </a:lnTo>
                  <a:lnTo>
                    <a:pt x="199350" y="245612"/>
                  </a:lnTo>
                  <a:lnTo>
                    <a:pt x="197675" y="241549"/>
                  </a:lnTo>
                  <a:lnTo>
                    <a:pt x="197680" y="241159"/>
                  </a:lnTo>
                  <a:lnTo>
                    <a:pt x="197689" y="240496"/>
                  </a:lnTo>
                  <a:lnTo>
                    <a:pt x="197887" y="239015"/>
                  </a:lnTo>
                  <a:lnTo>
                    <a:pt x="198065" y="237678"/>
                  </a:lnTo>
                  <a:lnTo>
                    <a:pt x="198264" y="236786"/>
                  </a:lnTo>
                  <a:lnTo>
                    <a:pt x="199383" y="233565"/>
                  </a:lnTo>
                  <a:lnTo>
                    <a:pt x="199544" y="232820"/>
                  </a:lnTo>
                  <a:lnTo>
                    <a:pt x="200590" y="227965"/>
                  </a:lnTo>
                  <a:lnTo>
                    <a:pt x="200536" y="227503"/>
                  </a:lnTo>
                  <a:lnTo>
                    <a:pt x="200355" y="225949"/>
                  </a:lnTo>
                  <a:lnTo>
                    <a:pt x="200188" y="225528"/>
                  </a:lnTo>
                  <a:lnTo>
                    <a:pt x="199913" y="224835"/>
                  </a:lnTo>
                  <a:lnTo>
                    <a:pt x="199724" y="223831"/>
                  </a:lnTo>
                  <a:lnTo>
                    <a:pt x="198853" y="219215"/>
                  </a:lnTo>
                  <a:lnTo>
                    <a:pt x="198429" y="216964"/>
                  </a:lnTo>
                  <a:lnTo>
                    <a:pt x="198217" y="215841"/>
                  </a:lnTo>
                  <a:lnTo>
                    <a:pt x="196994" y="213297"/>
                  </a:lnTo>
                  <a:lnTo>
                    <a:pt x="196043" y="213586"/>
                  </a:lnTo>
                  <a:lnTo>
                    <a:pt x="194720" y="213741"/>
                  </a:lnTo>
                  <a:lnTo>
                    <a:pt x="192202" y="214038"/>
                  </a:lnTo>
                  <a:lnTo>
                    <a:pt x="190820" y="214303"/>
                  </a:lnTo>
                  <a:lnTo>
                    <a:pt x="186955" y="217472"/>
                  </a:lnTo>
                  <a:lnTo>
                    <a:pt x="186263" y="218039"/>
                  </a:lnTo>
                  <a:lnTo>
                    <a:pt x="185900" y="217348"/>
                  </a:lnTo>
                  <a:lnTo>
                    <a:pt x="185506" y="217705"/>
                  </a:lnTo>
                  <a:lnTo>
                    <a:pt x="183460" y="219153"/>
                  </a:lnTo>
                  <a:lnTo>
                    <a:pt x="182010" y="219933"/>
                  </a:lnTo>
                  <a:lnTo>
                    <a:pt x="181092" y="220426"/>
                  </a:lnTo>
                  <a:lnTo>
                    <a:pt x="180129" y="220794"/>
                  </a:lnTo>
                  <a:lnTo>
                    <a:pt x="176527" y="222170"/>
                  </a:lnTo>
                  <a:lnTo>
                    <a:pt x="175594" y="222421"/>
                  </a:lnTo>
                  <a:lnTo>
                    <a:pt x="169397" y="224277"/>
                  </a:lnTo>
                  <a:lnTo>
                    <a:pt x="168667" y="224571"/>
                  </a:lnTo>
                  <a:lnTo>
                    <a:pt x="166077" y="225614"/>
                  </a:lnTo>
                  <a:lnTo>
                    <a:pt x="162385" y="227276"/>
                  </a:lnTo>
                  <a:lnTo>
                    <a:pt x="162230" y="227346"/>
                  </a:lnTo>
                  <a:lnTo>
                    <a:pt x="157955" y="229271"/>
                  </a:lnTo>
                  <a:lnTo>
                    <a:pt x="157163" y="229628"/>
                  </a:lnTo>
                  <a:lnTo>
                    <a:pt x="155545" y="230445"/>
                  </a:lnTo>
                  <a:lnTo>
                    <a:pt x="154129" y="231161"/>
                  </a:lnTo>
                  <a:lnTo>
                    <a:pt x="151842" y="232317"/>
                  </a:lnTo>
                  <a:lnTo>
                    <a:pt x="149447" y="233321"/>
                  </a:lnTo>
                  <a:lnTo>
                    <a:pt x="148526" y="233634"/>
                  </a:lnTo>
                  <a:lnTo>
                    <a:pt x="148531" y="231096"/>
                  </a:lnTo>
                  <a:lnTo>
                    <a:pt x="148547" y="222302"/>
                  </a:lnTo>
                  <a:lnTo>
                    <a:pt x="144455" y="222668"/>
                  </a:lnTo>
                  <a:lnTo>
                    <a:pt x="140693" y="223004"/>
                  </a:lnTo>
                  <a:lnTo>
                    <a:pt x="140595" y="222864"/>
                  </a:lnTo>
                  <a:lnTo>
                    <a:pt x="139937" y="221925"/>
                  </a:lnTo>
                  <a:lnTo>
                    <a:pt x="135838" y="222883"/>
                  </a:lnTo>
                  <a:lnTo>
                    <a:pt x="131619" y="223392"/>
                  </a:lnTo>
                  <a:lnTo>
                    <a:pt x="130823" y="223345"/>
                  </a:lnTo>
                  <a:lnTo>
                    <a:pt x="127916" y="223174"/>
                  </a:lnTo>
                  <a:lnTo>
                    <a:pt x="123461" y="222911"/>
                  </a:lnTo>
                  <a:lnTo>
                    <a:pt x="122695" y="215565"/>
                  </a:lnTo>
                  <a:lnTo>
                    <a:pt x="113899" y="217700"/>
                  </a:lnTo>
                  <a:lnTo>
                    <a:pt x="112770" y="217974"/>
                  </a:lnTo>
                  <a:lnTo>
                    <a:pt x="111356" y="219539"/>
                  </a:lnTo>
                  <a:lnTo>
                    <a:pt x="110453" y="223379"/>
                  </a:lnTo>
                  <a:lnTo>
                    <a:pt x="110072" y="224998"/>
                  </a:lnTo>
                  <a:lnTo>
                    <a:pt x="109324" y="228179"/>
                  </a:lnTo>
                  <a:lnTo>
                    <a:pt x="99811" y="228248"/>
                  </a:lnTo>
                  <a:lnTo>
                    <a:pt x="99659" y="228249"/>
                  </a:lnTo>
                  <a:lnTo>
                    <a:pt x="95252" y="228281"/>
                  </a:lnTo>
                  <a:lnTo>
                    <a:pt x="82688" y="226748"/>
                  </a:lnTo>
                  <a:lnTo>
                    <a:pt x="80175" y="224543"/>
                  </a:lnTo>
                  <a:lnTo>
                    <a:pt x="77321" y="222040"/>
                  </a:lnTo>
                  <a:lnTo>
                    <a:pt x="76982" y="220769"/>
                  </a:lnTo>
                  <a:lnTo>
                    <a:pt x="73625" y="208169"/>
                  </a:lnTo>
                  <a:lnTo>
                    <a:pt x="73394" y="207302"/>
                  </a:lnTo>
                  <a:lnTo>
                    <a:pt x="62105" y="206737"/>
                  </a:lnTo>
                  <a:lnTo>
                    <a:pt x="62414" y="208394"/>
                  </a:lnTo>
                  <a:lnTo>
                    <a:pt x="64743" y="220848"/>
                  </a:lnTo>
                  <a:lnTo>
                    <a:pt x="56247" y="224460"/>
                  </a:lnTo>
                  <a:lnTo>
                    <a:pt x="36908" y="218288"/>
                  </a:lnTo>
                  <a:lnTo>
                    <a:pt x="44025" y="211314"/>
                  </a:lnTo>
                  <a:lnTo>
                    <a:pt x="29005" y="202986"/>
                  </a:lnTo>
                  <a:lnTo>
                    <a:pt x="20857" y="203437"/>
                  </a:lnTo>
                  <a:lnTo>
                    <a:pt x="18550" y="201531"/>
                  </a:lnTo>
                  <a:lnTo>
                    <a:pt x="16488" y="196413"/>
                  </a:lnTo>
                  <a:lnTo>
                    <a:pt x="10896" y="195905"/>
                  </a:lnTo>
                  <a:lnTo>
                    <a:pt x="4417" y="192493"/>
                  </a:lnTo>
                  <a:lnTo>
                    <a:pt x="0" y="189282"/>
                  </a:lnTo>
                  <a:lnTo>
                    <a:pt x="2061" y="184666"/>
                  </a:lnTo>
                  <a:lnTo>
                    <a:pt x="9129" y="180753"/>
                  </a:lnTo>
                  <a:lnTo>
                    <a:pt x="14431" y="179348"/>
                  </a:lnTo>
                  <a:lnTo>
                    <a:pt x="15116" y="175277"/>
                  </a:lnTo>
                  <a:lnTo>
                    <a:pt x="20565" y="172267"/>
                  </a:lnTo>
                  <a:lnTo>
                    <a:pt x="21939" y="168504"/>
                  </a:lnTo>
                  <a:lnTo>
                    <a:pt x="27093" y="168454"/>
                  </a:lnTo>
                  <a:lnTo>
                    <a:pt x="27271" y="169025"/>
                  </a:lnTo>
                  <a:lnTo>
                    <a:pt x="27382" y="169380"/>
                  </a:lnTo>
                  <a:lnTo>
                    <a:pt x="27347" y="173672"/>
                  </a:lnTo>
                  <a:lnTo>
                    <a:pt x="27333" y="175451"/>
                  </a:lnTo>
                  <a:lnTo>
                    <a:pt x="40284" y="176133"/>
                  </a:lnTo>
                  <a:lnTo>
                    <a:pt x="50062" y="175290"/>
                  </a:lnTo>
                  <a:lnTo>
                    <a:pt x="50455" y="172802"/>
                  </a:lnTo>
                  <a:lnTo>
                    <a:pt x="55756" y="170755"/>
                  </a:lnTo>
                  <a:lnTo>
                    <a:pt x="61214" y="169310"/>
                  </a:lnTo>
                  <a:lnTo>
                    <a:pt x="63603" y="174045"/>
                  </a:lnTo>
                  <a:lnTo>
                    <a:pt x="65310" y="173922"/>
                  </a:lnTo>
                  <a:lnTo>
                    <a:pt x="65612" y="170996"/>
                  </a:lnTo>
                  <a:lnTo>
                    <a:pt x="65612" y="158633"/>
                  </a:lnTo>
                  <a:lnTo>
                    <a:pt x="65543" y="157559"/>
                  </a:lnTo>
                  <a:lnTo>
                    <a:pt x="69421" y="156857"/>
                  </a:lnTo>
                  <a:lnTo>
                    <a:pt x="75667" y="155189"/>
                  </a:lnTo>
                  <a:lnTo>
                    <a:pt x="81445" y="154121"/>
                  </a:lnTo>
                  <a:lnTo>
                    <a:pt x="87247" y="152465"/>
                  </a:lnTo>
                  <a:lnTo>
                    <a:pt x="88091" y="152358"/>
                  </a:lnTo>
                  <a:lnTo>
                    <a:pt x="89301" y="152205"/>
                  </a:lnTo>
                  <a:lnTo>
                    <a:pt x="93330" y="151693"/>
                  </a:lnTo>
                  <a:lnTo>
                    <a:pt x="96063" y="151347"/>
                  </a:lnTo>
                  <a:lnTo>
                    <a:pt x="96365" y="151308"/>
                  </a:lnTo>
                  <a:lnTo>
                    <a:pt x="98073" y="151091"/>
                  </a:lnTo>
                  <a:lnTo>
                    <a:pt x="97906" y="151907"/>
                  </a:lnTo>
                  <a:lnTo>
                    <a:pt x="103247" y="152762"/>
                  </a:lnTo>
                  <a:lnTo>
                    <a:pt x="103474" y="159448"/>
                  </a:lnTo>
                  <a:lnTo>
                    <a:pt x="103506" y="160386"/>
                  </a:lnTo>
                  <a:lnTo>
                    <a:pt x="103520" y="161557"/>
                  </a:lnTo>
                  <a:lnTo>
                    <a:pt x="106524" y="161049"/>
                  </a:lnTo>
                  <a:lnTo>
                    <a:pt x="110058" y="161146"/>
                  </a:lnTo>
                  <a:lnTo>
                    <a:pt x="116702" y="161531"/>
                  </a:lnTo>
                  <a:lnTo>
                    <a:pt x="122835" y="162603"/>
                  </a:lnTo>
                  <a:lnTo>
                    <a:pt x="123594" y="162680"/>
                  </a:lnTo>
                  <a:lnTo>
                    <a:pt x="128096" y="163134"/>
                  </a:lnTo>
                  <a:lnTo>
                    <a:pt x="136642" y="163996"/>
                  </a:lnTo>
                  <a:lnTo>
                    <a:pt x="141786" y="165680"/>
                  </a:lnTo>
                  <a:lnTo>
                    <a:pt x="145171" y="160306"/>
                  </a:lnTo>
                  <a:lnTo>
                    <a:pt x="145964" y="159047"/>
                  </a:lnTo>
                  <a:lnTo>
                    <a:pt x="148637" y="154802"/>
                  </a:lnTo>
                  <a:lnTo>
                    <a:pt x="149024" y="155080"/>
                  </a:lnTo>
                  <a:lnTo>
                    <a:pt x="152109" y="149960"/>
                  </a:lnTo>
                  <a:lnTo>
                    <a:pt x="152328" y="149519"/>
                  </a:lnTo>
                  <a:lnTo>
                    <a:pt x="155064" y="144017"/>
                  </a:lnTo>
                  <a:lnTo>
                    <a:pt x="155149" y="143399"/>
                  </a:lnTo>
                  <a:lnTo>
                    <a:pt x="155711" y="139321"/>
                  </a:lnTo>
                  <a:lnTo>
                    <a:pt x="155711" y="128273"/>
                  </a:lnTo>
                  <a:lnTo>
                    <a:pt x="155594" y="120175"/>
                  </a:lnTo>
                  <a:lnTo>
                    <a:pt x="156386" y="112061"/>
                  </a:lnTo>
                  <a:lnTo>
                    <a:pt x="153254" y="110374"/>
                  </a:lnTo>
                  <a:lnTo>
                    <a:pt x="150586" y="107239"/>
                  </a:lnTo>
                  <a:lnTo>
                    <a:pt x="152172" y="106331"/>
                  </a:lnTo>
                  <a:lnTo>
                    <a:pt x="152580" y="103558"/>
                  </a:lnTo>
                  <a:lnTo>
                    <a:pt x="152891" y="101449"/>
                  </a:lnTo>
                  <a:lnTo>
                    <a:pt x="153676" y="96125"/>
                  </a:lnTo>
                  <a:lnTo>
                    <a:pt x="155658" y="82669"/>
                  </a:lnTo>
                  <a:lnTo>
                    <a:pt x="156512" y="76874"/>
                  </a:lnTo>
                  <a:lnTo>
                    <a:pt x="156717" y="75484"/>
                  </a:lnTo>
                  <a:lnTo>
                    <a:pt x="157497" y="74292"/>
                  </a:lnTo>
                  <a:lnTo>
                    <a:pt x="159210" y="71977"/>
                  </a:lnTo>
                  <a:lnTo>
                    <a:pt x="162785" y="66396"/>
                  </a:lnTo>
                  <a:lnTo>
                    <a:pt x="162938" y="66157"/>
                  </a:lnTo>
                  <a:lnTo>
                    <a:pt x="180638" y="78499"/>
                  </a:lnTo>
                  <a:lnTo>
                    <a:pt x="190480" y="64038"/>
                  </a:lnTo>
                  <a:lnTo>
                    <a:pt x="203251" y="45272"/>
                  </a:lnTo>
                  <a:lnTo>
                    <a:pt x="203485" y="44929"/>
                  </a:lnTo>
                  <a:lnTo>
                    <a:pt x="220483" y="56941"/>
                  </a:lnTo>
                  <a:lnTo>
                    <a:pt x="238284" y="69519"/>
                  </a:lnTo>
                  <a:lnTo>
                    <a:pt x="242449" y="63261"/>
                  </a:lnTo>
                  <a:lnTo>
                    <a:pt x="258310" y="39424"/>
                  </a:lnTo>
                  <a:lnTo>
                    <a:pt x="259332" y="37888"/>
                  </a:lnTo>
                  <a:lnTo>
                    <a:pt x="260914" y="35511"/>
                  </a:lnTo>
                  <a:lnTo>
                    <a:pt x="263937" y="30969"/>
                  </a:lnTo>
                  <a:lnTo>
                    <a:pt x="265622" y="28437"/>
                  </a:lnTo>
                  <a:lnTo>
                    <a:pt x="269161" y="23118"/>
                  </a:lnTo>
                  <a:lnTo>
                    <a:pt x="271861" y="19061"/>
                  </a:lnTo>
                  <a:lnTo>
                    <a:pt x="273134" y="17147"/>
                  </a:lnTo>
                  <a:lnTo>
                    <a:pt x="274302" y="15391"/>
                  </a:lnTo>
                  <a:lnTo>
                    <a:pt x="277886" y="10005"/>
                  </a:lnTo>
                  <a:lnTo>
                    <a:pt x="283936" y="914"/>
                  </a:lnTo>
                  <a:lnTo>
                    <a:pt x="284545" y="0"/>
                  </a:lnTo>
                  <a:lnTo>
                    <a:pt x="285505" y="632"/>
                  </a:lnTo>
                  <a:lnTo>
                    <a:pt x="288932" y="2892"/>
                  </a:lnTo>
                  <a:lnTo>
                    <a:pt x="292719" y="5388"/>
                  </a:lnTo>
                  <a:lnTo>
                    <a:pt x="296891" y="8139"/>
                  </a:lnTo>
                  <a:lnTo>
                    <a:pt x="298530" y="9220"/>
                  </a:lnTo>
                  <a:lnTo>
                    <a:pt x="304001" y="12811"/>
                  </a:lnTo>
                  <a:lnTo>
                    <a:pt x="310853" y="16059"/>
                  </a:lnTo>
                  <a:lnTo>
                    <a:pt x="310998" y="16127"/>
                  </a:lnTo>
                  <a:lnTo>
                    <a:pt x="325219" y="22868"/>
                  </a:lnTo>
                  <a:lnTo>
                    <a:pt x="325384" y="22946"/>
                  </a:lnTo>
                  <a:lnTo>
                    <a:pt x="326758" y="23258"/>
                  </a:lnTo>
                  <a:lnTo>
                    <a:pt x="324743" y="26228"/>
                  </a:lnTo>
                  <a:lnTo>
                    <a:pt x="322821" y="29061"/>
                  </a:lnTo>
                  <a:lnTo>
                    <a:pt x="321119" y="31769"/>
                  </a:lnTo>
                  <a:lnTo>
                    <a:pt x="316797" y="36418"/>
                  </a:lnTo>
                  <a:lnTo>
                    <a:pt x="314686" y="38688"/>
                  </a:lnTo>
                  <a:lnTo>
                    <a:pt x="311049" y="42598"/>
                  </a:lnTo>
                  <a:lnTo>
                    <a:pt x="307142" y="46800"/>
                  </a:lnTo>
                  <a:lnTo>
                    <a:pt x="306042" y="48207"/>
                  </a:lnTo>
                  <a:lnTo>
                    <a:pt x="300545" y="55233"/>
                  </a:lnTo>
                  <a:lnTo>
                    <a:pt x="299423" y="56667"/>
                  </a:lnTo>
                  <a:lnTo>
                    <a:pt x="297335" y="6299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g184"/>
            <p:cNvSpPr/>
            <p:nvPr/>
          </p:nvSpPr>
          <p:spPr>
            <a:xfrm>
              <a:off x="3351372" y="2986176"/>
              <a:ext cx="156490" cy="147944"/>
            </a:xfrm>
            <a:custGeom>
              <a:avLst/>
              <a:pathLst>
                <a:path w="156490" h="147944">
                  <a:moveTo>
                    <a:pt x="65996" y="19456"/>
                  </a:moveTo>
                  <a:lnTo>
                    <a:pt x="65916" y="19750"/>
                  </a:lnTo>
                  <a:lnTo>
                    <a:pt x="66647" y="19560"/>
                  </a:lnTo>
                  <a:lnTo>
                    <a:pt x="68071" y="19578"/>
                  </a:lnTo>
                  <a:lnTo>
                    <a:pt x="68309" y="19581"/>
                  </a:lnTo>
                  <a:lnTo>
                    <a:pt x="71089" y="20245"/>
                  </a:lnTo>
                  <a:lnTo>
                    <a:pt x="75864" y="21731"/>
                  </a:lnTo>
                  <a:lnTo>
                    <a:pt x="76010" y="21776"/>
                  </a:lnTo>
                  <a:lnTo>
                    <a:pt x="77489" y="22685"/>
                  </a:lnTo>
                  <a:lnTo>
                    <a:pt x="82228" y="25470"/>
                  </a:lnTo>
                  <a:lnTo>
                    <a:pt x="84442" y="26489"/>
                  </a:lnTo>
                  <a:lnTo>
                    <a:pt x="86995" y="27664"/>
                  </a:lnTo>
                  <a:lnTo>
                    <a:pt x="89038" y="28367"/>
                  </a:lnTo>
                  <a:lnTo>
                    <a:pt x="91314" y="29066"/>
                  </a:lnTo>
                  <a:lnTo>
                    <a:pt x="97539" y="30976"/>
                  </a:lnTo>
                  <a:lnTo>
                    <a:pt x="99514" y="29797"/>
                  </a:lnTo>
                  <a:lnTo>
                    <a:pt x="102161" y="23984"/>
                  </a:lnTo>
                  <a:lnTo>
                    <a:pt x="102250" y="23663"/>
                  </a:lnTo>
                  <a:lnTo>
                    <a:pt x="102780" y="21737"/>
                  </a:lnTo>
                  <a:lnTo>
                    <a:pt x="103348" y="19671"/>
                  </a:lnTo>
                  <a:lnTo>
                    <a:pt x="104494" y="15507"/>
                  </a:lnTo>
                  <a:lnTo>
                    <a:pt x="105237" y="14687"/>
                  </a:lnTo>
                  <a:lnTo>
                    <a:pt x="106154" y="14059"/>
                  </a:lnTo>
                  <a:lnTo>
                    <a:pt x="118795" y="5392"/>
                  </a:lnTo>
                  <a:lnTo>
                    <a:pt x="125000" y="2984"/>
                  </a:lnTo>
                  <a:lnTo>
                    <a:pt x="125643" y="2797"/>
                  </a:lnTo>
                  <a:lnTo>
                    <a:pt x="128391" y="1999"/>
                  </a:lnTo>
                  <a:lnTo>
                    <a:pt x="135237" y="2745"/>
                  </a:lnTo>
                  <a:lnTo>
                    <a:pt x="152485" y="13573"/>
                  </a:lnTo>
                  <a:lnTo>
                    <a:pt x="154037" y="15539"/>
                  </a:lnTo>
                  <a:lnTo>
                    <a:pt x="156490" y="19963"/>
                  </a:lnTo>
                  <a:lnTo>
                    <a:pt x="153555" y="20595"/>
                  </a:lnTo>
                  <a:lnTo>
                    <a:pt x="146526" y="25813"/>
                  </a:lnTo>
                  <a:lnTo>
                    <a:pt x="144837" y="27700"/>
                  </a:lnTo>
                  <a:lnTo>
                    <a:pt x="138963" y="31136"/>
                  </a:lnTo>
                  <a:lnTo>
                    <a:pt x="138319" y="31513"/>
                  </a:lnTo>
                  <a:lnTo>
                    <a:pt x="137737" y="31673"/>
                  </a:lnTo>
                  <a:lnTo>
                    <a:pt x="135256" y="32356"/>
                  </a:lnTo>
                  <a:lnTo>
                    <a:pt x="132322" y="34044"/>
                  </a:lnTo>
                  <a:lnTo>
                    <a:pt x="131812" y="34337"/>
                  </a:lnTo>
                  <a:lnTo>
                    <a:pt x="129955" y="35406"/>
                  </a:lnTo>
                  <a:lnTo>
                    <a:pt x="126460" y="38015"/>
                  </a:lnTo>
                  <a:lnTo>
                    <a:pt x="124995" y="40580"/>
                  </a:lnTo>
                  <a:lnTo>
                    <a:pt x="123952" y="42404"/>
                  </a:lnTo>
                  <a:lnTo>
                    <a:pt x="123868" y="42551"/>
                  </a:lnTo>
                  <a:lnTo>
                    <a:pt x="121591" y="45882"/>
                  </a:lnTo>
                  <a:lnTo>
                    <a:pt x="118368" y="55030"/>
                  </a:lnTo>
                  <a:lnTo>
                    <a:pt x="117193" y="58365"/>
                  </a:lnTo>
                  <a:lnTo>
                    <a:pt x="116564" y="62660"/>
                  </a:lnTo>
                  <a:lnTo>
                    <a:pt x="116484" y="66484"/>
                  </a:lnTo>
                  <a:lnTo>
                    <a:pt x="116407" y="70166"/>
                  </a:lnTo>
                  <a:lnTo>
                    <a:pt x="116267" y="71126"/>
                  </a:lnTo>
                  <a:lnTo>
                    <a:pt x="116002" y="72935"/>
                  </a:lnTo>
                  <a:lnTo>
                    <a:pt x="115907" y="73145"/>
                  </a:lnTo>
                  <a:lnTo>
                    <a:pt x="115748" y="73492"/>
                  </a:lnTo>
                  <a:lnTo>
                    <a:pt x="114798" y="74552"/>
                  </a:lnTo>
                  <a:lnTo>
                    <a:pt x="114596" y="74778"/>
                  </a:lnTo>
                  <a:lnTo>
                    <a:pt x="113842" y="75806"/>
                  </a:lnTo>
                  <a:lnTo>
                    <a:pt x="113031" y="76910"/>
                  </a:lnTo>
                  <a:lnTo>
                    <a:pt x="112472" y="77671"/>
                  </a:lnTo>
                  <a:lnTo>
                    <a:pt x="112253" y="77971"/>
                  </a:lnTo>
                  <a:lnTo>
                    <a:pt x="109702" y="81447"/>
                  </a:lnTo>
                  <a:lnTo>
                    <a:pt x="109245" y="81978"/>
                  </a:lnTo>
                  <a:lnTo>
                    <a:pt x="107773" y="83691"/>
                  </a:lnTo>
                  <a:lnTo>
                    <a:pt x="106228" y="85552"/>
                  </a:lnTo>
                  <a:lnTo>
                    <a:pt x="106014" y="86094"/>
                  </a:lnTo>
                  <a:lnTo>
                    <a:pt x="105624" y="87079"/>
                  </a:lnTo>
                  <a:lnTo>
                    <a:pt x="105342" y="87791"/>
                  </a:lnTo>
                  <a:lnTo>
                    <a:pt x="105291" y="88075"/>
                  </a:lnTo>
                  <a:lnTo>
                    <a:pt x="105246" y="88327"/>
                  </a:lnTo>
                  <a:lnTo>
                    <a:pt x="104958" y="89931"/>
                  </a:lnTo>
                  <a:lnTo>
                    <a:pt x="104676" y="91496"/>
                  </a:lnTo>
                  <a:lnTo>
                    <a:pt x="104597" y="91939"/>
                  </a:lnTo>
                  <a:lnTo>
                    <a:pt x="103884" y="96160"/>
                  </a:lnTo>
                  <a:lnTo>
                    <a:pt x="104385" y="96389"/>
                  </a:lnTo>
                  <a:lnTo>
                    <a:pt x="105119" y="96724"/>
                  </a:lnTo>
                  <a:lnTo>
                    <a:pt x="104275" y="96807"/>
                  </a:lnTo>
                  <a:lnTo>
                    <a:pt x="103763" y="96858"/>
                  </a:lnTo>
                  <a:lnTo>
                    <a:pt x="85395" y="94201"/>
                  </a:lnTo>
                  <a:lnTo>
                    <a:pt x="48936" y="147944"/>
                  </a:lnTo>
                  <a:lnTo>
                    <a:pt x="30565" y="135430"/>
                  </a:lnTo>
                  <a:lnTo>
                    <a:pt x="14479" y="124211"/>
                  </a:lnTo>
                  <a:lnTo>
                    <a:pt x="14214" y="124592"/>
                  </a:lnTo>
                  <a:lnTo>
                    <a:pt x="0" y="114460"/>
                  </a:lnTo>
                  <a:lnTo>
                    <a:pt x="3152" y="108282"/>
                  </a:lnTo>
                  <a:lnTo>
                    <a:pt x="6583" y="103063"/>
                  </a:lnTo>
                  <a:lnTo>
                    <a:pt x="7059" y="102396"/>
                  </a:lnTo>
                  <a:lnTo>
                    <a:pt x="7270" y="102100"/>
                  </a:lnTo>
                  <a:lnTo>
                    <a:pt x="8015" y="100514"/>
                  </a:lnTo>
                  <a:lnTo>
                    <a:pt x="8203" y="100115"/>
                  </a:lnTo>
                  <a:lnTo>
                    <a:pt x="8951" y="96954"/>
                  </a:lnTo>
                  <a:lnTo>
                    <a:pt x="10620" y="89902"/>
                  </a:lnTo>
                  <a:lnTo>
                    <a:pt x="17820" y="87540"/>
                  </a:lnTo>
                  <a:lnTo>
                    <a:pt x="17521" y="86775"/>
                  </a:lnTo>
                  <a:lnTo>
                    <a:pt x="15711" y="82147"/>
                  </a:lnTo>
                  <a:lnTo>
                    <a:pt x="14278" y="78356"/>
                  </a:lnTo>
                  <a:lnTo>
                    <a:pt x="9752" y="70009"/>
                  </a:lnTo>
                  <a:lnTo>
                    <a:pt x="14723" y="71344"/>
                  </a:lnTo>
                  <a:lnTo>
                    <a:pt x="16295" y="65452"/>
                  </a:lnTo>
                  <a:lnTo>
                    <a:pt x="17369" y="61424"/>
                  </a:lnTo>
                  <a:lnTo>
                    <a:pt x="17761" y="60557"/>
                  </a:lnTo>
                  <a:lnTo>
                    <a:pt x="18702" y="58478"/>
                  </a:lnTo>
                  <a:lnTo>
                    <a:pt x="19134" y="57522"/>
                  </a:lnTo>
                  <a:lnTo>
                    <a:pt x="23381" y="45627"/>
                  </a:lnTo>
                  <a:lnTo>
                    <a:pt x="26217" y="39734"/>
                  </a:lnTo>
                  <a:lnTo>
                    <a:pt x="28305" y="33408"/>
                  </a:lnTo>
                  <a:lnTo>
                    <a:pt x="29427" y="31974"/>
                  </a:lnTo>
                  <a:lnTo>
                    <a:pt x="34923" y="24948"/>
                  </a:lnTo>
                  <a:lnTo>
                    <a:pt x="36024" y="23541"/>
                  </a:lnTo>
                  <a:lnTo>
                    <a:pt x="39931" y="19340"/>
                  </a:lnTo>
                  <a:lnTo>
                    <a:pt x="43567" y="15429"/>
                  </a:lnTo>
                  <a:lnTo>
                    <a:pt x="45679" y="13159"/>
                  </a:lnTo>
                  <a:lnTo>
                    <a:pt x="50001" y="8511"/>
                  </a:lnTo>
                  <a:lnTo>
                    <a:pt x="51703" y="5802"/>
                  </a:lnTo>
                  <a:lnTo>
                    <a:pt x="53625" y="2969"/>
                  </a:lnTo>
                  <a:lnTo>
                    <a:pt x="55640" y="0"/>
                  </a:lnTo>
                  <a:lnTo>
                    <a:pt x="62032" y="491"/>
                  </a:lnTo>
                  <a:lnTo>
                    <a:pt x="70980" y="1179"/>
                  </a:lnTo>
                  <a:lnTo>
                    <a:pt x="68393" y="10663"/>
                  </a:lnTo>
                  <a:lnTo>
                    <a:pt x="68337" y="10870"/>
                  </a:lnTo>
                  <a:lnTo>
                    <a:pt x="66131" y="18961"/>
                  </a:lnTo>
                  <a:lnTo>
                    <a:pt x="66085" y="1913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g185"/>
            <p:cNvSpPr/>
            <p:nvPr/>
          </p:nvSpPr>
          <p:spPr>
            <a:xfrm>
              <a:off x="3394845" y="2998805"/>
              <a:ext cx="145233" cy="217575"/>
            </a:xfrm>
            <a:custGeom>
              <a:avLst/>
              <a:pathLst>
                <a:path w="145233" h="217575">
                  <a:moveTo>
                    <a:pt x="127608" y="52919"/>
                  </a:moveTo>
                  <a:lnTo>
                    <a:pt x="127900" y="55645"/>
                  </a:lnTo>
                  <a:lnTo>
                    <a:pt x="128294" y="56799"/>
                  </a:lnTo>
                  <a:lnTo>
                    <a:pt x="128218" y="59028"/>
                  </a:lnTo>
                  <a:lnTo>
                    <a:pt x="127999" y="65439"/>
                  </a:lnTo>
                  <a:lnTo>
                    <a:pt x="127917" y="65914"/>
                  </a:lnTo>
                  <a:lnTo>
                    <a:pt x="127864" y="66218"/>
                  </a:lnTo>
                  <a:lnTo>
                    <a:pt x="127438" y="68674"/>
                  </a:lnTo>
                  <a:lnTo>
                    <a:pt x="127263" y="69683"/>
                  </a:lnTo>
                  <a:lnTo>
                    <a:pt x="126198" y="72470"/>
                  </a:lnTo>
                  <a:lnTo>
                    <a:pt x="125939" y="73148"/>
                  </a:lnTo>
                  <a:lnTo>
                    <a:pt x="125319" y="74771"/>
                  </a:lnTo>
                  <a:lnTo>
                    <a:pt x="125389" y="78951"/>
                  </a:lnTo>
                  <a:lnTo>
                    <a:pt x="125406" y="79933"/>
                  </a:lnTo>
                  <a:lnTo>
                    <a:pt x="127587" y="85879"/>
                  </a:lnTo>
                  <a:lnTo>
                    <a:pt x="127937" y="87083"/>
                  </a:lnTo>
                  <a:lnTo>
                    <a:pt x="128523" y="89148"/>
                  </a:lnTo>
                  <a:lnTo>
                    <a:pt x="128372" y="90175"/>
                  </a:lnTo>
                  <a:lnTo>
                    <a:pt x="128190" y="91416"/>
                  </a:lnTo>
                  <a:lnTo>
                    <a:pt x="127536" y="93271"/>
                  </a:lnTo>
                  <a:lnTo>
                    <a:pt x="126570" y="95078"/>
                  </a:lnTo>
                  <a:lnTo>
                    <a:pt x="122398" y="99293"/>
                  </a:lnTo>
                  <a:lnTo>
                    <a:pt x="120680" y="101199"/>
                  </a:lnTo>
                  <a:lnTo>
                    <a:pt x="119796" y="102840"/>
                  </a:lnTo>
                  <a:lnTo>
                    <a:pt x="121020" y="103874"/>
                  </a:lnTo>
                  <a:lnTo>
                    <a:pt x="124172" y="105614"/>
                  </a:lnTo>
                  <a:lnTo>
                    <a:pt x="125293" y="106387"/>
                  </a:lnTo>
                  <a:lnTo>
                    <a:pt x="126042" y="106903"/>
                  </a:lnTo>
                  <a:lnTo>
                    <a:pt x="128339" y="110588"/>
                  </a:lnTo>
                  <a:lnTo>
                    <a:pt x="127890" y="113470"/>
                  </a:lnTo>
                  <a:lnTo>
                    <a:pt x="127704" y="113847"/>
                  </a:lnTo>
                  <a:lnTo>
                    <a:pt x="127112" y="115049"/>
                  </a:lnTo>
                  <a:lnTo>
                    <a:pt x="129292" y="115892"/>
                  </a:lnTo>
                  <a:lnTo>
                    <a:pt x="129798" y="116284"/>
                  </a:lnTo>
                  <a:lnTo>
                    <a:pt x="134172" y="119665"/>
                  </a:lnTo>
                  <a:lnTo>
                    <a:pt x="141073" y="117422"/>
                  </a:lnTo>
                  <a:lnTo>
                    <a:pt x="144806" y="116976"/>
                  </a:lnTo>
                  <a:lnTo>
                    <a:pt x="145233" y="116839"/>
                  </a:lnTo>
                  <a:lnTo>
                    <a:pt x="145184" y="117934"/>
                  </a:lnTo>
                  <a:lnTo>
                    <a:pt x="145079" y="120268"/>
                  </a:lnTo>
                  <a:lnTo>
                    <a:pt x="145034" y="122168"/>
                  </a:lnTo>
                  <a:lnTo>
                    <a:pt x="144863" y="129352"/>
                  </a:lnTo>
                  <a:lnTo>
                    <a:pt x="144800" y="131981"/>
                  </a:lnTo>
                  <a:lnTo>
                    <a:pt x="140647" y="130027"/>
                  </a:lnTo>
                  <a:lnTo>
                    <a:pt x="139304" y="138014"/>
                  </a:lnTo>
                  <a:lnTo>
                    <a:pt x="139101" y="138583"/>
                  </a:lnTo>
                  <a:lnTo>
                    <a:pt x="138901" y="139142"/>
                  </a:lnTo>
                  <a:lnTo>
                    <a:pt x="137949" y="141808"/>
                  </a:lnTo>
                  <a:lnTo>
                    <a:pt x="137064" y="143104"/>
                  </a:lnTo>
                  <a:lnTo>
                    <a:pt x="135430" y="145496"/>
                  </a:lnTo>
                  <a:lnTo>
                    <a:pt x="134201" y="147295"/>
                  </a:lnTo>
                  <a:lnTo>
                    <a:pt x="132717" y="149468"/>
                  </a:lnTo>
                  <a:lnTo>
                    <a:pt x="132295" y="150086"/>
                  </a:lnTo>
                  <a:lnTo>
                    <a:pt x="131418" y="152294"/>
                  </a:lnTo>
                  <a:lnTo>
                    <a:pt x="131087" y="153126"/>
                  </a:lnTo>
                  <a:lnTo>
                    <a:pt x="131405" y="154940"/>
                  </a:lnTo>
                  <a:lnTo>
                    <a:pt x="131941" y="158003"/>
                  </a:lnTo>
                  <a:lnTo>
                    <a:pt x="132514" y="159009"/>
                  </a:lnTo>
                  <a:lnTo>
                    <a:pt x="132638" y="159228"/>
                  </a:lnTo>
                  <a:lnTo>
                    <a:pt x="134102" y="166667"/>
                  </a:lnTo>
                  <a:lnTo>
                    <a:pt x="133955" y="168473"/>
                  </a:lnTo>
                  <a:lnTo>
                    <a:pt x="133169" y="171012"/>
                  </a:lnTo>
                  <a:lnTo>
                    <a:pt x="132883" y="171938"/>
                  </a:lnTo>
                  <a:lnTo>
                    <a:pt x="131322" y="173473"/>
                  </a:lnTo>
                  <a:lnTo>
                    <a:pt x="127830" y="174942"/>
                  </a:lnTo>
                  <a:lnTo>
                    <a:pt x="127464" y="174099"/>
                  </a:lnTo>
                  <a:lnTo>
                    <a:pt x="126545" y="173689"/>
                  </a:lnTo>
                  <a:lnTo>
                    <a:pt x="122935" y="173114"/>
                  </a:lnTo>
                  <a:lnTo>
                    <a:pt x="121055" y="172576"/>
                  </a:lnTo>
                  <a:lnTo>
                    <a:pt x="119641" y="170950"/>
                  </a:lnTo>
                  <a:lnTo>
                    <a:pt x="118405" y="169883"/>
                  </a:lnTo>
                  <a:lnTo>
                    <a:pt x="116343" y="169626"/>
                  </a:lnTo>
                  <a:lnTo>
                    <a:pt x="110997" y="169626"/>
                  </a:lnTo>
                  <a:lnTo>
                    <a:pt x="107142" y="169374"/>
                  </a:lnTo>
                  <a:lnTo>
                    <a:pt x="105689" y="170511"/>
                  </a:lnTo>
                  <a:lnTo>
                    <a:pt x="104196" y="173020"/>
                  </a:lnTo>
                  <a:lnTo>
                    <a:pt x="103333" y="173642"/>
                  </a:lnTo>
                  <a:lnTo>
                    <a:pt x="96088" y="174063"/>
                  </a:lnTo>
                  <a:lnTo>
                    <a:pt x="95564" y="174169"/>
                  </a:lnTo>
                  <a:lnTo>
                    <a:pt x="93300" y="174625"/>
                  </a:lnTo>
                  <a:lnTo>
                    <a:pt x="92453" y="176410"/>
                  </a:lnTo>
                  <a:lnTo>
                    <a:pt x="92063" y="177234"/>
                  </a:lnTo>
                  <a:lnTo>
                    <a:pt x="90845" y="180767"/>
                  </a:lnTo>
                  <a:lnTo>
                    <a:pt x="89785" y="182673"/>
                  </a:lnTo>
                  <a:lnTo>
                    <a:pt x="88744" y="183456"/>
                  </a:lnTo>
                  <a:lnTo>
                    <a:pt x="82854" y="183095"/>
                  </a:lnTo>
                  <a:lnTo>
                    <a:pt x="79242" y="183536"/>
                  </a:lnTo>
                  <a:lnTo>
                    <a:pt x="78878" y="185200"/>
                  </a:lnTo>
                  <a:lnTo>
                    <a:pt x="78783" y="188931"/>
                  </a:lnTo>
                  <a:lnTo>
                    <a:pt x="78455" y="197696"/>
                  </a:lnTo>
                  <a:lnTo>
                    <a:pt x="78779" y="203385"/>
                  </a:lnTo>
                  <a:lnTo>
                    <a:pt x="78914" y="203596"/>
                  </a:lnTo>
                  <a:lnTo>
                    <a:pt x="79346" y="204270"/>
                  </a:lnTo>
                  <a:lnTo>
                    <a:pt x="80554" y="204421"/>
                  </a:lnTo>
                  <a:lnTo>
                    <a:pt x="81791" y="203939"/>
                  </a:lnTo>
                  <a:lnTo>
                    <a:pt x="82939" y="203156"/>
                  </a:lnTo>
                  <a:lnTo>
                    <a:pt x="83970" y="202163"/>
                  </a:lnTo>
                  <a:lnTo>
                    <a:pt x="85089" y="200688"/>
                  </a:lnTo>
                  <a:lnTo>
                    <a:pt x="86687" y="199040"/>
                  </a:lnTo>
                  <a:lnTo>
                    <a:pt x="96196" y="205608"/>
                  </a:lnTo>
                  <a:lnTo>
                    <a:pt x="93031" y="210330"/>
                  </a:lnTo>
                  <a:lnTo>
                    <a:pt x="88175" y="217575"/>
                  </a:lnTo>
                  <a:lnTo>
                    <a:pt x="84425" y="216157"/>
                  </a:lnTo>
                  <a:lnTo>
                    <a:pt x="81380" y="214793"/>
                  </a:lnTo>
                  <a:lnTo>
                    <a:pt x="76764" y="210330"/>
                  </a:lnTo>
                  <a:lnTo>
                    <a:pt x="75341" y="208370"/>
                  </a:lnTo>
                  <a:lnTo>
                    <a:pt x="73655" y="206049"/>
                  </a:lnTo>
                  <a:lnTo>
                    <a:pt x="69882" y="203065"/>
                  </a:lnTo>
                  <a:lnTo>
                    <a:pt x="62256" y="197952"/>
                  </a:lnTo>
                  <a:lnTo>
                    <a:pt x="51440" y="190160"/>
                  </a:lnTo>
                  <a:lnTo>
                    <a:pt x="47749" y="187534"/>
                  </a:lnTo>
                  <a:lnTo>
                    <a:pt x="31709" y="176127"/>
                  </a:lnTo>
                  <a:lnTo>
                    <a:pt x="30369" y="175174"/>
                  </a:lnTo>
                  <a:lnTo>
                    <a:pt x="29269" y="175214"/>
                  </a:lnTo>
                  <a:lnTo>
                    <a:pt x="28052" y="175696"/>
                  </a:lnTo>
                  <a:lnTo>
                    <a:pt x="27822" y="176744"/>
                  </a:lnTo>
                  <a:lnTo>
                    <a:pt x="27483" y="178727"/>
                  </a:lnTo>
                  <a:lnTo>
                    <a:pt x="26813" y="180306"/>
                  </a:lnTo>
                  <a:lnTo>
                    <a:pt x="21082" y="169487"/>
                  </a:lnTo>
                  <a:lnTo>
                    <a:pt x="20238" y="167893"/>
                  </a:lnTo>
                  <a:lnTo>
                    <a:pt x="20059" y="165916"/>
                  </a:lnTo>
                  <a:lnTo>
                    <a:pt x="19907" y="160194"/>
                  </a:lnTo>
                  <a:lnTo>
                    <a:pt x="18434" y="158117"/>
                  </a:lnTo>
                  <a:lnTo>
                    <a:pt x="16827" y="156947"/>
                  </a:lnTo>
                  <a:lnTo>
                    <a:pt x="15872" y="156251"/>
                  </a:lnTo>
                  <a:lnTo>
                    <a:pt x="15516" y="155981"/>
                  </a:lnTo>
                  <a:lnTo>
                    <a:pt x="3048" y="146531"/>
                  </a:lnTo>
                  <a:lnTo>
                    <a:pt x="1703" y="145305"/>
                  </a:lnTo>
                  <a:lnTo>
                    <a:pt x="0" y="143752"/>
                  </a:lnTo>
                  <a:lnTo>
                    <a:pt x="5585" y="135398"/>
                  </a:lnTo>
                  <a:lnTo>
                    <a:pt x="41921" y="81571"/>
                  </a:lnTo>
                  <a:lnTo>
                    <a:pt x="60289" y="84228"/>
                  </a:lnTo>
                  <a:lnTo>
                    <a:pt x="60911" y="84167"/>
                  </a:lnTo>
                  <a:lnTo>
                    <a:pt x="61645" y="84095"/>
                  </a:lnTo>
                  <a:lnTo>
                    <a:pt x="60911" y="83759"/>
                  </a:lnTo>
                  <a:lnTo>
                    <a:pt x="60368" y="83511"/>
                  </a:lnTo>
                  <a:lnTo>
                    <a:pt x="61123" y="79310"/>
                  </a:lnTo>
                  <a:lnTo>
                    <a:pt x="61203" y="78867"/>
                  </a:lnTo>
                  <a:lnTo>
                    <a:pt x="61484" y="77302"/>
                  </a:lnTo>
                  <a:lnTo>
                    <a:pt x="61772" y="75697"/>
                  </a:lnTo>
                  <a:lnTo>
                    <a:pt x="61817" y="75446"/>
                  </a:lnTo>
                  <a:lnTo>
                    <a:pt x="61869" y="75161"/>
                  </a:lnTo>
                  <a:lnTo>
                    <a:pt x="62150" y="74450"/>
                  </a:lnTo>
                  <a:lnTo>
                    <a:pt x="62540" y="73464"/>
                  </a:lnTo>
                  <a:lnTo>
                    <a:pt x="62801" y="72803"/>
                  </a:lnTo>
                  <a:lnTo>
                    <a:pt x="64299" y="71061"/>
                  </a:lnTo>
                  <a:lnTo>
                    <a:pt x="65771" y="69349"/>
                  </a:lnTo>
                  <a:lnTo>
                    <a:pt x="66228" y="68817"/>
                  </a:lnTo>
                  <a:lnTo>
                    <a:pt x="68779" y="65341"/>
                  </a:lnTo>
                  <a:lnTo>
                    <a:pt x="68999" y="65042"/>
                  </a:lnTo>
                  <a:lnTo>
                    <a:pt x="69558" y="64280"/>
                  </a:lnTo>
                  <a:lnTo>
                    <a:pt x="70368" y="63176"/>
                  </a:lnTo>
                  <a:lnTo>
                    <a:pt x="71122" y="62148"/>
                  </a:lnTo>
                  <a:lnTo>
                    <a:pt x="71325" y="61922"/>
                  </a:lnTo>
                  <a:lnTo>
                    <a:pt x="72275" y="60862"/>
                  </a:lnTo>
                  <a:lnTo>
                    <a:pt x="72433" y="60515"/>
                  </a:lnTo>
                  <a:lnTo>
                    <a:pt x="72529" y="60306"/>
                  </a:lnTo>
                  <a:lnTo>
                    <a:pt x="72793" y="58497"/>
                  </a:lnTo>
                  <a:lnTo>
                    <a:pt x="72934" y="57536"/>
                  </a:lnTo>
                  <a:lnTo>
                    <a:pt x="73011" y="53854"/>
                  </a:lnTo>
                  <a:lnTo>
                    <a:pt x="73091" y="50031"/>
                  </a:lnTo>
                  <a:lnTo>
                    <a:pt x="73719" y="45736"/>
                  </a:lnTo>
                  <a:lnTo>
                    <a:pt x="74894" y="42401"/>
                  </a:lnTo>
                  <a:lnTo>
                    <a:pt x="78117" y="33253"/>
                  </a:lnTo>
                  <a:lnTo>
                    <a:pt x="80395" y="29921"/>
                  </a:lnTo>
                  <a:lnTo>
                    <a:pt x="80478" y="29775"/>
                  </a:lnTo>
                  <a:lnTo>
                    <a:pt x="81521" y="27950"/>
                  </a:lnTo>
                  <a:lnTo>
                    <a:pt x="82986" y="25386"/>
                  </a:lnTo>
                  <a:lnTo>
                    <a:pt x="86481" y="22777"/>
                  </a:lnTo>
                  <a:lnTo>
                    <a:pt x="88339" y="21708"/>
                  </a:lnTo>
                  <a:lnTo>
                    <a:pt x="88848" y="21415"/>
                  </a:lnTo>
                  <a:lnTo>
                    <a:pt x="91782" y="19726"/>
                  </a:lnTo>
                  <a:lnTo>
                    <a:pt x="94263" y="19043"/>
                  </a:lnTo>
                  <a:lnTo>
                    <a:pt x="94845" y="18883"/>
                  </a:lnTo>
                  <a:lnTo>
                    <a:pt x="95489" y="18507"/>
                  </a:lnTo>
                  <a:lnTo>
                    <a:pt x="101364" y="15070"/>
                  </a:lnTo>
                  <a:lnTo>
                    <a:pt x="103052" y="13184"/>
                  </a:lnTo>
                  <a:lnTo>
                    <a:pt x="110081" y="7966"/>
                  </a:lnTo>
                  <a:lnTo>
                    <a:pt x="113017" y="7333"/>
                  </a:lnTo>
                  <a:lnTo>
                    <a:pt x="110563" y="2910"/>
                  </a:lnTo>
                  <a:lnTo>
                    <a:pt x="115962" y="551"/>
                  </a:lnTo>
                  <a:lnTo>
                    <a:pt x="123816" y="0"/>
                  </a:lnTo>
                  <a:lnTo>
                    <a:pt x="128332" y="1153"/>
                  </a:lnTo>
                  <a:lnTo>
                    <a:pt x="131522" y="3863"/>
                  </a:lnTo>
                  <a:lnTo>
                    <a:pt x="132848" y="7726"/>
                  </a:lnTo>
                  <a:lnTo>
                    <a:pt x="129853" y="12994"/>
                  </a:lnTo>
                  <a:lnTo>
                    <a:pt x="126516" y="19788"/>
                  </a:lnTo>
                  <a:lnTo>
                    <a:pt x="116679" y="27645"/>
                  </a:lnTo>
                  <a:lnTo>
                    <a:pt x="116679" y="33334"/>
                  </a:lnTo>
                  <a:lnTo>
                    <a:pt x="124018" y="43172"/>
                  </a:lnTo>
                  <a:lnTo>
                    <a:pt x="124103" y="43916"/>
                  </a:lnTo>
                  <a:lnTo>
                    <a:pt x="124272" y="45384"/>
                  </a:lnTo>
                  <a:lnTo>
                    <a:pt x="123563" y="49639"/>
                  </a:lnTo>
                  <a:lnTo>
                    <a:pt x="123840" y="50298"/>
                  </a:lnTo>
                  <a:lnTo>
                    <a:pt x="124255" y="51285"/>
                  </a:lnTo>
                  <a:lnTo>
                    <a:pt x="124990" y="51619"/>
                  </a:lnTo>
                  <a:lnTo>
                    <a:pt x="125985" y="52071"/>
                  </a:lnTo>
                  <a:lnTo>
                    <a:pt x="126319" y="522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g186"/>
            <p:cNvSpPr/>
            <p:nvPr/>
          </p:nvSpPr>
          <p:spPr>
            <a:xfrm>
              <a:off x="3259165" y="3710055"/>
              <a:ext cx="55327" cy="52209"/>
            </a:xfrm>
            <a:custGeom>
              <a:avLst/>
              <a:pathLst>
                <a:path w="55327" h="52209">
                  <a:moveTo>
                    <a:pt x="53426" y="25347"/>
                  </a:moveTo>
                  <a:lnTo>
                    <a:pt x="53819" y="29040"/>
                  </a:lnTo>
                  <a:lnTo>
                    <a:pt x="54252" y="30618"/>
                  </a:lnTo>
                  <a:lnTo>
                    <a:pt x="54545" y="31689"/>
                  </a:lnTo>
                  <a:lnTo>
                    <a:pt x="54492" y="33184"/>
                  </a:lnTo>
                  <a:lnTo>
                    <a:pt x="54526" y="35222"/>
                  </a:lnTo>
                  <a:lnTo>
                    <a:pt x="55224" y="37376"/>
                  </a:lnTo>
                  <a:lnTo>
                    <a:pt x="55327" y="37696"/>
                  </a:lnTo>
                  <a:lnTo>
                    <a:pt x="54090" y="38403"/>
                  </a:lnTo>
                  <a:lnTo>
                    <a:pt x="53001" y="39005"/>
                  </a:lnTo>
                  <a:lnTo>
                    <a:pt x="51617" y="39577"/>
                  </a:lnTo>
                  <a:lnTo>
                    <a:pt x="50126" y="39841"/>
                  </a:lnTo>
                  <a:lnTo>
                    <a:pt x="49510" y="40142"/>
                  </a:lnTo>
                  <a:lnTo>
                    <a:pt x="48553" y="40198"/>
                  </a:lnTo>
                  <a:lnTo>
                    <a:pt x="47978" y="40231"/>
                  </a:lnTo>
                  <a:lnTo>
                    <a:pt x="47514" y="40074"/>
                  </a:lnTo>
                  <a:lnTo>
                    <a:pt x="46942" y="39872"/>
                  </a:lnTo>
                  <a:lnTo>
                    <a:pt x="44350" y="38742"/>
                  </a:lnTo>
                  <a:lnTo>
                    <a:pt x="43178" y="38230"/>
                  </a:lnTo>
                  <a:lnTo>
                    <a:pt x="40307" y="47271"/>
                  </a:lnTo>
                  <a:lnTo>
                    <a:pt x="36684" y="47723"/>
                  </a:lnTo>
                  <a:lnTo>
                    <a:pt x="34564" y="48761"/>
                  </a:lnTo>
                  <a:lnTo>
                    <a:pt x="32898" y="48773"/>
                  </a:lnTo>
                  <a:lnTo>
                    <a:pt x="33974" y="43560"/>
                  </a:lnTo>
                  <a:lnTo>
                    <a:pt x="30197" y="43630"/>
                  </a:lnTo>
                  <a:lnTo>
                    <a:pt x="29361" y="49458"/>
                  </a:lnTo>
                  <a:lnTo>
                    <a:pt x="28886" y="52209"/>
                  </a:lnTo>
                  <a:lnTo>
                    <a:pt x="25594" y="45481"/>
                  </a:lnTo>
                  <a:lnTo>
                    <a:pt x="23573" y="43729"/>
                  </a:lnTo>
                  <a:lnTo>
                    <a:pt x="22864" y="43188"/>
                  </a:lnTo>
                  <a:lnTo>
                    <a:pt x="19547" y="40658"/>
                  </a:lnTo>
                  <a:lnTo>
                    <a:pt x="17889" y="39394"/>
                  </a:lnTo>
                  <a:lnTo>
                    <a:pt x="15857" y="37377"/>
                  </a:lnTo>
                  <a:lnTo>
                    <a:pt x="11957" y="34241"/>
                  </a:lnTo>
                  <a:lnTo>
                    <a:pt x="9642" y="32640"/>
                  </a:lnTo>
                  <a:lnTo>
                    <a:pt x="5389" y="38318"/>
                  </a:lnTo>
                  <a:lnTo>
                    <a:pt x="0" y="34650"/>
                  </a:lnTo>
                  <a:lnTo>
                    <a:pt x="336" y="33931"/>
                  </a:lnTo>
                  <a:lnTo>
                    <a:pt x="885" y="32653"/>
                  </a:lnTo>
                  <a:lnTo>
                    <a:pt x="1973" y="31658"/>
                  </a:lnTo>
                  <a:lnTo>
                    <a:pt x="2564" y="31117"/>
                  </a:lnTo>
                  <a:lnTo>
                    <a:pt x="3942" y="28924"/>
                  </a:lnTo>
                  <a:lnTo>
                    <a:pt x="4373" y="28238"/>
                  </a:lnTo>
                  <a:lnTo>
                    <a:pt x="4775" y="27742"/>
                  </a:lnTo>
                  <a:lnTo>
                    <a:pt x="4943" y="27534"/>
                  </a:lnTo>
                  <a:lnTo>
                    <a:pt x="8497" y="23146"/>
                  </a:lnTo>
                  <a:lnTo>
                    <a:pt x="9029" y="22488"/>
                  </a:lnTo>
                  <a:lnTo>
                    <a:pt x="9170" y="22604"/>
                  </a:lnTo>
                  <a:lnTo>
                    <a:pt x="9987" y="23280"/>
                  </a:lnTo>
                  <a:lnTo>
                    <a:pt x="10641" y="23820"/>
                  </a:lnTo>
                  <a:lnTo>
                    <a:pt x="10839" y="23983"/>
                  </a:lnTo>
                  <a:lnTo>
                    <a:pt x="10987" y="24105"/>
                  </a:lnTo>
                  <a:lnTo>
                    <a:pt x="13437" y="26129"/>
                  </a:lnTo>
                  <a:lnTo>
                    <a:pt x="13672" y="26323"/>
                  </a:lnTo>
                  <a:lnTo>
                    <a:pt x="13986" y="26582"/>
                  </a:lnTo>
                  <a:lnTo>
                    <a:pt x="15615" y="27208"/>
                  </a:lnTo>
                  <a:lnTo>
                    <a:pt x="16213" y="27437"/>
                  </a:lnTo>
                  <a:lnTo>
                    <a:pt x="17886" y="27855"/>
                  </a:lnTo>
                  <a:lnTo>
                    <a:pt x="18186" y="27930"/>
                  </a:lnTo>
                  <a:lnTo>
                    <a:pt x="19835" y="28342"/>
                  </a:lnTo>
                  <a:lnTo>
                    <a:pt x="20055" y="28418"/>
                  </a:lnTo>
                  <a:lnTo>
                    <a:pt x="20220" y="28475"/>
                  </a:lnTo>
                  <a:lnTo>
                    <a:pt x="20296" y="28310"/>
                  </a:lnTo>
                  <a:lnTo>
                    <a:pt x="21728" y="25176"/>
                  </a:lnTo>
                  <a:lnTo>
                    <a:pt x="21277" y="24983"/>
                  </a:lnTo>
                  <a:lnTo>
                    <a:pt x="19982" y="24428"/>
                  </a:lnTo>
                  <a:lnTo>
                    <a:pt x="19532" y="24236"/>
                  </a:lnTo>
                  <a:lnTo>
                    <a:pt x="18522" y="23643"/>
                  </a:lnTo>
                  <a:lnTo>
                    <a:pt x="17942" y="23303"/>
                  </a:lnTo>
                  <a:lnTo>
                    <a:pt x="17357" y="22611"/>
                  </a:lnTo>
                  <a:lnTo>
                    <a:pt x="16254" y="19123"/>
                  </a:lnTo>
                  <a:lnTo>
                    <a:pt x="15465" y="16630"/>
                  </a:lnTo>
                  <a:lnTo>
                    <a:pt x="15380" y="16364"/>
                  </a:lnTo>
                  <a:lnTo>
                    <a:pt x="13811" y="11421"/>
                  </a:lnTo>
                  <a:lnTo>
                    <a:pt x="13631" y="10854"/>
                  </a:lnTo>
                  <a:lnTo>
                    <a:pt x="14710" y="10547"/>
                  </a:lnTo>
                  <a:lnTo>
                    <a:pt x="22475" y="8341"/>
                  </a:lnTo>
                  <a:lnTo>
                    <a:pt x="24793" y="7683"/>
                  </a:lnTo>
                  <a:lnTo>
                    <a:pt x="28889" y="6519"/>
                  </a:lnTo>
                  <a:lnTo>
                    <a:pt x="29254" y="6397"/>
                  </a:lnTo>
                  <a:lnTo>
                    <a:pt x="32584" y="5283"/>
                  </a:lnTo>
                  <a:lnTo>
                    <a:pt x="38718" y="3232"/>
                  </a:lnTo>
                  <a:lnTo>
                    <a:pt x="40268" y="2862"/>
                  </a:lnTo>
                  <a:lnTo>
                    <a:pt x="41268" y="2623"/>
                  </a:lnTo>
                  <a:lnTo>
                    <a:pt x="43130" y="2178"/>
                  </a:lnTo>
                  <a:lnTo>
                    <a:pt x="43610" y="2063"/>
                  </a:lnTo>
                  <a:lnTo>
                    <a:pt x="45393" y="1492"/>
                  </a:lnTo>
                  <a:lnTo>
                    <a:pt x="49147" y="289"/>
                  </a:lnTo>
                  <a:lnTo>
                    <a:pt x="49488" y="180"/>
                  </a:lnTo>
                  <a:lnTo>
                    <a:pt x="49897" y="49"/>
                  </a:lnTo>
                  <a:lnTo>
                    <a:pt x="50052" y="0"/>
                  </a:lnTo>
                  <a:lnTo>
                    <a:pt x="50185" y="334"/>
                  </a:lnTo>
                  <a:lnTo>
                    <a:pt x="51591" y="3890"/>
                  </a:lnTo>
                  <a:lnTo>
                    <a:pt x="51337" y="6904"/>
                  </a:lnTo>
                  <a:lnTo>
                    <a:pt x="51299" y="7353"/>
                  </a:lnTo>
                  <a:lnTo>
                    <a:pt x="50945" y="9535"/>
                  </a:lnTo>
                  <a:lnTo>
                    <a:pt x="50884" y="9910"/>
                  </a:lnTo>
                  <a:lnTo>
                    <a:pt x="49471" y="12770"/>
                  </a:lnTo>
                  <a:lnTo>
                    <a:pt x="49323" y="13411"/>
                  </a:lnTo>
                  <a:lnTo>
                    <a:pt x="48793" y="15717"/>
                  </a:lnTo>
                  <a:lnTo>
                    <a:pt x="50206" y="18323"/>
                  </a:lnTo>
                  <a:lnTo>
                    <a:pt x="50905" y="19662"/>
                  </a:lnTo>
                  <a:lnTo>
                    <a:pt x="52228" y="22197"/>
                  </a:lnTo>
                  <a:lnTo>
                    <a:pt x="52704" y="2344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g187"/>
            <p:cNvSpPr/>
            <p:nvPr/>
          </p:nvSpPr>
          <p:spPr>
            <a:xfrm>
              <a:off x="3251802" y="3704355"/>
              <a:ext cx="127025" cy="153786"/>
            </a:xfrm>
            <a:custGeom>
              <a:avLst/>
              <a:pathLst>
                <a:path w="127025" h="153786">
                  <a:moveTo>
                    <a:pt x="127025" y="84213"/>
                  </a:moveTo>
                  <a:lnTo>
                    <a:pt x="121581" y="88540"/>
                  </a:lnTo>
                  <a:lnTo>
                    <a:pt x="106137" y="102155"/>
                  </a:lnTo>
                  <a:lnTo>
                    <a:pt x="103473" y="102127"/>
                  </a:lnTo>
                  <a:lnTo>
                    <a:pt x="103480" y="102349"/>
                  </a:lnTo>
                  <a:lnTo>
                    <a:pt x="103551" y="104854"/>
                  </a:lnTo>
                  <a:lnTo>
                    <a:pt x="103472" y="106780"/>
                  </a:lnTo>
                  <a:lnTo>
                    <a:pt x="103315" y="109188"/>
                  </a:lnTo>
                  <a:lnTo>
                    <a:pt x="103158" y="111677"/>
                  </a:lnTo>
                  <a:lnTo>
                    <a:pt x="102844" y="114085"/>
                  </a:lnTo>
                  <a:lnTo>
                    <a:pt x="101745" y="116815"/>
                  </a:lnTo>
                  <a:lnTo>
                    <a:pt x="99703" y="119785"/>
                  </a:lnTo>
                  <a:lnTo>
                    <a:pt x="97032" y="122996"/>
                  </a:lnTo>
                  <a:lnTo>
                    <a:pt x="96169" y="126127"/>
                  </a:lnTo>
                  <a:lnTo>
                    <a:pt x="89573" y="127562"/>
                  </a:lnTo>
                  <a:lnTo>
                    <a:pt x="86667" y="132314"/>
                  </a:lnTo>
                  <a:lnTo>
                    <a:pt x="81179" y="144386"/>
                  </a:lnTo>
                  <a:lnTo>
                    <a:pt x="79379" y="148797"/>
                  </a:lnTo>
                  <a:lnTo>
                    <a:pt x="77343" y="153786"/>
                  </a:lnTo>
                  <a:lnTo>
                    <a:pt x="71698" y="149974"/>
                  </a:lnTo>
                  <a:lnTo>
                    <a:pt x="71279" y="149552"/>
                  </a:lnTo>
                  <a:lnTo>
                    <a:pt x="68766" y="147079"/>
                  </a:lnTo>
                  <a:lnTo>
                    <a:pt x="66865" y="145763"/>
                  </a:lnTo>
                  <a:lnTo>
                    <a:pt x="66691" y="145637"/>
                  </a:lnTo>
                  <a:lnTo>
                    <a:pt x="65018" y="144430"/>
                  </a:lnTo>
                  <a:lnTo>
                    <a:pt x="62954" y="143700"/>
                  </a:lnTo>
                  <a:lnTo>
                    <a:pt x="62466" y="143527"/>
                  </a:lnTo>
                  <a:lnTo>
                    <a:pt x="60008" y="143415"/>
                  </a:lnTo>
                  <a:lnTo>
                    <a:pt x="58619" y="143352"/>
                  </a:lnTo>
                  <a:lnTo>
                    <a:pt x="55965" y="143352"/>
                  </a:lnTo>
                  <a:lnTo>
                    <a:pt x="52808" y="143352"/>
                  </a:lnTo>
                  <a:lnTo>
                    <a:pt x="51391" y="143185"/>
                  </a:lnTo>
                  <a:lnTo>
                    <a:pt x="49007" y="142903"/>
                  </a:lnTo>
                  <a:lnTo>
                    <a:pt x="47469" y="142573"/>
                  </a:lnTo>
                  <a:lnTo>
                    <a:pt x="47059" y="142485"/>
                  </a:lnTo>
                  <a:lnTo>
                    <a:pt x="46507" y="141995"/>
                  </a:lnTo>
                  <a:lnTo>
                    <a:pt x="46002" y="140974"/>
                  </a:lnTo>
                  <a:lnTo>
                    <a:pt x="45045" y="139770"/>
                  </a:lnTo>
                  <a:lnTo>
                    <a:pt x="43338" y="138289"/>
                  </a:lnTo>
                  <a:lnTo>
                    <a:pt x="41425" y="136842"/>
                  </a:lnTo>
                  <a:lnTo>
                    <a:pt x="39632" y="135441"/>
                  </a:lnTo>
                  <a:lnTo>
                    <a:pt x="38247" y="134176"/>
                  </a:lnTo>
                  <a:lnTo>
                    <a:pt x="37056" y="132897"/>
                  </a:lnTo>
                  <a:lnTo>
                    <a:pt x="35808" y="131557"/>
                  </a:lnTo>
                  <a:lnTo>
                    <a:pt x="33164" y="128713"/>
                  </a:lnTo>
                  <a:lnTo>
                    <a:pt x="29518" y="124901"/>
                  </a:lnTo>
                  <a:lnTo>
                    <a:pt x="25989" y="121129"/>
                  </a:lnTo>
                  <a:lnTo>
                    <a:pt x="23160" y="118416"/>
                  </a:lnTo>
                  <a:lnTo>
                    <a:pt x="20404" y="116185"/>
                  </a:lnTo>
                  <a:lnTo>
                    <a:pt x="18141" y="114368"/>
                  </a:lnTo>
                  <a:lnTo>
                    <a:pt x="17846" y="113716"/>
                  </a:lnTo>
                  <a:lnTo>
                    <a:pt x="19378" y="108456"/>
                  </a:lnTo>
                  <a:lnTo>
                    <a:pt x="19892" y="106295"/>
                  </a:lnTo>
                  <a:lnTo>
                    <a:pt x="20815" y="102411"/>
                  </a:lnTo>
                  <a:lnTo>
                    <a:pt x="21091" y="102249"/>
                  </a:lnTo>
                  <a:lnTo>
                    <a:pt x="23200" y="101007"/>
                  </a:lnTo>
                  <a:lnTo>
                    <a:pt x="24795" y="99885"/>
                  </a:lnTo>
                  <a:lnTo>
                    <a:pt x="25749" y="98775"/>
                  </a:lnTo>
                  <a:lnTo>
                    <a:pt x="26099" y="98075"/>
                  </a:lnTo>
                  <a:lnTo>
                    <a:pt x="26227" y="97820"/>
                  </a:lnTo>
                  <a:lnTo>
                    <a:pt x="26690" y="96895"/>
                  </a:lnTo>
                  <a:lnTo>
                    <a:pt x="27362" y="95814"/>
                  </a:lnTo>
                  <a:lnTo>
                    <a:pt x="29159" y="94414"/>
                  </a:lnTo>
                  <a:lnTo>
                    <a:pt x="29313" y="94320"/>
                  </a:lnTo>
                  <a:lnTo>
                    <a:pt x="29974" y="93918"/>
                  </a:lnTo>
                  <a:lnTo>
                    <a:pt x="18694" y="84208"/>
                  </a:lnTo>
                  <a:lnTo>
                    <a:pt x="17335" y="82971"/>
                  </a:lnTo>
                  <a:lnTo>
                    <a:pt x="10577" y="76820"/>
                  </a:lnTo>
                  <a:lnTo>
                    <a:pt x="8450" y="74494"/>
                  </a:lnTo>
                  <a:lnTo>
                    <a:pt x="5652" y="71435"/>
                  </a:lnTo>
                  <a:lnTo>
                    <a:pt x="4782" y="70485"/>
                  </a:lnTo>
                  <a:lnTo>
                    <a:pt x="3236" y="68794"/>
                  </a:lnTo>
                  <a:lnTo>
                    <a:pt x="990" y="66339"/>
                  </a:lnTo>
                  <a:lnTo>
                    <a:pt x="483" y="65785"/>
                  </a:lnTo>
                  <a:lnTo>
                    <a:pt x="0" y="65465"/>
                  </a:lnTo>
                  <a:lnTo>
                    <a:pt x="970" y="63703"/>
                  </a:lnTo>
                  <a:lnTo>
                    <a:pt x="1559" y="62890"/>
                  </a:lnTo>
                  <a:lnTo>
                    <a:pt x="1883" y="62270"/>
                  </a:lnTo>
                  <a:lnTo>
                    <a:pt x="2031" y="61987"/>
                  </a:lnTo>
                  <a:lnTo>
                    <a:pt x="2305" y="61168"/>
                  </a:lnTo>
                  <a:lnTo>
                    <a:pt x="2234" y="60702"/>
                  </a:lnTo>
                  <a:lnTo>
                    <a:pt x="2207" y="60060"/>
                  </a:lnTo>
                  <a:lnTo>
                    <a:pt x="2155" y="59754"/>
                  </a:lnTo>
                  <a:lnTo>
                    <a:pt x="2031" y="59037"/>
                  </a:lnTo>
                  <a:lnTo>
                    <a:pt x="1755" y="57339"/>
                  </a:lnTo>
                  <a:lnTo>
                    <a:pt x="1561" y="56147"/>
                  </a:lnTo>
                  <a:lnTo>
                    <a:pt x="1136" y="53379"/>
                  </a:lnTo>
                  <a:lnTo>
                    <a:pt x="1443" y="51272"/>
                  </a:lnTo>
                  <a:lnTo>
                    <a:pt x="1625" y="50023"/>
                  </a:lnTo>
                  <a:lnTo>
                    <a:pt x="3343" y="46662"/>
                  </a:lnTo>
                  <a:lnTo>
                    <a:pt x="4322" y="45756"/>
                  </a:lnTo>
                  <a:lnTo>
                    <a:pt x="4562" y="45350"/>
                  </a:lnTo>
                  <a:lnTo>
                    <a:pt x="5269" y="44153"/>
                  </a:lnTo>
                  <a:lnTo>
                    <a:pt x="5885" y="43111"/>
                  </a:lnTo>
                  <a:lnTo>
                    <a:pt x="6761" y="41629"/>
                  </a:lnTo>
                  <a:lnTo>
                    <a:pt x="7340" y="40397"/>
                  </a:lnTo>
                  <a:lnTo>
                    <a:pt x="12752" y="44018"/>
                  </a:lnTo>
                  <a:lnTo>
                    <a:pt x="17005" y="38340"/>
                  </a:lnTo>
                  <a:lnTo>
                    <a:pt x="19319" y="39941"/>
                  </a:lnTo>
                  <a:lnTo>
                    <a:pt x="23290" y="43147"/>
                  </a:lnTo>
                  <a:lnTo>
                    <a:pt x="25252" y="45094"/>
                  </a:lnTo>
                  <a:lnTo>
                    <a:pt x="26910" y="46359"/>
                  </a:lnTo>
                  <a:lnTo>
                    <a:pt x="30227" y="48888"/>
                  </a:lnTo>
                  <a:lnTo>
                    <a:pt x="30936" y="49429"/>
                  </a:lnTo>
                  <a:lnTo>
                    <a:pt x="32957" y="51181"/>
                  </a:lnTo>
                  <a:lnTo>
                    <a:pt x="36249" y="57909"/>
                  </a:lnTo>
                  <a:lnTo>
                    <a:pt x="36724" y="55158"/>
                  </a:lnTo>
                  <a:lnTo>
                    <a:pt x="37560" y="49330"/>
                  </a:lnTo>
                  <a:lnTo>
                    <a:pt x="41337" y="49260"/>
                  </a:lnTo>
                  <a:lnTo>
                    <a:pt x="40261" y="54473"/>
                  </a:lnTo>
                  <a:lnTo>
                    <a:pt x="41926" y="54461"/>
                  </a:lnTo>
                  <a:lnTo>
                    <a:pt x="44047" y="53423"/>
                  </a:lnTo>
                  <a:lnTo>
                    <a:pt x="47669" y="52971"/>
                  </a:lnTo>
                  <a:lnTo>
                    <a:pt x="50541" y="43930"/>
                  </a:lnTo>
                  <a:lnTo>
                    <a:pt x="51713" y="44442"/>
                  </a:lnTo>
                  <a:lnTo>
                    <a:pt x="54374" y="45603"/>
                  </a:lnTo>
                  <a:lnTo>
                    <a:pt x="54877" y="45774"/>
                  </a:lnTo>
                  <a:lnTo>
                    <a:pt x="55341" y="45932"/>
                  </a:lnTo>
                  <a:lnTo>
                    <a:pt x="55916" y="45898"/>
                  </a:lnTo>
                  <a:lnTo>
                    <a:pt x="56873" y="45842"/>
                  </a:lnTo>
                  <a:lnTo>
                    <a:pt x="57488" y="45541"/>
                  </a:lnTo>
                  <a:lnTo>
                    <a:pt x="58979" y="45278"/>
                  </a:lnTo>
                  <a:lnTo>
                    <a:pt x="60364" y="44706"/>
                  </a:lnTo>
                  <a:lnTo>
                    <a:pt x="61453" y="44104"/>
                  </a:lnTo>
                  <a:lnTo>
                    <a:pt x="62690" y="43396"/>
                  </a:lnTo>
                  <a:lnTo>
                    <a:pt x="62587" y="43077"/>
                  </a:lnTo>
                  <a:lnTo>
                    <a:pt x="61889" y="40922"/>
                  </a:lnTo>
                  <a:lnTo>
                    <a:pt x="61855" y="38884"/>
                  </a:lnTo>
                  <a:lnTo>
                    <a:pt x="61908" y="37390"/>
                  </a:lnTo>
                  <a:lnTo>
                    <a:pt x="61615" y="36319"/>
                  </a:lnTo>
                  <a:lnTo>
                    <a:pt x="61182" y="34740"/>
                  </a:lnTo>
                  <a:lnTo>
                    <a:pt x="60789" y="31048"/>
                  </a:lnTo>
                  <a:lnTo>
                    <a:pt x="60067" y="29148"/>
                  </a:lnTo>
                  <a:lnTo>
                    <a:pt x="59591" y="27897"/>
                  </a:lnTo>
                  <a:lnTo>
                    <a:pt x="58268" y="25362"/>
                  </a:lnTo>
                  <a:lnTo>
                    <a:pt x="57569" y="24024"/>
                  </a:lnTo>
                  <a:lnTo>
                    <a:pt x="56156" y="21417"/>
                  </a:lnTo>
                  <a:lnTo>
                    <a:pt x="56686" y="19112"/>
                  </a:lnTo>
                  <a:lnTo>
                    <a:pt x="56834" y="18470"/>
                  </a:lnTo>
                  <a:lnTo>
                    <a:pt x="58247" y="15611"/>
                  </a:lnTo>
                  <a:lnTo>
                    <a:pt x="58308" y="15236"/>
                  </a:lnTo>
                  <a:lnTo>
                    <a:pt x="58662" y="13053"/>
                  </a:lnTo>
                  <a:lnTo>
                    <a:pt x="58700" y="12604"/>
                  </a:lnTo>
                  <a:lnTo>
                    <a:pt x="58954" y="9590"/>
                  </a:lnTo>
                  <a:lnTo>
                    <a:pt x="57547" y="6035"/>
                  </a:lnTo>
                  <a:lnTo>
                    <a:pt x="57415" y="5700"/>
                  </a:lnTo>
                  <a:lnTo>
                    <a:pt x="57260" y="5750"/>
                  </a:lnTo>
                  <a:lnTo>
                    <a:pt x="57213" y="5195"/>
                  </a:lnTo>
                  <a:lnTo>
                    <a:pt x="57086" y="3688"/>
                  </a:lnTo>
                  <a:lnTo>
                    <a:pt x="58110" y="3387"/>
                  </a:lnTo>
                  <a:lnTo>
                    <a:pt x="61616" y="2359"/>
                  </a:lnTo>
                  <a:lnTo>
                    <a:pt x="67238" y="1234"/>
                  </a:lnTo>
                  <a:lnTo>
                    <a:pt x="77215" y="0"/>
                  </a:lnTo>
                  <a:lnTo>
                    <a:pt x="78966" y="3533"/>
                  </a:lnTo>
                  <a:lnTo>
                    <a:pt x="81697" y="2019"/>
                  </a:lnTo>
                  <a:lnTo>
                    <a:pt x="83572" y="7531"/>
                  </a:lnTo>
                  <a:lnTo>
                    <a:pt x="83797" y="8191"/>
                  </a:lnTo>
                  <a:lnTo>
                    <a:pt x="83129" y="8534"/>
                  </a:lnTo>
                  <a:lnTo>
                    <a:pt x="81972" y="11152"/>
                  </a:lnTo>
                  <a:lnTo>
                    <a:pt x="81983" y="11367"/>
                  </a:lnTo>
                  <a:lnTo>
                    <a:pt x="82538" y="22237"/>
                  </a:lnTo>
                  <a:lnTo>
                    <a:pt x="86032" y="28705"/>
                  </a:lnTo>
                  <a:lnTo>
                    <a:pt x="88903" y="30612"/>
                  </a:lnTo>
                  <a:lnTo>
                    <a:pt x="97502" y="47403"/>
                  </a:lnTo>
                  <a:lnTo>
                    <a:pt x="97615" y="52945"/>
                  </a:lnTo>
                  <a:lnTo>
                    <a:pt x="97908" y="55661"/>
                  </a:lnTo>
                  <a:lnTo>
                    <a:pt x="108372" y="66401"/>
                  </a:lnTo>
                  <a:lnTo>
                    <a:pt x="122607" y="7668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g188"/>
            <p:cNvSpPr/>
            <p:nvPr/>
          </p:nvSpPr>
          <p:spPr>
            <a:xfrm>
              <a:off x="3086056" y="4485174"/>
              <a:ext cx="222142" cy="214163"/>
            </a:xfrm>
            <a:custGeom>
              <a:avLst/>
              <a:pathLst>
                <a:path w="222142" h="214163">
                  <a:moveTo>
                    <a:pt x="62982" y="29931"/>
                  </a:moveTo>
                  <a:lnTo>
                    <a:pt x="69174" y="30996"/>
                  </a:lnTo>
                  <a:lnTo>
                    <a:pt x="73826" y="29930"/>
                  </a:lnTo>
                  <a:lnTo>
                    <a:pt x="90900" y="34653"/>
                  </a:lnTo>
                  <a:lnTo>
                    <a:pt x="98591" y="49869"/>
                  </a:lnTo>
                  <a:lnTo>
                    <a:pt x="100115" y="59615"/>
                  </a:lnTo>
                  <a:lnTo>
                    <a:pt x="100220" y="60284"/>
                  </a:lnTo>
                  <a:lnTo>
                    <a:pt x="101417" y="67935"/>
                  </a:lnTo>
                  <a:lnTo>
                    <a:pt x="121477" y="65957"/>
                  </a:lnTo>
                  <a:lnTo>
                    <a:pt x="130812" y="65037"/>
                  </a:lnTo>
                  <a:lnTo>
                    <a:pt x="135429" y="64581"/>
                  </a:lnTo>
                  <a:lnTo>
                    <a:pt x="149921" y="81750"/>
                  </a:lnTo>
                  <a:lnTo>
                    <a:pt x="167016" y="97344"/>
                  </a:lnTo>
                  <a:lnTo>
                    <a:pt x="166183" y="106437"/>
                  </a:lnTo>
                  <a:lnTo>
                    <a:pt x="164488" y="110887"/>
                  </a:lnTo>
                  <a:lnTo>
                    <a:pt x="155954" y="106104"/>
                  </a:lnTo>
                  <a:lnTo>
                    <a:pt x="143585" y="97273"/>
                  </a:lnTo>
                  <a:lnTo>
                    <a:pt x="131215" y="93661"/>
                  </a:lnTo>
                  <a:lnTo>
                    <a:pt x="122576" y="89246"/>
                  </a:lnTo>
                  <a:lnTo>
                    <a:pt x="116882" y="87038"/>
                  </a:lnTo>
                  <a:lnTo>
                    <a:pt x="116490" y="82824"/>
                  </a:lnTo>
                  <a:lnTo>
                    <a:pt x="114919" y="79813"/>
                  </a:lnTo>
                  <a:lnTo>
                    <a:pt x="112563" y="76803"/>
                  </a:lnTo>
                  <a:lnTo>
                    <a:pt x="105691" y="78208"/>
                  </a:lnTo>
                  <a:lnTo>
                    <a:pt x="99997" y="77606"/>
                  </a:lnTo>
                  <a:lnTo>
                    <a:pt x="99015" y="74796"/>
                  </a:lnTo>
                  <a:lnTo>
                    <a:pt x="94303" y="65765"/>
                  </a:lnTo>
                  <a:lnTo>
                    <a:pt x="85272" y="64360"/>
                  </a:lnTo>
                  <a:lnTo>
                    <a:pt x="84683" y="70582"/>
                  </a:lnTo>
                  <a:lnTo>
                    <a:pt x="78400" y="70582"/>
                  </a:lnTo>
                  <a:lnTo>
                    <a:pt x="78360" y="76883"/>
                  </a:lnTo>
                  <a:lnTo>
                    <a:pt x="64459" y="81098"/>
                  </a:lnTo>
                  <a:lnTo>
                    <a:pt x="69643" y="88684"/>
                  </a:lnTo>
                  <a:lnTo>
                    <a:pt x="71174" y="94464"/>
                  </a:lnTo>
                  <a:lnTo>
                    <a:pt x="71174" y="99280"/>
                  </a:lnTo>
                  <a:lnTo>
                    <a:pt x="75180" y="100244"/>
                  </a:lnTo>
                  <a:lnTo>
                    <a:pt x="78243" y="100846"/>
                  </a:lnTo>
                  <a:lnTo>
                    <a:pt x="81423" y="100123"/>
                  </a:lnTo>
                  <a:lnTo>
                    <a:pt x="87667" y="105181"/>
                  </a:lnTo>
                  <a:lnTo>
                    <a:pt x="80363" y="110720"/>
                  </a:lnTo>
                  <a:lnTo>
                    <a:pt x="78478" y="112165"/>
                  </a:lnTo>
                  <a:lnTo>
                    <a:pt x="79067" y="116259"/>
                  </a:lnTo>
                  <a:lnTo>
                    <a:pt x="70467" y="121557"/>
                  </a:lnTo>
                  <a:lnTo>
                    <a:pt x="78243" y="120835"/>
                  </a:lnTo>
                  <a:lnTo>
                    <a:pt x="90494" y="119630"/>
                  </a:lnTo>
                  <a:lnTo>
                    <a:pt x="101568" y="125410"/>
                  </a:lnTo>
                  <a:lnTo>
                    <a:pt x="112406" y="132274"/>
                  </a:lnTo>
                  <a:lnTo>
                    <a:pt x="115940" y="137813"/>
                  </a:lnTo>
                  <a:lnTo>
                    <a:pt x="118885" y="140342"/>
                  </a:lnTo>
                  <a:lnTo>
                    <a:pt x="134200" y="143593"/>
                  </a:lnTo>
                  <a:lnTo>
                    <a:pt x="150208" y="142202"/>
                  </a:lnTo>
                  <a:lnTo>
                    <a:pt x="157150" y="134160"/>
                  </a:lnTo>
                  <a:lnTo>
                    <a:pt x="166762" y="141252"/>
                  </a:lnTo>
                  <a:lnTo>
                    <a:pt x="167459" y="141766"/>
                  </a:lnTo>
                  <a:lnTo>
                    <a:pt x="165117" y="145402"/>
                  </a:lnTo>
                  <a:lnTo>
                    <a:pt x="171569" y="146056"/>
                  </a:lnTo>
                  <a:lnTo>
                    <a:pt x="179502" y="146216"/>
                  </a:lnTo>
                  <a:lnTo>
                    <a:pt x="188058" y="145353"/>
                  </a:lnTo>
                  <a:lnTo>
                    <a:pt x="191753" y="144851"/>
                  </a:lnTo>
                  <a:lnTo>
                    <a:pt x="195736" y="138505"/>
                  </a:lnTo>
                  <a:lnTo>
                    <a:pt x="207171" y="139684"/>
                  </a:lnTo>
                  <a:lnTo>
                    <a:pt x="219811" y="138053"/>
                  </a:lnTo>
                  <a:lnTo>
                    <a:pt x="222142" y="151851"/>
                  </a:lnTo>
                  <a:lnTo>
                    <a:pt x="203067" y="156808"/>
                  </a:lnTo>
                  <a:lnTo>
                    <a:pt x="206922" y="172044"/>
                  </a:lnTo>
                  <a:lnTo>
                    <a:pt x="206146" y="172780"/>
                  </a:lnTo>
                  <a:lnTo>
                    <a:pt x="185156" y="174152"/>
                  </a:lnTo>
                  <a:lnTo>
                    <a:pt x="185470" y="179852"/>
                  </a:lnTo>
                  <a:lnTo>
                    <a:pt x="195882" y="183836"/>
                  </a:lnTo>
                  <a:lnTo>
                    <a:pt x="193553" y="192589"/>
                  </a:lnTo>
                  <a:lnTo>
                    <a:pt x="192925" y="194947"/>
                  </a:lnTo>
                  <a:lnTo>
                    <a:pt x="191709" y="199515"/>
                  </a:lnTo>
                  <a:lnTo>
                    <a:pt x="187046" y="199766"/>
                  </a:lnTo>
                  <a:lnTo>
                    <a:pt x="180547" y="198617"/>
                  </a:lnTo>
                  <a:lnTo>
                    <a:pt x="157474" y="184435"/>
                  </a:lnTo>
                  <a:lnTo>
                    <a:pt x="152621" y="185574"/>
                  </a:lnTo>
                  <a:lnTo>
                    <a:pt x="142211" y="200950"/>
                  </a:lnTo>
                  <a:lnTo>
                    <a:pt x="146551" y="205285"/>
                  </a:lnTo>
                  <a:lnTo>
                    <a:pt x="149437" y="214073"/>
                  </a:lnTo>
                  <a:lnTo>
                    <a:pt x="144692" y="214163"/>
                  </a:lnTo>
                  <a:lnTo>
                    <a:pt x="142511" y="210919"/>
                  </a:lnTo>
                  <a:lnTo>
                    <a:pt x="136625" y="207463"/>
                  </a:lnTo>
                  <a:lnTo>
                    <a:pt x="134893" y="212184"/>
                  </a:lnTo>
                  <a:lnTo>
                    <a:pt x="133348" y="211512"/>
                  </a:lnTo>
                  <a:lnTo>
                    <a:pt x="127486" y="208965"/>
                  </a:lnTo>
                  <a:lnTo>
                    <a:pt x="130178" y="197449"/>
                  </a:lnTo>
                  <a:lnTo>
                    <a:pt x="130721" y="195125"/>
                  </a:lnTo>
                  <a:lnTo>
                    <a:pt x="130757" y="192504"/>
                  </a:lnTo>
                  <a:lnTo>
                    <a:pt x="130888" y="183063"/>
                  </a:lnTo>
                  <a:lnTo>
                    <a:pt x="108191" y="176400"/>
                  </a:lnTo>
                  <a:lnTo>
                    <a:pt x="96724" y="176641"/>
                  </a:lnTo>
                  <a:lnTo>
                    <a:pt x="96249" y="178898"/>
                  </a:lnTo>
                  <a:lnTo>
                    <a:pt x="99184" y="185341"/>
                  </a:lnTo>
                  <a:lnTo>
                    <a:pt x="99630" y="190288"/>
                  </a:lnTo>
                  <a:lnTo>
                    <a:pt x="98923" y="197914"/>
                  </a:lnTo>
                  <a:lnTo>
                    <a:pt x="96881" y="198877"/>
                  </a:lnTo>
                  <a:lnTo>
                    <a:pt x="93426" y="197914"/>
                  </a:lnTo>
                  <a:lnTo>
                    <a:pt x="90913" y="196790"/>
                  </a:lnTo>
                  <a:lnTo>
                    <a:pt x="88242" y="195345"/>
                  </a:lnTo>
                  <a:lnTo>
                    <a:pt x="87064" y="195024"/>
                  </a:lnTo>
                  <a:lnTo>
                    <a:pt x="85016" y="194737"/>
                  </a:lnTo>
                  <a:lnTo>
                    <a:pt x="83295" y="194302"/>
                  </a:lnTo>
                  <a:lnTo>
                    <a:pt x="81923" y="194483"/>
                  </a:lnTo>
                  <a:lnTo>
                    <a:pt x="79054" y="194864"/>
                  </a:lnTo>
                  <a:lnTo>
                    <a:pt x="76462" y="194864"/>
                  </a:lnTo>
                  <a:lnTo>
                    <a:pt x="75127" y="193820"/>
                  </a:lnTo>
                  <a:lnTo>
                    <a:pt x="74263" y="192536"/>
                  </a:lnTo>
                  <a:lnTo>
                    <a:pt x="73870" y="191492"/>
                  </a:lnTo>
                  <a:lnTo>
                    <a:pt x="72535" y="190448"/>
                  </a:lnTo>
                  <a:lnTo>
                    <a:pt x="70258" y="189887"/>
                  </a:lnTo>
                  <a:lnTo>
                    <a:pt x="67509" y="188843"/>
                  </a:lnTo>
                  <a:lnTo>
                    <a:pt x="64760" y="187558"/>
                  </a:lnTo>
                  <a:lnTo>
                    <a:pt x="66095" y="185230"/>
                  </a:lnTo>
                  <a:lnTo>
                    <a:pt x="67116" y="184749"/>
                  </a:lnTo>
                  <a:lnTo>
                    <a:pt x="69315" y="184749"/>
                  </a:lnTo>
                  <a:lnTo>
                    <a:pt x="67587" y="183464"/>
                  </a:lnTo>
                  <a:lnTo>
                    <a:pt x="64524" y="181377"/>
                  </a:lnTo>
                  <a:lnTo>
                    <a:pt x="62659" y="177423"/>
                  </a:lnTo>
                  <a:lnTo>
                    <a:pt x="62179" y="166652"/>
                  </a:lnTo>
                  <a:lnTo>
                    <a:pt x="57093" y="167756"/>
                  </a:lnTo>
                  <a:lnTo>
                    <a:pt x="53860" y="161999"/>
                  </a:lnTo>
                  <a:lnTo>
                    <a:pt x="59413" y="158791"/>
                  </a:lnTo>
                  <a:lnTo>
                    <a:pt x="57110" y="152244"/>
                  </a:lnTo>
                  <a:lnTo>
                    <a:pt x="48381" y="157621"/>
                  </a:lnTo>
                  <a:lnTo>
                    <a:pt x="40036" y="166150"/>
                  </a:lnTo>
                  <a:lnTo>
                    <a:pt x="33164" y="162763"/>
                  </a:lnTo>
                  <a:lnTo>
                    <a:pt x="28099" y="150805"/>
                  </a:lnTo>
                  <a:lnTo>
                    <a:pt x="24742" y="137135"/>
                  </a:lnTo>
                  <a:lnTo>
                    <a:pt x="23559" y="134292"/>
                  </a:lnTo>
                  <a:lnTo>
                    <a:pt x="23023" y="132852"/>
                  </a:lnTo>
                  <a:lnTo>
                    <a:pt x="21823" y="129632"/>
                  </a:lnTo>
                  <a:lnTo>
                    <a:pt x="20201" y="126760"/>
                  </a:lnTo>
                  <a:lnTo>
                    <a:pt x="19846" y="126132"/>
                  </a:lnTo>
                  <a:lnTo>
                    <a:pt x="18789" y="124468"/>
                  </a:lnTo>
                  <a:lnTo>
                    <a:pt x="18134" y="123396"/>
                  </a:lnTo>
                  <a:lnTo>
                    <a:pt x="16881" y="121347"/>
                  </a:lnTo>
                  <a:lnTo>
                    <a:pt x="15293" y="118748"/>
                  </a:lnTo>
                  <a:lnTo>
                    <a:pt x="12412" y="110217"/>
                  </a:lnTo>
                  <a:lnTo>
                    <a:pt x="7565" y="104823"/>
                  </a:lnTo>
                  <a:lnTo>
                    <a:pt x="6950" y="103752"/>
                  </a:lnTo>
                  <a:lnTo>
                    <a:pt x="7516" y="103371"/>
                  </a:lnTo>
                  <a:lnTo>
                    <a:pt x="13798" y="99066"/>
                  </a:lnTo>
                  <a:lnTo>
                    <a:pt x="15729" y="97780"/>
                  </a:lnTo>
                  <a:lnTo>
                    <a:pt x="22300" y="93407"/>
                  </a:lnTo>
                  <a:lnTo>
                    <a:pt x="24568" y="92112"/>
                  </a:lnTo>
                  <a:lnTo>
                    <a:pt x="27111" y="91235"/>
                  </a:lnTo>
                  <a:lnTo>
                    <a:pt x="26758" y="90527"/>
                  </a:lnTo>
                  <a:lnTo>
                    <a:pt x="26443" y="89926"/>
                  </a:lnTo>
                  <a:lnTo>
                    <a:pt x="25671" y="88454"/>
                  </a:lnTo>
                  <a:lnTo>
                    <a:pt x="24581" y="85774"/>
                  </a:lnTo>
                  <a:lnTo>
                    <a:pt x="24123" y="84647"/>
                  </a:lnTo>
                  <a:lnTo>
                    <a:pt x="22432" y="80517"/>
                  </a:lnTo>
                  <a:lnTo>
                    <a:pt x="19862" y="83098"/>
                  </a:lnTo>
                  <a:lnTo>
                    <a:pt x="20610" y="84243"/>
                  </a:lnTo>
                  <a:lnTo>
                    <a:pt x="20580" y="84996"/>
                  </a:lnTo>
                  <a:lnTo>
                    <a:pt x="21382" y="86239"/>
                  </a:lnTo>
                  <a:lnTo>
                    <a:pt x="15998" y="90216"/>
                  </a:lnTo>
                  <a:lnTo>
                    <a:pt x="14677" y="91146"/>
                  </a:lnTo>
                  <a:lnTo>
                    <a:pt x="13663" y="91860"/>
                  </a:lnTo>
                  <a:lnTo>
                    <a:pt x="10696" y="93949"/>
                  </a:lnTo>
                  <a:lnTo>
                    <a:pt x="9555" y="94861"/>
                  </a:lnTo>
                  <a:lnTo>
                    <a:pt x="7561" y="92825"/>
                  </a:lnTo>
                  <a:lnTo>
                    <a:pt x="5661" y="90474"/>
                  </a:lnTo>
                  <a:lnTo>
                    <a:pt x="11393" y="87088"/>
                  </a:lnTo>
                  <a:lnTo>
                    <a:pt x="10688" y="86001"/>
                  </a:lnTo>
                  <a:lnTo>
                    <a:pt x="12669" y="84602"/>
                  </a:lnTo>
                  <a:lnTo>
                    <a:pt x="12798" y="84511"/>
                  </a:lnTo>
                  <a:lnTo>
                    <a:pt x="13680" y="83889"/>
                  </a:lnTo>
                  <a:lnTo>
                    <a:pt x="15004" y="82954"/>
                  </a:lnTo>
                  <a:lnTo>
                    <a:pt x="15913" y="82312"/>
                  </a:lnTo>
                  <a:lnTo>
                    <a:pt x="16917" y="81603"/>
                  </a:lnTo>
                  <a:lnTo>
                    <a:pt x="17834" y="80956"/>
                  </a:lnTo>
                  <a:lnTo>
                    <a:pt x="16742" y="79607"/>
                  </a:lnTo>
                  <a:lnTo>
                    <a:pt x="16370" y="79154"/>
                  </a:lnTo>
                  <a:lnTo>
                    <a:pt x="15784" y="78478"/>
                  </a:lnTo>
                  <a:lnTo>
                    <a:pt x="15380" y="78012"/>
                  </a:lnTo>
                  <a:lnTo>
                    <a:pt x="14916" y="77476"/>
                  </a:lnTo>
                  <a:lnTo>
                    <a:pt x="14661" y="77182"/>
                  </a:lnTo>
                  <a:lnTo>
                    <a:pt x="14202" y="76651"/>
                  </a:lnTo>
                  <a:lnTo>
                    <a:pt x="18955" y="73293"/>
                  </a:lnTo>
                  <a:lnTo>
                    <a:pt x="19301" y="73049"/>
                  </a:lnTo>
                  <a:lnTo>
                    <a:pt x="26461" y="69263"/>
                  </a:lnTo>
                  <a:lnTo>
                    <a:pt x="18379" y="54359"/>
                  </a:lnTo>
                  <a:lnTo>
                    <a:pt x="15979" y="49767"/>
                  </a:lnTo>
                  <a:lnTo>
                    <a:pt x="15872" y="49562"/>
                  </a:lnTo>
                  <a:lnTo>
                    <a:pt x="14489" y="46916"/>
                  </a:lnTo>
                  <a:lnTo>
                    <a:pt x="14251" y="46461"/>
                  </a:lnTo>
                  <a:lnTo>
                    <a:pt x="14085" y="46143"/>
                  </a:lnTo>
                  <a:lnTo>
                    <a:pt x="13957" y="45924"/>
                  </a:lnTo>
                  <a:lnTo>
                    <a:pt x="13254" y="44882"/>
                  </a:lnTo>
                  <a:lnTo>
                    <a:pt x="11595" y="42424"/>
                  </a:lnTo>
                  <a:lnTo>
                    <a:pt x="10383" y="40628"/>
                  </a:lnTo>
                  <a:lnTo>
                    <a:pt x="7310" y="36262"/>
                  </a:lnTo>
                  <a:lnTo>
                    <a:pt x="6694" y="35386"/>
                  </a:lnTo>
                  <a:lnTo>
                    <a:pt x="5093" y="33110"/>
                  </a:lnTo>
                  <a:lnTo>
                    <a:pt x="4140" y="31774"/>
                  </a:lnTo>
                  <a:lnTo>
                    <a:pt x="3024" y="30209"/>
                  </a:lnTo>
                  <a:lnTo>
                    <a:pt x="2432" y="29380"/>
                  </a:lnTo>
                  <a:lnTo>
                    <a:pt x="2068" y="28869"/>
                  </a:lnTo>
                  <a:lnTo>
                    <a:pt x="1796" y="28487"/>
                  </a:lnTo>
                  <a:lnTo>
                    <a:pt x="1484" y="28050"/>
                  </a:lnTo>
                  <a:lnTo>
                    <a:pt x="463" y="26579"/>
                  </a:lnTo>
                  <a:lnTo>
                    <a:pt x="379" y="26439"/>
                  </a:lnTo>
                  <a:lnTo>
                    <a:pt x="290" y="26290"/>
                  </a:lnTo>
                  <a:lnTo>
                    <a:pt x="159" y="26071"/>
                  </a:lnTo>
                  <a:lnTo>
                    <a:pt x="0" y="25565"/>
                  </a:lnTo>
                  <a:lnTo>
                    <a:pt x="225" y="25386"/>
                  </a:lnTo>
                  <a:lnTo>
                    <a:pt x="6196" y="21672"/>
                  </a:lnTo>
                  <a:lnTo>
                    <a:pt x="6234" y="21542"/>
                  </a:lnTo>
                  <a:lnTo>
                    <a:pt x="6309" y="21285"/>
                  </a:lnTo>
                  <a:lnTo>
                    <a:pt x="6500" y="20634"/>
                  </a:lnTo>
                  <a:lnTo>
                    <a:pt x="7160" y="18376"/>
                  </a:lnTo>
                  <a:lnTo>
                    <a:pt x="8805" y="17152"/>
                  </a:lnTo>
                  <a:lnTo>
                    <a:pt x="9171" y="16880"/>
                  </a:lnTo>
                  <a:lnTo>
                    <a:pt x="9730" y="16465"/>
                  </a:lnTo>
                  <a:lnTo>
                    <a:pt x="11844" y="14892"/>
                  </a:lnTo>
                  <a:lnTo>
                    <a:pt x="13150" y="13921"/>
                  </a:lnTo>
                  <a:lnTo>
                    <a:pt x="14488" y="12926"/>
                  </a:lnTo>
                  <a:lnTo>
                    <a:pt x="16297" y="11580"/>
                  </a:lnTo>
                  <a:lnTo>
                    <a:pt x="18181" y="10179"/>
                  </a:lnTo>
                  <a:lnTo>
                    <a:pt x="19529" y="9177"/>
                  </a:lnTo>
                  <a:lnTo>
                    <a:pt x="20300" y="8603"/>
                  </a:lnTo>
                  <a:lnTo>
                    <a:pt x="20432" y="8505"/>
                  </a:lnTo>
                  <a:lnTo>
                    <a:pt x="21563" y="7711"/>
                  </a:lnTo>
                  <a:lnTo>
                    <a:pt x="21719" y="7601"/>
                  </a:lnTo>
                  <a:lnTo>
                    <a:pt x="23187" y="6570"/>
                  </a:lnTo>
                  <a:lnTo>
                    <a:pt x="23430" y="6400"/>
                  </a:lnTo>
                  <a:lnTo>
                    <a:pt x="23997" y="6001"/>
                  </a:lnTo>
                  <a:lnTo>
                    <a:pt x="24219" y="5846"/>
                  </a:lnTo>
                  <a:lnTo>
                    <a:pt x="24365" y="5743"/>
                  </a:lnTo>
                  <a:lnTo>
                    <a:pt x="24952" y="5197"/>
                  </a:lnTo>
                  <a:lnTo>
                    <a:pt x="25782" y="4423"/>
                  </a:lnTo>
                  <a:lnTo>
                    <a:pt x="28142" y="2224"/>
                  </a:lnTo>
                  <a:lnTo>
                    <a:pt x="29488" y="970"/>
                  </a:lnTo>
                  <a:lnTo>
                    <a:pt x="29726" y="748"/>
                  </a:lnTo>
                  <a:lnTo>
                    <a:pt x="30529" y="0"/>
                  </a:lnTo>
                  <a:lnTo>
                    <a:pt x="32654" y="1423"/>
                  </a:lnTo>
                  <a:lnTo>
                    <a:pt x="34327" y="2305"/>
                  </a:lnTo>
                  <a:lnTo>
                    <a:pt x="36146" y="3264"/>
                  </a:lnTo>
                  <a:lnTo>
                    <a:pt x="38682" y="4600"/>
                  </a:lnTo>
                  <a:lnTo>
                    <a:pt x="41048" y="5848"/>
                  </a:lnTo>
                  <a:lnTo>
                    <a:pt x="60068" y="9488"/>
                  </a:lnTo>
                  <a:lnTo>
                    <a:pt x="59996" y="13845"/>
                  </a:lnTo>
                  <a:lnTo>
                    <a:pt x="56094" y="14597"/>
                  </a:lnTo>
                  <a:lnTo>
                    <a:pt x="51823" y="17909"/>
                  </a:lnTo>
                  <a:lnTo>
                    <a:pt x="48584" y="21446"/>
                  </a:lnTo>
                  <a:lnTo>
                    <a:pt x="49163" y="22595"/>
                  </a:lnTo>
                  <a:lnTo>
                    <a:pt x="53432" y="25193"/>
                  </a:lnTo>
                  <a:lnTo>
                    <a:pt x="58838" y="29272"/>
                  </a:lnTo>
                  <a:lnTo>
                    <a:pt x="60110" y="2943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g189"/>
            <p:cNvSpPr/>
            <p:nvPr/>
          </p:nvSpPr>
          <p:spPr>
            <a:xfrm>
              <a:off x="2954661" y="4499320"/>
              <a:ext cx="159493" cy="140422"/>
            </a:xfrm>
            <a:custGeom>
              <a:avLst/>
              <a:pathLst>
                <a:path w="159493" h="140422">
                  <a:moveTo>
                    <a:pt x="76144" y="54605"/>
                  </a:moveTo>
                  <a:lnTo>
                    <a:pt x="75790" y="54318"/>
                  </a:lnTo>
                  <a:lnTo>
                    <a:pt x="70722" y="59417"/>
                  </a:lnTo>
                  <a:lnTo>
                    <a:pt x="68294" y="61860"/>
                  </a:lnTo>
                  <a:lnTo>
                    <a:pt x="66645" y="55719"/>
                  </a:lnTo>
                  <a:lnTo>
                    <a:pt x="66573" y="54788"/>
                  </a:lnTo>
                  <a:lnTo>
                    <a:pt x="66527" y="54193"/>
                  </a:lnTo>
                  <a:lnTo>
                    <a:pt x="66533" y="53932"/>
                  </a:lnTo>
                  <a:lnTo>
                    <a:pt x="66552" y="53113"/>
                  </a:lnTo>
                  <a:lnTo>
                    <a:pt x="66577" y="52497"/>
                  </a:lnTo>
                  <a:lnTo>
                    <a:pt x="66738" y="50473"/>
                  </a:lnTo>
                  <a:lnTo>
                    <a:pt x="66951" y="47787"/>
                  </a:lnTo>
                  <a:lnTo>
                    <a:pt x="66662" y="47665"/>
                  </a:lnTo>
                  <a:lnTo>
                    <a:pt x="65549" y="47422"/>
                  </a:lnTo>
                  <a:lnTo>
                    <a:pt x="58555" y="47143"/>
                  </a:lnTo>
                  <a:lnTo>
                    <a:pt x="57512" y="49497"/>
                  </a:lnTo>
                  <a:lnTo>
                    <a:pt x="57108" y="50408"/>
                  </a:lnTo>
                  <a:lnTo>
                    <a:pt x="56983" y="50690"/>
                  </a:lnTo>
                  <a:lnTo>
                    <a:pt x="56100" y="52838"/>
                  </a:lnTo>
                  <a:lnTo>
                    <a:pt x="54442" y="55219"/>
                  </a:lnTo>
                  <a:lnTo>
                    <a:pt x="58519" y="59146"/>
                  </a:lnTo>
                  <a:lnTo>
                    <a:pt x="58541" y="59382"/>
                  </a:lnTo>
                  <a:lnTo>
                    <a:pt x="58637" y="60419"/>
                  </a:lnTo>
                  <a:lnTo>
                    <a:pt x="53916" y="65664"/>
                  </a:lnTo>
                  <a:lnTo>
                    <a:pt x="51000" y="63781"/>
                  </a:lnTo>
                  <a:lnTo>
                    <a:pt x="50166" y="64634"/>
                  </a:lnTo>
                  <a:lnTo>
                    <a:pt x="49037" y="63832"/>
                  </a:lnTo>
                  <a:lnTo>
                    <a:pt x="48220" y="65025"/>
                  </a:lnTo>
                  <a:lnTo>
                    <a:pt x="46632" y="67344"/>
                  </a:lnTo>
                  <a:lnTo>
                    <a:pt x="45149" y="66330"/>
                  </a:lnTo>
                  <a:lnTo>
                    <a:pt x="42985" y="65016"/>
                  </a:lnTo>
                  <a:lnTo>
                    <a:pt x="42549" y="64726"/>
                  </a:lnTo>
                  <a:lnTo>
                    <a:pt x="41483" y="64065"/>
                  </a:lnTo>
                  <a:lnTo>
                    <a:pt x="40434" y="65511"/>
                  </a:lnTo>
                  <a:lnTo>
                    <a:pt x="39088" y="66955"/>
                  </a:lnTo>
                  <a:lnTo>
                    <a:pt x="36730" y="68963"/>
                  </a:lnTo>
                  <a:lnTo>
                    <a:pt x="33579" y="72180"/>
                  </a:lnTo>
                  <a:lnTo>
                    <a:pt x="31889" y="73791"/>
                  </a:lnTo>
                  <a:lnTo>
                    <a:pt x="31632" y="74036"/>
                  </a:lnTo>
                  <a:lnTo>
                    <a:pt x="31158" y="74408"/>
                  </a:lnTo>
                  <a:lnTo>
                    <a:pt x="30816" y="74677"/>
                  </a:lnTo>
                  <a:lnTo>
                    <a:pt x="28274" y="77551"/>
                  </a:lnTo>
                  <a:lnTo>
                    <a:pt x="25604" y="80173"/>
                  </a:lnTo>
                  <a:lnTo>
                    <a:pt x="25082" y="79677"/>
                  </a:lnTo>
                  <a:lnTo>
                    <a:pt x="24185" y="78826"/>
                  </a:lnTo>
                  <a:lnTo>
                    <a:pt x="18504" y="74294"/>
                  </a:lnTo>
                  <a:lnTo>
                    <a:pt x="17479" y="73430"/>
                  </a:lnTo>
                  <a:lnTo>
                    <a:pt x="4440" y="61542"/>
                  </a:lnTo>
                  <a:lnTo>
                    <a:pt x="3568" y="60988"/>
                  </a:lnTo>
                  <a:lnTo>
                    <a:pt x="2530" y="60457"/>
                  </a:lnTo>
                  <a:lnTo>
                    <a:pt x="2178" y="60277"/>
                  </a:lnTo>
                  <a:lnTo>
                    <a:pt x="1825" y="60097"/>
                  </a:lnTo>
                  <a:lnTo>
                    <a:pt x="0" y="59359"/>
                  </a:lnTo>
                  <a:lnTo>
                    <a:pt x="519" y="58320"/>
                  </a:lnTo>
                  <a:lnTo>
                    <a:pt x="1454" y="56966"/>
                  </a:lnTo>
                  <a:lnTo>
                    <a:pt x="3808" y="53554"/>
                  </a:lnTo>
                  <a:lnTo>
                    <a:pt x="3975" y="53308"/>
                  </a:lnTo>
                  <a:lnTo>
                    <a:pt x="5035" y="51748"/>
                  </a:lnTo>
                  <a:lnTo>
                    <a:pt x="5237" y="51477"/>
                  </a:lnTo>
                  <a:lnTo>
                    <a:pt x="6140" y="50268"/>
                  </a:lnTo>
                  <a:lnTo>
                    <a:pt x="6866" y="48201"/>
                  </a:lnTo>
                  <a:lnTo>
                    <a:pt x="8458" y="45361"/>
                  </a:lnTo>
                  <a:lnTo>
                    <a:pt x="10244" y="42177"/>
                  </a:lnTo>
                  <a:lnTo>
                    <a:pt x="11599" y="40342"/>
                  </a:lnTo>
                  <a:lnTo>
                    <a:pt x="11713" y="40187"/>
                  </a:lnTo>
                  <a:lnTo>
                    <a:pt x="11792" y="39984"/>
                  </a:lnTo>
                  <a:lnTo>
                    <a:pt x="11703" y="39344"/>
                  </a:lnTo>
                  <a:lnTo>
                    <a:pt x="11571" y="37967"/>
                  </a:lnTo>
                  <a:lnTo>
                    <a:pt x="11544" y="37683"/>
                  </a:lnTo>
                  <a:lnTo>
                    <a:pt x="11439" y="36579"/>
                  </a:lnTo>
                  <a:lnTo>
                    <a:pt x="11304" y="35551"/>
                  </a:lnTo>
                  <a:lnTo>
                    <a:pt x="10539" y="34370"/>
                  </a:lnTo>
                  <a:lnTo>
                    <a:pt x="8911" y="32578"/>
                  </a:lnTo>
                  <a:lnTo>
                    <a:pt x="7721" y="31349"/>
                  </a:lnTo>
                  <a:lnTo>
                    <a:pt x="7370" y="30607"/>
                  </a:lnTo>
                  <a:lnTo>
                    <a:pt x="6964" y="29752"/>
                  </a:lnTo>
                  <a:lnTo>
                    <a:pt x="7482" y="28926"/>
                  </a:lnTo>
                  <a:lnTo>
                    <a:pt x="7676" y="28618"/>
                  </a:lnTo>
                  <a:lnTo>
                    <a:pt x="9123" y="26343"/>
                  </a:lnTo>
                  <a:lnTo>
                    <a:pt x="9484" y="25775"/>
                  </a:lnTo>
                  <a:lnTo>
                    <a:pt x="9909" y="25106"/>
                  </a:lnTo>
                  <a:lnTo>
                    <a:pt x="12601" y="20368"/>
                  </a:lnTo>
                  <a:lnTo>
                    <a:pt x="16832" y="22933"/>
                  </a:lnTo>
                  <a:lnTo>
                    <a:pt x="18711" y="24738"/>
                  </a:lnTo>
                  <a:lnTo>
                    <a:pt x="19828" y="26025"/>
                  </a:lnTo>
                  <a:lnTo>
                    <a:pt x="22113" y="28658"/>
                  </a:lnTo>
                  <a:lnTo>
                    <a:pt x="23677" y="23128"/>
                  </a:lnTo>
                  <a:lnTo>
                    <a:pt x="24127" y="21536"/>
                  </a:lnTo>
                  <a:lnTo>
                    <a:pt x="24201" y="21276"/>
                  </a:lnTo>
                  <a:lnTo>
                    <a:pt x="24435" y="20447"/>
                  </a:lnTo>
                  <a:lnTo>
                    <a:pt x="24479" y="20311"/>
                  </a:lnTo>
                  <a:lnTo>
                    <a:pt x="24554" y="20081"/>
                  </a:lnTo>
                  <a:lnTo>
                    <a:pt x="24752" y="19469"/>
                  </a:lnTo>
                  <a:lnTo>
                    <a:pt x="24973" y="18788"/>
                  </a:lnTo>
                  <a:lnTo>
                    <a:pt x="25291" y="18361"/>
                  </a:lnTo>
                  <a:lnTo>
                    <a:pt x="26129" y="17238"/>
                  </a:lnTo>
                  <a:lnTo>
                    <a:pt x="26240" y="17088"/>
                  </a:lnTo>
                  <a:lnTo>
                    <a:pt x="26274" y="16843"/>
                  </a:lnTo>
                  <a:lnTo>
                    <a:pt x="26446" y="15581"/>
                  </a:lnTo>
                  <a:lnTo>
                    <a:pt x="26611" y="14372"/>
                  </a:lnTo>
                  <a:lnTo>
                    <a:pt x="26834" y="12743"/>
                  </a:lnTo>
                  <a:lnTo>
                    <a:pt x="26922" y="12096"/>
                  </a:lnTo>
                  <a:lnTo>
                    <a:pt x="27007" y="11246"/>
                  </a:lnTo>
                  <a:lnTo>
                    <a:pt x="27105" y="10270"/>
                  </a:lnTo>
                  <a:lnTo>
                    <a:pt x="27118" y="10132"/>
                  </a:lnTo>
                  <a:lnTo>
                    <a:pt x="27140" y="9918"/>
                  </a:lnTo>
                  <a:lnTo>
                    <a:pt x="27225" y="9067"/>
                  </a:lnTo>
                  <a:lnTo>
                    <a:pt x="27249" y="8827"/>
                  </a:lnTo>
                  <a:lnTo>
                    <a:pt x="27382" y="0"/>
                  </a:lnTo>
                  <a:lnTo>
                    <a:pt x="27551" y="6"/>
                  </a:lnTo>
                  <a:lnTo>
                    <a:pt x="28126" y="28"/>
                  </a:lnTo>
                  <a:lnTo>
                    <a:pt x="28375" y="38"/>
                  </a:lnTo>
                  <a:lnTo>
                    <a:pt x="28747" y="52"/>
                  </a:lnTo>
                  <a:lnTo>
                    <a:pt x="29834" y="94"/>
                  </a:lnTo>
                  <a:lnTo>
                    <a:pt x="30693" y="128"/>
                  </a:lnTo>
                  <a:lnTo>
                    <a:pt x="31216" y="148"/>
                  </a:lnTo>
                  <a:lnTo>
                    <a:pt x="32167" y="185"/>
                  </a:lnTo>
                  <a:lnTo>
                    <a:pt x="32801" y="209"/>
                  </a:lnTo>
                  <a:lnTo>
                    <a:pt x="33024" y="218"/>
                  </a:lnTo>
                  <a:lnTo>
                    <a:pt x="33566" y="239"/>
                  </a:lnTo>
                  <a:lnTo>
                    <a:pt x="33734" y="246"/>
                  </a:lnTo>
                  <a:lnTo>
                    <a:pt x="36845" y="366"/>
                  </a:lnTo>
                  <a:lnTo>
                    <a:pt x="46433" y="738"/>
                  </a:lnTo>
                  <a:lnTo>
                    <a:pt x="47206" y="768"/>
                  </a:lnTo>
                  <a:lnTo>
                    <a:pt x="48234" y="807"/>
                  </a:lnTo>
                  <a:lnTo>
                    <a:pt x="54811" y="1154"/>
                  </a:lnTo>
                  <a:lnTo>
                    <a:pt x="59588" y="1406"/>
                  </a:lnTo>
                  <a:lnTo>
                    <a:pt x="60080" y="1432"/>
                  </a:lnTo>
                  <a:lnTo>
                    <a:pt x="62360" y="1552"/>
                  </a:lnTo>
                  <a:lnTo>
                    <a:pt x="62498" y="1559"/>
                  </a:lnTo>
                  <a:lnTo>
                    <a:pt x="63151" y="1594"/>
                  </a:lnTo>
                  <a:lnTo>
                    <a:pt x="63467" y="1610"/>
                  </a:lnTo>
                  <a:lnTo>
                    <a:pt x="64234" y="1615"/>
                  </a:lnTo>
                  <a:lnTo>
                    <a:pt x="64690" y="1618"/>
                  </a:lnTo>
                  <a:lnTo>
                    <a:pt x="65140" y="1620"/>
                  </a:lnTo>
                  <a:lnTo>
                    <a:pt x="65379" y="1622"/>
                  </a:lnTo>
                  <a:lnTo>
                    <a:pt x="65724" y="1624"/>
                  </a:lnTo>
                  <a:lnTo>
                    <a:pt x="66058" y="1626"/>
                  </a:lnTo>
                  <a:lnTo>
                    <a:pt x="66315" y="1627"/>
                  </a:lnTo>
                  <a:lnTo>
                    <a:pt x="66801" y="1630"/>
                  </a:lnTo>
                  <a:lnTo>
                    <a:pt x="67055" y="1631"/>
                  </a:lnTo>
                  <a:lnTo>
                    <a:pt x="67534" y="1692"/>
                  </a:lnTo>
                  <a:lnTo>
                    <a:pt x="68269" y="1785"/>
                  </a:lnTo>
                  <a:lnTo>
                    <a:pt x="69741" y="1971"/>
                  </a:lnTo>
                  <a:lnTo>
                    <a:pt x="74020" y="2307"/>
                  </a:lnTo>
                  <a:lnTo>
                    <a:pt x="84305" y="3892"/>
                  </a:lnTo>
                  <a:lnTo>
                    <a:pt x="85423" y="4056"/>
                  </a:lnTo>
                  <a:lnTo>
                    <a:pt x="85765" y="4107"/>
                  </a:lnTo>
                  <a:lnTo>
                    <a:pt x="86395" y="4199"/>
                  </a:lnTo>
                  <a:lnTo>
                    <a:pt x="97664" y="5853"/>
                  </a:lnTo>
                  <a:lnTo>
                    <a:pt x="99414" y="6123"/>
                  </a:lnTo>
                  <a:lnTo>
                    <a:pt x="104233" y="6865"/>
                  </a:lnTo>
                  <a:lnTo>
                    <a:pt x="105156" y="7007"/>
                  </a:lnTo>
                  <a:lnTo>
                    <a:pt x="105762" y="7100"/>
                  </a:lnTo>
                  <a:lnTo>
                    <a:pt x="106333" y="7188"/>
                  </a:lnTo>
                  <a:lnTo>
                    <a:pt x="124721" y="9822"/>
                  </a:lnTo>
                  <a:lnTo>
                    <a:pt x="125730" y="9983"/>
                  </a:lnTo>
                  <a:lnTo>
                    <a:pt x="128507" y="10427"/>
                  </a:lnTo>
                  <a:lnTo>
                    <a:pt x="129551" y="10751"/>
                  </a:lnTo>
                  <a:lnTo>
                    <a:pt x="130833" y="11148"/>
                  </a:lnTo>
                  <a:lnTo>
                    <a:pt x="131370" y="11618"/>
                  </a:lnTo>
                  <a:lnTo>
                    <a:pt x="131554" y="11925"/>
                  </a:lnTo>
                  <a:lnTo>
                    <a:pt x="131685" y="12144"/>
                  </a:lnTo>
                  <a:lnTo>
                    <a:pt x="131774" y="12293"/>
                  </a:lnTo>
                  <a:lnTo>
                    <a:pt x="131858" y="12433"/>
                  </a:lnTo>
                  <a:lnTo>
                    <a:pt x="132879" y="13905"/>
                  </a:lnTo>
                  <a:lnTo>
                    <a:pt x="133190" y="14341"/>
                  </a:lnTo>
                  <a:lnTo>
                    <a:pt x="133462" y="14723"/>
                  </a:lnTo>
                  <a:lnTo>
                    <a:pt x="133827" y="15234"/>
                  </a:lnTo>
                  <a:lnTo>
                    <a:pt x="134418" y="16063"/>
                  </a:lnTo>
                  <a:lnTo>
                    <a:pt x="135549" y="17649"/>
                  </a:lnTo>
                  <a:lnTo>
                    <a:pt x="136487" y="18965"/>
                  </a:lnTo>
                  <a:lnTo>
                    <a:pt x="138088" y="21240"/>
                  </a:lnTo>
                  <a:lnTo>
                    <a:pt x="138705" y="22116"/>
                  </a:lnTo>
                  <a:lnTo>
                    <a:pt x="141777" y="26482"/>
                  </a:lnTo>
                  <a:lnTo>
                    <a:pt x="142989" y="28278"/>
                  </a:lnTo>
                  <a:lnTo>
                    <a:pt x="144648" y="30736"/>
                  </a:lnTo>
                  <a:lnTo>
                    <a:pt x="145412" y="31867"/>
                  </a:lnTo>
                  <a:lnTo>
                    <a:pt x="145480" y="31997"/>
                  </a:lnTo>
                  <a:lnTo>
                    <a:pt x="145646" y="32315"/>
                  </a:lnTo>
                  <a:lnTo>
                    <a:pt x="145884" y="32770"/>
                  </a:lnTo>
                  <a:lnTo>
                    <a:pt x="147266" y="35416"/>
                  </a:lnTo>
                  <a:lnTo>
                    <a:pt x="147373" y="35621"/>
                  </a:lnTo>
                  <a:lnTo>
                    <a:pt x="149773" y="40213"/>
                  </a:lnTo>
                  <a:lnTo>
                    <a:pt x="157856" y="55117"/>
                  </a:lnTo>
                  <a:lnTo>
                    <a:pt x="150695" y="58903"/>
                  </a:lnTo>
                  <a:lnTo>
                    <a:pt x="150349" y="59148"/>
                  </a:lnTo>
                  <a:lnTo>
                    <a:pt x="145596" y="62505"/>
                  </a:lnTo>
                  <a:lnTo>
                    <a:pt x="146118" y="63107"/>
                  </a:lnTo>
                  <a:lnTo>
                    <a:pt x="146407" y="63441"/>
                  </a:lnTo>
                  <a:lnTo>
                    <a:pt x="147017" y="64145"/>
                  </a:lnTo>
                  <a:lnTo>
                    <a:pt x="147178" y="64332"/>
                  </a:lnTo>
                  <a:lnTo>
                    <a:pt x="147917" y="65190"/>
                  </a:lnTo>
                  <a:lnTo>
                    <a:pt x="148137" y="65461"/>
                  </a:lnTo>
                  <a:lnTo>
                    <a:pt x="149229" y="66810"/>
                  </a:lnTo>
                  <a:lnTo>
                    <a:pt x="148288" y="67474"/>
                  </a:lnTo>
                  <a:lnTo>
                    <a:pt x="147258" y="68201"/>
                  </a:lnTo>
                  <a:lnTo>
                    <a:pt x="146326" y="68859"/>
                  </a:lnTo>
                  <a:lnTo>
                    <a:pt x="144967" y="69818"/>
                  </a:lnTo>
                  <a:lnTo>
                    <a:pt x="144193" y="70365"/>
                  </a:lnTo>
                  <a:lnTo>
                    <a:pt x="144064" y="70457"/>
                  </a:lnTo>
                  <a:lnTo>
                    <a:pt x="142083" y="71855"/>
                  </a:lnTo>
                  <a:lnTo>
                    <a:pt x="142787" y="72942"/>
                  </a:lnTo>
                  <a:lnTo>
                    <a:pt x="137081" y="76360"/>
                  </a:lnTo>
                  <a:lnTo>
                    <a:pt x="139019" y="78743"/>
                  </a:lnTo>
                  <a:lnTo>
                    <a:pt x="140950" y="80715"/>
                  </a:lnTo>
                  <a:lnTo>
                    <a:pt x="142091" y="79803"/>
                  </a:lnTo>
                  <a:lnTo>
                    <a:pt x="145058" y="77714"/>
                  </a:lnTo>
                  <a:lnTo>
                    <a:pt x="146071" y="77000"/>
                  </a:lnTo>
                  <a:lnTo>
                    <a:pt x="147392" y="76070"/>
                  </a:lnTo>
                  <a:lnTo>
                    <a:pt x="152777" y="72093"/>
                  </a:lnTo>
                  <a:lnTo>
                    <a:pt x="151975" y="70850"/>
                  </a:lnTo>
                  <a:lnTo>
                    <a:pt x="152004" y="70097"/>
                  </a:lnTo>
                  <a:lnTo>
                    <a:pt x="151191" y="68879"/>
                  </a:lnTo>
                  <a:lnTo>
                    <a:pt x="153837" y="66366"/>
                  </a:lnTo>
                  <a:lnTo>
                    <a:pt x="155518" y="70501"/>
                  </a:lnTo>
                  <a:lnTo>
                    <a:pt x="155976" y="71628"/>
                  </a:lnTo>
                  <a:lnTo>
                    <a:pt x="157065" y="74308"/>
                  </a:lnTo>
                  <a:lnTo>
                    <a:pt x="157837" y="75780"/>
                  </a:lnTo>
                  <a:lnTo>
                    <a:pt x="158152" y="76381"/>
                  </a:lnTo>
                  <a:lnTo>
                    <a:pt x="158505" y="77089"/>
                  </a:lnTo>
                  <a:lnTo>
                    <a:pt x="155962" y="77966"/>
                  </a:lnTo>
                  <a:lnTo>
                    <a:pt x="153695" y="79261"/>
                  </a:lnTo>
                  <a:lnTo>
                    <a:pt x="147124" y="83634"/>
                  </a:lnTo>
                  <a:lnTo>
                    <a:pt x="145193" y="84920"/>
                  </a:lnTo>
                  <a:lnTo>
                    <a:pt x="138910" y="89225"/>
                  </a:lnTo>
                  <a:lnTo>
                    <a:pt x="138344" y="89606"/>
                  </a:lnTo>
                  <a:lnTo>
                    <a:pt x="138959" y="90677"/>
                  </a:lnTo>
                  <a:lnTo>
                    <a:pt x="143806" y="96071"/>
                  </a:lnTo>
                  <a:lnTo>
                    <a:pt x="146687" y="104602"/>
                  </a:lnTo>
                  <a:lnTo>
                    <a:pt x="148276" y="107201"/>
                  </a:lnTo>
                  <a:lnTo>
                    <a:pt x="149529" y="109250"/>
                  </a:lnTo>
                  <a:lnTo>
                    <a:pt x="150184" y="110322"/>
                  </a:lnTo>
                  <a:lnTo>
                    <a:pt x="151241" y="111986"/>
                  </a:lnTo>
                  <a:lnTo>
                    <a:pt x="151596" y="112614"/>
                  </a:lnTo>
                  <a:lnTo>
                    <a:pt x="153217" y="115486"/>
                  </a:lnTo>
                  <a:lnTo>
                    <a:pt x="154417" y="118706"/>
                  </a:lnTo>
                  <a:lnTo>
                    <a:pt x="154954" y="120146"/>
                  </a:lnTo>
                  <a:lnTo>
                    <a:pt x="156136" y="122989"/>
                  </a:lnTo>
                  <a:lnTo>
                    <a:pt x="159493" y="136659"/>
                  </a:lnTo>
                  <a:lnTo>
                    <a:pt x="149186" y="140422"/>
                  </a:lnTo>
                  <a:lnTo>
                    <a:pt x="140352" y="133730"/>
                  </a:lnTo>
                  <a:lnTo>
                    <a:pt x="137055" y="139796"/>
                  </a:lnTo>
                  <a:lnTo>
                    <a:pt x="132989" y="138245"/>
                  </a:lnTo>
                  <a:lnTo>
                    <a:pt x="131615" y="136439"/>
                  </a:lnTo>
                  <a:lnTo>
                    <a:pt x="123859" y="134332"/>
                  </a:lnTo>
                  <a:lnTo>
                    <a:pt x="119441" y="131321"/>
                  </a:lnTo>
                  <a:lnTo>
                    <a:pt x="116251" y="133704"/>
                  </a:lnTo>
                  <a:lnTo>
                    <a:pt x="106592" y="128713"/>
                  </a:lnTo>
                  <a:lnTo>
                    <a:pt x="103625" y="124392"/>
                  </a:lnTo>
                  <a:lnTo>
                    <a:pt x="110901" y="111553"/>
                  </a:lnTo>
                  <a:lnTo>
                    <a:pt x="115220" y="97806"/>
                  </a:lnTo>
                  <a:lnTo>
                    <a:pt x="112962" y="95598"/>
                  </a:lnTo>
                  <a:lnTo>
                    <a:pt x="102684" y="105085"/>
                  </a:lnTo>
                  <a:lnTo>
                    <a:pt x="97401" y="98528"/>
                  </a:lnTo>
                  <a:lnTo>
                    <a:pt x="104518" y="90249"/>
                  </a:lnTo>
                  <a:lnTo>
                    <a:pt x="108199" y="80465"/>
                  </a:lnTo>
                  <a:lnTo>
                    <a:pt x="101852" y="66044"/>
                  </a:lnTo>
                  <a:lnTo>
                    <a:pt x="98231" y="65772"/>
                  </a:lnTo>
                  <a:lnTo>
                    <a:pt x="97430" y="67472"/>
                  </a:lnTo>
                  <a:lnTo>
                    <a:pt x="90516" y="64727"/>
                  </a:lnTo>
                  <a:lnTo>
                    <a:pt x="91147" y="63016"/>
                  </a:lnTo>
                  <a:lnTo>
                    <a:pt x="88010" y="61629"/>
                  </a:lnTo>
                  <a:lnTo>
                    <a:pt x="86397" y="60892"/>
                  </a:lnTo>
                  <a:lnTo>
                    <a:pt x="86843" y="58735"/>
                  </a:lnTo>
                  <a:lnTo>
                    <a:pt x="86687" y="58681"/>
                  </a:lnTo>
                  <a:lnTo>
                    <a:pt x="83956" y="57741"/>
                  </a:lnTo>
                  <a:lnTo>
                    <a:pt x="83533" y="57595"/>
                  </a:lnTo>
                  <a:lnTo>
                    <a:pt x="81514" y="56899"/>
                  </a:lnTo>
                  <a:lnTo>
                    <a:pt x="80447" y="56531"/>
                  </a:lnTo>
                  <a:lnTo>
                    <a:pt x="76754" y="54946"/>
                  </a:lnTo>
                  <a:lnTo>
                    <a:pt x="76509" y="54838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g190"/>
            <p:cNvSpPr/>
            <p:nvPr/>
          </p:nvSpPr>
          <p:spPr>
            <a:xfrm>
              <a:off x="2824020" y="4798729"/>
              <a:ext cx="269114" cy="186830"/>
            </a:xfrm>
            <a:custGeom>
              <a:avLst/>
              <a:pathLst>
                <a:path w="269114" h="186830">
                  <a:moveTo>
                    <a:pt x="115853" y="177161"/>
                  </a:moveTo>
                  <a:lnTo>
                    <a:pt x="115753" y="176826"/>
                  </a:lnTo>
                  <a:lnTo>
                    <a:pt x="115663" y="176525"/>
                  </a:lnTo>
                  <a:lnTo>
                    <a:pt x="115568" y="176202"/>
                  </a:lnTo>
                  <a:lnTo>
                    <a:pt x="115495" y="175891"/>
                  </a:lnTo>
                  <a:lnTo>
                    <a:pt x="115453" y="175712"/>
                  </a:lnTo>
                  <a:lnTo>
                    <a:pt x="116806" y="172071"/>
                  </a:lnTo>
                  <a:lnTo>
                    <a:pt x="117487" y="168626"/>
                  </a:lnTo>
                  <a:lnTo>
                    <a:pt x="117555" y="168315"/>
                  </a:lnTo>
                  <a:lnTo>
                    <a:pt x="117623" y="168005"/>
                  </a:lnTo>
                  <a:lnTo>
                    <a:pt x="117478" y="167849"/>
                  </a:lnTo>
                  <a:lnTo>
                    <a:pt x="117177" y="167527"/>
                  </a:lnTo>
                  <a:lnTo>
                    <a:pt x="117051" y="167392"/>
                  </a:lnTo>
                  <a:lnTo>
                    <a:pt x="116345" y="166635"/>
                  </a:lnTo>
                  <a:lnTo>
                    <a:pt x="116176" y="166454"/>
                  </a:lnTo>
                  <a:lnTo>
                    <a:pt x="115730" y="165976"/>
                  </a:lnTo>
                  <a:lnTo>
                    <a:pt x="115588" y="165824"/>
                  </a:lnTo>
                  <a:lnTo>
                    <a:pt x="114775" y="165016"/>
                  </a:lnTo>
                  <a:lnTo>
                    <a:pt x="113253" y="163502"/>
                  </a:lnTo>
                  <a:lnTo>
                    <a:pt x="112467" y="162721"/>
                  </a:lnTo>
                  <a:lnTo>
                    <a:pt x="111626" y="161884"/>
                  </a:lnTo>
                  <a:lnTo>
                    <a:pt x="111455" y="161733"/>
                  </a:lnTo>
                  <a:lnTo>
                    <a:pt x="107115" y="157878"/>
                  </a:lnTo>
                  <a:lnTo>
                    <a:pt x="106526" y="157327"/>
                  </a:lnTo>
                  <a:lnTo>
                    <a:pt x="106420" y="157195"/>
                  </a:lnTo>
                  <a:lnTo>
                    <a:pt x="106164" y="156875"/>
                  </a:lnTo>
                  <a:lnTo>
                    <a:pt x="105874" y="156513"/>
                  </a:lnTo>
                  <a:lnTo>
                    <a:pt x="105334" y="155822"/>
                  </a:lnTo>
                  <a:lnTo>
                    <a:pt x="105104" y="155331"/>
                  </a:lnTo>
                  <a:lnTo>
                    <a:pt x="105029" y="155173"/>
                  </a:lnTo>
                  <a:lnTo>
                    <a:pt x="104908" y="154914"/>
                  </a:lnTo>
                  <a:lnTo>
                    <a:pt x="104935" y="154094"/>
                  </a:lnTo>
                  <a:lnTo>
                    <a:pt x="104974" y="152924"/>
                  </a:lnTo>
                  <a:lnTo>
                    <a:pt x="104990" y="152454"/>
                  </a:lnTo>
                  <a:lnTo>
                    <a:pt x="105015" y="151686"/>
                  </a:lnTo>
                  <a:lnTo>
                    <a:pt x="105027" y="151316"/>
                  </a:lnTo>
                  <a:lnTo>
                    <a:pt x="105043" y="150834"/>
                  </a:lnTo>
                  <a:lnTo>
                    <a:pt x="105504" y="149747"/>
                  </a:lnTo>
                  <a:lnTo>
                    <a:pt x="106106" y="148320"/>
                  </a:lnTo>
                  <a:lnTo>
                    <a:pt x="106184" y="148124"/>
                  </a:lnTo>
                  <a:lnTo>
                    <a:pt x="106265" y="147920"/>
                  </a:lnTo>
                  <a:lnTo>
                    <a:pt x="106350" y="147703"/>
                  </a:lnTo>
                  <a:lnTo>
                    <a:pt x="106422" y="147520"/>
                  </a:lnTo>
                  <a:lnTo>
                    <a:pt x="107448" y="144926"/>
                  </a:lnTo>
                  <a:lnTo>
                    <a:pt x="107499" y="144796"/>
                  </a:lnTo>
                  <a:lnTo>
                    <a:pt x="108112" y="143244"/>
                  </a:lnTo>
                  <a:lnTo>
                    <a:pt x="108379" y="142569"/>
                  </a:lnTo>
                  <a:lnTo>
                    <a:pt x="108483" y="142306"/>
                  </a:lnTo>
                  <a:lnTo>
                    <a:pt x="108683" y="141708"/>
                  </a:lnTo>
                  <a:lnTo>
                    <a:pt x="108913" y="141019"/>
                  </a:lnTo>
                  <a:lnTo>
                    <a:pt x="109079" y="140519"/>
                  </a:lnTo>
                  <a:lnTo>
                    <a:pt x="109224" y="140086"/>
                  </a:lnTo>
                  <a:lnTo>
                    <a:pt x="110257" y="138640"/>
                  </a:lnTo>
                  <a:lnTo>
                    <a:pt x="110915" y="137720"/>
                  </a:lnTo>
                  <a:lnTo>
                    <a:pt x="111423" y="137330"/>
                  </a:lnTo>
                  <a:lnTo>
                    <a:pt x="112446" y="136543"/>
                  </a:lnTo>
                  <a:lnTo>
                    <a:pt x="113166" y="135989"/>
                  </a:lnTo>
                  <a:lnTo>
                    <a:pt x="112457" y="133798"/>
                  </a:lnTo>
                  <a:lnTo>
                    <a:pt x="111601" y="131155"/>
                  </a:lnTo>
                  <a:lnTo>
                    <a:pt x="111409" y="130562"/>
                  </a:lnTo>
                  <a:lnTo>
                    <a:pt x="111180" y="130425"/>
                  </a:lnTo>
                  <a:lnTo>
                    <a:pt x="110969" y="130300"/>
                  </a:lnTo>
                  <a:lnTo>
                    <a:pt x="110699" y="130139"/>
                  </a:lnTo>
                  <a:lnTo>
                    <a:pt x="110566" y="130060"/>
                  </a:lnTo>
                  <a:lnTo>
                    <a:pt x="109703" y="129546"/>
                  </a:lnTo>
                  <a:lnTo>
                    <a:pt x="108624" y="128904"/>
                  </a:lnTo>
                  <a:lnTo>
                    <a:pt x="107089" y="127991"/>
                  </a:lnTo>
                  <a:lnTo>
                    <a:pt x="107058" y="127682"/>
                  </a:lnTo>
                  <a:lnTo>
                    <a:pt x="107044" y="127545"/>
                  </a:lnTo>
                  <a:lnTo>
                    <a:pt x="107003" y="127148"/>
                  </a:lnTo>
                  <a:lnTo>
                    <a:pt x="106905" y="126182"/>
                  </a:lnTo>
                  <a:lnTo>
                    <a:pt x="106673" y="123914"/>
                  </a:lnTo>
                  <a:lnTo>
                    <a:pt x="106575" y="122952"/>
                  </a:lnTo>
                  <a:lnTo>
                    <a:pt x="104574" y="120332"/>
                  </a:lnTo>
                  <a:lnTo>
                    <a:pt x="104724" y="120248"/>
                  </a:lnTo>
                  <a:lnTo>
                    <a:pt x="107258" y="118821"/>
                  </a:lnTo>
                  <a:lnTo>
                    <a:pt x="109637" y="117481"/>
                  </a:lnTo>
                  <a:lnTo>
                    <a:pt x="111679" y="116332"/>
                  </a:lnTo>
                  <a:lnTo>
                    <a:pt x="112933" y="115625"/>
                  </a:lnTo>
                  <a:lnTo>
                    <a:pt x="111631" y="114430"/>
                  </a:lnTo>
                  <a:lnTo>
                    <a:pt x="109497" y="114684"/>
                  </a:lnTo>
                  <a:lnTo>
                    <a:pt x="108483" y="114805"/>
                  </a:lnTo>
                  <a:lnTo>
                    <a:pt x="106504" y="115040"/>
                  </a:lnTo>
                  <a:lnTo>
                    <a:pt x="105378" y="115174"/>
                  </a:lnTo>
                  <a:lnTo>
                    <a:pt x="103668" y="115344"/>
                  </a:lnTo>
                  <a:lnTo>
                    <a:pt x="102681" y="115443"/>
                  </a:lnTo>
                  <a:lnTo>
                    <a:pt x="101066" y="115841"/>
                  </a:lnTo>
                  <a:lnTo>
                    <a:pt x="100034" y="115115"/>
                  </a:lnTo>
                  <a:lnTo>
                    <a:pt x="99722" y="114895"/>
                  </a:lnTo>
                  <a:lnTo>
                    <a:pt x="99487" y="114730"/>
                  </a:lnTo>
                  <a:lnTo>
                    <a:pt x="99061" y="114430"/>
                  </a:lnTo>
                  <a:lnTo>
                    <a:pt x="96866" y="112886"/>
                  </a:lnTo>
                  <a:lnTo>
                    <a:pt x="96721" y="112785"/>
                  </a:lnTo>
                  <a:lnTo>
                    <a:pt x="95670" y="112045"/>
                  </a:lnTo>
                  <a:lnTo>
                    <a:pt x="94583" y="111281"/>
                  </a:lnTo>
                  <a:lnTo>
                    <a:pt x="93008" y="110320"/>
                  </a:lnTo>
                  <a:lnTo>
                    <a:pt x="87410" y="106909"/>
                  </a:lnTo>
                  <a:lnTo>
                    <a:pt x="85959" y="106137"/>
                  </a:lnTo>
                  <a:lnTo>
                    <a:pt x="84255" y="105230"/>
                  </a:lnTo>
                  <a:lnTo>
                    <a:pt x="82630" y="104731"/>
                  </a:lnTo>
                  <a:lnTo>
                    <a:pt x="82193" y="104597"/>
                  </a:lnTo>
                  <a:lnTo>
                    <a:pt x="80868" y="104477"/>
                  </a:lnTo>
                  <a:lnTo>
                    <a:pt x="79587" y="104492"/>
                  </a:lnTo>
                  <a:lnTo>
                    <a:pt x="79250" y="104641"/>
                  </a:lnTo>
                  <a:lnTo>
                    <a:pt x="79000" y="104752"/>
                  </a:lnTo>
                  <a:lnTo>
                    <a:pt x="78771" y="104853"/>
                  </a:lnTo>
                  <a:lnTo>
                    <a:pt x="78158" y="105124"/>
                  </a:lnTo>
                  <a:lnTo>
                    <a:pt x="76504" y="106309"/>
                  </a:lnTo>
                  <a:lnTo>
                    <a:pt x="74611" y="110165"/>
                  </a:lnTo>
                  <a:lnTo>
                    <a:pt x="74448" y="110498"/>
                  </a:lnTo>
                  <a:lnTo>
                    <a:pt x="73417" y="111246"/>
                  </a:lnTo>
                  <a:lnTo>
                    <a:pt x="72769" y="111717"/>
                  </a:lnTo>
                  <a:lnTo>
                    <a:pt x="71965" y="113938"/>
                  </a:lnTo>
                  <a:lnTo>
                    <a:pt x="71781" y="114447"/>
                  </a:lnTo>
                  <a:lnTo>
                    <a:pt x="71420" y="115445"/>
                  </a:lnTo>
                  <a:lnTo>
                    <a:pt x="70815" y="117119"/>
                  </a:lnTo>
                  <a:lnTo>
                    <a:pt x="70624" y="117648"/>
                  </a:lnTo>
                  <a:lnTo>
                    <a:pt x="69235" y="119915"/>
                  </a:lnTo>
                  <a:lnTo>
                    <a:pt x="68842" y="120557"/>
                  </a:lnTo>
                  <a:lnTo>
                    <a:pt x="67222" y="122313"/>
                  </a:lnTo>
                  <a:lnTo>
                    <a:pt x="65583" y="123948"/>
                  </a:lnTo>
                  <a:lnTo>
                    <a:pt x="64169" y="125544"/>
                  </a:lnTo>
                  <a:lnTo>
                    <a:pt x="62786" y="126838"/>
                  </a:lnTo>
                  <a:lnTo>
                    <a:pt x="61910" y="126544"/>
                  </a:lnTo>
                  <a:lnTo>
                    <a:pt x="61193" y="126303"/>
                  </a:lnTo>
                  <a:lnTo>
                    <a:pt x="58910" y="125536"/>
                  </a:lnTo>
                  <a:lnTo>
                    <a:pt x="58672" y="125456"/>
                  </a:lnTo>
                  <a:lnTo>
                    <a:pt x="58279" y="125324"/>
                  </a:lnTo>
                  <a:lnTo>
                    <a:pt x="58131" y="125275"/>
                  </a:lnTo>
                  <a:lnTo>
                    <a:pt x="57674" y="125111"/>
                  </a:lnTo>
                  <a:lnTo>
                    <a:pt x="56785" y="124794"/>
                  </a:lnTo>
                  <a:lnTo>
                    <a:pt x="52399" y="123228"/>
                  </a:lnTo>
                  <a:lnTo>
                    <a:pt x="51907" y="123052"/>
                  </a:lnTo>
                  <a:lnTo>
                    <a:pt x="50654" y="122605"/>
                  </a:lnTo>
                  <a:lnTo>
                    <a:pt x="49887" y="122331"/>
                  </a:lnTo>
                  <a:lnTo>
                    <a:pt x="49755" y="122288"/>
                  </a:lnTo>
                  <a:lnTo>
                    <a:pt x="48354" y="121832"/>
                  </a:lnTo>
                  <a:lnTo>
                    <a:pt x="46678" y="121286"/>
                  </a:lnTo>
                  <a:lnTo>
                    <a:pt x="43130" y="120130"/>
                  </a:lnTo>
                  <a:lnTo>
                    <a:pt x="41475" y="120463"/>
                  </a:lnTo>
                  <a:lnTo>
                    <a:pt x="41037" y="120551"/>
                  </a:lnTo>
                  <a:lnTo>
                    <a:pt x="39897" y="120781"/>
                  </a:lnTo>
                  <a:lnTo>
                    <a:pt x="39336" y="120893"/>
                  </a:lnTo>
                  <a:lnTo>
                    <a:pt x="38976" y="120966"/>
                  </a:lnTo>
                  <a:lnTo>
                    <a:pt x="37755" y="121212"/>
                  </a:lnTo>
                  <a:lnTo>
                    <a:pt x="37309" y="121636"/>
                  </a:lnTo>
                  <a:lnTo>
                    <a:pt x="36733" y="123022"/>
                  </a:lnTo>
                  <a:lnTo>
                    <a:pt x="27688" y="120225"/>
                  </a:lnTo>
                  <a:lnTo>
                    <a:pt x="23273" y="118630"/>
                  </a:lnTo>
                  <a:lnTo>
                    <a:pt x="22322" y="118137"/>
                  </a:lnTo>
                  <a:lnTo>
                    <a:pt x="21366" y="117625"/>
                  </a:lnTo>
                  <a:lnTo>
                    <a:pt x="17106" y="115339"/>
                  </a:lnTo>
                  <a:lnTo>
                    <a:pt x="14263" y="113813"/>
                  </a:lnTo>
                  <a:lnTo>
                    <a:pt x="9476" y="111393"/>
                  </a:lnTo>
                  <a:lnTo>
                    <a:pt x="8865" y="111083"/>
                  </a:lnTo>
                  <a:lnTo>
                    <a:pt x="7413" y="110349"/>
                  </a:lnTo>
                  <a:lnTo>
                    <a:pt x="1290" y="102013"/>
                  </a:lnTo>
                  <a:lnTo>
                    <a:pt x="0" y="100256"/>
                  </a:lnTo>
                  <a:lnTo>
                    <a:pt x="8840" y="75872"/>
                  </a:lnTo>
                  <a:lnTo>
                    <a:pt x="10711" y="70710"/>
                  </a:lnTo>
                  <a:lnTo>
                    <a:pt x="20402" y="63627"/>
                  </a:lnTo>
                  <a:lnTo>
                    <a:pt x="48018" y="76250"/>
                  </a:lnTo>
                  <a:lnTo>
                    <a:pt x="54748" y="71733"/>
                  </a:lnTo>
                  <a:lnTo>
                    <a:pt x="54430" y="69624"/>
                  </a:lnTo>
                  <a:lnTo>
                    <a:pt x="53849" y="65778"/>
                  </a:lnTo>
                  <a:lnTo>
                    <a:pt x="58117" y="64208"/>
                  </a:lnTo>
                  <a:lnTo>
                    <a:pt x="59486" y="63548"/>
                  </a:lnTo>
                  <a:lnTo>
                    <a:pt x="60472" y="57506"/>
                  </a:lnTo>
                  <a:lnTo>
                    <a:pt x="60747" y="55817"/>
                  </a:lnTo>
                  <a:lnTo>
                    <a:pt x="100138" y="57698"/>
                  </a:lnTo>
                  <a:lnTo>
                    <a:pt x="105335" y="60823"/>
                  </a:lnTo>
                  <a:lnTo>
                    <a:pt x="131786" y="55487"/>
                  </a:lnTo>
                  <a:lnTo>
                    <a:pt x="137693" y="40626"/>
                  </a:lnTo>
                  <a:lnTo>
                    <a:pt x="131676" y="21950"/>
                  </a:lnTo>
                  <a:lnTo>
                    <a:pt x="147199" y="16118"/>
                  </a:lnTo>
                  <a:lnTo>
                    <a:pt x="168980" y="24647"/>
                  </a:lnTo>
                  <a:lnTo>
                    <a:pt x="169594" y="31734"/>
                  </a:lnTo>
                  <a:lnTo>
                    <a:pt x="177202" y="31483"/>
                  </a:lnTo>
                  <a:lnTo>
                    <a:pt x="177632" y="20257"/>
                  </a:lnTo>
                  <a:lnTo>
                    <a:pt x="183338" y="6146"/>
                  </a:lnTo>
                  <a:lnTo>
                    <a:pt x="194934" y="1442"/>
                  </a:lnTo>
                  <a:lnTo>
                    <a:pt x="217575" y="5080"/>
                  </a:lnTo>
                  <a:lnTo>
                    <a:pt x="235614" y="0"/>
                  </a:lnTo>
                  <a:lnTo>
                    <a:pt x="248437" y="17435"/>
                  </a:lnTo>
                  <a:lnTo>
                    <a:pt x="269114" y="39824"/>
                  </a:lnTo>
                  <a:lnTo>
                    <a:pt x="266599" y="51677"/>
                  </a:lnTo>
                  <a:lnTo>
                    <a:pt x="261952" y="51677"/>
                  </a:lnTo>
                  <a:lnTo>
                    <a:pt x="254919" y="51677"/>
                  </a:lnTo>
                  <a:lnTo>
                    <a:pt x="252096" y="48295"/>
                  </a:lnTo>
                  <a:lnTo>
                    <a:pt x="249793" y="45720"/>
                  </a:lnTo>
                  <a:lnTo>
                    <a:pt x="227203" y="59982"/>
                  </a:lnTo>
                  <a:lnTo>
                    <a:pt x="224331" y="71254"/>
                  </a:lnTo>
                  <a:lnTo>
                    <a:pt x="224410" y="71524"/>
                  </a:lnTo>
                  <a:lnTo>
                    <a:pt x="226815" y="77194"/>
                  </a:lnTo>
                  <a:lnTo>
                    <a:pt x="229564" y="80706"/>
                  </a:lnTo>
                  <a:lnTo>
                    <a:pt x="230230" y="83580"/>
                  </a:lnTo>
                  <a:lnTo>
                    <a:pt x="221987" y="91473"/>
                  </a:lnTo>
                  <a:lnTo>
                    <a:pt x="219599" y="93760"/>
                  </a:lnTo>
                  <a:lnTo>
                    <a:pt x="211025" y="92345"/>
                  </a:lnTo>
                  <a:lnTo>
                    <a:pt x="198109" y="99724"/>
                  </a:lnTo>
                  <a:lnTo>
                    <a:pt x="195424" y="101259"/>
                  </a:lnTo>
                  <a:lnTo>
                    <a:pt x="195548" y="104422"/>
                  </a:lnTo>
                  <a:lnTo>
                    <a:pt x="207512" y="105739"/>
                  </a:lnTo>
                  <a:lnTo>
                    <a:pt x="209905" y="123111"/>
                  </a:lnTo>
                  <a:lnTo>
                    <a:pt x="204322" y="137975"/>
                  </a:lnTo>
                  <a:lnTo>
                    <a:pt x="186528" y="143431"/>
                  </a:lnTo>
                  <a:lnTo>
                    <a:pt x="185029" y="141382"/>
                  </a:lnTo>
                  <a:lnTo>
                    <a:pt x="168367" y="150267"/>
                  </a:lnTo>
                  <a:lnTo>
                    <a:pt x="159409" y="152776"/>
                  </a:lnTo>
                  <a:lnTo>
                    <a:pt x="154868" y="149891"/>
                  </a:lnTo>
                  <a:lnTo>
                    <a:pt x="151016" y="155685"/>
                  </a:lnTo>
                  <a:lnTo>
                    <a:pt x="154623" y="163312"/>
                  </a:lnTo>
                  <a:lnTo>
                    <a:pt x="150696" y="175040"/>
                  </a:lnTo>
                  <a:lnTo>
                    <a:pt x="145113" y="172907"/>
                  </a:lnTo>
                  <a:lnTo>
                    <a:pt x="137873" y="186830"/>
                  </a:lnTo>
                  <a:lnTo>
                    <a:pt x="135726" y="185514"/>
                  </a:lnTo>
                  <a:lnTo>
                    <a:pt x="134662" y="184696"/>
                  </a:lnTo>
                  <a:lnTo>
                    <a:pt x="133988" y="184179"/>
                  </a:lnTo>
                  <a:lnTo>
                    <a:pt x="133193" y="183568"/>
                  </a:lnTo>
                  <a:lnTo>
                    <a:pt x="126910" y="178791"/>
                  </a:lnTo>
                  <a:lnTo>
                    <a:pt x="119421" y="172803"/>
                  </a:lnTo>
                  <a:lnTo>
                    <a:pt x="116594" y="17625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g191"/>
            <p:cNvSpPr/>
            <p:nvPr/>
          </p:nvSpPr>
          <p:spPr>
            <a:xfrm>
              <a:off x="2647416" y="4881195"/>
              <a:ext cx="189532" cy="125589"/>
            </a:xfrm>
            <a:custGeom>
              <a:avLst/>
              <a:pathLst>
                <a:path w="189532" h="125589">
                  <a:moveTo>
                    <a:pt x="73191" y="1583"/>
                  </a:moveTo>
                  <a:lnTo>
                    <a:pt x="73484" y="1933"/>
                  </a:lnTo>
                  <a:lnTo>
                    <a:pt x="74108" y="1677"/>
                  </a:lnTo>
                  <a:lnTo>
                    <a:pt x="74334" y="1584"/>
                  </a:lnTo>
                  <a:lnTo>
                    <a:pt x="74828" y="1381"/>
                  </a:lnTo>
                  <a:lnTo>
                    <a:pt x="75096" y="1313"/>
                  </a:lnTo>
                  <a:lnTo>
                    <a:pt x="76109" y="1067"/>
                  </a:lnTo>
                  <a:lnTo>
                    <a:pt x="76433" y="1049"/>
                  </a:lnTo>
                  <a:lnTo>
                    <a:pt x="76840" y="1025"/>
                  </a:lnTo>
                  <a:lnTo>
                    <a:pt x="77088" y="1011"/>
                  </a:lnTo>
                  <a:lnTo>
                    <a:pt x="77358" y="996"/>
                  </a:lnTo>
                  <a:lnTo>
                    <a:pt x="77643" y="979"/>
                  </a:lnTo>
                  <a:lnTo>
                    <a:pt x="77817" y="983"/>
                  </a:lnTo>
                  <a:lnTo>
                    <a:pt x="78043" y="988"/>
                  </a:lnTo>
                  <a:lnTo>
                    <a:pt x="79014" y="1011"/>
                  </a:lnTo>
                  <a:lnTo>
                    <a:pt x="79493" y="1085"/>
                  </a:lnTo>
                  <a:lnTo>
                    <a:pt x="80153" y="1186"/>
                  </a:lnTo>
                  <a:lnTo>
                    <a:pt x="80693" y="1268"/>
                  </a:lnTo>
                  <a:lnTo>
                    <a:pt x="81582" y="1405"/>
                  </a:lnTo>
                  <a:lnTo>
                    <a:pt x="81835" y="1443"/>
                  </a:lnTo>
                  <a:lnTo>
                    <a:pt x="83013" y="1624"/>
                  </a:lnTo>
                  <a:lnTo>
                    <a:pt x="83250" y="1660"/>
                  </a:lnTo>
                  <a:lnTo>
                    <a:pt x="83517" y="1685"/>
                  </a:lnTo>
                  <a:lnTo>
                    <a:pt x="84592" y="1788"/>
                  </a:lnTo>
                  <a:lnTo>
                    <a:pt x="85246" y="1851"/>
                  </a:lnTo>
                  <a:lnTo>
                    <a:pt x="85840" y="1908"/>
                  </a:lnTo>
                  <a:lnTo>
                    <a:pt x="86070" y="1883"/>
                  </a:lnTo>
                  <a:lnTo>
                    <a:pt x="87109" y="1774"/>
                  </a:lnTo>
                  <a:lnTo>
                    <a:pt x="87475" y="2011"/>
                  </a:lnTo>
                  <a:lnTo>
                    <a:pt x="87726" y="2173"/>
                  </a:lnTo>
                  <a:lnTo>
                    <a:pt x="88851" y="2071"/>
                  </a:lnTo>
                  <a:lnTo>
                    <a:pt x="91142" y="2199"/>
                  </a:lnTo>
                  <a:lnTo>
                    <a:pt x="94184" y="2464"/>
                  </a:lnTo>
                  <a:lnTo>
                    <a:pt x="94325" y="2500"/>
                  </a:lnTo>
                  <a:lnTo>
                    <a:pt x="94517" y="2493"/>
                  </a:lnTo>
                  <a:lnTo>
                    <a:pt x="96813" y="2408"/>
                  </a:lnTo>
                  <a:lnTo>
                    <a:pt x="98052" y="2362"/>
                  </a:lnTo>
                  <a:lnTo>
                    <a:pt x="99107" y="2323"/>
                  </a:lnTo>
                  <a:lnTo>
                    <a:pt x="99618" y="2304"/>
                  </a:lnTo>
                  <a:lnTo>
                    <a:pt x="101098" y="2249"/>
                  </a:lnTo>
                  <a:lnTo>
                    <a:pt x="101459" y="2129"/>
                  </a:lnTo>
                  <a:lnTo>
                    <a:pt x="101606" y="2080"/>
                  </a:lnTo>
                  <a:lnTo>
                    <a:pt x="101967" y="1960"/>
                  </a:lnTo>
                  <a:lnTo>
                    <a:pt x="110484" y="4190"/>
                  </a:lnTo>
                  <a:lnTo>
                    <a:pt x="108339" y="12924"/>
                  </a:lnTo>
                  <a:lnTo>
                    <a:pt x="109936" y="16911"/>
                  </a:lnTo>
                  <a:lnTo>
                    <a:pt x="111240" y="16911"/>
                  </a:lnTo>
                  <a:lnTo>
                    <a:pt x="114460" y="25380"/>
                  </a:lnTo>
                  <a:lnTo>
                    <a:pt x="110258" y="26785"/>
                  </a:lnTo>
                  <a:lnTo>
                    <a:pt x="107470" y="26544"/>
                  </a:lnTo>
                  <a:lnTo>
                    <a:pt x="108137" y="36057"/>
                  </a:lnTo>
                  <a:lnTo>
                    <a:pt x="92528" y="36498"/>
                  </a:lnTo>
                  <a:lnTo>
                    <a:pt x="92155" y="40532"/>
                  </a:lnTo>
                  <a:lnTo>
                    <a:pt x="99361" y="44285"/>
                  </a:lnTo>
                  <a:lnTo>
                    <a:pt x="101010" y="43924"/>
                  </a:lnTo>
                  <a:lnTo>
                    <a:pt x="102522" y="44807"/>
                  </a:lnTo>
                  <a:lnTo>
                    <a:pt x="101678" y="46533"/>
                  </a:lnTo>
                  <a:lnTo>
                    <a:pt x="104701" y="48219"/>
                  </a:lnTo>
                  <a:lnTo>
                    <a:pt x="102581" y="53276"/>
                  </a:lnTo>
                  <a:lnTo>
                    <a:pt x="106743" y="55383"/>
                  </a:lnTo>
                  <a:lnTo>
                    <a:pt x="110690" y="59337"/>
                  </a:lnTo>
                  <a:lnTo>
                    <a:pt x="112827" y="57671"/>
                  </a:lnTo>
                  <a:lnTo>
                    <a:pt x="116509" y="62450"/>
                  </a:lnTo>
                  <a:lnTo>
                    <a:pt x="118006" y="61359"/>
                  </a:lnTo>
                  <a:lnTo>
                    <a:pt x="126606" y="52450"/>
                  </a:lnTo>
                  <a:lnTo>
                    <a:pt x="130415" y="55019"/>
                  </a:lnTo>
                  <a:lnTo>
                    <a:pt x="126061" y="59663"/>
                  </a:lnTo>
                  <a:lnTo>
                    <a:pt x="128700" y="61481"/>
                  </a:lnTo>
                  <a:lnTo>
                    <a:pt x="124509" y="64816"/>
                  </a:lnTo>
                  <a:lnTo>
                    <a:pt x="132659" y="76244"/>
                  </a:lnTo>
                  <a:lnTo>
                    <a:pt x="131763" y="80001"/>
                  </a:lnTo>
                  <a:lnTo>
                    <a:pt x="134426" y="84336"/>
                  </a:lnTo>
                  <a:lnTo>
                    <a:pt x="136617" y="82939"/>
                  </a:lnTo>
                  <a:lnTo>
                    <a:pt x="138172" y="85709"/>
                  </a:lnTo>
                  <a:lnTo>
                    <a:pt x="136546" y="86744"/>
                  </a:lnTo>
                  <a:lnTo>
                    <a:pt x="137015" y="87813"/>
                  </a:lnTo>
                  <a:lnTo>
                    <a:pt x="139469" y="86896"/>
                  </a:lnTo>
                  <a:lnTo>
                    <a:pt x="140106" y="86471"/>
                  </a:lnTo>
                  <a:lnTo>
                    <a:pt x="139396" y="83856"/>
                  </a:lnTo>
                  <a:lnTo>
                    <a:pt x="143107" y="81929"/>
                  </a:lnTo>
                  <a:lnTo>
                    <a:pt x="143578" y="82652"/>
                  </a:lnTo>
                  <a:lnTo>
                    <a:pt x="145522" y="80966"/>
                  </a:lnTo>
                  <a:lnTo>
                    <a:pt x="145109" y="69707"/>
                  </a:lnTo>
                  <a:lnTo>
                    <a:pt x="146935" y="59291"/>
                  </a:lnTo>
                  <a:lnTo>
                    <a:pt x="149402" y="54537"/>
                  </a:lnTo>
                  <a:lnTo>
                    <a:pt x="160609" y="60814"/>
                  </a:lnTo>
                  <a:lnTo>
                    <a:pt x="171093" y="67858"/>
                  </a:lnTo>
                  <a:lnTo>
                    <a:pt x="174863" y="69604"/>
                  </a:lnTo>
                  <a:lnTo>
                    <a:pt x="179281" y="67858"/>
                  </a:lnTo>
                  <a:lnTo>
                    <a:pt x="184186" y="71617"/>
                  </a:lnTo>
                  <a:lnTo>
                    <a:pt x="183792" y="72210"/>
                  </a:lnTo>
                  <a:lnTo>
                    <a:pt x="180898" y="76378"/>
                  </a:lnTo>
                  <a:lnTo>
                    <a:pt x="178211" y="80248"/>
                  </a:lnTo>
                  <a:lnTo>
                    <a:pt x="179573" y="82364"/>
                  </a:lnTo>
                  <a:lnTo>
                    <a:pt x="181825" y="85861"/>
                  </a:lnTo>
                  <a:lnTo>
                    <a:pt x="182833" y="87426"/>
                  </a:lnTo>
                  <a:lnTo>
                    <a:pt x="185700" y="85682"/>
                  </a:lnTo>
                  <a:lnTo>
                    <a:pt x="185974" y="85515"/>
                  </a:lnTo>
                  <a:lnTo>
                    <a:pt x="186276" y="85331"/>
                  </a:lnTo>
                  <a:lnTo>
                    <a:pt x="189532" y="84001"/>
                  </a:lnTo>
                  <a:lnTo>
                    <a:pt x="188778" y="85672"/>
                  </a:lnTo>
                  <a:lnTo>
                    <a:pt x="187457" y="92981"/>
                  </a:lnTo>
                  <a:lnTo>
                    <a:pt x="187542" y="96653"/>
                  </a:lnTo>
                  <a:lnTo>
                    <a:pt x="187876" y="100684"/>
                  </a:lnTo>
                  <a:lnTo>
                    <a:pt x="187110" y="101603"/>
                  </a:lnTo>
                  <a:lnTo>
                    <a:pt x="186828" y="101974"/>
                  </a:lnTo>
                  <a:lnTo>
                    <a:pt x="186660" y="102194"/>
                  </a:lnTo>
                  <a:lnTo>
                    <a:pt x="186362" y="102370"/>
                  </a:lnTo>
                  <a:lnTo>
                    <a:pt x="185921" y="102632"/>
                  </a:lnTo>
                  <a:lnTo>
                    <a:pt x="185684" y="102781"/>
                  </a:lnTo>
                  <a:lnTo>
                    <a:pt x="182234" y="104950"/>
                  </a:lnTo>
                  <a:lnTo>
                    <a:pt x="180926" y="105772"/>
                  </a:lnTo>
                  <a:lnTo>
                    <a:pt x="178616" y="107225"/>
                  </a:lnTo>
                  <a:lnTo>
                    <a:pt x="176195" y="108747"/>
                  </a:lnTo>
                  <a:lnTo>
                    <a:pt x="175480" y="109196"/>
                  </a:lnTo>
                  <a:lnTo>
                    <a:pt x="176080" y="109688"/>
                  </a:lnTo>
                  <a:lnTo>
                    <a:pt x="177292" y="111114"/>
                  </a:lnTo>
                  <a:lnTo>
                    <a:pt x="179074" y="113213"/>
                  </a:lnTo>
                  <a:lnTo>
                    <a:pt x="179480" y="113690"/>
                  </a:lnTo>
                  <a:lnTo>
                    <a:pt x="180197" y="114534"/>
                  </a:lnTo>
                  <a:lnTo>
                    <a:pt x="179647" y="114842"/>
                  </a:lnTo>
                  <a:lnTo>
                    <a:pt x="179431" y="114614"/>
                  </a:lnTo>
                  <a:lnTo>
                    <a:pt x="174244" y="114349"/>
                  </a:lnTo>
                  <a:lnTo>
                    <a:pt x="173356" y="114303"/>
                  </a:lnTo>
                  <a:lnTo>
                    <a:pt x="168249" y="114042"/>
                  </a:lnTo>
                  <a:lnTo>
                    <a:pt x="167728" y="114015"/>
                  </a:lnTo>
                  <a:lnTo>
                    <a:pt x="166323" y="113943"/>
                  </a:lnTo>
                  <a:lnTo>
                    <a:pt x="163639" y="113874"/>
                  </a:lnTo>
                  <a:lnTo>
                    <a:pt x="158961" y="113753"/>
                  </a:lnTo>
                  <a:lnTo>
                    <a:pt x="158330" y="113737"/>
                  </a:lnTo>
                  <a:lnTo>
                    <a:pt x="157926" y="113726"/>
                  </a:lnTo>
                  <a:lnTo>
                    <a:pt x="151459" y="113559"/>
                  </a:lnTo>
                  <a:lnTo>
                    <a:pt x="150974" y="113535"/>
                  </a:lnTo>
                  <a:lnTo>
                    <a:pt x="149473" y="113460"/>
                  </a:lnTo>
                  <a:lnTo>
                    <a:pt x="144215" y="113198"/>
                  </a:lnTo>
                  <a:lnTo>
                    <a:pt x="143504" y="113162"/>
                  </a:lnTo>
                  <a:lnTo>
                    <a:pt x="136366" y="112806"/>
                  </a:lnTo>
                  <a:lnTo>
                    <a:pt x="135370" y="112770"/>
                  </a:lnTo>
                  <a:lnTo>
                    <a:pt x="131803" y="112743"/>
                  </a:lnTo>
                  <a:lnTo>
                    <a:pt x="128897" y="112720"/>
                  </a:lnTo>
                  <a:lnTo>
                    <a:pt x="128361" y="112716"/>
                  </a:lnTo>
                  <a:lnTo>
                    <a:pt x="125409" y="112658"/>
                  </a:lnTo>
                  <a:lnTo>
                    <a:pt x="125053" y="112719"/>
                  </a:lnTo>
                  <a:lnTo>
                    <a:pt x="122702" y="113122"/>
                  </a:lnTo>
                  <a:lnTo>
                    <a:pt x="119104" y="113738"/>
                  </a:lnTo>
                  <a:lnTo>
                    <a:pt x="115099" y="114425"/>
                  </a:lnTo>
                  <a:lnTo>
                    <a:pt x="113475" y="114703"/>
                  </a:lnTo>
                  <a:lnTo>
                    <a:pt x="112205" y="114921"/>
                  </a:lnTo>
                  <a:lnTo>
                    <a:pt x="112285" y="115063"/>
                  </a:lnTo>
                  <a:lnTo>
                    <a:pt x="109508" y="115671"/>
                  </a:lnTo>
                  <a:lnTo>
                    <a:pt x="106787" y="116267"/>
                  </a:lnTo>
                  <a:lnTo>
                    <a:pt x="106359" y="116227"/>
                  </a:lnTo>
                  <a:lnTo>
                    <a:pt x="105319" y="116131"/>
                  </a:lnTo>
                  <a:lnTo>
                    <a:pt x="91998" y="113161"/>
                  </a:lnTo>
                  <a:lnTo>
                    <a:pt x="89367" y="112461"/>
                  </a:lnTo>
                  <a:lnTo>
                    <a:pt x="88635" y="112267"/>
                  </a:lnTo>
                  <a:lnTo>
                    <a:pt x="87225" y="111892"/>
                  </a:lnTo>
                  <a:lnTo>
                    <a:pt x="86217" y="111624"/>
                  </a:lnTo>
                  <a:lnTo>
                    <a:pt x="85241" y="111365"/>
                  </a:lnTo>
                  <a:lnTo>
                    <a:pt x="83496" y="110901"/>
                  </a:lnTo>
                  <a:lnTo>
                    <a:pt x="82671" y="110682"/>
                  </a:lnTo>
                  <a:lnTo>
                    <a:pt x="80524" y="111552"/>
                  </a:lnTo>
                  <a:lnTo>
                    <a:pt x="79665" y="111899"/>
                  </a:lnTo>
                  <a:lnTo>
                    <a:pt x="75850" y="113444"/>
                  </a:lnTo>
                  <a:lnTo>
                    <a:pt x="75088" y="113753"/>
                  </a:lnTo>
                  <a:lnTo>
                    <a:pt x="75849" y="115590"/>
                  </a:lnTo>
                  <a:lnTo>
                    <a:pt x="73514" y="116535"/>
                  </a:lnTo>
                  <a:lnTo>
                    <a:pt x="73118" y="116695"/>
                  </a:lnTo>
                  <a:lnTo>
                    <a:pt x="72657" y="116882"/>
                  </a:lnTo>
                  <a:lnTo>
                    <a:pt x="72164" y="117081"/>
                  </a:lnTo>
                  <a:lnTo>
                    <a:pt x="67172" y="119102"/>
                  </a:lnTo>
                  <a:lnTo>
                    <a:pt x="64337" y="120249"/>
                  </a:lnTo>
                  <a:lnTo>
                    <a:pt x="63890" y="120430"/>
                  </a:lnTo>
                  <a:lnTo>
                    <a:pt x="60523" y="121793"/>
                  </a:lnTo>
                  <a:lnTo>
                    <a:pt x="59541" y="122190"/>
                  </a:lnTo>
                  <a:lnTo>
                    <a:pt x="59392" y="122178"/>
                  </a:lnTo>
                  <a:lnTo>
                    <a:pt x="59103" y="122153"/>
                  </a:lnTo>
                  <a:lnTo>
                    <a:pt x="58512" y="121913"/>
                  </a:lnTo>
                  <a:lnTo>
                    <a:pt x="57817" y="121278"/>
                  </a:lnTo>
                  <a:lnTo>
                    <a:pt x="57149" y="120667"/>
                  </a:lnTo>
                  <a:lnTo>
                    <a:pt x="56409" y="120163"/>
                  </a:lnTo>
                  <a:lnTo>
                    <a:pt x="55997" y="119882"/>
                  </a:lnTo>
                  <a:lnTo>
                    <a:pt x="55704" y="119682"/>
                  </a:lnTo>
                  <a:lnTo>
                    <a:pt x="54724" y="119014"/>
                  </a:lnTo>
                  <a:lnTo>
                    <a:pt x="54498" y="118860"/>
                  </a:lnTo>
                  <a:lnTo>
                    <a:pt x="54193" y="118652"/>
                  </a:lnTo>
                  <a:lnTo>
                    <a:pt x="53011" y="117769"/>
                  </a:lnTo>
                  <a:lnTo>
                    <a:pt x="51672" y="116769"/>
                  </a:lnTo>
                  <a:lnTo>
                    <a:pt x="51321" y="116507"/>
                  </a:lnTo>
                  <a:lnTo>
                    <a:pt x="49549" y="115465"/>
                  </a:lnTo>
                  <a:lnTo>
                    <a:pt x="48867" y="115065"/>
                  </a:lnTo>
                  <a:lnTo>
                    <a:pt x="47455" y="114396"/>
                  </a:lnTo>
                  <a:lnTo>
                    <a:pt x="47110" y="114233"/>
                  </a:lnTo>
                  <a:lnTo>
                    <a:pt x="46729" y="114052"/>
                  </a:lnTo>
                  <a:lnTo>
                    <a:pt x="46589" y="113986"/>
                  </a:lnTo>
                  <a:lnTo>
                    <a:pt x="46032" y="113722"/>
                  </a:lnTo>
                  <a:lnTo>
                    <a:pt x="44768" y="113371"/>
                  </a:lnTo>
                  <a:lnTo>
                    <a:pt x="44519" y="113358"/>
                  </a:lnTo>
                  <a:lnTo>
                    <a:pt x="44253" y="113343"/>
                  </a:lnTo>
                  <a:lnTo>
                    <a:pt x="43627" y="113309"/>
                  </a:lnTo>
                  <a:lnTo>
                    <a:pt x="42584" y="113321"/>
                  </a:lnTo>
                  <a:lnTo>
                    <a:pt x="41409" y="113530"/>
                  </a:lnTo>
                  <a:lnTo>
                    <a:pt x="40439" y="113885"/>
                  </a:lnTo>
                  <a:lnTo>
                    <a:pt x="38840" y="114668"/>
                  </a:lnTo>
                  <a:lnTo>
                    <a:pt x="38184" y="115106"/>
                  </a:lnTo>
                  <a:lnTo>
                    <a:pt x="37850" y="115329"/>
                  </a:lnTo>
                  <a:lnTo>
                    <a:pt x="36677" y="116825"/>
                  </a:lnTo>
                  <a:lnTo>
                    <a:pt x="35445" y="118394"/>
                  </a:lnTo>
                  <a:lnTo>
                    <a:pt x="35294" y="118608"/>
                  </a:lnTo>
                  <a:lnTo>
                    <a:pt x="34792" y="119319"/>
                  </a:lnTo>
                  <a:lnTo>
                    <a:pt x="33592" y="120055"/>
                  </a:lnTo>
                  <a:lnTo>
                    <a:pt x="33387" y="119453"/>
                  </a:lnTo>
                  <a:lnTo>
                    <a:pt x="30115" y="120867"/>
                  </a:lnTo>
                  <a:lnTo>
                    <a:pt x="29899" y="120960"/>
                  </a:lnTo>
                  <a:lnTo>
                    <a:pt x="29638" y="121073"/>
                  </a:lnTo>
                  <a:lnTo>
                    <a:pt x="28706" y="121476"/>
                  </a:lnTo>
                  <a:lnTo>
                    <a:pt x="26419" y="122464"/>
                  </a:lnTo>
                  <a:lnTo>
                    <a:pt x="25142" y="123016"/>
                  </a:lnTo>
                  <a:lnTo>
                    <a:pt x="22169" y="124301"/>
                  </a:lnTo>
                  <a:lnTo>
                    <a:pt x="19838" y="125308"/>
                  </a:lnTo>
                  <a:lnTo>
                    <a:pt x="19440" y="125480"/>
                  </a:lnTo>
                  <a:lnTo>
                    <a:pt x="19189" y="125589"/>
                  </a:lnTo>
                  <a:lnTo>
                    <a:pt x="17998" y="122269"/>
                  </a:lnTo>
                  <a:lnTo>
                    <a:pt x="14147" y="111542"/>
                  </a:lnTo>
                  <a:lnTo>
                    <a:pt x="13955" y="111006"/>
                  </a:lnTo>
                  <a:lnTo>
                    <a:pt x="4434" y="84481"/>
                  </a:lnTo>
                  <a:lnTo>
                    <a:pt x="675" y="74806"/>
                  </a:lnTo>
                  <a:lnTo>
                    <a:pt x="0" y="73067"/>
                  </a:lnTo>
                  <a:lnTo>
                    <a:pt x="296" y="72955"/>
                  </a:lnTo>
                  <a:lnTo>
                    <a:pt x="3183" y="71861"/>
                  </a:lnTo>
                  <a:lnTo>
                    <a:pt x="9157" y="69599"/>
                  </a:lnTo>
                  <a:lnTo>
                    <a:pt x="11947" y="68542"/>
                  </a:lnTo>
                  <a:lnTo>
                    <a:pt x="12301" y="68408"/>
                  </a:lnTo>
                  <a:lnTo>
                    <a:pt x="12464" y="68346"/>
                  </a:lnTo>
                  <a:lnTo>
                    <a:pt x="19921" y="65521"/>
                  </a:lnTo>
                  <a:lnTo>
                    <a:pt x="20190" y="65420"/>
                  </a:lnTo>
                  <a:lnTo>
                    <a:pt x="20932" y="65139"/>
                  </a:lnTo>
                  <a:lnTo>
                    <a:pt x="21963" y="64748"/>
                  </a:lnTo>
                  <a:lnTo>
                    <a:pt x="22302" y="64619"/>
                  </a:lnTo>
                  <a:lnTo>
                    <a:pt x="22745" y="64452"/>
                  </a:lnTo>
                  <a:lnTo>
                    <a:pt x="23077" y="64328"/>
                  </a:lnTo>
                  <a:lnTo>
                    <a:pt x="23573" y="64144"/>
                  </a:lnTo>
                  <a:lnTo>
                    <a:pt x="28540" y="62299"/>
                  </a:lnTo>
                  <a:lnTo>
                    <a:pt x="29009" y="62124"/>
                  </a:lnTo>
                  <a:lnTo>
                    <a:pt x="30810" y="61456"/>
                  </a:lnTo>
                  <a:lnTo>
                    <a:pt x="32032" y="61001"/>
                  </a:lnTo>
                  <a:lnTo>
                    <a:pt x="32489" y="60832"/>
                  </a:lnTo>
                  <a:lnTo>
                    <a:pt x="32792" y="60719"/>
                  </a:lnTo>
                  <a:lnTo>
                    <a:pt x="40064" y="58017"/>
                  </a:lnTo>
                  <a:lnTo>
                    <a:pt x="40711" y="57886"/>
                  </a:lnTo>
                  <a:lnTo>
                    <a:pt x="42887" y="57446"/>
                  </a:lnTo>
                  <a:lnTo>
                    <a:pt x="42565" y="56584"/>
                  </a:lnTo>
                  <a:lnTo>
                    <a:pt x="41845" y="54891"/>
                  </a:lnTo>
                  <a:lnTo>
                    <a:pt x="45989" y="53208"/>
                  </a:lnTo>
                  <a:lnTo>
                    <a:pt x="47360" y="52652"/>
                  </a:lnTo>
                  <a:lnTo>
                    <a:pt x="48691" y="52111"/>
                  </a:lnTo>
                  <a:lnTo>
                    <a:pt x="48732" y="51964"/>
                  </a:lnTo>
                  <a:lnTo>
                    <a:pt x="49039" y="50857"/>
                  </a:lnTo>
                  <a:lnTo>
                    <a:pt x="49576" y="48916"/>
                  </a:lnTo>
                  <a:lnTo>
                    <a:pt x="49647" y="48659"/>
                  </a:lnTo>
                  <a:lnTo>
                    <a:pt x="49731" y="48354"/>
                  </a:lnTo>
                  <a:lnTo>
                    <a:pt x="49972" y="47486"/>
                  </a:lnTo>
                  <a:lnTo>
                    <a:pt x="49242" y="45096"/>
                  </a:lnTo>
                  <a:lnTo>
                    <a:pt x="49150" y="44851"/>
                  </a:lnTo>
                  <a:lnTo>
                    <a:pt x="49072" y="44462"/>
                  </a:lnTo>
                  <a:lnTo>
                    <a:pt x="50151" y="43992"/>
                  </a:lnTo>
                  <a:lnTo>
                    <a:pt x="51826" y="43263"/>
                  </a:lnTo>
                  <a:lnTo>
                    <a:pt x="52224" y="43078"/>
                  </a:lnTo>
                  <a:lnTo>
                    <a:pt x="53207" y="42621"/>
                  </a:lnTo>
                  <a:lnTo>
                    <a:pt x="53477" y="42495"/>
                  </a:lnTo>
                  <a:lnTo>
                    <a:pt x="58090" y="40350"/>
                  </a:lnTo>
                  <a:lnTo>
                    <a:pt x="58617" y="40105"/>
                  </a:lnTo>
                  <a:lnTo>
                    <a:pt x="59946" y="39487"/>
                  </a:lnTo>
                  <a:lnTo>
                    <a:pt x="59896" y="39358"/>
                  </a:lnTo>
                  <a:lnTo>
                    <a:pt x="60511" y="39096"/>
                  </a:lnTo>
                  <a:lnTo>
                    <a:pt x="61009" y="38884"/>
                  </a:lnTo>
                  <a:lnTo>
                    <a:pt x="62460" y="37327"/>
                  </a:lnTo>
                  <a:lnTo>
                    <a:pt x="62784" y="36979"/>
                  </a:lnTo>
                  <a:lnTo>
                    <a:pt x="66899" y="32562"/>
                  </a:lnTo>
                  <a:lnTo>
                    <a:pt x="67746" y="32059"/>
                  </a:lnTo>
                  <a:lnTo>
                    <a:pt x="70282" y="30551"/>
                  </a:lnTo>
                  <a:lnTo>
                    <a:pt x="71121" y="30053"/>
                  </a:lnTo>
                  <a:lnTo>
                    <a:pt x="72448" y="29724"/>
                  </a:lnTo>
                  <a:lnTo>
                    <a:pt x="77361" y="28504"/>
                  </a:lnTo>
                  <a:lnTo>
                    <a:pt x="76166" y="27120"/>
                  </a:lnTo>
                  <a:lnTo>
                    <a:pt x="74896" y="25650"/>
                  </a:lnTo>
                  <a:lnTo>
                    <a:pt x="74487" y="25177"/>
                  </a:lnTo>
                  <a:lnTo>
                    <a:pt x="73887" y="24483"/>
                  </a:lnTo>
                  <a:lnTo>
                    <a:pt x="72823" y="23251"/>
                  </a:lnTo>
                  <a:lnTo>
                    <a:pt x="71828" y="22099"/>
                  </a:lnTo>
                  <a:lnTo>
                    <a:pt x="71510" y="21731"/>
                  </a:lnTo>
                  <a:lnTo>
                    <a:pt x="70804" y="20914"/>
                  </a:lnTo>
                  <a:lnTo>
                    <a:pt x="69509" y="19415"/>
                  </a:lnTo>
                  <a:lnTo>
                    <a:pt x="69254" y="19119"/>
                  </a:lnTo>
                  <a:lnTo>
                    <a:pt x="68602" y="18365"/>
                  </a:lnTo>
                  <a:lnTo>
                    <a:pt x="68260" y="17920"/>
                  </a:lnTo>
                  <a:lnTo>
                    <a:pt x="67261" y="16620"/>
                  </a:lnTo>
                  <a:lnTo>
                    <a:pt x="67513" y="16398"/>
                  </a:lnTo>
                  <a:lnTo>
                    <a:pt x="67659" y="16269"/>
                  </a:lnTo>
                  <a:lnTo>
                    <a:pt x="71249" y="13107"/>
                  </a:lnTo>
                  <a:lnTo>
                    <a:pt x="71766" y="12652"/>
                  </a:lnTo>
                  <a:lnTo>
                    <a:pt x="71270" y="12744"/>
                  </a:lnTo>
                  <a:lnTo>
                    <a:pt x="70953" y="12345"/>
                  </a:lnTo>
                  <a:lnTo>
                    <a:pt x="70699" y="12023"/>
                  </a:lnTo>
                  <a:lnTo>
                    <a:pt x="70548" y="11833"/>
                  </a:lnTo>
                  <a:lnTo>
                    <a:pt x="70125" y="11299"/>
                  </a:lnTo>
                  <a:lnTo>
                    <a:pt x="69601" y="10637"/>
                  </a:lnTo>
                  <a:lnTo>
                    <a:pt x="69465" y="10417"/>
                  </a:lnTo>
                  <a:lnTo>
                    <a:pt x="69205" y="9995"/>
                  </a:lnTo>
                  <a:lnTo>
                    <a:pt x="68831" y="9389"/>
                  </a:lnTo>
                  <a:lnTo>
                    <a:pt x="68698" y="9172"/>
                  </a:lnTo>
                  <a:lnTo>
                    <a:pt x="68190" y="8105"/>
                  </a:lnTo>
                  <a:lnTo>
                    <a:pt x="68030" y="7767"/>
                  </a:lnTo>
                  <a:lnTo>
                    <a:pt x="67888" y="6857"/>
                  </a:lnTo>
                  <a:lnTo>
                    <a:pt x="67684" y="5545"/>
                  </a:lnTo>
                  <a:lnTo>
                    <a:pt x="66909" y="4377"/>
                  </a:lnTo>
                  <a:lnTo>
                    <a:pt x="67228" y="4102"/>
                  </a:lnTo>
                  <a:lnTo>
                    <a:pt x="67573" y="3806"/>
                  </a:lnTo>
                  <a:lnTo>
                    <a:pt x="67702" y="3696"/>
                  </a:lnTo>
                  <a:lnTo>
                    <a:pt x="68103" y="3352"/>
                  </a:lnTo>
                  <a:lnTo>
                    <a:pt x="69159" y="2446"/>
                  </a:lnTo>
                  <a:lnTo>
                    <a:pt x="69491" y="2161"/>
                  </a:lnTo>
                  <a:lnTo>
                    <a:pt x="70175" y="1574"/>
                  </a:lnTo>
                  <a:lnTo>
                    <a:pt x="70383" y="1396"/>
                  </a:lnTo>
                  <a:lnTo>
                    <a:pt x="70608" y="1202"/>
                  </a:lnTo>
                  <a:lnTo>
                    <a:pt x="70946" y="913"/>
                  </a:lnTo>
                  <a:lnTo>
                    <a:pt x="71865" y="0"/>
                  </a:lnTo>
                  <a:lnTo>
                    <a:pt x="73065" y="143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g192"/>
            <p:cNvSpPr/>
            <p:nvPr/>
          </p:nvSpPr>
          <p:spPr>
            <a:xfrm>
              <a:off x="2552823" y="3893113"/>
              <a:ext cx="108709" cy="94874"/>
            </a:xfrm>
            <a:custGeom>
              <a:avLst/>
              <a:pathLst>
                <a:path w="108709" h="94874">
                  <a:moveTo>
                    <a:pt x="85407" y="0"/>
                  </a:moveTo>
                  <a:lnTo>
                    <a:pt x="85788" y="11640"/>
                  </a:lnTo>
                  <a:lnTo>
                    <a:pt x="88881" y="12242"/>
                  </a:lnTo>
                  <a:lnTo>
                    <a:pt x="95930" y="20541"/>
                  </a:lnTo>
                  <a:lnTo>
                    <a:pt x="96636" y="21373"/>
                  </a:lnTo>
                  <a:lnTo>
                    <a:pt x="98482" y="26180"/>
                  </a:lnTo>
                  <a:lnTo>
                    <a:pt x="98678" y="26692"/>
                  </a:lnTo>
                  <a:lnTo>
                    <a:pt x="98482" y="28277"/>
                  </a:lnTo>
                  <a:lnTo>
                    <a:pt x="97963" y="29752"/>
                  </a:lnTo>
                  <a:lnTo>
                    <a:pt x="96968" y="31277"/>
                  </a:lnTo>
                  <a:lnTo>
                    <a:pt x="97379" y="33274"/>
                  </a:lnTo>
                  <a:lnTo>
                    <a:pt x="97158" y="33611"/>
                  </a:lnTo>
                  <a:lnTo>
                    <a:pt x="96828" y="34115"/>
                  </a:lnTo>
                  <a:lnTo>
                    <a:pt x="96640" y="34401"/>
                  </a:lnTo>
                  <a:lnTo>
                    <a:pt x="96895" y="35404"/>
                  </a:lnTo>
                  <a:lnTo>
                    <a:pt x="95145" y="38595"/>
                  </a:lnTo>
                  <a:lnTo>
                    <a:pt x="95383" y="40662"/>
                  </a:lnTo>
                  <a:lnTo>
                    <a:pt x="93793" y="42107"/>
                  </a:lnTo>
                  <a:lnTo>
                    <a:pt x="95039" y="44759"/>
                  </a:lnTo>
                  <a:lnTo>
                    <a:pt x="96604" y="49130"/>
                  </a:lnTo>
                  <a:lnTo>
                    <a:pt x="97041" y="50352"/>
                  </a:lnTo>
                  <a:lnTo>
                    <a:pt x="97913" y="52809"/>
                  </a:lnTo>
                  <a:lnTo>
                    <a:pt x="99263" y="55619"/>
                  </a:lnTo>
                  <a:lnTo>
                    <a:pt x="101012" y="58580"/>
                  </a:lnTo>
                  <a:lnTo>
                    <a:pt x="102656" y="60800"/>
                  </a:lnTo>
                  <a:lnTo>
                    <a:pt x="103110" y="61290"/>
                  </a:lnTo>
                  <a:lnTo>
                    <a:pt x="103589" y="62983"/>
                  </a:lnTo>
                  <a:lnTo>
                    <a:pt x="103611" y="63265"/>
                  </a:lnTo>
                  <a:lnTo>
                    <a:pt x="103868" y="66516"/>
                  </a:lnTo>
                  <a:lnTo>
                    <a:pt x="104086" y="69265"/>
                  </a:lnTo>
                  <a:lnTo>
                    <a:pt x="104185" y="69820"/>
                  </a:lnTo>
                  <a:lnTo>
                    <a:pt x="105274" y="75938"/>
                  </a:lnTo>
                  <a:lnTo>
                    <a:pt x="105546" y="77634"/>
                  </a:lnTo>
                  <a:lnTo>
                    <a:pt x="105903" y="79859"/>
                  </a:lnTo>
                  <a:lnTo>
                    <a:pt x="107435" y="79819"/>
                  </a:lnTo>
                  <a:lnTo>
                    <a:pt x="108269" y="85882"/>
                  </a:lnTo>
                  <a:lnTo>
                    <a:pt x="108592" y="88232"/>
                  </a:lnTo>
                  <a:lnTo>
                    <a:pt x="108636" y="88548"/>
                  </a:lnTo>
                  <a:lnTo>
                    <a:pt x="108709" y="89081"/>
                  </a:lnTo>
                  <a:lnTo>
                    <a:pt x="108457" y="89109"/>
                  </a:lnTo>
                  <a:lnTo>
                    <a:pt x="100751" y="90070"/>
                  </a:lnTo>
                  <a:lnTo>
                    <a:pt x="91189" y="91263"/>
                  </a:lnTo>
                  <a:lnTo>
                    <a:pt x="88905" y="91548"/>
                  </a:lnTo>
                  <a:lnTo>
                    <a:pt x="87237" y="91756"/>
                  </a:lnTo>
                  <a:lnTo>
                    <a:pt x="82250" y="92402"/>
                  </a:lnTo>
                  <a:lnTo>
                    <a:pt x="81489" y="92501"/>
                  </a:lnTo>
                  <a:lnTo>
                    <a:pt x="80923" y="92574"/>
                  </a:lnTo>
                  <a:lnTo>
                    <a:pt x="80275" y="92658"/>
                  </a:lnTo>
                  <a:lnTo>
                    <a:pt x="79699" y="92733"/>
                  </a:lnTo>
                  <a:lnTo>
                    <a:pt x="68701" y="94158"/>
                  </a:lnTo>
                  <a:lnTo>
                    <a:pt x="65001" y="94637"/>
                  </a:lnTo>
                  <a:lnTo>
                    <a:pt x="63174" y="94874"/>
                  </a:lnTo>
                  <a:lnTo>
                    <a:pt x="62931" y="94711"/>
                  </a:lnTo>
                  <a:lnTo>
                    <a:pt x="62077" y="94141"/>
                  </a:lnTo>
                  <a:lnTo>
                    <a:pt x="61897" y="94102"/>
                  </a:lnTo>
                  <a:lnTo>
                    <a:pt x="60879" y="93621"/>
                  </a:lnTo>
                  <a:lnTo>
                    <a:pt x="57675" y="92107"/>
                  </a:lnTo>
                  <a:lnTo>
                    <a:pt x="55761" y="91173"/>
                  </a:lnTo>
                  <a:lnTo>
                    <a:pt x="49696" y="88212"/>
                  </a:lnTo>
                  <a:lnTo>
                    <a:pt x="43730" y="84760"/>
                  </a:lnTo>
                  <a:lnTo>
                    <a:pt x="43136" y="84416"/>
                  </a:lnTo>
                  <a:lnTo>
                    <a:pt x="35054" y="79740"/>
                  </a:lnTo>
                  <a:lnTo>
                    <a:pt x="32010" y="77978"/>
                  </a:lnTo>
                  <a:lnTo>
                    <a:pt x="28733" y="76073"/>
                  </a:lnTo>
                  <a:lnTo>
                    <a:pt x="23245" y="72500"/>
                  </a:lnTo>
                  <a:lnTo>
                    <a:pt x="20720" y="70857"/>
                  </a:lnTo>
                  <a:lnTo>
                    <a:pt x="16733" y="68261"/>
                  </a:lnTo>
                  <a:lnTo>
                    <a:pt x="14331" y="66633"/>
                  </a:lnTo>
                  <a:lnTo>
                    <a:pt x="14688" y="66065"/>
                  </a:lnTo>
                  <a:lnTo>
                    <a:pt x="14397" y="65880"/>
                  </a:lnTo>
                  <a:lnTo>
                    <a:pt x="4562" y="59607"/>
                  </a:lnTo>
                  <a:lnTo>
                    <a:pt x="3353" y="58837"/>
                  </a:lnTo>
                  <a:lnTo>
                    <a:pt x="0" y="56698"/>
                  </a:lnTo>
                  <a:lnTo>
                    <a:pt x="4427" y="49741"/>
                  </a:lnTo>
                  <a:lnTo>
                    <a:pt x="8196" y="44001"/>
                  </a:lnTo>
                  <a:lnTo>
                    <a:pt x="14564" y="34302"/>
                  </a:lnTo>
                  <a:lnTo>
                    <a:pt x="14912" y="34521"/>
                  </a:lnTo>
                  <a:lnTo>
                    <a:pt x="17176" y="35947"/>
                  </a:lnTo>
                  <a:lnTo>
                    <a:pt x="22659" y="26968"/>
                  </a:lnTo>
                  <a:lnTo>
                    <a:pt x="26305" y="20996"/>
                  </a:lnTo>
                  <a:lnTo>
                    <a:pt x="28226" y="17969"/>
                  </a:lnTo>
                  <a:lnTo>
                    <a:pt x="28323" y="17809"/>
                  </a:lnTo>
                  <a:lnTo>
                    <a:pt x="34044" y="8387"/>
                  </a:lnTo>
                  <a:lnTo>
                    <a:pt x="35856" y="5402"/>
                  </a:lnTo>
                  <a:lnTo>
                    <a:pt x="36104" y="2616"/>
                  </a:lnTo>
                  <a:lnTo>
                    <a:pt x="47100" y="2969"/>
                  </a:lnTo>
                  <a:lnTo>
                    <a:pt x="48929" y="3028"/>
                  </a:lnTo>
                  <a:lnTo>
                    <a:pt x="53347" y="3139"/>
                  </a:lnTo>
                  <a:lnTo>
                    <a:pt x="59836" y="3078"/>
                  </a:lnTo>
                  <a:lnTo>
                    <a:pt x="60101" y="2958"/>
                  </a:lnTo>
                  <a:lnTo>
                    <a:pt x="61958" y="2716"/>
                  </a:lnTo>
                  <a:lnTo>
                    <a:pt x="62279" y="2674"/>
                  </a:lnTo>
                  <a:lnTo>
                    <a:pt x="63105" y="2567"/>
                  </a:lnTo>
                  <a:lnTo>
                    <a:pt x="65078" y="1985"/>
                  </a:lnTo>
                  <a:lnTo>
                    <a:pt x="68308" y="1349"/>
                  </a:lnTo>
                  <a:lnTo>
                    <a:pt x="73123" y="1537"/>
                  </a:lnTo>
                  <a:lnTo>
                    <a:pt x="76375" y="1063"/>
                  </a:lnTo>
                  <a:lnTo>
                    <a:pt x="76769" y="1078"/>
                  </a:lnTo>
                  <a:lnTo>
                    <a:pt x="78515" y="1143"/>
                  </a:lnTo>
                  <a:lnTo>
                    <a:pt x="79285" y="1218"/>
                  </a:lnTo>
                  <a:lnTo>
                    <a:pt x="79752" y="126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g193"/>
            <p:cNvSpPr/>
            <p:nvPr/>
          </p:nvSpPr>
          <p:spPr>
            <a:xfrm>
              <a:off x="2262221" y="3487566"/>
              <a:ext cx="358355" cy="216135"/>
            </a:xfrm>
            <a:custGeom>
              <a:avLst/>
              <a:pathLst>
                <a:path w="358355" h="216135">
                  <a:moveTo>
                    <a:pt x="186168" y="1163"/>
                  </a:moveTo>
                  <a:lnTo>
                    <a:pt x="186090" y="6743"/>
                  </a:lnTo>
                  <a:lnTo>
                    <a:pt x="179728" y="6703"/>
                  </a:lnTo>
                  <a:lnTo>
                    <a:pt x="177922" y="7505"/>
                  </a:lnTo>
                  <a:lnTo>
                    <a:pt x="177097" y="9793"/>
                  </a:lnTo>
                  <a:lnTo>
                    <a:pt x="172098" y="14279"/>
                  </a:lnTo>
                  <a:lnTo>
                    <a:pt x="176312" y="18222"/>
                  </a:lnTo>
                  <a:lnTo>
                    <a:pt x="173877" y="21554"/>
                  </a:lnTo>
                  <a:lnTo>
                    <a:pt x="176155" y="23721"/>
                  </a:lnTo>
                  <a:lnTo>
                    <a:pt x="175837" y="24498"/>
                  </a:lnTo>
                  <a:lnTo>
                    <a:pt x="174663" y="27374"/>
                  </a:lnTo>
                  <a:lnTo>
                    <a:pt x="173053" y="30986"/>
                  </a:lnTo>
                  <a:lnTo>
                    <a:pt x="165356" y="40780"/>
                  </a:lnTo>
                  <a:lnTo>
                    <a:pt x="163432" y="43991"/>
                  </a:lnTo>
                  <a:lnTo>
                    <a:pt x="168262" y="47322"/>
                  </a:lnTo>
                  <a:lnTo>
                    <a:pt x="170304" y="44473"/>
                  </a:lnTo>
                  <a:lnTo>
                    <a:pt x="174820" y="33073"/>
                  </a:lnTo>
                  <a:lnTo>
                    <a:pt x="175644" y="33114"/>
                  </a:lnTo>
                  <a:lnTo>
                    <a:pt x="177647" y="33073"/>
                  </a:lnTo>
                  <a:lnTo>
                    <a:pt x="177765" y="30224"/>
                  </a:lnTo>
                  <a:lnTo>
                    <a:pt x="179532" y="27815"/>
                  </a:lnTo>
                  <a:lnTo>
                    <a:pt x="179692" y="26683"/>
                  </a:lnTo>
                  <a:lnTo>
                    <a:pt x="181142" y="16456"/>
                  </a:lnTo>
                  <a:lnTo>
                    <a:pt x="193551" y="18383"/>
                  </a:lnTo>
                  <a:lnTo>
                    <a:pt x="192490" y="26972"/>
                  </a:lnTo>
                  <a:lnTo>
                    <a:pt x="205174" y="25527"/>
                  </a:lnTo>
                  <a:lnTo>
                    <a:pt x="209140" y="21835"/>
                  </a:lnTo>
                  <a:lnTo>
                    <a:pt x="215187" y="20751"/>
                  </a:lnTo>
                  <a:lnTo>
                    <a:pt x="220881" y="11880"/>
                  </a:lnTo>
                  <a:lnTo>
                    <a:pt x="225122" y="14369"/>
                  </a:lnTo>
                  <a:lnTo>
                    <a:pt x="228931" y="8709"/>
                  </a:lnTo>
                  <a:lnTo>
                    <a:pt x="240201" y="19587"/>
                  </a:lnTo>
                  <a:lnTo>
                    <a:pt x="238748" y="21674"/>
                  </a:lnTo>
                  <a:lnTo>
                    <a:pt x="237924" y="22999"/>
                  </a:lnTo>
                  <a:lnTo>
                    <a:pt x="238316" y="25246"/>
                  </a:lnTo>
                  <a:lnTo>
                    <a:pt x="248212" y="37930"/>
                  </a:lnTo>
                  <a:lnTo>
                    <a:pt x="238709" y="49490"/>
                  </a:lnTo>
                  <a:lnTo>
                    <a:pt x="232819" y="43830"/>
                  </a:lnTo>
                  <a:lnTo>
                    <a:pt x="230580" y="45998"/>
                  </a:lnTo>
                  <a:lnTo>
                    <a:pt x="225044" y="41944"/>
                  </a:lnTo>
                  <a:lnTo>
                    <a:pt x="222962" y="41221"/>
                  </a:lnTo>
                  <a:lnTo>
                    <a:pt x="221627" y="41583"/>
                  </a:lnTo>
                  <a:lnTo>
                    <a:pt x="219468" y="43750"/>
                  </a:lnTo>
                  <a:lnTo>
                    <a:pt x="218619" y="45466"/>
                  </a:lnTo>
                  <a:lnTo>
                    <a:pt x="217622" y="47483"/>
                  </a:lnTo>
                  <a:lnTo>
                    <a:pt x="219792" y="47555"/>
                  </a:lnTo>
                  <a:lnTo>
                    <a:pt x="221274" y="47603"/>
                  </a:lnTo>
                  <a:lnTo>
                    <a:pt x="220842" y="52701"/>
                  </a:lnTo>
                  <a:lnTo>
                    <a:pt x="215894" y="54106"/>
                  </a:lnTo>
                  <a:lnTo>
                    <a:pt x="214716" y="55390"/>
                  </a:lnTo>
                  <a:lnTo>
                    <a:pt x="212517" y="62053"/>
                  </a:lnTo>
                  <a:lnTo>
                    <a:pt x="214323" y="65064"/>
                  </a:lnTo>
                  <a:lnTo>
                    <a:pt x="210751" y="72046"/>
                  </a:lnTo>
                  <a:lnTo>
                    <a:pt x="209415" y="74657"/>
                  </a:lnTo>
                  <a:lnTo>
                    <a:pt x="207098" y="73854"/>
                  </a:lnTo>
                  <a:lnTo>
                    <a:pt x="206627" y="77266"/>
                  </a:lnTo>
                  <a:lnTo>
                    <a:pt x="210632" y="77627"/>
                  </a:lnTo>
                  <a:lnTo>
                    <a:pt x="210907" y="88344"/>
                  </a:lnTo>
                  <a:lnTo>
                    <a:pt x="213263" y="88705"/>
                  </a:lnTo>
                  <a:lnTo>
                    <a:pt x="213577" y="81922"/>
                  </a:lnTo>
                  <a:lnTo>
                    <a:pt x="217995" y="70154"/>
                  </a:lnTo>
                  <a:lnTo>
                    <a:pt x="220302" y="69802"/>
                  </a:lnTo>
                  <a:lnTo>
                    <a:pt x="219075" y="67093"/>
                  </a:lnTo>
                  <a:lnTo>
                    <a:pt x="223463" y="65137"/>
                  </a:lnTo>
                  <a:lnTo>
                    <a:pt x="224089" y="66747"/>
                  </a:lnTo>
                  <a:lnTo>
                    <a:pt x="224805" y="68365"/>
                  </a:lnTo>
                  <a:lnTo>
                    <a:pt x="225189" y="69232"/>
                  </a:lnTo>
                  <a:lnTo>
                    <a:pt x="226269" y="71669"/>
                  </a:lnTo>
                  <a:lnTo>
                    <a:pt x="228596" y="77708"/>
                  </a:lnTo>
                  <a:lnTo>
                    <a:pt x="229523" y="80114"/>
                  </a:lnTo>
                  <a:lnTo>
                    <a:pt x="230544" y="81323"/>
                  </a:lnTo>
                  <a:lnTo>
                    <a:pt x="231750" y="84047"/>
                  </a:lnTo>
                  <a:lnTo>
                    <a:pt x="233319" y="87590"/>
                  </a:lnTo>
                  <a:lnTo>
                    <a:pt x="233435" y="87851"/>
                  </a:lnTo>
                  <a:lnTo>
                    <a:pt x="239743" y="87166"/>
                  </a:lnTo>
                  <a:lnTo>
                    <a:pt x="239996" y="89070"/>
                  </a:lnTo>
                  <a:lnTo>
                    <a:pt x="239919" y="90438"/>
                  </a:lnTo>
                  <a:lnTo>
                    <a:pt x="239720" y="93960"/>
                  </a:lnTo>
                  <a:lnTo>
                    <a:pt x="239388" y="96246"/>
                  </a:lnTo>
                  <a:lnTo>
                    <a:pt x="237741" y="100054"/>
                  </a:lnTo>
                  <a:lnTo>
                    <a:pt x="237327" y="101012"/>
                  </a:lnTo>
                  <a:lnTo>
                    <a:pt x="236712" y="102433"/>
                  </a:lnTo>
                  <a:lnTo>
                    <a:pt x="236493" y="102941"/>
                  </a:lnTo>
                  <a:lnTo>
                    <a:pt x="236289" y="104716"/>
                  </a:lnTo>
                  <a:lnTo>
                    <a:pt x="235870" y="105876"/>
                  </a:lnTo>
                  <a:lnTo>
                    <a:pt x="235303" y="107167"/>
                  </a:lnTo>
                  <a:lnTo>
                    <a:pt x="235294" y="107936"/>
                  </a:lnTo>
                  <a:lnTo>
                    <a:pt x="235280" y="109048"/>
                  </a:lnTo>
                  <a:lnTo>
                    <a:pt x="237112" y="110055"/>
                  </a:lnTo>
                  <a:lnTo>
                    <a:pt x="243025" y="113305"/>
                  </a:lnTo>
                  <a:lnTo>
                    <a:pt x="245203" y="114502"/>
                  </a:lnTo>
                  <a:lnTo>
                    <a:pt x="245367" y="114592"/>
                  </a:lnTo>
                  <a:lnTo>
                    <a:pt x="248279" y="115195"/>
                  </a:lnTo>
                  <a:lnTo>
                    <a:pt x="249893" y="115528"/>
                  </a:lnTo>
                  <a:lnTo>
                    <a:pt x="252586" y="116086"/>
                  </a:lnTo>
                  <a:lnTo>
                    <a:pt x="255675" y="116725"/>
                  </a:lnTo>
                  <a:lnTo>
                    <a:pt x="261246" y="118104"/>
                  </a:lnTo>
                  <a:lnTo>
                    <a:pt x="265590" y="123147"/>
                  </a:lnTo>
                  <a:lnTo>
                    <a:pt x="265942" y="124071"/>
                  </a:lnTo>
                  <a:lnTo>
                    <a:pt x="266154" y="124627"/>
                  </a:lnTo>
                  <a:lnTo>
                    <a:pt x="266303" y="124790"/>
                  </a:lnTo>
                  <a:lnTo>
                    <a:pt x="268921" y="127678"/>
                  </a:lnTo>
                  <a:lnTo>
                    <a:pt x="271232" y="130226"/>
                  </a:lnTo>
                  <a:lnTo>
                    <a:pt x="273910" y="132730"/>
                  </a:lnTo>
                  <a:lnTo>
                    <a:pt x="274154" y="132855"/>
                  </a:lnTo>
                  <a:lnTo>
                    <a:pt x="277223" y="134436"/>
                  </a:lnTo>
                  <a:lnTo>
                    <a:pt x="278912" y="134398"/>
                  </a:lnTo>
                  <a:lnTo>
                    <a:pt x="281788" y="134335"/>
                  </a:lnTo>
                  <a:lnTo>
                    <a:pt x="282636" y="134340"/>
                  </a:lnTo>
                  <a:lnTo>
                    <a:pt x="283874" y="134346"/>
                  </a:lnTo>
                  <a:lnTo>
                    <a:pt x="291581" y="134385"/>
                  </a:lnTo>
                  <a:lnTo>
                    <a:pt x="295262" y="134636"/>
                  </a:lnTo>
                  <a:lnTo>
                    <a:pt x="295660" y="134711"/>
                  </a:lnTo>
                  <a:lnTo>
                    <a:pt x="299680" y="135464"/>
                  </a:lnTo>
                  <a:lnTo>
                    <a:pt x="301299" y="135663"/>
                  </a:lnTo>
                  <a:lnTo>
                    <a:pt x="307828" y="136468"/>
                  </a:lnTo>
                  <a:lnTo>
                    <a:pt x="308293" y="136532"/>
                  </a:lnTo>
                  <a:lnTo>
                    <a:pt x="310289" y="136809"/>
                  </a:lnTo>
                  <a:lnTo>
                    <a:pt x="312545" y="137122"/>
                  </a:lnTo>
                  <a:lnTo>
                    <a:pt x="315286" y="137502"/>
                  </a:lnTo>
                  <a:lnTo>
                    <a:pt x="315875" y="137570"/>
                  </a:lnTo>
                  <a:lnTo>
                    <a:pt x="317199" y="137723"/>
                  </a:lnTo>
                  <a:lnTo>
                    <a:pt x="323080" y="138402"/>
                  </a:lnTo>
                  <a:lnTo>
                    <a:pt x="323928" y="138500"/>
                  </a:lnTo>
                  <a:lnTo>
                    <a:pt x="328395" y="138876"/>
                  </a:lnTo>
                  <a:lnTo>
                    <a:pt x="332218" y="139493"/>
                  </a:lnTo>
                  <a:lnTo>
                    <a:pt x="338907" y="139931"/>
                  </a:lnTo>
                  <a:lnTo>
                    <a:pt x="340551" y="140038"/>
                  </a:lnTo>
                  <a:lnTo>
                    <a:pt x="348902" y="140351"/>
                  </a:lnTo>
                  <a:lnTo>
                    <a:pt x="358355" y="140855"/>
                  </a:lnTo>
                  <a:lnTo>
                    <a:pt x="358283" y="141802"/>
                  </a:lnTo>
                  <a:lnTo>
                    <a:pt x="358245" y="142311"/>
                  </a:lnTo>
                  <a:lnTo>
                    <a:pt x="358226" y="142562"/>
                  </a:lnTo>
                  <a:lnTo>
                    <a:pt x="358121" y="143944"/>
                  </a:lnTo>
                  <a:lnTo>
                    <a:pt x="358073" y="144585"/>
                  </a:lnTo>
                  <a:lnTo>
                    <a:pt x="357972" y="145921"/>
                  </a:lnTo>
                  <a:lnTo>
                    <a:pt x="357934" y="146421"/>
                  </a:lnTo>
                  <a:lnTo>
                    <a:pt x="357918" y="146638"/>
                  </a:lnTo>
                  <a:lnTo>
                    <a:pt x="357822" y="147904"/>
                  </a:lnTo>
                  <a:lnTo>
                    <a:pt x="357761" y="148703"/>
                  </a:lnTo>
                  <a:lnTo>
                    <a:pt x="357656" y="150098"/>
                  </a:lnTo>
                  <a:lnTo>
                    <a:pt x="357617" y="150610"/>
                  </a:lnTo>
                  <a:lnTo>
                    <a:pt x="357608" y="150740"/>
                  </a:lnTo>
                  <a:lnTo>
                    <a:pt x="357516" y="151954"/>
                  </a:lnTo>
                  <a:lnTo>
                    <a:pt x="357476" y="152485"/>
                  </a:lnTo>
                  <a:lnTo>
                    <a:pt x="357177" y="156442"/>
                  </a:lnTo>
                  <a:lnTo>
                    <a:pt x="357147" y="156832"/>
                  </a:lnTo>
                  <a:lnTo>
                    <a:pt x="357055" y="158055"/>
                  </a:lnTo>
                  <a:lnTo>
                    <a:pt x="357017" y="158559"/>
                  </a:lnTo>
                  <a:lnTo>
                    <a:pt x="356772" y="161793"/>
                  </a:lnTo>
                  <a:lnTo>
                    <a:pt x="356750" y="162089"/>
                  </a:lnTo>
                  <a:lnTo>
                    <a:pt x="356427" y="162079"/>
                  </a:lnTo>
                  <a:lnTo>
                    <a:pt x="355990" y="162064"/>
                  </a:lnTo>
                  <a:lnTo>
                    <a:pt x="352160" y="161939"/>
                  </a:lnTo>
                  <a:lnTo>
                    <a:pt x="350066" y="161465"/>
                  </a:lnTo>
                  <a:lnTo>
                    <a:pt x="348663" y="161149"/>
                  </a:lnTo>
                  <a:lnTo>
                    <a:pt x="346057" y="161301"/>
                  </a:lnTo>
                  <a:lnTo>
                    <a:pt x="345504" y="161625"/>
                  </a:lnTo>
                  <a:lnTo>
                    <a:pt x="344758" y="160719"/>
                  </a:lnTo>
                  <a:lnTo>
                    <a:pt x="344052" y="159850"/>
                  </a:lnTo>
                  <a:lnTo>
                    <a:pt x="343173" y="158522"/>
                  </a:lnTo>
                  <a:lnTo>
                    <a:pt x="342816" y="157983"/>
                  </a:lnTo>
                  <a:lnTo>
                    <a:pt x="342671" y="157765"/>
                  </a:lnTo>
                  <a:lnTo>
                    <a:pt x="342014" y="156774"/>
                  </a:lnTo>
                  <a:lnTo>
                    <a:pt x="341897" y="156597"/>
                  </a:lnTo>
                  <a:lnTo>
                    <a:pt x="341458" y="155934"/>
                  </a:lnTo>
                  <a:lnTo>
                    <a:pt x="341277" y="155662"/>
                  </a:lnTo>
                  <a:lnTo>
                    <a:pt x="340978" y="155211"/>
                  </a:lnTo>
                  <a:lnTo>
                    <a:pt x="340558" y="155421"/>
                  </a:lnTo>
                  <a:lnTo>
                    <a:pt x="340338" y="155531"/>
                  </a:lnTo>
                  <a:lnTo>
                    <a:pt x="337257" y="157074"/>
                  </a:lnTo>
                  <a:lnTo>
                    <a:pt x="335767" y="157820"/>
                  </a:lnTo>
                  <a:lnTo>
                    <a:pt x="335298" y="158055"/>
                  </a:lnTo>
                  <a:lnTo>
                    <a:pt x="334868" y="158270"/>
                  </a:lnTo>
                  <a:lnTo>
                    <a:pt x="334584" y="158413"/>
                  </a:lnTo>
                  <a:lnTo>
                    <a:pt x="334292" y="158559"/>
                  </a:lnTo>
                  <a:lnTo>
                    <a:pt x="333818" y="158652"/>
                  </a:lnTo>
                  <a:lnTo>
                    <a:pt x="332517" y="158907"/>
                  </a:lnTo>
                  <a:lnTo>
                    <a:pt x="331620" y="159082"/>
                  </a:lnTo>
                  <a:lnTo>
                    <a:pt x="331387" y="159119"/>
                  </a:lnTo>
                  <a:lnTo>
                    <a:pt x="331115" y="159162"/>
                  </a:lnTo>
                  <a:lnTo>
                    <a:pt x="329235" y="159458"/>
                  </a:lnTo>
                  <a:lnTo>
                    <a:pt x="327759" y="159719"/>
                  </a:lnTo>
                  <a:lnTo>
                    <a:pt x="326347" y="159968"/>
                  </a:lnTo>
                  <a:lnTo>
                    <a:pt x="325666" y="160088"/>
                  </a:lnTo>
                  <a:lnTo>
                    <a:pt x="324563" y="160283"/>
                  </a:lnTo>
                  <a:lnTo>
                    <a:pt x="324375" y="160316"/>
                  </a:lnTo>
                  <a:lnTo>
                    <a:pt x="323231" y="160380"/>
                  </a:lnTo>
                  <a:lnTo>
                    <a:pt x="322196" y="160437"/>
                  </a:lnTo>
                  <a:lnTo>
                    <a:pt x="321854" y="160765"/>
                  </a:lnTo>
                  <a:lnTo>
                    <a:pt x="321623" y="160922"/>
                  </a:lnTo>
                  <a:lnTo>
                    <a:pt x="321055" y="161042"/>
                  </a:lnTo>
                  <a:lnTo>
                    <a:pt x="317439" y="161806"/>
                  </a:lnTo>
                  <a:lnTo>
                    <a:pt x="317259" y="161833"/>
                  </a:lnTo>
                  <a:lnTo>
                    <a:pt x="316689" y="161917"/>
                  </a:lnTo>
                  <a:lnTo>
                    <a:pt x="316359" y="161966"/>
                  </a:lnTo>
                  <a:lnTo>
                    <a:pt x="316023" y="162016"/>
                  </a:lnTo>
                  <a:lnTo>
                    <a:pt x="315339" y="162118"/>
                  </a:lnTo>
                  <a:lnTo>
                    <a:pt x="312256" y="162574"/>
                  </a:lnTo>
                  <a:lnTo>
                    <a:pt x="311873" y="162647"/>
                  </a:lnTo>
                  <a:lnTo>
                    <a:pt x="311734" y="162673"/>
                  </a:lnTo>
                  <a:lnTo>
                    <a:pt x="311320" y="162751"/>
                  </a:lnTo>
                  <a:lnTo>
                    <a:pt x="311026" y="162807"/>
                  </a:lnTo>
                  <a:lnTo>
                    <a:pt x="310765" y="162856"/>
                  </a:lnTo>
                  <a:lnTo>
                    <a:pt x="310268" y="162950"/>
                  </a:lnTo>
                  <a:lnTo>
                    <a:pt x="310262" y="162683"/>
                  </a:lnTo>
                  <a:lnTo>
                    <a:pt x="310237" y="161483"/>
                  </a:lnTo>
                  <a:lnTo>
                    <a:pt x="310228" y="161061"/>
                  </a:lnTo>
                  <a:lnTo>
                    <a:pt x="310224" y="160867"/>
                  </a:lnTo>
                  <a:lnTo>
                    <a:pt x="307989" y="160172"/>
                  </a:lnTo>
                  <a:lnTo>
                    <a:pt x="307812" y="160117"/>
                  </a:lnTo>
                  <a:lnTo>
                    <a:pt x="307677" y="160072"/>
                  </a:lnTo>
                  <a:lnTo>
                    <a:pt x="303419" y="158658"/>
                  </a:lnTo>
                  <a:lnTo>
                    <a:pt x="302275" y="158154"/>
                  </a:lnTo>
                  <a:lnTo>
                    <a:pt x="300987" y="157202"/>
                  </a:lnTo>
                  <a:lnTo>
                    <a:pt x="300373" y="157541"/>
                  </a:lnTo>
                  <a:lnTo>
                    <a:pt x="300144" y="157980"/>
                  </a:lnTo>
                  <a:lnTo>
                    <a:pt x="299344" y="159511"/>
                  </a:lnTo>
                  <a:lnTo>
                    <a:pt x="299165" y="159853"/>
                  </a:lnTo>
                  <a:lnTo>
                    <a:pt x="298925" y="160313"/>
                  </a:lnTo>
                  <a:lnTo>
                    <a:pt x="297988" y="161553"/>
                  </a:lnTo>
                  <a:lnTo>
                    <a:pt x="293688" y="162279"/>
                  </a:lnTo>
                  <a:lnTo>
                    <a:pt x="295584" y="163040"/>
                  </a:lnTo>
                  <a:lnTo>
                    <a:pt x="295280" y="163901"/>
                  </a:lnTo>
                  <a:lnTo>
                    <a:pt x="294163" y="167060"/>
                  </a:lnTo>
                  <a:lnTo>
                    <a:pt x="292533" y="167678"/>
                  </a:lnTo>
                  <a:lnTo>
                    <a:pt x="292336" y="167753"/>
                  </a:lnTo>
                  <a:lnTo>
                    <a:pt x="291372" y="168118"/>
                  </a:lnTo>
                  <a:lnTo>
                    <a:pt x="290783" y="172952"/>
                  </a:lnTo>
                  <a:lnTo>
                    <a:pt x="290745" y="173269"/>
                  </a:lnTo>
                  <a:lnTo>
                    <a:pt x="290610" y="173086"/>
                  </a:lnTo>
                  <a:lnTo>
                    <a:pt x="290508" y="172948"/>
                  </a:lnTo>
                  <a:lnTo>
                    <a:pt x="290162" y="173027"/>
                  </a:lnTo>
                  <a:lnTo>
                    <a:pt x="289875" y="173092"/>
                  </a:lnTo>
                  <a:lnTo>
                    <a:pt x="289743" y="173122"/>
                  </a:lnTo>
                  <a:lnTo>
                    <a:pt x="289521" y="173172"/>
                  </a:lnTo>
                  <a:lnTo>
                    <a:pt x="289168" y="173252"/>
                  </a:lnTo>
                  <a:lnTo>
                    <a:pt x="288917" y="173309"/>
                  </a:lnTo>
                  <a:lnTo>
                    <a:pt x="288446" y="173087"/>
                  </a:lnTo>
                  <a:lnTo>
                    <a:pt x="288152" y="172948"/>
                  </a:lnTo>
                  <a:lnTo>
                    <a:pt x="287854" y="173139"/>
                  </a:lnTo>
                  <a:lnTo>
                    <a:pt x="287294" y="173499"/>
                  </a:lnTo>
                  <a:lnTo>
                    <a:pt x="286621" y="173932"/>
                  </a:lnTo>
                  <a:lnTo>
                    <a:pt x="286220" y="174190"/>
                  </a:lnTo>
                  <a:lnTo>
                    <a:pt x="284983" y="174986"/>
                  </a:lnTo>
                  <a:lnTo>
                    <a:pt x="284849" y="175072"/>
                  </a:lnTo>
                  <a:lnTo>
                    <a:pt x="283167" y="173693"/>
                  </a:lnTo>
                  <a:lnTo>
                    <a:pt x="282749" y="173351"/>
                  </a:lnTo>
                  <a:lnTo>
                    <a:pt x="281276" y="173589"/>
                  </a:lnTo>
                  <a:lnTo>
                    <a:pt x="280979" y="173752"/>
                  </a:lnTo>
                  <a:lnTo>
                    <a:pt x="280654" y="174028"/>
                  </a:lnTo>
                  <a:lnTo>
                    <a:pt x="278054" y="176241"/>
                  </a:lnTo>
                  <a:lnTo>
                    <a:pt x="279873" y="178354"/>
                  </a:lnTo>
                  <a:lnTo>
                    <a:pt x="279650" y="178502"/>
                  </a:lnTo>
                  <a:lnTo>
                    <a:pt x="278340" y="179369"/>
                  </a:lnTo>
                  <a:lnTo>
                    <a:pt x="277817" y="180020"/>
                  </a:lnTo>
                  <a:lnTo>
                    <a:pt x="276769" y="181326"/>
                  </a:lnTo>
                  <a:lnTo>
                    <a:pt x="274923" y="183626"/>
                  </a:lnTo>
                  <a:lnTo>
                    <a:pt x="274569" y="184068"/>
                  </a:lnTo>
                  <a:lnTo>
                    <a:pt x="274119" y="184629"/>
                  </a:lnTo>
                  <a:lnTo>
                    <a:pt x="273589" y="185289"/>
                  </a:lnTo>
                  <a:lnTo>
                    <a:pt x="273345" y="185553"/>
                  </a:lnTo>
                  <a:lnTo>
                    <a:pt x="272910" y="186023"/>
                  </a:lnTo>
                  <a:lnTo>
                    <a:pt x="272026" y="186979"/>
                  </a:lnTo>
                  <a:lnTo>
                    <a:pt x="269298" y="190044"/>
                  </a:lnTo>
                  <a:lnTo>
                    <a:pt x="276254" y="197480"/>
                  </a:lnTo>
                  <a:lnTo>
                    <a:pt x="276632" y="197883"/>
                  </a:lnTo>
                  <a:lnTo>
                    <a:pt x="276396" y="198018"/>
                  </a:lnTo>
                  <a:lnTo>
                    <a:pt x="273425" y="199715"/>
                  </a:lnTo>
                  <a:lnTo>
                    <a:pt x="270032" y="196460"/>
                  </a:lnTo>
                  <a:lnTo>
                    <a:pt x="267343" y="201646"/>
                  </a:lnTo>
                  <a:lnTo>
                    <a:pt x="267194" y="201933"/>
                  </a:lnTo>
                  <a:lnTo>
                    <a:pt x="266646" y="202032"/>
                  </a:lnTo>
                  <a:lnTo>
                    <a:pt x="266197" y="201653"/>
                  </a:lnTo>
                  <a:lnTo>
                    <a:pt x="263232" y="201172"/>
                  </a:lnTo>
                  <a:lnTo>
                    <a:pt x="256969" y="205514"/>
                  </a:lnTo>
                  <a:lnTo>
                    <a:pt x="257852" y="207120"/>
                  </a:lnTo>
                  <a:lnTo>
                    <a:pt x="255791" y="209628"/>
                  </a:lnTo>
                  <a:lnTo>
                    <a:pt x="251535" y="212372"/>
                  </a:lnTo>
                  <a:lnTo>
                    <a:pt x="250307" y="215634"/>
                  </a:lnTo>
                  <a:lnTo>
                    <a:pt x="246282" y="216135"/>
                  </a:lnTo>
                  <a:lnTo>
                    <a:pt x="242748" y="206201"/>
                  </a:lnTo>
                  <a:lnTo>
                    <a:pt x="232146" y="197170"/>
                  </a:lnTo>
                  <a:lnTo>
                    <a:pt x="231262" y="190848"/>
                  </a:lnTo>
                  <a:lnTo>
                    <a:pt x="226256" y="182419"/>
                  </a:lnTo>
                  <a:lnTo>
                    <a:pt x="218598" y="178205"/>
                  </a:lnTo>
                  <a:lnTo>
                    <a:pt x="213592" y="172786"/>
                  </a:lnTo>
                  <a:lnTo>
                    <a:pt x="206523" y="167367"/>
                  </a:lnTo>
                  <a:lnTo>
                    <a:pt x="197099" y="165862"/>
                  </a:lnTo>
                  <a:lnTo>
                    <a:pt x="189541" y="169924"/>
                  </a:lnTo>
                  <a:lnTo>
                    <a:pt x="191750" y="179858"/>
                  </a:lnTo>
                  <a:lnTo>
                    <a:pt x="186105" y="189291"/>
                  </a:lnTo>
                  <a:lnTo>
                    <a:pt x="185511" y="189882"/>
                  </a:lnTo>
                  <a:lnTo>
                    <a:pt x="182863" y="188732"/>
                  </a:lnTo>
                  <a:lnTo>
                    <a:pt x="182567" y="188387"/>
                  </a:lnTo>
                  <a:lnTo>
                    <a:pt x="179777" y="185355"/>
                  </a:lnTo>
                  <a:lnTo>
                    <a:pt x="179091" y="185101"/>
                  </a:lnTo>
                  <a:lnTo>
                    <a:pt x="175332" y="183711"/>
                  </a:lnTo>
                  <a:lnTo>
                    <a:pt x="175163" y="183649"/>
                  </a:lnTo>
                  <a:lnTo>
                    <a:pt x="170059" y="182291"/>
                  </a:lnTo>
                  <a:lnTo>
                    <a:pt x="164619" y="182727"/>
                  </a:lnTo>
                  <a:lnTo>
                    <a:pt x="163220" y="182839"/>
                  </a:lnTo>
                  <a:lnTo>
                    <a:pt x="162458" y="182901"/>
                  </a:lnTo>
                  <a:lnTo>
                    <a:pt x="161994" y="182967"/>
                  </a:lnTo>
                  <a:lnTo>
                    <a:pt x="156164" y="183806"/>
                  </a:lnTo>
                  <a:lnTo>
                    <a:pt x="154754" y="184008"/>
                  </a:lnTo>
                  <a:lnTo>
                    <a:pt x="150716" y="181306"/>
                  </a:lnTo>
                  <a:lnTo>
                    <a:pt x="146984" y="184899"/>
                  </a:lnTo>
                  <a:lnTo>
                    <a:pt x="146058" y="185893"/>
                  </a:lnTo>
                  <a:lnTo>
                    <a:pt x="143751" y="184789"/>
                  </a:lnTo>
                  <a:lnTo>
                    <a:pt x="141836" y="184438"/>
                  </a:lnTo>
                  <a:lnTo>
                    <a:pt x="139824" y="185442"/>
                  </a:lnTo>
                  <a:lnTo>
                    <a:pt x="138204" y="186897"/>
                  </a:lnTo>
                  <a:lnTo>
                    <a:pt x="134621" y="185442"/>
                  </a:lnTo>
                  <a:lnTo>
                    <a:pt x="134032" y="186897"/>
                  </a:lnTo>
                  <a:lnTo>
                    <a:pt x="126816" y="186746"/>
                  </a:lnTo>
                  <a:lnTo>
                    <a:pt x="126227" y="189957"/>
                  </a:lnTo>
                  <a:lnTo>
                    <a:pt x="116066" y="189957"/>
                  </a:lnTo>
                  <a:lnTo>
                    <a:pt x="112140" y="188452"/>
                  </a:lnTo>
                  <a:lnTo>
                    <a:pt x="110274" y="186094"/>
                  </a:lnTo>
                  <a:lnTo>
                    <a:pt x="108115" y="182482"/>
                  </a:lnTo>
                  <a:lnTo>
                    <a:pt x="107278" y="178751"/>
                  </a:lnTo>
                  <a:lnTo>
                    <a:pt x="106397" y="179120"/>
                  </a:lnTo>
                  <a:lnTo>
                    <a:pt x="103157" y="176762"/>
                  </a:lnTo>
                  <a:lnTo>
                    <a:pt x="98985" y="184789"/>
                  </a:lnTo>
                  <a:lnTo>
                    <a:pt x="86124" y="193670"/>
                  </a:lnTo>
                  <a:lnTo>
                    <a:pt x="74148" y="197483"/>
                  </a:lnTo>
                  <a:lnTo>
                    <a:pt x="71555" y="194469"/>
                  </a:lnTo>
                  <a:lnTo>
                    <a:pt x="63396" y="199118"/>
                  </a:lnTo>
                  <a:lnTo>
                    <a:pt x="61032" y="194415"/>
                  </a:lnTo>
                  <a:lnTo>
                    <a:pt x="60095" y="192552"/>
                  </a:lnTo>
                  <a:lnTo>
                    <a:pt x="61419" y="191808"/>
                  </a:lnTo>
                  <a:lnTo>
                    <a:pt x="70815" y="186531"/>
                  </a:lnTo>
                  <a:lnTo>
                    <a:pt x="72700" y="189662"/>
                  </a:lnTo>
                  <a:lnTo>
                    <a:pt x="85069" y="181594"/>
                  </a:lnTo>
                  <a:lnTo>
                    <a:pt x="73996" y="179427"/>
                  </a:lnTo>
                  <a:lnTo>
                    <a:pt x="74349" y="172202"/>
                  </a:lnTo>
                  <a:lnTo>
                    <a:pt x="82124" y="173045"/>
                  </a:lnTo>
                  <a:lnTo>
                    <a:pt x="86483" y="165218"/>
                  </a:lnTo>
                  <a:lnTo>
                    <a:pt x="79415" y="162689"/>
                  </a:lnTo>
                  <a:lnTo>
                    <a:pt x="77177" y="167385"/>
                  </a:lnTo>
                  <a:lnTo>
                    <a:pt x="73168" y="165922"/>
                  </a:lnTo>
                  <a:lnTo>
                    <a:pt x="68930" y="171359"/>
                  </a:lnTo>
                  <a:lnTo>
                    <a:pt x="62959" y="168785"/>
                  </a:lnTo>
                  <a:lnTo>
                    <a:pt x="56055" y="173360"/>
                  </a:lnTo>
                  <a:lnTo>
                    <a:pt x="51923" y="164913"/>
                  </a:lnTo>
                  <a:lnTo>
                    <a:pt x="50655" y="162322"/>
                  </a:lnTo>
                  <a:lnTo>
                    <a:pt x="47531" y="163463"/>
                  </a:lnTo>
                  <a:lnTo>
                    <a:pt x="45158" y="164329"/>
                  </a:lnTo>
                  <a:lnTo>
                    <a:pt x="40304" y="156909"/>
                  </a:lnTo>
                  <a:lnTo>
                    <a:pt x="35356" y="149805"/>
                  </a:lnTo>
                  <a:lnTo>
                    <a:pt x="31807" y="137537"/>
                  </a:lnTo>
                  <a:lnTo>
                    <a:pt x="28862" y="132419"/>
                  </a:lnTo>
                  <a:lnTo>
                    <a:pt x="22775" y="126198"/>
                  </a:lnTo>
                  <a:lnTo>
                    <a:pt x="20419" y="128104"/>
                  </a:lnTo>
                  <a:lnTo>
                    <a:pt x="12111" y="125246"/>
                  </a:lnTo>
                  <a:lnTo>
                    <a:pt x="9287" y="124275"/>
                  </a:lnTo>
                  <a:lnTo>
                    <a:pt x="0" y="121080"/>
                  </a:lnTo>
                  <a:lnTo>
                    <a:pt x="7575" y="109568"/>
                  </a:lnTo>
                  <a:lnTo>
                    <a:pt x="8255" y="108535"/>
                  </a:lnTo>
                  <a:lnTo>
                    <a:pt x="11034" y="110520"/>
                  </a:lnTo>
                  <a:lnTo>
                    <a:pt x="13961" y="112611"/>
                  </a:lnTo>
                  <a:lnTo>
                    <a:pt x="18256" y="113238"/>
                  </a:lnTo>
                  <a:lnTo>
                    <a:pt x="18819" y="112662"/>
                  </a:lnTo>
                  <a:lnTo>
                    <a:pt x="19027" y="112451"/>
                  </a:lnTo>
                  <a:lnTo>
                    <a:pt x="19606" y="111858"/>
                  </a:lnTo>
                  <a:lnTo>
                    <a:pt x="17765" y="107468"/>
                  </a:lnTo>
                  <a:lnTo>
                    <a:pt x="10504" y="100911"/>
                  </a:lnTo>
                  <a:lnTo>
                    <a:pt x="14159" y="96464"/>
                  </a:lnTo>
                  <a:lnTo>
                    <a:pt x="9298" y="87023"/>
                  </a:lnTo>
                  <a:lnTo>
                    <a:pt x="15250" y="83385"/>
                  </a:lnTo>
                  <a:lnTo>
                    <a:pt x="23594" y="83323"/>
                  </a:lnTo>
                  <a:lnTo>
                    <a:pt x="28380" y="80814"/>
                  </a:lnTo>
                  <a:lnTo>
                    <a:pt x="29153" y="80365"/>
                  </a:lnTo>
                  <a:lnTo>
                    <a:pt x="35739" y="76532"/>
                  </a:lnTo>
                  <a:lnTo>
                    <a:pt x="36356" y="76173"/>
                  </a:lnTo>
                  <a:lnTo>
                    <a:pt x="37831" y="81627"/>
                  </a:lnTo>
                  <a:lnTo>
                    <a:pt x="38442" y="83887"/>
                  </a:lnTo>
                  <a:lnTo>
                    <a:pt x="38694" y="83728"/>
                  </a:lnTo>
                  <a:lnTo>
                    <a:pt x="44394" y="80124"/>
                  </a:lnTo>
                  <a:lnTo>
                    <a:pt x="47769" y="78117"/>
                  </a:lnTo>
                  <a:lnTo>
                    <a:pt x="67157" y="76110"/>
                  </a:lnTo>
                  <a:lnTo>
                    <a:pt x="67000" y="77982"/>
                  </a:lnTo>
                  <a:lnTo>
                    <a:pt x="66953" y="78890"/>
                  </a:lnTo>
                  <a:lnTo>
                    <a:pt x="67696" y="88530"/>
                  </a:lnTo>
                  <a:lnTo>
                    <a:pt x="80183" y="86965"/>
                  </a:lnTo>
                  <a:lnTo>
                    <a:pt x="83630" y="87855"/>
                  </a:lnTo>
                  <a:lnTo>
                    <a:pt x="85533" y="88346"/>
                  </a:lnTo>
                  <a:lnTo>
                    <a:pt x="91139" y="89794"/>
                  </a:lnTo>
                  <a:lnTo>
                    <a:pt x="100077" y="92632"/>
                  </a:lnTo>
                  <a:lnTo>
                    <a:pt x="100661" y="92930"/>
                  </a:lnTo>
                  <a:lnTo>
                    <a:pt x="101043" y="93023"/>
                  </a:lnTo>
                  <a:lnTo>
                    <a:pt x="101502" y="94556"/>
                  </a:lnTo>
                  <a:lnTo>
                    <a:pt x="100376" y="96450"/>
                  </a:lnTo>
                  <a:lnTo>
                    <a:pt x="100193" y="96641"/>
                  </a:lnTo>
                  <a:lnTo>
                    <a:pt x="99968" y="96875"/>
                  </a:lnTo>
                  <a:lnTo>
                    <a:pt x="99518" y="97444"/>
                  </a:lnTo>
                  <a:lnTo>
                    <a:pt x="98972" y="98135"/>
                  </a:lnTo>
                  <a:lnTo>
                    <a:pt x="98507" y="98634"/>
                  </a:lnTo>
                  <a:lnTo>
                    <a:pt x="98235" y="98926"/>
                  </a:lnTo>
                  <a:lnTo>
                    <a:pt x="97856" y="99332"/>
                  </a:lnTo>
                  <a:lnTo>
                    <a:pt x="98630" y="99996"/>
                  </a:lnTo>
                  <a:lnTo>
                    <a:pt x="101660" y="102597"/>
                  </a:lnTo>
                  <a:lnTo>
                    <a:pt x="102636" y="103349"/>
                  </a:lnTo>
                  <a:lnTo>
                    <a:pt x="103125" y="103727"/>
                  </a:lnTo>
                  <a:lnTo>
                    <a:pt x="104302" y="104768"/>
                  </a:lnTo>
                  <a:lnTo>
                    <a:pt x="105152" y="105725"/>
                  </a:lnTo>
                  <a:lnTo>
                    <a:pt x="105800" y="106456"/>
                  </a:lnTo>
                  <a:lnTo>
                    <a:pt x="106096" y="106860"/>
                  </a:lnTo>
                  <a:lnTo>
                    <a:pt x="107174" y="108330"/>
                  </a:lnTo>
                  <a:lnTo>
                    <a:pt x="107905" y="109072"/>
                  </a:lnTo>
                  <a:lnTo>
                    <a:pt x="109268" y="110221"/>
                  </a:lnTo>
                  <a:lnTo>
                    <a:pt x="109751" y="110628"/>
                  </a:lnTo>
                  <a:lnTo>
                    <a:pt x="110396" y="111172"/>
                  </a:lnTo>
                  <a:lnTo>
                    <a:pt x="110917" y="111564"/>
                  </a:lnTo>
                  <a:lnTo>
                    <a:pt x="113381" y="113420"/>
                  </a:lnTo>
                  <a:lnTo>
                    <a:pt x="114653" y="114210"/>
                  </a:lnTo>
                  <a:lnTo>
                    <a:pt x="114953" y="114396"/>
                  </a:lnTo>
                  <a:lnTo>
                    <a:pt x="116778" y="115527"/>
                  </a:lnTo>
                  <a:lnTo>
                    <a:pt x="115990" y="116929"/>
                  </a:lnTo>
                  <a:lnTo>
                    <a:pt x="115737" y="117378"/>
                  </a:lnTo>
                  <a:lnTo>
                    <a:pt x="115073" y="117466"/>
                  </a:lnTo>
                  <a:lnTo>
                    <a:pt x="114239" y="119307"/>
                  </a:lnTo>
                  <a:lnTo>
                    <a:pt x="114038" y="120367"/>
                  </a:lnTo>
                  <a:lnTo>
                    <a:pt x="114299" y="120518"/>
                  </a:lnTo>
                  <a:lnTo>
                    <a:pt x="114903" y="120868"/>
                  </a:lnTo>
                  <a:lnTo>
                    <a:pt x="116412" y="121741"/>
                  </a:lnTo>
                  <a:lnTo>
                    <a:pt x="117153" y="122171"/>
                  </a:lnTo>
                  <a:lnTo>
                    <a:pt x="117426" y="122329"/>
                  </a:lnTo>
                  <a:lnTo>
                    <a:pt x="118124" y="122732"/>
                  </a:lnTo>
                  <a:lnTo>
                    <a:pt x="119687" y="123637"/>
                  </a:lnTo>
                  <a:lnTo>
                    <a:pt x="122733" y="125401"/>
                  </a:lnTo>
                  <a:lnTo>
                    <a:pt x="123015" y="125603"/>
                  </a:lnTo>
                  <a:lnTo>
                    <a:pt x="123970" y="126289"/>
                  </a:lnTo>
                  <a:lnTo>
                    <a:pt x="124687" y="126832"/>
                  </a:lnTo>
                  <a:lnTo>
                    <a:pt x="130491" y="131228"/>
                  </a:lnTo>
                  <a:lnTo>
                    <a:pt x="130743" y="130819"/>
                  </a:lnTo>
                  <a:lnTo>
                    <a:pt x="130830" y="130677"/>
                  </a:lnTo>
                  <a:lnTo>
                    <a:pt x="130940" y="130498"/>
                  </a:lnTo>
                  <a:lnTo>
                    <a:pt x="133356" y="127879"/>
                  </a:lnTo>
                  <a:lnTo>
                    <a:pt x="134758" y="126285"/>
                  </a:lnTo>
                  <a:lnTo>
                    <a:pt x="134916" y="125054"/>
                  </a:lnTo>
                  <a:lnTo>
                    <a:pt x="134942" y="124881"/>
                  </a:lnTo>
                  <a:lnTo>
                    <a:pt x="135121" y="123694"/>
                  </a:lnTo>
                  <a:lnTo>
                    <a:pt x="135365" y="122076"/>
                  </a:lnTo>
                  <a:lnTo>
                    <a:pt x="135849" y="118858"/>
                  </a:lnTo>
                  <a:lnTo>
                    <a:pt x="142240" y="121220"/>
                  </a:lnTo>
                  <a:lnTo>
                    <a:pt x="144537" y="122069"/>
                  </a:lnTo>
                  <a:lnTo>
                    <a:pt x="146822" y="117848"/>
                  </a:lnTo>
                  <a:lnTo>
                    <a:pt x="147583" y="116622"/>
                  </a:lnTo>
                  <a:lnTo>
                    <a:pt x="149494" y="113543"/>
                  </a:lnTo>
                  <a:lnTo>
                    <a:pt x="150759" y="111503"/>
                  </a:lnTo>
                  <a:lnTo>
                    <a:pt x="154946" y="112706"/>
                  </a:lnTo>
                  <a:lnTo>
                    <a:pt x="159541" y="112573"/>
                  </a:lnTo>
                  <a:lnTo>
                    <a:pt x="160370" y="111952"/>
                  </a:lnTo>
                  <a:lnTo>
                    <a:pt x="160919" y="111143"/>
                  </a:lnTo>
                  <a:lnTo>
                    <a:pt x="160266" y="109704"/>
                  </a:lnTo>
                  <a:lnTo>
                    <a:pt x="159791" y="108389"/>
                  </a:lnTo>
                  <a:lnTo>
                    <a:pt x="162369" y="107278"/>
                  </a:lnTo>
                  <a:lnTo>
                    <a:pt x="161464" y="105723"/>
                  </a:lnTo>
                  <a:lnTo>
                    <a:pt x="159824" y="103751"/>
                  </a:lnTo>
                  <a:lnTo>
                    <a:pt x="159437" y="103378"/>
                  </a:lnTo>
                  <a:lnTo>
                    <a:pt x="157999" y="101993"/>
                  </a:lnTo>
                  <a:lnTo>
                    <a:pt x="153335" y="98982"/>
                  </a:lnTo>
                  <a:lnTo>
                    <a:pt x="151004" y="94091"/>
                  </a:lnTo>
                  <a:lnTo>
                    <a:pt x="150478" y="92889"/>
                  </a:lnTo>
                  <a:lnTo>
                    <a:pt x="145228" y="88654"/>
                  </a:lnTo>
                  <a:lnTo>
                    <a:pt x="143948" y="87920"/>
                  </a:lnTo>
                  <a:lnTo>
                    <a:pt x="140560" y="85975"/>
                  </a:lnTo>
                  <a:lnTo>
                    <a:pt x="139273" y="85235"/>
                  </a:lnTo>
                  <a:lnTo>
                    <a:pt x="139029" y="85110"/>
                  </a:lnTo>
                  <a:lnTo>
                    <a:pt x="136482" y="83444"/>
                  </a:lnTo>
                  <a:lnTo>
                    <a:pt x="130761" y="79702"/>
                  </a:lnTo>
                  <a:lnTo>
                    <a:pt x="128453" y="76966"/>
                  </a:lnTo>
                  <a:lnTo>
                    <a:pt x="125971" y="75784"/>
                  </a:lnTo>
                  <a:lnTo>
                    <a:pt x="127925" y="72513"/>
                  </a:lnTo>
                  <a:lnTo>
                    <a:pt x="131428" y="67512"/>
                  </a:lnTo>
                  <a:lnTo>
                    <a:pt x="149649" y="74456"/>
                  </a:lnTo>
                  <a:lnTo>
                    <a:pt x="153340" y="69238"/>
                  </a:lnTo>
                  <a:lnTo>
                    <a:pt x="151102" y="66428"/>
                  </a:lnTo>
                  <a:lnTo>
                    <a:pt x="153340" y="63578"/>
                  </a:lnTo>
                  <a:lnTo>
                    <a:pt x="151455" y="61210"/>
                  </a:lnTo>
                  <a:lnTo>
                    <a:pt x="150591" y="57076"/>
                  </a:lnTo>
                  <a:lnTo>
                    <a:pt x="146350" y="52862"/>
                  </a:lnTo>
                  <a:lnTo>
                    <a:pt x="145486" y="50935"/>
                  </a:lnTo>
                  <a:lnTo>
                    <a:pt x="146115" y="40258"/>
                  </a:lnTo>
                  <a:lnTo>
                    <a:pt x="143955" y="38452"/>
                  </a:lnTo>
                  <a:lnTo>
                    <a:pt x="142659" y="36686"/>
                  </a:lnTo>
                  <a:lnTo>
                    <a:pt x="143916" y="35120"/>
                  </a:lnTo>
                  <a:lnTo>
                    <a:pt x="135002" y="29220"/>
                  </a:lnTo>
                  <a:lnTo>
                    <a:pt x="136101" y="28136"/>
                  </a:lnTo>
                  <a:lnTo>
                    <a:pt x="142777" y="22076"/>
                  </a:lnTo>
                  <a:lnTo>
                    <a:pt x="143444" y="20711"/>
                  </a:lnTo>
                  <a:lnTo>
                    <a:pt x="144073" y="18664"/>
                  </a:lnTo>
                  <a:lnTo>
                    <a:pt x="144819" y="17781"/>
                  </a:lnTo>
                  <a:lnTo>
                    <a:pt x="146075" y="17098"/>
                  </a:lnTo>
                  <a:lnTo>
                    <a:pt x="147175" y="17098"/>
                  </a:lnTo>
                  <a:lnTo>
                    <a:pt x="149099" y="17460"/>
                  </a:lnTo>
                  <a:lnTo>
                    <a:pt x="153065" y="16697"/>
                  </a:lnTo>
                  <a:lnTo>
                    <a:pt x="166298" y="4615"/>
                  </a:lnTo>
                  <a:lnTo>
                    <a:pt x="17246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g194"/>
            <p:cNvSpPr/>
            <p:nvPr/>
          </p:nvSpPr>
          <p:spPr>
            <a:xfrm>
              <a:off x="3251805" y="5014708"/>
              <a:ext cx="145556" cy="123082"/>
            </a:xfrm>
            <a:custGeom>
              <a:avLst/>
              <a:pathLst>
                <a:path w="145556" h="123082">
                  <a:moveTo>
                    <a:pt x="137544" y="18771"/>
                  </a:moveTo>
                  <a:lnTo>
                    <a:pt x="132780" y="37855"/>
                  </a:lnTo>
                  <a:lnTo>
                    <a:pt x="136461" y="37704"/>
                  </a:lnTo>
                  <a:lnTo>
                    <a:pt x="139115" y="37017"/>
                  </a:lnTo>
                  <a:lnTo>
                    <a:pt x="139480" y="52857"/>
                  </a:lnTo>
                  <a:lnTo>
                    <a:pt x="145419" y="54663"/>
                  </a:lnTo>
                  <a:lnTo>
                    <a:pt x="145556" y="54742"/>
                  </a:lnTo>
                  <a:lnTo>
                    <a:pt x="145016" y="55991"/>
                  </a:lnTo>
                  <a:lnTo>
                    <a:pt x="144025" y="57891"/>
                  </a:lnTo>
                  <a:lnTo>
                    <a:pt x="143406" y="58575"/>
                  </a:lnTo>
                  <a:lnTo>
                    <a:pt x="142699" y="59237"/>
                  </a:lnTo>
                  <a:lnTo>
                    <a:pt x="142557" y="59443"/>
                  </a:lnTo>
                  <a:lnTo>
                    <a:pt x="141904" y="60391"/>
                  </a:lnTo>
                  <a:lnTo>
                    <a:pt x="141171" y="62563"/>
                  </a:lnTo>
                  <a:lnTo>
                    <a:pt x="140940" y="63222"/>
                  </a:lnTo>
                  <a:lnTo>
                    <a:pt x="139281" y="66672"/>
                  </a:lnTo>
                  <a:lnTo>
                    <a:pt x="138785" y="67572"/>
                  </a:lnTo>
                  <a:lnTo>
                    <a:pt x="136390" y="66649"/>
                  </a:lnTo>
                  <a:lnTo>
                    <a:pt x="134614" y="66243"/>
                  </a:lnTo>
                  <a:lnTo>
                    <a:pt x="132902" y="66275"/>
                  </a:lnTo>
                  <a:lnTo>
                    <a:pt x="125601" y="67295"/>
                  </a:lnTo>
                  <a:lnTo>
                    <a:pt x="125143" y="67359"/>
                  </a:lnTo>
                  <a:lnTo>
                    <a:pt x="124277" y="67945"/>
                  </a:lnTo>
                  <a:lnTo>
                    <a:pt x="125264" y="66915"/>
                  </a:lnTo>
                  <a:lnTo>
                    <a:pt x="126853" y="65256"/>
                  </a:lnTo>
                  <a:lnTo>
                    <a:pt x="124233" y="64512"/>
                  </a:lnTo>
                  <a:lnTo>
                    <a:pt x="124030" y="64454"/>
                  </a:lnTo>
                  <a:lnTo>
                    <a:pt x="121601" y="62959"/>
                  </a:lnTo>
                  <a:lnTo>
                    <a:pt x="119539" y="61691"/>
                  </a:lnTo>
                  <a:lnTo>
                    <a:pt x="119033" y="61386"/>
                  </a:lnTo>
                  <a:lnTo>
                    <a:pt x="115619" y="59335"/>
                  </a:lnTo>
                  <a:lnTo>
                    <a:pt x="115384" y="59194"/>
                  </a:lnTo>
                  <a:lnTo>
                    <a:pt x="113778" y="58233"/>
                  </a:lnTo>
                  <a:lnTo>
                    <a:pt x="112186" y="56881"/>
                  </a:lnTo>
                  <a:lnTo>
                    <a:pt x="112752" y="55817"/>
                  </a:lnTo>
                  <a:lnTo>
                    <a:pt x="113109" y="55145"/>
                  </a:lnTo>
                  <a:lnTo>
                    <a:pt x="113600" y="54222"/>
                  </a:lnTo>
                  <a:lnTo>
                    <a:pt x="113733" y="53972"/>
                  </a:lnTo>
                  <a:lnTo>
                    <a:pt x="114095" y="53473"/>
                  </a:lnTo>
                  <a:lnTo>
                    <a:pt x="113911" y="53396"/>
                  </a:lnTo>
                  <a:lnTo>
                    <a:pt x="110589" y="51439"/>
                  </a:lnTo>
                  <a:lnTo>
                    <a:pt x="108357" y="50371"/>
                  </a:lnTo>
                  <a:lnTo>
                    <a:pt x="106774" y="49686"/>
                  </a:lnTo>
                  <a:lnTo>
                    <a:pt x="106619" y="49619"/>
                  </a:lnTo>
                  <a:lnTo>
                    <a:pt x="105315" y="49411"/>
                  </a:lnTo>
                  <a:lnTo>
                    <a:pt x="104876" y="49340"/>
                  </a:lnTo>
                  <a:lnTo>
                    <a:pt x="103743" y="49207"/>
                  </a:lnTo>
                  <a:lnTo>
                    <a:pt x="102712" y="49167"/>
                  </a:lnTo>
                  <a:lnTo>
                    <a:pt x="101967" y="49277"/>
                  </a:lnTo>
                  <a:lnTo>
                    <a:pt x="98542" y="49781"/>
                  </a:lnTo>
                  <a:lnTo>
                    <a:pt x="98402" y="49810"/>
                  </a:lnTo>
                  <a:lnTo>
                    <a:pt x="98361" y="49644"/>
                  </a:lnTo>
                  <a:lnTo>
                    <a:pt x="98098" y="49641"/>
                  </a:lnTo>
                  <a:lnTo>
                    <a:pt x="97389" y="49631"/>
                  </a:lnTo>
                  <a:lnTo>
                    <a:pt x="96840" y="49623"/>
                  </a:lnTo>
                  <a:lnTo>
                    <a:pt x="95929" y="49446"/>
                  </a:lnTo>
                  <a:lnTo>
                    <a:pt x="95255" y="49109"/>
                  </a:lnTo>
                  <a:lnTo>
                    <a:pt x="94496" y="48730"/>
                  </a:lnTo>
                  <a:lnTo>
                    <a:pt x="93797" y="47614"/>
                  </a:lnTo>
                  <a:lnTo>
                    <a:pt x="93248" y="46955"/>
                  </a:lnTo>
                  <a:lnTo>
                    <a:pt x="93115" y="46821"/>
                  </a:lnTo>
                  <a:lnTo>
                    <a:pt x="92190" y="46170"/>
                  </a:lnTo>
                  <a:lnTo>
                    <a:pt x="92040" y="46064"/>
                  </a:lnTo>
                  <a:lnTo>
                    <a:pt x="91193" y="45675"/>
                  </a:lnTo>
                  <a:lnTo>
                    <a:pt x="90557" y="45507"/>
                  </a:lnTo>
                  <a:lnTo>
                    <a:pt x="90365" y="45456"/>
                  </a:lnTo>
                  <a:lnTo>
                    <a:pt x="89604" y="45506"/>
                  </a:lnTo>
                  <a:lnTo>
                    <a:pt x="88696" y="45851"/>
                  </a:lnTo>
                  <a:lnTo>
                    <a:pt x="86834" y="46816"/>
                  </a:lnTo>
                  <a:lnTo>
                    <a:pt x="86534" y="46971"/>
                  </a:lnTo>
                  <a:lnTo>
                    <a:pt x="85160" y="47591"/>
                  </a:lnTo>
                  <a:lnTo>
                    <a:pt x="84597" y="47935"/>
                  </a:lnTo>
                  <a:lnTo>
                    <a:pt x="83558" y="48402"/>
                  </a:lnTo>
                  <a:lnTo>
                    <a:pt x="81344" y="50006"/>
                  </a:lnTo>
                  <a:lnTo>
                    <a:pt x="80859" y="50357"/>
                  </a:lnTo>
                  <a:lnTo>
                    <a:pt x="82969" y="52365"/>
                  </a:lnTo>
                  <a:lnTo>
                    <a:pt x="84196" y="53532"/>
                  </a:lnTo>
                  <a:lnTo>
                    <a:pt x="86416" y="55864"/>
                  </a:lnTo>
                  <a:lnTo>
                    <a:pt x="86679" y="56140"/>
                  </a:lnTo>
                  <a:lnTo>
                    <a:pt x="89004" y="58583"/>
                  </a:lnTo>
                  <a:lnTo>
                    <a:pt x="89468" y="59052"/>
                  </a:lnTo>
                  <a:lnTo>
                    <a:pt x="91800" y="61413"/>
                  </a:lnTo>
                  <a:lnTo>
                    <a:pt x="92862" y="62488"/>
                  </a:lnTo>
                  <a:lnTo>
                    <a:pt x="92736" y="62664"/>
                  </a:lnTo>
                  <a:lnTo>
                    <a:pt x="88987" y="67888"/>
                  </a:lnTo>
                  <a:lnTo>
                    <a:pt x="85700" y="66431"/>
                  </a:lnTo>
                  <a:lnTo>
                    <a:pt x="83531" y="65470"/>
                  </a:lnTo>
                  <a:lnTo>
                    <a:pt x="81913" y="64622"/>
                  </a:lnTo>
                  <a:lnTo>
                    <a:pt x="78516" y="63177"/>
                  </a:lnTo>
                  <a:lnTo>
                    <a:pt x="78278" y="62843"/>
                  </a:lnTo>
                  <a:lnTo>
                    <a:pt x="76631" y="60528"/>
                  </a:lnTo>
                  <a:lnTo>
                    <a:pt x="75894" y="59651"/>
                  </a:lnTo>
                  <a:lnTo>
                    <a:pt x="71685" y="58096"/>
                  </a:lnTo>
                  <a:lnTo>
                    <a:pt x="71070" y="58106"/>
                  </a:lnTo>
                  <a:lnTo>
                    <a:pt x="65300" y="58202"/>
                  </a:lnTo>
                  <a:lnTo>
                    <a:pt x="65027" y="58207"/>
                  </a:lnTo>
                  <a:lnTo>
                    <a:pt x="64991" y="59342"/>
                  </a:lnTo>
                  <a:lnTo>
                    <a:pt x="64983" y="59582"/>
                  </a:lnTo>
                  <a:lnTo>
                    <a:pt x="64928" y="61280"/>
                  </a:lnTo>
                  <a:lnTo>
                    <a:pt x="64899" y="62177"/>
                  </a:lnTo>
                  <a:lnTo>
                    <a:pt x="64956" y="64427"/>
                  </a:lnTo>
                  <a:lnTo>
                    <a:pt x="62763" y="65323"/>
                  </a:lnTo>
                  <a:lnTo>
                    <a:pt x="60599" y="66197"/>
                  </a:lnTo>
                  <a:lnTo>
                    <a:pt x="59385" y="66688"/>
                  </a:lnTo>
                  <a:lnTo>
                    <a:pt x="56675" y="67782"/>
                  </a:lnTo>
                  <a:lnTo>
                    <a:pt x="54658" y="68596"/>
                  </a:lnTo>
                  <a:lnTo>
                    <a:pt x="54207" y="68779"/>
                  </a:lnTo>
                  <a:lnTo>
                    <a:pt x="53936" y="68888"/>
                  </a:lnTo>
                  <a:lnTo>
                    <a:pt x="52368" y="67823"/>
                  </a:lnTo>
                  <a:lnTo>
                    <a:pt x="52144" y="67797"/>
                  </a:lnTo>
                  <a:lnTo>
                    <a:pt x="46696" y="70660"/>
                  </a:lnTo>
                  <a:lnTo>
                    <a:pt x="45552" y="71261"/>
                  </a:lnTo>
                  <a:lnTo>
                    <a:pt x="44866" y="72624"/>
                  </a:lnTo>
                  <a:lnTo>
                    <a:pt x="44201" y="73947"/>
                  </a:lnTo>
                  <a:lnTo>
                    <a:pt x="43475" y="73761"/>
                  </a:lnTo>
                  <a:lnTo>
                    <a:pt x="40755" y="73066"/>
                  </a:lnTo>
                  <a:lnTo>
                    <a:pt x="40730" y="73838"/>
                  </a:lnTo>
                  <a:lnTo>
                    <a:pt x="40693" y="74960"/>
                  </a:lnTo>
                  <a:lnTo>
                    <a:pt x="40600" y="77821"/>
                  </a:lnTo>
                  <a:lnTo>
                    <a:pt x="40777" y="79306"/>
                  </a:lnTo>
                  <a:lnTo>
                    <a:pt x="40884" y="79495"/>
                  </a:lnTo>
                  <a:lnTo>
                    <a:pt x="41445" y="80490"/>
                  </a:lnTo>
                  <a:lnTo>
                    <a:pt x="42005" y="81761"/>
                  </a:lnTo>
                  <a:lnTo>
                    <a:pt x="42307" y="82448"/>
                  </a:lnTo>
                  <a:lnTo>
                    <a:pt x="42426" y="82718"/>
                  </a:lnTo>
                  <a:lnTo>
                    <a:pt x="42549" y="83003"/>
                  </a:lnTo>
                  <a:lnTo>
                    <a:pt x="43231" y="84584"/>
                  </a:lnTo>
                  <a:lnTo>
                    <a:pt x="43358" y="85197"/>
                  </a:lnTo>
                  <a:lnTo>
                    <a:pt x="43534" y="86049"/>
                  </a:lnTo>
                  <a:lnTo>
                    <a:pt x="43801" y="87213"/>
                  </a:lnTo>
                  <a:lnTo>
                    <a:pt x="44221" y="88701"/>
                  </a:lnTo>
                  <a:lnTo>
                    <a:pt x="46137" y="90959"/>
                  </a:lnTo>
                  <a:lnTo>
                    <a:pt x="48052" y="92911"/>
                  </a:lnTo>
                  <a:lnTo>
                    <a:pt x="48215" y="93077"/>
                  </a:lnTo>
                  <a:lnTo>
                    <a:pt x="48430" y="93296"/>
                  </a:lnTo>
                  <a:lnTo>
                    <a:pt x="48759" y="93626"/>
                  </a:lnTo>
                  <a:lnTo>
                    <a:pt x="50766" y="95639"/>
                  </a:lnTo>
                  <a:lnTo>
                    <a:pt x="51355" y="96889"/>
                  </a:lnTo>
                  <a:lnTo>
                    <a:pt x="52360" y="99330"/>
                  </a:lnTo>
                  <a:lnTo>
                    <a:pt x="52562" y="99755"/>
                  </a:lnTo>
                  <a:lnTo>
                    <a:pt x="52695" y="100034"/>
                  </a:lnTo>
                  <a:lnTo>
                    <a:pt x="53240" y="101133"/>
                  </a:lnTo>
                  <a:lnTo>
                    <a:pt x="54551" y="102714"/>
                  </a:lnTo>
                  <a:lnTo>
                    <a:pt x="55683" y="103922"/>
                  </a:lnTo>
                  <a:lnTo>
                    <a:pt x="56358" y="104914"/>
                  </a:lnTo>
                  <a:lnTo>
                    <a:pt x="56500" y="105123"/>
                  </a:lnTo>
                  <a:lnTo>
                    <a:pt x="56848" y="105634"/>
                  </a:lnTo>
                  <a:lnTo>
                    <a:pt x="58232" y="106868"/>
                  </a:lnTo>
                  <a:lnTo>
                    <a:pt x="60058" y="107636"/>
                  </a:lnTo>
                  <a:lnTo>
                    <a:pt x="61722" y="108268"/>
                  </a:lnTo>
                  <a:lnTo>
                    <a:pt x="62689" y="109533"/>
                  </a:lnTo>
                  <a:lnTo>
                    <a:pt x="62709" y="111093"/>
                  </a:lnTo>
                  <a:lnTo>
                    <a:pt x="62488" y="112197"/>
                  </a:lnTo>
                  <a:lnTo>
                    <a:pt x="62169" y="113150"/>
                  </a:lnTo>
                  <a:lnTo>
                    <a:pt x="62022" y="114078"/>
                  </a:lnTo>
                  <a:lnTo>
                    <a:pt x="61973" y="114981"/>
                  </a:lnTo>
                  <a:lnTo>
                    <a:pt x="62120" y="115809"/>
                  </a:lnTo>
                  <a:lnTo>
                    <a:pt x="62415" y="117013"/>
                  </a:lnTo>
                  <a:lnTo>
                    <a:pt x="59730" y="117998"/>
                  </a:lnTo>
                  <a:lnTo>
                    <a:pt x="58022" y="118772"/>
                  </a:lnTo>
                  <a:lnTo>
                    <a:pt x="56873" y="119292"/>
                  </a:lnTo>
                  <a:lnTo>
                    <a:pt x="54523" y="120493"/>
                  </a:lnTo>
                  <a:lnTo>
                    <a:pt x="53962" y="120747"/>
                  </a:lnTo>
                  <a:lnTo>
                    <a:pt x="49021" y="122986"/>
                  </a:lnTo>
                  <a:lnTo>
                    <a:pt x="48795" y="123082"/>
                  </a:lnTo>
                  <a:lnTo>
                    <a:pt x="47899" y="122103"/>
                  </a:lnTo>
                  <a:lnTo>
                    <a:pt x="44782" y="118697"/>
                  </a:lnTo>
                  <a:lnTo>
                    <a:pt x="43582" y="117386"/>
                  </a:lnTo>
                  <a:lnTo>
                    <a:pt x="43176" y="116942"/>
                  </a:lnTo>
                  <a:lnTo>
                    <a:pt x="38269" y="110815"/>
                  </a:lnTo>
                  <a:lnTo>
                    <a:pt x="31497" y="103970"/>
                  </a:lnTo>
                  <a:lnTo>
                    <a:pt x="24688" y="91539"/>
                  </a:lnTo>
                  <a:lnTo>
                    <a:pt x="27173" y="89976"/>
                  </a:lnTo>
                  <a:lnTo>
                    <a:pt x="25708" y="88690"/>
                  </a:lnTo>
                  <a:lnTo>
                    <a:pt x="24596" y="87713"/>
                  </a:lnTo>
                  <a:lnTo>
                    <a:pt x="22618" y="86966"/>
                  </a:lnTo>
                  <a:lnTo>
                    <a:pt x="19594" y="86364"/>
                  </a:lnTo>
                  <a:lnTo>
                    <a:pt x="13056" y="80286"/>
                  </a:lnTo>
                  <a:lnTo>
                    <a:pt x="18416" y="74443"/>
                  </a:lnTo>
                  <a:lnTo>
                    <a:pt x="13743" y="69466"/>
                  </a:lnTo>
                  <a:lnTo>
                    <a:pt x="7992" y="74551"/>
                  </a:lnTo>
                  <a:lnTo>
                    <a:pt x="3200" y="68394"/>
                  </a:lnTo>
                  <a:lnTo>
                    <a:pt x="4908" y="67258"/>
                  </a:lnTo>
                  <a:lnTo>
                    <a:pt x="2356" y="63710"/>
                  </a:lnTo>
                  <a:lnTo>
                    <a:pt x="0" y="60435"/>
                  </a:lnTo>
                  <a:lnTo>
                    <a:pt x="1513" y="59034"/>
                  </a:lnTo>
                  <a:lnTo>
                    <a:pt x="10820" y="50426"/>
                  </a:lnTo>
                  <a:lnTo>
                    <a:pt x="12178" y="49294"/>
                  </a:lnTo>
                  <a:lnTo>
                    <a:pt x="15270" y="52154"/>
                  </a:lnTo>
                  <a:lnTo>
                    <a:pt x="27345" y="41693"/>
                  </a:lnTo>
                  <a:lnTo>
                    <a:pt x="25790" y="38593"/>
                  </a:lnTo>
                  <a:lnTo>
                    <a:pt x="44132" y="23556"/>
                  </a:lnTo>
                  <a:lnTo>
                    <a:pt x="47111" y="20800"/>
                  </a:lnTo>
                  <a:lnTo>
                    <a:pt x="47579" y="20755"/>
                  </a:lnTo>
                  <a:lnTo>
                    <a:pt x="53704" y="26039"/>
                  </a:lnTo>
                  <a:lnTo>
                    <a:pt x="60942" y="30294"/>
                  </a:lnTo>
                  <a:lnTo>
                    <a:pt x="64453" y="39661"/>
                  </a:lnTo>
                  <a:lnTo>
                    <a:pt x="68208" y="40113"/>
                  </a:lnTo>
                  <a:lnTo>
                    <a:pt x="70736" y="30699"/>
                  </a:lnTo>
                  <a:lnTo>
                    <a:pt x="89634" y="28598"/>
                  </a:lnTo>
                  <a:lnTo>
                    <a:pt x="90300" y="24220"/>
                  </a:lnTo>
                  <a:lnTo>
                    <a:pt x="90849" y="20613"/>
                  </a:lnTo>
                  <a:lnTo>
                    <a:pt x="91933" y="13491"/>
                  </a:lnTo>
                  <a:lnTo>
                    <a:pt x="101930" y="5192"/>
                  </a:lnTo>
                  <a:lnTo>
                    <a:pt x="110618" y="301"/>
                  </a:lnTo>
                  <a:lnTo>
                    <a:pt x="116803" y="0"/>
                  </a:lnTo>
                  <a:lnTo>
                    <a:pt x="122398" y="2709"/>
                  </a:lnTo>
                  <a:lnTo>
                    <a:pt x="128436" y="79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g195"/>
            <p:cNvSpPr/>
            <p:nvPr/>
          </p:nvSpPr>
          <p:spPr>
            <a:xfrm>
              <a:off x="3292406" y="5037225"/>
              <a:ext cx="222304" cy="271645"/>
            </a:xfrm>
            <a:custGeom>
              <a:avLst/>
              <a:pathLst>
                <a:path w="222304" h="271645">
                  <a:moveTo>
                    <a:pt x="155878" y="2661"/>
                  </a:moveTo>
                  <a:lnTo>
                    <a:pt x="151142" y="13393"/>
                  </a:lnTo>
                  <a:lnTo>
                    <a:pt x="156914" y="16042"/>
                  </a:lnTo>
                  <a:lnTo>
                    <a:pt x="159498" y="9559"/>
                  </a:lnTo>
                  <a:lnTo>
                    <a:pt x="164351" y="11750"/>
                  </a:lnTo>
                  <a:lnTo>
                    <a:pt x="158404" y="28372"/>
                  </a:lnTo>
                  <a:lnTo>
                    <a:pt x="157515" y="31255"/>
                  </a:lnTo>
                  <a:lnTo>
                    <a:pt x="164491" y="33012"/>
                  </a:lnTo>
                  <a:lnTo>
                    <a:pt x="168353" y="33985"/>
                  </a:lnTo>
                  <a:lnTo>
                    <a:pt x="166700" y="41617"/>
                  </a:lnTo>
                  <a:lnTo>
                    <a:pt x="166232" y="43778"/>
                  </a:lnTo>
                  <a:lnTo>
                    <a:pt x="168068" y="43415"/>
                  </a:lnTo>
                  <a:lnTo>
                    <a:pt x="178798" y="41290"/>
                  </a:lnTo>
                  <a:lnTo>
                    <a:pt x="185788" y="49237"/>
                  </a:lnTo>
                  <a:lnTo>
                    <a:pt x="194113" y="55659"/>
                  </a:lnTo>
                  <a:lnTo>
                    <a:pt x="195919" y="57506"/>
                  </a:lnTo>
                  <a:lnTo>
                    <a:pt x="191668" y="65704"/>
                  </a:lnTo>
                  <a:lnTo>
                    <a:pt x="196469" y="65373"/>
                  </a:lnTo>
                  <a:lnTo>
                    <a:pt x="200474" y="66497"/>
                  </a:lnTo>
                  <a:lnTo>
                    <a:pt x="205343" y="69788"/>
                  </a:lnTo>
                  <a:lnTo>
                    <a:pt x="211312" y="75247"/>
                  </a:lnTo>
                  <a:lnTo>
                    <a:pt x="219009" y="80625"/>
                  </a:lnTo>
                  <a:lnTo>
                    <a:pt x="222304" y="85678"/>
                  </a:lnTo>
                  <a:lnTo>
                    <a:pt x="221725" y="95355"/>
                  </a:lnTo>
                  <a:lnTo>
                    <a:pt x="213283" y="111812"/>
                  </a:lnTo>
                  <a:lnTo>
                    <a:pt x="210691" y="113016"/>
                  </a:lnTo>
                  <a:lnTo>
                    <a:pt x="197222" y="109444"/>
                  </a:lnTo>
                  <a:lnTo>
                    <a:pt x="195533" y="110287"/>
                  </a:lnTo>
                  <a:lnTo>
                    <a:pt x="193923" y="115144"/>
                  </a:lnTo>
                  <a:lnTo>
                    <a:pt x="195258" y="118836"/>
                  </a:lnTo>
                  <a:lnTo>
                    <a:pt x="196594" y="120923"/>
                  </a:lnTo>
                  <a:lnTo>
                    <a:pt x="199825" y="125639"/>
                  </a:lnTo>
                  <a:lnTo>
                    <a:pt x="198732" y="131458"/>
                  </a:lnTo>
                  <a:lnTo>
                    <a:pt x="198630" y="132002"/>
                  </a:lnTo>
                  <a:lnTo>
                    <a:pt x="191641" y="131601"/>
                  </a:lnTo>
                  <a:lnTo>
                    <a:pt x="190193" y="130838"/>
                  </a:lnTo>
                  <a:lnTo>
                    <a:pt x="189204" y="132147"/>
                  </a:lnTo>
                  <a:lnTo>
                    <a:pt x="190316" y="133864"/>
                  </a:lnTo>
                  <a:lnTo>
                    <a:pt x="192210" y="136788"/>
                  </a:lnTo>
                  <a:lnTo>
                    <a:pt x="192074" y="138842"/>
                  </a:lnTo>
                  <a:lnTo>
                    <a:pt x="191965" y="140489"/>
                  </a:lnTo>
                  <a:lnTo>
                    <a:pt x="190063" y="141868"/>
                  </a:lnTo>
                  <a:lnTo>
                    <a:pt x="187056" y="142433"/>
                  </a:lnTo>
                  <a:lnTo>
                    <a:pt x="182332" y="147450"/>
                  </a:lnTo>
                  <a:lnTo>
                    <a:pt x="181595" y="149645"/>
                  </a:lnTo>
                  <a:lnTo>
                    <a:pt x="178343" y="152154"/>
                  </a:lnTo>
                  <a:lnTo>
                    <a:pt x="173740" y="160901"/>
                  </a:lnTo>
                  <a:lnTo>
                    <a:pt x="176449" y="164554"/>
                  </a:lnTo>
                  <a:lnTo>
                    <a:pt x="176410" y="169170"/>
                  </a:lnTo>
                  <a:lnTo>
                    <a:pt x="167238" y="172348"/>
                  </a:lnTo>
                  <a:lnTo>
                    <a:pt x="174110" y="187149"/>
                  </a:lnTo>
                  <a:lnTo>
                    <a:pt x="174110" y="190222"/>
                  </a:lnTo>
                  <a:lnTo>
                    <a:pt x="171287" y="195365"/>
                  </a:lnTo>
                  <a:lnTo>
                    <a:pt x="169876" y="202828"/>
                  </a:lnTo>
                  <a:lnTo>
                    <a:pt x="173864" y="206842"/>
                  </a:lnTo>
                  <a:lnTo>
                    <a:pt x="176380" y="209915"/>
                  </a:lnTo>
                  <a:lnTo>
                    <a:pt x="179141" y="209163"/>
                  </a:lnTo>
                  <a:lnTo>
                    <a:pt x="179755" y="205274"/>
                  </a:lnTo>
                  <a:lnTo>
                    <a:pt x="182884" y="196431"/>
                  </a:lnTo>
                  <a:lnTo>
                    <a:pt x="184609" y="194416"/>
                  </a:lnTo>
                  <a:lnTo>
                    <a:pt x="186320" y="192417"/>
                  </a:lnTo>
                  <a:lnTo>
                    <a:pt x="188565" y="170896"/>
                  </a:lnTo>
                  <a:lnTo>
                    <a:pt x="190457" y="170896"/>
                  </a:lnTo>
                  <a:lnTo>
                    <a:pt x="192654" y="170896"/>
                  </a:lnTo>
                  <a:lnTo>
                    <a:pt x="195751" y="170896"/>
                  </a:lnTo>
                  <a:lnTo>
                    <a:pt x="195721" y="171215"/>
                  </a:lnTo>
                  <a:lnTo>
                    <a:pt x="195221" y="176405"/>
                  </a:lnTo>
                  <a:lnTo>
                    <a:pt x="196389" y="176539"/>
                  </a:lnTo>
                  <a:lnTo>
                    <a:pt x="199403" y="176886"/>
                  </a:lnTo>
                  <a:lnTo>
                    <a:pt x="199807" y="177275"/>
                  </a:lnTo>
                  <a:lnTo>
                    <a:pt x="210614" y="187693"/>
                  </a:lnTo>
                  <a:lnTo>
                    <a:pt x="210872" y="189382"/>
                  </a:lnTo>
                  <a:lnTo>
                    <a:pt x="210377" y="191932"/>
                  </a:lnTo>
                  <a:lnTo>
                    <a:pt x="199168" y="191806"/>
                  </a:lnTo>
                  <a:lnTo>
                    <a:pt x="199223" y="193870"/>
                  </a:lnTo>
                  <a:lnTo>
                    <a:pt x="199191" y="195117"/>
                  </a:lnTo>
                  <a:lnTo>
                    <a:pt x="199071" y="199698"/>
                  </a:lnTo>
                  <a:lnTo>
                    <a:pt x="198981" y="203135"/>
                  </a:lnTo>
                  <a:lnTo>
                    <a:pt x="199145" y="203163"/>
                  </a:lnTo>
                  <a:lnTo>
                    <a:pt x="200861" y="203441"/>
                  </a:lnTo>
                  <a:lnTo>
                    <a:pt x="205668" y="200899"/>
                  </a:lnTo>
                  <a:lnTo>
                    <a:pt x="209510" y="207113"/>
                  </a:lnTo>
                  <a:lnTo>
                    <a:pt x="208782" y="207516"/>
                  </a:lnTo>
                  <a:lnTo>
                    <a:pt x="208429" y="207712"/>
                  </a:lnTo>
                  <a:lnTo>
                    <a:pt x="204748" y="209753"/>
                  </a:lnTo>
                  <a:lnTo>
                    <a:pt x="203801" y="210505"/>
                  </a:lnTo>
                  <a:lnTo>
                    <a:pt x="202732" y="211352"/>
                  </a:lnTo>
                  <a:lnTo>
                    <a:pt x="202425" y="211596"/>
                  </a:lnTo>
                  <a:lnTo>
                    <a:pt x="201225" y="212677"/>
                  </a:lnTo>
                  <a:lnTo>
                    <a:pt x="200541" y="213293"/>
                  </a:lnTo>
                  <a:lnTo>
                    <a:pt x="200203" y="213597"/>
                  </a:lnTo>
                  <a:lnTo>
                    <a:pt x="198481" y="215148"/>
                  </a:lnTo>
                  <a:lnTo>
                    <a:pt x="197920" y="215654"/>
                  </a:lnTo>
                  <a:lnTo>
                    <a:pt x="197688" y="215862"/>
                  </a:lnTo>
                  <a:lnTo>
                    <a:pt x="196281" y="217130"/>
                  </a:lnTo>
                  <a:lnTo>
                    <a:pt x="196004" y="217379"/>
                  </a:lnTo>
                  <a:lnTo>
                    <a:pt x="195596" y="217747"/>
                  </a:lnTo>
                  <a:lnTo>
                    <a:pt x="195233" y="218071"/>
                  </a:lnTo>
                  <a:lnTo>
                    <a:pt x="194980" y="218262"/>
                  </a:lnTo>
                  <a:lnTo>
                    <a:pt x="194551" y="218585"/>
                  </a:lnTo>
                  <a:lnTo>
                    <a:pt x="194309" y="218767"/>
                  </a:lnTo>
                  <a:lnTo>
                    <a:pt x="193851" y="219112"/>
                  </a:lnTo>
                  <a:lnTo>
                    <a:pt x="193542" y="219202"/>
                  </a:lnTo>
                  <a:lnTo>
                    <a:pt x="193233" y="219292"/>
                  </a:lnTo>
                  <a:lnTo>
                    <a:pt x="192738" y="219289"/>
                  </a:lnTo>
                  <a:lnTo>
                    <a:pt x="191640" y="219282"/>
                  </a:lnTo>
                  <a:lnTo>
                    <a:pt x="191312" y="219289"/>
                  </a:lnTo>
                  <a:lnTo>
                    <a:pt x="187236" y="219375"/>
                  </a:lnTo>
                  <a:lnTo>
                    <a:pt x="186937" y="219377"/>
                  </a:lnTo>
                  <a:lnTo>
                    <a:pt x="186712" y="219378"/>
                  </a:lnTo>
                  <a:lnTo>
                    <a:pt x="186464" y="219380"/>
                  </a:lnTo>
                  <a:lnTo>
                    <a:pt x="185202" y="231387"/>
                  </a:lnTo>
                  <a:lnTo>
                    <a:pt x="190639" y="231813"/>
                  </a:lnTo>
                  <a:lnTo>
                    <a:pt x="189717" y="238536"/>
                  </a:lnTo>
                  <a:lnTo>
                    <a:pt x="189381" y="240987"/>
                  </a:lnTo>
                  <a:lnTo>
                    <a:pt x="190629" y="241513"/>
                  </a:lnTo>
                  <a:lnTo>
                    <a:pt x="187318" y="249518"/>
                  </a:lnTo>
                  <a:lnTo>
                    <a:pt x="185757" y="253294"/>
                  </a:lnTo>
                  <a:lnTo>
                    <a:pt x="185360" y="254254"/>
                  </a:lnTo>
                  <a:lnTo>
                    <a:pt x="181420" y="252297"/>
                  </a:lnTo>
                  <a:lnTo>
                    <a:pt x="174520" y="253824"/>
                  </a:lnTo>
                  <a:lnTo>
                    <a:pt x="173562" y="254036"/>
                  </a:lnTo>
                  <a:lnTo>
                    <a:pt x="172644" y="254239"/>
                  </a:lnTo>
                  <a:lnTo>
                    <a:pt x="172472" y="254308"/>
                  </a:lnTo>
                  <a:lnTo>
                    <a:pt x="172338" y="254361"/>
                  </a:lnTo>
                  <a:lnTo>
                    <a:pt x="164726" y="257453"/>
                  </a:lnTo>
                  <a:lnTo>
                    <a:pt x="158634" y="259928"/>
                  </a:lnTo>
                  <a:lnTo>
                    <a:pt x="155437" y="261227"/>
                  </a:lnTo>
                  <a:lnTo>
                    <a:pt x="145929" y="265089"/>
                  </a:lnTo>
                  <a:lnTo>
                    <a:pt x="138613" y="268254"/>
                  </a:lnTo>
                  <a:lnTo>
                    <a:pt x="129790" y="271645"/>
                  </a:lnTo>
                  <a:lnTo>
                    <a:pt x="125782" y="262186"/>
                  </a:lnTo>
                  <a:lnTo>
                    <a:pt x="115841" y="238071"/>
                  </a:lnTo>
                  <a:lnTo>
                    <a:pt x="112258" y="229447"/>
                  </a:lnTo>
                  <a:lnTo>
                    <a:pt x="109735" y="223373"/>
                  </a:lnTo>
                  <a:lnTo>
                    <a:pt x="106189" y="214837"/>
                  </a:lnTo>
                  <a:lnTo>
                    <a:pt x="105916" y="214180"/>
                  </a:lnTo>
                  <a:lnTo>
                    <a:pt x="103501" y="208365"/>
                  </a:lnTo>
                  <a:lnTo>
                    <a:pt x="101542" y="203650"/>
                  </a:lnTo>
                  <a:lnTo>
                    <a:pt x="97303" y="193444"/>
                  </a:lnTo>
                  <a:lnTo>
                    <a:pt x="97015" y="192751"/>
                  </a:lnTo>
                  <a:lnTo>
                    <a:pt x="103435" y="177266"/>
                  </a:lnTo>
                  <a:lnTo>
                    <a:pt x="95487" y="175054"/>
                  </a:lnTo>
                  <a:lnTo>
                    <a:pt x="81793" y="171243"/>
                  </a:lnTo>
                  <a:lnTo>
                    <a:pt x="60885" y="165497"/>
                  </a:lnTo>
                  <a:lnTo>
                    <a:pt x="60532" y="165404"/>
                  </a:lnTo>
                  <a:lnTo>
                    <a:pt x="55941" y="164196"/>
                  </a:lnTo>
                  <a:lnTo>
                    <a:pt x="46032" y="161590"/>
                  </a:lnTo>
                  <a:lnTo>
                    <a:pt x="27290" y="156528"/>
                  </a:lnTo>
                  <a:lnTo>
                    <a:pt x="22896" y="155341"/>
                  </a:lnTo>
                  <a:lnTo>
                    <a:pt x="33834" y="147855"/>
                  </a:lnTo>
                  <a:lnTo>
                    <a:pt x="38156" y="144897"/>
                  </a:lnTo>
                  <a:lnTo>
                    <a:pt x="42180" y="141386"/>
                  </a:lnTo>
                  <a:lnTo>
                    <a:pt x="44572" y="138187"/>
                  </a:lnTo>
                  <a:lnTo>
                    <a:pt x="43052" y="136863"/>
                  </a:lnTo>
                  <a:lnTo>
                    <a:pt x="40517" y="134654"/>
                  </a:lnTo>
                  <a:lnTo>
                    <a:pt x="38647" y="132729"/>
                  </a:lnTo>
                  <a:lnTo>
                    <a:pt x="38470" y="132588"/>
                  </a:lnTo>
                  <a:lnTo>
                    <a:pt x="37412" y="131744"/>
                  </a:lnTo>
                  <a:lnTo>
                    <a:pt x="36777" y="131238"/>
                  </a:lnTo>
                  <a:lnTo>
                    <a:pt x="35628" y="129628"/>
                  </a:lnTo>
                  <a:lnTo>
                    <a:pt x="34730" y="128920"/>
                  </a:lnTo>
                  <a:lnTo>
                    <a:pt x="33640" y="128424"/>
                  </a:lnTo>
                  <a:lnTo>
                    <a:pt x="33324" y="128194"/>
                  </a:lnTo>
                  <a:lnTo>
                    <a:pt x="32498" y="127594"/>
                  </a:lnTo>
                  <a:lnTo>
                    <a:pt x="31919" y="126888"/>
                  </a:lnTo>
                  <a:lnTo>
                    <a:pt x="30650" y="124748"/>
                  </a:lnTo>
                  <a:lnTo>
                    <a:pt x="30337" y="124220"/>
                  </a:lnTo>
                  <a:lnTo>
                    <a:pt x="28855" y="122557"/>
                  </a:lnTo>
                  <a:lnTo>
                    <a:pt x="27569" y="121782"/>
                  </a:lnTo>
                  <a:lnTo>
                    <a:pt x="27084" y="121633"/>
                  </a:lnTo>
                  <a:lnTo>
                    <a:pt x="25477" y="119657"/>
                  </a:lnTo>
                  <a:lnTo>
                    <a:pt x="24879" y="118923"/>
                  </a:lnTo>
                  <a:lnTo>
                    <a:pt x="24348" y="118269"/>
                  </a:lnTo>
                  <a:lnTo>
                    <a:pt x="23787" y="117018"/>
                  </a:lnTo>
                  <a:lnTo>
                    <a:pt x="23690" y="115700"/>
                  </a:lnTo>
                  <a:lnTo>
                    <a:pt x="23387" y="114323"/>
                  </a:lnTo>
                  <a:lnTo>
                    <a:pt x="23298" y="113919"/>
                  </a:lnTo>
                  <a:lnTo>
                    <a:pt x="23198" y="113179"/>
                  </a:lnTo>
                  <a:lnTo>
                    <a:pt x="22982" y="112796"/>
                  </a:lnTo>
                  <a:lnTo>
                    <a:pt x="22479" y="112445"/>
                  </a:lnTo>
                  <a:lnTo>
                    <a:pt x="21822" y="112187"/>
                  </a:lnTo>
                  <a:lnTo>
                    <a:pt x="21181" y="111936"/>
                  </a:lnTo>
                  <a:lnTo>
                    <a:pt x="20530" y="111681"/>
                  </a:lnTo>
                  <a:lnTo>
                    <a:pt x="19445" y="111256"/>
                  </a:lnTo>
                  <a:lnTo>
                    <a:pt x="13849" y="109064"/>
                  </a:lnTo>
                  <a:lnTo>
                    <a:pt x="13201" y="108811"/>
                  </a:lnTo>
                  <a:lnTo>
                    <a:pt x="12830" y="108690"/>
                  </a:lnTo>
                  <a:lnTo>
                    <a:pt x="11237" y="108174"/>
                  </a:lnTo>
                  <a:lnTo>
                    <a:pt x="12042" y="108037"/>
                  </a:lnTo>
                  <a:lnTo>
                    <a:pt x="14954" y="107541"/>
                  </a:lnTo>
                  <a:lnTo>
                    <a:pt x="15724" y="107410"/>
                  </a:lnTo>
                  <a:lnTo>
                    <a:pt x="16395" y="106970"/>
                  </a:lnTo>
                  <a:lnTo>
                    <a:pt x="16729" y="106581"/>
                  </a:lnTo>
                  <a:lnTo>
                    <a:pt x="17380" y="105822"/>
                  </a:lnTo>
                  <a:lnTo>
                    <a:pt x="19002" y="103934"/>
                  </a:lnTo>
                  <a:lnTo>
                    <a:pt x="16134" y="100494"/>
                  </a:lnTo>
                  <a:lnTo>
                    <a:pt x="14914" y="99031"/>
                  </a:lnTo>
                  <a:lnTo>
                    <a:pt x="14499" y="98534"/>
                  </a:lnTo>
                  <a:lnTo>
                    <a:pt x="14025" y="97924"/>
                  </a:lnTo>
                  <a:lnTo>
                    <a:pt x="16272" y="96776"/>
                  </a:lnTo>
                  <a:lnTo>
                    <a:pt x="17421" y="96255"/>
                  </a:lnTo>
                  <a:lnTo>
                    <a:pt x="19129" y="95481"/>
                  </a:lnTo>
                  <a:lnTo>
                    <a:pt x="21814" y="94497"/>
                  </a:lnTo>
                  <a:lnTo>
                    <a:pt x="21519" y="93293"/>
                  </a:lnTo>
                  <a:lnTo>
                    <a:pt x="21372" y="92465"/>
                  </a:lnTo>
                  <a:lnTo>
                    <a:pt x="21421" y="91562"/>
                  </a:lnTo>
                  <a:lnTo>
                    <a:pt x="21568" y="90634"/>
                  </a:lnTo>
                  <a:lnTo>
                    <a:pt x="21887" y="89681"/>
                  </a:lnTo>
                  <a:lnTo>
                    <a:pt x="22108" y="88577"/>
                  </a:lnTo>
                  <a:lnTo>
                    <a:pt x="22007" y="86910"/>
                  </a:lnTo>
                  <a:lnTo>
                    <a:pt x="21121" y="85751"/>
                  </a:lnTo>
                  <a:lnTo>
                    <a:pt x="19457" y="85119"/>
                  </a:lnTo>
                  <a:lnTo>
                    <a:pt x="17631" y="84352"/>
                  </a:lnTo>
                  <a:lnTo>
                    <a:pt x="16247" y="83117"/>
                  </a:lnTo>
                  <a:lnTo>
                    <a:pt x="15899" y="82606"/>
                  </a:lnTo>
                  <a:lnTo>
                    <a:pt x="15757" y="82397"/>
                  </a:lnTo>
                  <a:lnTo>
                    <a:pt x="15069" y="81386"/>
                  </a:lnTo>
                  <a:lnTo>
                    <a:pt x="13950" y="80197"/>
                  </a:lnTo>
                  <a:lnTo>
                    <a:pt x="12639" y="78617"/>
                  </a:lnTo>
                  <a:lnTo>
                    <a:pt x="12094" y="77518"/>
                  </a:lnTo>
                  <a:lnTo>
                    <a:pt x="11946" y="77206"/>
                  </a:lnTo>
                  <a:lnTo>
                    <a:pt x="11759" y="76814"/>
                  </a:lnTo>
                  <a:lnTo>
                    <a:pt x="10754" y="74372"/>
                  </a:lnTo>
                  <a:lnTo>
                    <a:pt x="10165" y="73123"/>
                  </a:lnTo>
                  <a:lnTo>
                    <a:pt x="8158" y="71110"/>
                  </a:lnTo>
                  <a:lnTo>
                    <a:pt x="7829" y="70780"/>
                  </a:lnTo>
                  <a:lnTo>
                    <a:pt x="7614" y="70561"/>
                  </a:lnTo>
                  <a:lnTo>
                    <a:pt x="7451" y="70395"/>
                  </a:lnTo>
                  <a:lnTo>
                    <a:pt x="5536" y="68442"/>
                  </a:lnTo>
                  <a:lnTo>
                    <a:pt x="3563" y="66104"/>
                  </a:lnTo>
                  <a:lnTo>
                    <a:pt x="3200" y="64697"/>
                  </a:lnTo>
                  <a:lnTo>
                    <a:pt x="2933" y="63533"/>
                  </a:lnTo>
                  <a:lnTo>
                    <a:pt x="2757" y="62681"/>
                  </a:lnTo>
                  <a:lnTo>
                    <a:pt x="2630" y="62068"/>
                  </a:lnTo>
                  <a:lnTo>
                    <a:pt x="1949" y="60487"/>
                  </a:lnTo>
                  <a:lnTo>
                    <a:pt x="1825" y="60201"/>
                  </a:lnTo>
                  <a:lnTo>
                    <a:pt x="1700" y="59918"/>
                  </a:lnTo>
                  <a:lnTo>
                    <a:pt x="1404" y="59245"/>
                  </a:lnTo>
                  <a:lnTo>
                    <a:pt x="844" y="57974"/>
                  </a:lnTo>
                  <a:lnTo>
                    <a:pt x="283" y="56979"/>
                  </a:lnTo>
                  <a:lnTo>
                    <a:pt x="176" y="56790"/>
                  </a:lnTo>
                  <a:lnTo>
                    <a:pt x="0" y="55305"/>
                  </a:lnTo>
                  <a:lnTo>
                    <a:pt x="92" y="52444"/>
                  </a:lnTo>
                  <a:lnTo>
                    <a:pt x="129" y="51322"/>
                  </a:lnTo>
                  <a:lnTo>
                    <a:pt x="154" y="50549"/>
                  </a:lnTo>
                  <a:lnTo>
                    <a:pt x="2872" y="51225"/>
                  </a:lnTo>
                  <a:lnTo>
                    <a:pt x="3608" y="51414"/>
                  </a:lnTo>
                  <a:lnTo>
                    <a:pt x="4265" y="50108"/>
                  </a:lnTo>
                  <a:lnTo>
                    <a:pt x="4951" y="48745"/>
                  </a:lnTo>
                  <a:lnTo>
                    <a:pt x="6095" y="48143"/>
                  </a:lnTo>
                  <a:lnTo>
                    <a:pt x="11597" y="45287"/>
                  </a:lnTo>
                  <a:lnTo>
                    <a:pt x="11767" y="45307"/>
                  </a:lnTo>
                  <a:lnTo>
                    <a:pt x="13377" y="46355"/>
                  </a:lnTo>
                  <a:lnTo>
                    <a:pt x="13606" y="46262"/>
                  </a:lnTo>
                  <a:lnTo>
                    <a:pt x="14057" y="46080"/>
                  </a:lnTo>
                  <a:lnTo>
                    <a:pt x="16074" y="45266"/>
                  </a:lnTo>
                  <a:lnTo>
                    <a:pt x="18784" y="44171"/>
                  </a:lnTo>
                  <a:lnTo>
                    <a:pt x="19998" y="43681"/>
                  </a:lnTo>
                  <a:lnTo>
                    <a:pt x="22162" y="42807"/>
                  </a:lnTo>
                  <a:lnTo>
                    <a:pt x="24355" y="41911"/>
                  </a:lnTo>
                  <a:lnTo>
                    <a:pt x="24298" y="39660"/>
                  </a:lnTo>
                  <a:lnTo>
                    <a:pt x="24327" y="38764"/>
                  </a:lnTo>
                  <a:lnTo>
                    <a:pt x="24382" y="37066"/>
                  </a:lnTo>
                  <a:lnTo>
                    <a:pt x="24390" y="36826"/>
                  </a:lnTo>
                  <a:lnTo>
                    <a:pt x="24427" y="35691"/>
                  </a:lnTo>
                  <a:lnTo>
                    <a:pt x="24699" y="35686"/>
                  </a:lnTo>
                  <a:lnTo>
                    <a:pt x="30469" y="35590"/>
                  </a:lnTo>
                  <a:lnTo>
                    <a:pt x="31084" y="35579"/>
                  </a:lnTo>
                  <a:lnTo>
                    <a:pt x="35420" y="37285"/>
                  </a:lnTo>
                  <a:lnTo>
                    <a:pt x="36030" y="38012"/>
                  </a:lnTo>
                  <a:lnTo>
                    <a:pt x="37677" y="40326"/>
                  </a:lnTo>
                  <a:lnTo>
                    <a:pt x="37915" y="40661"/>
                  </a:lnTo>
                  <a:lnTo>
                    <a:pt x="41312" y="42106"/>
                  </a:lnTo>
                  <a:lnTo>
                    <a:pt x="42931" y="42954"/>
                  </a:lnTo>
                  <a:lnTo>
                    <a:pt x="45099" y="43915"/>
                  </a:lnTo>
                  <a:lnTo>
                    <a:pt x="48402" y="45349"/>
                  </a:lnTo>
                  <a:lnTo>
                    <a:pt x="52135" y="40148"/>
                  </a:lnTo>
                  <a:lnTo>
                    <a:pt x="52261" y="39972"/>
                  </a:lnTo>
                  <a:lnTo>
                    <a:pt x="51199" y="38897"/>
                  </a:lnTo>
                  <a:lnTo>
                    <a:pt x="48867" y="36536"/>
                  </a:lnTo>
                  <a:lnTo>
                    <a:pt x="48403" y="36066"/>
                  </a:lnTo>
                  <a:lnTo>
                    <a:pt x="46078" y="33624"/>
                  </a:lnTo>
                  <a:lnTo>
                    <a:pt x="45815" y="33348"/>
                  </a:lnTo>
                  <a:lnTo>
                    <a:pt x="43595" y="31016"/>
                  </a:lnTo>
                  <a:lnTo>
                    <a:pt x="42368" y="29849"/>
                  </a:lnTo>
                  <a:lnTo>
                    <a:pt x="40258" y="27841"/>
                  </a:lnTo>
                  <a:lnTo>
                    <a:pt x="40743" y="27490"/>
                  </a:lnTo>
                  <a:lnTo>
                    <a:pt x="42957" y="25886"/>
                  </a:lnTo>
                  <a:lnTo>
                    <a:pt x="43996" y="25419"/>
                  </a:lnTo>
                  <a:lnTo>
                    <a:pt x="44559" y="25074"/>
                  </a:lnTo>
                  <a:lnTo>
                    <a:pt x="45934" y="24455"/>
                  </a:lnTo>
                  <a:lnTo>
                    <a:pt x="46234" y="24300"/>
                  </a:lnTo>
                  <a:lnTo>
                    <a:pt x="48095" y="23335"/>
                  </a:lnTo>
                  <a:lnTo>
                    <a:pt x="49003" y="22990"/>
                  </a:lnTo>
                  <a:lnTo>
                    <a:pt x="49764" y="22939"/>
                  </a:lnTo>
                  <a:lnTo>
                    <a:pt x="49956" y="22990"/>
                  </a:lnTo>
                  <a:lnTo>
                    <a:pt x="50592" y="23159"/>
                  </a:lnTo>
                  <a:lnTo>
                    <a:pt x="51439" y="23548"/>
                  </a:lnTo>
                  <a:lnTo>
                    <a:pt x="51589" y="23654"/>
                  </a:lnTo>
                  <a:lnTo>
                    <a:pt x="52514" y="24305"/>
                  </a:lnTo>
                  <a:lnTo>
                    <a:pt x="52647" y="24439"/>
                  </a:lnTo>
                  <a:lnTo>
                    <a:pt x="53196" y="25097"/>
                  </a:lnTo>
                  <a:lnTo>
                    <a:pt x="53895" y="26214"/>
                  </a:lnTo>
                  <a:lnTo>
                    <a:pt x="54654" y="26593"/>
                  </a:lnTo>
                  <a:lnTo>
                    <a:pt x="55328" y="26930"/>
                  </a:lnTo>
                  <a:lnTo>
                    <a:pt x="56239" y="27107"/>
                  </a:lnTo>
                  <a:lnTo>
                    <a:pt x="56788" y="27114"/>
                  </a:lnTo>
                  <a:lnTo>
                    <a:pt x="57497" y="27124"/>
                  </a:lnTo>
                  <a:lnTo>
                    <a:pt x="57761" y="27128"/>
                  </a:lnTo>
                  <a:lnTo>
                    <a:pt x="57801" y="27293"/>
                  </a:lnTo>
                  <a:lnTo>
                    <a:pt x="57941" y="27264"/>
                  </a:lnTo>
                  <a:lnTo>
                    <a:pt x="61472" y="26745"/>
                  </a:lnTo>
                  <a:lnTo>
                    <a:pt x="62111" y="26651"/>
                  </a:lnTo>
                  <a:lnTo>
                    <a:pt x="63142" y="26691"/>
                  </a:lnTo>
                  <a:lnTo>
                    <a:pt x="64275" y="26824"/>
                  </a:lnTo>
                  <a:lnTo>
                    <a:pt x="64714" y="26894"/>
                  </a:lnTo>
                  <a:lnTo>
                    <a:pt x="66018" y="27103"/>
                  </a:lnTo>
                  <a:lnTo>
                    <a:pt x="66173" y="27170"/>
                  </a:lnTo>
                  <a:lnTo>
                    <a:pt x="67756" y="27855"/>
                  </a:lnTo>
                  <a:lnTo>
                    <a:pt x="70053" y="28954"/>
                  </a:lnTo>
                  <a:lnTo>
                    <a:pt x="73310" y="30880"/>
                  </a:lnTo>
                  <a:lnTo>
                    <a:pt x="73494" y="30957"/>
                  </a:lnTo>
                  <a:lnTo>
                    <a:pt x="73132" y="31455"/>
                  </a:lnTo>
                  <a:lnTo>
                    <a:pt x="72999" y="31706"/>
                  </a:lnTo>
                  <a:lnTo>
                    <a:pt x="72508" y="32628"/>
                  </a:lnTo>
                  <a:lnTo>
                    <a:pt x="72151" y="33300"/>
                  </a:lnTo>
                  <a:lnTo>
                    <a:pt x="71561" y="34409"/>
                  </a:lnTo>
                  <a:lnTo>
                    <a:pt x="73177" y="35717"/>
                  </a:lnTo>
                  <a:lnTo>
                    <a:pt x="74783" y="36678"/>
                  </a:lnTo>
                  <a:lnTo>
                    <a:pt x="75018" y="36819"/>
                  </a:lnTo>
                  <a:lnTo>
                    <a:pt x="78432" y="38870"/>
                  </a:lnTo>
                  <a:lnTo>
                    <a:pt x="78938" y="39174"/>
                  </a:lnTo>
                  <a:lnTo>
                    <a:pt x="81000" y="40443"/>
                  </a:lnTo>
                  <a:lnTo>
                    <a:pt x="83429" y="41938"/>
                  </a:lnTo>
                  <a:lnTo>
                    <a:pt x="83632" y="41995"/>
                  </a:lnTo>
                  <a:lnTo>
                    <a:pt x="86252" y="42740"/>
                  </a:lnTo>
                  <a:lnTo>
                    <a:pt x="84663" y="44398"/>
                  </a:lnTo>
                  <a:lnTo>
                    <a:pt x="83676" y="45429"/>
                  </a:lnTo>
                  <a:lnTo>
                    <a:pt x="84542" y="44843"/>
                  </a:lnTo>
                  <a:lnTo>
                    <a:pt x="85000" y="44779"/>
                  </a:lnTo>
                  <a:lnTo>
                    <a:pt x="92301" y="43759"/>
                  </a:lnTo>
                  <a:lnTo>
                    <a:pt x="94013" y="43727"/>
                  </a:lnTo>
                  <a:lnTo>
                    <a:pt x="95789" y="44132"/>
                  </a:lnTo>
                  <a:lnTo>
                    <a:pt x="98184" y="45056"/>
                  </a:lnTo>
                  <a:lnTo>
                    <a:pt x="98681" y="44155"/>
                  </a:lnTo>
                  <a:lnTo>
                    <a:pt x="100369" y="40644"/>
                  </a:lnTo>
                  <a:lnTo>
                    <a:pt x="100570" y="40047"/>
                  </a:lnTo>
                  <a:lnTo>
                    <a:pt x="101303" y="37875"/>
                  </a:lnTo>
                  <a:lnTo>
                    <a:pt x="101956" y="36927"/>
                  </a:lnTo>
                  <a:lnTo>
                    <a:pt x="102098" y="36721"/>
                  </a:lnTo>
                  <a:lnTo>
                    <a:pt x="102805" y="36058"/>
                  </a:lnTo>
                  <a:lnTo>
                    <a:pt x="103427" y="35371"/>
                  </a:lnTo>
                  <a:lnTo>
                    <a:pt x="104415" y="33475"/>
                  </a:lnTo>
                  <a:lnTo>
                    <a:pt x="104955" y="32226"/>
                  </a:lnTo>
                  <a:lnTo>
                    <a:pt x="104994" y="30507"/>
                  </a:lnTo>
                  <a:lnTo>
                    <a:pt x="108111" y="24809"/>
                  </a:lnTo>
                  <a:lnTo>
                    <a:pt x="104427" y="22540"/>
                  </a:lnTo>
                  <a:lnTo>
                    <a:pt x="110686" y="15746"/>
                  </a:lnTo>
                  <a:lnTo>
                    <a:pt x="101548" y="7388"/>
                  </a:lnTo>
                  <a:lnTo>
                    <a:pt x="102868" y="5864"/>
                  </a:lnTo>
                  <a:lnTo>
                    <a:pt x="104228" y="4294"/>
                  </a:lnTo>
                  <a:lnTo>
                    <a:pt x="104729" y="3715"/>
                  </a:lnTo>
                  <a:lnTo>
                    <a:pt x="108145" y="3324"/>
                  </a:lnTo>
                  <a:lnTo>
                    <a:pt x="112858" y="2692"/>
                  </a:lnTo>
                  <a:lnTo>
                    <a:pt x="118453" y="3474"/>
                  </a:lnTo>
                  <a:lnTo>
                    <a:pt x="120633" y="3866"/>
                  </a:lnTo>
                  <a:lnTo>
                    <a:pt x="122930" y="4528"/>
                  </a:lnTo>
                  <a:lnTo>
                    <a:pt x="124785" y="4919"/>
                  </a:lnTo>
                  <a:lnTo>
                    <a:pt x="126041" y="4908"/>
                  </a:lnTo>
                  <a:lnTo>
                    <a:pt x="133465" y="4040"/>
                  </a:lnTo>
                  <a:lnTo>
                    <a:pt x="137843" y="9256"/>
                  </a:lnTo>
                  <a:lnTo>
                    <a:pt x="138822" y="8252"/>
                  </a:lnTo>
                  <a:lnTo>
                    <a:pt x="142394" y="4592"/>
                  </a:lnTo>
                  <a:lnTo>
                    <a:pt x="143906" y="3042"/>
                  </a:lnTo>
                  <a:lnTo>
                    <a:pt x="146876" y="0"/>
                  </a:lnTo>
                  <a:lnTo>
                    <a:pt x="154229" y="15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g196"/>
            <p:cNvSpPr/>
            <p:nvPr/>
          </p:nvSpPr>
          <p:spPr>
            <a:xfrm>
              <a:off x="1958225" y="4323535"/>
              <a:ext cx="413262" cy="218441"/>
            </a:xfrm>
            <a:custGeom>
              <a:avLst/>
              <a:pathLst>
                <a:path w="413262" h="218441">
                  <a:moveTo>
                    <a:pt x="78860" y="3814"/>
                  </a:moveTo>
                  <a:lnTo>
                    <a:pt x="79518" y="8629"/>
                  </a:lnTo>
                  <a:lnTo>
                    <a:pt x="113191" y="3972"/>
                  </a:lnTo>
                  <a:lnTo>
                    <a:pt x="126588" y="7251"/>
                  </a:lnTo>
                  <a:lnTo>
                    <a:pt x="133103" y="18071"/>
                  </a:lnTo>
                  <a:lnTo>
                    <a:pt x="100671" y="22503"/>
                  </a:lnTo>
                  <a:lnTo>
                    <a:pt x="93407" y="27721"/>
                  </a:lnTo>
                  <a:lnTo>
                    <a:pt x="91836" y="31133"/>
                  </a:lnTo>
                  <a:lnTo>
                    <a:pt x="96941" y="39361"/>
                  </a:lnTo>
                  <a:lnTo>
                    <a:pt x="96352" y="44379"/>
                  </a:lnTo>
                  <a:lnTo>
                    <a:pt x="91640" y="45181"/>
                  </a:lnTo>
                  <a:lnTo>
                    <a:pt x="86338" y="41770"/>
                  </a:lnTo>
                  <a:lnTo>
                    <a:pt x="80252" y="43977"/>
                  </a:lnTo>
                  <a:lnTo>
                    <a:pt x="76129" y="52005"/>
                  </a:lnTo>
                  <a:lnTo>
                    <a:pt x="84768" y="62842"/>
                  </a:lnTo>
                  <a:lnTo>
                    <a:pt x="94585" y="56019"/>
                  </a:lnTo>
                  <a:lnTo>
                    <a:pt x="102831" y="58226"/>
                  </a:lnTo>
                  <a:lnTo>
                    <a:pt x="113826" y="49195"/>
                  </a:lnTo>
                  <a:lnTo>
                    <a:pt x="119716" y="50199"/>
                  </a:lnTo>
                  <a:lnTo>
                    <a:pt x="127177" y="58628"/>
                  </a:lnTo>
                  <a:lnTo>
                    <a:pt x="130319" y="63846"/>
                  </a:lnTo>
                  <a:lnTo>
                    <a:pt x="136798" y="61437"/>
                  </a:lnTo>
                  <a:lnTo>
                    <a:pt x="152113" y="63043"/>
                  </a:lnTo>
                  <a:lnTo>
                    <a:pt x="155843" y="61237"/>
                  </a:lnTo>
                  <a:lnTo>
                    <a:pt x="152898" y="56821"/>
                  </a:lnTo>
                  <a:lnTo>
                    <a:pt x="162569" y="52446"/>
                  </a:lnTo>
                  <a:lnTo>
                    <a:pt x="171047" y="62337"/>
                  </a:lnTo>
                  <a:lnTo>
                    <a:pt x="172476" y="65275"/>
                  </a:lnTo>
                  <a:lnTo>
                    <a:pt x="172865" y="66074"/>
                  </a:lnTo>
                  <a:lnTo>
                    <a:pt x="173391" y="67157"/>
                  </a:lnTo>
                  <a:lnTo>
                    <a:pt x="175473" y="69480"/>
                  </a:lnTo>
                  <a:lnTo>
                    <a:pt x="177686" y="71949"/>
                  </a:lnTo>
                  <a:lnTo>
                    <a:pt x="179447" y="73865"/>
                  </a:lnTo>
                  <a:lnTo>
                    <a:pt x="179711" y="74152"/>
                  </a:lnTo>
                  <a:lnTo>
                    <a:pt x="180269" y="74759"/>
                  </a:lnTo>
                  <a:lnTo>
                    <a:pt x="180729" y="75260"/>
                  </a:lnTo>
                  <a:lnTo>
                    <a:pt x="183017" y="77553"/>
                  </a:lnTo>
                  <a:lnTo>
                    <a:pt x="183233" y="77769"/>
                  </a:lnTo>
                  <a:lnTo>
                    <a:pt x="183599" y="78498"/>
                  </a:lnTo>
                  <a:lnTo>
                    <a:pt x="183853" y="79002"/>
                  </a:lnTo>
                  <a:lnTo>
                    <a:pt x="184454" y="80195"/>
                  </a:lnTo>
                  <a:lnTo>
                    <a:pt x="185613" y="82498"/>
                  </a:lnTo>
                  <a:lnTo>
                    <a:pt x="186119" y="83504"/>
                  </a:lnTo>
                  <a:lnTo>
                    <a:pt x="186488" y="83395"/>
                  </a:lnTo>
                  <a:lnTo>
                    <a:pt x="191090" y="82043"/>
                  </a:lnTo>
                  <a:lnTo>
                    <a:pt x="201361" y="79025"/>
                  </a:lnTo>
                  <a:lnTo>
                    <a:pt x="203561" y="78509"/>
                  </a:lnTo>
                  <a:lnTo>
                    <a:pt x="205218" y="78121"/>
                  </a:lnTo>
                  <a:lnTo>
                    <a:pt x="208433" y="77366"/>
                  </a:lnTo>
                  <a:lnTo>
                    <a:pt x="209038" y="77126"/>
                  </a:lnTo>
                  <a:lnTo>
                    <a:pt x="209816" y="76818"/>
                  </a:lnTo>
                  <a:lnTo>
                    <a:pt x="210566" y="76549"/>
                  </a:lnTo>
                  <a:lnTo>
                    <a:pt x="214264" y="75224"/>
                  </a:lnTo>
                  <a:lnTo>
                    <a:pt x="217167" y="83329"/>
                  </a:lnTo>
                  <a:lnTo>
                    <a:pt x="217217" y="83469"/>
                  </a:lnTo>
                  <a:lnTo>
                    <a:pt x="217377" y="83914"/>
                  </a:lnTo>
                  <a:lnTo>
                    <a:pt x="229084" y="79561"/>
                  </a:lnTo>
                  <a:lnTo>
                    <a:pt x="232230" y="78391"/>
                  </a:lnTo>
                  <a:lnTo>
                    <a:pt x="234649" y="79893"/>
                  </a:lnTo>
                  <a:lnTo>
                    <a:pt x="242743" y="84919"/>
                  </a:lnTo>
                  <a:lnTo>
                    <a:pt x="247592" y="87931"/>
                  </a:lnTo>
                  <a:lnTo>
                    <a:pt x="251054" y="90080"/>
                  </a:lnTo>
                  <a:lnTo>
                    <a:pt x="251249" y="90198"/>
                  </a:lnTo>
                  <a:lnTo>
                    <a:pt x="252040" y="90674"/>
                  </a:lnTo>
                  <a:lnTo>
                    <a:pt x="257918" y="94212"/>
                  </a:lnTo>
                  <a:lnTo>
                    <a:pt x="259402" y="95105"/>
                  </a:lnTo>
                  <a:lnTo>
                    <a:pt x="260223" y="95599"/>
                  </a:lnTo>
                  <a:lnTo>
                    <a:pt x="261456" y="96364"/>
                  </a:lnTo>
                  <a:lnTo>
                    <a:pt x="263736" y="97779"/>
                  </a:lnTo>
                  <a:lnTo>
                    <a:pt x="263946" y="97909"/>
                  </a:lnTo>
                  <a:lnTo>
                    <a:pt x="267312" y="99997"/>
                  </a:lnTo>
                  <a:lnTo>
                    <a:pt x="267881" y="100350"/>
                  </a:lnTo>
                  <a:lnTo>
                    <a:pt x="269903" y="101604"/>
                  </a:lnTo>
                  <a:lnTo>
                    <a:pt x="271347" y="102500"/>
                  </a:lnTo>
                  <a:lnTo>
                    <a:pt x="276060" y="105423"/>
                  </a:lnTo>
                  <a:lnTo>
                    <a:pt x="276205" y="105513"/>
                  </a:lnTo>
                  <a:lnTo>
                    <a:pt x="279737" y="107907"/>
                  </a:lnTo>
                  <a:lnTo>
                    <a:pt x="280741" y="108587"/>
                  </a:lnTo>
                  <a:lnTo>
                    <a:pt x="284002" y="110797"/>
                  </a:lnTo>
                  <a:lnTo>
                    <a:pt x="296075" y="118979"/>
                  </a:lnTo>
                  <a:lnTo>
                    <a:pt x="298566" y="115049"/>
                  </a:lnTo>
                  <a:lnTo>
                    <a:pt x="306501" y="102530"/>
                  </a:lnTo>
                  <a:lnTo>
                    <a:pt x="310327" y="104949"/>
                  </a:lnTo>
                  <a:lnTo>
                    <a:pt x="310490" y="105052"/>
                  </a:lnTo>
                  <a:lnTo>
                    <a:pt x="317719" y="109624"/>
                  </a:lnTo>
                  <a:lnTo>
                    <a:pt x="329736" y="117223"/>
                  </a:lnTo>
                  <a:lnTo>
                    <a:pt x="329955" y="117361"/>
                  </a:lnTo>
                  <a:lnTo>
                    <a:pt x="332275" y="118828"/>
                  </a:lnTo>
                  <a:lnTo>
                    <a:pt x="340156" y="123812"/>
                  </a:lnTo>
                  <a:lnTo>
                    <a:pt x="340588" y="124085"/>
                  </a:lnTo>
                  <a:lnTo>
                    <a:pt x="341360" y="124573"/>
                  </a:lnTo>
                  <a:lnTo>
                    <a:pt x="341509" y="124662"/>
                  </a:lnTo>
                  <a:lnTo>
                    <a:pt x="345890" y="127264"/>
                  </a:lnTo>
                  <a:lnTo>
                    <a:pt x="347019" y="127934"/>
                  </a:lnTo>
                  <a:lnTo>
                    <a:pt x="354359" y="132293"/>
                  </a:lnTo>
                  <a:lnTo>
                    <a:pt x="355300" y="132852"/>
                  </a:lnTo>
                  <a:lnTo>
                    <a:pt x="355614" y="133053"/>
                  </a:lnTo>
                  <a:lnTo>
                    <a:pt x="359281" y="135409"/>
                  </a:lnTo>
                  <a:lnTo>
                    <a:pt x="360390" y="136121"/>
                  </a:lnTo>
                  <a:lnTo>
                    <a:pt x="360891" y="136443"/>
                  </a:lnTo>
                  <a:lnTo>
                    <a:pt x="365320" y="139288"/>
                  </a:lnTo>
                  <a:lnTo>
                    <a:pt x="366228" y="139859"/>
                  </a:lnTo>
                  <a:lnTo>
                    <a:pt x="366708" y="140161"/>
                  </a:lnTo>
                  <a:lnTo>
                    <a:pt x="369479" y="141904"/>
                  </a:lnTo>
                  <a:lnTo>
                    <a:pt x="372519" y="143817"/>
                  </a:lnTo>
                  <a:lnTo>
                    <a:pt x="375175" y="145488"/>
                  </a:lnTo>
                  <a:lnTo>
                    <a:pt x="376622" y="146398"/>
                  </a:lnTo>
                  <a:lnTo>
                    <a:pt x="377339" y="146850"/>
                  </a:lnTo>
                  <a:lnTo>
                    <a:pt x="378586" y="147655"/>
                  </a:lnTo>
                  <a:lnTo>
                    <a:pt x="385058" y="151833"/>
                  </a:lnTo>
                  <a:lnTo>
                    <a:pt x="394698" y="158057"/>
                  </a:lnTo>
                  <a:lnTo>
                    <a:pt x="412643" y="169644"/>
                  </a:lnTo>
                  <a:lnTo>
                    <a:pt x="413262" y="170043"/>
                  </a:lnTo>
                  <a:lnTo>
                    <a:pt x="412831" y="170750"/>
                  </a:lnTo>
                  <a:lnTo>
                    <a:pt x="407279" y="179858"/>
                  </a:lnTo>
                  <a:lnTo>
                    <a:pt x="403290" y="186622"/>
                  </a:lnTo>
                  <a:lnTo>
                    <a:pt x="401103" y="190332"/>
                  </a:lnTo>
                  <a:lnTo>
                    <a:pt x="398001" y="195590"/>
                  </a:lnTo>
                  <a:lnTo>
                    <a:pt x="397737" y="196038"/>
                  </a:lnTo>
                  <a:lnTo>
                    <a:pt x="398156" y="200991"/>
                  </a:lnTo>
                  <a:lnTo>
                    <a:pt x="397628" y="201849"/>
                  </a:lnTo>
                  <a:lnTo>
                    <a:pt x="392636" y="209965"/>
                  </a:lnTo>
                  <a:lnTo>
                    <a:pt x="387698" y="217992"/>
                  </a:lnTo>
                  <a:lnTo>
                    <a:pt x="387395" y="218441"/>
                  </a:lnTo>
                  <a:lnTo>
                    <a:pt x="386325" y="218007"/>
                  </a:lnTo>
                  <a:lnTo>
                    <a:pt x="384256" y="217165"/>
                  </a:lnTo>
                  <a:lnTo>
                    <a:pt x="372661" y="212450"/>
                  </a:lnTo>
                  <a:lnTo>
                    <a:pt x="366422" y="209913"/>
                  </a:lnTo>
                  <a:lnTo>
                    <a:pt x="365939" y="209716"/>
                  </a:lnTo>
                  <a:lnTo>
                    <a:pt x="361803" y="208034"/>
                  </a:lnTo>
                  <a:lnTo>
                    <a:pt x="358747" y="206792"/>
                  </a:lnTo>
                  <a:lnTo>
                    <a:pt x="350619" y="203486"/>
                  </a:lnTo>
                  <a:lnTo>
                    <a:pt x="349781" y="203146"/>
                  </a:lnTo>
                  <a:lnTo>
                    <a:pt x="349422" y="202998"/>
                  </a:lnTo>
                  <a:lnTo>
                    <a:pt x="339793" y="199025"/>
                  </a:lnTo>
                  <a:lnTo>
                    <a:pt x="324483" y="192710"/>
                  </a:lnTo>
                  <a:lnTo>
                    <a:pt x="319857" y="189118"/>
                  </a:lnTo>
                  <a:lnTo>
                    <a:pt x="316937" y="186851"/>
                  </a:lnTo>
                  <a:lnTo>
                    <a:pt x="314943" y="185303"/>
                  </a:lnTo>
                  <a:lnTo>
                    <a:pt x="305645" y="178084"/>
                  </a:lnTo>
                  <a:lnTo>
                    <a:pt x="304221" y="176978"/>
                  </a:lnTo>
                  <a:lnTo>
                    <a:pt x="303494" y="176414"/>
                  </a:lnTo>
                  <a:lnTo>
                    <a:pt x="303333" y="176281"/>
                  </a:lnTo>
                  <a:lnTo>
                    <a:pt x="296639" y="170762"/>
                  </a:lnTo>
                  <a:lnTo>
                    <a:pt x="294773" y="169224"/>
                  </a:lnTo>
                  <a:lnTo>
                    <a:pt x="289181" y="164613"/>
                  </a:lnTo>
                  <a:lnTo>
                    <a:pt x="288926" y="164418"/>
                  </a:lnTo>
                  <a:lnTo>
                    <a:pt x="289138" y="164140"/>
                  </a:lnTo>
                  <a:lnTo>
                    <a:pt x="291855" y="160584"/>
                  </a:lnTo>
                  <a:lnTo>
                    <a:pt x="294804" y="156724"/>
                  </a:lnTo>
                  <a:lnTo>
                    <a:pt x="295149" y="156272"/>
                  </a:lnTo>
                  <a:lnTo>
                    <a:pt x="295543" y="155705"/>
                  </a:lnTo>
                  <a:lnTo>
                    <a:pt x="290578" y="151681"/>
                  </a:lnTo>
                  <a:lnTo>
                    <a:pt x="289724" y="148020"/>
                  </a:lnTo>
                  <a:lnTo>
                    <a:pt x="288731" y="143541"/>
                  </a:lnTo>
                  <a:lnTo>
                    <a:pt x="288623" y="143698"/>
                  </a:lnTo>
                  <a:lnTo>
                    <a:pt x="287807" y="143936"/>
                  </a:lnTo>
                  <a:lnTo>
                    <a:pt x="286983" y="143966"/>
                  </a:lnTo>
                  <a:lnTo>
                    <a:pt x="286413" y="143702"/>
                  </a:lnTo>
                  <a:lnTo>
                    <a:pt x="286040" y="143529"/>
                  </a:lnTo>
                  <a:lnTo>
                    <a:pt x="285260" y="143033"/>
                  </a:lnTo>
                  <a:lnTo>
                    <a:pt x="283993" y="141979"/>
                  </a:lnTo>
                  <a:lnTo>
                    <a:pt x="282683" y="140414"/>
                  </a:lnTo>
                  <a:lnTo>
                    <a:pt x="280596" y="137486"/>
                  </a:lnTo>
                  <a:lnTo>
                    <a:pt x="280339" y="138433"/>
                  </a:lnTo>
                  <a:lnTo>
                    <a:pt x="280191" y="138982"/>
                  </a:lnTo>
                  <a:lnTo>
                    <a:pt x="276579" y="139222"/>
                  </a:lnTo>
                  <a:lnTo>
                    <a:pt x="276062" y="139257"/>
                  </a:lnTo>
                  <a:lnTo>
                    <a:pt x="274400" y="139114"/>
                  </a:lnTo>
                  <a:lnTo>
                    <a:pt x="273372" y="139026"/>
                  </a:lnTo>
                  <a:lnTo>
                    <a:pt x="271012" y="137995"/>
                  </a:lnTo>
                  <a:lnTo>
                    <a:pt x="270387" y="137722"/>
                  </a:lnTo>
                  <a:lnTo>
                    <a:pt x="270122" y="135685"/>
                  </a:lnTo>
                  <a:lnTo>
                    <a:pt x="269115" y="135290"/>
                  </a:lnTo>
                  <a:lnTo>
                    <a:pt x="268865" y="135192"/>
                  </a:lnTo>
                  <a:lnTo>
                    <a:pt x="268837" y="133998"/>
                  </a:lnTo>
                  <a:lnTo>
                    <a:pt x="266114" y="133855"/>
                  </a:lnTo>
                  <a:lnTo>
                    <a:pt x="266005" y="134203"/>
                  </a:lnTo>
                  <a:lnTo>
                    <a:pt x="265789" y="134895"/>
                  </a:lnTo>
                  <a:lnTo>
                    <a:pt x="265593" y="135524"/>
                  </a:lnTo>
                  <a:lnTo>
                    <a:pt x="262012" y="135865"/>
                  </a:lnTo>
                  <a:lnTo>
                    <a:pt x="262088" y="137374"/>
                  </a:lnTo>
                  <a:lnTo>
                    <a:pt x="258991" y="137767"/>
                  </a:lnTo>
                  <a:lnTo>
                    <a:pt x="258478" y="137767"/>
                  </a:lnTo>
                  <a:lnTo>
                    <a:pt x="257572" y="137738"/>
                  </a:lnTo>
                  <a:lnTo>
                    <a:pt x="256694" y="137527"/>
                  </a:lnTo>
                  <a:lnTo>
                    <a:pt x="255609" y="136388"/>
                  </a:lnTo>
                  <a:lnTo>
                    <a:pt x="255044" y="136227"/>
                  </a:lnTo>
                  <a:lnTo>
                    <a:pt x="254122" y="135966"/>
                  </a:lnTo>
                  <a:lnTo>
                    <a:pt x="252826" y="134953"/>
                  </a:lnTo>
                  <a:lnTo>
                    <a:pt x="251619" y="134009"/>
                  </a:lnTo>
                  <a:lnTo>
                    <a:pt x="250272" y="133099"/>
                  </a:lnTo>
                  <a:lnTo>
                    <a:pt x="249901" y="132848"/>
                  </a:lnTo>
                  <a:lnTo>
                    <a:pt x="248185" y="132424"/>
                  </a:lnTo>
                  <a:lnTo>
                    <a:pt x="247775" y="132262"/>
                  </a:lnTo>
                  <a:lnTo>
                    <a:pt x="247103" y="131997"/>
                  </a:lnTo>
                  <a:lnTo>
                    <a:pt x="246159" y="131624"/>
                  </a:lnTo>
                  <a:lnTo>
                    <a:pt x="243449" y="130554"/>
                  </a:lnTo>
                  <a:lnTo>
                    <a:pt x="243229" y="130467"/>
                  </a:lnTo>
                  <a:lnTo>
                    <a:pt x="243181" y="130161"/>
                  </a:lnTo>
                  <a:lnTo>
                    <a:pt x="242909" y="128398"/>
                  </a:lnTo>
                  <a:lnTo>
                    <a:pt x="243270" y="127656"/>
                  </a:lnTo>
                  <a:lnTo>
                    <a:pt x="244197" y="125751"/>
                  </a:lnTo>
                  <a:lnTo>
                    <a:pt x="244505" y="125262"/>
                  </a:lnTo>
                  <a:lnTo>
                    <a:pt x="241916" y="126627"/>
                  </a:lnTo>
                  <a:lnTo>
                    <a:pt x="240150" y="127558"/>
                  </a:lnTo>
                  <a:lnTo>
                    <a:pt x="238961" y="128184"/>
                  </a:lnTo>
                  <a:lnTo>
                    <a:pt x="238366" y="128498"/>
                  </a:lnTo>
                  <a:lnTo>
                    <a:pt x="237151" y="128786"/>
                  </a:lnTo>
                  <a:lnTo>
                    <a:pt x="235006" y="128864"/>
                  </a:lnTo>
                  <a:lnTo>
                    <a:pt x="234115" y="128897"/>
                  </a:lnTo>
                  <a:lnTo>
                    <a:pt x="232741" y="128656"/>
                  </a:lnTo>
                  <a:lnTo>
                    <a:pt x="228997" y="125234"/>
                  </a:lnTo>
                  <a:lnTo>
                    <a:pt x="228785" y="125040"/>
                  </a:lnTo>
                  <a:lnTo>
                    <a:pt x="228384" y="124392"/>
                  </a:lnTo>
                  <a:lnTo>
                    <a:pt x="225611" y="125080"/>
                  </a:lnTo>
                  <a:lnTo>
                    <a:pt x="225400" y="124351"/>
                  </a:lnTo>
                  <a:lnTo>
                    <a:pt x="225240" y="123799"/>
                  </a:lnTo>
                  <a:lnTo>
                    <a:pt x="224267" y="123410"/>
                  </a:lnTo>
                  <a:lnTo>
                    <a:pt x="221919" y="122473"/>
                  </a:lnTo>
                  <a:lnTo>
                    <a:pt x="217747" y="120806"/>
                  </a:lnTo>
                  <a:lnTo>
                    <a:pt x="217603" y="120749"/>
                  </a:lnTo>
                  <a:lnTo>
                    <a:pt x="217190" y="119907"/>
                  </a:lnTo>
                  <a:lnTo>
                    <a:pt x="217135" y="118970"/>
                  </a:lnTo>
                  <a:lnTo>
                    <a:pt x="217005" y="118478"/>
                  </a:lnTo>
                  <a:lnTo>
                    <a:pt x="216241" y="118175"/>
                  </a:lnTo>
                  <a:lnTo>
                    <a:pt x="214449" y="117464"/>
                  </a:lnTo>
                  <a:lnTo>
                    <a:pt x="213668" y="117154"/>
                  </a:lnTo>
                  <a:lnTo>
                    <a:pt x="213384" y="117820"/>
                  </a:lnTo>
                  <a:lnTo>
                    <a:pt x="213253" y="118068"/>
                  </a:lnTo>
                  <a:lnTo>
                    <a:pt x="212830" y="117899"/>
                  </a:lnTo>
                  <a:lnTo>
                    <a:pt x="209361" y="116510"/>
                  </a:lnTo>
                  <a:lnTo>
                    <a:pt x="207821" y="115893"/>
                  </a:lnTo>
                  <a:lnTo>
                    <a:pt x="202569" y="113798"/>
                  </a:lnTo>
                  <a:lnTo>
                    <a:pt x="202244" y="113660"/>
                  </a:lnTo>
                  <a:lnTo>
                    <a:pt x="201574" y="113331"/>
                  </a:lnTo>
                  <a:lnTo>
                    <a:pt x="197615" y="111387"/>
                  </a:lnTo>
                  <a:lnTo>
                    <a:pt x="195818" y="110505"/>
                  </a:lnTo>
                  <a:lnTo>
                    <a:pt x="192218" y="111231"/>
                  </a:lnTo>
                  <a:lnTo>
                    <a:pt x="189550" y="111768"/>
                  </a:lnTo>
                  <a:lnTo>
                    <a:pt x="188935" y="111795"/>
                  </a:lnTo>
                  <a:lnTo>
                    <a:pt x="187489" y="111859"/>
                  </a:lnTo>
                  <a:lnTo>
                    <a:pt x="186860" y="111721"/>
                  </a:lnTo>
                  <a:lnTo>
                    <a:pt x="186252" y="111588"/>
                  </a:lnTo>
                  <a:lnTo>
                    <a:pt x="184632" y="110745"/>
                  </a:lnTo>
                  <a:lnTo>
                    <a:pt x="184093" y="110412"/>
                  </a:lnTo>
                  <a:lnTo>
                    <a:pt x="183961" y="110330"/>
                  </a:lnTo>
                  <a:lnTo>
                    <a:pt x="183519" y="110058"/>
                  </a:lnTo>
                  <a:lnTo>
                    <a:pt x="183309" y="109803"/>
                  </a:lnTo>
                  <a:lnTo>
                    <a:pt x="182519" y="108842"/>
                  </a:lnTo>
                  <a:lnTo>
                    <a:pt x="182129" y="108367"/>
                  </a:lnTo>
                  <a:lnTo>
                    <a:pt x="175290" y="111088"/>
                  </a:lnTo>
                  <a:lnTo>
                    <a:pt x="174942" y="111227"/>
                  </a:lnTo>
                  <a:lnTo>
                    <a:pt x="171770" y="112343"/>
                  </a:lnTo>
                  <a:lnTo>
                    <a:pt x="168364" y="113542"/>
                  </a:lnTo>
                  <a:lnTo>
                    <a:pt x="167921" y="113698"/>
                  </a:lnTo>
                  <a:lnTo>
                    <a:pt x="167740" y="113634"/>
                  </a:lnTo>
                  <a:lnTo>
                    <a:pt x="163972" y="112304"/>
                  </a:lnTo>
                  <a:lnTo>
                    <a:pt x="163742" y="112223"/>
                  </a:lnTo>
                  <a:lnTo>
                    <a:pt x="163528" y="112148"/>
                  </a:lnTo>
                  <a:lnTo>
                    <a:pt x="162974" y="111952"/>
                  </a:lnTo>
                  <a:lnTo>
                    <a:pt x="162310" y="111718"/>
                  </a:lnTo>
                  <a:lnTo>
                    <a:pt x="161930" y="111584"/>
                  </a:lnTo>
                  <a:lnTo>
                    <a:pt x="161244" y="111342"/>
                  </a:lnTo>
                  <a:lnTo>
                    <a:pt x="160966" y="111256"/>
                  </a:lnTo>
                  <a:lnTo>
                    <a:pt x="160070" y="111087"/>
                  </a:lnTo>
                  <a:lnTo>
                    <a:pt x="159384" y="110958"/>
                  </a:lnTo>
                  <a:lnTo>
                    <a:pt x="159212" y="110926"/>
                  </a:lnTo>
                  <a:lnTo>
                    <a:pt x="158882" y="110864"/>
                  </a:lnTo>
                  <a:lnTo>
                    <a:pt x="158685" y="110827"/>
                  </a:lnTo>
                  <a:lnTo>
                    <a:pt x="158265" y="110763"/>
                  </a:lnTo>
                  <a:lnTo>
                    <a:pt x="157861" y="110774"/>
                  </a:lnTo>
                  <a:lnTo>
                    <a:pt x="157763" y="111033"/>
                  </a:lnTo>
                  <a:lnTo>
                    <a:pt x="157531" y="111332"/>
                  </a:lnTo>
                  <a:lnTo>
                    <a:pt x="156467" y="112703"/>
                  </a:lnTo>
                  <a:lnTo>
                    <a:pt x="156884" y="113200"/>
                  </a:lnTo>
                  <a:lnTo>
                    <a:pt x="158234" y="114810"/>
                  </a:lnTo>
                  <a:lnTo>
                    <a:pt x="157586" y="115954"/>
                  </a:lnTo>
                  <a:lnTo>
                    <a:pt x="155700" y="116797"/>
                  </a:lnTo>
                  <a:lnTo>
                    <a:pt x="155109" y="116754"/>
                  </a:lnTo>
                  <a:lnTo>
                    <a:pt x="153009" y="116599"/>
                  </a:lnTo>
                  <a:lnTo>
                    <a:pt x="150959" y="116672"/>
                  </a:lnTo>
                  <a:lnTo>
                    <a:pt x="150241" y="117049"/>
                  </a:lnTo>
                  <a:lnTo>
                    <a:pt x="149480" y="119866"/>
                  </a:lnTo>
                  <a:lnTo>
                    <a:pt x="148491" y="120006"/>
                  </a:lnTo>
                  <a:lnTo>
                    <a:pt x="148328" y="120030"/>
                  </a:lnTo>
                  <a:lnTo>
                    <a:pt x="147767" y="120109"/>
                  </a:lnTo>
                  <a:lnTo>
                    <a:pt x="145018" y="121072"/>
                  </a:lnTo>
                  <a:lnTo>
                    <a:pt x="139639" y="120470"/>
                  </a:lnTo>
                  <a:lnTo>
                    <a:pt x="138594" y="120148"/>
                  </a:lnTo>
                  <a:lnTo>
                    <a:pt x="137938" y="119945"/>
                  </a:lnTo>
                  <a:lnTo>
                    <a:pt x="137553" y="119826"/>
                  </a:lnTo>
                  <a:lnTo>
                    <a:pt x="135107" y="115010"/>
                  </a:lnTo>
                  <a:lnTo>
                    <a:pt x="135030" y="114860"/>
                  </a:lnTo>
                  <a:lnTo>
                    <a:pt x="134611" y="114122"/>
                  </a:lnTo>
                  <a:lnTo>
                    <a:pt x="133187" y="113165"/>
                  </a:lnTo>
                  <a:lnTo>
                    <a:pt x="130596" y="115183"/>
                  </a:lnTo>
                  <a:lnTo>
                    <a:pt x="130099" y="115570"/>
                  </a:lnTo>
                  <a:lnTo>
                    <a:pt x="128451" y="116287"/>
                  </a:lnTo>
                  <a:lnTo>
                    <a:pt x="127792" y="116573"/>
                  </a:lnTo>
                  <a:lnTo>
                    <a:pt x="125549" y="115376"/>
                  </a:lnTo>
                  <a:lnTo>
                    <a:pt x="122318" y="113650"/>
                  </a:lnTo>
                  <a:lnTo>
                    <a:pt x="107330" y="105648"/>
                  </a:lnTo>
                  <a:lnTo>
                    <a:pt x="86167" y="94347"/>
                  </a:lnTo>
                  <a:lnTo>
                    <a:pt x="78585" y="103748"/>
                  </a:lnTo>
                  <a:lnTo>
                    <a:pt x="77448" y="105157"/>
                  </a:lnTo>
                  <a:lnTo>
                    <a:pt x="70456" y="113826"/>
                  </a:lnTo>
                  <a:lnTo>
                    <a:pt x="64792" y="108573"/>
                  </a:lnTo>
                  <a:lnTo>
                    <a:pt x="67737" y="94726"/>
                  </a:lnTo>
                  <a:lnTo>
                    <a:pt x="53404" y="84089"/>
                  </a:lnTo>
                  <a:lnTo>
                    <a:pt x="54975" y="76262"/>
                  </a:lnTo>
                  <a:lnTo>
                    <a:pt x="48692" y="75459"/>
                  </a:lnTo>
                  <a:lnTo>
                    <a:pt x="16157" y="58372"/>
                  </a:lnTo>
                  <a:lnTo>
                    <a:pt x="13154" y="56795"/>
                  </a:lnTo>
                  <a:lnTo>
                    <a:pt x="0" y="28096"/>
                  </a:lnTo>
                  <a:lnTo>
                    <a:pt x="3096" y="22715"/>
                  </a:lnTo>
                  <a:lnTo>
                    <a:pt x="5890" y="17861"/>
                  </a:lnTo>
                  <a:lnTo>
                    <a:pt x="30040" y="15051"/>
                  </a:lnTo>
                  <a:lnTo>
                    <a:pt x="32003" y="27294"/>
                  </a:lnTo>
                  <a:lnTo>
                    <a:pt x="51441" y="36525"/>
                  </a:lnTo>
                  <a:lnTo>
                    <a:pt x="60080" y="32311"/>
                  </a:lnTo>
                  <a:lnTo>
                    <a:pt x="61062" y="12041"/>
                  </a:lnTo>
                  <a:lnTo>
                    <a:pt x="71012" y="5106"/>
                  </a:lnTo>
                  <a:lnTo>
                    <a:pt x="7834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g197"/>
            <p:cNvSpPr/>
            <p:nvPr/>
          </p:nvSpPr>
          <p:spPr>
            <a:xfrm>
              <a:off x="2036810" y="4417883"/>
              <a:ext cx="308810" cy="159248"/>
            </a:xfrm>
            <a:custGeom>
              <a:avLst/>
              <a:pathLst>
                <a:path w="308810" h="159248">
                  <a:moveTo>
                    <a:pt x="46964" y="21029"/>
                  </a:moveTo>
                  <a:lnTo>
                    <a:pt x="49207" y="22226"/>
                  </a:lnTo>
                  <a:lnTo>
                    <a:pt x="49866" y="21939"/>
                  </a:lnTo>
                  <a:lnTo>
                    <a:pt x="51514" y="21223"/>
                  </a:lnTo>
                  <a:lnTo>
                    <a:pt x="52110" y="20758"/>
                  </a:lnTo>
                  <a:lnTo>
                    <a:pt x="54602" y="18817"/>
                  </a:lnTo>
                  <a:lnTo>
                    <a:pt x="56093" y="19820"/>
                  </a:lnTo>
                  <a:lnTo>
                    <a:pt x="56445" y="20513"/>
                  </a:lnTo>
                  <a:lnTo>
                    <a:pt x="56521" y="20663"/>
                  </a:lnTo>
                  <a:lnTo>
                    <a:pt x="58968" y="25479"/>
                  </a:lnTo>
                  <a:lnTo>
                    <a:pt x="59353" y="25598"/>
                  </a:lnTo>
                  <a:lnTo>
                    <a:pt x="60009" y="25800"/>
                  </a:lnTo>
                  <a:lnTo>
                    <a:pt x="61054" y="26123"/>
                  </a:lnTo>
                  <a:lnTo>
                    <a:pt x="66433" y="26725"/>
                  </a:lnTo>
                  <a:lnTo>
                    <a:pt x="69182" y="25762"/>
                  </a:lnTo>
                  <a:lnTo>
                    <a:pt x="69743" y="25682"/>
                  </a:lnTo>
                  <a:lnTo>
                    <a:pt x="69906" y="25659"/>
                  </a:lnTo>
                  <a:lnTo>
                    <a:pt x="70895" y="25519"/>
                  </a:lnTo>
                  <a:lnTo>
                    <a:pt x="71656" y="22701"/>
                  </a:lnTo>
                  <a:lnTo>
                    <a:pt x="72374" y="22324"/>
                  </a:lnTo>
                  <a:lnTo>
                    <a:pt x="74424" y="22252"/>
                  </a:lnTo>
                  <a:lnTo>
                    <a:pt x="76524" y="22406"/>
                  </a:lnTo>
                  <a:lnTo>
                    <a:pt x="77115" y="22450"/>
                  </a:lnTo>
                  <a:lnTo>
                    <a:pt x="79001" y="21607"/>
                  </a:lnTo>
                  <a:lnTo>
                    <a:pt x="79649" y="20463"/>
                  </a:lnTo>
                  <a:lnTo>
                    <a:pt x="78299" y="18852"/>
                  </a:lnTo>
                  <a:lnTo>
                    <a:pt x="77882" y="18355"/>
                  </a:lnTo>
                  <a:lnTo>
                    <a:pt x="78946" y="16985"/>
                  </a:lnTo>
                  <a:lnTo>
                    <a:pt x="79237" y="16609"/>
                  </a:lnTo>
                  <a:lnTo>
                    <a:pt x="79523" y="16420"/>
                  </a:lnTo>
                  <a:lnTo>
                    <a:pt x="79747" y="16414"/>
                  </a:lnTo>
                  <a:lnTo>
                    <a:pt x="80100" y="16480"/>
                  </a:lnTo>
                  <a:lnTo>
                    <a:pt x="80297" y="16517"/>
                  </a:lnTo>
                  <a:lnTo>
                    <a:pt x="80627" y="16579"/>
                  </a:lnTo>
                  <a:lnTo>
                    <a:pt x="80799" y="16611"/>
                  </a:lnTo>
                  <a:lnTo>
                    <a:pt x="81485" y="16740"/>
                  </a:lnTo>
                  <a:lnTo>
                    <a:pt x="82454" y="16922"/>
                  </a:lnTo>
                  <a:lnTo>
                    <a:pt x="82659" y="16994"/>
                  </a:lnTo>
                  <a:lnTo>
                    <a:pt x="83345" y="17236"/>
                  </a:lnTo>
                  <a:lnTo>
                    <a:pt x="83725" y="17370"/>
                  </a:lnTo>
                  <a:lnTo>
                    <a:pt x="84389" y="17605"/>
                  </a:lnTo>
                  <a:lnTo>
                    <a:pt x="84943" y="17800"/>
                  </a:lnTo>
                  <a:lnTo>
                    <a:pt x="85157" y="17876"/>
                  </a:lnTo>
                  <a:lnTo>
                    <a:pt x="85387" y="17957"/>
                  </a:lnTo>
                  <a:lnTo>
                    <a:pt x="89155" y="19287"/>
                  </a:lnTo>
                  <a:lnTo>
                    <a:pt x="89336" y="19350"/>
                  </a:lnTo>
                  <a:lnTo>
                    <a:pt x="89779" y="19194"/>
                  </a:lnTo>
                  <a:lnTo>
                    <a:pt x="93185" y="17996"/>
                  </a:lnTo>
                  <a:lnTo>
                    <a:pt x="96357" y="16879"/>
                  </a:lnTo>
                  <a:lnTo>
                    <a:pt x="96705" y="16741"/>
                  </a:lnTo>
                  <a:lnTo>
                    <a:pt x="103544" y="14019"/>
                  </a:lnTo>
                  <a:lnTo>
                    <a:pt x="103934" y="14495"/>
                  </a:lnTo>
                  <a:lnTo>
                    <a:pt x="104724" y="15456"/>
                  </a:lnTo>
                  <a:lnTo>
                    <a:pt x="104934" y="15710"/>
                  </a:lnTo>
                  <a:lnTo>
                    <a:pt x="105376" y="15983"/>
                  </a:lnTo>
                  <a:lnTo>
                    <a:pt x="105508" y="16065"/>
                  </a:lnTo>
                  <a:lnTo>
                    <a:pt x="106047" y="16398"/>
                  </a:lnTo>
                  <a:lnTo>
                    <a:pt x="107667" y="17240"/>
                  </a:lnTo>
                  <a:lnTo>
                    <a:pt x="108285" y="17376"/>
                  </a:lnTo>
                  <a:lnTo>
                    <a:pt x="108904" y="17511"/>
                  </a:lnTo>
                  <a:lnTo>
                    <a:pt x="110350" y="17448"/>
                  </a:lnTo>
                  <a:lnTo>
                    <a:pt x="110965" y="17421"/>
                  </a:lnTo>
                  <a:lnTo>
                    <a:pt x="113633" y="16883"/>
                  </a:lnTo>
                  <a:lnTo>
                    <a:pt x="117233" y="16157"/>
                  </a:lnTo>
                  <a:lnTo>
                    <a:pt x="119030" y="17040"/>
                  </a:lnTo>
                  <a:lnTo>
                    <a:pt x="122989" y="18984"/>
                  </a:lnTo>
                  <a:lnTo>
                    <a:pt x="123659" y="19313"/>
                  </a:lnTo>
                  <a:lnTo>
                    <a:pt x="123985" y="19443"/>
                  </a:lnTo>
                  <a:lnTo>
                    <a:pt x="129236" y="21546"/>
                  </a:lnTo>
                  <a:lnTo>
                    <a:pt x="130820" y="22180"/>
                  </a:lnTo>
                  <a:lnTo>
                    <a:pt x="134245" y="23551"/>
                  </a:lnTo>
                  <a:lnTo>
                    <a:pt x="134690" y="23730"/>
                  </a:lnTo>
                  <a:lnTo>
                    <a:pt x="134799" y="23473"/>
                  </a:lnTo>
                  <a:lnTo>
                    <a:pt x="135083" y="22806"/>
                  </a:lnTo>
                  <a:lnTo>
                    <a:pt x="135864" y="23116"/>
                  </a:lnTo>
                  <a:lnTo>
                    <a:pt x="137656" y="23828"/>
                  </a:lnTo>
                  <a:lnTo>
                    <a:pt x="138420" y="24131"/>
                  </a:lnTo>
                  <a:lnTo>
                    <a:pt x="138550" y="24623"/>
                  </a:lnTo>
                  <a:lnTo>
                    <a:pt x="138605" y="25559"/>
                  </a:lnTo>
                  <a:lnTo>
                    <a:pt x="139018" y="26401"/>
                  </a:lnTo>
                  <a:lnTo>
                    <a:pt x="139162" y="26459"/>
                  </a:lnTo>
                  <a:lnTo>
                    <a:pt x="143334" y="28125"/>
                  </a:lnTo>
                  <a:lnTo>
                    <a:pt x="145681" y="29063"/>
                  </a:lnTo>
                  <a:lnTo>
                    <a:pt x="146655" y="29452"/>
                  </a:lnTo>
                  <a:lnTo>
                    <a:pt x="146815" y="30003"/>
                  </a:lnTo>
                  <a:lnTo>
                    <a:pt x="147026" y="30733"/>
                  </a:lnTo>
                  <a:lnTo>
                    <a:pt x="149799" y="30045"/>
                  </a:lnTo>
                  <a:lnTo>
                    <a:pt x="150200" y="30693"/>
                  </a:lnTo>
                  <a:lnTo>
                    <a:pt x="150412" y="30887"/>
                  </a:lnTo>
                  <a:lnTo>
                    <a:pt x="154155" y="34309"/>
                  </a:lnTo>
                  <a:lnTo>
                    <a:pt x="155530" y="34549"/>
                  </a:lnTo>
                  <a:lnTo>
                    <a:pt x="156421" y="34517"/>
                  </a:lnTo>
                  <a:lnTo>
                    <a:pt x="158566" y="34439"/>
                  </a:lnTo>
                  <a:lnTo>
                    <a:pt x="159781" y="34151"/>
                  </a:lnTo>
                  <a:lnTo>
                    <a:pt x="160376" y="33837"/>
                  </a:lnTo>
                  <a:lnTo>
                    <a:pt x="161565" y="33210"/>
                  </a:lnTo>
                  <a:lnTo>
                    <a:pt x="163330" y="32280"/>
                  </a:lnTo>
                  <a:lnTo>
                    <a:pt x="165920" y="30915"/>
                  </a:lnTo>
                  <a:lnTo>
                    <a:pt x="165612" y="31404"/>
                  </a:lnTo>
                  <a:lnTo>
                    <a:pt x="164685" y="33308"/>
                  </a:lnTo>
                  <a:lnTo>
                    <a:pt x="164323" y="34050"/>
                  </a:lnTo>
                  <a:lnTo>
                    <a:pt x="164596" y="35813"/>
                  </a:lnTo>
                  <a:lnTo>
                    <a:pt x="164644" y="36119"/>
                  </a:lnTo>
                  <a:lnTo>
                    <a:pt x="164864" y="36207"/>
                  </a:lnTo>
                  <a:lnTo>
                    <a:pt x="167574" y="37276"/>
                  </a:lnTo>
                  <a:lnTo>
                    <a:pt x="168625" y="37692"/>
                  </a:lnTo>
                  <a:lnTo>
                    <a:pt x="169190" y="37915"/>
                  </a:lnTo>
                  <a:lnTo>
                    <a:pt x="169600" y="38077"/>
                  </a:lnTo>
                  <a:lnTo>
                    <a:pt x="171316" y="38500"/>
                  </a:lnTo>
                  <a:lnTo>
                    <a:pt x="171687" y="38751"/>
                  </a:lnTo>
                  <a:lnTo>
                    <a:pt x="173034" y="39662"/>
                  </a:lnTo>
                  <a:lnTo>
                    <a:pt x="174241" y="40606"/>
                  </a:lnTo>
                  <a:lnTo>
                    <a:pt x="175537" y="41619"/>
                  </a:lnTo>
                  <a:lnTo>
                    <a:pt x="176459" y="41880"/>
                  </a:lnTo>
                  <a:lnTo>
                    <a:pt x="177024" y="42040"/>
                  </a:lnTo>
                  <a:lnTo>
                    <a:pt x="178109" y="43179"/>
                  </a:lnTo>
                  <a:lnTo>
                    <a:pt x="179110" y="43420"/>
                  </a:lnTo>
                  <a:lnTo>
                    <a:pt x="179893" y="43420"/>
                  </a:lnTo>
                  <a:lnTo>
                    <a:pt x="180406" y="43420"/>
                  </a:lnTo>
                  <a:lnTo>
                    <a:pt x="183503" y="43027"/>
                  </a:lnTo>
                  <a:lnTo>
                    <a:pt x="183427" y="41518"/>
                  </a:lnTo>
                  <a:lnTo>
                    <a:pt x="187008" y="41177"/>
                  </a:lnTo>
                  <a:lnTo>
                    <a:pt x="187204" y="40548"/>
                  </a:lnTo>
                  <a:lnTo>
                    <a:pt x="187456" y="39739"/>
                  </a:lnTo>
                  <a:lnTo>
                    <a:pt x="187529" y="39508"/>
                  </a:lnTo>
                  <a:lnTo>
                    <a:pt x="190252" y="39651"/>
                  </a:lnTo>
                  <a:lnTo>
                    <a:pt x="190294" y="40850"/>
                  </a:lnTo>
                  <a:lnTo>
                    <a:pt x="190530" y="40943"/>
                  </a:lnTo>
                  <a:lnTo>
                    <a:pt x="191537" y="41337"/>
                  </a:lnTo>
                  <a:lnTo>
                    <a:pt x="191802" y="43374"/>
                  </a:lnTo>
                  <a:lnTo>
                    <a:pt x="192427" y="43647"/>
                  </a:lnTo>
                  <a:lnTo>
                    <a:pt x="194787" y="44679"/>
                  </a:lnTo>
                  <a:lnTo>
                    <a:pt x="195815" y="44767"/>
                  </a:lnTo>
                  <a:lnTo>
                    <a:pt x="197476" y="44909"/>
                  </a:lnTo>
                  <a:lnTo>
                    <a:pt x="197994" y="44875"/>
                  </a:lnTo>
                  <a:lnTo>
                    <a:pt x="201606" y="44634"/>
                  </a:lnTo>
                  <a:lnTo>
                    <a:pt x="201754" y="44085"/>
                  </a:lnTo>
                  <a:lnTo>
                    <a:pt x="202011" y="43139"/>
                  </a:lnTo>
                  <a:lnTo>
                    <a:pt x="204098" y="46066"/>
                  </a:lnTo>
                  <a:lnTo>
                    <a:pt x="205408" y="47632"/>
                  </a:lnTo>
                  <a:lnTo>
                    <a:pt x="206675" y="48685"/>
                  </a:lnTo>
                  <a:lnTo>
                    <a:pt x="207455" y="49182"/>
                  </a:lnTo>
                  <a:lnTo>
                    <a:pt x="207828" y="49355"/>
                  </a:lnTo>
                  <a:lnTo>
                    <a:pt x="208398" y="49619"/>
                  </a:lnTo>
                  <a:lnTo>
                    <a:pt x="209222" y="49588"/>
                  </a:lnTo>
                  <a:lnTo>
                    <a:pt x="210038" y="49350"/>
                  </a:lnTo>
                  <a:lnTo>
                    <a:pt x="210146" y="49193"/>
                  </a:lnTo>
                  <a:lnTo>
                    <a:pt x="211139" y="53673"/>
                  </a:lnTo>
                  <a:lnTo>
                    <a:pt x="211993" y="57334"/>
                  </a:lnTo>
                  <a:lnTo>
                    <a:pt x="216958" y="61357"/>
                  </a:lnTo>
                  <a:lnTo>
                    <a:pt x="216564" y="61924"/>
                  </a:lnTo>
                  <a:lnTo>
                    <a:pt x="216219" y="62376"/>
                  </a:lnTo>
                  <a:lnTo>
                    <a:pt x="213270" y="66237"/>
                  </a:lnTo>
                  <a:lnTo>
                    <a:pt x="210553" y="69793"/>
                  </a:lnTo>
                  <a:lnTo>
                    <a:pt x="210341" y="70070"/>
                  </a:lnTo>
                  <a:lnTo>
                    <a:pt x="210596" y="70266"/>
                  </a:lnTo>
                  <a:lnTo>
                    <a:pt x="216188" y="74877"/>
                  </a:lnTo>
                  <a:lnTo>
                    <a:pt x="218160" y="76502"/>
                  </a:lnTo>
                  <a:lnTo>
                    <a:pt x="224748" y="81933"/>
                  </a:lnTo>
                  <a:lnTo>
                    <a:pt x="224909" y="82066"/>
                  </a:lnTo>
                  <a:lnTo>
                    <a:pt x="225636" y="82631"/>
                  </a:lnTo>
                  <a:lnTo>
                    <a:pt x="227060" y="83736"/>
                  </a:lnTo>
                  <a:lnTo>
                    <a:pt x="236358" y="90956"/>
                  </a:lnTo>
                  <a:lnTo>
                    <a:pt x="238352" y="92504"/>
                  </a:lnTo>
                  <a:lnTo>
                    <a:pt x="241272" y="94771"/>
                  </a:lnTo>
                  <a:lnTo>
                    <a:pt x="245898" y="98362"/>
                  </a:lnTo>
                  <a:lnTo>
                    <a:pt x="261208" y="104678"/>
                  </a:lnTo>
                  <a:lnTo>
                    <a:pt x="270837" y="108650"/>
                  </a:lnTo>
                  <a:lnTo>
                    <a:pt x="271196" y="108798"/>
                  </a:lnTo>
                  <a:lnTo>
                    <a:pt x="272034" y="109139"/>
                  </a:lnTo>
                  <a:lnTo>
                    <a:pt x="280162" y="112444"/>
                  </a:lnTo>
                  <a:lnTo>
                    <a:pt x="283218" y="113687"/>
                  </a:lnTo>
                  <a:lnTo>
                    <a:pt x="287354" y="115369"/>
                  </a:lnTo>
                  <a:lnTo>
                    <a:pt x="287836" y="115565"/>
                  </a:lnTo>
                  <a:lnTo>
                    <a:pt x="294076" y="118102"/>
                  </a:lnTo>
                  <a:lnTo>
                    <a:pt x="305671" y="122818"/>
                  </a:lnTo>
                  <a:lnTo>
                    <a:pt x="307740" y="123659"/>
                  </a:lnTo>
                  <a:lnTo>
                    <a:pt x="308810" y="124094"/>
                  </a:lnTo>
                  <a:lnTo>
                    <a:pt x="308669" y="124302"/>
                  </a:lnTo>
                  <a:lnTo>
                    <a:pt x="308327" y="124807"/>
                  </a:lnTo>
                  <a:lnTo>
                    <a:pt x="306105" y="128090"/>
                  </a:lnTo>
                  <a:lnTo>
                    <a:pt x="304940" y="129812"/>
                  </a:lnTo>
                  <a:lnTo>
                    <a:pt x="304232" y="130857"/>
                  </a:lnTo>
                  <a:lnTo>
                    <a:pt x="303493" y="131950"/>
                  </a:lnTo>
                  <a:lnTo>
                    <a:pt x="302841" y="132914"/>
                  </a:lnTo>
                  <a:lnTo>
                    <a:pt x="302604" y="133263"/>
                  </a:lnTo>
                  <a:lnTo>
                    <a:pt x="302478" y="133449"/>
                  </a:lnTo>
                  <a:lnTo>
                    <a:pt x="297262" y="141157"/>
                  </a:lnTo>
                  <a:lnTo>
                    <a:pt x="296971" y="141587"/>
                  </a:lnTo>
                  <a:lnTo>
                    <a:pt x="296406" y="142422"/>
                  </a:lnTo>
                  <a:lnTo>
                    <a:pt x="296188" y="142744"/>
                  </a:lnTo>
                  <a:lnTo>
                    <a:pt x="295550" y="143438"/>
                  </a:lnTo>
                  <a:lnTo>
                    <a:pt x="294786" y="144269"/>
                  </a:lnTo>
                  <a:lnTo>
                    <a:pt x="293144" y="146056"/>
                  </a:lnTo>
                  <a:lnTo>
                    <a:pt x="290650" y="147978"/>
                  </a:lnTo>
                  <a:lnTo>
                    <a:pt x="287781" y="150188"/>
                  </a:lnTo>
                  <a:lnTo>
                    <a:pt x="286763" y="150972"/>
                  </a:lnTo>
                  <a:lnTo>
                    <a:pt x="286287" y="151295"/>
                  </a:lnTo>
                  <a:lnTo>
                    <a:pt x="285173" y="152049"/>
                  </a:lnTo>
                  <a:lnTo>
                    <a:pt x="284622" y="152422"/>
                  </a:lnTo>
                  <a:lnTo>
                    <a:pt x="280193" y="155420"/>
                  </a:lnTo>
                  <a:lnTo>
                    <a:pt x="277016" y="157569"/>
                  </a:lnTo>
                  <a:lnTo>
                    <a:pt x="276009" y="158785"/>
                  </a:lnTo>
                  <a:lnTo>
                    <a:pt x="275626" y="159248"/>
                  </a:lnTo>
                  <a:lnTo>
                    <a:pt x="273499" y="157496"/>
                  </a:lnTo>
                  <a:lnTo>
                    <a:pt x="271716" y="156026"/>
                  </a:lnTo>
                  <a:lnTo>
                    <a:pt x="271122" y="155537"/>
                  </a:lnTo>
                  <a:lnTo>
                    <a:pt x="270880" y="155338"/>
                  </a:lnTo>
                  <a:lnTo>
                    <a:pt x="268688" y="154353"/>
                  </a:lnTo>
                  <a:lnTo>
                    <a:pt x="266728" y="153471"/>
                  </a:lnTo>
                  <a:lnTo>
                    <a:pt x="264122" y="152347"/>
                  </a:lnTo>
                  <a:lnTo>
                    <a:pt x="262564" y="151769"/>
                  </a:lnTo>
                  <a:lnTo>
                    <a:pt x="256661" y="149580"/>
                  </a:lnTo>
                  <a:lnTo>
                    <a:pt x="255548" y="149102"/>
                  </a:lnTo>
                  <a:lnTo>
                    <a:pt x="253686" y="148303"/>
                  </a:lnTo>
                  <a:lnTo>
                    <a:pt x="253477" y="148220"/>
                  </a:lnTo>
                  <a:lnTo>
                    <a:pt x="252445" y="147808"/>
                  </a:lnTo>
                  <a:lnTo>
                    <a:pt x="251139" y="147288"/>
                  </a:lnTo>
                  <a:lnTo>
                    <a:pt x="250543" y="147050"/>
                  </a:lnTo>
                  <a:lnTo>
                    <a:pt x="248396" y="146194"/>
                  </a:lnTo>
                  <a:lnTo>
                    <a:pt x="247708" y="145919"/>
                  </a:lnTo>
                  <a:lnTo>
                    <a:pt x="246289" y="145353"/>
                  </a:lnTo>
                  <a:lnTo>
                    <a:pt x="245940" y="145214"/>
                  </a:lnTo>
                  <a:lnTo>
                    <a:pt x="244906" y="144802"/>
                  </a:lnTo>
                  <a:lnTo>
                    <a:pt x="244053" y="144462"/>
                  </a:lnTo>
                  <a:lnTo>
                    <a:pt x="243686" y="144315"/>
                  </a:lnTo>
                  <a:lnTo>
                    <a:pt x="241982" y="143636"/>
                  </a:lnTo>
                  <a:lnTo>
                    <a:pt x="241706" y="143526"/>
                  </a:lnTo>
                  <a:lnTo>
                    <a:pt x="240074" y="142875"/>
                  </a:lnTo>
                  <a:lnTo>
                    <a:pt x="238156" y="142110"/>
                  </a:lnTo>
                  <a:lnTo>
                    <a:pt x="237531" y="141901"/>
                  </a:lnTo>
                  <a:lnTo>
                    <a:pt x="236934" y="141701"/>
                  </a:lnTo>
                  <a:lnTo>
                    <a:pt x="235745" y="141379"/>
                  </a:lnTo>
                  <a:lnTo>
                    <a:pt x="235156" y="141219"/>
                  </a:lnTo>
                  <a:lnTo>
                    <a:pt x="233566" y="141159"/>
                  </a:lnTo>
                  <a:lnTo>
                    <a:pt x="230293" y="141989"/>
                  </a:lnTo>
                  <a:lnTo>
                    <a:pt x="229620" y="142159"/>
                  </a:lnTo>
                  <a:lnTo>
                    <a:pt x="227646" y="142660"/>
                  </a:lnTo>
                  <a:lnTo>
                    <a:pt x="227177" y="142779"/>
                  </a:lnTo>
                  <a:lnTo>
                    <a:pt x="223519" y="143706"/>
                  </a:lnTo>
                  <a:lnTo>
                    <a:pt x="222522" y="143959"/>
                  </a:lnTo>
                  <a:lnTo>
                    <a:pt x="222271" y="144085"/>
                  </a:lnTo>
                  <a:lnTo>
                    <a:pt x="220212" y="145186"/>
                  </a:lnTo>
                  <a:lnTo>
                    <a:pt x="217871" y="148237"/>
                  </a:lnTo>
                  <a:lnTo>
                    <a:pt x="215212" y="151703"/>
                  </a:lnTo>
                  <a:lnTo>
                    <a:pt x="214322" y="152863"/>
                  </a:lnTo>
                  <a:lnTo>
                    <a:pt x="212728" y="154841"/>
                  </a:lnTo>
                  <a:lnTo>
                    <a:pt x="212138" y="155005"/>
                  </a:lnTo>
                  <a:lnTo>
                    <a:pt x="209969" y="155607"/>
                  </a:lnTo>
                  <a:lnTo>
                    <a:pt x="206938" y="156448"/>
                  </a:lnTo>
                  <a:lnTo>
                    <a:pt x="202189" y="156423"/>
                  </a:lnTo>
                  <a:lnTo>
                    <a:pt x="201645" y="156544"/>
                  </a:lnTo>
                  <a:lnTo>
                    <a:pt x="201387" y="155607"/>
                  </a:lnTo>
                  <a:lnTo>
                    <a:pt x="200786" y="153429"/>
                  </a:lnTo>
                  <a:lnTo>
                    <a:pt x="202294" y="152971"/>
                  </a:lnTo>
                  <a:lnTo>
                    <a:pt x="203044" y="152743"/>
                  </a:lnTo>
                  <a:lnTo>
                    <a:pt x="204958" y="151499"/>
                  </a:lnTo>
                  <a:lnTo>
                    <a:pt x="207033" y="150150"/>
                  </a:lnTo>
                  <a:lnTo>
                    <a:pt x="207237" y="149790"/>
                  </a:lnTo>
                  <a:lnTo>
                    <a:pt x="207533" y="149268"/>
                  </a:lnTo>
                  <a:lnTo>
                    <a:pt x="208618" y="147354"/>
                  </a:lnTo>
                  <a:lnTo>
                    <a:pt x="208898" y="146859"/>
                  </a:lnTo>
                  <a:lnTo>
                    <a:pt x="210645" y="145635"/>
                  </a:lnTo>
                  <a:lnTo>
                    <a:pt x="211238" y="145307"/>
                  </a:lnTo>
                  <a:lnTo>
                    <a:pt x="212212" y="144767"/>
                  </a:lnTo>
                  <a:lnTo>
                    <a:pt x="213001" y="144330"/>
                  </a:lnTo>
                  <a:lnTo>
                    <a:pt x="214109" y="143165"/>
                  </a:lnTo>
                  <a:lnTo>
                    <a:pt x="214525" y="142728"/>
                  </a:lnTo>
                  <a:lnTo>
                    <a:pt x="214559" y="142457"/>
                  </a:lnTo>
                  <a:lnTo>
                    <a:pt x="214607" y="142071"/>
                  </a:lnTo>
                  <a:lnTo>
                    <a:pt x="214669" y="141163"/>
                  </a:lnTo>
                  <a:lnTo>
                    <a:pt x="210033" y="138097"/>
                  </a:lnTo>
                  <a:lnTo>
                    <a:pt x="208326" y="136968"/>
                  </a:lnTo>
                  <a:lnTo>
                    <a:pt x="206309" y="135634"/>
                  </a:lnTo>
                  <a:lnTo>
                    <a:pt x="204872" y="134684"/>
                  </a:lnTo>
                  <a:lnTo>
                    <a:pt x="204614" y="134306"/>
                  </a:lnTo>
                  <a:lnTo>
                    <a:pt x="204283" y="133821"/>
                  </a:lnTo>
                  <a:lnTo>
                    <a:pt x="203203" y="133299"/>
                  </a:lnTo>
                  <a:lnTo>
                    <a:pt x="203042" y="133268"/>
                  </a:lnTo>
                  <a:lnTo>
                    <a:pt x="202054" y="133077"/>
                  </a:lnTo>
                  <a:lnTo>
                    <a:pt x="199983" y="132677"/>
                  </a:lnTo>
                  <a:lnTo>
                    <a:pt x="198337" y="132529"/>
                  </a:lnTo>
                  <a:lnTo>
                    <a:pt x="197899" y="132490"/>
                  </a:lnTo>
                  <a:lnTo>
                    <a:pt x="196381" y="135880"/>
                  </a:lnTo>
                  <a:lnTo>
                    <a:pt x="193606" y="133983"/>
                  </a:lnTo>
                  <a:lnTo>
                    <a:pt x="193298" y="133771"/>
                  </a:lnTo>
                  <a:lnTo>
                    <a:pt x="193057" y="133606"/>
                  </a:lnTo>
                  <a:lnTo>
                    <a:pt x="192451" y="133193"/>
                  </a:lnTo>
                  <a:lnTo>
                    <a:pt x="191888" y="132836"/>
                  </a:lnTo>
                  <a:lnTo>
                    <a:pt x="189516" y="131336"/>
                  </a:lnTo>
                  <a:lnTo>
                    <a:pt x="188210" y="131537"/>
                  </a:lnTo>
                  <a:lnTo>
                    <a:pt x="186530" y="131076"/>
                  </a:lnTo>
                  <a:lnTo>
                    <a:pt x="186039" y="130941"/>
                  </a:lnTo>
                  <a:lnTo>
                    <a:pt x="185835" y="130885"/>
                  </a:lnTo>
                  <a:lnTo>
                    <a:pt x="183903" y="130487"/>
                  </a:lnTo>
                  <a:lnTo>
                    <a:pt x="183001" y="130301"/>
                  </a:lnTo>
                  <a:lnTo>
                    <a:pt x="181674" y="130027"/>
                  </a:lnTo>
                  <a:lnTo>
                    <a:pt x="180818" y="129851"/>
                  </a:lnTo>
                  <a:lnTo>
                    <a:pt x="179335" y="129533"/>
                  </a:lnTo>
                  <a:lnTo>
                    <a:pt x="178831" y="129424"/>
                  </a:lnTo>
                  <a:lnTo>
                    <a:pt x="178482" y="129349"/>
                  </a:lnTo>
                  <a:lnTo>
                    <a:pt x="175350" y="129048"/>
                  </a:lnTo>
                  <a:lnTo>
                    <a:pt x="174634" y="129069"/>
                  </a:lnTo>
                  <a:lnTo>
                    <a:pt x="174164" y="129082"/>
                  </a:lnTo>
                  <a:lnTo>
                    <a:pt x="169884" y="129205"/>
                  </a:lnTo>
                  <a:lnTo>
                    <a:pt x="168450" y="132478"/>
                  </a:lnTo>
                  <a:lnTo>
                    <a:pt x="167919" y="132461"/>
                  </a:lnTo>
                  <a:lnTo>
                    <a:pt x="166817" y="132425"/>
                  </a:lnTo>
                  <a:lnTo>
                    <a:pt x="166140" y="132403"/>
                  </a:lnTo>
                  <a:lnTo>
                    <a:pt x="147409" y="131796"/>
                  </a:lnTo>
                  <a:lnTo>
                    <a:pt x="147002" y="124189"/>
                  </a:lnTo>
                  <a:lnTo>
                    <a:pt x="160432" y="114877"/>
                  </a:lnTo>
                  <a:lnTo>
                    <a:pt x="159568" y="112789"/>
                  </a:lnTo>
                  <a:lnTo>
                    <a:pt x="148494" y="111826"/>
                  </a:lnTo>
                  <a:lnTo>
                    <a:pt x="134515" y="118569"/>
                  </a:lnTo>
                  <a:lnTo>
                    <a:pt x="132316" y="113351"/>
                  </a:lnTo>
                  <a:lnTo>
                    <a:pt x="120771" y="108615"/>
                  </a:lnTo>
                  <a:lnTo>
                    <a:pt x="110483" y="113351"/>
                  </a:lnTo>
                  <a:lnTo>
                    <a:pt x="106478" y="118650"/>
                  </a:lnTo>
                  <a:lnTo>
                    <a:pt x="100430" y="115037"/>
                  </a:lnTo>
                  <a:lnTo>
                    <a:pt x="99880" y="111184"/>
                  </a:lnTo>
                  <a:lnTo>
                    <a:pt x="92262" y="111746"/>
                  </a:lnTo>
                  <a:lnTo>
                    <a:pt x="91399" y="108133"/>
                  </a:lnTo>
                  <a:lnTo>
                    <a:pt x="67602" y="113191"/>
                  </a:lnTo>
                  <a:lnTo>
                    <a:pt x="66345" y="109418"/>
                  </a:lnTo>
                  <a:lnTo>
                    <a:pt x="65661" y="107642"/>
                  </a:lnTo>
                  <a:lnTo>
                    <a:pt x="88872" y="95770"/>
                  </a:lnTo>
                  <a:lnTo>
                    <a:pt x="90221" y="89830"/>
                  </a:lnTo>
                  <a:lnTo>
                    <a:pt x="92027" y="87904"/>
                  </a:lnTo>
                  <a:lnTo>
                    <a:pt x="86451" y="79876"/>
                  </a:lnTo>
                  <a:lnTo>
                    <a:pt x="88650" y="77949"/>
                  </a:lnTo>
                  <a:lnTo>
                    <a:pt x="78676" y="75381"/>
                  </a:lnTo>
                  <a:lnTo>
                    <a:pt x="73492" y="71126"/>
                  </a:lnTo>
                  <a:lnTo>
                    <a:pt x="69880" y="71688"/>
                  </a:lnTo>
                  <a:lnTo>
                    <a:pt x="54565" y="67915"/>
                  </a:lnTo>
                  <a:lnTo>
                    <a:pt x="47811" y="69681"/>
                  </a:lnTo>
                  <a:lnTo>
                    <a:pt x="40428" y="79876"/>
                  </a:lnTo>
                  <a:lnTo>
                    <a:pt x="19985" y="74969"/>
                  </a:lnTo>
                  <a:lnTo>
                    <a:pt x="16368" y="71576"/>
                  </a:lnTo>
                  <a:lnTo>
                    <a:pt x="15493" y="70755"/>
                  </a:lnTo>
                  <a:lnTo>
                    <a:pt x="19135" y="67196"/>
                  </a:lnTo>
                  <a:lnTo>
                    <a:pt x="15185" y="58950"/>
                  </a:lnTo>
                  <a:lnTo>
                    <a:pt x="10531" y="49232"/>
                  </a:lnTo>
                  <a:lnTo>
                    <a:pt x="19665" y="46528"/>
                  </a:lnTo>
                  <a:lnTo>
                    <a:pt x="21733" y="45899"/>
                  </a:lnTo>
                  <a:lnTo>
                    <a:pt x="24046" y="50149"/>
                  </a:lnTo>
                  <a:lnTo>
                    <a:pt x="26105" y="49096"/>
                  </a:lnTo>
                  <a:lnTo>
                    <a:pt x="29404" y="44119"/>
                  </a:lnTo>
                  <a:lnTo>
                    <a:pt x="31603" y="44761"/>
                  </a:lnTo>
                  <a:lnTo>
                    <a:pt x="34273" y="39624"/>
                  </a:lnTo>
                  <a:lnTo>
                    <a:pt x="23774" y="38408"/>
                  </a:lnTo>
                  <a:lnTo>
                    <a:pt x="16750" y="37595"/>
                  </a:lnTo>
                  <a:lnTo>
                    <a:pt x="16673" y="36618"/>
                  </a:lnTo>
                  <a:lnTo>
                    <a:pt x="18427" y="29639"/>
                  </a:lnTo>
                  <a:lnTo>
                    <a:pt x="6760" y="16826"/>
                  </a:lnTo>
                  <a:lnTo>
                    <a:pt x="0" y="9401"/>
                  </a:lnTo>
                  <a:lnTo>
                    <a:pt x="7582" y="0"/>
                  </a:lnTo>
                  <a:lnTo>
                    <a:pt x="28745" y="11300"/>
                  </a:lnTo>
                  <a:lnTo>
                    <a:pt x="43733" y="19303"/>
                  </a:lnTo>
                  <a:close/>
                </a:path>
              </a:pathLst>
            </a:custGeom>
            <a:solidFill>
              <a:srgbClr val="2F4B7C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g198"/>
            <p:cNvSpPr/>
            <p:nvPr/>
          </p:nvSpPr>
          <p:spPr>
            <a:xfrm>
              <a:off x="3027575" y="4230764"/>
              <a:ext cx="64068" cy="64204"/>
            </a:xfrm>
            <a:custGeom>
              <a:avLst/>
              <a:pathLst>
                <a:path w="64068" h="64204">
                  <a:moveTo>
                    <a:pt x="43066" y="2860"/>
                  </a:moveTo>
                  <a:lnTo>
                    <a:pt x="45403" y="4597"/>
                  </a:lnTo>
                  <a:lnTo>
                    <a:pt x="46311" y="3751"/>
                  </a:lnTo>
                  <a:lnTo>
                    <a:pt x="46783" y="3563"/>
                  </a:lnTo>
                  <a:lnTo>
                    <a:pt x="48531" y="4613"/>
                  </a:lnTo>
                  <a:lnTo>
                    <a:pt x="49719" y="5327"/>
                  </a:lnTo>
                  <a:lnTo>
                    <a:pt x="50544" y="5859"/>
                  </a:lnTo>
                  <a:lnTo>
                    <a:pt x="51658" y="7024"/>
                  </a:lnTo>
                  <a:lnTo>
                    <a:pt x="52617" y="8027"/>
                  </a:lnTo>
                  <a:lnTo>
                    <a:pt x="54531" y="10436"/>
                  </a:lnTo>
                  <a:lnTo>
                    <a:pt x="54937" y="10946"/>
                  </a:lnTo>
                  <a:lnTo>
                    <a:pt x="55628" y="11245"/>
                  </a:lnTo>
                  <a:lnTo>
                    <a:pt x="56738" y="11973"/>
                  </a:lnTo>
                  <a:lnTo>
                    <a:pt x="57414" y="12307"/>
                  </a:lnTo>
                  <a:lnTo>
                    <a:pt x="60272" y="13343"/>
                  </a:lnTo>
                  <a:lnTo>
                    <a:pt x="61406" y="13629"/>
                  </a:lnTo>
                  <a:lnTo>
                    <a:pt x="61257" y="14536"/>
                  </a:lnTo>
                  <a:lnTo>
                    <a:pt x="60820" y="17185"/>
                  </a:lnTo>
                  <a:lnTo>
                    <a:pt x="60947" y="18529"/>
                  </a:lnTo>
                  <a:lnTo>
                    <a:pt x="60984" y="19771"/>
                  </a:lnTo>
                  <a:lnTo>
                    <a:pt x="61078" y="20556"/>
                  </a:lnTo>
                  <a:lnTo>
                    <a:pt x="61267" y="22135"/>
                  </a:lnTo>
                  <a:lnTo>
                    <a:pt x="61407" y="23305"/>
                  </a:lnTo>
                  <a:lnTo>
                    <a:pt x="61399" y="23637"/>
                  </a:lnTo>
                  <a:lnTo>
                    <a:pt x="61392" y="23890"/>
                  </a:lnTo>
                  <a:lnTo>
                    <a:pt x="61388" y="24067"/>
                  </a:lnTo>
                  <a:lnTo>
                    <a:pt x="61486" y="24599"/>
                  </a:lnTo>
                  <a:lnTo>
                    <a:pt x="61584" y="25131"/>
                  </a:lnTo>
                  <a:lnTo>
                    <a:pt x="61604" y="26817"/>
                  </a:lnTo>
                  <a:lnTo>
                    <a:pt x="61479" y="28086"/>
                  </a:lnTo>
                  <a:lnTo>
                    <a:pt x="61447" y="28422"/>
                  </a:lnTo>
                  <a:lnTo>
                    <a:pt x="61203" y="29049"/>
                  </a:lnTo>
                  <a:lnTo>
                    <a:pt x="61032" y="29488"/>
                  </a:lnTo>
                  <a:lnTo>
                    <a:pt x="60674" y="30459"/>
                  </a:lnTo>
                  <a:lnTo>
                    <a:pt x="60535" y="30838"/>
                  </a:lnTo>
                  <a:lnTo>
                    <a:pt x="60377" y="31460"/>
                  </a:lnTo>
                  <a:lnTo>
                    <a:pt x="60004" y="34431"/>
                  </a:lnTo>
                  <a:lnTo>
                    <a:pt x="59910" y="35729"/>
                  </a:lnTo>
                  <a:lnTo>
                    <a:pt x="59673" y="36418"/>
                  </a:lnTo>
                  <a:lnTo>
                    <a:pt x="59629" y="36642"/>
                  </a:lnTo>
                  <a:lnTo>
                    <a:pt x="59465" y="37485"/>
                  </a:lnTo>
                  <a:lnTo>
                    <a:pt x="59363" y="38008"/>
                  </a:lnTo>
                  <a:lnTo>
                    <a:pt x="59289" y="39373"/>
                  </a:lnTo>
                  <a:lnTo>
                    <a:pt x="59152" y="41892"/>
                  </a:lnTo>
                  <a:lnTo>
                    <a:pt x="59135" y="43727"/>
                  </a:lnTo>
                  <a:lnTo>
                    <a:pt x="59118" y="45445"/>
                  </a:lnTo>
                  <a:lnTo>
                    <a:pt x="59103" y="47049"/>
                  </a:lnTo>
                  <a:lnTo>
                    <a:pt x="59044" y="47932"/>
                  </a:lnTo>
                  <a:lnTo>
                    <a:pt x="58769" y="48595"/>
                  </a:lnTo>
                  <a:lnTo>
                    <a:pt x="57228" y="50341"/>
                  </a:lnTo>
                  <a:lnTo>
                    <a:pt x="59584" y="53170"/>
                  </a:lnTo>
                  <a:lnTo>
                    <a:pt x="61457" y="56544"/>
                  </a:lnTo>
                  <a:lnTo>
                    <a:pt x="63081" y="59470"/>
                  </a:lnTo>
                  <a:lnTo>
                    <a:pt x="63755" y="60684"/>
                  </a:lnTo>
                  <a:lnTo>
                    <a:pt x="64068" y="61248"/>
                  </a:lnTo>
                  <a:lnTo>
                    <a:pt x="62516" y="61601"/>
                  </a:lnTo>
                  <a:lnTo>
                    <a:pt x="62139" y="61886"/>
                  </a:lnTo>
                  <a:lnTo>
                    <a:pt x="60634" y="62919"/>
                  </a:lnTo>
                  <a:lnTo>
                    <a:pt x="59613" y="63361"/>
                  </a:lnTo>
                  <a:lnTo>
                    <a:pt x="58631" y="63923"/>
                  </a:lnTo>
                  <a:lnTo>
                    <a:pt x="56785" y="64204"/>
                  </a:lnTo>
                  <a:lnTo>
                    <a:pt x="55450" y="64164"/>
                  </a:lnTo>
                  <a:lnTo>
                    <a:pt x="54194" y="63080"/>
                  </a:lnTo>
                  <a:lnTo>
                    <a:pt x="53723" y="62438"/>
                  </a:lnTo>
                  <a:lnTo>
                    <a:pt x="52898" y="62036"/>
                  </a:lnTo>
                  <a:lnTo>
                    <a:pt x="49914" y="60993"/>
                  </a:lnTo>
                  <a:lnTo>
                    <a:pt x="48853" y="60952"/>
                  </a:lnTo>
                  <a:lnTo>
                    <a:pt x="48032" y="62508"/>
                  </a:lnTo>
                  <a:lnTo>
                    <a:pt x="44715" y="61406"/>
                  </a:lnTo>
                  <a:lnTo>
                    <a:pt x="42845" y="60988"/>
                  </a:lnTo>
                  <a:lnTo>
                    <a:pt x="41299" y="60643"/>
                  </a:lnTo>
                  <a:lnTo>
                    <a:pt x="39630" y="60235"/>
                  </a:lnTo>
                  <a:lnTo>
                    <a:pt x="36861" y="59559"/>
                  </a:lnTo>
                  <a:lnTo>
                    <a:pt x="36506" y="59499"/>
                  </a:lnTo>
                  <a:lnTo>
                    <a:pt x="34320" y="59126"/>
                  </a:lnTo>
                  <a:lnTo>
                    <a:pt x="33015" y="57213"/>
                  </a:lnTo>
                  <a:lnTo>
                    <a:pt x="31863" y="55525"/>
                  </a:lnTo>
                  <a:lnTo>
                    <a:pt x="29625" y="55434"/>
                  </a:lnTo>
                  <a:lnTo>
                    <a:pt x="29035" y="54575"/>
                  </a:lnTo>
                  <a:lnTo>
                    <a:pt x="28550" y="53834"/>
                  </a:lnTo>
                  <a:lnTo>
                    <a:pt x="28215" y="53322"/>
                  </a:lnTo>
                  <a:lnTo>
                    <a:pt x="27870" y="52849"/>
                  </a:lnTo>
                  <a:lnTo>
                    <a:pt x="27206" y="51939"/>
                  </a:lnTo>
                  <a:lnTo>
                    <a:pt x="26023" y="50652"/>
                  </a:lnTo>
                  <a:lnTo>
                    <a:pt x="25483" y="50065"/>
                  </a:lnTo>
                  <a:lnTo>
                    <a:pt x="25173" y="49728"/>
                  </a:lnTo>
                  <a:lnTo>
                    <a:pt x="24990" y="49529"/>
                  </a:lnTo>
                  <a:lnTo>
                    <a:pt x="23563" y="47638"/>
                  </a:lnTo>
                  <a:lnTo>
                    <a:pt x="23342" y="47346"/>
                  </a:lnTo>
                  <a:lnTo>
                    <a:pt x="23213" y="47175"/>
                  </a:lnTo>
                  <a:lnTo>
                    <a:pt x="21930" y="45845"/>
                  </a:lnTo>
                  <a:lnTo>
                    <a:pt x="21493" y="45392"/>
                  </a:lnTo>
                  <a:lnTo>
                    <a:pt x="20922" y="44801"/>
                  </a:lnTo>
                  <a:lnTo>
                    <a:pt x="19424" y="43249"/>
                  </a:lnTo>
                  <a:lnTo>
                    <a:pt x="19214" y="43031"/>
                  </a:lnTo>
                  <a:lnTo>
                    <a:pt x="18305" y="42090"/>
                  </a:lnTo>
                  <a:lnTo>
                    <a:pt x="17065" y="40805"/>
                  </a:lnTo>
                  <a:lnTo>
                    <a:pt x="23516" y="35722"/>
                  </a:lnTo>
                  <a:lnTo>
                    <a:pt x="23011" y="33450"/>
                  </a:lnTo>
                  <a:lnTo>
                    <a:pt x="27880" y="31183"/>
                  </a:lnTo>
                  <a:lnTo>
                    <a:pt x="28718" y="31297"/>
                  </a:lnTo>
                  <a:lnTo>
                    <a:pt x="28998" y="29866"/>
                  </a:lnTo>
                  <a:lnTo>
                    <a:pt x="27348" y="26796"/>
                  </a:lnTo>
                  <a:lnTo>
                    <a:pt x="26751" y="27084"/>
                  </a:lnTo>
                  <a:lnTo>
                    <a:pt x="22940" y="28921"/>
                  </a:lnTo>
                  <a:lnTo>
                    <a:pt x="22351" y="28981"/>
                  </a:lnTo>
                  <a:lnTo>
                    <a:pt x="21394" y="28860"/>
                  </a:lnTo>
                  <a:lnTo>
                    <a:pt x="20187" y="28620"/>
                  </a:lnTo>
                  <a:lnTo>
                    <a:pt x="19612" y="28334"/>
                  </a:lnTo>
                  <a:lnTo>
                    <a:pt x="18788" y="27807"/>
                  </a:lnTo>
                  <a:lnTo>
                    <a:pt x="18199" y="27551"/>
                  </a:lnTo>
                  <a:lnTo>
                    <a:pt x="17462" y="27446"/>
                  </a:lnTo>
                  <a:lnTo>
                    <a:pt x="16949" y="27402"/>
                  </a:lnTo>
                  <a:lnTo>
                    <a:pt x="15150" y="27250"/>
                  </a:lnTo>
                  <a:lnTo>
                    <a:pt x="14370" y="27250"/>
                  </a:lnTo>
                  <a:lnTo>
                    <a:pt x="13958" y="27295"/>
                  </a:lnTo>
                  <a:lnTo>
                    <a:pt x="12058" y="27717"/>
                  </a:lnTo>
                  <a:lnTo>
                    <a:pt x="10998" y="27957"/>
                  </a:lnTo>
                  <a:lnTo>
                    <a:pt x="27" y="25175"/>
                  </a:lnTo>
                  <a:lnTo>
                    <a:pt x="0" y="24475"/>
                  </a:lnTo>
                  <a:lnTo>
                    <a:pt x="1659" y="21073"/>
                  </a:lnTo>
                  <a:lnTo>
                    <a:pt x="1668" y="19793"/>
                  </a:lnTo>
                  <a:lnTo>
                    <a:pt x="1648" y="19490"/>
                  </a:lnTo>
                  <a:lnTo>
                    <a:pt x="1575" y="18391"/>
                  </a:lnTo>
                  <a:lnTo>
                    <a:pt x="5415" y="19830"/>
                  </a:lnTo>
                  <a:lnTo>
                    <a:pt x="9484" y="21227"/>
                  </a:lnTo>
                  <a:lnTo>
                    <a:pt x="9677" y="20604"/>
                  </a:lnTo>
                  <a:lnTo>
                    <a:pt x="10319" y="18529"/>
                  </a:lnTo>
                  <a:lnTo>
                    <a:pt x="7711" y="17200"/>
                  </a:lnTo>
                  <a:lnTo>
                    <a:pt x="7494" y="17090"/>
                  </a:lnTo>
                  <a:lnTo>
                    <a:pt x="5825" y="16011"/>
                  </a:lnTo>
                  <a:lnTo>
                    <a:pt x="5212" y="15446"/>
                  </a:lnTo>
                  <a:lnTo>
                    <a:pt x="5113" y="14957"/>
                  </a:lnTo>
                  <a:lnTo>
                    <a:pt x="5333" y="11104"/>
                  </a:lnTo>
                  <a:lnTo>
                    <a:pt x="5456" y="8135"/>
                  </a:lnTo>
                  <a:lnTo>
                    <a:pt x="5480" y="7567"/>
                  </a:lnTo>
                  <a:lnTo>
                    <a:pt x="5130" y="5718"/>
                  </a:lnTo>
                  <a:lnTo>
                    <a:pt x="5000" y="5033"/>
                  </a:lnTo>
                  <a:lnTo>
                    <a:pt x="5214" y="5041"/>
                  </a:lnTo>
                  <a:lnTo>
                    <a:pt x="5886" y="5069"/>
                  </a:lnTo>
                  <a:lnTo>
                    <a:pt x="7027" y="5202"/>
                  </a:lnTo>
                  <a:lnTo>
                    <a:pt x="8734" y="5402"/>
                  </a:lnTo>
                  <a:lnTo>
                    <a:pt x="11151" y="5685"/>
                  </a:lnTo>
                  <a:lnTo>
                    <a:pt x="11460" y="5755"/>
                  </a:lnTo>
                  <a:lnTo>
                    <a:pt x="11875" y="5848"/>
                  </a:lnTo>
                  <a:lnTo>
                    <a:pt x="14403" y="6262"/>
                  </a:lnTo>
                  <a:lnTo>
                    <a:pt x="15949" y="6243"/>
                  </a:lnTo>
                  <a:lnTo>
                    <a:pt x="16088" y="6242"/>
                  </a:lnTo>
                  <a:lnTo>
                    <a:pt x="16297" y="6239"/>
                  </a:lnTo>
                  <a:lnTo>
                    <a:pt x="16449" y="6237"/>
                  </a:lnTo>
                  <a:lnTo>
                    <a:pt x="22056" y="6082"/>
                  </a:lnTo>
                  <a:lnTo>
                    <a:pt x="24686" y="5046"/>
                  </a:lnTo>
                  <a:lnTo>
                    <a:pt x="28259" y="3401"/>
                  </a:lnTo>
                  <a:lnTo>
                    <a:pt x="28458" y="2939"/>
                  </a:lnTo>
                  <a:lnTo>
                    <a:pt x="29830" y="2277"/>
                  </a:lnTo>
                  <a:lnTo>
                    <a:pt x="30711" y="2779"/>
                  </a:lnTo>
                  <a:lnTo>
                    <a:pt x="33492" y="4363"/>
                  </a:lnTo>
                  <a:lnTo>
                    <a:pt x="33913" y="4936"/>
                  </a:lnTo>
                  <a:lnTo>
                    <a:pt x="33980" y="4730"/>
                  </a:lnTo>
                  <a:lnTo>
                    <a:pt x="34556" y="3425"/>
                  </a:lnTo>
                  <a:lnTo>
                    <a:pt x="36573" y="1650"/>
                  </a:lnTo>
                  <a:lnTo>
                    <a:pt x="37016" y="1260"/>
                  </a:lnTo>
                  <a:lnTo>
                    <a:pt x="39704" y="436"/>
                  </a:lnTo>
                  <a:lnTo>
                    <a:pt x="40746" y="116"/>
                  </a:lnTo>
                  <a:lnTo>
                    <a:pt x="41113" y="48"/>
                  </a:lnTo>
                  <a:lnTo>
                    <a:pt x="41382" y="0"/>
                  </a:lnTo>
                  <a:lnTo>
                    <a:pt x="41936" y="775"/>
                  </a:lnTo>
                  <a:lnTo>
                    <a:pt x="42765" y="2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g199"/>
            <p:cNvSpPr/>
            <p:nvPr/>
          </p:nvSpPr>
          <p:spPr>
            <a:xfrm>
              <a:off x="2329174" y="3553848"/>
              <a:ext cx="95416" cy="64946"/>
            </a:xfrm>
            <a:custGeom>
              <a:avLst/>
              <a:pathLst>
                <a:path w="95416" h="64946">
                  <a:moveTo>
                    <a:pt x="34947" y="0"/>
                  </a:moveTo>
                  <a:lnTo>
                    <a:pt x="54140" y="7174"/>
                  </a:lnTo>
                  <a:lnTo>
                    <a:pt x="59018" y="9502"/>
                  </a:lnTo>
                  <a:lnTo>
                    <a:pt x="61500" y="10684"/>
                  </a:lnTo>
                  <a:lnTo>
                    <a:pt x="63808" y="13420"/>
                  </a:lnTo>
                  <a:lnTo>
                    <a:pt x="69529" y="17162"/>
                  </a:lnTo>
                  <a:lnTo>
                    <a:pt x="72075" y="18828"/>
                  </a:lnTo>
                  <a:lnTo>
                    <a:pt x="72319" y="18953"/>
                  </a:lnTo>
                  <a:lnTo>
                    <a:pt x="73607" y="19692"/>
                  </a:lnTo>
                  <a:lnTo>
                    <a:pt x="76995" y="21638"/>
                  </a:lnTo>
                  <a:lnTo>
                    <a:pt x="78274" y="22372"/>
                  </a:lnTo>
                  <a:lnTo>
                    <a:pt x="83525" y="26607"/>
                  </a:lnTo>
                  <a:lnTo>
                    <a:pt x="84051" y="27808"/>
                  </a:lnTo>
                  <a:lnTo>
                    <a:pt x="86382" y="32700"/>
                  </a:lnTo>
                  <a:lnTo>
                    <a:pt x="91045" y="35711"/>
                  </a:lnTo>
                  <a:lnTo>
                    <a:pt x="92484" y="37096"/>
                  </a:lnTo>
                  <a:lnTo>
                    <a:pt x="92868" y="37541"/>
                  </a:lnTo>
                  <a:lnTo>
                    <a:pt x="94511" y="39441"/>
                  </a:lnTo>
                  <a:lnTo>
                    <a:pt x="95416" y="40996"/>
                  </a:lnTo>
                  <a:lnTo>
                    <a:pt x="92736" y="42150"/>
                  </a:lnTo>
                  <a:lnTo>
                    <a:pt x="93313" y="43422"/>
                  </a:lnTo>
                  <a:lnTo>
                    <a:pt x="93966" y="44860"/>
                  </a:lnTo>
                  <a:lnTo>
                    <a:pt x="93417" y="45670"/>
                  </a:lnTo>
                  <a:lnTo>
                    <a:pt x="92588" y="46291"/>
                  </a:lnTo>
                  <a:lnTo>
                    <a:pt x="87993" y="46424"/>
                  </a:lnTo>
                  <a:lnTo>
                    <a:pt x="83806" y="45221"/>
                  </a:lnTo>
                  <a:lnTo>
                    <a:pt x="82540" y="47261"/>
                  </a:lnTo>
                  <a:lnTo>
                    <a:pt x="80630" y="50340"/>
                  </a:lnTo>
                  <a:lnTo>
                    <a:pt x="79869" y="51566"/>
                  </a:lnTo>
                  <a:lnTo>
                    <a:pt x="77584" y="55787"/>
                  </a:lnTo>
                  <a:lnTo>
                    <a:pt x="75286" y="54938"/>
                  </a:lnTo>
                  <a:lnTo>
                    <a:pt x="68896" y="52576"/>
                  </a:lnTo>
                  <a:lnTo>
                    <a:pt x="68411" y="55794"/>
                  </a:lnTo>
                  <a:lnTo>
                    <a:pt x="68168" y="57412"/>
                  </a:lnTo>
                  <a:lnTo>
                    <a:pt x="67989" y="58599"/>
                  </a:lnTo>
                  <a:lnTo>
                    <a:pt x="67963" y="58773"/>
                  </a:lnTo>
                  <a:lnTo>
                    <a:pt x="67725" y="60094"/>
                  </a:lnTo>
                  <a:lnTo>
                    <a:pt x="66403" y="61597"/>
                  </a:lnTo>
                  <a:lnTo>
                    <a:pt x="63987" y="64216"/>
                  </a:lnTo>
                  <a:lnTo>
                    <a:pt x="63877" y="64395"/>
                  </a:lnTo>
                  <a:lnTo>
                    <a:pt x="63789" y="64537"/>
                  </a:lnTo>
                  <a:lnTo>
                    <a:pt x="63537" y="64946"/>
                  </a:lnTo>
                  <a:lnTo>
                    <a:pt x="57734" y="60549"/>
                  </a:lnTo>
                  <a:lnTo>
                    <a:pt x="57017" y="60007"/>
                  </a:lnTo>
                  <a:lnTo>
                    <a:pt x="56062" y="59321"/>
                  </a:lnTo>
                  <a:lnTo>
                    <a:pt x="55780" y="59119"/>
                  </a:lnTo>
                  <a:lnTo>
                    <a:pt x="52670" y="57318"/>
                  </a:lnTo>
                  <a:lnTo>
                    <a:pt x="51170" y="56450"/>
                  </a:lnTo>
                  <a:lnTo>
                    <a:pt x="50473" y="56046"/>
                  </a:lnTo>
                  <a:lnTo>
                    <a:pt x="50200" y="55888"/>
                  </a:lnTo>
                  <a:lnTo>
                    <a:pt x="49459" y="55459"/>
                  </a:lnTo>
                  <a:lnTo>
                    <a:pt x="47950" y="54586"/>
                  </a:lnTo>
                  <a:lnTo>
                    <a:pt x="47240" y="54175"/>
                  </a:lnTo>
                  <a:lnTo>
                    <a:pt x="47085" y="54085"/>
                  </a:lnTo>
                  <a:lnTo>
                    <a:pt x="47286" y="53025"/>
                  </a:lnTo>
                  <a:lnTo>
                    <a:pt x="48120" y="51184"/>
                  </a:lnTo>
                  <a:lnTo>
                    <a:pt x="48784" y="51096"/>
                  </a:lnTo>
                  <a:lnTo>
                    <a:pt x="49037" y="50647"/>
                  </a:lnTo>
                  <a:lnTo>
                    <a:pt x="49824" y="49245"/>
                  </a:lnTo>
                  <a:lnTo>
                    <a:pt x="48000" y="48113"/>
                  </a:lnTo>
                  <a:lnTo>
                    <a:pt x="47700" y="47927"/>
                  </a:lnTo>
                  <a:lnTo>
                    <a:pt x="46428" y="47138"/>
                  </a:lnTo>
                  <a:lnTo>
                    <a:pt x="43964" y="45282"/>
                  </a:lnTo>
                  <a:lnTo>
                    <a:pt x="43442" y="44890"/>
                  </a:lnTo>
                  <a:lnTo>
                    <a:pt x="42798" y="44346"/>
                  </a:lnTo>
                  <a:lnTo>
                    <a:pt x="42315" y="43939"/>
                  </a:lnTo>
                  <a:lnTo>
                    <a:pt x="40952" y="42790"/>
                  </a:lnTo>
                  <a:lnTo>
                    <a:pt x="40221" y="42048"/>
                  </a:lnTo>
                  <a:lnTo>
                    <a:pt x="39143" y="40577"/>
                  </a:lnTo>
                  <a:lnTo>
                    <a:pt x="38833" y="40159"/>
                  </a:lnTo>
                  <a:lnTo>
                    <a:pt x="38198" y="39443"/>
                  </a:lnTo>
                  <a:lnTo>
                    <a:pt x="37349" y="38486"/>
                  </a:lnTo>
                  <a:lnTo>
                    <a:pt x="36172" y="37445"/>
                  </a:lnTo>
                  <a:lnTo>
                    <a:pt x="35682" y="37067"/>
                  </a:lnTo>
                  <a:lnTo>
                    <a:pt x="34706" y="36315"/>
                  </a:lnTo>
                  <a:lnTo>
                    <a:pt x="31677" y="33714"/>
                  </a:lnTo>
                  <a:lnTo>
                    <a:pt x="30903" y="33050"/>
                  </a:lnTo>
                  <a:lnTo>
                    <a:pt x="31282" y="32644"/>
                  </a:lnTo>
                  <a:lnTo>
                    <a:pt x="31637" y="32262"/>
                  </a:lnTo>
                  <a:lnTo>
                    <a:pt x="32019" y="31853"/>
                  </a:lnTo>
                  <a:lnTo>
                    <a:pt x="32565" y="31162"/>
                  </a:lnTo>
                  <a:lnTo>
                    <a:pt x="33014" y="30593"/>
                  </a:lnTo>
                  <a:lnTo>
                    <a:pt x="33239" y="30359"/>
                  </a:lnTo>
                  <a:lnTo>
                    <a:pt x="33423" y="30167"/>
                  </a:lnTo>
                  <a:lnTo>
                    <a:pt x="34549" y="28274"/>
                  </a:lnTo>
                  <a:lnTo>
                    <a:pt x="34090" y="26741"/>
                  </a:lnTo>
                  <a:lnTo>
                    <a:pt x="33669" y="26523"/>
                  </a:lnTo>
                  <a:lnTo>
                    <a:pt x="33124" y="26349"/>
                  </a:lnTo>
                  <a:lnTo>
                    <a:pt x="24186" y="23512"/>
                  </a:lnTo>
                  <a:lnTo>
                    <a:pt x="18580" y="22064"/>
                  </a:lnTo>
                  <a:lnTo>
                    <a:pt x="16677" y="21573"/>
                  </a:lnTo>
                  <a:lnTo>
                    <a:pt x="13230" y="20683"/>
                  </a:lnTo>
                  <a:lnTo>
                    <a:pt x="743" y="22248"/>
                  </a:lnTo>
                  <a:lnTo>
                    <a:pt x="0" y="12608"/>
                  </a:lnTo>
                  <a:lnTo>
                    <a:pt x="4456" y="12590"/>
                  </a:lnTo>
                  <a:lnTo>
                    <a:pt x="4514" y="7686"/>
                  </a:lnTo>
                  <a:lnTo>
                    <a:pt x="4573" y="7054"/>
                  </a:lnTo>
                  <a:lnTo>
                    <a:pt x="15354" y="6922"/>
                  </a:lnTo>
                  <a:lnTo>
                    <a:pt x="18533" y="6933"/>
                  </a:lnTo>
                  <a:lnTo>
                    <a:pt x="19858" y="3502"/>
                  </a:lnTo>
                  <a:lnTo>
                    <a:pt x="32001" y="70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g200"/>
            <p:cNvSpPr/>
            <p:nvPr/>
          </p:nvSpPr>
          <p:spPr>
            <a:xfrm>
              <a:off x="2699551" y="3240427"/>
              <a:ext cx="218610" cy="204340"/>
            </a:xfrm>
            <a:custGeom>
              <a:avLst/>
              <a:pathLst>
                <a:path w="218610" h="204340">
                  <a:moveTo>
                    <a:pt x="141600" y="160608"/>
                  </a:moveTo>
                  <a:lnTo>
                    <a:pt x="142227" y="160088"/>
                  </a:lnTo>
                  <a:lnTo>
                    <a:pt x="142636" y="159489"/>
                  </a:lnTo>
                  <a:lnTo>
                    <a:pt x="143236" y="158608"/>
                  </a:lnTo>
                  <a:lnTo>
                    <a:pt x="144519" y="156726"/>
                  </a:lnTo>
                  <a:lnTo>
                    <a:pt x="144644" y="156543"/>
                  </a:lnTo>
                  <a:lnTo>
                    <a:pt x="150543" y="144709"/>
                  </a:lnTo>
                  <a:lnTo>
                    <a:pt x="153464" y="142866"/>
                  </a:lnTo>
                  <a:lnTo>
                    <a:pt x="158005" y="140000"/>
                  </a:lnTo>
                  <a:lnTo>
                    <a:pt x="162520" y="137151"/>
                  </a:lnTo>
                  <a:lnTo>
                    <a:pt x="168029" y="133620"/>
                  </a:lnTo>
                  <a:lnTo>
                    <a:pt x="170773" y="137134"/>
                  </a:lnTo>
                  <a:lnTo>
                    <a:pt x="171977" y="138675"/>
                  </a:lnTo>
                  <a:lnTo>
                    <a:pt x="175598" y="136336"/>
                  </a:lnTo>
                  <a:lnTo>
                    <a:pt x="176241" y="135734"/>
                  </a:lnTo>
                  <a:lnTo>
                    <a:pt x="176945" y="136627"/>
                  </a:lnTo>
                  <a:lnTo>
                    <a:pt x="178307" y="138354"/>
                  </a:lnTo>
                  <a:lnTo>
                    <a:pt x="178485" y="138580"/>
                  </a:lnTo>
                  <a:lnTo>
                    <a:pt x="178617" y="138747"/>
                  </a:lnTo>
                  <a:lnTo>
                    <a:pt x="178896" y="138480"/>
                  </a:lnTo>
                  <a:lnTo>
                    <a:pt x="179236" y="138153"/>
                  </a:lnTo>
                  <a:lnTo>
                    <a:pt x="181156" y="136309"/>
                  </a:lnTo>
                  <a:lnTo>
                    <a:pt x="183793" y="138137"/>
                  </a:lnTo>
                  <a:lnTo>
                    <a:pt x="185256" y="138868"/>
                  </a:lnTo>
                  <a:lnTo>
                    <a:pt x="185719" y="139100"/>
                  </a:lnTo>
                  <a:lnTo>
                    <a:pt x="185468" y="139966"/>
                  </a:lnTo>
                  <a:lnTo>
                    <a:pt x="185428" y="140238"/>
                  </a:lnTo>
                  <a:lnTo>
                    <a:pt x="189115" y="142051"/>
                  </a:lnTo>
                  <a:lnTo>
                    <a:pt x="190078" y="142525"/>
                  </a:lnTo>
                  <a:lnTo>
                    <a:pt x="192385" y="143236"/>
                  </a:lnTo>
                  <a:lnTo>
                    <a:pt x="194292" y="143270"/>
                  </a:lnTo>
                  <a:lnTo>
                    <a:pt x="195520" y="143292"/>
                  </a:lnTo>
                  <a:lnTo>
                    <a:pt x="196748" y="143289"/>
                  </a:lnTo>
                  <a:lnTo>
                    <a:pt x="199512" y="142997"/>
                  </a:lnTo>
                  <a:lnTo>
                    <a:pt x="200390" y="142905"/>
                  </a:lnTo>
                  <a:lnTo>
                    <a:pt x="200547" y="142888"/>
                  </a:lnTo>
                  <a:lnTo>
                    <a:pt x="203055" y="138843"/>
                  </a:lnTo>
                  <a:lnTo>
                    <a:pt x="205532" y="139669"/>
                  </a:lnTo>
                  <a:lnTo>
                    <a:pt x="208271" y="136518"/>
                  </a:lnTo>
                  <a:lnTo>
                    <a:pt x="214562" y="138757"/>
                  </a:lnTo>
                  <a:lnTo>
                    <a:pt x="218610" y="142756"/>
                  </a:lnTo>
                  <a:lnTo>
                    <a:pt x="217919" y="148375"/>
                  </a:lnTo>
                  <a:lnTo>
                    <a:pt x="217363" y="152991"/>
                  </a:lnTo>
                  <a:lnTo>
                    <a:pt x="216082" y="152803"/>
                  </a:lnTo>
                  <a:lnTo>
                    <a:pt x="213843" y="152803"/>
                  </a:lnTo>
                  <a:lnTo>
                    <a:pt x="212785" y="153044"/>
                  </a:lnTo>
                  <a:lnTo>
                    <a:pt x="211016" y="153446"/>
                  </a:lnTo>
                  <a:lnTo>
                    <a:pt x="207011" y="155011"/>
                  </a:lnTo>
                  <a:lnTo>
                    <a:pt x="205322" y="156014"/>
                  </a:lnTo>
                  <a:lnTo>
                    <a:pt x="204766" y="156538"/>
                  </a:lnTo>
                  <a:lnTo>
                    <a:pt x="203830" y="157419"/>
                  </a:lnTo>
                  <a:lnTo>
                    <a:pt x="202400" y="160206"/>
                  </a:lnTo>
                  <a:lnTo>
                    <a:pt x="202189" y="160616"/>
                  </a:lnTo>
                  <a:lnTo>
                    <a:pt x="201986" y="161012"/>
                  </a:lnTo>
                  <a:lnTo>
                    <a:pt x="200989" y="163127"/>
                  </a:lnTo>
                  <a:lnTo>
                    <a:pt x="200786" y="163559"/>
                  </a:lnTo>
                  <a:lnTo>
                    <a:pt x="200724" y="163691"/>
                  </a:lnTo>
                  <a:lnTo>
                    <a:pt x="199144" y="167043"/>
                  </a:lnTo>
                  <a:lnTo>
                    <a:pt x="197892" y="169699"/>
                  </a:lnTo>
                  <a:lnTo>
                    <a:pt x="192193" y="168441"/>
                  </a:lnTo>
                  <a:lnTo>
                    <a:pt x="188816" y="167696"/>
                  </a:lnTo>
                  <a:lnTo>
                    <a:pt x="185333" y="167503"/>
                  </a:lnTo>
                  <a:lnTo>
                    <a:pt x="183352" y="170048"/>
                  </a:lnTo>
                  <a:lnTo>
                    <a:pt x="183231" y="170204"/>
                  </a:lnTo>
                  <a:lnTo>
                    <a:pt x="182168" y="170771"/>
                  </a:lnTo>
                  <a:lnTo>
                    <a:pt x="178936" y="172497"/>
                  </a:lnTo>
                  <a:lnTo>
                    <a:pt x="177061" y="173498"/>
                  </a:lnTo>
                  <a:lnTo>
                    <a:pt x="176082" y="174011"/>
                  </a:lnTo>
                  <a:lnTo>
                    <a:pt x="171430" y="177418"/>
                  </a:lnTo>
                  <a:lnTo>
                    <a:pt x="167359" y="172150"/>
                  </a:lnTo>
                  <a:lnTo>
                    <a:pt x="166853" y="171527"/>
                  </a:lnTo>
                  <a:lnTo>
                    <a:pt x="162957" y="174693"/>
                  </a:lnTo>
                  <a:lnTo>
                    <a:pt x="157988" y="178732"/>
                  </a:lnTo>
                  <a:lnTo>
                    <a:pt x="157604" y="179055"/>
                  </a:lnTo>
                  <a:lnTo>
                    <a:pt x="154585" y="181604"/>
                  </a:lnTo>
                  <a:lnTo>
                    <a:pt x="154164" y="181960"/>
                  </a:lnTo>
                  <a:lnTo>
                    <a:pt x="153948" y="182142"/>
                  </a:lnTo>
                  <a:lnTo>
                    <a:pt x="154286" y="186146"/>
                  </a:lnTo>
                  <a:lnTo>
                    <a:pt x="153615" y="186734"/>
                  </a:lnTo>
                  <a:lnTo>
                    <a:pt x="153115" y="187171"/>
                  </a:lnTo>
                  <a:lnTo>
                    <a:pt x="151114" y="189018"/>
                  </a:lnTo>
                  <a:lnTo>
                    <a:pt x="145670" y="194146"/>
                  </a:lnTo>
                  <a:lnTo>
                    <a:pt x="144666" y="195091"/>
                  </a:lnTo>
                  <a:lnTo>
                    <a:pt x="143344" y="196337"/>
                  </a:lnTo>
                  <a:lnTo>
                    <a:pt x="143134" y="196515"/>
                  </a:lnTo>
                  <a:lnTo>
                    <a:pt x="141403" y="195363"/>
                  </a:lnTo>
                  <a:lnTo>
                    <a:pt x="140760" y="194936"/>
                  </a:lnTo>
                  <a:lnTo>
                    <a:pt x="141037" y="189190"/>
                  </a:lnTo>
                  <a:lnTo>
                    <a:pt x="138979" y="189098"/>
                  </a:lnTo>
                  <a:lnTo>
                    <a:pt x="137461" y="189031"/>
                  </a:lnTo>
                  <a:lnTo>
                    <a:pt x="137261" y="189022"/>
                  </a:lnTo>
                  <a:lnTo>
                    <a:pt x="136665" y="196444"/>
                  </a:lnTo>
                  <a:lnTo>
                    <a:pt x="136627" y="196916"/>
                  </a:lnTo>
                  <a:lnTo>
                    <a:pt x="136477" y="198790"/>
                  </a:lnTo>
                  <a:lnTo>
                    <a:pt x="136457" y="199032"/>
                  </a:lnTo>
                  <a:lnTo>
                    <a:pt x="136441" y="199233"/>
                  </a:lnTo>
                  <a:lnTo>
                    <a:pt x="134754" y="199170"/>
                  </a:lnTo>
                  <a:lnTo>
                    <a:pt x="131746" y="199058"/>
                  </a:lnTo>
                  <a:lnTo>
                    <a:pt x="130960" y="200371"/>
                  </a:lnTo>
                  <a:lnTo>
                    <a:pt x="130532" y="201087"/>
                  </a:lnTo>
                  <a:lnTo>
                    <a:pt x="128585" y="204340"/>
                  </a:lnTo>
                  <a:lnTo>
                    <a:pt x="124199" y="199459"/>
                  </a:lnTo>
                  <a:lnTo>
                    <a:pt x="115354" y="189557"/>
                  </a:lnTo>
                  <a:lnTo>
                    <a:pt x="110156" y="183738"/>
                  </a:lnTo>
                  <a:lnTo>
                    <a:pt x="109947" y="183504"/>
                  </a:lnTo>
                  <a:lnTo>
                    <a:pt x="109588" y="183101"/>
                  </a:lnTo>
                  <a:lnTo>
                    <a:pt x="108647" y="183913"/>
                  </a:lnTo>
                  <a:lnTo>
                    <a:pt x="103547" y="188752"/>
                  </a:lnTo>
                  <a:lnTo>
                    <a:pt x="98342" y="193690"/>
                  </a:lnTo>
                  <a:lnTo>
                    <a:pt x="93150" y="198617"/>
                  </a:lnTo>
                  <a:lnTo>
                    <a:pt x="92812" y="198919"/>
                  </a:lnTo>
                  <a:lnTo>
                    <a:pt x="92454" y="198481"/>
                  </a:lnTo>
                  <a:lnTo>
                    <a:pt x="89497" y="194862"/>
                  </a:lnTo>
                  <a:lnTo>
                    <a:pt x="88607" y="191237"/>
                  </a:lnTo>
                  <a:lnTo>
                    <a:pt x="88610" y="189384"/>
                  </a:lnTo>
                  <a:lnTo>
                    <a:pt x="88644" y="184312"/>
                  </a:lnTo>
                  <a:lnTo>
                    <a:pt x="88653" y="180069"/>
                  </a:lnTo>
                  <a:lnTo>
                    <a:pt x="86015" y="178185"/>
                  </a:lnTo>
                  <a:lnTo>
                    <a:pt x="83213" y="176183"/>
                  </a:lnTo>
                  <a:lnTo>
                    <a:pt x="82705" y="176647"/>
                  </a:lnTo>
                  <a:lnTo>
                    <a:pt x="81798" y="177477"/>
                  </a:lnTo>
                  <a:lnTo>
                    <a:pt x="81668" y="177628"/>
                  </a:lnTo>
                  <a:lnTo>
                    <a:pt x="81243" y="178120"/>
                  </a:lnTo>
                  <a:lnTo>
                    <a:pt x="81021" y="178378"/>
                  </a:lnTo>
                  <a:lnTo>
                    <a:pt x="79860" y="177758"/>
                  </a:lnTo>
                  <a:lnTo>
                    <a:pt x="72433" y="173785"/>
                  </a:lnTo>
                  <a:lnTo>
                    <a:pt x="68766" y="171823"/>
                  </a:lnTo>
                  <a:lnTo>
                    <a:pt x="66903" y="171233"/>
                  </a:lnTo>
                  <a:lnTo>
                    <a:pt x="65537" y="168543"/>
                  </a:lnTo>
                  <a:lnTo>
                    <a:pt x="64212" y="165931"/>
                  </a:lnTo>
                  <a:lnTo>
                    <a:pt x="64068" y="165648"/>
                  </a:lnTo>
                  <a:lnTo>
                    <a:pt x="64001" y="165516"/>
                  </a:lnTo>
                  <a:lnTo>
                    <a:pt x="63841" y="165201"/>
                  </a:lnTo>
                  <a:lnTo>
                    <a:pt x="58758" y="167002"/>
                  </a:lnTo>
                  <a:lnTo>
                    <a:pt x="54499" y="166042"/>
                  </a:lnTo>
                  <a:lnTo>
                    <a:pt x="45173" y="163939"/>
                  </a:lnTo>
                  <a:lnTo>
                    <a:pt x="42112" y="162578"/>
                  </a:lnTo>
                  <a:lnTo>
                    <a:pt x="41832" y="162454"/>
                  </a:lnTo>
                  <a:lnTo>
                    <a:pt x="37700" y="160617"/>
                  </a:lnTo>
                  <a:lnTo>
                    <a:pt x="38135" y="156104"/>
                  </a:lnTo>
                  <a:lnTo>
                    <a:pt x="44074" y="154098"/>
                  </a:lnTo>
                  <a:lnTo>
                    <a:pt x="44408" y="149028"/>
                  </a:lnTo>
                  <a:lnTo>
                    <a:pt x="41571" y="148428"/>
                  </a:lnTo>
                  <a:lnTo>
                    <a:pt x="40223" y="142678"/>
                  </a:lnTo>
                  <a:lnTo>
                    <a:pt x="37867" y="140993"/>
                  </a:lnTo>
                  <a:lnTo>
                    <a:pt x="36006" y="137148"/>
                  </a:lnTo>
                  <a:lnTo>
                    <a:pt x="38731" y="130476"/>
                  </a:lnTo>
                  <a:lnTo>
                    <a:pt x="38905" y="126047"/>
                  </a:lnTo>
                  <a:lnTo>
                    <a:pt x="39045" y="122449"/>
                  </a:lnTo>
                  <a:lnTo>
                    <a:pt x="40451" y="121519"/>
                  </a:lnTo>
                  <a:lnTo>
                    <a:pt x="41716" y="120683"/>
                  </a:lnTo>
                  <a:lnTo>
                    <a:pt x="42265" y="118033"/>
                  </a:lnTo>
                  <a:lnTo>
                    <a:pt x="41719" y="117809"/>
                  </a:lnTo>
                  <a:lnTo>
                    <a:pt x="40689" y="117386"/>
                  </a:lnTo>
                  <a:lnTo>
                    <a:pt x="35842" y="115393"/>
                  </a:lnTo>
                  <a:lnTo>
                    <a:pt x="39752" y="107999"/>
                  </a:lnTo>
                  <a:lnTo>
                    <a:pt x="38967" y="105270"/>
                  </a:lnTo>
                  <a:lnTo>
                    <a:pt x="35792" y="106073"/>
                  </a:lnTo>
                  <a:lnTo>
                    <a:pt x="35402" y="105199"/>
                  </a:lnTo>
                  <a:lnTo>
                    <a:pt x="29557" y="92110"/>
                  </a:lnTo>
                  <a:lnTo>
                    <a:pt x="17640" y="97015"/>
                  </a:lnTo>
                  <a:lnTo>
                    <a:pt x="14899" y="91308"/>
                  </a:lnTo>
                  <a:lnTo>
                    <a:pt x="14810" y="91123"/>
                  </a:lnTo>
                  <a:lnTo>
                    <a:pt x="14644" y="90779"/>
                  </a:lnTo>
                  <a:lnTo>
                    <a:pt x="14097" y="91072"/>
                  </a:lnTo>
                  <a:lnTo>
                    <a:pt x="6967" y="94888"/>
                  </a:lnTo>
                  <a:lnTo>
                    <a:pt x="253" y="83508"/>
                  </a:lnTo>
                  <a:lnTo>
                    <a:pt x="5283" y="79393"/>
                  </a:lnTo>
                  <a:lnTo>
                    <a:pt x="0" y="71808"/>
                  </a:lnTo>
                  <a:lnTo>
                    <a:pt x="820" y="70171"/>
                  </a:lnTo>
                  <a:lnTo>
                    <a:pt x="1180" y="69453"/>
                  </a:lnTo>
                  <a:lnTo>
                    <a:pt x="1717" y="68382"/>
                  </a:lnTo>
                  <a:lnTo>
                    <a:pt x="4044" y="63740"/>
                  </a:lnTo>
                  <a:lnTo>
                    <a:pt x="8089" y="62536"/>
                  </a:lnTo>
                  <a:lnTo>
                    <a:pt x="8645" y="62349"/>
                  </a:lnTo>
                  <a:lnTo>
                    <a:pt x="14464" y="60395"/>
                  </a:lnTo>
                  <a:lnTo>
                    <a:pt x="16511" y="57824"/>
                  </a:lnTo>
                  <a:lnTo>
                    <a:pt x="17212" y="56943"/>
                  </a:lnTo>
                  <a:lnTo>
                    <a:pt x="25930" y="61920"/>
                  </a:lnTo>
                  <a:lnTo>
                    <a:pt x="27186" y="49317"/>
                  </a:lnTo>
                  <a:lnTo>
                    <a:pt x="27387" y="47891"/>
                  </a:lnTo>
                  <a:lnTo>
                    <a:pt x="27281" y="44128"/>
                  </a:lnTo>
                  <a:lnTo>
                    <a:pt x="27144" y="39618"/>
                  </a:lnTo>
                  <a:lnTo>
                    <a:pt x="27095" y="37994"/>
                  </a:lnTo>
                  <a:lnTo>
                    <a:pt x="20519" y="25351"/>
                  </a:lnTo>
                  <a:lnTo>
                    <a:pt x="20036" y="25154"/>
                  </a:lnTo>
                  <a:lnTo>
                    <a:pt x="9330" y="20802"/>
                  </a:lnTo>
                  <a:lnTo>
                    <a:pt x="8725" y="20560"/>
                  </a:lnTo>
                  <a:lnTo>
                    <a:pt x="7952" y="8663"/>
                  </a:lnTo>
                  <a:lnTo>
                    <a:pt x="17692" y="4395"/>
                  </a:lnTo>
                  <a:lnTo>
                    <a:pt x="22993" y="0"/>
                  </a:lnTo>
                  <a:lnTo>
                    <a:pt x="26704" y="1505"/>
                  </a:lnTo>
                  <a:lnTo>
                    <a:pt x="24476" y="17438"/>
                  </a:lnTo>
                  <a:lnTo>
                    <a:pt x="22562" y="22285"/>
                  </a:lnTo>
                  <a:lnTo>
                    <a:pt x="23971" y="24165"/>
                  </a:lnTo>
                  <a:lnTo>
                    <a:pt x="26914" y="27398"/>
                  </a:lnTo>
                  <a:lnTo>
                    <a:pt x="28880" y="30712"/>
                  </a:lnTo>
                  <a:lnTo>
                    <a:pt x="31366" y="34855"/>
                  </a:lnTo>
                  <a:lnTo>
                    <a:pt x="38236" y="29548"/>
                  </a:lnTo>
                  <a:lnTo>
                    <a:pt x="43893" y="23854"/>
                  </a:lnTo>
                  <a:lnTo>
                    <a:pt x="44639" y="23072"/>
                  </a:lnTo>
                  <a:lnTo>
                    <a:pt x="48995" y="26357"/>
                  </a:lnTo>
                  <a:lnTo>
                    <a:pt x="52191" y="28767"/>
                  </a:lnTo>
                  <a:lnTo>
                    <a:pt x="68003" y="53458"/>
                  </a:lnTo>
                  <a:lnTo>
                    <a:pt x="73949" y="50428"/>
                  </a:lnTo>
                  <a:lnTo>
                    <a:pt x="79543" y="59782"/>
                  </a:lnTo>
                  <a:lnTo>
                    <a:pt x="81438" y="74120"/>
                  </a:lnTo>
                  <a:lnTo>
                    <a:pt x="68598" y="82268"/>
                  </a:lnTo>
                  <a:lnTo>
                    <a:pt x="70250" y="84760"/>
                  </a:lnTo>
                  <a:lnTo>
                    <a:pt x="66890" y="86946"/>
                  </a:lnTo>
                  <a:lnTo>
                    <a:pt x="63382" y="89229"/>
                  </a:lnTo>
                  <a:lnTo>
                    <a:pt x="62551" y="89770"/>
                  </a:lnTo>
                  <a:lnTo>
                    <a:pt x="60884" y="90854"/>
                  </a:lnTo>
                  <a:lnTo>
                    <a:pt x="60814" y="92767"/>
                  </a:lnTo>
                  <a:lnTo>
                    <a:pt x="60830" y="93017"/>
                  </a:lnTo>
                  <a:lnTo>
                    <a:pt x="60164" y="96262"/>
                  </a:lnTo>
                  <a:lnTo>
                    <a:pt x="63661" y="96347"/>
                  </a:lnTo>
                  <a:lnTo>
                    <a:pt x="63485" y="98625"/>
                  </a:lnTo>
                  <a:lnTo>
                    <a:pt x="63337" y="100531"/>
                  </a:lnTo>
                  <a:lnTo>
                    <a:pt x="63328" y="103374"/>
                  </a:lnTo>
                  <a:lnTo>
                    <a:pt x="69457" y="107714"/>
                  </a:lnTo>
                  <a:lnTo>
                    <a:pt x="75115" y="104232"/>
                  </a:lnTo>
                  <a:lnTo>
                    <a:pt x="77892" y="107374"/>
                  </a:lnTo>
                  <a:lnTo>
                    <a:pt x="75923" y="109172"/>
                  </a:lnTo>
                  <a:lnTo>
                    <a:pt x="75319" y="109648"/>
                  </a:lnTo>
                  <a:lnTo>
                    <a:pt x="80023" y="116163"/>
                  </a:lnTo>
                  <a:lnTo>
                    <a:pt x="84340" y="107920"/>
                  </a:lnTo>
                  <a:lnTo>
                    <a:pt x="84829" y="107285"/>
                  </a:lnTo>
                  <a:lnTo>
                    <a:pt x="97182" y="108522"/>
                  </a:lnTo>
                  <a:lnTo>
                    <a:pt x="97828" y="108584"/>
                  </a:lnTo>
                  <a:lnTo>
                    <a:pt x="97934" y="111790"/>
                  </a:lnTo>
                  <a:lnTo>
                    <a:pt x="97984" y="113282"/>
                  </a:lnTo>
                  <a:lnTo>
                    <a:pt x="100447" y="114205"/>
                  </a:lnTo>
                  <a:lnTo>
                    <a:pt x="100706" y="114303"/>
                  </a:lnTo>
                  <a:lnTo>
                    <a:pt x="101028" y="115128"/>
                  </a:lnTo>
                  <a:lnTo>
                    <a:pt x="102207" y="118151"/>
                  </a:lnTo>
                  <a:lnTo>
                    <a:pt x="102766" y="119584"/>
                  </a:lnTo>
                  <a:lnTo>
                    <a:pt x="103280" y="120640"/>
                  </a:lnTo>
                  <a:lnTo>
                    <a:pt x="103612" y="121133"/>
                  </a:lnTo>
                  <a:lnTo>
                    <a:pt x="106332" y="125175"/>
                  </a:lnTo>
                  <a:lnTo>
                    <a:pt x="106500" y="125425"/>
                  </a:lnTo>
                  <a:lnTo>
                    <a:pt x="107178" y="126566"/>
                  </a:lnTo>
                  <a:lnTo>
                    <a:pt x="108785" y="129268"/>
                  </a:lnTo>
                  <a:lnTo>
                    <a:pt x="109853" y="131065"/>
                  </a:lnTo>
                  <a:lnTo>
                    <a:pt x="110079" y="131446"/>
                  </a:lnTo>
                  <a:lnTo>
                    <a:pt x="110235" y="132074"/>
                  </a:lnTo>
                  <a:lnTo>
                    <a:pt x="110452" y="132084"/>
                  </a:lnTo>
                  <a:lnTo>
                    <a:pt x="111184" y="132115"/>
                  </a:lnTo>
                  <a:lnTo>
                    <a:pt x="113144" y="132199"/>
                  </a:lnTo>
                  <a:lnTo>
                    <a:pt x="113876" y="133255"/>
                  </a:lnTo>
                  <a:lnTo>
                    <a:pt x="114759" y="133530"/>
                  </a:lnTo>
                  <a:lnTo>
                    <a:pt x="120520" y="135324"/>
                  </a:lnTo>
                  <a:lnTo>
                    <a:pt x="122250" y="135501"/>
                  </a:lnTo>
                  <a:lnTo>
                    <a:pt x="123678" y="134985"/>
                  </a:lnTo>
                  <a:lnTo>
                    <a:pt x="125615" y="134285"/>
                  </a:lnTo>
                  <a:lnTo>
                    <a:pt x="125306" y="133714"/>
                  </a:lnTo>
                  <a:lnTo>
                    <a:pt x="124604" y="132479"/>
                  </a:lnTo>
                  <a:lnTo>
                    <a:pt x="122939" y="130444"/>
                  </a:lnTo>
                  <a:lnTo>
                    <a:pt x="121895" y="129060"/>
                  </a:lnTo>
                  <a:lnTo>
                    <a:pt x="121776" y="128922"/>
                  </a:lnTo>
                  <a:lnTo>
                    <a:pt x="120185" y="127070"/>
                  </a:lnTo>
                  <a:lnTo>
                    <a:pt x="116818" y="123222"/>
                  </a:lnTo>
                  <a:lnTo>
                    <a:pt x="112915" y="118413"/>
                  </a:lnTo>
                  <a:lnTo>
                    <a:pt x="111958" y="115914"/>
                  </a:lnTo>
                  <a:lnTo>
                    <a:pt x="115101" y="113966"/>
                  </a:lnTo>
                  <a:lnTo>
                    <a:pt x="117527" y="117213"/>
                  </a:lnTo>
                  <a:lnTo>
                    <a:pt x="121494" y="122275"/>
                  </a:lnTo>
                  <a:lnTo>
                    <a:pt x="127838" y="129585"/>
                  </a:lnTo>
                  <a:lnTo>
                    <a:pt x="130339" y="132710"/>
                  </a:lnTo>
                  <a:lnTo>
                    <a:pt x="133209" y="136297"/>
                  </a:lnTo>
                  <a:lnTo>
                    <a:pt x="136013" y="139258"/>
                  </a:lnTo>
                  <a:lnTo>
                    <a:pt x="139013" y="140472"/>
                  </a:lnTo>
                  <a:lnTo>
                    <a:pt x="143566" y="142316"/>
                  </a:lnTo>
                  <a:lnTo>
                    <a:pt x="138109" y="156738"/>
                  </a:lnTo>
                  <a:lnTo>
                    <a:pt x="136714" y="160423"/>
                  </a:lnTo>
                  <a:lnTo>
                    <a:pt x="136468" y="161074"/>
                  </a:lnTo>
                  <a:lnTo>
                    <a:pt x="135603" y="163360"/>
                  </a:lnTo>
                  <a:lnTo>
                    <a:pt x="133722" y="168802"/>
                  </a:lnTo>
                  <a:lnTo>
                    <a:pt x="137491" y="168945"/>
                  </a:lnTo>
                  <a:lnTo>
                    <a:pt x="138695" y="168991"/>
                  </a:lnTo>
                  <a:lnTo>
                    <a:pt x="138883" y="165077"/>
                  </a:lnTo>
                  <a:lnTo>
                    <a:pt x="139070" y="163989"/>
                  </a:lnTo>
                  <a:lnTo>
                    <a:pt x="139466" y="162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g201"/>
            <p:cNvSpPr/>
            <p:nvPr/>
          </p:nvSpPr>
          <p:spPr>
            <a:xfrm>
              <a:off x="2768053" y="3149795"/>
              <a:ext cx="190634" cy="259622"/>
            </a:xfrm>
            <a:custGeom>
              <a:avLst/>
              <a:pathLst>
                <a:path w="190634" h="259622">
                  <a:moveTo>
                    <a:pt x="56659" y="3732"/>
                  </a:moveTo>
                  <a:lnTo>
                    <a:pt x="45838" y="23234"/>
                  </a:lnTo>
                  <a:lnTo>
                    <a:pt x="36748" y="31275"/>
                  </a:lnTo>
                  <a:lnTo>
                    <a:pt x="36883" y="34322"/>
                  </a:lnTo>
                  <a:lnTo>
                    <a:pt x="43819" y="33415"/>
                  </a:lnTo>
                  <a:lnTo>
                    <a:pt x="47699" y="43143"/>
                  </a:lnTo>
                  <a:lnTo>
                    <a:pt x="68456" y="32962"/>
                  </a:lnTo>
                  <a:lnTo>
                    <a:pt x="72519" y="34926"/>
                  </a:lnTo>
                  <a:lnTo>
                    <a:pt x="72876" y="45534"/>
                  </a:lnTo>
                  <a:lnTo>
                    <a:pt x="73487" y="46568"/>
                  </a:lnTo>
                  <a:lnTo>
                    <a:pt x="77686" y="53662"/>
                  </a:lnTo>
                  <a:lnTo>
                    <a:pt x="82889" y="54164"/>
                  </a:lnTo>
                  <a:lnTo>
                    <a:pt x="86031" y="57576"/>
                  </a:lnTo>
                  <a:lnTo>
                    <a:pt x="82889" y="70420"/>
                  </a:lnTo>
                  <a:lnTo>
                    <a:pt x="82595" y="76541"/>
                  </a:lnTo>
                  <a:lnTo>
                    <a:pt x="78472" y="83465"/>
                  </a:lnTo>
                  <a:lnTo>
                    <a:pt x="78177" y="89185"/>
                  </a:lnTo>
                  <a:lnTo>
                    <a:pt x="73269" y="93199"/>
                  </a:lnTo>
                  <a:lnTo>
                    <a:pt x="69931" y="90289"/>
                  </a:lnTo>
                  <a:lnTo>
                    <a:pt x="62568" y="101828"/>
                  </a:lnTo>
                  <a:lnTo>
                    <a:pt x="61212" y="101124"/>
                  </a:lnTo>
                  <a:lnTo>
                    <a:pt x="59356" y="100160"/>
                  </a:lnTo>
                  <a:lnTo>
                    <a:pt x="54712" y="108035"/>
                  </a:lnTo>
                  <a:lnTo>
                    <a:pt x="45192" y="104538"/>
                  </a:lnTo>
                  <a:lnTo>
                    <a:pt x="46529" y="110360"/>
                  </a:lnTo>
                  <a:lnTo>
                    <a:pt x="47792" y="115859"/>
                  </a:lnTo>
                  <a:lnTo>
                    <a:pt x="48179" y="116827"/>
                  </a:lnTo>
                  <a:lnTo>
                    <a:pt x="55725" y="135728"/>
                  </a:lnTo>
                  <a:lnTo>
                    <a:pt x="47930" y="139088"/>
                  </a:lnTo>
                  <a:lnTo>
                    <a:pt x="52534" y="154062"/>
                  </a:lnTo>
                  <a:lnTo>
                    <a:pt x="53142" y="153845"/>
                  </a:lnTo>
                  <a:lnTo>
                    <a:pt x="59721" y="151499"/>
                  </a:lnTo>
                  <a:lnTo>
                    <a:pt x="63511" y="157933"/>
                  </a:lnTo>
                  <a:lnTo>
                    <a:pt x="65219" y="160832"/>
                  </a:lnTo>
                  <a:lnTo>
                    <a:pt x="71502" y="161634"/>
                  </a:lnTo>
                  <a:lnTo>
                    <a:pt x="72974" y="152804"/>
                  </a:lnTo>
                  <a:lnTo>
                    <a:pt x="81319" y="147084"/>
                  </a:lnTo>
                  <a:lnTo>
                    <a:pt x="82712" y="145590"/>
                  </a:lnTo>
                  <a:lnTo>
                    <a:pt x="86297" y="141743"/>
                  </a:lnTo>
                  <a:lnTo>
                    <a:pt x="93125" y="135930"/>
                  </a:lnTo>
                  <a:lnTo>
                    <a:pt x="99632" y="133682"/>
                  </a:lnTo>
                  <a:lnTo>
                    <a:pt x="102452" y="133379"/>
                  </a:lnTo>
                  <a:lnTo>
                    <a:pt x="108512" y="133237"/>
                  </a:lnTo>
                  <a:lnTo>
                    <a:pt x="110366" y="133547"/>
                  </a:lnTo>
                  <a:lnTo>
                    <a:pt x="113207" y="136530"/>
                  </a:lnTo>
                  <a:lnTo>
                    <a:pt x="122737" y="133657"/>
                  </a:lnTo>
                  <a:lnTo>
                    <a:pt x="125906" y="132702"/>
                  </a:lnTo>
                  <a:lnTo>
                    <a:pt x="126722" y="134106"/>
                  </a:lnTo>
                  <a:lnTo>
                    <a:pt x="127853" y="137200"/>
                  </a:lnTo>
                  <a:lnTo>
                    <a:pt x="128099" y="137874"/>
                  </a:lnTo>
                  <a:lnTo>
                    <a:pt x="128426" y="138758"/>
                  </a:lnTo>
                  <a:lnTo>
                    <a:pt x="128643" y="139346"/>
                  </a:lnTo>
                  <a:lnTo>
                    <a:pt x="130160" y="142149"/>
                  </a:lnTo>
                  <a:lnTo>
                    <a:pt x="131961" y="145414"/>
                  </a:lnTo>
                  <a:lnTo>
                    <a:pt x="133717" y="147904"/>
                  </a:lnTo>
                  <a:lnTo>
                    <a:pt x="135926" y="148844"/>
                  </a:lnTo>
                  <a:lnTo>
                    <a:pt x="137767" y="148970"/>
                  </a:lnTo>
                  <a:lnTo>
                    <a:pt x="140424" y="148894"/>
                  </a:lnTo>
                  <a:lnTo>
                    <a:pt x="142181" y="148844"/>
                  </a:lnTo>
                  <a:lnTo>
                    <a:pt x="146418" y="148844"/>
                  </a:lnTo>
                  <a:lnTo>
                    <a:pt x="152124" y="149910"/>
                  </a:lnTo>
                  <a:lnTo>
                    <a:pt x="155939" y="150994"/>
                  </a:lnTo>
                  <a:lnTo>
                    <a:pt x="158483" y="151717"/>
                  </a:lnTo>
                  <a:lnTo>
                    <a:pt x="159075" y="151885"/>
                  </a:lnTo>
                  <a:lnTo>
                    <a:pt x="166727" y="153548"/>
                  </a:lnTo>
                  <a:lnTo>
                    <a:pt x="170399" y="155320"/>
                  </a:lnTo>
                  <a:lnTo>
                    <a:pt x="171145" y="155680"/>
                  </a:lnTo>
                  <a:lnTo>
                    <a:pt x="174074" y="157796"/>
                  </a:lnTo>
                  <a:lnTo>
                    <a:pt x="176789" y="159757"/>
                  </a:lnTo>
                  <a:lnTo>
                    <a:pt x="179673" y="163708"/>
                  </a:lnTo>
                  <a:lnTo>
                    <a:pt x="180655" y="164649"/>
                  </a:lnTo>
                  <a:lnTo>
                    <a:pt x="182741" y="165652"/>
                  </a:lnTo>
                  <a:lnTo>
                    <a:pt x="184060" y="166655"/>
                  </a:lnTo>
                  <a:lnTo>
                    <a:pt x="185625" y="169791"/>
                  </a:lnTo>
                  <a:lnTo>
                    <a:pt x="186413" y="172239"/>
                  </a:lnTo>
                  <a:lnTo>
                    <a:pt x="187017" y="174116"/>
                  </a:lnTo>
                  <a:lnTo>
                    <a:pt x="187527" y="176314"/>
                  </a:lnTo>
                  <a:lnTo>
                    <a:pt x="187466" y="182746"/>
                  </a:lnTo>
                  <a:lnTo>
                    <a:pt x="186729" y="187979"/>
                  </a:lnTo>
                  <a:lnTo>
                    <a:pt x="186272" y="189759"/>
                  </a:lnTo>
                  <a:lnTo>
                    <a:pt x="188303" y="197244"/>
                  </a:lnTo>
                  <a:lnTo>
                    <a:pt x="189407" y="201759"/>
                  </a:lnTo>
                  <a:lnTo>
                    <a:pt x="190634" y="205397"/>
                  </a:lnTo>
                  <a:lnTo>
                    <a:pt x="183689" y="207077"/>
                  </a:lnTo>
                  <a:lnTo>
                    <a:pt x="176228" y="209686"/>
                  </a:lnTo>
                  <a:lnTo>
                    <a:pt x="169945" y="213499"/>
                  </a:lnTo>
                  <a:lnTo>
                    <a:pt x="160324" y="218115"/>
                  </a:lnTo>
                  <a:lnTo>
                    <a:pt x="156201" y="222129"/>
                  </a:lnTo>
                  <a:lnTo>
                    <a:pt x="146060" y="229389"/>
                  </a:lnTo>
                  <a:lnTo>
                    <a:pt x="139769" y="227149"/>
                  </a:lnTo>
                  <a:lnTo>
                    <a:pt x="137031" y="230300"/>
                  </a:lnTo>
                  <a:lnTo>
                    <a:pt x="134553" y="229474"/>
                  </a:lnTo>
                  <a:lnTo>
                    <a:pt x="132045" y="233520"/>
                  </a:lnTo>
                  <a:lnTo>
                    <a:pt x="131852" y="233540"/>
                  </a:lnTo>
                  <a:lnTo>
                    <a:pt x="131010" y="233629"/>
                  </a:lnTo>
                  <a:lnTo>
                    <a:pt x="128224" y="233921"/>
                  </a:lnTo>
                  <a:lnTo>
                    <a:pt x="127019" y="233924"/>
                  </a:lnTo>
                  <a:lnTo>
                    <a:pt x="125790" y="233902"/>
                  </a:lnTo>
                  <a:lnTo>
                    <a:pt x="123883" y="233867"/>
                  </a:lnTo>
                  <a:lnTo>
                    <a:pt x="121577" y="233156"/>
                  </a:lnTo>
                  <a:lnTo>
                    <a:pt x="120613" y="232682"/>
                  </a:lnTo>
                  <a:lnTo>
                    <a:pt x="116927" y="230869"/>
                  </a:lnTo>
                  <a:lnTo>
                    <a:pt x="116967" y="230597"/>
                  </a:lnTo>
                  <a:lnTo>
                    <a:pt x="117102" y="229673"/>
                  </a:lnTo>
                  <a:lnTo>
                    <a:pt x="116755" y="229500"/>
                  </a:lnTo>
                  <a:lnTo>
                    <a:pt x="115291" y="228768"/>
                  </a:lnTo>
                  <a:lnTo>
                    <a:pt x="112655" y="226941"/>
                  </a:lnTo>
                  <a:lnTo>
                    <a:pt x="110735" y="228784"/>
                  </a:lnTo>
                  <a:lnTo>
                    <a:pt x="110394" y="229111"/>
                  </a:lnTo>
                  <a:lnTo>
                    <a:pt x="110116" y="229378"/>
                  </a:lnTo>
                  <a:lnTo>
                    <a:pt x="109952" y="229170"/>
                  </a:lnTo>
                  <a:lnTo>
                    <a:pt x="109806" y="228985"/>
                  </a:lnTo>
                  <a:lnTo>
                    <a:pt x="108443" y="227258"/>
                  </a:lnTo>
                  <a:lnTo>
                    <a:pt x="107644" y="226429"/>
                  </a:lnTo>
                  <a:lnTo>
                    <a:pt x="107096" y="226967"/>
                  </a:lnTo>
                  <a:lnTo>
                    <a:pt x="103475" y="229307"/>
                  </a:lnTo>
                  <a:lnTo>
                    <a:pt x="102272" y="227766"/>
                  </a:lnTo>
                  <a:lnTo>
                    <a:pt x="99528" y="224252"/>
                  </a:lnTo>
                  <a:lnTo>
                    <a:pt x="94018" y="227782"/>
                  </a:lnTo>
                  <a:lnTo>
                    <a:pt x="89503" y="230631"/>
                  </a:lnTo>
                  <a:lnTo>
                    <a:pt x="84962" y="233497"/>
                  </a:lnTo>
                  <a:lnTo>
                    <a:pt x="82041" y="235340"/>
                  </a:lnTo>
                  <a:lnTo>
                    <a:pt x="76143" y="247174"/>
                  </a:lnTo>
                  <a:lnTo>
                    <a:pt x="76018" y="247357"/>
                  </a:lnTo>
                  <a:lnTo>
                    <a:pt x="74735" y="249239"/>
                  </a:lnTo>
                  <a:lnTo>
                    <a:pt x="74134" y="250120"/>
                  </a:lnTo>
                  <a:lnTo>
                    <a:pt x="73726" y="250719"/>
                  </a:lnTo>
                  <a:lnTo>
                    <a:pt x="73098" y="251239"/>
                  </a:lnTo>
                  <a:lnTo>
                    <a:pt x="70964" y="253008"/>
                  </a:lnTo>
                  <a:lnTo>
                    <a:pt x="70568" y="254620"/>
                  </a:lnTo>
                  <a:lnTo>
                    <a:pt x="70382" y="255709"/>
                  </a:lnTo>
                  <a:lnTo>
                    <a:pt x="70193" y="259622"/>
                  </a:lnTo>
                  <a:lnTo>
                    <a:pt x="68989" y="259577"/>
                  </a:lnTo>
                  <a:lnTo>
                    <a:pt x="65221" y="259434"/>
                  </a:lnTo>
                  <a:lnTo>
                    <a:pt x="67102" y="253991"/>
                  </a:lnTo>
                  <a:lnTo>
                    <a:pt x="67967" y="251705"/>
                  </a:lnTo>
                  <a:lnTo>
                    <a:pt x="68213" y="251055"/>
                  </a:lnTo>
                  <a:lnTo>
                    <a:pt x="69607" y="247370"/>
                  </a:lnTo>
                  <a:lnTo>
                    <a:pt x="75065" y="232948"/>
                  </a:lnTo>
                  <a:lnTo>
                    <a:pt x="70511" y="231104"/>
                  </a:lnTo>
                  <a:lnTo>
                    <a:pt x="67511" y="229889"/>
                  </a:lnTo>
                  <a:lnTo>
                    <a:pt x="64708" y="226928"/>
                  </a:lnTo>
                  <a:lnTo>
                    <a:pt x="61837" y="223341"/>
                  </a:lnTo>
                  <a:lnTo>
                    <a:pt x="59336" y="220216"/>
                  </a:lnTo>
                  <a:lnTo>
                    <a:pt x="52992" y="212907"/>
                  </a:lnTo>
                  <a:lnTo>
                    <a:pt x="49025" y="207844"/>
                  </a:lnTo>
                  <a:lnTo>
                    <a:pt x="46501" y="204659"/>
                  </a:lnTo>
                  <a:lnTo>
                    <a:pt x="43457" y="206545"/>
                  </a:lnTo>
                  <a:lnTo>
                    <a:pt x="44413" y="209045"/>
                  </a:lnTo>
                  <a:lnTo>
                    <a:pt x="48316" y="213853"/>
                  </a:lnTo>
                  <a:lnTo>
                    <a:pt x="51683" y="217702"/>
                  </a:lnTo>
                  <a:lnTo>
                    <a:pt x="53275" y="219554"/>
                  </a:lnTo>
                  <a:lnTo>
                    <a:pt x="53393" y="219691"/>
                  </a:lnTo>
                  <a:lnTo>
                    <a:pt x="54438" y="221076"/>
                  </a:lnTo>
                  <a:lnTo>
                    <a:pt x="56200" y="223230"/>
                  </a:lnTo>
                  <a:lnTo>
                    <a:pt x="56805" y="224346"/>
                  </a:lnTo>
                  <a:lnTo>
                    <a:pt x="57113" y="224916"/>
                  </a:lnTo>
                  <a:lnTo>
                    <a:pt x="55174" y="225615"/>
                  </a:lnTo>
                  <a:lnTo>
                    <a:pt x="53748" y="226132"/>
                  </a:lnTo>
                  <a:lnTo>
                    <a:pt x="52018" y="225956"/>
                  </a:lnTo>
                  <a:lnTo>
                    <a:pt x="46258" y="224161"/>
                  </a:lnTo>
                  <a:lnTo>
                    <a:pt x="45375" y="223886"/>
                  </a:lnTo>
                  <a:lnTo>
                    <a:pt x="44642" y="222831"/>
                  </a:lnTo>
                  <a:lnTo>
                    <a:pt x="42683" y="222747"/>
                  </a:lnTo>
                  <a:lnTo>
                    <a:pt x="41951" y="222715"/>
                  </a:lnTo>
                  <a:lnTo>
                    <a:pt x="41733" y="222706"/>
                  </a:lnTo>
                  <a:lnTo>
                    <a:pt x="41577" y="222077"/>
                  </a:lnTo>
                  <a:lnTo>
                    <a:pt x="41351" y="221697"/>
                  </a:lnTo>
                  <a:lnTo>
                    <a:pt x="40283" y="219900"/>
                  </a:lnTo>
                  <a:lnTo>
                    <a:pt x="38677" y="217197"/>
                  </a:lnTo>
                  <a:lnTo>
                    <a:pt x="37999" y="216057"/>
                  </a:lnTo>
                  <a:lnTo>
                    <a:pt x="37831" y="215807"/>
                  </a:lnTo>
                  <a:lnTo>
                    <a:pt x="35032" y="211648"/>
                  </a:lnTo>
                  <a:lnTo>
                    <a:pt x="34662" y="211066"/>
                  </a:lnTo>
                  <a:lnTo>
                    <a:pt x="34264" y="210215"/>
                  </a:lnTo>
                  <a:lnTo>
                    <a:pt x="33706" y="208782"/>
                  </a:lnTo>
                  <a:lnTo>
                    <a:pt x="32527" y="205760"/>
                  </a:lnTo>
                  <a:lnTo>
                    <a:pt x="32205" y="204934"/>
                  </a:lnTo>
                  <a:lnTo>
                    <a:pt x="31945" y="204837"/>
                  </a:lnTo>
                  <a:lnTo>
                    <a:pt x="29482" y="203913"/>
                  </a:lnTo>
                  <a:lnTo>
                    <a:pt x="29433" y="202422"/>
                  </a:lnTo>
                  <a:lnTo>
                    <a:pt x="29326" y="199216"/>
                  </a:lnTo>
                  <a:lnTo>
                    <a:pt x="36522" y="196908"/>
                  </a:lnTo>
                  <a:lnTo>
                    <a:pt x="33416" y="192480"/>
                  </a:lnTo>
                  <a:lnTo>
                    <a:pt x="33315" y="192144"/>
                  </a:lnTo>
                  <a:lnTo>
                    <a:pt x="31368" y="185718"/>
                  </a:lnTo>
                  <a:lnTo>
                    <a:pt x="31021" y="184573"/>
                  </a:lnTo>
                  <a:lnTo>
                    <a:pt x="30946" y="181356"/>
                  </a:lnTo>
                  <a:lnTo>
                    <a:pt x="30907" y="180555"/>
                  </a:lnTo>
                  <a:lnTo>
                    <a:pt x="35830" y="180267"/>
                  </a:lnTo>
                  <a:lnTo>
                    <a:pt x="30157" y="157307"/>
                  </a:lnTo>
                  <a:lnTo>
                    <a:pt x="23677" y="158400"/>
                  </a:lnTo>
                  <a:lnTo>
                    <a:pt x="18507" y="132146"/>
                  </a:lnTo>
                  <a:lnTo>
                    <a:pt x="0" y="133103"/>
                  </a:lnTo>
                  <a:lnTo>
                    <a:pt x="7178" y="111661"/>
                  </a:lnTo>
                  <a:lnTo>
                    <a:pt x="14669" y="93413"/>
                  </a:lnTo>
                  <a:lnTo>
                    <a:pt x="22032" y="82751"/>
                  </a:lnTo>
                  <a:lnTo>
                    <a:pt x="18943" y="81201"/>
                  </a:lnTo>
                  <a:lnTo>
                    <a:pt x="18993" y="80146"/>
                  </a:lnTo>
                  <a:lnTo>
                    <a:pt x="19406" y="71436"/>
                  </a:lnTo>
                  <a:lnTo>
                    <a:pt x="25284" y="73281"/>
                  </a:lnTo>
                  <a:lnTo>
                    <a:pt x="24014" y="61689"/>
                  </a:lnTo>
                  <a:lnTo>
                    <a:pt x="15712" y="60236"/>
                  </a:lnTo>
                  <a:lnTo>
                    <a:pt x="15858" y="59098"/>
                  </a:lnTo>
                  <a:lnTo>
                    <a:pt x="18264" y="40303"/>
                  </a:lnTo>
                  <a:lnTo>
                    <a:pt x="25669" y="40975"/>
                  </a:lnTo>
                  <a:lnTo>
                    <a:pt x="28049" y="34749"/>
                  </a:lnTo>
                  <a:lnTo>
                    <a:pt x="22523" y="33519"/>
                  </a:lnTo>
                  <a:lnTo>
                    <a:pt x="17148" y="33129"/>
                  </a:lnTo>
                  <a:lnTo>
                    <a:pt x="14279" y="32921"/>
                  </a:lnTo>
                  <a:lnTo>
                    <a:pt x="13454" y="18204"/>
                  </a:lnTo>
                  <a:lnTo>
                    <a:pt x="18024" y="17858"/>
                  </a:lnTo>
                  <a:lnTo>
                    <a:pt x="17961" y="14028"/>
                  </a:lnTo>
                  <a:lnTo>
                    <a:pt x="26266" y="9452"/>
                  </a:lnTo>
                  <a:lnTo>
                    <a:pt x="32231" y="18598"/>
                  </a:lnTo>
                  <a:lnTo>
                    <a:pt x="50710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04" name=""/>
          <p:cNvSpPr>
            <a:spLocks noGrp="1"/>
          </p:cNvSpPr>
          <p:nvPr>
            </p:nvPr>
        </p:nvSpPr>
        <p:spPr>
          <a:xfrm>
            <a:off x="6095848" y="1508760"/>
            <a:ext cx="7315" cy="41788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5" name=""/>
          <p:cNvSpPr>
            <a:spLocks noGrp="1"/>
          </p:cNvSpPr>
          <p:nvPr>
            </p:nvPr>
        </p:nvSpPr>
        <p:spPr>
          <a:xfrm>
            <a:off x="6370168" y="1508760"/>
            <a:ext cx="55334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Comparación: Villa El Salvador</a:t>
            </a:r>
          </a:p>
        </p:txBody>
      </p:sp>
      <p:grpSp xmlns:pic="http://schemas.openxmlformats.org/drawingml/2006/picture">
        <p:nvGrpSpPr>
          <p:cNvPr id="206" name=""/>
          <p:cNvGrpSpPr/>
          <p:nvPr/>
        </p:nvGrpSpPr>
        <p:grpSpPr>
          <a:xfrm>
            <a:off x="6370168" y="2057400"/>
            <a:ext cx="5533492" cy="3630168"/>
            <a:chOff x="6370168" y="2057400"/>
            <a:chExt cx="5533492" cy="3630168"/>
          </a:xfrm>
        </p:grpSpPr>
        <p:sp>
          <p:nvSpPr>
            <p:cNvPr id="207" name="pg3"/>
            <p:cNvSpPr/>
            <p:nvPr/>
          </p:nvSpPr>
          <p:spPr>
            <a:xfrm>
              <a:off x="9141940" y="2840513"/>
              <a:ext cx="358673" cy="413520"/>
            </a:xfrm>
            <a:custGeom>
              <a:avLst/>
              <a:pathLst>
                <a:path w="358673" h="413520">
                  <a:moveTo>
                    <a:pt x="119485" y="400240"/>
                  </a:moveTo>
                  <a:lnTo>
                    <a:pt x="97330" y="413520"/>
                  </a:lnTo>
                  <a:lnTo>
                    <a:pt x="73066" y="371240"/>
                  </a:lnTo>
                  <a:lnTo>
                    <a:pt x="61161" y="350944"/>
                  </a:lnTo>
                  <a:lnTo>
                    <a:pt x="52657" y="336447"/>
                  </a:lnTo>
                  <a:lnTo>
                    <a:pt x="49499" y="331063"/>
                  </a:lnTo>
                  <a:lnTo>
                    <a:pt x="49266" y="330666"/>
                  </a:lnTo>
                  <a:lnTo>
                    <a:pt x="37473" y="310560"/>
                  </a:lnTo>
                  <a:lnTo>
                    <a:pt x="25001" y="289045"/>
                  </a:lnTo>
                  <a:lnTo>
                    <a:pt x="11461" y="266686"/>
                  </a:lnTo>
                  <a:lnTo>
                    <a:pt x="2669" y="252168"/>
                  </a:lnTo>
                  <a:lnTo>
                    <a:pt x="0" y="247622"/>
                  </a:lnTo>
                  <a:lnTo>
                    <a:pt x="541" y="247297"/>
                  </a:lnTo>
                  <a:lnTo>
                    <a:pt x="21971" y="234424"/>
                  </a:lnTo>
                  <a:lnTo>
                    <a:pt x="34929" y="226641"/>
                  </a:lnTo>
                  <a:lnTo>
                    <a:pt x="40993" y="222998"/>
                  </a:lnTo>
                  <a:lnTo>
                    <a:pt x="50613" y="217219"/>
                  </a:lnTo>
                  <a:lnTo>
                    <a:pt x="53738" y="215342"/>
                  </a:lnTo>
                  <a:lnTo>
                    <a:pt x="61981" y="210367"/>
                  </a:lnTo>
                  <a:lnTo>
                    <a:pt x="81498" y="198588"/>
                  </a:lnTo>
                  <a:lnTo>
                    <a:pt x="81836" y="198383"/>
                  </a:lnTo>
                  <a:lnTo>
                    <a:pt x="101606" y="186451"/>
                  </a:lnTo>
                  <a:lnTo>
                    <a:pt x="123020" y="173527"/>
                  </a:lnTo>
                  <a:lnTo>
                    <a:pt x="122831" y="173181"/>
                  </a:lnTo>
                  <a:lnTo>
                    <a:pt x="111774" y="152958"/>
                  </a:lnTo>
                  <a:lnTo>
                    <a:pt x="111520" y="152492"/>
                  </a:lnTo>
                  <a:lnTo>
                    <a:pt x="99921" y="132484"/>
                  </a:lnTo>
                  <a:lnTo>
                    <a:pt x="88252" y="112355"/>
                  </a:lnTo>
                  <a:lnTo>
                    <a:pt x="74437" y="89332"/>
                  </a:lnTo>
                  <a:lnTo>
                    <a:pt x="73776" y="88231"/>
                  </a:lnTo>
                  <a:lnTo>
                    <a:pt x="68561" y="79769"/>
                  </a:lnTo>
                  <a:lnTo>
                    <a:pt x="204232" y="0"/>
                  </a:lnTo>
                  <a:lnTo>
                    <a:pt x="215271" y="3505"/>
                  </a:lnTo>
                  <a:lnTo>
                    <a:pt x="230590" y="30900"/>
                  </a:lnTo>
                  <a:lnTo>
                    <a:pt x="251888" y="68988"/>
                  </a:lnTo>
                  <a:lnTo>
                    <a:pt x="267233" y="96430"/>
                  </a:lnTo>
                  <a:lnTo>
                    <a:pt x="267626" y="97134"/>
                  </a:lnTo>
                  <a:lnTo>
                    <a:pt x="274853" y="110057"/>
                  </a:lnTo>
                  <a:lnTo>
                    <a:pt x="287479" y="132636"/>
                  </a:lnTo>
                  <a:lnTo>
                    <a:pt x="300682" y="156248"/>
                  </a:lnTo>
                  <a:lnTo>
                    <a:pt x="320962" y="192516"/>
                  </a:lnTo>
                  <a:lnTo>
                    <a:pt x="322644" y="195524"/>
                  </a:lnTo>
                  <a:lnTo>
                    <a:pt x="345361" y="236149"/>
                  </a:lnTo>
                  <a:lnTo>
                    <a:pt x="358327" y="258434"/>
                  </a:lnTo>
                  <a:lnTo>
                    <a:pt x="358673" y="259030"/>
                  </a:lnTo>
                  <a:lnTo>
                    <a:pt x="358282" y="259256"/>
                  </a:lnTo>
                  <a:lnTo>
                    <a:pt x="303240" y="291016"/>
                  </a:lnTo>
                  <a:lnTo>
                    <a:pt x="283405" y="302684"/>
                  </a:lnTo>
                  <a:lnTo>
                    <a:pt x="263275" y="314525"/>
                  </a:lnTo>
                  <a:lnTo>
                    <a:pt x="262027" y="315252"/>
                  </a:lnTo>
                  <a:lnTo>
                    <a:pt x="221863" y="338657"/>
                  </a:lnTo>
                  <a:lnTo>
                    <a:pt x="220484" y="339461"/>
                  </a:lnTo>
                  <a:lnTo>
                    <a:pt x="198809" y="352371"/>
                  </a:lnTo>
                  <a:lnTo>
                    <a:pt x="179889" y="363788"/>
                  </a:lnTo>
                  <a:lnTo>
                    <a:pt x="179547" y="363995"/>
                  </a:lnTo>
                  <a:lnTo>
                    <a:pt x="159463" y="376114"/>
                  </a:lnTo>
                  <a:lnTo>
                    <a:pt x="139540" y="388137"/>
                  </a:lnTo>
                  <a:lnTo>
                    <a:pt x="139120" y="3883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g4"/>
            <p:cNvSpPr/>
            <p:nvPr/>
          </p:nvSpPr>
          <p:spPr>
            <a:xfrm>
              <a:off x="8725345" y="3129559"/>
              <a:ext cx="513925" cy="386826"/>
            </a:xfrm>
            <a:custGeom>
              <a:avLst/>
              <a:pathLst>
                <a:path w="513925" h="386826">
                  <a:moveTo>
                    <a:pt x="513925" y="124475"/>
                  </a:moveTo>
                  <a:lnTo>
                    <a:pt x="450110" y="161525"/>
                  </a:lnTo>
                  <a:lnTo>
                    <a:pt x="442809" y="165764"/>
                  </a:lnTo>
                  <a:lnTo>
                    <a:pt x="427234" y="174733"/>
                  </a:lnTo>
                  <a:lnTo>
                    <a:pt x="411695" y="184591"/>
                  </a:lnTo>
                  <a:lnTo>
                    <a:pt x="390180" y="196821"/>
                  </a:lnTo>
                  <a:lnTo>
                    <a:pt x="348491" y="220985"/>
                  </a:lnTo>
                  <a:lnTo>
                    <a:pt x="328098" y="232806"/>
                  </a:lnTo>
                  <a:lnTo>
                    <a:pt x="307681" y="244870"/>
                  </a:lnTo>
                  <a:lnTo>
                    <a:pt x="266049" y="269468"/>
                  </a:lnTo>
                  <a:lnTo>
                    <a:pt x="225175" y="294669"/>
                  </a:lnTo>
                  <a:lnTo>
                    <a:pt x="205056" y="307072"/>
                  </a:lnTo>
                  <a:lnTo>
                    <a:pt x="184587" y="319146"/>
                  </a:lnTo>
                  <a:lnTo>
                    <a:pt x="165469" y="330422"/>
                  </a:lnTo>
                  <a:lnTo>
                    <a:pt x="145074" y="342452"/>
                  </a:lnTo>
                  <a:lnTo>
                    <a:pt x="124404" y="354509"/>
                  </a:lnTo>
                  <a:lnTo>
                    <a:pt x="72053" y="386826"/>
                  </a:lnTo>
                  <a:lnTo>
                    <a:pt x="59737" y="365197"/>
                  </a:lnTo>
                  <a:lnTo>
                    <a:pt x="36555" y="324555"/>
                  </a:lnTo>
                  <a:lnTo>
                    <a:pt x="35641" y="323008"/>
                  </a:lnTo>
                  <a:lnTo>
                    <a:pt x="13231" y="285112"/>
                  </a:lnTo>
                  <a:lnTo>
                    <a:pt x="0" y="262647"/>
                  </a:lnTo>
                  <a:lnTo>
                    <a:pt x="1479" y="261752"/>
                  </a:lnTo>
                  <a:lnTo>
                    <a:pt x="15017" y="253564"/>
                  </a:lnTo>
                  <a:lnTo>
                    <a:pt x="51943" y="231231"/>
                  </a:lnTo>
                  <a:lnTo>
                    <a:pt x="72227" y="219433"/>
                  </a:lnTo>
                  <a:lnTo>
                    <a:pt x="92631" y="208138"/>
                  </a:lnTo>
                  <a:lnTo>
                    <a:pt x="112553" y="195480"/>
                  </a:lnTo>
                  <a:lnTo>
                    <a:pt x="132691" y="183158"/>
                  </a:lnTo>
                  <a:lnTo>
                    <a:pt x="152613" y="171817"/>
                  </a:lnTo>
                  <a:lnTo>
                    <a:pt x="193897" y="145957"/>
                  </a:lnTo>
                  <a:lnTo>
                    <a:pt x="235141" y="121893"/>
                  </a:lnTo>
                  <a:lnTo>
                    <a:pt x="255231" y="109984"/>
                  </a:lnTo>
                  <a:lnTo>
                    <a:pt x="257202" y="108855"/>
                  </a:lnTo>
                  <a:lnTo>
                    <a:pt x="275853" y="98174"/>
                  </a:lnTo>
                  <a:lnTo>
                    <a:pt x="317483" y="73883"/>
                  </a:lnTo>
                  <a:lnTo>
                    <a:pt x="359650" y="48929"/>
                  </a:lnTo>
                  <a:lnTo>
                    <a:pt x="379209" y="36761"/>
                  </a:lnTo>
                  <a:lnTo>
                    <a:pt x="399829" y="24611"/>
                  </a:lnTo>
                  <a:lnTo>
                    <a:pt x="441595" y="0"/>
                  </a:lnTo>
                  <a:lnTo>
                    <a:pt x="454067" y="21515"/>
                  </a:lnTo>
                  <a:lnTo>
                    <a:pt x="465861" y="41620"/>
                  </a:lnTo>
                  <a:lnTo>
                    <a:pt x="466094" y="42018"/>
                  </a:lnTo>
                  <a:lnTo>
                    <a:pt x="469252" y="47402"/>
                  </a:lnTo>
                  <a:lnTo>
                    <a:pt x="477756" y="61899"/>
                  </a:lnTo>
                  <a:lnTo>
                    <a:pt x="489660" y="8219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g5"/>
            <p:cNvSpPr/>
            <p:nvPr/>
          </p:nvSpPr>
          <p:spPr>
            <a:xfrm>
              <a:off x="8650795" y="2990754"/>
              <a:ext cx="516146" cy="401452"/>
            </a:xfrm>
            <a:custGeom>
              <a:avLst/>
              <a:pathLst>
                <a:path w="516146" h="401452">
                  <a:moveTo>
                    <a:pt x="76030" y="400557"/>
                  </a:moveTo>
                  <a:lnTo>
                    <a:pt x="74550" y="401452"/>
                  </a:lnTo>
                  <a:lnTo>
                    <a:pt x="61158" y="378716"/>
                  </a:lnTo>
                  <a:lnTo>
                    <a:pt x="37421" y="338414"/>
                  </a:lnTo>
                  <a:lnTo>
                    <a:pt x="13941" y="298548"/>
                  </a:lnTo>
                  <a:lnTo>
                    <a:pt x="0" y="274662"/>
                  </a:lnTo>
                  <a:lnTo>
                    <a:pt x="9274" y="269068"/>
                  </a:lnTo>
                  <a:lnTo>
                    <a:pt x="9673" y="268827"/>
                  </a:lnTo>
                  <a:lnTo>
                    <a:pt x="8022" y="264809"/>
                  </a:lnTo>
                  <a:lnTo>
                    <a:pt x="6238" y="261361"/>
                  </a:lnTo>
                  <a:lnTo>
                    <a:pt x="4077" y="259753"/>
                  </a:lnTo>
                  <a:lnTo>
                    <a:pt x="188353" y="148480"/>
                  </a:lnTo>
                  <a:lnTo>
                    <a:pt x="311158" y="74325"/>
                  </a:lnTo>
                  <a:lnTo>
                    <a:pt x="434187" y="0"/>
                  </a:lnTo>
                  <a:lnTo>
                    <a:pt x="441188" y="11988"/>
                  </a:lnTo>
                  <a:lnTo>
                    <a:pt x="441497" y="12514"/>
                  </a:lnTo>
                  <a:lnTo>
                    <a:pt x="466489" y="55308"/>
                  </a:lnTo>
                  <a:lnTo>
                    <a:pt x="478601" y="76046"/>
                  </a:lnTo>
                  <a:lnTo>
                    <a:pt x="491083" y="97418"/>
                  </a:lnTo>
                  <a:lnTo>
                    <a:pt x="493813" y="101927"/>
                  </a:lnTo>
                  <a:lnTo>
                    <a:pt x="502605" y="116445"/>
                  </a:lnTo>
                  <a:lnTo>
                    <a:pt x="516146" y="138804"/>
                  </a:lnTo>
                  <a:lnTo>
                    <a:pt x="474379" y="163416"/>
                  </a:lnTo>
                  <a:lnTo>
                    <a:pt x="453759" y="175566"/>
                  </a:lnTo>
                  <a:lnTo>
                    <a:pt x="434200" y="187734"/>
                  </a:lnTo>
                  <a:lnTo>
                    <a:pt x="392033" y="212688"/>
                  </a:lnTo>
                  <a:lnTo>
                    <a:pt x="350403" y="236979"/>
                  </a:lnTo>
                  <a:lnTo>
                    <a:pt x="331752" y="247660"/>
                  </a:lnTo>
                  <a:lnTo>
                    <a:pt x="329720" y="248825"/>
                  </a:lnTo>
                  <a:lnTo>
                    <a:pt x="309691" y="260697"/>
                  </a:lnTo>
                  <a:lnTo>
                    <a:pt x="268448" y="284762"/>
                  </a:lnTo>
                  <a:lnTo>
                    <a:pt x="227163" y="310622"/>
                  </a:lnTo>
                  <a:lnTo>
                    <a:pt x="207242" y="321962"/>
                  </a:lnTo>
                  <a:lnTo>
                    <a:pt x="187103" y="334285"/>
                  </a:lnTo>
                  <a:lnTo>
                    <a:pt x="167181" y="346942"/>
                  </a:lnTo>
                  <a:lnTo>
                    <a:pt x="146777" y="358238"/>
                  </a:lnTo>
                  <a:lnTo>
                    <a:pt x="126493" y="370036"/>
                  </a:lnTo>
                  <a:lnTo>
                    <a:pt x="89568" y="39236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g6"/>
            <p:cNvSpPr/>
            <p:nvPr/>
          </p:nvSpPr>
          <p:spPr>
            <a:xfrm>
              <a:off x="8566299" y="2856634"/>
              <a:ext cx="518683" cy="393873"/>
            </a:xfrm>
            <a:custGeom>
              <a:avLst/>
              <a:pathLst>
                <a:path w="518683" h="393873">
                  <a:moveTo>
                    <a:pt x="518683" y="134120"/>
                  </a:moveTo>
                  <a:lnTo>
                    <a:pt x="395654" y="208445"/>
                  </a:lnTo>
                  <a:lnTo>
                    <a:pt x="272844" y="282603"/>
                  </a:lnTo>
                  <a:lnTo>
                    <a:pt x="88573" y="393873"/>
                  </a:lnTo>
                  <a:lnTo>
                    <a:pt x="86373" y="392236"/>
                  </a:lnTo>
                  <a:lnTo>
                    <a:pt x="82013" y="390817"/>
                  </a:lnTo>
                  <a:lnTo>
                    <a:pt x="77950" y="391020"/>
                  </a:lnTo>
                  <a:lnTo>
                    <a:pt x="75656" y="392760"/>
                  </a:lnTo>
                  <a:lnTo>
                    <a:pt x="73310" y="388447"/>
                  </a:lnTo>
                  <a:lnTo>
                    <a:pt x="61044" y="363345"/>
                  </a:lnTo>
                  <a:lnTo>
                    <a:pt x="36800" y="322924"/>
                  </a:lnTo>
                  <a:lnTo>
                    <a:pt x="13522" y="282504"/>
                  </a:lnTo>
                  <a:lnTo>
                    <a:pt x="0" y="261158"/>
                  </a:lnTo>
                  <a:lnTo>
                    <a:pt x="50315" y="230932"/>
                  </a:lnTo>
                  <a:lnTo>
                    <a:pt x="71178" y="218703"/>
                  </a:lnTo>
                  <a:lnTo>
                    <a:pt x="91244" y="207214"/>
                  </a:lnTo>
                  <a:lnTo>
                    <a:pt x="110316" y="195486"/>
                  </a:lnTo>
                  <a:lnTo>
                    <a:pt x="130580" y="183026"/>
                  </a:lnTo>
                  <a:lnTo>
                    <a:pt x="151395" y="170969"/>
                  </a:lnTo>
                  <a:lnTo>
                    <a:pt x="169457" y="160642"/>
                  </a:lnTo>
                  <a:lnTo>
                    <a:pt x="192670" y="147102"/>
                  </a:lnTo>
                  <a:lnTo>
                    <a:pt x="234026" y="122099"/>
                  </a:lnTo>
                  <a:lnTo>
                    <a:pt x="254503" y="110536"/>
                  </a:lnTo>
                  <a:lnTo>
                    <a:pt x="275366" y="98381"/>
                  </a:lnTo>
                  <a:lnTo>
                    <a:pt x="316127" y="73048"/>
                  </a:lnTo>
                  <a:lnTo>
                    <a:pt x="358022" y="48835"/>
                  </a:lnTo>
                  <a:lnTo>
                    <a:pt x="378246" y="37655"/>
                  </a:lnTo>
                  <a:lnTo>
                    <a:pt x="378976" y="37229"/>
                  </a:lnTo>
                  <a:lnTo>
                    <a:pt x="398469" y="25858"/>
                  </a:lnTo>
                  <a:lnTo>
                    <a:pt x="440457" y="0"/>
                  </a:lnTo>
                  <a:lnTo>
                    <a:pt x="464339" y="40668"/>
                  </a:lnTo>
                  <a:lnTo>
                    <a:pt x="474269" y="57577"/>
                  </a:lnTo>
                  <a:lnTo>
                    <a:pt x="479476" y="66639"/>
                  </a:lnTo>
                  <a:lnTo>
                    <a:pt x="491044" y="86772"/>
                  </a:lnTo>
                  <a:lnTo>
                    <a:pt x="491861" y="88193"/>
                  </a:lnTo>
                  <a:lnTo>
                    <a:pt x="513775" y="12571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g7"/>
            <p:cNvSpPr/>
            <p:nvPr/>
          </p:nvSpPr>
          <p:spPr>
            <a:xfrm>
              <a:off x="8493266" y="2730877"/>
              <a:ext cx="513435" cy="386914"/>
            </a:xfrm>
            <a:custGeom>
              <a:avLst/>
              <a:pathLst>
                <a:path w="513435" h="386914">
                  <a:moveTo>
                    <a:pt x="123347" y="356689"/>
                  </a:moveTo>
                  <a:lnTo>
                    <a:pt x="73032" y="386914"/>
                  </a:lnTo>
                  <a:lnTo>
                    <a:pt x="59703" y="364184"/>
                  </a:lnTo>
                  <a:lnTo>
                    <a:pt x="37004" y="324455"/>
                  </a:lnTo>
                  <a:lnTo>
                    <a:pt x="12857" y="284331"/>
                  </a:lnTo>
                  <a:lnTo>
                    <a:pt x="0" y="262687"/>
                  </a:lnTo>
                  <a:lnTo>
                    <a:pt x="51526" y="232855"/>
                  </a:lnTo>
                  <a:lnTo>
                    <a:pt x="72195" y="220181"/>
                  </a:lnTo>
                  <a:lnTo>
                    <a:pt x="92316" y="208113"/>
                  </a:lnTo>
                  <a:lnTo>
                    <a:pt x="111488" y="196423"/>
                  </a:lnTo>
                  <a:lnTo>
                    <a:pt x="131558" y="184185"/>
                  </a:lnTo>
                  <a:lnTo>
                    <a:pt x="151456" y="172428"/>
                  </a:lnTo>
                  <a:lnTo>
                    <a:pt x="192320" y="147002"/>
                  </a:lnTo>
                  <a:lnTo>
                    <a:pt x="234038" y="123182"/>
                  </a:lnTo>
                  <a:lnTo>
                    <a:pt x="254465" y="111518"/>
                  </a:lnTo>
                  <a:lnTo>
                    <a:pt x="274653" y="99463"/>
                  </a:lnTo>
                  <a:lnTo>
                    <a:pt x="316282" y="74606"/>
                  </a:lnTo>
                  <a:lnTo>
                    <a:pt x="357139" y="48812"/>
                  </a:lnTo>
                  <a:lnTo>
                    <a:pt x="397658" y="25785"/>
                  </a:lnTo>
                  <a:lnTo>
                    <a:pt x="438759" y="0"/>
                  </a:lnTo>
                  <a:lnTo>
                    <a:pt x="439873" y="1825"/>
                  </a:lnTo>
                  <a:lnTo>
                    <a:pt x="441116" y="3861"/>
                  </a:lnTo>
                  <a:lnTo>
                    <a:pt x="464556" y="42277"/>
                  </a:lnTo>
                  <a:lnTo>
                    <a:pt x="476804" y="62350"/>
                  </a:lnTo>
                  <a:lnTo>
                    <a:pt x="488650" y="83079"/>
                  </a:lnTo>
                  <a:lnTo>
                    <a:pt x="500330" y="103151"/>
                  </a:lnTo>
                  <a:lnTo>
                    <a:pt x="507739" y="115883"/>
                  </a:lnTo>
                  <a:lnTo>
                    <a:pt x="512846" y="124660"/>
                  </a:lnTo>
                  <a:lnTo>
                    <a:pt x="513435" y="125664"/>
                  </a:lnTo>
                  <a:lnTo>
                    <a:pt x="471501" y="151614"/>
                  </a:lnTo>
                  <a:lnTo>
                    <a:pt x="452008" y="162986"/>
                  </a:lnTo>
                  <a:lnTo>
                    <a:pt x="451278" y="163412"/>
                  </a:lnTo>
                  <a:lnTo>
                    <a:pt x="431055" y="174592"/>
                  </a:lnTo>
                  <a:lnTo>
                    <a:pt x="389159" y="198804"/>
                  </a:lnTo>
                  <a:lnTo>
                    <a:pt x="348399" y="224137"/>
                  </a:lnTo>
                  <a:lnTo>
                    <a:pt x="327536" y="236293"/>
                  </a:lnTo>
                  <a:lnTo>
                    <a:pt x="307059" y="247856"/>
                  </a:lnTo>
                  <a:lnTo>
                    <a:pt x="265703" y="272859"/>
                  </a:lnTo>
                  <a:lnTo>
                    <a:pt x="242489" y="286398"/>
                  </a:lnTo>
                  <a:lnTo>
                    <a:pt x="224427" y="296726"/>
                  </a:lnTo>
                  <a:lnTo>
                    <a:pt x="203612" y="308783"/>
                  </a:lnTo>
                  <a:lnTo>
                    <a:pt x="183349" y="321243"/>
                  </a:lnTo>
                  <a:lnTo>
                    <a:pt x="164277" y="332970"/>
                  </a:lnTo>
                  <a:lnTo>
                    <a:pt x="144210" y="34445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g8"/>
            <p:cNvSpPr/>
            <p:nvPr/>
          </p:nvSpPr>
          <p:spPr>
            <a:xfrm>
              <a:off x="8410911" y="2603663"/>
              <a:ext cx="521115" cy="389792"/>
            </a:xfrm>
            <a:custGeom>
              <a:avLst/>
              <a:pathLst>
                <a:path w="521115" h="389792">
                  <a:moveTo>
                    <a:pt x="133881" y="360069"/>
                  </a:moveTo>
                  <a:lnTo>
                    <a:pt x="82290" y="389792"/>
                  </a:lnTo>
                  <a:lnTo>
                    <a:pt x="69617" y="368457"/>
                  </a:lnTo>
                  <a:lnTo>
                    <a:pt x="45602" y="327423"/>
                  </a:lnTo>
                  <a:lnTo>
                    <a:pt x="21902" y="286925"/>
                  </a:lnTo>
                  <a:lnTo>
                    <a:pt x="2990" y="258748"/>
                  </a:lnTo>
                  <a:lnTo>
                    <a:pt x="0" y="254291"/>
                  </a:lnTo>
                  <a:lnTo>
                    <a:pt x="5896" y="250964"/>
                  </a:lnTo>
                  <a:lnTo>
                    <a:pt x="55742" y="227612"/>
                  </a:lnTo>
                  <a:lnTo>
                    <a:pt x="58003" y="226553"/>
                  </a:lnTo>
                  <a:lnTo>
                    <a:pt x="76142" y="218055"/>
                  </a:lnTo>
                  <a:lnTo>
                    <a:pt x="76457" y="217908"/>
                  </a:lnTo>
                  <a:lnTo>
                    <a:pt x="77095" y="217529"/>
                  </a:lnTo>
                  <a:lnTo>
                    <a:pt x="77607" y="217224"/>
                  </a:lnTo>
                  <a:lnTo>
                    <a:pt x="89241" y="210307"/>
                  </a:lnTo>
                  <a:lnTo>
                    <a:pt x="116291" y="194223"/>
                  </a:lnTo>
                  <a:lnTo>
                    <a:pt x="116956" y="193817"/>
                  </a:lnTo>
                  <a:lnTo>
                    <a:pt x="117092" y="193734"/>
                  </a:lnTo>
                  <a:lnTo>
                    <a:pt x="119196" y="192451"/>
                  </a:lnTo>
                  <a:lnTo>
                    <a:pt x="137762" y="181131"/>
                  </a:lnTo>
                  <a:lnTo>
                    <a:pt x="156895" y="169949"/>
                  </a:lnTo>
                  <a:lnTo>
                    <a:pt x="157477" y="169609"/>
                  </a:lnTo>
                  <a:lnTo>
                    <a:pt x="157849" y="169387"/>
                  </a:lnTo>
                  <a:lnTo>
                    <a:pt x="199124" y="144721"/>
                  </a:lnTo>
                  <a:lnTo>
                    <a:pt x="201030" y="143582"/>
                  </a:lnTo>
                  <a:lnTo>
                    <a:pt x="240845" y="120166"/>
                  </a:lnTo>
                  <a:lnTo>
                    <a:pt x="252902" y="113075"/>
                  </a:lnTo>
                  <a:lnTo>
                    <a:pt x="260999" y="108314"/>
                  </a:lnTo>
                  <a:lnTo>
                    <a:pt x="273412" y="101014"/>
                  </a:lnTo>
                  <a:lnTo>
                    <a:pt x="281204" y="96431"/>
                  </a:lnTo>
                  <a:lnTo>
                    <a:pt x="323026" y="71993"/>
                  </a:lnTo>
                  <a:lnTo>
                    <a:pt x="364291" y="47810"/>
                  </a:lnTo>
                  <a:lnTo>
                    <a:pt x="365247" y="47258"/>
                  </a:lnTo>
                  <a:lnTo>
                    <a:pt x="384632" y="35895"/>
                  </a:lnTo>
                  <a:lnTo>
                    <a:pt x="385258" y="35534"/>
                  </a:lnTo>
                  <a:lnTo>
                    <a:pt x="404308" y="24374"/>
                  </a:lnTo>
                  <a:lnTo>
                    <a:pt x="405833" y="23481"/>
                  </a:lnTo>
                  <a:lnTo>
                    <a:pt x="445914" y="0"/>
                  </a:lnTo>
                  <a:lnTo>
                    <a:pt x="457118" y="19212"/>
                  </a:lnTo>
                  <a:lnTo>
                    <a:pt x="461218" y="26243"/>
                  </a:lnTo>
                  <a:lnTo>
                    <a:pt x="461494" y="26717"/>
                  </a:lnTo>
                  <a:lnTo>
                    <a:pt x="477922" y="54888"/>
                  </a:lnTo>
                  <a:lnTo>
                    <a:pt x="484139" y="65549"/>
                  </a:lnTo>
                  <a:lnTo>
                    <a:pt x="484377" y="65946"/>
                  </a:lnTo>
                  <a:lnTo>
                    <a:pt x="508692" y="106495"/>
                  </a:lnTo>
                  <a:lnTo>
                    <a:pt x="517739" y="121584"/>
                  </a:lnTo>
                  <a:lnTo>
                    <a:pt x="521115" y="127214"/>
                  </a:lnTo>
                  <a:lnTo>
                    <a:pt x="480013" y="152999"/>
                  </a:lnTo>
                  <a:lnTo>
                    <a:pt x="439494" y="176026"/>
                  </a:lnTo>
                  <a:lnTo>
                    <a:pt x="398637" y="201820"/>
                  </a:lnTo>
                  <a:lnTo>
                    <a:pt x="357008" y="226677"/>
                  </a:lnTo>
                  <a:lnTo>
                    <a:pt x="336820" y="238732"/>
                  </a:lnTo>
                  <a:lnTo>
                    <a:pt x="316393" y="250396"/>
                  </a:lnTo>
                  <a:lnTo>
                    <a:pt x="274675" y="274217"/>
                  </a:lnTo>
                  <a:lnTo>
                    <a:pt x="233811" y="299642"/>
                  </a:lnTo>
                  <a:lnTo>
                    <a:pt x="213913" y="311399"/>
                  </a:lnTo>
                  <a:lnTo>
                    <a:pt x="193843" y="323637"/>
                  </a:lnTo>
                  <a:lnTo>
                    <a:pt x="174668" y="335329"/>
                  </a:lnTo>
                  <a:lnTo>
                    <a:pt x="154550" y="34739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g9"/>
            <p:cNvSpPr/>
            <p:nvPr/>
          </p:nvSpPr>
          <p:spPr>
            <a:xfrm>
              <a:off x="7427924" y="2857955"/>
              <a:ext cx="1214032" cy="1261637"/>
            </a:xfrm>
            <a:custGeom>
              <a:avLst/>
              <a:pathLst>
                <a:path w="1214032" h="1261637">
                  <a:moveTo>
                    <a:pt x="1004889" y="32633"/>
                  </a:moveTo>
                  <a:lnTo>
                    <a:pt x="1028632" y="73203"/>
                  </a:lnTo>
                  <a:lnTo>
                    <a:pt x="1052604" y="114165"/>
                  </a:lnTo>
                  <a:lnTo>
                    <a:pt x="1065342" y="135609"/>
                  </a:lnTo>
                  <a:lnTo>
                    <a:pt x="1078200" y="157254"/>
                  </a:lnTo>
                  <a:lnTo>
                    <a:pt x="1102347" y="197378"/>
                  </a:lnTo>
                  <a:lnTo>
                    <a:pt x="1125046" y="237106"/>
                  </a:lnTo>
                  <a:lnTo>
                    <a:pt x="1138375" y="259836"/>
                  </a:lnTo>
                  <a:lnTo>
                    <a:pt x="1151897" y="281183"/>
                  </a:lnTo>
                  <a:lnTo>
                    <a:pt x="1175175" y="321603"/>
                  </a:lnTo>
                  <a:lnTo>
                    <a:pt x="1199419" y="362024"/>
                  </a:lnTo>
                  <a:lnTo>
                    <a:pt x="1211686" y="387126"/>
                  </a:lnTo>
                  <a:lnTo>
                    <a:pt x="1214032" y="391439"/>
                  </a:lnTo>
                  <a:lnTo>
                    <a:pt x="1213253" y="392031"/>
                  </a:lnTo>
                  <a:lnTo>
                    <a:pt x="1212761" y="392558"/>
                  </a:lnTo>
                  <a:lnTo>
                    <a:pt x="1211172" y="394262"/>
                  </a:lnTo>
                  <a:lnTo>
                    <a:pt x="1208793" y="398013"/>
                  </a:lnTo>
                  <a:lnTo>
                    <a:pt x="1207406" y="401360"/>
                  </a:lnTo>
                  <a:lnTo>
                    <a:pt x="1206414" y="405111"/>
                  </a:lnTo>
                  <a:lnTo>
                    <a:pt x="1206285" y="407766"/>
                  </a:lnTo>
                  <a:lnTo>
                    <a:pt x="1206217" y="409167"/>
                  </a:lnTo>
                  <a:lnTo>
                    <a:pt x="1167760" y="432455"/>
                  </a:lnTo>
                  <a:lnTo>
                    <a:pt x="1166704" y="433094"/>
                  </a:lnTo>
                  <a:lnTo>
                    <a:pt x="1162512" y="435633"/>
                  </a:lnTo>
                  <a:lnTo>
                    <a:pt x="1149362" y="443206"/>
                  </a:lnTo>
                  <a:lnTo>
                    <a:pt x="1147109" y="444504"/>
                  </a:lnTo>
                  <a:lnTo>
                    <a:pt x="1146028" y="445126"/>
                  </a:lnTo>
                  <a:lnTo>
                    <a:pt x="1132285" y="452769"/>
                  </a:lnTo>
                  <a:lnTo>
                    <a:pt x="1126293" y="456152"/>
                  </a:lnTo>
                  <a:lnTo>
                    <a:pt x="1102654" y="469500"/>
                  </a:lnTo>
                  <a:lnTo>
                    <a:pt x="1084843" y="479636"/>
                  </a:lnTo>
                  <a:lnTo>
                    <a:pt x="1048840" y="500123"/>
                  </a:lnTo>
                  <a:lnTo>
                    <a:pt x="1045325" y="502104"/>
                  </a:lnTo>
                  <a:lnTo>
                    <a:pt x="1045063" y="502252"/>
                  </a:lnTo>
                  <a:lnTo>
                    <a:pt x="1044748" y="502430"/>
                  </a:lnTo>
                  <a:lnTo>
                    <a:pt x="1024170" y="514026"/>
                  </a:lnTo>
                  <a:lnTo>
                    <a:pt x="1024010" y="514121"/>
                  </a:lnTo>
                  <a:lnTo>
                    <a:pt x="1014598" y="519685"/>
                  </a:lnTo>
                  <a:lnTo>
                    <a:pt x="1000510" y="528012"/>
                  </a:lnTo>
                  <a:lnTo>
                    <a:pt x="981649" y="539162"/>
                  </a:lnTo>
                  <a:lnTo>
                    <a:pt x="979221" y="540962"/>
                  </a:lnTo>
                  <a:lnTo>
                    <a:pt x="939926" y="570091"/>
                  </a:lnTo>
                  <a:lnTo>
                    <a:pt x="920627" y="584398"/>
                  </a:lnTo>
                  <a:lnTo>
                    <a:pt x="890853" y="602998"/>
                  </a:lnTo>
                  <a:lnTo>
                    <a:pt x="762105" y="679202"/>
                  </a:lnTo>
                  <a:lnTo>
                    <a:pt x="700037" y="715940"/>
                  </a:lnTo>
                  <a:lnTo>
                    <a:pt x="684457" y="725161"/>
                  </a:lnTo>
                  <a:lnTo>
                    <a:pt x="681572" y="726635"/>
                  </a:lnTo>
                  <a:lnTo>
                    <a:pt x="678962" y="727969"/>
                  </a:lnTo>
                  <a:lnTo>
                    <a:pt x="670288" y="732400"/>
                  </a:lnTo>
                  <a:lnTo>
                    <a:pt x="599071" y="768784"/>
                  </a:lnTo>
                  <a:lnTo>
                    <a:pt x="591361" y="777427"/>
                  </a:lnTo>
                  <a:lnTo>
                    <a:pt x="591000" y="777831"/>
                  </a:lnTo>
                  <a:lnTo>
                    <a:pt x="587974" y="780919"/>
                  </a:lnTo>
                  <a:lnTo>
                    <a:pt x="498493" y="872205"/>
                  </a:lnTo>
                  <a:lnTo>
                    <a:pt x="494641" y="876977"/>
                  </a:lnTo>
                  <a:lnTo>
                    <a:pt x="490541" y="882056"/>
                  </a:lnTo>
                  <a:lnTo>
                    <a:pt x="465815" y="932178"/>
                  </a:lnTo>
                  <a:lnTo>
                    <a:pt x="449741" y="946352"/>
                  </a:lnTo>
                  <a:lnTo>
                    <a:pt x="436800" y="958327"/>
                  </a:lnTo>
                  <a:lnTo>
                    <a:pt x="435495" y="959535"/>
                  </a:lnTo>
                  <a:lnTo>
                    <a:pt x="421207" y="972757"/>
                  </a:lnTo>
                  <a:lnTo>
                    <a:pt x="420011" y="973863"/>
                  </a:lnTo>
                  <a:lnTo>
                    <a:pt x="349317" y="1039283"/>
                  </a:lnTo>
                  <a:lnTo>
                    <a:pt x="347461" y="1041117"/>
                  </a:lnTo>
                  <a:lnTo>
                    <a:pt x="311515" y="1076649"/>
                  </a:lnTo>
                  <a:lnTo>
                    <a:pt x="310630" y="1077523"/>
                  </a:lnTo>
                  <a:lnTo>
                    <a:pt x="275003" y="1112739"/>
                  </a:lnTo>
                  <a:lnTo>
                    <a:pt x="273420" y="1114303"/>
                  </a:lnTo>
                  <a:lnTo>
                    <a:pt x="239599" y="1147734"/>
                  </a:lnTo>
                  <a:lnTo>
                    <a:pt x="239420" y="1147910"/>
                  </a:lnTo>
                  <a:lnTo>
                    <a:pt x="239125" y="1148202"/>
                  </a:lnTo>
                  <a:lnTo>
                    <a:pt x="197350" y="1189494"/>
                  </a:lnTo>
                  <a:lnTo>
                    <a:pt x="123953" y="1261637"/>
                  </a:lnTo>
                  <a:lnTo>
                    <a:pt x="44551" y="1182490"/>
                  </a:lnTo>
                  <a:lnTo>
                    <a:pt x="16661" y="1131841"/>
                  </a:lnTo>
                  <a:lnTo>
                    <a:pt x="7485" y="1104046"/>
                  </a:lnTo>
                  <a:lnTo>
                    <a:pt x="2656" y="1080574"/>
                  </a:lnTo>
                  <a:lnTo>
                    <a:pt x="0" y="1046602"/>
                  </a:lnTo>
                  <a:lnTo>
                    <a:pt x="1086" y="1022513"/>
                  </a:lnTo>
                  <a:lnTo>
                    <a:pt x="5916" y="990641"/>
                  </a:lnTo>
                  <a:lnTo>
                    <a:pt x="28131" y="867849"/>
                  </a:lnTo>
                  <a:lnTo>
                    <a:pt x="32840" y="845366"/>
                  </a:lnTo>
                  <a:lnTo>
                    <a:pt x="53208" y="731282"/>
                  </a:lnTo>
                  <a:lnTo>
                    <a:pt x="191316" y="755958"/>
                  </a:lnTo>
                  <a:lnTo>
                    <a:pt x="221107" y="760794"/>
                  </a:lnTo>
                  <a:lnTo>
                    <a:pt x="213210" y="809783"/>
                  </a:lnTo>
                  <a:lnTo>
                    <a:pt x="247134" y="818844"/>
                  </a:lnTo>
                  <a:lnTo>
                    <a:pt x="301224" y="835941"/>
                  </a:lnTo>
                  <a:lnTo>
                    <a:pt x="405800" y="861088"/>
                  </a:lnTo>
                  <a:lnTo>
                    <a:pt x="407389" y="857850"/>
                  </a:lnTo>
                  <a:lnTo>
                    <a:pt x="434667" y="746744"/>
                  </a:lnTo>
                  <a:lnTo>
                    <a:pt x="467520" y="560085"/>
                  </a:lnTo>
                  <a:lnTo>
                    <a:pt x="487966" y="453110"/>
                  </a:lnTo>
                  <a:lnTo>
                    <a:pt x="493669" y="421453"/>
                  </a:lnTo>
                  <a:lnTo>
                    <a:pt x="497673" y="399225"/>
                  </a:lnTo>
                  <a:lnTo>
                    <a:pt x="500668" y="381831"/>
                  </a:lnTo>
                  <a:lnTo>
                    <a:pt x="504085" y="365003"/>
                  </a:lnTo>
                  <a:lnTo>
                    <a:pt x="518826" y="285895"/>
                  </a:lnTo>
                  <a:lnTo>
                    <a:pt x="538477" y="190774"/>
                  </a:lnTo>
                  <a:lnTo>
                    <a:pt x="540650" y="181139"/>
                  </a:lnTo>
                  <a:lnTo>
                    <a:pt x="547291" y="144017"/>
                  </a:lnTo>
                  <a:lnTo>
                    <a:pt x="551541" y="125359"/>
                  </a:lnTo>
                  <a:lnTo>
                    <a:pt x="556950" y="94475"/>
                  </a:lnTo>
                  <a:lnTo>
                    <a:pt x="573640" y="2655"/>
                  </a:lnTo>
                  <a:lnTo>
                    <a:pt x="573935" y="2707"/>
                  </a:lnTo>
                  <a:lnTo>
                    <a:pt x="694197" y="23788"/>
                  </a:lnTo>
                  <a:lnTo>
                    <a:pt x="707778" y="26123"/>
                  </a:lnTo>
                  <a:lnTo>
                    <a:pt x="720902" y="28379"/>
                  </a:lnTo>
                  <a:lnTo>
                    <a:pt x="731784" y="30585"/>
                  </a:lnTo>
                  <a:lnTo>
                    <a:pt x="737813" y="31807"/>
                  </a:lnTo>
                  <a:lnTo>
                    <a:pt x="744125" y="32879"/>
                  </a:lnTo>
                  <a:lnTo>
                    <a:pt x="748774" y="33668"/>
                  </a:lnTo>
                  <a:lnTo>
                    <a:pt x="786939" y="40149"/>
                  </a:lnTo>
                  <a:lnTo>
                    <a:pt x="804155" y="43519"/>
                  </a:lnTo>
                  <a:lnTo>
                    <a:pt x="812983" y="45079"/>
                  </a:lnTo>
                  <a:lnTo>
                    <a:pt x="841629" y="50140"/>
                  </a:lnTo>
                  <a:lnTo>
                    <a:pt x="875211" y="61467"/>
                  </a:lnTo>
                  <a:lnTo>
                    <a:pt x="918916" y="37232"/>
                  </a:lnTo>
                  <a:lnTo>
                    <a:pt x="976107" y="3882"/>
                  </a:lnTo>
                  <a:lnTo>
                    <a:pt x="982987" y="0"/>
                  </a:lnTo>
                  <a:lnTo>
                    <a:pt x="985978" y="44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g10"/>
            <p:cNvSpPr/>
            <p:nvPr/>
          </p:nvSpPr>
          <p:spPr>
            <a:xfrm>
              <a:off x="7712467" y="2806896"/>
              <a:ext cx="289097" cy="336953"/>
            </a:xfrm>
            <a:custGeom>
              <a:avLst/>
              <a:pathLst>
                <a:path w="289097" h="336953">
                  <a:moveTo>
                    <a:pt x="253934" y="241833"/>
                  </a:moveTo>
                  <a:lnTo>
                    <a:pt x="234283" y="336953"/>
                  </a:lnTo>
                  <a:lnTo>
                    <a:pt x="193845" y="329501"/>
                  </a:lnTo>
                  <a:lnTo>
                    <a:pt x="177063" y="326351"/>
                  </a:lnTo>
                  <a:lnTo>
                    <a:pt x="159711" y="322961"/>
                  </a:lnTo>
                  <a:lnTo>
                    <a:pt x="142835" y="319964"/>
                  </a:lnTo>
                  <a:lnTo>
                    <a:pt x="125447" y="316635"/>
                  </a:lnTo>
                  <a:lnTo>
                    <a:pt x="110416" y="313758"/>
                  </a:lnTo>
                  <a:lnTo>
                    <a:pt x="87195" y="309514"/>
                  </a:lnTo>
                  <a:lnTo>
                    <a:pt x="62916" y="304985"/>
                  </a:lnTo>
                  <a:lnTo>
                    <a:pt x="0" y="293249"/>
                  </a:lnTo>
                  <a:lnTo>
                    <a:pt x="17880" y="195814"/>
                  </a:lnTo>
                  <a:lnTo>
                    <a:pt x="25674" y="155319"/>
                  </a:lnTo>
                  <a:lnTo>
                    <a:pt x="27063" y="148103"/>
                  </a:lnTo>
                  <a:lnTo>
                    <a:pt x="33190" y="111959"/>
                  </a:lnTo>
                  <a:lnTo>
                    <a:pt x="35054" y="101563"/>
                  </a:lnTo>
                  <a:lnTo>
                    <a:pt x="52438" y="1411"/>
                  </a:lnTo>
                  <a:lnTo>
                    <a:pt x="52683" y="0"/>
                  </a:lnTo>
                  <a:lnTo>
                    <a:pt x="91756" y="10168"/>
                  </a:lnTo>
                  <a:lnTo>
                    <a:pt x="99900" y="12288"/>
                  </a:lnTo>
                  <a:lnTo>
                    <a:pt x="170359" y="28884"/>
                  </a:lnTo>
                  <a:lnTo>
                    <a:pt x="198763" y="34823"/>
                  </a:lnTo>
                  <a:lnTo>
                    <a:pt x="216692" y="38573"/>
                  </a:lnTo>
                  <a:lnTo>
                    <a:pt x="227152" y="40760"/>
                  </a:lnTo>
                  <a:lnTo>
                    <a:pt x="227405" y="40813"/>
                  </a:lnTo>
                  <a:lnTo>
                    <a:pt x="257475" y="47101"/>
                  </a:lnTo>
                  <a:lnTo>
                    <a:pt x="289097" y="53714"/>
                  </a:lnTo>
                  <a:lnTo>
                    <a:pt x="272407" y="145534"/>
                  </a:lnTo>
                  <a:lnTo>
                    <a:pt x="266998" y="176418"/>
                  </a:lnTo>
                  <a:lnTo>
                    <a:pt x="262748" y="195075"/>
                  </a:lnTo>
                  <a:lnTo>
                    <a:pt x="256107" y="23219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g11"/>
            <p:cNvSpPr/>
            <p:nvPr/>
          </p:nvSpPr>
          <p:spPr>
            <a:xfrm>
              <a:off x="8613237" y="2338505"/>
              <a:ext cx="409191" cy="361588"/>
            </a:xfrm>
            <a:custGeom>
              <a:avLst/>
              <a:pathLst>
                <a:path w="409191" h="361588">
                  <a:moveTo>
                    <a:pt x="275596" y="31563"/>
                  </a:moveTo>
                  <a:lnTo>
                    <a:pt x="288883" y="54926"/>
                  </a:lnTo>
                  <a:lnTo>
                    <a:pt x="301664" y="77128"/>
                  </a:lnTo>
                  <a:lnTo>
                    <a:pt x="324081" y="116788"/>
                  </a:lnTo>
                  <a:lnTo>
                    <a:pt x="347045" y="103805"/>
                  </a:lnTo>
                  <a:lnTo>
                    <a:pt x="366023" y="92259"/>
                  </a:lnTo>
                  <a:lnTo>
                    <a:pt x="377916" y="112271"/>
                  </a:lnTo>
                  <a:lnTo>
                    <a:pt x="389709" y="132482"/>
                  </a:lnTo>
                  <a:lnTo>
                    <a:pt x="409191" y="167104"/>
                  </a:lnTo>
                  <a:lnTo>
                    <a:pt x="367765" y="192453"/>
                  </a:lnTo>
                  <a:lnTo>
                    <a:pt x="326480" y="215987"/>
                  </a:lnTo>
                  <a:lnTo>
                    <a:pt x="306748" y="228051"/>
                  </a:lnTo>
                  <a:lnTo>
                    <a:pt x="285776" y="240372"/>
                  </a:lnTo>
                  <a:lnTo>
                    <a:pt x="245154" y="264238"/>
                  </a:lnTo>
                  <a:lnTo>
                    <a:pt x="243589" y="265157"/>
                  </a:lnTo>
                  <a:lnTo>
                    <a:pt x="203508" y="288638"/>
                  </a:lnTo>
                  <a:lnTo>
                    <a:pt x="201983" y="289532"/>
                  </a:lnTo>
                  <a:lnTo>
                    <a:pt x="182933" y="300692"/>
                  </a:lnTo>
                  <a:lnTo>
                    <a:pt x="182306" y="301053"/>
                  </a:lnTo>
                  <a:lnTo>
                    <a:pt x="162922" y="312416"/>
                  </a:lnTo>
                  <a:lnTo>
                    <a:pt x="161965" y="312968"/>
                  </a:lnTo>
                  <a:lnTo>
                    <a:pt x="120701" y="337151"/>
                  </a:lnTo>
                  <a:lnTo>
                    <a:pt x="78879" y="361588"/>
                  </a:lnTo>
                  <a:lnTo>
                    <a:pt x="59580" y="328727"/>
                  </a:lnTo>
                  <a:lnTo>
                    <a:pt x="48187" y="309328"/>
                  </a:lnTo>
                  <a:lnTo>
                    <a:pt x="36364" y="288971"/>
                  </a:lnTo>
                  <a:lnTo>
                    <a:pt x="24698" y="269355"/>
                  </a:lnTo>
                  <a:lnTo>
                    <a:pt x="12354" y="248600"/>
                  </a:lnTo>
                  <a:lnTo>
                    <a:pt x="0" y="226380"/>
                  </a:lnTo>
                  <a:lnTo>
                    <a:pt x="19258" y="214808"/>
                  </a:lnTo>
                  <a:lnTo>
                    <a:pt x="40953" y="201772"/>
                  </a:lnTo>
                  <a:lnTo>
                    <a:pt x="15208" y="157633"/>
                  </a:lnTo>
                  <a:lnTo>
                    <a:pt x="3428" y="139010"/>
                  </a:lnTo>
                  <a:lnTo>
                    <a:pt x="26023" y="126024"/>
                  </a:lnTo>
                  <a:lnTo>
                    <a:pt x="45267" y="113553"/>
                  </a:lnTo>
                  <a:lnTo>
                    <a:pt x="65570" y="102377"/>
                  </a:lnTo>
                  <a:lnTo>
                    <a:pt x="86421" y="90544"/>
                  </a:lnTo>
                  <a:lnTo>
                    <a:pt x="106513" y="79142"/>
                  </a:lnTo>
                  <a:lnTo>
                    <a:pt x="128157" y="66037"/>
                  </a:lnTo>
                  <a:lnTo>
                    <a:pt x="149744" y="53239"/>
                  </a:lnTo>
                  <a:lnTo>
                    <a:pt x="163109" y="45477"/>
                  </a:lnTo>
                  <a:lnTo>
                    <a:pt x="169738" y="41627"/>
                  </a:lnTo>
                  <a:lnTo>
                    <a:pt x="191181" y="32140"/>
                  </a:lnTo>
                  <a:lnTo>
                    <a:pt x="195479" y="39700"/>
                  </a:lnTo>
                  <a:lnTo>
                    <a:pt x="214973" y="26187"/>
                  </a:lnTo>
                  <a:lnTo>
                    <a:pt x="234738" y="14662"/>
                  </a:lnTo>
                  <a:lnTo>
                    <a:pt x="257644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g12"/>
            <p:cNvSpPr/>
            <p:nvPr/>
          </p:nvSpPr>
          <p:spPr>
            <a:xfrm>
              <a:off x="8870881" y="2057400"/>
              <a:ext cx="520944" cy="474121"/>
            </a:xfrm>
            <a:custGeom>
              <a:avLst/>
              <a:pathLst>
                <a:path w="520944" h="474121">
                  <a:moveTo>
                    <a:pt x="29521" y="182699"/>
                  </a:moveTo>
                  <a:lnTo>
                    <a:pt x="37908" y="178193"/>
                  </a:lnTo>
                  <a:lnTo>
                    <a:pt x="38768" y="177732"/>
                  </a:lnTo>
                  <a:lnTo>
                    <a:pt x="45426" y="174155"/>
                  </a:lnTo>
                  <a:lnTo>
                    <a:pt x="45851" y="173926"/>
                  </a:lnTo>
                  <a:lnTo>
                    <a:pt x="65291" y="162054"/>
                  </a:lnTo>
                  <a:lnTo>
                    <a:pt x="85898" y="149469"/>
                  </a:lnTo>
                  <a:lnTo>
                    <a:pt x="92354" y="145527"/>
                  </a:lnTo>
                  <a:lnTo>
                    <a:pt x="92595" y="145380"/>
                  </a:lnTo>
                  <a:lnTo>
                    <a:pt x="96178" y="143191"/>
                  </a:lnTo>
                  <a:lnTo>
                    <a:pt x="100745" y="138894"/>
                  </a:lnTo>
                  <a:lnTo>
                    <a:pt x="103124" y="136656"/>
                  </a:lnTo>
                  <a:lnTo>
                    <a:pt x="111774" y="128518"/>
                  </a:lnTo>
                  <a:lnTo>
                    <a:pt x="126664" y="114507"/>
                  </a:lnTo>
                  <a:lnTo>
                    <a:pt x="142494" y="105540"/>
                  </a:lnTo>
                  <a:lnTo>
                    <a:pt x="162417" y="94255"/>
                  </a:lnTo>
                  <a:lnTo>
                    <a:pt x="163138" y="93846"/>
                  </a:lnTo>
                  <a:lnTo>
                    <a:pt x="170670" y="89580"/>
                  </a:lnTo>
                  <a:lnTo>
                    <a:pt x="221772" y="60809"/>
                  </a:lnTo>
                  <a:lnTo>
                    <a:pt x="232015" y="55042"/>
                  </a:lnTo>
                  <a:lnTo>
                    <a:pt x="269789" y="33775"/>
                  </a:lnTo>
                  <a:lnTo>
                    <a:pt x="274120" y="31264"/>
                  </a:lnTo>
                  <a:lnTo>
                    <a:pt x="305891" y="12842"/>
                  </a:lnTo>
                  <a:lnTo>
                    <a:pt x="311177" y="9777"/>
                  </a:lnTo>
                  <a:lnTo>
                    <a:pt x="328040" y="0"/>
                  </a:lnTo>
                  <a:lnTo>
                    <a:pt x="334292" y="9958"/>
                  </a:lnTo>
                  <a:lnTo>
                    <a:pt x="360356" y="57211"/>
                  </a:lnTo>
                  <a:lnTo>
                    <a:pt x="441522" y="201909"/>
                  </a:lnTo>
                  <a:lnTo>
                    <a:pt x="472640" y="257577"/>
                  </a:lnTo>
                  <a:lnTo>
                    <a:pt x="520944" y="339981"/>
                  </a:lnTo>
                  <a:lnTo>
                    <a:pt x="475775" y="367548"/>
                  </a:lnTo>
                  <a:lnTo>
                    <a:pt x="449810" y="383279"/>
                  </a:lnTo>
                  <a:lnTo>
                    <a:pt x="411438" y="406242"/>
                  </a:lnTo>
                  <a:lnTo>
                    <a:pt x="390914" y="419353"/>
                  </a:lnTo>
                  <a:lnTo>
                    <a:pt x="388776" y="420513"/>
                  </a:lnTo>
                  <a:lnTo>
                    <a:pt x="368236" y="431661"/>
                  </a:lnTo>
                  <a:lnTo>
                    <a:pt x="355369" y="438645"/>
                  </a:lnTo>
                  <a:lnTo>
                    <a:pt x="290639" y="474121"/>
                  </a:lnTo>
                  <a:lnTo>
                    <a:pt x="282300" y="461173"/>
                  </a:lnTo>
                  <a:lnTo>
                    <a:pt x="282213" y="461008"/>
                  </a:lnTo>
                  <a:lnTo>
                    <a:pt x="276699" y="450515"/>
                  </a:lnTo>
                  <a:lnTo>
                    <a:pt x="262103" y="426716"/>
                  </a:lnTo>
                  <a:lnTo>
                    <a:pt x="258000" y="419891"/>
                  </a:lnTo>
                  <a:lnTo>
                    <a:pt x="241432" y="393149"/>
                  </a:lnTo>
                  <a:lnTo>
                    <a:pt x="192730" y="423188"/>
                  </a:lnTo>
                  <a:lnTo>
                    <a:pt x="172451" y="435696"/>
                  </a:lnTo>
                  <a:lnTo>
                    <a:pt x="151546" y="448209"/>
                  </a:lnTo>
                  <a:lnTo>
                    <a:pt x="132065" y="413587"/>
                  </a:lnTo>
                  <a:lnTo>
                    <a:pt x="120271" y="393377"/>
                  </a:lnTo>
                  <a:lnTo>
                    <a:pt x="108379" y="373364"/>
                  </a:lnTo>
                  <a:lnTo>
                    <a:pt x="89401" y="384911"/>
                  </a:lnTo>
                  <a:lnTo>
                    <a:pt x="66427" y="397878"/>
                  </a:lnTo>
                  <a:lnTo>
                    <a:pt x="44019" y="358234"/>
                  </a:lnTo>
                  <a:lnTo>
                    <a:pt x="31239" y="336032"/>
                  </a:lnTo>
                  <a:lnTo>
                    <a:pt x="17951" y="312669"/>
                  </a:lnTo>
                  <a:lnTo>
                    <a:pt x="0" y="281105"/>
                  </a:lnTo>
                  <a:lnTo>
                    <a:pt x="19519" y="270123"/>
                  </a:lnTo>
                  <a:lnTo>
                    <a:pt x="20732" y="269440"/>
                  </a:lnTo>
                  <a:lnTo>
                    <a:pt x="40860" y="257410"/>
                  </a:lnTo>
                  <a:lnTo>
                    <a:pt x="29263" y="236633"/>
                  </a:lnTo>
                  <a:lnTo>
                    <a:pt x="49805" y="224464"/>
                  </a:lnTo>
                  <a:lnTo>
                    <a:pt x="39407" y="204429"/>
                  </a:lnTo>
                  <a:lnTo>
                    <a:pt x="38214" y="202129"/>
                  </a:lnTo>
                  <a:lnTo>
                    <a:pt x="29470" y="18608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g13"/>
            <p:cNvSpPr/>
            <p:nvPr/>
          </p:nvSpPr>
          <p:spPr>
            <a:xfrm>
              <a:off x="9161521" y="2397381"/>
              <a:ext cx="642339" cy="835275"/>
            </a:xfrm>
            <a:custGeom>
              <a:avLst/>
              <a:pathLst>
                <a:path w="642339" h="835275">
                  <a:moveTo>
                    <a:pt x="410117" y="826677"/>
                  </a:moveTo>
                  <a:lnTo>
                    <a:pt x="397402" y="804386"/>
                  </a:lnTo>
                  <a:lnTo>
                    <a:pt x="374282" y="763855"/>
                  </a:lnTo>
                  <a:lnTo>
                    <a:pt x="354539" y="729242"/>
                  </a:lnTo>
                  <a:lnTo>
                    <a:pt x="350906" y="722873"/>
                  </a:lnTo>
                  <a:lnTo>
                    <a:pt x="347282" y="716521"/>
                  </a:lnTo>
                  <a:lnTo>
                    <a:pt x="339092" y="702163"/>
                  </a:lnTo>
                  <a:lnTo>
                    <a:pt x="338745" y="701567"/>
                  </a:lnTo>
                  <a:lnTo>
                    <a:pt x="325779" y="679281"/>
                  </a:lnTo>
                  <a:lnTo>
                    <a:pt x="303063" y="638656"/>
                  </a:lnTo>
                  <a:lnTo>
                    <a:pt x="301381" y="635649"/>
                  </a:lnTo>
                  <a:lnTo>
                    <a:pt x="281101" y="599381"/>
                  </a:lnTo>
                  <a:lnTo>
                    <a:pt x="267897" y="575769"/>
                  </a:lnTo>
                  <a:lnTo>
                    <a:pt x="255272" y="553190"/>
                  </a:lnTo>
                  <a:lnTo>
                    <a:pt x="248045" y="540266"/>
                  </a:lnTo>
                  <a:lnTo>
                    <a:pt x="247652" y="539563"/>
                  </a:lnTo>
                  <a:lnTo>
                    <a:pt x="232307" y="512120"/>
                  </a:lnTo>
                  <a:lnTo>
                    <a:pt x="211009" y="474033"/>
                  </a:lnTo>
                  <a:lnTo>
                    <a:pt x="195690" y="446638"/>
                  </a:lnTo>
                  <a:lnTo>
                    <a:pt x="184651" y="443132"/>
                  </a:lnTo>
                  <a:lnTo>
                    <a:pt x="178280" y="432555"/>
                  </a:lnTo>
                  <a:lnTo>
                    <a:pt x="163665" y="408581"/>
                  </a:lnTo>
                  <a:lnTo>
                    <a:pt x="138494" y="367710"/>
                  </a:lnTo>
                  <a:lnTo>
                    <a:pt x="120638" y="337487"/>
                  </a:lnTo>
                  <a:lnTo>
                    <a:pt x="115119" y="328144"/>
                  </a:lnTo>
                  <a:lnTo>
                    <a:pt x="102532" y="307097"/>
                  </a:lnTo>
                  <a:lnTo>
                    <a:pt x="91321" y="288010"/>
                  </a:lnTo>
                  <a:lnTo>
                    <a:pt x="88885" y="283923"/>
                  </a:lnTo>
                  <a:lnTo>
                    <a:pt x="72314" y="256127"/>
                  </a:lnTo>
                  <a:lnTo>
                    <a:pt x="65198" y="244190"/>
                  </a:lnTo>
                  <a:lnTo>
                    <a:pt x="65042" y="243929"/>
                  </a:lnTo>
                  <a:lnTo>
                    <a:pt x="62402" y="239499"/>
                  </a:lnTo>
                  <a:lnTo>
                    <a:pt x="49598" y="217740"/>
                  </a:lnTo>
                  <a:lnTo>
                    <a:pt x="42188" y="204684"/>
                  </a:lnTo>
                  <a:lnTo>
                    <a:pt x="27826" y="181599"/>
                  </a:lnTo>
                  <a:lnTo>
                    <a:pt x="15489" y="160123"/>
                  </a:lnTo>
                  <a:lnTo>
                    <a:pt x="0" y="134140"/>
                  </a:lnTo>
                  <a:lnTo>
                    <a:pt x="64729" y="98664"/>
                  </a:lnTo>
                  <a:lnTo>
                    <a:pt x="77596" y="91680"/>
                  </a:lnTo>
                  <a:lnTo>
                    <a:pt x="98136" y="80532"/>
                  </a:lnTo>
                  <a:lnTo>
                    <a:pt x="100274" y="79372"/>
                  </a:lnTo>
                  <a:lnTo>
                    <a:pt x="120818" y="66249"/>
                  </a:lnTo>
                  <a:lnTo>
                    <a:pt x="159171" y="43298"/>
                  </a:lnTo>
                  <a:lnTo>
                    <a:pt x="185135" y="27567"/>
                  </a:lnTo>
                  <a:lnTo>
                    <a:pt x="230304" y="0"/>
                  </a:lnTo>
                  <a:lnTo>
                    <a:pt x="243438" y="22105"/>
                  </a:lnTo>
                  <a:lnTo>
                    <a:pt x="280790" y="84974"/>
                  </a:lnTo>
                  <a:lnTo>
                    <a:pt x="414893" y="308797"/>
                  </a:lnTo>
                  <a:lnTo>
                    <a:pt x="521132" y="494055"/>
                  </a:lnTo>
                  <a:lnTo>
                    <a:pt x="637314" y="690973"/>
                  </a:lnTo>
                  <a:lnTo>
                    <a:pt x="642339" y="699490"/>
                  </a:lnTo>
                  <a:lnTo>
                    <a:pt x="415021" y="83527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g14"/>
            <p:cNvSpPr/>
            <p:nvPr/>
          </p:nvSpPr>
          <p:spPr>
            <a:xfrm>
              <a:off x="8981002" y="2450549"/>
              <a:ext cx="365170" cy="469734"/>
            </a:xfrm>
            <a:custGeom>
              <a:avLst/>
              <a:pathLst>
                <a:path w="365170" h="469734">
                  <a:moveTo>
                    <a:pt x="180519" y="80973"/>
                  </a:moveTo>
                  <a:lnTo>
                    <a:pt x="196008" y="106954"/>
                  </a:lnTo>
                  <a:lnTo>
                    <a:pt x="208345" y="128430"/>
                  </a:lnTo>
                  <a:lnTo>
                    <a:pt x="222707" y="151515"/>
                  </a:lnTo>
                  <a:lnTo>
                    <a:pt x="230117" y="164571"/>
                  </a:lnTo>
                  <a:lnTo>
                    <a:pt x="242920" y="186331"/>
                  </a:lnTo>
                  <a:lnTo>
                    <a:pt x="245561" y="190760"/>
                  </a:lnTo>
                  <a:lnTo>
                    <a:pt x="245717" y="191022"/>
                  </a:lnTo>
                  <a:lnTo>
                    <a:pt x="252833" y="202959"/>
                  </a:lnTo>
                  <a:lnTo>
                    <a:pt x="269404" y="230755"/>
                  </a:lnTo>
                  <a:lnTo>
                    <a:pt x="271840" y="234841"/>
                  </a:lnTo>
                  <a:lnTo>
                    <a:pt x="283051" y="253929"/>
                  </a:lnTo>
                  <a:lnTo>
                    <a:pt x="295638" y="274976"/>
                  </a:lnTo>
                  <a:lnTo>
                    <a:pt x="301157" y="284318"/>
                  </a:lnTo>
                  <a:lnTo>
                    <a:pt x="319013" y="314542"/>
                  </a:lnTo>
                  <a:lnTo>
                    <a:pt x="344184" y="355412"/>
                  </a:lnTo>
                  <a:lnTo>
                    <a:pt x="358799" y="379386"/>
                  </a:lnTo>
                  <a:lnTo>
                    <a:pt x="365170" y="389964"/>
                  </a:lnTo>
                  <a:lnTo>
                    <a:pt x="229499" y="469734"/>
                  </a:lnTo>
                  <a:lnTo>
                    <a:pt x="222883" y="458999"/>
                  </a:lnTo>
                  <a:lnTo>
                    <a:pt x="208588" y="434182"/>
                  </a:lnTo>
                  <a:lnTo>
                    <a:pt x="196949" y="415614"/>
                  </a:lnTo>
                  <a:lnTo>
                    <a:pt x="184667" y="394449"/>
                  </a:lnTo>
                  <a:lnTo>
                    <a:pt x="173027" y="374706"/>
                  </a:lnTo>
                  <a:lnTo>
                    <a:pt x="160792" y="353956"/>
                  </a:lnTo>
                  <a:lnTo>
                    <a:pt x="147918" y="332646"/>
                  </a:lnTo>
                  <a:lnTo>
                    <a:pt x="135531" y="309594"/>
                  </a:lnTo>
                  <a:lnTo>
                    <a:pt x="124290" y="291005"/>
                  </a:lnTo>
                  <a:lnTo>
                    <a:pt x="124116" y="290717"/>
                  </a:lnTo>
                  <a:lnTo>
                    <a:pt x="111531" y="269903"/>
                  </a:lnTo>
                  <a:lnTo>
                    <a:pt x="100222" y="249481"/>
                  </a:lnTo>
                  <a:lnTo>
                    <a:pt x="88878" y="229322"/>
                  </a:lnTo>
                  <a:lnTo>
                    <a:pt x="75402" y="206885"/>
                  </a:lnTo>
                  <a:lnTo>
                    <a:pt x="62814" y="185594"/>
                  </a:lnTo>
                  <a:lnTo>
                    <a:pt x="39281" y="145402"/>
                  </a:lnTo>
                  <a:lnTo>
                    <a:pt x="16389" y="104578"/>
                  </a:lnTo>
                  <a:lnTo>
                    <a:pt x="0" y="80409"/>
                  </a:lnTo>
                  <a:lnTo>
                    <a:pt x="41425" y="55060"/>
                  </a:lnTo>
                  <a:lnTo>
                    <a:pt x="62330" y="42547"/>
                  </a:lnTo>
                  <a:lnTo>
                    <a:pt x="82609" y="30039"/>
                  </a:lnTo>
                  <a:lnTo>
                    <a:pt x="131311" y="0"/>
                  </a:lnTo>
                  <a:lnTo>
                    <a:pt x="147879" y="26742"/>
                  </a:lnTo>
                  <a:lnTo>
                    <a:pt x="151982" y="33566"/>
                  </a:lnTo>
                  <a:lnTo>
                    <a:pt x="166578" y="57365"/>
                  </a:lnTo>
                  <a:lnTo>
                    <a:pt x="172092" y="67858"/>
                  </a:lnTo>
                  <a:lnTo>
                    <a:pt x="172179" y="6802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g15"/>
            <p:cNvSpPr/>
            <p:nvPr/>
          </p:nvSpPr>
          <p:spPr>
            <a:xfrm>
              <a:off x="8856826" y="2530959"/>
              <a:ext cx="408134" cy="557213"/>
            </a:xfrm>
            <a:custGeom>
              <a:avLst/>
              <a:pathLst>
                <a:path w="408134" h="557213">
                  <a:moveTo>
                    <a:pt x="353675" y="389324"/>
                  </a:moveTo>
                  <a:lnTo>
                    <a:pt x="358891" y="397786"/>
                  </a:lnTo>
                  <a:lnTo>
                    <a:pt x="359551" y="398887"/>
                  </a:lnTo>
                  <a:lnTo>
                    <a:pt x="373367" y="421910"/>
                  </a:lnTo>
                  <a:lnTo>
                    <a:pt x="385035" y="442038"/>
                  </a:lnTo>
                  <a:lnTo>
                    <a:pt x="396634" y="462047"/>
                  </a:lnTo>
                  <a:lnTo>
                    <a:pt x="396888" y="462512"/>
                  </a:lnTo>
                  <a:lnTo>
                    <a:pt x="407945" y="482735"/>
                  </a:lnTo>
                  <a:lnTo>
                    <a:pt x="408134" y="483081"/>
                  </a:lnTo>
                  <a:lnTo>
                    <a:pt x="386721" y="496006"/>
                  </a:lnTo>
                  <a:lnTo>
                    <a:pt x="366951" y="507938"/>
                  </a:lnTo>
                  <a:lnTo>
                    <a:pt x="366612" y="508142"/>
                  </a:lnTo>
                  <a:lnTo>
                    <a:pt x="347095" y="519921"/>
                  </a:lnTo>
                  <a:lnTo>
                    <a:pt x="338852" y="524897"/>
                  </a:lnTo>
                  <a:lnTo>
                    <a:pt x="335727" y="526774"/>
                  </a:lnTo>
                  <a:lnTo>
                    <a:pt x="326102" y="532556"/>
                  </a:lnTo>
                  <a:lnTo>
                    <a:pt x="320043" y="536195"/>
                  </a:lnTo>
                  <a:lnTo>
                    <a:pt x="307085" y="543979"/>
                  </a:lnTo>
                  <a:lnTo>
                    <a:pt x="285655" y="556851"/>
                  </a:lnTo>
                  <a:lnTo>
                    <a:pt x="285052" y="557213"/>
                  </a:lnTo>
                  <a:lnTo>
                    <a:pt x="272570" y="535841"/>
                  </a:lnTo>
                  <a:lnTo>
                    <a:pt x="260458" y="515103"/>
                  </a:lnTo>
                  <a:lnTo>
                    <a:pt x="235466" y="472309"/>
                  </a:lnTo>
                  <a:lnTo>
                    <a:pt x="235158" y="471783"/>
                  </a:lnTo>
                  <a:lnTo>
                    <a:pt x="228157" y="459795"/>
                  </a:lnTo>
                  <a:lnTo>
                    <a:pt x="223249" y="451390"/>
                  </a:lnTo>
                  <a:lnTo>
                    <a:pt x="201334" y="413868"/>
                  </a:lnTo>
                  <a:lnTo>
                    <a:pt x="200518" y="412447"/>
                  </a:lnTo>
                  <a:lnTo>
                    <a:pt x="188949" y="392314"/>
                  </a:lnTo>
                  <a:lnTo>
                    <a:pt x="183742" y="383251"/>
                  </a:lnTo>
                  <a:lnTo>
                    <a:pt x="173812" y="366342"/>
                  </a:lnTo>
                  <a:lnTo>
                    <a:pt x="149876" y="325582"/>
                  </a:lnTo>
                  <a:lnTo>
                    <a:pt x="149287" y="324578"/>
                  </a:lnTo>
                  <a:lnTo>
                    <a:pt x="144180" y="315802"/>
                  </a:lnTo>
                  <a:lnTo>
                    <a:pt x="136771" y="303069"/>
                  </a:lnTo>
                  <a:lnTo>
                    <a:pt x="125091" y="282997"/>
                  </a:lnTo>
                  <a:lnTo>
                    <a:pt x="113245" y="262268"/>
                  </a:lnTo>
                  <a:lnTo>
                    <a:pt x="100997" y="242195"/>
                  </a:lnTo>
                  <a:lnTo>
                    <a:pt x="77556" y="203779"/>
                  </a:lnTo>
                  <a:lnTo>
                    <a:pt x="76314" y="201743"/>
                  </a:lnTo>
                  <a:lnTo>
                    <a:pt x="75200" y="199918"/>
                  </a:lnTo>
                  <a:lnTo>
                    <a:pt x="71824" y="194288"/>
                  </a:lnTo>
                  <a:lnTo>
                    <a:pt x="62777" y="179199"/>
                  </a:lnTo>
                  <a:lnTo>
                    <a:pt x="38463" y="138651"/>
                  </a:lnTo>
                  <a:lnTo>
                    <a:pt x="38225" y="138253"/>
                  </a:lnTo>
                  <a:lnTo>
                    <a:pt x="32008" y="127593"/>
                  </a:lnTo>
                  <a:lnTo>
                    <a:pt x="15580" y="99422"/>
                  </a:lnTo>
                  <a:lnTo>
                    <a:pt x="15303" y="98947"/>
                  </a:lnTo>
                  <a:lnTo>
                    <a:pt x="11203" y="91916"/>
                  </a:lnTo>
                  <a:lnTo>
                    <a:pt x="0" y="72704"/>
                  </a:lnTo>
                  <a:lnTo>
                    <a:pt x="1565" y="71784"/>
                  </a:lnTo>
                  <a:lnTo>
                    <a:pt x="42187" y="47918"/>
                  </a:lnTo>
                  <a:lnTo>
                    <a:pt x="63159" y="35597"/>
                  </a:lnTo>
                  <a:lnTo>
                    <a:pt x="82890" y="23534"/>
                  </a:lnTo>
                  <a:lnTo>
                    <a:pt x="124176" y="0"/>
                  </a:lnTo>
                  <a:lnTo>
                    <a:pt x="140565" y="24168"/>
                  </a:lnTo>
                  <a:lnTo>
                    <a:pt x="163457" y="64992"/>
                  </a:lnTo>
                  <a:lnTo>
                    <a:pt x="187001" y="105203"/>
                  </a:lnTo>
                  <a:lnTo>
                    <a:pt x="199578" y="126475"/>
                  </a:lnTo>
                  <a:lnTo>
                    <a:pt x="213055" y="148912"/>
                  </a:lnTo>
                  <a:lnTo>
                    <a:pt x="224399" y="169071"/>
                  </a:lnTo>
                  <a:lnTo>
                    <a:pt x="235707" y="189494"/>
                  </a:lnTo>
                  <a:lnTo>
                    <a:pt x="248292" y="210307"/>
                  </a:lnTo>
                  <a:lnTo>
                    <a:pt x="248467" y="210595"/>
                  </a:lnTo>
                  <a:lnTo>
                    <a:pt x="259713" y="229196"/>
                  </a:lnTo>
                  <a:lnTo>
                    <a:pt x="272095" y="252236"/>
                  </a:lnTo>
                  <a:lnTo>
                    <a:pt x="284968" y="273546"/>
                  </a:lnTo>
                  <a:lnTo>
                    <a:pt x="297203" y="294297"/>
                  </a:lnTo>
                  <a:lnTo>
                    <a:pt x="308844" y="314039"/>
                  </a:lnTo>
                  <a:lnTo>
                    <a:pt x="321125" y="335205"/>
                  </a:lnTo>
                  <a:lnTo>
                    <a:pt x="332764" y="353772"/>
                  </a:lnTo>
                  <a:lnTo>
                    <a:pt x="347059" y="3785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g16"/>
            <p:cNvSpPr/>
            <p:nvPr/>
          </p:nvSpPr>
          <p:spPr>
            <a:xfrm>
              <a:off x="8178805" y="4165065"/>
              <a:ext cx="280659" cy="227548"/>
            </a:xfrm>
            <a:custGeom>
              <a:avLst/>
              <a:pathLst>
                <a:path w="280659" h="227548">
                  <a:moveTo>
                    <a:pt x="94350" y="132178"/>
                  </a:moveTo>
                  <a:lnTo>
                    <a:pt x="76825" y="117472"/>
                  </a:lnTo>
                  <a:lnTo>
                    <a:pt x="74141" y="115219"/>
                  </a:lnTo>
                  <a:lnTo>
                    <a:pt x="68361" y="110369"/>
                  </a:lnTo>
                  <a:lnTo>
                    <a:pt x="64107" y="106799"/>
                  </a:lnTo>
                  <a:lnTo>
                    <a:pt x="57103" y="100922"/>
                  </a:lnTo>
                  <a:lnTo>
                    <a:pt x="54923" y="99092"/>
                  </a:lnTo>
                  <a:lnTo>
                    <a:pt x="40912" y="91133"/>
                  </a:lnTo>
                  <a:lnTo>
                    <a:pt x="25563" y="82415"/>
                  </a:lnTo>
                  <a:lnTo>
                    <a:pt x="18273" y="78274"/>
                  </a:lnTo>
                  <a:lnTo>
                    <a:pt x="15665" y="76793"/>
                  </a:lnTo>
                  <a:lnTo>
                    <a:pt x="10486" y="83333"/>
                  </a:lnTo>
                  <a:lnTo>
                    <a:pt x="3470" y="84063"/>
                  </a:lnTo>
                  <a:lnTo>
                    <a:pt x="0" y="73011"/>
                  </a:lnTo>
                  <a:lnTo>
                    <a:pt x="3552" y="69913"/>
                  </a:lnTo>
                  <a:lnTo>
                    <a:pt x="16552" y="61115"/>
                  </a:lnTo>
                  <a:lnTo>
                    <a:pt x="21584" y="56727"/>
                  </a:lnTo>
                  <a:lnTo>
                    <a:pt x="24726" y="54668"/>
                  </a:lnTo>
                  <a:lnTo>
                    <a:pt x="27235" y="53023"/>
                  </a:lnTo>
                  <a:lnTo>
                    <a:pt x="29726" y="51391"/>
                  </a:lnTo>
                  <a:lnTo>
                    <a:pt x="35597" y="48293"/>
                  </a:lnTo>
                  <a:lnTo>
                    <a:pt x="36493" y="47820"/>
                  </a:lnTo>
                  <a:lnTo>
                    <a:pt x="39969" y="45986"/>
                  </a:lnTo>
                  <a:lnTo>
                    <a:pt x="42230" y="44792"/>
                  </a:lnTo>
                  <a:lnTo>
                    <a:pt x="43141" y="44312"/>
                  </a:lnTo>
                  <a:lnTo>
                    <a:pt x="44947" y="43359"/>
                  </a:lnTo>
                  <a:lnTo>
                    <a:pt x="55355" y="37653"/>
                  </a:lnTo>
                  <a:lnTo>
                    <a:pt x="59918" y="44759"/>
                  </a:lnTo>
                  <a:lnTo>
                    <a:pt x="60405" y="45517"/>
                  </a:lnTo>
                  <a:lnTo>
                    <a:pt x="61300" y="45005"/>
                  </a:lnTo>
                  <a:lnTo>
                    <a:pt x="62047" y="44528"/>
                  </a:lnTo>
                  <a:lnTo>
                    <a:pt x="72298" y="37972"/>
                  </a:lnTo>
                  <a:lnTo>
                    <a:pt x="73445" y="38899"/>
                  </a:lnTo>
                  <a:lnTo>
                    <a:pt x="78818" y="35501"/>
                  </a:lnTo>
                  <a:lnTo>
                    <a:pt x="98027" y="45171"/>
                  </a:lnTo>
                  <a:lnTo>
                    <a:pt x="110639" y="30430"/>
                  </a:lnTo>
                  <a:lnTo>
                    <a:pt x="130557" y="0"/>
                  </a:lnTo>
                  <a:lnTo>
                    <a:pt x="133401" y="1540"/>
                  </a:lnTo>
                  <a:lnTo>
                    <a:pt x="161577" y="16801"/>
                  </a:lnTo>
                  <a:lnTo>
                    <a:pt x="173653" y="24093"/>
                  </a:lnTo>
                  <a:lnTo>
                    <a:pt x="177519" y="26427"/>
                  </a:lnTo>
                  <a:lnTo>
                    <a:pt x="184907" y="30888"/>
                  </a:lnTo>
                  <a:lnTo>
                    <a:pt x="195014" y="36990"/>
                  </a:lnTo>
                  <a:lnTo>
                    <a:pt x="199395" y="39636"/>
                  </a:lnTo>
                  <a:lnTo>
                    <a:pt x="212724" y="46882"/>
                  </a:lnTo>
                  <a:lnTo>
                    <a:pt x="225480" y="53817"/>
                  </a:lnTo>
                  <a:lnTo>
                    <a:pt x="228666" y="55549"/>
                  </a:lnTo>
                  <a:lnTo>
                    <a:pt x="229887" y="56214"/>
                  </a:lnTo>
                  <a:lnTo>
                    <a:pt x="272632" y="76953"/>
                  </a:lnTo>
                  <a:lnTo>
                    <a:pt x="280659" y="81301"/>
                  </a:lnTo>
                  <a:lnTo>
                    <a:pt x="278894" y="85617"/>
                  </a:lnTo>
                  <a:lnTo>
                    <a:pt x="277363" y="89362"/>
                  </a:lnTo>
                  <a:lnTo>
                    <a:pt x="276705" y="90974"/>
                  </a:lnTo>
                  <a:lnTo>
                    <a:pt x="276185" y="92244"/>
                  </a:lnTo>
                  <a:lnTo>
                    <a:pt x="266465" y="95476"/>
                  </a:lnTo>
                  <a:lnTo>
                    <a:pt x="265451" y="97462"/>
                  </a:lnTo>
                  <a:lnTo>
                    <a:pt x="264471" y="99381"/>
                  </a:lnTo>
                  <a:lnTo>
                    <a:pt x="260879" y="106415"/>
                  </a:lnTo>
                  <a:lnTo>
                    <a:pt x="253617" y="120638"/>
                  </a:lnTo>
                  <a:lnTo>
                    <a:pt x="252324" y="123171"/>
                  </a:lnTo>
                  <a:lnTo>
                    <a:pt x="247733" y="132163"/>
                  </a:lnTo>
                  <a:lnTo>
                    <a:pt x="247343" y="132928"/>
                  </a:lnTo>
                  <a:lnTo>
                    <a:pt x="240807" y="148492"/>
                  </a:lnTo>
                  <a:lnTo>
                    <a:pt x="240619" y="148940"/>
                  </a:lnTo>
                  <a:lnTo>
                    <a:pt x="242811" y="150059"/>
                  </a:lnTo>
                  <a:lnTo>
                    <a:pt x="242289" y="152644"/>
                  </a:lnTo>
                  <a:lnTo>
                    <a:pt x="241067" y="158702"/>
                  </a:lnTo>
                  <a:lnTo>
                    <a:pt x="240152" y="163232"/>
                  </a:lnTo>
                  <a:lnTo>
                    <a:pt x="238683" y="166136"/>
                  </a:lnTo>
                  <a:lnTo>
                    <a:pt x="231692" y="179952"/>
                  </a:lnTo>
                  <a:lnTo>
                    <a:pt x="223814" y="195522"/>
                  </a:lnTo>
                  <a:lnTo>
                    <a:pt x="209238" y="224328"/>
                  </a:lnTo>
                  <a:lnTo>
                    <a:pt x="207609" y="227548"/>
                  </a:lnTo>
                  <a:lnTo>
                    <a:pt x="192948" y="220003"/>
                  </a:lnTo>
                  <a:lnTo>
                    <a:pt x="176674" y="211627"/>
                  </a:lnTo>
                  <a:lnTo>
                    <a:pt x="166948" y="206621"/>
                  </a:lnTo>
                  <a:lnTo>
                    <a:pt x="165848" y="205180"/>
                  </a:lnTo>
                  <a:lnTo>
                    <a:pt x="163318" y="201866"/>
                  </a:lnTo>
                  <a:lnTo>
                    <a:pt x="160691" y="198424"/>
                  </a:lnTo>
                  <a:lnTo>
                    <a:pt x="151447" y="186313"/>
                  </a:lnTo>
                  <a:lnTo>
                    <a:pt x="139267" y="170355"/>
                  </a:lnTo>
                  <a:lnTo>
                    <a:pt x="125610" y="158391"/>
                  </a:lnTo>
                  <a:lnTo>
                    <a:pt x="120652" y="154047"/>
                  </a:lnTo>
                  <a:lnTo>
                    <a:pt x="117996" y="151850"/>
                  </a:lnTo>
                  <a:lnTo>
                    <a:pt x="110649" y="145773"/>
                  </a:lnTo>
                  <a:lnTo>
                    <a:pt x="103756" y="1400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g17"/>
            <p:cNvSpPr/>
            <p:nvPr/>
          </p:nvSpPr>
          <p:spPr>
            <a:xfrm>
              <a:off x="7489246" y="4240528"/>
              <a:ext cx="1094335" cy="784991"/>
            </a:xfrm>
            <a:custGeom>
              <a:avLst/>
              <a:pathLst>
                <a:path w="1094335" h="784991">
                  <a:moveTo>
                    <a:pt x="828629" y="499491"/>
                  </a:moveTo>
                  <a:lnTo>
                    <a:pt x="858905" y="515254"/>
                  </a:lnTo>
                  <a:lnTo>
                    <a:pt x="862208" y="517103"/>
                  </a:lnTo>
                  <a:lnTo>
                    <a:pt x="868619" y="520691"/>
                  </a:lnTo>
                  <a:lnTo>
                    <a:pt x="873724" y="523549"/>
                  </a:lnTo>
                  <a:lnTo>
                    <a:pt x="908558" y="543049"/>
                  </a:lnTo>
                  <a:lnTo>
                    <a:pt x="915736" y="546674"/>
                  </a:lnTo>
                  <a:lnTo>
                    <a:pt x="926004" y="551859"/>
                  </a:lnTo>
                  <a:lnTo>
                    <a:pt x="943722" y="560807"/>
                  </a:lnTo>
                  <a:lnTo>
                    <a:pt x="961257" y="569803"/>
                  </a:lnTo>
                  <a:lnTo>
                    <a:pt x="978626" y="578715"/>
                  </a:lnTo>
                  <a:lnTo>
                    <a:pt x="988515" y="583789"/>
                  </a:lnTo>
                  <a:lnTo>
                    <a:pt x="995488" y="587367"/>
                  </a:lnTo>
                  <a:lnTo>
                    <a:pt x="1007580" y="594127"/>
                  </a:lnTo>
                  <a:lnTo>
                    <a:pt x="1008511" y="594647"/>
                  </a:lnTo>
                  <a:lnTo>
                    <a:pt x="1014209" y="597833"/>
                  </a:lnTo>
                  <a:lnTo>
                    <a:pt x="1015682" y="598657"/>
                  </a:lnTo>
                  <a:lnTo>
                    <a:pt x="1027935" y="605507"/>
                  </a:lnTo>
                  <a:lnTo>
                    <a:pt x="1034108" y="608959"/>
                  </a:lnTo>
                  <a:lnTo>
                    <a:pt x="1037746" y="610993"/>
                  </a:lnTo>
                  <a:lnTo>
                    <a:pt x="1046681" y="615684"/>
                  </a:lnTo>
                  <a:lnTo>
                    <a:pt x="1066512" y="626095"/>
                  </a:lnTo>
                  <a:lnTo>
                    <a:pt x="1089511" y="638170"/>
                  </a:lnTo>
                  <a:lnTo>
                    <a:pt x="1094335" y="640721"/>
                  </a:lnTo>
                  <a:lnTo>
                    <a:pt x="1092710" y="643972"/>
                  </a:lnTo>
                  <a:lnTo>
                    <a:pt x="1084233" y="660932"/>
                  </a:lnTo>
                  <a:lnTo>
                    <a:pt x="1081776" y="665774"/>
                  </a:lnTo>
                  <a:lnTo>
                    <a:pt x="1075664" y="677820"/>
                  </a:lnTo>
                  <a:lnTo>
                    <a:pt x="1077309" y="678718"/>
                  </a:lnTo>
                  <a:lnTo>
                    <a:pt x="1075050" y="684521"/>
                  </a:lnTo>
                  <a:lnTo>
                    <a:pt x="1069149" y="696327"/>
                  </a:lnTo>
                  <a:lnTo>
                    <a:pt x="1064143" y="706343"/>
                  </a:lnTo>
                  <a:lnTo>
                    <a:pt x="1062741" y="709146"/>
                  </a:lnTo>
                  <a:lnTo>
                    <a:pt x="1061050" y="712530"/>
                  </a:lnTo>
                  <a:lnTo>
                    <a:pt x="1059266" y="715868"/>
                  </a:lnTo>
                  <a:lnTo>
                    <a:pt x="1055188" y="723496"/>
                  </a:lnTo>
                  <a:lnTo>
                    <a:pt x="1048431" y="736614"/>
                  </a:lnTo>
                  <a:lnTo>
                    <a:pt x="1047330" y="738752"/>
                  </a:lnTo>
                  <a:lnTo>
                    <a:pt x="1048851" y="739660"/>
                  </a:lnTo>
                  <a:lnTo>
                    <a:pt x="1052364" y="741755"/>
                  </a:lnTo>
                  <a:lnTo>
                    <a:pt x="1044400" y="759203"/>
                  </a:lnTo>
                  <a:lnTo>
                    <a:pt x="1044215" y="759610"/>
                  </a:lnTo>
                  <a:lnTo>
                    <a:pt x="1041303" y="758092"/>
                  </a:lnTo>
                  <a:lnTo>
                    <a:pt x="1035423" y="769579"/>
                  </a:lnTo>
                  <a:lnTo>
                    <a:pt x="1025861" y="772890"/>
                  </a:lnTo>
                  <a:lnTo>
                    <a:pt x="1023862" y="772898"/>
                  </a:lnTo>
                  <a:lnTo>
                    <a:pt x="1018253" y="784991"/>
                  </a:lnTo>
                  <a:lnTo>
                    <a:pt x="1005275" y="778557"/>
                  </a:lnTo>
                  <a:lnTo>
                    <a:pt x="267400" y="436725"/>
                  </a:lnTo>
                  <a:lnTo>
                    <a:pt x="206061" y="407783"/>
                  </a:lnTo>
                  <a:lnTo>
                    <a:pt x="184399" y="397562"/>
                  </a:lnTo>
                  <a:lnTo>
                    <a:pt x="180507" y="395726"/>
                  </a:lnTo>
                  <a:lnTo>
                    <a:pt x="167010" y="389358"/>
                  </a:lnTo>
                  <a:lnTo>
                    <a:pt x="123898" y="369016"/>
                  </a:lnTo>
                  <a:lnTo>
                    <a:pt x="89484" y="352779"/>
                  </a:lnTo>
                  <a:lnTo>
                    <a:pt x="71783" y="344427"/>
                  </a:lnTo>
                  <a:lnTo>
                    <a:pt x="0" y="310557"/>
                  </a:lnTo>
                  <a:lnTo>
                    <a:pt x="14685" y="286272"/>
                  </a:lnTo>
                  <a:lnTo>
                    <a:pt x="30622" y="256994"/>
                  </a:lnTo>
                  <a:lnTo>
                    <a:pt x="78252" y="170644"/>
                  </a:lnTo>
                  <a:lnTo>
                    <a:pt x="125521" y="85776"/>
                  </a:lnTo>
                  <a:lnTo>
                    <a:pt x="153954" y="36301"/>
                  </a:lnTo>
                  <a:lnTo>
                    <a:pt x="168562" y="12292"/>
                  </a:lnTo>
                  <a:lnTo>
                    <a:pt x="170856" y="0"/>
                  </a:lnTo>
                  <a:lnTo>
                    <a:pt x="175993" y="4750"/>
                  </a:lnTo>
                  <a:lnTo>
                    <a:pt x="183688" y="11494"/>
                  </a:lnTo>
                  <a:lnTo>
                    <a:pt x="209648" y="34244"/>
                  </a:lnTo>
                  <a:lnTo>
                    <a:pt x="232971" y="57719"/>
                  </a:lnTo>
                  <a:lnTo>
                    <a:pt x="233295" y="58045"/>
                  </a:lnTo>
                  <a:lnTo>
                    <a:pt x="237417" y="62193"/>
                  </a:lnTo>
                  <a:lnTo>
                    <a:pt x="238696" y="63276"/>
                  </a:lnTo>
                  <a:lnTo>
                    <a:pt x="243939" y="67717"/>
                  </a:lnTo>
                  <a:lnTo>
                    <a:pt x="245799" y="69294"/>
                  </a:lnTo>
                  <a:lnTo>
                    <a:pt x="247584" y="70805"/>
                  </a:lnTo>
                  <a:lnTo>
                    <a:pt x="250180" y="73004"/>
                  </a:lnTo>
                  <a:lnTo>
                    <a:pt x="255829" y="77789"/>
                  </a:lnTo>
                  <a:lnTo>
                    <a:pt x="287372" y="108364"/>
                  </a:lnTo>
                  <a:lnTo>
                    <a:pt x="291440" y="112916"/>
                  </a:lnTo>
                  <a:lnTo>
                    <a:pt x="309174" y="132758"/>
                  </a:lnTo>
                  <a:lnTo>
                    <a:pt x="329327" y="155307"/>
                  </a:lnTo>
                  <a:lnTo>
                    <a:pt x="338516" y="165499"/>
                  </a:lnTo>
                  <a:lnTo>
                    <a:pt x="355549" y="184393"/>
                  </a:lnTo>
                  <a:lnTo>
                    <a:pt x="357206" y="186231"/>
                  </a:lnTo>
                  <a:lnTo>
                    <a:pt x="361624" y="191132"/>
                  </a:lnTo>
                  <a:lnTo>
                    <a:pt x="367636" y="198052"/>
                  </a:lnTo>
                  <a:lnTo>
                    <a:pt x="371662" y="202685"/>
                  </a:lnTo>
                  <a:lnTo>
                    <a:pt x="383357" y="216147"/>
                  </a:lnTo>
                  <a:lnTo>
                    <a:pt x="391907" y="224854"/>
                  </a:lnTo>
                  <a:lnTo>
                    <a:pt x="417564" y="250980"/>
                  </a:lnTo>
                  <a:lnTo>
                    <a:pt x="438652" y="272453"/>
                  </a:lnTo>
                  <a:lnTo>
                    <a:pt x="446441" y="280385"/>
                  </a:lnTo>
                  <a:lnTo>
                    <a:pt x="468023" y="297989"/>
                  </a:lnTo>
                  <a:lnTo>
                    <a:pt x="488548" y="314048"/>
                  </a:lnTo>
                  <a:lnTo>
                    <a:pt x="504052" y="324359"/>
                  </a:lnTo>
                  <a:lnTo>
                    <a:pt x="509677" y="328100"/>
                  </a:lnTo>
                  <a:lnTo>
                    <a:pt x="512545" y="329846"/>
                  </a:lnTo>
                  <a:lnTo>
                    <a:pt x="527938" y="339218"/>
                  </a:lnTo>
                  <a:lnTo>
                    <a:pt x="530648" y="340758"/>
                  </a:lnTo>
                  <a:lnTo>
                    <a:pt x="536300" y="343971"/>
                  </a:lnTo>
                  <a:lnTo>
                    <a:pt x="552744" y="353318"/>
                  </a:lnTo>
                  <a:lnTo>
                    <a:pt x="563253" y="359292"/>
                  </a:lnTo>
                  <a:lnTo>
                    <a:pt x="612302" y="384308"/>
                  </a:lnTo>
                  <a:lnTo>
                    <a:pt x="647111" y="403143"/>
                  </a:lnTo>
                  <a:lnTo>
                    <a:pt x="659389" y="409787"/>
                  </a:lnTo>
                  <a:lnTo>
                    <a:pt x="671851" y="416617"/>
                  </a:lnTo>
                  <a:lnTo>
                    <a:pt x="679309" y="420706"/>
                  </a:lnTo>
                  <a:lnTo>
                    <a:pt x="681726" y="422030"/>
                  </a:lnTo>
                  <a:lnTo>
                    <a:pt x="697421" y="430633"/>
                  </a:lnTo>
                  <a:lnTo>
                    <a:pt x="724134" y="444994"/>
                  </a:lnTo>
                  <a:lnTo>
                    <a:pt x="746830" y="456880"/>
                  </a:lnTo>
                  <a:lnTo>
                    <a:pt x="755978" y="461671"/>
                  </a:lnTo>
                  <a:lnTo>
                    <a:pt x="790991" y="479583"/>
                  </a:lnTo>
                  <a:lnTo>
                    <a:pt x="807788" y="488483"/>
                  </a:lnTo>
                  <a:lnTo>
                    <a:pt x="811328" y="490359"/>
                  </a:lnTo>
                  <a:lnTo>
                    <a:pt x="819725" y="494808"/>
                  </a:lnTo>
                  <a:lnTo>
                    <a:pt x="824798" y="4974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g18"/>
            <p:cNvSpPr/>
            <p:nvPr/>
          </p:nvSpPr>
          <p:spPr>
            <a:xfrm>
              <a:off x="8318777" y="3247451"/>
              <a:ext cx="478622" cy="387942"/>
            </a:xfrm>
            <a:custGeom>
              <a:avLst/>
              <a:pathLst>
                <a:path w="478622" h="387942">
                  <a:moveTo>
                    <a:pt x="466305" y="247305"/>
                  </a:moveTo>
                  <a:lnTo>
                    <a:pt x="478622" y="268934"/>
                  </a:lnTo>
                  <a:lnTo>
                    <a:pt x="478006" y="269292"/>
                  </a:lnTo>
                  <a:lnTo>
                    <a:pt x="445852" y="288036"/>
                  </a:lnTo>
                  <a:lnTo>
                    <a:pt x="405971" y="311285"/>
                  </a:lnTo>
                  <a:lnTo>
                    <a:pt x="405755" y="311417"/>
                  </a:lnTo>
                  <a:lnTo>
                    <a:pt x="385134" y="324040"/>
                  </a:lnTo>
                  <a:lnTo>
                    <a:pt x="367564" y="334794"/>
                  </a:lnTo>
                  <a:lnTo>
                    <a:pt x="367433" y="334874"/>
                  </a:lnTo>
                  <a:lnTo>
                    <a:pt x="366035" y="335731"/>
                  </a:lnTo>
                  <a:lnTo>
                    <a:pt x="365716" y="335926"/>
                  </a:lnTo>
                  <a:lnTo>
                    <a:pt x="345502" y="348299"/>
                  </a:lnTo>
                  <a:lnTo>
                    <a:pt x="308508" y="370944"/>
                  </a:lnTo>
                  <a:lnTo>
                    <a:pt x="306975" y="371882"/>
                  </a:lnTo>
                  <a:lnTo>
                    <a:pt x="304369" y="373477"/>
                  </a:lnTo>
                  <a:lnTo>
                    <a:pt x="300426" y="375891"/>
                  </a:lnTo>
                  <a:lnTo>
                    <a:pt x="300262" y="375991"/>
                  </a:lnTo>
                  <a:lnTo>
                    <a:pt x="295366" y="378988"/>
                  </a:lnTo>
                  <a:lnTo>
                    <a:pt x="288975" y="382900"/>
                  </a:lnTo>
                  <a:lnTo>
                    <a:pt x="286519" y="384403"/>
                  </a:lnTo>
                  <a:lnTo>
                    <a:pt x="284744" y="385489"/>
                  </a:lnTo>
                  <a:lnTo>
                    <a:pt x="280511" y="387942"/>
                  </a:lnTo>
                  <a:lnTo>
                    <a:pt x="257923" y="348158"/>
                  </a:lnTo>
                  <a:lnTo>
                    <a:pt x="207017" y="260827"/>
                  </a:lnTo>
                  <a:lnTo>
                    <a:pt x="204112" y="262808"/>
                  </a:lnTo>
                  <a:lnTo>
                    <a:pt x="203737" y="263063"/>
                  </a:lnTo>
                  <a:lnTo>
                    <a:pt x="203497" y="263226"/>
                  </a:lnTo>
                  <a:lnTo>
                    <a:pt x="202845" y="263671"/>
                  </a:lnTo>
                  <a:lnTo>
                    <a:pt x="202264" y="264067"/>
                  </a:lnTo>
                  <a:lnTo>
                    <a:pt x="201826" y="264366"/>
                  </a:lnTo>
                  <a:lnTo>
                    <a:pt x="201568" y="264542"/>
                  </a:lnTo>
                  <a:lnTo>
                    <a:pt x="201302" y="264723"/>
                  </a:lnTo>
                  <a:lnTo>
                    <a:pt x="201052" y="264893"/>
                  </a:lnTo>
                  <a:lnTo>
                    <a:pt x="200364" y="265362"/>
                  </a:lnTo>
                  <a:lnTo>
                    <a:pt x="199175" y="266173"/>
                  </a:lnTo>
                  <a:lnTo>
                    <a:pt x="196394" y="268068"/>
                  </a:lnTo>
                  <a:lnTo>
                    <a:pt x="196201" y="268199"/>
                  </a:lnTo>
                  <a:lnTo>
                    <a:pt x="195767" y="268495"/>
                  </a:lnTo>
                  <a:lnTo>
                    <a:pt x="194732" y="269200"/>
                  </a:lnTo>
                  <a:lnTo>
                    <a:pt x="187581" y="274076"/>
                  </a:lnTo>
                  <a:lnTo>
                    <a:pt x="187266" y="274291"/>
                  </a:lnTo>
                  <a:lnTo>
                    <a:pt x="187041" y="274444"/>
                  </a:lnTo>
                  <a:lnTo>
                    <a:pt x="186807" y="274603"/>
                  </a:lnTo>
                  <a:lnTo>
                    <a:pt x="185067" y="275790"/>
                  </a:lnTo>
                  <a:lnTo>
                    <a:pt x="182242" y="277487"/>
                  </a:lnTo>
                  <a:lnTo>
                    <a:pt x="178637" y="279654"/>
                  </a:lnTo>
                  <a:lnTo>
                    <a:pt x="169822" y="284951"/>
                  </a:lnTo>
                  <a:lnTo>
                    <a:pt x="168046" y="286018"/>
                  </a:lnTo>
                  <a:lnTo>
                    <a:pt x="165323" y="287655"/>
                  </a:lnTo>
                  <a:lnTo>
                    <a:pt x="156886" y="292725"/>
                  </a:lnTo>
                  <a:lnTo>
                    <a:pt x="156375" y="293033"/>
                  </a:lnTo>
                  <a:lnTo>
                    <a:pt x="155227" y="293723"/>
                  </a:lnTo>
                  <a:lnTo>
                    <a:pt x="153715" y="294631"/>
                  </a:lnTo>
                  <a:lnTo>
                    <a:pt x="145609" y="299502"/>
                  </a:lnTo>
                  <a:lnTo>
                    <a:pt x="138071" y="304033"/>
                  </a:lnTo>
                  <a:lnTo>
                    <a:pt x="126694" y="310870"/>
                  </a:lnTo>
                  <a:lnTo>
                    <a:pt x="104631" y="324129"/>
                  </a:lnTo>
                  <a:lnTo>
                    <a:pt x="78431" y="339874"/>
                  </a:lnTo>
                  <a:lnTo>
                    <a:pt x="64120" y="316619"/>
                  </a:lnTo>
                  <a:lnTo>
                    <a:pt x="63998" y="316421"/>
                  </a:lnTo>
                  <a:lnTo>
                    <a:pt x="32223" y="264791"/>
                  </a:lnTo>
                  <a:lnTo>
                    <a:pt x="32142" y="264660"/>
                  </a:lnTo>
                  <a:lnTo>
                    <a:pt x="1447" y="215805"/>
                  </a:lnTo>
                  <a:lnTo>
                    <a:pt x="0" y="213502"/>
                  </a:lnTo>
                  <a:lnTo>
                    <a:pt x="29887" y="194818"/>
                  </a:lnTo>
                  <a:lnTo>
                    <a:pt x="49073" y="180595"/>
                  </a:lnTo>
                  <a:lnTo>
                    <a:pt x="88367" y="151466"/>
                  </a:lnTo>
                  <a:lnTo>
                    <a:pt x="90795" y="149666"/>
                  </a:lnTo>
                  <a:lnTo>
                    <a:pt x="109656" y="138516"/>
                  </a:lnTo>
                  <a:lnTo>
                    <a:pt x="123744" y="130189"/>
                  </a:lnTo>
                  <a:lnTo>
                    <a:pt x="133157" y="124625"/>
                  </a:lnTo>
                  <a:lnTo>
                    <a:pt x="133373" y="124499"/>
                  </a:lnTo>
                  <a:lnTo>
                    <a:pt x="153894" y="112934"/>
                  </a:lnTo>
                  <a:lnTo>
                    <a:pt x="154209" y="112756"/>
                  </a:lnTo>
                  <a:lnTo>
                    <a:pt x="154471" y="112609"/>
                  </a:lnTo>
                  <a:lnTo>
                    <a:pt x="157987" y="110627"/>
                  </a:lnTo>
                  <a:lnTo>
                    <a:pt x="193990" y="90140"/>
                  </a:lnTo>
                  <a:lnTo>
                    <a:pt x="211801" y="80004"/>
                  </a:lnTo>
                  <a:lnTo>
                    <a:pt x="235440" y="66656"/>
                  </a:lnTo>
                  <a:lnTo>
                    <a:pt x="241432" y="63273"/>
                  </a:lnTo>
                  <a:lnTo>
                    <a:pt x="255174" y="55630"/>
                  </a:lnTo>
                  <a:lnTo>
                    <a:pt x="256255" y="55008"/>
                  </a:lnTo>
                  <a:lnTo>
                    <a:pt x="258509" y="53710"/>
                  </a:lnTo>
                  <a:lnTo>
                    <a:pt x="271658" y="46137"/>
                  </a:lnTo>
                  <a:lnTo>
                    <a:pt x="275851" y="43598"/>
                  </a:lnTo>
                  <a:lnTo>
                    <a:pt x="276906" y="42959"/>
                  </a:lnTo>
                  <a:lnTo>
                    <a:pt x="315363" y="19671"/>
                  </a:lnTo>
                  <a:lnTo>
                    <a:pt x="315432" y="18270"/>
                  </a:lnTo>
                  <a:lnTo>
                    <a:pt x="315561" y="15615"/>
                  </a:lnTo>
                  <a:lnTo>
                    <a:pt x="316552" y="11864"/>
                  </a:lnTo>
                  <a:lnTo>
                    <a:pt x="317940" y="8517"/>
                  </a:lnTo>
                  <a:lnTo>
                    <a:pt x="320319" y="4766"/>
                  </a:lnTo>
                  <a:lnTo>
                    <a:pt x="321908" y="3062"/>
                  </a:lnTo>
                  <a:lnTo>
                    <a:pt x="322399" y="2535"/>
                  </a:lnTo>
                  <a:lnTo>
                    <a:pt x="323179" y="1943"/>
                  </a:lnTo>
                  <a:lnTo>
                    <a:pt x="325472" y="203"/>
                  </a:lnTo>
                  <a:lnTo>
                    <a:pt x="329535" y="0"/>
                  </a:lnTo>
                  <a:lnTo>
                    <a:pt x="333896" y="1419"/>
                  </a:lnTo>
                  <a:lnTo>
                    <a:pt x="336095" y="3056"/>
                  </a:lnTo>
                  <a:lnTo>
                    <a:pt x="338256" y="4664"/>
                  </a:lnTo>
                  <a:lnTo>
                    <a:pt x="340040" y="8112"/>
                  </a:lnTo>
                  <a:lnTo>
                    <a:pt x="341691" y="12131"/>
                  </a:lnTo>
                  <a:lnTo>
                    <a:pt x="341292" y="12371"/>
                  </a:lnTo>
                  <a:lnTo>
                    <a:pt x="332018" y="17966"/>
                  </a:lnTo>
                  <a:lnTo>
                    <a:pt x="345959" y="41851"/>
                  </a:lnTo>
                  <a:lnTo>
                    <a:pt x="369439" y="81717"/>
                  </a:lnTo>
                  <a:lnTo>
                    <a:pt x="393176" y="122019"/>
                  </a:lnTo>
                  <a:lnTo>
                    <a:pt x="406568" y="144755"/>
                  </a:lnTo>
                  <a:lnTo>
                    <a:pt x="419799" y="167220"/>
                  </a:lnTo>
                  <a:lnTo>
                    <a:pt x="442209" y="205116"/>
                  </a:lnTo>
                  <a:lnTo>
                    <a:pt x="443124" y="20666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g19"/>
            <p:cNvSpPr/>
            <p:nvPr/>
          </p:nvSpPr>
          <p:spPr>
            <a:xfrm>
              <a:off x="8755255" y="3782623"/>
              <a:ext cx="349950" cy="379704"/>
            </a:xfrm>
            <a:custGeom>
              <a:avLst/>
              <a:pathLst>
                <a:path w="349950" h="379704">
                  <a:moveTo>
                    <a:pt x="155044" y="379016"/>
                  </a:moveTo>
                  <a:lnTo>
                    <a:pt x="153876" y="379704"/>
                  </a:lnTo>
                  <a:lnTo>
                    <a:pt x="129459" y="338543"/>
                  </a:lnTo>
                  <a:lnTo>
                    <a:pt x="116967" y="317484"/>
                  </a:lnTo>
                  <a:lnTo>
                    <a:pt x="105047" y="297391"/>
                  </a:lnTo>
                  <a:lnTo>
                    <a:pt x="78858" y="253243"/>
                  </a:lnTo>
                  <a:lnTo>
                    <a:pt x="76794" y="249764"/>
                  </a:lnTo>
                  <a:lnTo>
                    <a:pt x="76541" y="249331"/>
                  </a:lnTo>
                  <a:lnTo>
                    <a:pt x="59802" y="220741"/>
                  </a:lnTo>
                  <a:lnTo>
                    <a:pt x="59085" y="219516"/>
                  </a:lnTo>
                  <a:lnTo>
                    <a:pt x="47403" y="199563"/>
                  </a:lnTo>
                  <a:lnTo>
                    <a:pt x="35260" y="178822"/>
                  </a:lnTo>
                  <a:lnTo>
                    <a:pt x="24517" y="160474"/>
                  </a:lnTo>
                  <a:lnTo>
                    <a:pt x="22372" y="156809"/>
                  </a:lnTo>
                  <a:lnTo>
                    <a:pt x="12454" y="139870"/>
                  </a:lnTo>
                  <a:lnTo>
                    <a:pt x="11808" y="138766"/>
                  </a:lnTo>
                  <a:lnTo>
                    <a:pt x="0" y="118597"/>
                  </a:lnTo>
                  <a:lnTo>
                    <a:pt x="3664" y="116415"/>
                  </a:lnTo>
                  <a:lnTo>
                    <a:pt x="5963" y="115047"/>
                  </a:lnTo>
                  <a:lnTo>
                    <a:pt x="26521" y="102808"/>
                  </a:lnTo>
                  <a:lnTo>
                    <a:pt x="42026" y="93577"/>
                  </a:lnTo>
                  <a:lnTo>
                    <a:pt x="44708" y="91980"/>
                  </a:lnTo>
                  <a:lnTo>
                    <a:pt x="57290" y="84340"/>
                  </a:lnTo>
                  <a:lnTo>
                    <a:pt x="65543" y="79328"/>
                  </a:lnTo>
                  <a:lnTo>
                    <a:pt x="86121" y="66974"/>
                  </a:lnTo>
                  <a:lnTo>
                    <a:pt x="122414" y="45186"/>
                  </a:lnTo>
                  <a:lnTo>
                    <a:pt x="126689" y="42489"/>
                  </a:lnTo>
                  <a:lnTo>
                    <a:pt x="140428" y="33821"/>
                  </a:lnTo>
                  <a:lnTo>
                    <a:pt x="165599" y="18556"/>
                  </a:lnTo>
                  <a:lnTo>
                    <a:pt x="168477" y="16810"/>
                  </a:lnTo>
                  <a:lnTo>
                    <a:pt x="172493" y="14375"/>
                  </a:lnTo>
                  <a:lnTo>
                    <a:pt x="196196" y="0"/>
                  </a:lnTo>
                  <a:lnTo>
                    <a:pt x="218378" y="38576"/>
                  </a:lnTo>
                  <a:lnTo>
                    <a:pt x="270838" y="129808"/>
                  </a:lnTo>
                  <a:lnTo>
                    <a:pt x="271859" y="131542"/>
                  </a:lnTo>
                  <a:lnTo>
                    <a:pt x="273350" y="134077"/>
                  </a:lnTo>
                  <a:lnTo>
                    <a:pt x="274905" y="136721"/>
                  </a:lnTo>
                  <a:lnTo>
                    <a:pt x="294847" y="170617"/>
                  </a:lnTo>
                  <a:lnTo>
                    <a:pt x="301383" y="181728"/>
                  </a:lnTo>
                  <a:lnTo>
                    <a:pt x="301618" y="182127"/>
                  </a:lnTo>
                  <a:lnTo>
                    <a:pt x="301744" y="182341"/>
                  </a:lnTo>
                  <a:lnTo>
                    <a:pt x="308322" y="193523"/>
                  </a:lnTo>
                  <a:lnTo>
                    <a:pt x="313569" y="202441"/>
                  </a:lnTo>
                  <a:lnTo>
                    <a:pt x="314269" y="203632"/>
                  </a:lnTo>
                  <a:lnTo>
                    <a:pt x="314940" y="204772"/>
                  </a:lnTo>
                  <a:lnTo>
                    <a:pt x="315660" y="205995"/>
                  </a:lnTo>
                  <a:lnTo>
                    <a:pt x="316423" y="207292"/>
                  </a:lnTo>
                  <a:lnTo>
                    <a:pt x="317078" y="208406"/>
                  </a:lnTo>
                  <a:lnTo>
                    <a:pt x="317909" y="209819"/>
                  </a:lnTo>
                  <a:lnTo>
                    <a:pt x="323125" y="218684"/>
                  </a:lnTo>
                  <a:lnTo>
                    <a:pt x="337425" y="242992"/>
                  </a:lnTo>
                  <a:lnTo>
                    <a:pt x="338477" y="244779"/>
                  </a:lnTo>
                  <a:lnTo>
                    <a:pt x="349950" y="264282"/>
                  </a:lnTo>
                  <a:lnTo>
                    <a:pt x="319616" y="282139"/>
                  </a:lnTo>
                  <a:lnTo>
                    <a:pt x="280370" y="305242"/>
                  </a:lnTo>
                  <a:lnTo>
                    <a:pt x="279515" y="305745"/>
                  </a:lnTo>
                  <a:lnTo>
                    <a:pt x="259328" y="317628"/>
                  </a:lnTo>
                  <a:lnTo>
                    <a:pt x="239663" y="329204"/>
                  </a:lnTo>
                  <a:lnTo>
                    <a:pt x="219997" y="340781"/>
                  </a:lnTo>
                  <a:lnTo>
                    <a:pt x="218968" y="341386"/>
                  </a:lnTo>
                  <a:lnTo>
                    <a:pt x="178978" y="36492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g20"/>
            <p:cNvSpPr/>
            <p:nvPr/>
          </p:nvSpPr>
          <p:spPr>
            <a:xfrm>
              <a:off x="8951462" y="3518493"/>
              <a:ext cx="523569" cy="393938"/>
            </a:xfrm>
            <a:custGeom>
              <a:avLst/>
              <a:pathLst>
                <a:path w="523569" h="393938">
                  <a:moveTo>
                    <a:pt x="130857" y="361962"/>
                  </a:moveTo>
                  <a:lnTo>
                    <a:pt x="74631" y="393938"/>
                  </a:lnTo>
                  <a:lnTo>
                    <a:pt x="22171" y="302707"/>
                  </a:lnTo>
                  <a:lnTo>
                    <a:pt x="0" y="264124"/>
                  </a:lnTo>
                  <a:lnTo>
                    <a:pt x="1260" y="263381"/>
                  </a:lnTo>
                  <a:lnTo>
                    <a:pt x="1938" y="262982"/>
                  </a:lnTo>
                  <a:lnTo>
                    <a:pt x="3528" y="262045"/>
                  </a:lnTo>
                  <a:lnTo>
                    <a:pt x="3784" y="261894"/>
                  </a:lnTo>
                  <a:lnTo>
                    <a:pt x="8024" y="259396"/>
                  </a:lnTo>
                  <a:lnTo>
                    <a:pt x="12640" y="256676"/>
                  </a:lnTo>
                  <a:lnTo>
                    <a:pt x="16415" y="254452"/>
                  </a:lnTo>
                  <a:lnTo>
                    <a:pt x="16982" y="254118"/>
                  </a:lnTo>
                  <a:lnTo>
                    <a:pt x="25988" y="248811"/>
                  </a:lnTo>
                  <a:lnTo>
                    <a:pt x="26981" y="248226"/>
                  </a:lnTo>
                  <a:lnTo>
                    <a:pt x="54162" y="232211"/>
                  </a:lnTo>
                  <a:lnTo>
                    <a:pt x="74810" y="220045"/>
                  </a:lnTo>
                  <a:lnTo>
                    <a:pt x="114671" y="196449"/>
                  </a:lnTo>
                  <a:lnTo>
                    <a:pt x="115120" y="196179"/>
                  </a:lnTo>
                  <a:lnTo>
                    <a:pt x="134797" y="184375"/>
                  </a:lnTo>
                  <a:lnTo>
                    <a:pt x="155212" y="172029"/>
                  </a:lnTo>
                  <a:lnTo>
                    <a:pt x="169252" y="163538"/>
                  </a:lnTo>
                  <a:lnTo>
                    <a:pt x="189498" y="151294"/>
                  </a:lnTo>
                  <a:lnTo>
                    <a:pt x="195999" y="147363"/>
                  </a:lnTo>
                  <a:lnTo>
                    <a:pt x="205681" y="141743"/>
                  </a:lnTo>
                  <a:lnTo>
                    <a:pt x="225594" y="130184"/>
                  </a:lnTo>
                  <a:lnTo>
                    <a:pt x="237868" y="123060"/>
                  </a:lnTo>
                  <a:lnTo>
                    <a:pt x="247895" y="117287"/>
                  </a:lnTo>
                  <a:lnTo>
                    <a:pt x="258243" y="111329"/>
                  </a:lnTo>
                  <a:lnTo>
                    <a:pt x="279087" y="99329"/>
                  </a:lnTo>
                  <a:lnTo>
                    <a:pt x="321002" y="74630"/>
                  </a:lnTo>
                  <a:lnTo>
                    <a:pt x="321712" y="74206"/>
                  </a:lnTo>
                  <a:lnTo>
                    <a:pt x="345868" y="59779"/>
                  </a:lnTo>
                  <a:lnTo>
                    <a:pt x="350763" y="56856"/>
                  </a:lnTo>
                  <a:lnTo>
                    <a:pt x="356308" y="53544"/>
                  </a:lnTo>
                  <a:lnTo>
                    <a:pt x="361720" y="50311"/>
                  </a:lnTo>
                  <a:lnTo>
                    <a:pt x="363616" y="49179"/>
                  </a:lnTo>
                  <a:lnTo>
                    <a:pt x="382257" y="38214"/>
                  </a:lnTo>
                  <a:lnTo>
                    <a:pt x="383321" y="37588"/>
                  </a:lnTo>
                  <a:lnTo>
                    <a:pt x="384131" y="37112"/>
                  </a:lnTo>
                  <a:lnTo>
                    <a:pt x="392870" y="31896"/>
                  </a:lnTo>
                  <a:lnTo>
                    <a:pt x="393263" y="31661"/>
                  </a:lnTo>
                  <a:lnTo>
                    <a:pt x="397375" y="29207"/>
                  </a:lnTo>
                  <a:lnTo>
                    <a:pt x="399448" y="27970"/>
                  </a:lnTo>
                  <a:lnTo>
                    <a:pt x="402785" y="25978"/>
                  </a:lnTo>
                  <a:lnTo>
                    <a:pt x="404348" y="25045"/>
                  </a:lnTo>
                  <a:lnTo>
                    <a:pt x="406285" y="23828"/>
                  </a:lnTo>
                  <a:lnTo>
                    <a:pt x="407555" y="23029"/>
                  </a:lnTo>
                  <a:lnTo>
                    <a:pt x="407750" y="22907"/>
                  </a:lnTo>
                  <a:lnTo>
                    <a:pt x="409806" y="21614"/>
                  </a:lnTo>
                  <a:lnTo>
                    <a:pt x="413951" y="19009"/>
                  </a:lnTo>
                  <a:lnTo>
                    <a:pt x="422003" y="14184"/>
                  </a:lnTo>
                  <a:lnTo>
                    <a:pt x="422201" y="14065"/>
                  </a:lnTo>
                  <a:lnTo>
                    <a:pt x="445674" y="0"/>
                  </a:lnTo>
                  <a:lnTo>
                    <a:pt x="457671" y="20369"/>
                  </a:lnTo>
                  <a:lnTo>
                    <a:pt x="472304" y="45214"/>
                  </a:lnTo>
                  <a:lnTo>
                    <a:pt x="482045" y="61752"/>
                  </a:lnTo>
                  <a:lnTo>
                    <a:pt x="521871" y="128663"/>
                  </a:lnTo>
                  <a:lnTo>
                    <a:pt x="522681" y="130024"/>
                  </a:lnTo>
                  <a:lnTo>
                    <a:pt x="523197" y="130891"/>
                  </a:lnTo>
                  <a:lnTo>
                    <a:pt x="523569" y="131515"/>
                  </a:lnTo>
                  <a:lnTo>
                    <a:pt x="509875" y="139611"/>
                  </a:lnTo>
                  <a:lnTo>
                    <a:pt x="481309" y="156498"/>
                  </a:lnTo>
                  <a:lnTo>
                    <a:pt x="480826" y="156784"/>
                  </a:lnTo>
                  <a:lnTo>
                    <a:pt x="461915" y="167964"/>
                  </a:lnTo>
                  <a:lnTo>
                    <a:pt x="461201" y="168385"/>
                  </a:lnTo>
                  <a:lnTo>
                    <a:pt x="459218" y="169558"/>
                  </a:lnTo>
                  <a:lnTo>
                    <a:pt x="440948" y="180358"/>
                  </a:lnTo>
                  <a:lnTo>
                    <a:pt x="439171" y="181408"/>
                  </a:lnTo>
                  <a:lnTo>
                    <a:pt x="400583" y="204220"/>
                  </a:lnTo>
                  <a:lnTo>
                    <a:pt x="398699" y="205334"/>
                  </a:lnTo>
                  <a:lnTo>
                    <a:pt x="398455" y="205478"/>
                  </a:lnTo>
                  <a:lnTo>
                    <a:pt x="392654" y="208898"/>
                  </a:lnTo>
                  <a:lnTo>
                    <a:pt x="356960" y="229942"/>
                  </a:lnTo>
                  <a:lnTo>
                    <a:pt x="335590" y="242541"/>
                  </a:lnTo>
                  <a:lnTo>
                    <a:pt x="315451" y="254414"/>
                  </a:lnTo>
                  <a:lnTo>
                    <a:pt x="307098" y="259338"/>
                  </a:lnTo>
                  <a:lnTo>
                    <a:pt x="277099" y="277025"/>
                  </a:lnTo>
                  <a:lnTo>
                    <a:pt x="274316" y="278650"/>
                  </a:lnTo>
                  <a:lnTo>
                    <a:pt x="246406" y="294960"/>
                  </a:lnTo>
                  <a:lnTo>
                    <a:pt x="232676" y="302982"/>
                  </a:lnTo>
                  <a:lnTo>
                    <a:pt x="231637" y="303589"/>
                  </a:lnTo>
                  <a:lnTo>
                    <a:pt x="212262" y="314911"/>
                  </a:lnTo>
                  <a:lnTo>
                    <a:pt x="207458" y="317718"/>
                  </a:lnTo>
                  <a:lnTo>
                    <a:pt x="191375" y="327116"/>
                  </a:lnTo>
                  <a:lnTo>
                    <a:pt x="178072" y="334776"/>
                  </a:lnTo>
                  <a:lnTo>
                    <a:pt x="151678" y="349973"/>
                  </a:lnTo>
                  <a:lnTo>
                    <a:pt x="150370" y="350727"/>
                  </a:lnTo>
                  <a:lnTo>
                    <a:pt x="136970" y="35844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g21"/>
            <p:cNvSpPr/>
            <p:nvPr/>
          </p:nvSpPr>
          <p:spPr>
            <a:xfrm>
              <a:off x="9363803" y="3099544"/>
              <a:ext cx="371622" cy="480242"/>
            </a:xfrm>
            <a:custGeom>
              <a:avLst/>
              <a:pathLst>
                <a:path w="371622" h="480242">
                  <a:moveTo>
                    <a:pt x="235504" y="479484"/>
                  </a:moveTo>
                  <a:lnTo>
                    <a:pt x="234211" y="480242"/>
                  </a:lnTo>
                  <a:lnTo>
                    <a:pt x="214961" y="447990"/>
                  </a:lnTo>
                  <a:lnTo>
                    <a:pt x="205328" y="431852"/>
                  </a:lnTo>
                  <a:lnTo>
                    <a:pt x="191211" y="407422"/>
                  </a:lnTo>
                  <a:lnTo>
                    <a:pt x="168094" y="367418"/>
                  </a:lnTo>
                  <a:lnTo>
                    <a:pt x="155354" y="345371"/>
                  </a:lnTo>
                  <a:lnTo>
                    <a:pt x="142322" y="323300"/>
                  </a:lnTo>
                  <a:lnTo>
                    <a:pt x="118610" y="283142"/>
                  </a:lnTo>
                  <a:lnTo>
                    <a:pt x="94449" y="242223"/>
                  </a:lnTo>
                  <a:lnTo>
                    <a:pt x="82506" y="221997"/>
                  </a:lnTo>
                  <a:lnTo>
                    <a:pt x="72277" y="204673"/>
                  </a:lnTo>
                  <a:lnTo>
                    <a:pt x="71424" y="203197"/>
                  </a:lnTo>
                  <a:lnTo>
                    <a:pt x="59347" y="182302"/>
                  </a:lnTo>
                  <a:lnTo>
                    <a:pt x="35724" y="141433"/>
                  </a:lnTo>
                  <a:lnTo>
                    <a:pt x="12815" y="101799"/>
                  </a:lnTo>
                  <a:lnTo>
                    <a:pt x="1152" y="81620"/>
                  </a:lnTo>
                  <a:lnTo>
                    <a:pt x="0" y="79626"/>
                  </a:lnTo>
                  <a:lnTo>
                    <a:pt x="40163" y="56221"/>
                  </a:lnTo>
                  <a:lnTo>
                    <a:pt x="41411" y="55494"/>
                  </a:lnTo>
                  <a:lnTo>
                    <a:pt x="61541" y="43653"/>
                  </a:lnTo>
                  <a:lnTo>
                    <a:pt x="81376" y="31985"/>
                  </a:lnTo>
                  <a:lnTo>
                    <a:pt x="136418" y="225"/>
                  </a:lnTo>
                  <a:lnTo>
                    <a:pt x="136810" y="0"/>
                  </a:lnTo>
                  <a:lnTo>
                    <a:pt x="145000" y="14357"/>
                  </a:lnTo>
                  <a:lnTo>
                    <a:pt x="148623" y="20710"/>
                  </a:lnTo>
                  <a:lnTo>
                    <a:pt x="152256" y="27079"/>
                  </a:lnTo>
                  <a:lnTo>
                    <a:pt x="172000" y="61691"/>
                  </a:lnTo>
                  <a:lnTo>
                    <a:pt x="195120" y="102223"/>
                  </a:lnTo>
                  <a:lnTo>
                    <a:pt x="207835" y="124514"/>
                  </a:lnTo>
                  <a:lnTo>
                    <a:pt x="212739" y="133112"/>
                  </a:lnTo>
                  <a:lnTo>
                    <a:pt x="214295" y="135840"/>
                  </a:lnTo>
                  <a:lnTo>
                    <a:pt x="217221" y="140750"/>
                  </a:lnTo>
                  <a:lnTo>
                    <a:pt x="229525" y="161403"/>
                  </a:lnTo>
                  <a:lnTo>
                    <a:pt x="254232" y="202873"/>
                  </a:lnTo>
                  <a:lnTo>
                    <a:pt x="273651" y="235468"/>
                  </a:lnTo>
                  <a:lnTo>
                    <a:pt x="277864" y="242540"/>
                  </a:lnTo>
                  <a:lnTo>
                    <a:pt x="292162" y="266538"/>
                  </a:lnTo>
                  <a:lnTo>
                    <a:pt x="293128" y="268159"/>
                  </a:lnTo>
                  <a:lnTo>
                    <a:pt x="304456" y="287174"/>
                  </a:lnTo>
                  <a:lnTo>
                    <a:pt x="328173" y="326981"/>
                  </a:lnTo>
                  <a:lnTo>
                    <a:pt x="351998" y="366971"/>
                  </a:lnTo>
                  <a:lnTo>
                    <a:pt x="371622" y="399910"/>
                  </a:lnTo>
                  <a:lnTo>
                    <a:pt x="322732" y="429598"/>
                  </a:lnTo>
                  <a:lnTo>
                    <a:pt x="317466" y="432796"/>
                  </a:lnTo>
                  <a:lnTo>
                    <a:pt x="297885" y="443949"/>
                  </a:lnTo>
                  <a:lnTo>
                    <a:pt x="296631" y="444664"/>
                  </a:lnTo>
                  <a:lnTo>
                    <a:pt x="278799" y="454821"/>
                  </a:lnTo>
                  <a:lnTo>
                    <a:pt x="275228" y="45685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g22"/>
            <p:cNvSpPr/>
            <p:nvPr/>
          </p:nvSpPr>
          <p:spPr>
            <a:xfrm>
              <a:off x="8770726" y="4488177"/>
              <a:ext cx="398516" cy="319674"/>
            </a:xfrm>
            <a:custGeom>
              <a:avLst/>
              <a:pathLst>
                <a:path w="398516" h="319674">
                  <a:moveTo>
                    <a:pt x="9732" y="125668"/>
                  </a:moveTo>
                  <a:lnTo>
                    <a:pt x="19880" y="119658"/>
                  </a:lnTo>
                  <a:lnTo>
                    <a:pt x="20483" y="119301"/>
                  </a:lnTo>
                  <a:lnTo>
                    <a:pt x="20752" y="119117"/>
                  </a:lnTo>
                  <a:lnTo>
                    <a:pt x="14573" y="110752"/>
                  </a:lnTo>
                  <a:lnTo>
                    <a:pt x="9603" y="104023"/>
                  </a:lnTo>
                  <a:lnTo>
                    <a:pt x="9822" y="103902"/>
                  </a:lnTo>
                  <a:lnTo>
                    <a:pt x="714" y="88910"/>
                  </a:lnTo>
                  <a:lnTo>
                    <a:pt x="0" y="87733"/>
                  </a:lnTo>
                  <a:lnTo>
                    <a:pt x="13346" y="79867"/>
                  </a:lnTo>
                  <a:lnTo>
                    <a:pt x="15408" y="78681"/>
                  </a:lnTo>
                  <a:lnTo>
                    <a:pt x="23550" y="74000"/>
                  </a:lnTo>
                  <a:lnTo>
                    <a:pt x="29493" y="70582"/>
                  </a:lnTo>
                  <a:lnTo>
                    <a:pt x="35901" y="66898"/>
                  </a:lnTo>
                  <a:lnTo>
                    <a:pt x="42332" y="63200"/>
                  </a:lnTo>
                  <a:lnTo>
                    <a:pt x="47124" y="60445"/>
                  </a:lnTo>
                  <a:lnTo>
                    <a:pt x="53260" y="56917"/>
                  </a:lnTo>
                  <a:lnTo>
                    <a:pt x="61682" y="52075"/>
                  </a:lnTo>
                  <a:lnTo>
                    <a:pt x="69677" y="47478"/>
                  </a:lnTo>
                  <a:lnTo>
                    <a:pt x="86069" y="38053"/>
                  </a:lnTo>
                  <a:lnTo>
                    <a:pt x="92113" y="34448"/>
                  </a:lnTo>
                  <a:lnTo>
                    <a:pt x="97432" y="31277"/>
                  </a:lnTo>
                  <a:lnTo>
                    <a:pt x="99509" y="30039"/>
                  </a:lnTo>
                  <a:lnTo>
                    <a:pt x="102489" y="28262"/>
                  </a:lnTo>
                  <a:lnTo>
                    <a:pt x="110224" y="23650"/>
                  </a:lnTo>
                  <a:lnTo>
                    <a:pt x="111607" y="22825"/>
                  </a:lnTo>
                  <a:lnTo>
                    <a:pt x="134549" y="9146"/>
                  </a:lnTo>
                  <a:lnTo>
                    <a:pt x="149888" y="0"/>
                  </a:lnTo>
                  <a:lnTo>
                    <a:pt x="151412" y="2671"/>
                  </a:lnTo>
                  <a:lnTo>
                    <a:pt x="154562" y="8197"/>
                  </a:lnTo>
                  <a:lnTo>
                    <a:pt x="155103" y="9146"/>
                  </a:lnTo>
                  <a:lnTo>
                    <a:pt x="158924" y="15847"/>
                  </a:lnTo>
                  <a:lnTo>
                    <a:pt x="165945" y="28159"/>
                  </a:lnTo>
                  <a:lnTo>
                    <a:pt x="167901" y="31590"/>
                  </a:lnTo>
                  <a:lnTo>
                    <a:pt x="177789" y="48930"/>
                  </a:lnTo>
                  <a:lnTo>
                    <a:pt x="179504" y="51938"/>
                  </a:lnTo>
                  <a:lnTo>
                    <a:pt x="187916" y="66690"/>
                  </a:lnTo>
                  <a:lnTo>
                    <a:pt x="190909" y="71938"/>
                  </a:lnTo>
                  <a:lnTo>
                    <a:pt x="196328" y="81443"/>
                  </a:lnTo>
                  <a:lnTo>
                    <a:pt x="197563" y="83609"/>
                  </a:lnTo>
                  <a:lnTo>
                    <a:pt x="202387" y="92069"/>
                  </a:lnTo>
                  <a:lnTo>
                    <a:pt x="248425" y="65364"/>
                  </a:lnTo>
                  <a:lnTo>
                    <a:pt x="236686" y="45386"/>
                  </a:lnTo>
                  <a:lnTo>
                    <a:pt x="276096" y="21385"/>
                  </a:lnTo>
                  <a:lnTo>
                    <a:pt x="279153" y="26658"/>
                  </a:lnTo>
                  <a:lnTo>
                    <a:pt x="287719" y="41435"/>
                  </a:lnTo>
                  <a:lnTo>
                    <a:pt x="288735" y="40830"/>
                  </a:lnTo>
                  <a:lnTo>
                    <a:pt x="315383" y="24940"/>
                  </a:lnTo>
                  <a:lnTo>
                    <a:pt x="332132" y="14953"/>
                  </a:lnTo>
                  <a:lnTo>
                    <a:pt x="333982" y="13850"/>
                  </a:lnTo>
                  <a:lnTo>
                    <a:pt x="334301" y="14400"/>
                  </a:lnTo>
                  <a:lnTo>
                    <a:pt x="334877" y="15376"/>
                  </a:lnTo>
                  <a:lnTo>
                    <a:pt x="345773" y="33842"/>
                  </a:lnTo>
                  <a:lnTo>
                    <a:pt x="345933" y="34113"/>
                  </a:lnTo>
                  <a:lnTo>
                    <a:pt x="357791" y="54212"/>
                  </a:lnTo>
                  <a:lnTo>
                    <a:pt x="358807" y="55932"/>
                  </a:lnTo>
                  <a:lnTo>
                    <a:pt x="365480" y="67243"/>
                  </a:lnTo>
                  <a:lnTo>
                    <a:pt x="367677" y="70966"/>
                  </a:lnTo>
                  <a:lnTo>
                    <a:pt x="368158" y="71782"/>
                  </a:lnTo>
                  <a:lnTo>
                    <a:pt x="368366" y="72134"/>
                  </a:lnTo>
                  <a:lnTo>
                    <a:pt x="369161" y="73481"/>
                  </a:lnTo>
                  <a:lnTo>
                    <a:pt x="369558" y="74154"/>
                  </a:lnTo>
                  <a:lnTo>
                    <a:pt x="369933" y="74791"/>
                  </a:lnTo>
                  <a:lnTo>
                    <a:pt x="370722" y="76274"/>
                  </a:lnTo>
                  <a:lnTo>
                    <a:pt x="370454" y="76433"/>
                  </a:lnTo>
                  <a:lnTo>
                    <a:pt x="370319" y="76514"/>
                  </a:lnTo>
                  <a:lnTo>
                    <a:pt x="369572" y="76960"/>
                  </a:lnTo>
                  <a:lnTo>
                    <a:pt x="367611" y="78129"/>
                  </a:lnTo>
                  <a:lnTo>
                    <a:pt x="366523" y="78778"/>
                  </a:lnTo>
                  <a:lnTo>
                    <a:pt x="365236" y="79547"/>
                  </a:lnTo>
                  <a:lnTo>
                    <a:pt x="364451" y="80015"/>
                  </a:lnTo>
                  <a:lnTo>
                    <a:pt x="362769" y="81018"/>
                  </a:lnTo>
                  <a:lnTo>
                    <a:pt x="360007" y="82666"/>
                  </a:lnTo>
                  <a:lnTo>
                    <a:pt x="349811" y="88749"/>
                  </a:lnTo>
                  <a:lnTo>
                    <a:pt x="343474" y="92530"/>
                  </a:lnTo>
                  <a:lnTo>
                    <a:pt x="339333" y="95001"/>
                  </a:lnTo>
                  <a:lnTo>
                    <a:pt x="339204" y="95077"/>
                  </a:lnTo>
                  <a:lnTo>
                    <a:pt x="331882" y="99446"/>
                  </a:lnTo>
                  <a:lnTo>
                    <a:pt x="330713" y="100143"/>
                  </a:lnTo>
                  <a:lnTo>
                    <a:pt x="325263" y="103394"/>
                  </a:lnTo>
                  <a:lnTo>
                    <a:pt x="326305" y="105188"/>
                  </a:lnTo>
                  <a:lnTo>
                    <a:pt x="326904" y="106220"/>
                  </a:lnTo>
                  <a:lnTo>
                    <a:pt x="338194" y="125662"/>
                  </a:lnTo>
                  <a:lnTo>
                    <a:pt x="349693" y="145462"/>
                  </a:lnTo>
                  <a:lnTo>
                    <a:pt x="350239" y="146403"/>
                  </a:lnTo>
                  <a:lnTo>
                    <a:pt x="356527" y="157230"/>
                  </a:lnTo>
                  <a:lnTo>
                    <a:pt x="360343" y="163802"/>
                  </a:lnTo>
                  <a:lnTo>
                    <a:pt x="361398" y="165618"/>
                  </a:lnTo>
                  <a:lnTo>
                    <a:pt x="373468" y="186402"/>
                  </a:lnTo>
                  <a:lnTo>
                    <a:pt x="381894" y="200912"/>
                  </a:lnTo>
                  <a:lnTo>
                    <a:pt x="384857" y="206011"/>
                  </a:lnTo>
                  <a:lnTo>
                    <a:pt x="387453" y="210216"/>
                  </a:lnTo>
                  <a:lnTo>
                    <a:pt x="395783" y="223710"/>
                  </a:lnTo>
                  <a:lnTo>
                    <a:pt x="397386" y="226306"/>
                  </a:lnTo>
                  <a:lnTo>
                    <a:pt x="397905" y="227146"/>
                  </a:lnTo>
                  <a:lnTo>
                    <a:pt x="398516" y="228136"/>
                  </a:lnTo>
                  <a:lnTo>
                    <a:pt x="390631" y="232772"/>
                  </a:lnTo>
                  <a:lnTo>
                    <a:pt x="385007" y="236078"/>
                  </a:lnTo>
                  <a:lnTo>
                    <a:pt x="358932" y="251407"/>
                  </a:lnTo>
                  <a:lnTo>
                    <a:pt x="358601" y="251602"/>
                  </a:lnTo>
                  <a:lnTo>
                    <a:pt x="358215" y="251828"/>
                  </a:lnTo>
                  <a:lnTo>
                    <a:pt x="335896" y="264949"/>
                  </a:lnTo>
                  <a:lnTo>
                    <a:pt x="333461" y="266381"/>
                  </a:lnTo>
                  <a:lnTo>
                    <a:pt x="325602" y="270731"/>
                  </a:lnTo>
                  <a:lnTo>
                    <a:pt x="313245" y="277572"/>
                  </a:lnTo>
                  <a:lnTo>
                    <a:pt x="321960" y="291267"/>
                  </a:lnTo>
                  <a:lnTo>
                    <a:pt x="326951" y="299468"/>
                  </a:lnTo>
                  <a:lnTo>
                    <a:pt x="294202" y="319674"/>
                  </a:lnTo>
                  <a:lnTo>
                    <a:pt x="290670" y="314448"/>
                  </a:lnTo>
                  <a:lnTo>
                    <a:pt x="282761" y="301820"/>
                  </a:lnTo>
                  <a:lnTo>
                    <a:pt x="272580" y="295967"/>
                  </a:lnTo>
                  <a:lnTo>
                    <a:pt x="268676" y="294129"/>
                  </a:lnTo>
                  <a:lnTo>
                    <a:pt x="263420" y="291654"/>
                  </a:lnTo>
                  <a:lnTo>
                    <a:pt x="260624" y="290337"/>
                  </a:lnTo>
                  <a:lnTo>
                    <a:pt x="259361" y="289742"/>
                  </a:lnTo>
                  <a:lnTo>
                    <a:pt x="248739" y="284739"/>
                  </a:lnTo>
                  <a:lnTo>
                    <a:pt x="249506" y="283361"/>
                  </a:lnTo>
                  <a:lnTo>
                    <a:pt x="240801" y="278967"/>
                  </a:lnTo>
                  <a:lnTo>
                    <a:pt x="238949" y="278033"/>
                  </a:lnTo>
                  <a:lnTo>
                    <a:pt x="242021" y="272012"/>
                  </a:lnTo>
                  <a:lnTo>
                    <a:pt x="242817" y="270452"/>
                  </a:lnTo>
                  <a:lnTo>
                    <a:pt x="231879" y="265597"/>
                  </a:lnTo>
                  <a:lnTo>
                    <a:pt x="233950" y="261124"/>
                  </a:lnTo>
                  <a:lnTo>
                    <a:pt x="223732" y="256171"/>
                  </a:lnTo>
                  <a:lnTo>
                    <a:pt x="223378" y="255999"/>
                  </a:lnTo>
                  <a:lnTo>
                    <a:pt x="212502" y="250727"/>
                  </a:lnTo>
                  <a:lnTo>
                    <a:pt x="212232" y="250596"/>
                  </a:lnTo>
                  <a:lnTo>
                    <a:pt x="205046" y="247113"/>
                  </a:lnTo>
                  <a:lnTo>
                    <a:pt x="205782" y="245341"/>
                  </a:lnTo>
                  <a:lnTo>
                    <a:pt x="195846" y="241205"/>
                  </a:lnTo>
                  <a:lnTo>
                    <a:pt x="195669" y="241131"/>
                  </a:lnTo>
                  <a:lnTo>
                    <a:pt x="187539" y="237746"/>
                  </a:lnTo>
                  <a:lnTo>
                    <a:pt x="186060" y="237130"/>
                  </a:lnTo>
                  <a:lnTo>
                    <a:pt x="184945" y="239338"/>
                  </a:lnTo>
                  <a:lnTo>
                    <a:pt x="183339" y="242846"/>
                  </a:lnTo>
                  <a:lnTo>
                    <a:pt x="181300" y="241999"/>
                  </a:lnTo>
                  <a:lnTo>
                    <a:pt x="178461" y="240820"/>
                  </a:lnTo>
                  <a:lnTo>
                    <a:pt x="173316" y="239216"/>
                  </a:lnTo>
                  <a:lnTo>
                    <a:pt x="172934" y="239097"/>
                  </a:lnTo>
                  <a:lnTo>
                    <a:pt x="163865" y="236491"/>
                  </a:lnTo>
                  <a:lnTo>
                    <a:pt x="162400" y="236070"/>
                  </a:lnTo>
                  <a:lnTo>
                    <a:pt x="160999" y="235347"/>
                  </a:lnTo>
                  <a:lnTo>
                    <a:pt x="152664" y="231042"/>
                  </a:lnTo>
                  <a:lnTo>
                    <a:pt x="145297" y="227237"/>
                  </a:lnTo>
                  <a:lnTo>
                    <a:pt x="142412" y="225747"/>
                  </a:lnTo>
                  <a:lnTo>
                    <a:pt x="142784" y="224942"/>
                  </a:lnTo>
                  <a:lnTo>
                    <a:pt x="137153" y="222414"/>
                  </a:lnTo>
                  <a:lnTo>
                    <a:pt x="132885" y="220498"/>
                  </a:lnTo>
                  <a:lnTo>
                    <a:pt x="132286" y="220229"/>
                  </a:lnTo>
                  <a:lnTo>
                    <a:pt x="130762" y="219545"/>
                  </a:lnTo>
                  <a:lnTo>
                    <a:pt x="128911" y="219382"/>
                  </a:lnTo>
                  <a:lnTo>
                    <a:pt x="126405" y="220863"/>
                  </a:lnTo>
                  <a:lnTo>
                    <a:pt x="104330" y="184033"/>
                  </a:lnTo>
                  <a:lnTo>
                    <a:pt x="97960" y="187732"/>
                  </a:lnTo>
                  <a:lnTo>
                    <a:pt x="81892" y="197064"/>
                  </a:lnTo>
                  <a:lnTo>
                    <a:pt x="79644" y="193264"/>
                  </a:lnTo>
                  <a:lnTo>
                    <a:pt x="77293" y="189288"/>
                  </a:lnTo>
                  <a:lnTo>
                    <a:pt x="75513" y="186278"/>
                  </a:lnTo>
                  <a:lnTo>
                    <a:pt x="74421" y="184340"/>
                  </a:lnTo>
                  <a:lnTo>
                    <a:pt x="74098" y="183768"/>
                  </a:lnTo>
                  <a:lnTo>
                    <a:pt x="68418" y="173692"/>
                  </a:lnTo>
                  <a:lnTo>
                    <a:pt x="64521" y="167057"/>
                  </a:lnTo>
                  <a:lnTo>
                    <a:pt x="62454" y="163537"/>
                  </a:lnTo>
                  <a:lnTo>
                    <a:pt x="60777" y="161046"/>
                  </a:lnTo>
                  <a:lnTo>
                    <a:pt x="59944" y="159810"/>
                  </a:lnTo>
                  <a:lnTo>
                    <a:pt x="54147" y="149999"/>
                  </a:lnTo>
                  <a:lnTo>
                    <a:pt x="51132" y="144896"/>
                  </a:lnTo>
                  <a:lnTo>
                    <a:pt x="42567" y="130401"/>
                  </a:lnTo>
                  <a:lnTo>
                    <a:pt x="19711" y="14234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g23"/>
            <p:cNvSpPr/>
            <p:nvPr/>
          </p:nvSpPr>
          <p:spPr>
            <a:xfrm>
              <a:off x="9225779" y="3499455"/>
              <a:ext cx="659201" cy="431326"/>
            </a:xfrm>
            <a:custGeom>
              <a:avLst/>
              <a:pathLst>
                <a:path w="659201" h="431326">
                  <a:moveTo>
                    <a:pt x="620511" y="186084"/>
                  </a:moveTo>
                  <a:lnTo>
                    <a:pt x="645672" y="228316"/>
                  </a:lnTo>
                  <a:lnTo>
                    <a:pt x="659201" y="251025"/>
                  </a:lnTo>
                  <a:lnTo>
                    <a:pt x="658783" y="251292"/>
                  </a:lnTo>
                  <a:lnTo>
                    <a:pt x="624343" y="273373"/>
                  </a:lnTo>
                  <a:lnTo>
                    <a:pt x="584290" y="297412"/>
                  </a:lnTo>
                  <a:lnTo>
                    <a:pt x="583987" y="297594"/>
                  </a:lnTo>
                  <a:lnTo>
                    <a:pt x="582102" y="298725"/>
                  </a:lnTo>
                  <a:lnTo>
                    <a:pt x="543598" y="321834"/>
                  </a:lnTo>
                  <a:lnTo>
                    <a:pt x="540127" y="323917"/>
                  </a:lnTo>
                  <a:lnTo>
                    <a:pt x="522837" y="334137"/>
                  </a:lnTo>
                  <a:lnTo>
                    <a:pt x="522699" y="333903"/>
                  </a:lnTo>
                  <a:lnTo>
                    <a:pt x="450253" y="210992"/>
                  </a:lnTo>
                  <a:lnTo>
                    <a:pt x="448629" y="211957"/>
                  </a:lnTo>
                  <a:lnTo>
                    <a:pt x="437240" y="218725"/>
                  </a:lnTo>
                  <a:lnTo>
                    <a:pt x="408946" y="235537"/>
                  </a:lnTo>
                  <a:lnTo>
                    <a:pt x="389103" y="247050"/>
                  </a:lnTo>
                  <a:lnTo>
                    <a:pt x="387522" y="247986"/>
                  </a:lnTo>
                  <a:lnTo>
                    <a:pt x="368783" y="259090"/>
                  </a:lnTo>
                  <a:lnTo>
                    <a:pt x="347001" y="271997"/>
                  </a:lnTo>
                  <a:lnTo>
                    <a:pt x="327410" y="283606"/>
                  </a:lnTo>
                  <a:lnTo>
                    <a:pt x="326063" y="284398"/>
                  </a:lnTo>
                  <a:lnTo>
                    <a:pt x="303469" y="297681"/>
                  </a:lnTo>
                  <a:lnTo>
                    <a:pt x="285222" y="308409"/>
                  </a:lnTo>
                  <a:lnTo>
                    <a:pt x="284945" y="308572"/>
                  </a:lnTo>
                  <a:lnTo>
                    <a:pt x="265595" y="320528"/>
                  </a:lnTo>
                  <a:lnTo>
                    <a:pt x="263444" y="321773"/>
                  </a:lnTo>
                  <a:lnTo>
                    <a:pt x="243851" y="333121"/>
                  </a:lnTo>
                  <a:lnTo>
                    <a:pt x="223171" y="345166"/>
                  </a:lnTo>
                  <a:lnTo>
                    <a:pt x="202997" y="356917"/>
                  </a:lnTo>
                  <a:lnTo>
                    <a:pt x="201330" y="357943"/>
                  </a:lnTo>
                  <a:lnTo>
                    <a:pt x="161064" y="382720"/>
                  </a:lnTo>
                  <a:lnTo>
                    <a:pt x="159897" y="383407"/>
                  </a:lnTo>
                  <a:lnTo>
                    <a:pt x="140214" y="394988"/>
                  </a:lnTo>
                  <a:lnTo>
                    <a:pt x="139757" y="395254"/>
                  </a:lnTo>
                  <a:lnTo>
                    <a:pt x="119935" y="406798"/>
                  </a:lnTo>
                  <a:lnTo>
                    <a:pt x="119586" y="407001"/>
                  </a:lnTo>
                  <a:lnTo>
                    <a:pt x="83765" y="427861"/>
                  </a:lnTo>
                  <a:lnTo>
                    <a:pt x="77817" y="431326"/>
                  </a:lnTo>
                  <a:lnTo>
                    <a:pt x="65155" y="409576"/>
                  </a:lnTo>
                  <a:lnTo>
                    <a:pt x="62914" y="405626"/>
                  </a:lnTo>
                  <a:lnTo>
                    <a:pt x="61887" y="403815"/>
                  </a:lnTo>
                  <a:lnTo>
                    <a:pt x="41732" y="368279"/>
                  </a:lnTo>
                  <a:lnTo>
                    <a:pt x="27263" y="342892"/>
                  </a:lnTo>
                  <a:lnTo>
                    <a:pt x="24317" y="337725"/>
                  </a:lnTo>
                  <a:lnTo>
                    <a:pt x="18939" y="328288"/>
                  </a:lnTo>
                  <a:lnTo>
                    <a:pt x="18586" y="327718"/>
                  </a:lnTo>
                  <a:lnTo>
                    <a:pt x="1348" y="299867"/>
                  </a:lnTo>
                  <a:lnTo>
                    <a:pt x="0" y="297688"/>
                  </a:lnTo>
                  <a:lnTo>
                    <a:pt x="2782" y="296062"/>
                  </a:lnTo>
                  <a:lnTo>
                    <a:pt x="32782" y="278376"/>
                  </a:lnTo>
                  <a:lnTo>
                    <a:pt x="41134" y="273452"/>
                  </a:lnTo>
                  <a:lnTo>
                    <a:pt x="61373" y="261520"/>
                  </a:lnTo>
                  <a:lnTo>
                    <a:pt x="82643" y="248980"/>
                  </a:lnTo>
                  <a:lnTo>
                    <a:pt x="118338" y="227935"/>
                  </a:lnTo>
                  <a:lnTo>
                    <a:pt x="124138" y="224516"/>
                  </a:lnTo>
                  <a:lnTo>
                    <a:pt x="124382" y="224372"/>
                  </a:lnTo>
                  <a:lnTo>
                    <a:pt x="126266" y="223258"/>
                  </a:lnTo>
                  <a:lnTo>
                    <a:pt x="164854" y="200446"/>
                  </a:lnTo>
                  <a:lnTo>
                    <a:pt x="166631" y="199396"/>
                  </a:lnTo>
                  <a:lnTo>
                    <a:pt x="184901" y="188595"/>
                  </a:lnTo>
                  <a:lnTo>
                    <a:pt x="186884" y="187423"/>
                  </a:lnTo>
                  <a:lnTo>
                    <a:pt x="187598" y="187001"/>
                  </a:lnTo>
                  <a:lnTo>
                    <a:pt x="206509" y="175821"/>
                  </a:lnTo>
                  <a:lnTo>
                    <a:pt x="206992" y="175536"/>
                  </a:lnTo>
                  <a:lnTo>
                    <a:pt x="235558" y="158649"/>
                  </a:lnTo>
                  <a:lnTo>
                    <a:pt x="249252" y="150553"/>
                  </a:lnTo>
                  <a:lnTo>
                    <a:pt x="249589" y="150366"/>
                  </a:lnTo>
                  <a:lnTo>
                    <a:pt x="258561" y="145383"/>
                  </a:lnTo>
                  <a:lnTo>
                    <a:pt x="269912" y="139079"/>
                  </a:lnTo>
                  <a:lnTo>
                    <a:pt x="291094" y="127315"/>
                  </a:lnTo>
                  <a:lnTo>
                    <a:pt x="292258" y="126668"/>
                  </a:lnTo>
                  <a:lnTo>
                    <a:pt x="310671" y="116439"/>
                  </a:lnTo>
                  <a:lnTo>
                    <a:pt x="330699" y="104693"/>
                  </a:lnTo>
                  <a:lnTo>
                    <a:pt x="332667" y="103538"/>
                  </a:lnTo>
                  <a:lnTo>
                    <a:pt x="345996" y="95721"/>
                  </a:lnTo>
                  <a:lnTo>
                    <a:pt x="372236" y="80331"/>
                  </a:lnTo>
                  <a:lnTo>
                    <a:pt x="373528" y="79573"/>
                  </a:lnTo>
                  <a:lnTo>
                    <a:pt x="413252" y="56945"/>
                  </a:lnTo>
                  <a:lnTo>
                    <a:pt x="416823" y="54911"/>
                  </a:lnTo>
                  <a:lnTo>
                    <a:pt x="434656" y="44753"/>
                  </a:lnTo>
                  <a:lnTo>
                    <a:pt x="435909" y="44039"/>
                  </a:lnTo>
                  <a:lnTo>
                    <a:pt x="455490" y="32885"/>
                  </a:lnTo>
                  <a:lnTo>
                    <a:pt x="460756" y="29687"/>
                  </a:lnTo>
                  <a:lnTo>
                    <a:pt x="509646" y="0"/>
                  </a:lnTo>
                  <a:lnTo>
                    <a:pt x="509823" y="297"/>
                  </a:lnTo>
                  <a:lnTo>
                    <a:pt x="510295" y="1089"/>
                  </a:lnTo>
                  <a:lnTo>
                    <a:pt x="564623" y="92277"/>
                  </a:lnTo>
                  <a:lnTo>
                    <a:pt x="578972" y="116361"/>
                  </a:lnTo>
                  <a:lnTo>
                    <a:pt x="584587" y="125786"/>
                  </a:lnTo>
                  <a:lnTo>
                    <a:pt x="586808" y="129514"/>
                  </a:lnTo>
                  <a:lnTo>
                    <a:pt x="593392" y="1405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g24"/>
            <p:cNvSpPr/>
            <p:nvPr/>
          </p:nvSpPr>
          <p:spPr>
            <a:xfrm>
              <a:off x="9063571" y="4671440"/>
              <a:ext cx="516652" cy="396108"/>
            </a:xfrm>
            <a:custGeom>
              <a:avLst/>
              <a:pathLst>
                <a:path w="516652" h="396108">
                  <a:moveTo>
                    <a:pt x="256635" y="391580"/>
                  </a:moveTo>
                  <a:lnTo>
                    <a:pt x="211598" y="367791"/>
                  </a:lnTo>
                  <a:lnTo>
                    <a:pt x="209785" y="366834"/>
                  </a:lnTo>
                  <a:lnTo>
                    <a:pt x="176543" y="349973"/>
                  </a:lnTo>
                  <a:lnTo>
                    <a:pt x="169815" y="346560"/>
                  </a:lnTo>
                  <a:lnTo>
                    <a:pt x="147869" y="335429"/>
                  </a:lnTo>
                  <a:lnTo>
                    <a:pt x="140016" y="331446"/>
                  </a:lnTo>
                  <a:lnTo>
                    <a:pt x="104497" y="303355"/>
                  </a:lnTo>
                  <a:lnTo>
                    <a:pt x="103872" y="302861"/>
                  </a:lnTo>
                  <a:lnTo>
                    <a:pt x="92148" y="293588"/>
                  </a:lnTo>
                  <a:lnTo>
                    <a:pt x="21291" y="237549"/>
                  </a:lnTo>
                  <a:lnTo>
                    <a:pt x="21401" y="235164"/>
                  </a:lnTo>
                  <a:lnTo>
                    <a:pt x="21932" y="223657"/>
                  </a:lnTo>
                  <a:lnTo>
                    <a:pt x="23954" y="222426"/>
                  </a:lnTo>
                  <a:lnTo>
                    <a:pt x="24954" y="221816"/>
                  </a:lnTo>
                  <a:lnTo>
                    <a:pt x="27603" y="220230"/>
                  </a:lnTo>
                  <a:lnTo>
                    <a:pt x="32455" y="217325"/>
                  </a:lnTo>
                  <a:lnTo>
                    <a:pt x="28707" y="211195"/>
                  </a:lnTo>
                  <a:lnTo>
                    <a:pt x="24793" y="204794"/>
                  </a:lnTo>
                  <a:lnTo>
                    <a:pt x="12602" y="184854"/>
                  </a:lnTo>
                  <a:lnTo>
                    <a:pt x="0" y="165080"/>
                  </a:lnTo>
                  <a:lnTo>
                    <a:pt x="2327" y="163580"/>
                  </a:lnTo>
                  <a:lnTo>
                    <a:pt x="45866" y="135524"/>
                  </a:lnTo>
                  <a:lnTo>
                    <a:pt x="34106" y="116204"/>
                  </a:lnTo>
                  <a:lnTo>
                    <a:pt x="29114" y="108004"/>
                  </a:lnTo>
                  <a:lnTo>
                    <a:pt x="20400" y="94308"/>
                  </a:lnTo>
                  <a:lnTo>
                    <a:pt x="32757" y="87468"/>
                  </a:lnTo>
                  <a:lnTo>
                    <a:pt x="40616" y="83117"/>
                  </a:lnTo>
                  <a:lnTo>
                    <a:pt x="43051" y="81686"/>
                  </a:lnTo>
                  <a:lnTo>
                    <a:pt x="65370" y="68565"/>
                  </a:lnTo>
                  <a:lnTo>
                    <a:pt x="65756" y="68338"/>
                  </a:lnTo>
                  <a:lnTo>
                    <a:pt x="66087" y="68143"/>
                  </a:lnTo>
                  <a:lnTo>
                    <a:pt x="92161" y="52815"/>
                  </a:lnTo>
                  <a:lnTo>
                    <a:pt x="97786" y="49508"/>
                  </a:lnTo>
                  <a:lnTo>
                    <a:pt x="105671" y="44873"/>
                  </a:lnTo>
                  <a:lnTo>
                    <a:pt x="106166" y="44583"/>
                  </a:lnTo>
                  <a:lnTo>
                    <a:pt x="116033" y="38805"/>
                  </a:lnTo>
                  <a:lnTo>
                    <a:pt x="148115" y="19584"/>
                  </a:lnTo>
                  <a:lnTo>
                    <a:pt x="151016" y="17846"/>
                  </a:lnTo>
                  <a:lnTo>
                    <a:pt x="163942" y="39663"/>
                  </a:lnTo>
                  <a:lnTo>
                    <a:pt x="172979" y="54918"/>
                  </a:lnTo>
                  <a:lnTo>
                    <a:pt x="175059" y="58429"/>
                  </a:lnTo>
                  <a:lnTo>
                    <a:pt x="183856" y="73278"/>
                  </a:lnTo>
                  <a:lnTo>
                    <a:pt x="186825" y="78289"/>
                  </a:lnTo>
                  <a:lnTo>
                    <a:pt x="198490" y="97998"/>
                  </a:lnTo>
                  <a:lnTo>
                    <a:pt x="210043" y="117517"/>
                  </a:lnTo>
                  <a:lnTo>
                    <a:pt x="217274" y="127872"/>
                  </a:lnTo>
                  <a:lnTo>
                    <a:pt x="223168" y="136313"/>
                  </a:lnTo>
                  <a:lnTo>
                    <a:pt x="228739" y="140324"/>
                  </a:lnTo>
                  <a:lnTo>
                    <a:pt x="231793" y="142523"/>
                  </a:lnTo>
                  <a:lnTo>
                    <a:pt x="232547" y="143065"/>
                  </a:lnTo>
                  <a:lnTo>
                    <a:pt x="242170" y="149994"/>
                  </a:lnTo>
                  <a:lnTo>
                    <a:pt x="244428" y="151620"/>
                  </a:lnTo>
                  <a:lnTo>
                    <a:pt x="248179" y="154320"/>
                  </a:lnTo>
                  <a:lnTo>
                    <a:pt x="261930" y="164220"/>
                  </a:lnTo>
                  <a:lnTo>
                    <a:pt x="295253" y="188212"/>
                  </a:lnTo>
                  <a:lnTo>
                    <a:pt x="297688" y="184901"/>
                  </a:lnTo>
                  <a:lnTo>
                    <a:pt x="313262" y="163718"/>
                  </a:lnTo>
                  <a:lnTo>
                    <a:pt x="322447" y="151225"/>
                  </a:lnTo>
                  <a:lnTo>
                    <a:pt x="341135" y="125808"/>
                  </a:lnTo>
                  <a:lnTo>
                    <a:pt x="342221" y="124331"/>
                  </a:lnTo>
                  <a:lnTo>
                    <a:pt x="355142" y="106064"/>
                  </a:lnTo>
                  <a:lnTo>
                    <a:pt x="369048" y="86403"/>
                  </a:lnTo>
                  <a:lnTo>
                    <a:pt x="382027" y="68053"/>
                  </a:lnTo>
                  <a:lnTo>
                    <a:pt x="394036" y="51074"/>
                  </a:lnTo>
                  <a:lnTo>
                    <a:pt x="402327" y="39353"/>
                  </a:lnTo>
                  <a:lnTo>
                    <a:pt x="408593" y="30495"/>
                  </a:lnTo>
                  <a:lnTo>
                    <a:pt x="408816" y="30179"/>
                  </a:lnTo>
                  <a:lnTo>
                    <a:pt x="429367" y="0"/>
                  </a:lnTo>
                  <a:lnTo>
                    <a:pt x="429893" y="380"/>
                  </a:lnTo>
                  <a:lnTo>
                    <a:pt x="445429" y="11608"/>
                  </a:lnTo>
                  <a:lnTo>
                    <a:pt x="455605" y="18963"/>
                  </a:lnTo>
                  <a:lnTo>
                    <a:pt x="472147" y="30919"/>
                  </a:lnTo>
                  <a:lnTo>
                    <a:pt x="479828" y="36252"/>
                  </a:lnTo>
                  <a:lnTo>
                    <a:pt x="486927" y="41181"/>
                  </a:lnTo>
                  <a:lnTo>
                    <a:pt x="510519" y="58189"/>
                  </a:lnTo>
                  <a:lnTo>
                    <a:pt x="516652" y="62610"/>
                  </a:lnTo>
                  <a:lnTo>
                    <a:pt x="485500" y="108532"/>
                  </a:lnTo>
                  <a:lnTo>
                    <a:pt x="429748" y="190715"/>
                  </a:lnTo>
                  <a:lnTo>
                    <a:pt x="426270" y="187662"/>
                  </a:lnTo>
                  <a:lnTo>
                    <a:pt x="421587" y="183551"/>
                  </a:lnTo>
                  <a:lnTo>
                    <a:pt x="421441" y="183423"/>
                  </a:lnTo>
                  <a:lnTo>
                    <a:pt x="420002" y="185504"/>
                  </a:lnTo>
                  <a:lnTo>
                    <a:pt x="404611" y="207747"/>
                  </a:lnTo>
                  <a:lnTo>
                    <a:pt x="385605" y="235214"/>
                  </a:lnTo>
                  <a:lnTo>
                    <a:pt x="379394" y="244189"/>
                  </a:lnTo>
                  <a:lnTo>
                    <a:pt x="381075" y="245301"/>
                  </a:lnTo>
                  <a:lnTo>
                    <a:pt x="384073" y="247285"/>
                  </a:lnTo>
                  <a:lnTo>
                    <a:pt x="385989" y="248553"/>
                  </a:lnTo>
                  <a:lnTo>
                    <a:pt x="305974" y="370480"/>
                  </a:lnTo>
                  <a:lnTo>
                    <a:pt x="303308" y="374544"/>
                  </a:lnTo>
                  <a:lnTo>
                    <a:pt x="297274" y="371311"/>
                  </a:lnTo>
                  <a:lnTo>
                    <a:pt x="293426" y="369250"/>
                  </a:lnTo>
                  <a:lnTo>
                    <a:pt x="292711" y="368867"/>
                  </a:lnTo>
                  <a:lnTo>
                    <a:pt x="291679" y="368314"/>
                  </a:lnTo>
                  <a:lnTo>
                    <a:pt x="289362" y="367073"/>
                  </a:lnTo>
                  <a:lnTo>
                    <a:pt x="284736" y="373149"/>
                  </a:lnTo>
                  <a:lnTo>
                    <a:pt x="279305" y="378402"/>
                  </a:lnTo>
                  <a:lnTo>
                    <a:pt x="278276" y="379397"/>
                  </a:lnTo>
                  <a:lnTo>
                    <a:pt x="276115" y="383375"/>
                  </a:lnTo>
                  <a:lnTo>
                    <a:pt x="265209" y="39610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g25"/>
            <p:cNvSpPr/>
            <p:nvPr/>
          </p:nvSpPr>
          <p:spPr>
            <a:xfrm>
              <a:off x="9026094" y="3797144"/>
              <a:ext cx="349690" cy="510115"/>
            </a:xfrm>
            <a:custGeom>
              <a:avLst/>
              <a:pathLst>
                <a:path w="349690" h="510115">
                  <a:moveTo>
                    <a:pt x="268763" y="307249"/>
                  </a:moveTo>
                  <a:lnTo>
                    <a:pt x="281612" y="329192"/>
                  </a:lnTo>
                  <a:lnTo>
                    <a:pt x="293040" y="348708"/>
                  </a:lnTo>
                  <a:lnTo>
                    <a:pt x="305234" y="369531"/>
                  </a:lnTo>
                  <a:lnTo>
                    <a:pt x="305486" y="369961"/>
                  </a:lnTo>
                  <a:lnTo>
                    <a:pt x="317119" y="389638"/>
                  </a:lnTo>
                  <a:lnTo>
                    <a:pt x="328781" y="409362"/>
                  </a:lnTo>
                  <a:lnTo>
                    <a:pt x="339463" y="427430"/>
                  </a:lnTo>
                  <a:lnTo>
                    <a:pt x="343261" y="433854"/>
                  </a:lnTo>
                  <a:lnTo>
                    <a:pt x="348396" y="442539"/>
                  </a:lnTo>
                  <a:lnTo>
                    <a:pt x="347441" y="443105"/>
                  </a:lnTo>
                  <a:lnTo>
                    <a:pt x="234361" y="510115"/>
                  </a:lnTo>
                  <a:lnTo>
                    <a:pt x="215493" y="476925"/>
                  </a:lnTo>
                  <a:lnTo>
                    <a:pt x="203666" y="456121"/>
                  </a:lnTo>
                  <a:lnTo>
                    <a:pt x="192414" y="436327"/>
                  </a:lnTo>
                  <a:lnTo>
                    <a:pt x="192062" y="435709"/>
                  </a:lnTo>
                  <a:lnTo>
                    <a:pt x="190367" y="432727"/>
                  </a:lnTo>
                  <a:lnTo>
                    <a:pt x="187383" y="427660"/>
                  </a:lnTo>
                  <a:lnTo>
                    <a:pt x="180497" y="415966"/>
                  </a:lnTo>
                  <a:lnTo>
                    <a:pt x="168661" y="395867"/>
                  </a:lnTo>
                  <a:lnTo>
                    <a:pt x="158221" y="378138"/>
                  </a:lnTo>
                  <a:lnTo>
                    <a:pt x="155619" y="373577"/>
                  </a:lnTo>
                  <a:lnTo>
                    <a:pt x="162237" y="369656"/>
                  </a:lnTo>
                  <a:lnTo>
                    <a:pt x="149624" y="347971"/>
                  </a:lnTo>
                  <a:lnTo>
                    <a:pt x="130557" y="315188"/>
                  </a:lnTo>
                  <a:lnTo>
                    <a:pt x="121219" y="321095"/>
                  </a:lnTo>
                  <a:lnTo>
                    <a:pt x="79694" y="250749"/>
                  </a:lnTo>
                  <a:lnTo>
                    <a:pt x="79112" y="249762"/>
                  </a:lnTo>
                  <a:lnTo>
                    <a:pt x="67638" y="230259"/>
                  </a:lnTo>
                  <a:lnTo>
                    <a:pt x="66587" y="228472"/>
                  </a:lnTo>
                  <a:lnTo>
                    <a:pt x="52286" y="204164"/>
                  </a:lnTo>
                  <a:lnTo>
                    <a:pt x="47071" y="195299"/>
                  </a:lnTo>
                  <a:lnTo>
                    <a:pt x="46239" y="193886"/>
                  </a:lnTo>
                  <a:lnTo>
                    <a:pt x="45584" y="192772"/>
                  </a:lnTo>
                  <a:lnTo>
                    <a:pt x="44821" y="191475"/>
                  </a:lnTo>
                  <a:lnTo>
                    <a:pt x="44101" y="190251"/>
                  </a:lnTo>
                  <a:lnTo>
                    <a:pt x="43359" y="188990"/>
                  </a:lnTo>
                  <a:lnTo>
                    <a:pt x="42730" y="187921"/>
                  </a:lnTo>
                  <a:lnTo>
                    <a:pt x="37483" y="179002"/>
                  </a:lnTo>
                  <a:lnTo>
                    <a:pt x="30905" y="167821"/>
                  </a:lnTo>
                  <a:lnTo>
                    <a:pt x="30779" y="167607"/>
                  </a:lnTo>
                  <a:lnTo>
                    <a:pt x="30544" y="167207"/>
                  </a:lnTo>
                  <a:lnTo>
                    <a:pt x="24008" y="156097"/>
                  </a:lnTo>
                  <a:lnTo>
                    <a:pt x="4067" y="122201"/>
                  </a:lnTo>
                  <a:lnTo>
                    <a:pt x="2511" y="119556"/>
                  </a:lnTo>
                  <a:lnTo>
                    <a:pt x="1020" y="117022"/>
                  </a:lnTo>
                  <a:lnTo>
                    <a:pt x="0" y="115287"/>
                  </a:lnTo>
                  <a:lnTo>
                    <a:pt x="56226" y="83311"/>
                  </a:lnTo>
                  <a:lnTo>
                    <a:pt x="62339" y="79791"/>
                  </a:lnTo>
                  <a:lnTo>
                    <a:pt x="75738" y="72076"/>
                  </a:lnTo>
                  <a:lnTo>
                    <a:pt x="77047" y="71322"/>
                  </a:lnTo>
                  <a:lnTo>
                    <a:pt x="103440" y="56125"/>
                  </a:lnTo>
                  <a:lnTo>
                    <a:pt x="116743" y="48465"/>
                  </a:lnTo>
                  <a:lnTo>
                    <a:pt x="132826" y="39067"/>
                  </a:lnTo>
                  <a:lnTo>
                    <a:pt x="137630" y="36260"/>
                  </a:lnTo>
                  <a:lnTo>
                    <a:pt x="157005" y="24938"/>
                  </a:lnTo>
                  <a:lnTo>
                    <a:pt x="158044" y="24331"/>
                  </a:lnTo>
                  <a:lnTo>
                    <a:pt x="171774" y="16309"/>
                  </a:lnTo>
                  <a:lnTo>
                    <a:pt x="199685" y="0"/>
                  </a:lnTo>
                  <a:lnTo>
                    <a:pt x="201034" y="2179"/>
                  </a:lnTo>
                  <a:lnTo>
                    <a:pt x="218271" y="30029"/>
                  </a:lnTo>
                  <a:lnTo>
                    <a:pt x="218624" y="30599"/>
                  </a:lnTo>
                  <a:lnTo>
                    <a:pt x="224003" y="40036"/>
                  </a:lnTo>
                  <a:lnTo>
                    <a:pt x="226948" y="45204"/>
                  </a:lnTo>
                  <a:lnTo>
                    <a:pt x="241418" y="70590"/>
                  </a:lnTo>
                  <a:lnTo>
                    <a:pt x="261573" y="106127"/>
                  </a:lnTo>
                  <a:lnTo>
                    <a:pt x="262600" y="107938"/>
                  </a:lnTo>
                  <a:lnTo>
                    <a:pt x="264840" y="111888"/>
                  </a:lnTo>
                  <a:lnTo>
                    <a:pt x="277502" y="133637"/>
                  </a:lnTo>
                  <a:lnTo>
                    <a:pt x="281219" y="140092"/>
                  </a:lnTo>
                  <a:lnTo>
                    <a:pt x="283864" y="144685"/>
                  </a:lnTo>
                  <a:lnTo>
                    <a:pt x="290109" y="155533"/>
                  </a:lnTo>
                  <a:lnTo>
                    <a:pt x="292376" y="159470"/>
                  </a:lnTo>
                  <a:lnTo>
                    <a:pt x="297622" y="168352"/>
                  </a:lnTo>
                  <a:lnTo>
                    <a:pt x="311720" y="192221"/>
                  </a:lnTo>
                  <a:lnTo>
                    <a:pt x="313458" y="195164"/>
                  </a:lnTo>
                  <a:lnTo>
                    <a:pt x="314311" y="196609"/>
                  </a:lnTo>
                  <a:lnTo>
                    <a:pt x="316716" y="200681"/>
                  </a:lnTo>
                  <a:lnTo>
                    <a:pt x="336682" y="235017"/>
                  </a:lnTo>
                  <a:lnTo>
                    <a:pt x="340549" y="241669"/>
                  </a:lnTo>
                  <a:lnTo>
                    <a:pt x="349690" y="256831"/>
                  </a:lnTo>
                  <a:lnTo>
                    <a:pt x="318305" y="275925"/>
                  </a:lnTo>
                  <a:lnTo>
                    <a:pt x="307986" y="282203"/>
                  </a:lnTo>
                  <a:lnTo>
                    <a:pt x="288914" y="293806"/>
                  </a:lnTo>
                  <a:lnTo>
                    <a:pt x="268252" y="30637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g26"/>
            <p:cNvSpPr/>
            <p:nvPr/>
          </p:nvSpPr>
          <p:spPr>
            <a:xfrm>
              <a:off x="9260455" y="4190634"/>
              <a:ext cx="350664" cy="378665"/>
            </a:xfrm>
            <a:custGeom>
              <a:avLst/>
              <a:pathLst>
                <a:path w="350664" h="378665">
                  <a:moveTo>
                    <a:pt x="167000" y="371334"/>
                  </a:moveTo>
                  <a:lnTo>
                    <a:pt x="154520" y="378665"/>
                  </a:lnTo>
                  <a:lnTo>
                    <a:pt x="141250" y="356149"/>
                  </a:lnTo>
                  <a:lnTo>
                    <a:pt x="117564" y="315958"/>
                  </a:lnTo>
                  <a:lnTo>
                    <a:pt x="117438" y="315744"/>
                  </a:lnTo>
                  <a:lnTo>
                    <a:pt x="94312" y="276504"/>
                  </a:lnTo>
                  <a:lnTo>
                    <a:pt x="80533" y="253042"/>
                  </a:lnTo>
                  <a:lnTo>
                    <a:pt x="74444" y="242485"/>
                  </a:lnTo>
                  <a:lnTo>
                    <a:pt x="70862" y="236431"/>
                  </a:lnTo>
                  <a:lnTo>
                    <a:pt x="67944" y="231500"/>
                  </a:lnTo>
                  <a:lnTo>
                    <a:pt x="63327" y="223696"/>
                  </a:lnTo>
                  <a:lnTo>
                    <a:pt x="55701" y="210807"/>
                  </a:lnTo>
                  <a:lnTo>
                    <a:pt x="47683" y="197255"/>
                  </a:lnTo>
                  <a:lnTo>
                    <a:pt x="44312" y="191557"/>
                  </a:lnTo>
                  <a:lnTo>
                    <a:pt x="39717" y="183791"/>
                  </a:lnTo>
                  <a:lnTo>
                    <a:pt x="32137" y="170980"/>
                  </a:lnTo>
                  <a:lnTo>
                    <a:pt x="24769" y="158527"/>
                  </a:lnTo>
                  <a:lnTo>
                    <a:pt x="19608" y="149803"/>
                  </a:lnTo>
                  <a:lnTo>
                    <a:pt x="19074" y="148901"/>
                  </a:lnTo>
                  <a:lnTo>
                    <a:pt x="16702" y="144891"/>
                  </a:lnTo>
                  <a:lnTo>
                    <a:pt x="549" y="117592"/>
                  </a:lnTo>
                  <a:lnTo>
                    <a:pt x="0" y="116624"/>
                  </a:lnTo>
                  <a:lnTo>
                    <a:pt x="113080" y="49614"/>
                  </a:lnTo>
                  <a:lnTo>
                    <a:pt x="114035" y="49048"/>
                  </a:lnTo>
                  <a:lnTo>
                    <a:pt x="169574" y="16136"/>
                  </a:lnTo>
                  <a:lnTo>
                    <a:pt x="196804" y="0"/>
                  </a:lnTo>
                  <a:lnTo>
                    <a:pt x="202971" y="10171"/>
                  </a:lnTo>
                  <a:lnTo>
                    <a:pt x="206122" y="15861"/>
                  </a:lnTo>
                  <a:lnTo>
                    <a:pt x="217370" y="33949"/>
                  </a:lnTo>
                  <a:lnTo>
                    <a:pt x="218175" y="35245"/>
                  </a:lnTo>
                  <a:lnTo>
                    <a:pt x="241120" y="74119"/>
                  </a:lnTo>
                  <a:lnTo>
                    <a:pt x="241810" y="75289"/>
                  </a:lnTo>
                  <a:lnTo>
                    <a:pt x="265002" y="114581"/>
                  </a:lnTo>
                  <a:lnTo>
                    <a:pt x="265676" y="115723"/>
                  </a:lnTo>
                  <a:lnTo>
                    <a:pt x="277978" y="136565"/>
                  </a:lnTo>
                  <a:lnTo>
                    <a:pt x="278459" y="137380"/>
                  </a:lnTo>
                  <a:lnTo>
                    <a:pt x="290868" y="158405"/>
                  </a:lnTo>
                  <a:lnTo>
                    <a:pt x="291145" y="158874"/>
                  </a:lnTo>
                  <a:lnTo>
                    <a:pt x="291631" y="159698"/>
                  </a:lnTo>
                  <a:lnTo>
                    <a:pt x="314010" y="198200"/>
                  </a:lnTo>
                  <a:lnTo>
                    <a:pt x="314925" y="199774"/>
                  </a:lnTo>
                  <a:lnTo>
                    <a:pt x="338182" y="239788"/>
                  </a:lnTo>
                  <a:lnTo>
                    <a:pt x="350497" y="260974"/>
                  </a:lnTo>
                  <a:lnTo>
                    <a:pt x="350664" y="261261"/>
                  </a:lnTo>
                  <a:lnTo>
                    <a:pt x="350142" y="261586"/>
                  </a:lnTo>
                  <a:lnTo>
                    <a:pt x="309858" y="286662"/>
                  </a:lnTo>
                  <a:lnTo>
                    <a:pt x="290849" y="298495"/>
                  </a:lnTo>
                  <a:lnTo>
                    <a:pt x="290093" y="298965"/>
                  </a:lnTo>
                  <a:lnTo>
                    <a:pt x="259821" y="316781"/>
                  </a:lnTo>
                  <a:lnTo>
                    <a:pt x="237353" y="330003"/>
                  </a:lnTo>
                  <a:lnTo>
                    <a:pt x="224271" y="337689"/>
                  </a:lnTo>
                  <a:lnTo>
                    <a:pt x="190846" y="35732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g27"/>
            <p:cNvSpPr/>
            <p:nvPr/>
          </p:nvSpPr>
          <p:spPr>
            <a:xfrm>
              <a:off x="9061425" y="4307259"/>
              <a:ext cx="353550" cy="408991"/>
            </a:xfrm>
            <a:custGeom>
              <a:avLst/>
              <a:pathLst>
                <a:path w="353550" h="408991">
                  <a:moveTo>
                    <a:pt x="108312" y="408764"/>
                  </a:moveTo>
                  <a:lnTo>
                    <a:pt x="107778" y="408991"/>
                  </a:lnTo>
                  <a:lnTo>
                    <a:pt x="107205" y="408063"/>
                  </a:lnTo>
                  <a:lnTo>
                    <a:pt x="106687" y="407224"/>
                  </a:lnTo>
                  <a:lnTo>
                    <a:pt x="105084" y="404627"/>
                  </a:lnTo>
                  <a:lnTo>
                    <a:pt x="96753" y="391133"/>
                  </a:lnTo>
                  <a:lnTo>
                    <a:pt x="94129" y="386882"/>
                  </a:lnTo>
                  <a:lnTo>
                    <a:pt x="91195" y="381830"/>
                  </a:lnTo>
                  <a:lnTo>
                    <a:pt x="82769" y="367319"/>
                  </a:lnTo>
                  <a:lnTo>
                    <a:pt x="70699" y="346535"/>
                  </a:lnTo>
                  <a:lnTo>
                    <a:pt x="69644" y="344719"/>
                  </a:lnTo>
                  <a:lnTo>
                    <a:pt x="65828" y="338147"/>
                  </a:lnTo>
                  <a:lnTo>
                    <a:pt x="59540" y="327320"/>
                  </a:lnTo>
                  <a:lnTo>
                    <a:pt x="58994" y="326379"/>
                  </a:lnTo>
                  <a:lnTo>
                    <a:pt x="47495" y="306579"/>
                  </a:lnTo>
                  <a:lnTo>
                    <a:pt x="36205" y="287137"/>
                  </a:lnTo>
                  <a:lnTo>
                    <a:pt x="35606" y="286106"/>
                  </a:lnTo>
                  <a:lnTo>
                    <a:pt x="34564" y="284312"/>
                  </a:lnTo>
                  <a:lnTo>
                    <a:pt x="40014" y="281060"/>
                  </a:lnTo>
                  <a:lnTo>
                    <a:pt x="41182" y="280363"/>
                  </a:lnTo>
                  <a:lnTo>
                    <a:pt x="48505" y="275994"/>
                  </a:lnTo>
                  <a:lnTo>
                    <a:pt x="48633" y="275918"/>
                  </a:lnTo>
                  <a:lnTo>
                    <a:pt x="52774" y="273447"/>
                  </a:lnTo>
                  <a:lnTo>
                    <a:pt x="59112" y="269666"/>
                  </a:lnTo>
                  <a:lnTo>
                    <a:pt x="69308" y="263583"/>
                  </a:lnTo>
                  <a:lnTo>
                    <a:pt x="72070" y="261935"/>
                  </a:lnTo>
                  <a:lnTo>
                    <a:pt x="73752" y="260932"/>
                  </a:lnTo>
                  <a:lnTo>
                    <a:pt x="74536" y="260464"/>
                  </a:lnTo>
                  <a:lnTo>
                    <a:pt x="75824" y="259695"/>
                  </a:lnTo>
                  <a:lnTo>
                    <a:pt x="76912" y="259046"/>
                  </a:lnTo>
                  <a:lnTo>
                    <a:pt x="78974" y="257816"/>
                  </a:lnTo>
                  <a:lnTo>
                    <a:pt x="79620" y="257431"/>
                  </a:lnTo>
                  <a:lnTo>
                    <a:pt x="79754" y="257351"/>
                  </a:lnTo>
                  <a:lnTo>
                    <a:pt x="80072" y="257128"/>
                  </a:lnTo>
                  <a:lnTo>
                    <a:pt x="79234" y="255708"/>
                  </a:lnTo>
                  <a:lnTo>
                    <a:pt x="78859" y="255072"/>
                  </a:lnTo>
                  <a:lnTo>
                    <a:pt x="78436" y="254356"/>
                  </a:lnTo>
                  <a:lnTo>
                    <a:pt x="77667" y="253052"/>
                  </a:lnTo>
                  <a:lnTo>
                    <a:pt x="77459" y="252700"/>
                  </a:lnTo>
                  <a:lnTo>
                    <a:pt x="76978" y="251883"/>
                  </a:lnTo>
                  <a:lnTo>
                    <a:pt x="74781" y="248160"/>
                  </a:lnTo>
                  <a:lnTo>
                    <a:pt x="68107" y="236850"/>
                  </a:lnTo>
                  <a:lnTo>
                    <a:pt x="67077" y="235104"/>
                  </a:lnTo>
                  <a:lnTo>
                    <a:pt x="55233" y="215031"/>
                  </a:lnTo>
                  <a:lnTo>
                    <a:pt x="55073" y="214759"/>
                  </a:lnTo>
                  <a:lnTo>
                    <a:pt x="44178" y="196293"/>
                  </a:lnTo>
                  <a:lnTo>
                    <a:pt x="43602" y="195318"/>
                  </a:lnTo>
                  <a:lnTo>
                    <a:pt x="43283" y="194767"/>
                  </a:lnTo>
                  <a:lnTo>
                    <a:pt x="31704" y="174788"/>
                  </a:lnTo>
                  <a:lnTo>
                    <a:pt x="20140" y="154834"/>
                  </a:lnTo>
                  <a:lnTo>
                    <a:pt x="6577" y="131194"/>
                  </a:lnTo>
                  <a:lnTo>
                    <a:pt x="0" y="119729"/>
                  </a:lnTo>
                  <a:lnTo>
                    <a:pt x="1985" y="118535"/>
                  </a:lnTo>
                  <a:lnTo>
                    <a:pt x="3851" y="117412"/>
                  </a:lnTo>
                  <a:lnTo>
                    <a:pt x="199030" y="0"/>
                  </a:lnTo>
                  <a:lnTo>
                    <a:pt x="199579" y="967"/>
                  </a:lnTo>
                  <a:lnTo>
                    <a:pt x="215732" y="28266"/>
                  </a:lnTo>
                  <a:lnTo>
                    <a:pt x="218104" y="32276"/>
                  </a:lnTo>
                  <a:lnTo>
                    <a:pt x="218638" y="33178"/>
                  </a:lnTo>
                  <a:lnTo>
                    <a:pt x="223799" y="41902"/>
                  </a:lnTo>
                  <a:lnTo>
                    <a:pt x="231167" y="54355"/>
                  </a:lnTo>
                  <a:lnTo>
                    <a:pt x="238747" y="67166"/>
                  </a:lnTo>
                  <a:lnTo>
                    <a:pt x="243342" y="74932"/>
                  </a:lnTo>
                  <a:lnTo>
                    <a:pt x="246713" y="80630"/>
                  </a:lnTo>
                  <a:lnTo>
                    <a:pt x="254731" y="94182"/>
                  </a:lnTo>
                  <a:lnTo>
                    <a:pt x="262357" y="107071"/>
                  </a:lnTo>
                  <a:lnTo>
                    <a:pt x="266975" y="114875"/>
                  </a:lnTo>
                  <a:lnTo>
                    <a:pt x="269892" y="119806"/>
                  </a:lnTo>
                  <a:lnTo>
                    <a:pt x="273474" y="125860"/>
                  </a:lnTo>
                  <a:lnTo>
                    <a:pt x="279563" y="136417"/>
                  </a:lnTo>
                  <a:lnTo>
                    <a:pt x="293342" y="159879"/>
                  </a:lnTo>
                  <a:lnTo>
                    <a:pt x="316468" y="199119"/>
                  </a:lnTo>
                  <a:lnTo>
                    <a:pt x="316594" y="199333"/>
                  </a:lnTo>
                  <a:lnTo>
                    <a:pt x="340280" y="239524"/>
                  </a:lnTo>
                  <a:lnTo>
                    <a:pt x="353550" y="262040"/>
                  </a:lnTo>
                  <a:lnTo>
                    <a:pt x="341758" y="269046"/>
                  </a:lnTo>
                  <a:lnTo>
                    <a:pt x="299444" y="294395"/>
                  </a:lnTo>
                  <a:lnTo>
                    <a:pt x="279576" y="306297"/>
                  </a:lnTo>
                  <a:lnTo>
                    <a:pt x="273668" y="309836"/>
                  </a:lnTo>
                  <a:lnTo>
                    <a:pt x="258982" y="318634"/>
                  </a:lnTo>
                  <a:lnTo>
                    <a:pt x="219900" y="342047"/>
                  </a:lnTo>
                  <a:lnTo>
                    <a:pt x="179426" y="366293"/>
                  </a:lnTo>
                  <a:lnTo>
                    <a:pt x="153162" y="382027"/>
                  </a:lnTo>
                  <a:lnTo>
                    <a:pt x="150261" y="383765"/>
                  </a:lnTo>
                  <a:lnTo>
                    <a:pt x="118179" y="40298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g28"/>
            <p:cNvSpPr/>
            <p:nvPr/>
          </p:nvSpPr>
          <p:spPr>
            <a:xfrm>
              <a:off x="8850508" y="4170723"/>
              <a:ext cx="409947" cy="409523"/>
            </a:xfrm>
            <a:custGeom>
              <a:avLst/>
              <a:pathLst>
                <a:path w="409947" h="409523">
                  <a:moveTo>
                    <a:pt x="252350" y="332406"/>
                  </a:moveTo>
                  <a:lnTo>
                    <a:pt x="235601" y="342393"/>
                  </a:lnTo>
                  <a:lnTo>
                    <a:pt x="208953" y="358283"/>
                  </a:lnTo>
                  <a:lnTo>
                    <a:pt x="207937" y="358888"/>
                  </a:lnTo>
                  <a:lnTo>
                    <a:pt x="199371" y="344112"/>
                  </a:lnTo>
                  <a:lnTo>
                    <a:pt x="196314" y="338838"/>
                  </a:lnTo>
                  <a:lnTo>
                    <a:pt x="156876" y="362856"/>
                  </a:lnTo>
                  <a:lnTo>
                    <a:pt x="168643" y="382817"/>
                  </a:lnTo>
                  <a:lnTo>
                    <a:pt x="122605" y="409523"/>
                  </a:lnTo>
                  <a:lnTo>
                    <a:pt x="117781" y="401062"/>
                  </a:lnTo>
                  <a:lnTo>
                    <a:pt x="116546" y="398896"/>
                  </a:lnTo>
                  <a:lnTo>
                    <a:pt x="111127" y="389392"/>
                  </a:lnTo>
                  <a:lnTo>
                    <a:pt x="108134" y="384143"/>
                  </a:lnTo>
                  <a:lnTo>
                    <a:pt x="99722" y="369392"/>
                  </a:lnTo>
                  <a:lnTo>
                    <a:pt x="98007" y="366383"/>
                  </a:lnTo>
                  <a:lnTo>
                    <a:pt x="88119" y="349043"/>
                  </a:lnTo>
                  <a:lnTo>
                    <a:pt x="86163" y="345612"/>
                  </a:lnTo>
                  <a:lnTo>
                    <a:pt x="79142" y="333298"/>
                  </a:lnTo>
                  <a:lnTo>
                    <a:pt x="75321" y="326599"/>
                  </a:lnTo>
                  <a:lnTo>
                    <a:pt x="74780" y="325650"/>
                  </a:lnTo>
                  <a:lnTo>
                    <a:pt x="71630" y="320124"/>
                  </a:lnTo>
                  <a:lnTo>
                    <a:pt x="70106" y="317453"/>
                  </a:lnTo>
                  <a:lnTo>
                    <a:pt x="69729" y="316788"/>
                  </a:lnTo>
                  <a:lnTo>
                    <a:pt x="63696" y="306151"/>
                  </a:lnTo>
                  <a:lnTo>
                    <a:pt x="46952" y="276630"/>
                  </a:lnTo>
                  <a:lnTo>
                    <a:pt x="35130" y="255787"/>
                  </a:lnTo>
                  <a:lnTo>
                    <a:pt x="31824" y="249959"/>
                  </a:lnTo>
                  <a:lnTo>
                    <a:pt x="23668" y="235580"/>
                  </a:lnTo>
                  <a:lnTo>
                    <a:pt x="19924" y="228978"/>
                  </a:lnTo>
                  <a:lnTo>
                    <a:pt x="14273" y="219015"/>
                  </a:lnTo>
                  <a:lnTo>
                    <a:pt x="6408" y="205149"/>
                  </a:lnTo>
                  <a:lnTo>
                    <a:pt x="1289" y="196125"/>
                  </a:lnTo>
                  <a:lnTo>
                    <a:pt x="448" y="194666"/>
                  </a:lnTo>
                  <a:lnTo>
                    <a:pt x="0" y="193888"/>
                  </a:lnTo>
                  <a:lnTo>
                    <a:pt x="24437" y="179582"/>
                  </a:lnTo>
                  <a:lnTo>
                    <a:pt x="25820" y="178772"/>
                  </a:lnTo>
                  <a:lnTo>
                    <a:pt x="64628" y="156054"/>
                  </a:lnTo>
                  <a:lnTo>
                    <a:pt x="85198" y="144012"/>
                  </a:lnTo>
                  <a:lnTo>
                    <a:pt x="104735" y="132575"/>
                  </a:lnTo>
                  <a:lnTo>
                    <a:pt x="125263" y="120558"/>
                  </a:lnTo>
                  <a:lnTo>
                    <a:pt x="126988" y="119548"/>
                  </a:lnTo>
                  <a:lnTo>
                    <a:pt x="131304" y="117021"/>
                  </a:lnTo>
                  <a:lnTo>
                    <a:pt x="134207" y="115322"/>
                  </a:lnTo>
                  <a:lnTo>
                    <a:pt x="135196" y="114743"/>
                  </a:lnTo>
                  <a:lnTo>
                    <a:pt x="156988" y="101985"/>
                  </a:lnTo>
                  <a:lnTo>
                    <a:pt x="196648" y="78769"/>
                  </a:lnTo>
                  <a:lnTo>
                    <a:pt x="197127" y="78488"/>
                  </a:lnTo>
                  <a:lnTo>
                    <a:pt x="217566" y="66523"/>
                  </a:lnTo>
                  <a:lnTo>
                    <a:pt x="236797" y="55265"/>
                  </a:lnTo>
                  <a:lnTo>
                    <a:pt x="257161" y="43344"/>
                  </a:lnTo>
                  <a:lnTo>
                    <a:pt x="257794" y="42973"/>
                  </a:lnTo>
                  <a:lnTo>
                    <a:pt x="297827" y="19537"/>
                  </a:lnTo>
                  <a:lnTo>
                    <a:pt x="321808" y="4775"/>
                  </a:lnTo>
                  <a:lnTo>
                    <a:pt x="331202" y="0"/>
                  </a:lnTo>
                  <a:lnTo>
                    <a:pt x="333807" y="4558"/>
                  </a:lnTo>
                  <a:lnTo>
                    <a:pt x="344247" y="22288"/>
                  </a:lnTo>
                  <a:lnTo>
                    <a:pt x="356083" y="42386"/>
                  </a:lnTo>
                  <a:lnTo>
                    <a:pt x="362969" y="54080"/>
                  </a:lnTo>
                  <a:lnTo>
                    <a:pt x="365953" y="59148"/>
                  </a:lnTo>
                  <a:lnTo>
                    <a:pt x="367648" y="62129"/>
                  </a:lnTo>
                  <a:lnTo>
                    <a:pt x="368000" y="62748"/>
                  </a:lnTo>
                  <a:lnTo>
                    <a:pt x="379252" y="82541"/>
                  </a:lnTo>
                  <a:lnTo>
                    <a:pt x="391079" y="103345"/>
                  </a:lnTo>
                  <a:lnTo>
                    <a:pt x="409947" y="136535"/>
                  </a:lnTo>
                  <a:lnTo>
                    <a:pt x="214769" y="253948"/>
                  </a:lnTo>
                  <a:lnTo>
                    <a:pt x="212900" y="255072"/>
                  </a:lnTo>
                  <a:lnTo>
                    <a:pt x="210917" y="256265"/>
                  </a:lnTo>
                  <a:lnTo>
                    <a:pt x="217515" y="267766"/>
                  </a:lnTo>
                  <a:lnTo>
                    <a:pt x="231071" y="291395"/>
                  </a:lnTo>
                  <a:lnTo>
                    <a:pt x="242622" y="311324"/>
                  </a:lnTo>
                  <a:lnTo>
                    <a:pt x="254200" y="3313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g29"/>
            <p:cNvSpPr/>
            <p:nvPr/>
          </p:nvSpPr>
          <p:spPr>
            <a:xfrm>
              <a:off x="8698251" y="4032387"/>
              <a:ext cx="490080" cy="332224"/>
            </a:xfrm>
            <a:custGeom>
              <a:avLst/>
              <a:pathLst>
                <a:path w="490080" h="332224">
                  <a:moveTo>
                    <a:pt x="186463" y="88779"/>
                  </a:moveTo>
                  <a:lnTo>
                    <a:pt x="210880" y="129940"/>
                  </a:lnTo>
                  <a:lnTo>
                    <a:pt x="212048" y="129252"/>
                  </a:lnTo>
                  <a:lnTo>
                    <a:pt x="235983" y="115163"/>
                  </a:lnTo>
                  <a:lnTo>
                    <a:pt x="275973" y="91622"/>
                  </a:lnTo>
                  <a:lnTo>
                    <a:pt x="277001" y="91017"/>
                  </a:lnTo>
                  <a:lnTo>
                    <a:pt x="296668" y="79440"/>
                  </a:lnTo>
                  <a:lnTo>
                    <a:pt x="316332" y="67864"/>
                  </a:lnTo>
                  <a:lnTo>
                    <a:pt x="336520" y="55981"/>
                  </a:lnTo>
                  <a:lnTo>
                    <a:pt x="337374" y="55478"/>
                  </a:lnTo>
                  <a:lnTo>
                    <a:pt x="376620" y="32375"/>
                  </a:lnTo>
                  <a:lnTo>
                    <a:pt x="406955" y="14518"/>
                  </a:lnTo>
                  <a:lnTo>
                    <a:pt x="407537" y="15505"/>
                  </a:lnTo>
                  <a:lnTo>
                    <a:pt x="449062" y="85851"/>
                  </a:lnTo>
                  <a:lnTo>
                    <a:pt x="458400" y="79944"/>
                  </a:lnTo>
                  <a:lnTo>
                    <a:pt x="477467" y="112727"/>
                  </a:lnTo>
                  <a:lnTo>
                    <a:pt x="490080" y="134413"/>
                  </a:lnTo>
                  <a:lnTo>
                    <a:pt x="483459" y="138336"/>
                  </a:lnTo>
                  <a:lnTo>
                    <a:pt x="474065" y="143111"/>
                  </a:lnTo>
                  <a:lnTo>
                    <a:pt x="450084" y="157874"/>
                  </a:lnTo>
                  <a:lnTo>
                    <a:pt x="410051" y="181309"/>
                  </a:lnTo>
                  <a:lnTo>
                    <a:pt x="409418" y="181680"/>
                  </a:lnTo>
                  <a:lnTo>
                    <a:pt x="389054" y="193601"/>
                  </a:lnTo>
                  <a:lnTo>
                    <a:pt x="369823" y="204859"/>
                  </a:lnTo>
                  <a:lnTo>
                    <a:pt x="349384" y="216824"/>
                  </a:lnTo>
                  <a:lnTo>
                    <a:pt x="348905" y="217105"/>
                  </a:lnTo>
                  <a:lnTo>
                    <a:pt x="309245" y="240321"/>
                  </a:lnTo>
                  <a:lnTo>
                    <a:pt x="287453" y="253079"/>
                  </a:lnTo>
                  <a:lnTo>
                    <a:pt x="286464" y="253658"/>
                  </a:lnTo>
                  <a:lnTo>
                    <a:pt x="283499" y="255394"/>
                  </a:lnTo>
                  <a:lnTo>
                    <a:pt x="279245" y="257884"/>
                  </a:lnTo>
                  <a:lnTo>
                    <a:pt x="277520" y="258894"/>
                  </a:lnTo>
                  <a:lnTo>
                    <a:pt x="256992" y="270911"/>
                  </a:lnTo>
                  <a:lnTo>
                    <a:pt x="237455" y="282348"/>
                  </a:lnTo>
                  <a:lnTo>
                    <a:pt x="216885" y="294390"/>
                  </a:lnTo>
                  <a:lnTo>
                    <a:pt x="178077" y="317108"/>
                  </a:lnTo>
                  <a:lnTo>
                    <a:pt x="176694" y="317918"/>
                  </a:lnTo>
                  <a:lnTo>
                    <a:pt x="152257" y="332224"/>
                  </a:lnTo>
                  <a:lnTo>
                    <a:pt x="149699" y="327789"/>
                  </a:lnTo>
                  <a:lnTo>
                    <a:pt x="128480" y="290991"/>
                  </a:lnTo>
                  <a:lnTo>
                    <a:pt x="116424" y="270083"/>
                  </a:lnTo>
                  <a:lnTo>
                    <a:pt x="104528" y="249949"/>
                  </a:lnTo>
                  <a:lnTo>
                    <a:pt x="94654" y="233239"/>
                  </a:lnTo>
                  <a:lnTo>
                    <a:pt x="79849" y="208184"/>
                  </a:lnTo>
                  <a:lnTo>
                    <a:pt x="77588" y="204359"/>
                  </a:lnTo>
                  <a:lnTo>
                    <a:pt x="65272" y="183515"/>
                  </a:lnTo>
                  <a:lnTo>
                    <a:pt x="54975" y="166089"/>
                  </a:lnTo>
                  <a:lnTo>
                    <a:pt x="52634" y="162126"/>
                  </a:lnTo>
                  <a:lnTo>
                    <a:pt x="50651" y="158770"/>
                  </a:lnTo>
                  <a:lnTo>
                    <a:pt x="42477" y="144938"/>
                  </a:lnTo>
                  <a:lnTo>
                    <a:pt x="30868" y="124382"/>
                  </a:lnTo>
                  <a:lnTo>
                    <a:pt x="28561" y="120297"/>
                  </a:lnTo>
                  <a:lnTo>
                    <a:pt x="0" y="76035"/>
                  </a:lnTo>
                  <a:lnTo>
                    <a:pt x="1119" y="75400"/>
                  </a:lnTo>
                  <a:lnTo>
                    <a:pt x="2687" y="74512"/>
                  </a:lnTo>
                  <a:lnTo>
                    <a:pt x="17315" y="66222"/>
                  </a:lnTo>
                  <a:lnTo>
                    <a:pt x="25380" y="61651"/>
                  </a:lnTo>
                  <a:lnTo>
                    <a:pt x="25905" y="61350"/>
                  </a:lnTo>
                  <a:lnTo>
                    <a:pt x="28452" y="59893"/>
                  </a:lnTo>
                  <a:lnTo>
                    <a:pt x="47695" y="48882"/>
                  </a:lnTo>
                  <a:lnTo>
                    <a:pt x="66557" y="38089"/>
                  </a:lnTo>
                  <a:lnTo>
                    <a:pt x="68017" y="37253"/>
                  </a:lnTo>
                  <a:lnTo>
                    <a:pt x="87585" y="26056"/>
                  </a:lnTo>
                  <a:lnTo>
                    <a:pt x="108419" y="14135"/>
                  </a:lnTo>
                  <a:lnTo>
                    <a:pt x="114869" y="10444"/>
                  </a:lnTo>
                  <a:lnTo>
                    <a:pt x="124797" y="4966"/>
                  </a:lnTo>
                  <a:lnTo>
                    <a:pt x="133798" y="0"/>
                  </a:lnTo>
                  <a:lnTo>
                    <a:pt x="135862" y="3479"/>
                  </a:lnTo>
                  <a:lnTo>
                    <a:pt x="162052" y="47627"/>
                  </a:lnTo>
                  <a:lnTo>
                    <a:pt x="173971" y="6772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g30"/>
            <p:cNvSpPr/>
            <p:nvPr/>
          </p:nvSpPr>
          <p:spPr>
            <a:xfrm>
              <a:off x="8684433" y="4575910"/>
              <a:ext cx="425004" cy="317148"/>
            </a:xfrm>
            <a:custGeom>
              <a:avLst/>
              <a:pathLst>
                <a:path w="425004" h="317148">
                  <a:moveTo>
                    <a:pt x="368161" y="270566"/>
                  </a:moveTo>
                  <a:lnTo>
                    <a:pt x="368256" y="269359"/>
                  </a:lnTo>
                  <a:lnTo>
                    <a:pt x="368374" y="267866"/>
                  </a:lnTo>
                  <a:lnTo>
                    <a:pt x="362169" y="258540"/>
                  </a:lnTo>
                  <a:lnTo>
                    <a:pt x="352708" y="244321"/>
                  </a:lnTo>
                  <a:lnTo>
                    <a:pt x="346298" y="235395"/>
                  </a:lnTo>
                  <a:lnTo>
                    <a:pt x="337869" y="231751"/>
                  </a:lnTo>
                  <a:lnTo>
                    <a:pt x="337687" y="231672"/>
                  </a:lnTo>
                  <a:lnTo>
                    <a:pt x="337359" y="232400"/>
                  </a:lnTo>
                  <a:lnTo>
                    <a:pt x="316466" y="221269"/>
                  </a:lnTo>
                  <a:lnTo>
                    <a:pt x="309041" y="217439"/>
                  </a:lnTo>
                  <a:lnTo>
                    <a:pt x="280073" y="204028"/>
                  </a:lnTo>
                  <a:lnTo>
                    <a:pt x="248057" y="189206"/>
                  </a:lnTo>
                  <a:lnTo>
                    <a:pt x="221627" y="176375"/>
                  </a:lnTo>
                  <a:lnTo>
                    <a:pt x="210634" y="171038"/>
                  </a:lnTo>
                  <a:lnTo>
                    <a:pt x="202172" y="166732"/>
                  </a:lnTo>
                  <a:lnTo>
                    <a:pt x="184572" y="158461"/>
                  </a:lnTo>
                  <a:lnTo>
                    <a:pt x="176769" y="154794"/>
                  </a:lnTo>
                  <a:lnTo>
                    <a:pt x="172048" y="152575"/>
                  </a:lnTo>
                  <a:lnTo>
                    <a:pt x="163437" y="148529"/>
                  </a:lnTo>
                  <a:lnTo>
                    <a:pt x="150996" y="142682"/>
                  </a:lnTo>
                  <a:lnTo>
                    <a:pt x="143492" y="139156"/>
                  </a:lnTo>
                  <a:lnTo>
                    <a:pt x="138905" y="137000"/>
                  </a:lnTo>
                  <a:lnTo>
                    <a:pt x="137276" y="136234"/>
                  </a:lnTo>
                  <a:lnTo>
                    <a:pt x="133036" y="134242"/>
                  </a:lnTo>
                  <a:lnTo>
                    <a:pt x="124796" y="130369"/>
                  </a:lnTo>
                  <a:lnTo>
                    <a:pt x="118418" y="127152"/>
                  </a:lnTo>
                  <a:lnTo>
                    <a:pt x="111948" y="123887"/>
                  </a:lnTo>
                  <a:lnTo>
                    <a:pt x="101652" y="118692"/>
                  </a:lnTo>
                  <a:lnTo>
                    <a:pt x="97341" y="116517"/>
                  </a:lnTo>
                  <a:lnTo>
                    <a:pt x="83242" y="109404"/>
                  </a:lnTo>
                  <a:lnTo>
                    <a:pt x="81430" y="108490"/>
                  </a:lnTo>
                  <a:lnTo>
                    <a:pt x="63723" y="99556"/>
                  </a:lnTo>
                  <a:lnTo>
                    <a:pt x="43335" y="90317"/>
                  </a:lnTo>
                  <a:lnTo>
                    <a:pt x="19982" y="79736"/>
                  </a:lnTo>
                  <a:lnTo>
                    <a:pt x="16716" y="78381"/>
                  </a:lnTo>
                  <a:lnTo>
                    <a:pt x="16140" y="78142"/>
                  </a:lnTo>
                  <a:lnTo>
                    <a:pt x="10384" y="68768"/>
                  </a:lnTo>
                  <a:lnTo>
                    <a:pt x="0" y="51858"/>
                  </a:lnTo>
                  <a:lnTo>
                    <a:pt x="274" y="51689"/>
                  </a:lnTo>
                  <a:lnTo>
                    <a:pt x="14301" y="43072"/>
                  </a:lnTo>
                  <a:lnTo>
                    <a:pt x="16929" y="41457"/>
                  </a:lnTo>
                  <a:lnTo>
                    <a:pt x="27378" y="35038"/>
                  </a:lnTo>
                  <a:lnTo>
                    <a:pt x="39947" y="27316"/>
                  </a:lnTo>
                  <a:lnTo>
                    <a:pt x="41551" y="26370"/>
                  </a:lnTo>
                  <a:lnTo>
                    <a:pt x="55195" y="18328"/>
                  </a:lnTo>
                  <a:lnTo>
                    <a:pt x="86292" y="0"/>
                  </a:lnTo>
                  <a:lnTo>
                    <a:pt x="87007" y="1176"/>
                  </a:lnTo>
                  <a:lnTo>
                    <a:pt x="96115" y="16169"/>
                  </a:lnTo>
                  <a:lnTo>
                    <a:pt x="95895" y="16289"/>
                  </a:lnTo>
                  <a:lnTo>
                    <a:pt x="100866" y="23018"/>
                  </a:lnTo>
                  <a:lnTo>
                    <a:pt x="107058" y="31401"/>
                  </a:lnTo>
                  <a:lnTo>
                    <a:pt x="106776" y="31567"/>
                  </a:lnTo>
                  <a:lnTo>
                    <a:pt x="106173" y="31925"/>
                  </a:lnTo>
                  <a:lnTo>
                    <a:pt x="96025" y="37934"/>
                  </a:lnTo>
                  <a:lnTo>
                    <a:pt x="106004" y="54612"/>
                  </a:lnTo>
                  <a:lnTo>
                    <a:pt x="128860" y="42667"/>
                  </a:lnTo>
                  <a:lnTo>
                    <a:pt x="137425" y="57162"/>
                  </a:lnTo>
                  <a:lnTo>
                    <a:pt x="140440" y="62265"/>
                  </a:lnTo>
                  <a:lnTo>
                    <a:pt x="146237" y="72076"/>
                  </a:lnTo>
                  <a:lnTo>
                    <a:pt x="147069" y="73312"/>
                  </a:lnTo>
                  <a:lnTo>
                    <a:pt x="148747" y="75804"/>
                  </a:lnTo>
                  <a:lnTo>
                    <a:pt x="150814" y="79323"/>
                  </a:lnTo>
                  <a:lnTo>
                    <a:pt x="154711" y="85958"/>
                  </a:lnTo>
                  <a:lnTo>
                    <a:pt x="160391" y="96034"/>
                  </a:lnTo>
                  <a:lnTo>
                    <a:pt x="160713" y="96607"/>
                  </a:lnTo>
                  <a:lnTo>
                    <a:pt x="161806" y="98544"/>
                  </a:lnTo>
                  <a:lnTo>
                    <a:pt x="163586" y="101554"/>
                  </a:lnTo>
                  <a:lnTo>
                    <a:pt x="165937" y="105530"/>
                  </a:lnTo>
                  <a:lnTo>
                    <a:pt x="168185" y="109331"/>
                  </a:lnTo>
                  <a:lnTo>
                    <a:pt x="184353" y="99940"/>
                  </a:lnTo>
                  <a:lnTo>
                    <a:pt x="190622" y="96299"/>
                  </a:lnTo>
                  <a:lnTo>
                    <a:pt x="212698" y="133129"/>
                  </a:lnTo>
                  <a:lnTo>
                    <a:pt x="215204" y="131649"/>
                  </a:lnTo>
                  <a:lnTo>
                    <a:pt x="217055" y="131811"/>
                  </a:lnTo>
                  <a:lnTo>
                    <a:pt x="218578" y="132495"/>
                  </a:lnTo>
                  <a:lnTo>
                    <a:pt x="219178" y="132765"/>
                  </a:lnTo>
                  <a:lnTo>
                    <a:pt x="223446" y="134681"/>
                  </a:lnTo>
                  <a:lnTo>
                    <a:pt x="229077" y="137209"/>
                  </a:lnTo>
                  <a:lnTo>
                    <a:pt x="228705" y="138014"/>
                  </a:lnTo>
                  <a:lnTo>
                    <a:pt x="231590" y="139504"/>
                  </a:lnTo>
                  <a:lnTo>
                    <a:pt x="238957" y="143308"/>
                  </a:lnTo>
                  <a:lnTo>
                    <a:pt x="247291" y="147613"/>
                  </a:lnTo>
                  <a:lnTo>
                    <a:pt x="248692" y="148337"/>
                  </a:lnTo>
                  <a:lnTo>
                    <a:pt x="250157" y="148758"/>
                  </a:lnTo>
                  <a:lnTo>
                    <a:pt x="259227" y="151363"/>
                  </a:lnTo>
                  <a:lnTo>
                    <a:pt x="259609" y="151482"/>
                  </a:lnTo>
                  <a:lnTo>
                    <a:pt x="264754" y="153086"/>
                  </a:lnTo>
                  <a:lnTo>
                    <a:pt x="267593" y="154266"/>
                  </a:lnTo>
                  <a:lnTo>
                    <a:pt x="269631" y="155113"/>
                  </a:lnTo>
                  <a:lnTo>
                    <a:pt x="271237" y="151605"/>
                  </a:lnTo>
                  <a:lnTo>
                    <a:pt x="272353" y="149397"/>
                  </a:lnTo>
                  <a:lnTo>
                    <a:pt x="273832" y="150013"/>
                  </a:lnTo>
                  <a:lnTo>
                    <a:pt x="281962" y="153397"/>
                  </a:lnTo>
                  <a:lnTo>
                    <a:pt x="282139" y="153471"/>
                  </a:lnTo>
                  <a:lnTo>
                    <a:pt x="292075" y="157608"/>
                  </a:lnTo>
                  <a:lnTo>
                    <a:pt x="291339" y="159379"/>
                  </a:lnTo>
                  <a:lnTo>
                    <a:pt x="298524" y="162862"/>
                  </a:lnTo>
                  <a:lnTo>
                    <a:pt x="298795" y="162993"/>
                  </a:lnTo>
                  <a:lnTo>
                    <a:pt x="309671" y="168266"/>
                  </a:lnTo>
                  <a:lnTo>
                    <a:pt x="310025" y="168437"/>
                  </a:lnTo>
                  <a:lnTo>
                    <a:pt x="320242" y="173391"/>
                  </a:lnTo>
                  <a:lnTo>
                    <a:pt x="318171" y="177863"/>
                  </a:lnTo>
                  <a:lnTo>
                    <a:pt x="329110" y="182718"/>
                  </a:lnTo>
                  <a:lnTo>
                    <a:pt x="328314" y="184278"/>
                  </a:lnTo>
                  <a:lnTo>
                    <a:pt x="325242" y="190299"/>
                  </a:lnTo>
                  <a:lnTo>
                    <a:pt x="327093" y="191234"/>
                  </a:lnTo>
                  <a:lnTo>
                    <a:pt x="335799" y="195628"/>
                  </a:lnTo>
                  <a:lnTo>
                    <a:pt x="335032" y="197006"/>
                  </a:lnTo>
                  <a:lnTo>
                    <a:pt x="345779" y="202067"/>
                  </a:lnTo>
                  <a:lnTo>
                    <a:pt x="346917" y="202603"/>
                  </a:lnTo>
                  <a:lnTo>
                    <a:pt x="349713" y="203920"/>
                  </a:lnTo>
                  <a:lnTo>
                    <a:pt x="354969" y="206395"/>
                  </a:lnTo>
                  <a:lnTo>
                    <a:pt x="358872" y="208234"/>
                  </a:lnTo>
                  <a:lnTo>
                    <a:pt x="369053" y="214086"/>
                  </a:lnTo>
                  <a:lnTo>
                    <a:pt x="376963" y="226714"/>
                  </a:lnTo>
                  <a:lnTo>
                    <a:pt x="380495" y="231941"/>
                  </a:lnTo>
                  <a:lnTo>
                    <a:pt x="413244" y="211734"/>
                  </a:lnTo>
                  <a:lnTo>
                    <a:pt x="425004" y="231054"/>
                  </a:lnTo>
                  <a:lnTo>
                    <a:pt x="381465" y="259110"/>
                  </a:lnTo>
                  <a:lnTo>
                    <a:pt x="379137" y="260609"/>
                  </a:lnTo>
                  <a:lnTo>
                    <a:pt x="391740" y="280384"/>
                  </a:lnTo>
                  <a:lnTo>
                    <a:pt x="403931" y="300324"/>
                  </a:lnTo>
                  <a:lnTo>
                    <a:pt x="407845" y="306725"/>
                  </a:lnTo>
                  <a:lnTo>
                    <a:pt x="411593" y="312855"/>
                  </a:lnTo>
                  <a:lnTo>
                    <a:pt x="406741" y="315760"/>
                  </a:lnTo>
                  <a:lnTo>
                    <a:pt x="404423" y="317148"/>
                  </a:lnTo>
                  <a:lnTo>
                    <a:pt x="397613" y="310572"/>
                  </a:lnTo>
                  <a:lnTo>
                    <a:pt x="396730" y="309395"/>
                  </a:lnTo>
                  <a:lnTo>
                    <a:pt x="395276" y="307456"/>
                  </a:lnTo>
                  <a:lnTo>
                    <a:pt x="386850" y="296222"/>
                  </a:lnTo>
                  <a:lnTo>
                    <a:pt x="384281" y="292797"/>
                  </a:lnTo>
                  <a:lnTo>
                    <a:pt x="382907" y="290903"/>
                  </a:lnTo>
                  <a:lnTo>
                    <a:pt x="376013" y="281395"/>
                  </a:lnTo>
                  <a:lnTo>
                    <a:pt x="374466" y="279261"/>
                  </a:lnTo>
                  <a:lnTo>
                    <a:pt x="373830" y="278384"/>
                  </a:lnTo>
                  <a:lnTo>
                    <a:pt x="372729" y="276866"/>
                  </a:lnTo>
                  <a:lnTo>
                    <a:pt x="372365" y="276364"/>
                  </a:lnTo>
                  <a:lnTo>
                    <a:pt x="369701" y="27268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g31"/>
            <p:cNvSpPr/>
            <p:nvPr/>
          </p:nvSpPr>
          <p:spPr>
            <a:xfrm>
              <a:off x="9294346" y="3821228"/>
              <a:ext cx="409688" cy="418373"/>
            </a:xfrm>
            <a:custGeom>
              <a:avLst/>
              <a:pathLst>
                <a:path w="409688" h="418373">
                  <a:moveTo>
                    <a:pt x="254840" y="102344"/>
                  </a:moveTo>
                  <a:lnTo>
                    <a:pt x="267001" y="123059"/>
                  </a:lnTo>
                  <a:lnTo>
                    <a:pt x="299582" y="103800"/>
                  </a:lnTo>
                  <a:lnTo>
                    <a:pt x="307655" y="99028"/>
                  </a:lnTo>
                  <a:lnTo>
                    <a:pt x="330247" y="85674"/>
                  </a:lnTo>
                  <a:lnTo>
                    <a:pt x="338219" y="99297"/>
                  </a:lnTo>
                  <a:lnTo>
                    <a:pt x="343111" y="107656"/>
                  </a:lnTo>
                  <a:lnTo>
                    <a:pt x="343707" y="108675"/>
                  </a:lnTo>
                  <a:lnTo>
                    <a:pt x="344080" y="109312"/>
                  </a:lnTo>
                  <a:lnTo>
                    <a:pt x="358204" y="133448"/>
                  </a:lnTo>
                  <a:lnTo>
                    <a:pt x="368105" y="150367"/>
                  </a:lnTo>
                  <a:lnTo>
                    <a:pt x="376485" y="164749"/>
                  </a:lnTo>
                  <a:lnTo>
                    <a:pt x="381103" y="172676"/>
                  </a:lnTo>
                  <a:lnTo>
                    <a:pt x="390385" y="188606"/>
                  </a:lnTo>
                  <a:lnTo>
                    <a:pt x="396259" y="198687"/>
                  </a:lnTo>
                  <a:lnTo>
                    <a:pt x="405157" y="213959"/>
                  </a:lnTo>
                  <a:lnTo>
                    <a:pt x="409688" y="222909"/>
                  </a:lnTo>
                  <a:lnTo>
                    <a:pt x="285766" y="296474"/>
                  </a:lnTo>
                  <a:lnTo>
                    <a:pt x="162913" y="369405"/>
                  </a:lnTo>
                  <a:lnTo>
                    <a:pt x="135683" y="385542"/>
                  </a:lnTo>
                  <a:lnTo>
                    <a:pt x="80096" y="418373"/>
                  </a:lnTo>
                  <a:lnTo>
                    <a:pt x="75009" y="409769"/>
                  </a:lnTo>
                  <a:lnTo>
                    <a:pt x="71211" y="403345"/>
                  </a:lnTo>
                  <a:lnTo>
                    <a:pt x="60529" y="385278"/>
                  </a:lnTo>
                  <a:lnTo>
                    <a:pt x="48867" y="365553"/>
                  </a:lnTo>
                  <a:lnTo>
                    <a:pt x="37233" y="345877"/>
                  </a:lnTo>
                  <a:lnTo>
                    <a:pt x="36981" y="345446"/>
                  </a:lnTo>
                  <a:lnTo>
                    <a:pt x="24788" y="324624"/>
                  </a:lnTo>
                  <a:lnTo>
                    <a:pt x="13359" y="305107"/>
                  </a:lnTo>
                  <a:lnTo>
                    <a:pt x="510" y="283164"/>
                  </a:lnTo>
                  <a:lnTo>
                    <a:pt x="0" y="282292"/>
                  </a:lnTo>
                  <a:lnTo>
                    <a:pt x="20661" y="269722"/>
                  </a:lnTo>
                  <a:lnTo>
                    <a:pt x="39734" y="258118"/>
                  </a:lnTo>
                  <a:lnTo>
                    <a:pt x="50053" y="251840"/>
                  </a:lnTo>
                  <a:lnTo>
                    <a:pt x="81438" y="232746"/>
                  </a:lnTo>
                  <a:lnTo>
                    <a:pt x="72297" y="217584"/>
                  </a:lnTo>
                  <a:lnTo>
                    <a:pt x="68429" y="210932"/>
                  </a:lnTo>
                  <a:lnTo>
                    <a:pt x="48464" y="176596"/>
                  </a:lnTo>
                  <a:lnTo>
                    <a:pt x="46059" y="172524"/>
                  </a:lnTo>
                  <a:lnTo>
                    <a:pt x="45205" y="171079"/>
                  </a:lnTo>
                  <a:lnTo>
                    <a:pt x="43467" y="168137"/>
                  </a:lnTo>
                  <a:lnTo>
                    <a:pt x="29369" y="144267"/>
                  </a:lnTo>
                  <a:lnTo>
                    <a:pt x="24123" y="135385"/>
                  </a:lnTo>
                  <a:lnTo>
                    <a:pt x="21857" y="131448"/>
                  </a:lnTo>
                  <a:lnTo>
                    <a:pt x="15609" y="120597"/>
                  </a:lnTo>
                  <a:lnTo>
                    <a:pt x="12966" y="116007"/>
                  </a:lnTo>
                  <a:lnTo>
                    <a:pt x="9250" y="109552"/>
                  </a:lnTo>
                  <a:lnTo>
                    <a:pt x="15198" y="106088"/>
                  </a:lnTo>
                  <a:lnTo>
                    <a:pt x="51019" y="85227"/>
                  </a:lnTo>
                  <a:lnTo>
                    <a:pt x="51367" y="85024"/>
                  </a:lnTo>
                  <a:lnTo>
                    <a:pt x="71190" y="73480"/>
                  </a:lnTo>
                  <a:lnTo>
                    <a:pt x="71647" y="73214"/>
                  </a:lnTo>
                  <a:lnTo>
                    <a:pt x="91330" y="61633"/>
                  </a:lnTo>
                  <a:lnTo>
                    <a:pt x="92497" y="60947"/>
                  </a:lnTo>
                  <a:lnTo>
                    <a:pt x="132762" y="36169"/>
                  </a:lnTo>
                  <a:lnTo>
                    <a:pt x="134430" y="35143"/>
                  </a:lnTo>
                  <a:lnTo>
                    <a:pt x="154604" y="23393"/>
                  </a:lnTo>
                  <a:lnTo>
                    <a:pt x="175284" y="11348"/>
                  </a:lnTo>
                  <a:lnTo>
                    <a:pt x="194877" y="0"/>
                  </a:lnTo>
                  <a:lnTo>
                    <a:pt x="207367" y="21345"/>
                  </a:lnTo>
                  <a:lnTo>
                    <a:pt x="207828" y="22133"/>
                  </a:lnTo>
                  <a:lnTo>
                    <a:pt x="208581" y="23419"/>
                  </a:lnTo>
                  <a:lnTo>
                    <a:pt x="218633" y="40598"/>
                  </a:lnTo>
                  <a:lnTo>
                    <a:pt x="230946" y="61642"/>
                  </a:lnTo>
                  <a:lnTo>
                    <a:pt x="242734" y="81722"/>
                  </a:lnTo>
                  <a:lnTo>
                    <a:pt x="253347" y="9980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g32"/>
            <p:cNvSpPr/>
            <p:nvPr/>
          </p:nvSpPr>
          <p:spPr>
            <a:xfrm>
              <a:off x="9457259" y="4018260"/>
              <a:ext cx="368638" cy="433636"/>
            </a:xfrm>
            <a:custGeom>
              <a:avLst/>
              <a:pathLst>
                <a:path w="368638" h="433636">
                  <a:moveTo>
                    <a:pt x="194647" y="409881"/>
                  </a:moveTo>
                  <a:lnTo>
                    <a:pt x="153859" y="433636"/>
                  </a:lnTo>
                  <a:lnTo>
                    <a:pt x="153692" y="433349"/>
                  </a:lnTo>
                  <a:lnTo>
                    <a:pt x="141321" y="412064"/>
                  </a:lnTo>
                  <a:lnTo>
                    <a:pt x="118121" y="372149"/>
                  </a:lnTo>
                  <a:lnTo>
                    <a:pt x="117206" y="370575"/>
                  </a:lnTo>
                  <a:lnTo>
                    <a:pt x="94827" y="332073"/>
                  </a:lnTo>
                  <a:lnTo>
                    <a:pt x="94341" y="331249"/>
                  </a:lnTo>
                  <a:lnTo>
                    <a:pt x="94064" y="330779"/>
                  </a:lnTo>
                  <a:lnTo>
                    <a:pt x="81654" y="309755"/>
                  </a:lnTo>
                  <a:lnTo>
                    <a:pt x="81173" y="308940"/>
                  </a:lnTo>
                  <a:lnTo>
                    <a:pt x="68871" y="288097"/>
                  </a:lnTo>
                  <a:lnTo>
                    <a:pt x="68197" y="286955"/>
                  </a:lnTo>
                  <a:lnTo>
                    <a:pt x="45006" y="247663"/>
                  </a:lnTo>
                  <a:lnTo>
                    <a:pt x="44316" y="246494"/>
                  </a:lnTo>
                  <a:lnTo>
                    <a:pt x="21371" y="207619"/>
                  </a:lnTo>
                  <a:lnTo>
                    <a:pt x="20565" y="206324"/>
                  </a:lnTo>
                  <a:lnTo>
                    <a:pt x="9318" y="188235"/>
                  </a:lnTo>
                  <a:lnTo>
                    <a:pt x="6167" y="182546"/>
                  </a:lnTo>
                  <a:lnTo>
                    <a:pt x="0" y="172374"/>
                  </a:lnTo>
                  <a:lnTo>
                    <a:pt x="122853" y="99443"/>
                  </a:lnTo>
                  <a:lnTo>
                    <a:pt x="246775" y="25878"/>
                  </a:lnTo>
                  <a:lnTo>
                    <a:pt x="290343" y="0"/>
                  </a:lnTo>
                  <a:lnTo>
                    <a:pt x="307397" y="32606"/>
                  </a:lnTo>
                  <a:lnTo>
                    <a:pt x="309178" y="35669"/>
                  </a:lnTo>
                  <a:lnTo>
                    <a:pt x="320535" y="55072"/>
                  </a:lnTo>
                  <a:lnTo>
                    <a:pt x="332204" y="74697"/>
                  </a:lnTo>
                  <a:lnTo>
                    <a:pt x="332889" y="75890"/>
                  </a:lnTo>
                  <a:lnTo>
                    <a:pt x="344173" y="95549"/>
                  </a:lnTo>
                  <a:lnTo>
                    <a:pt x="355362" y="115044"/>
                  </a:lnTo>
                  <a:lnTo>
                    <a:pt x="368638" y="138174"/>
                  </a:lnTo>
                  <a:lnTo>
                    <a:pt x="368462" y="138279"/>
                  </a:lnTo>
                  <a:lnTo>
                    <a:pt x="367663" y="138757"/>
                  </a:lnTo>
                  <a:lnTo>
                    <a:pt x="349972" y="149319"/>
                  </a:lnTo>
                  <a:lnTo>
                    <a:pt x="349556" y="149568"/>
                  </a:lnTo>
                  <a:lnTo>
                    <a:pt x="327207" y="162911"/>
                  </a:lnTo>
                  <a:lnTo>
                    <a:pt x="305950" y="175603"/>
                  </a:lnTo>
                  <a:lnTo>
                    <a:pt x="305629" y="175794"/>
                  </a:lnTo>
                  <a:lnTo>
                    <a:pt x="284441" y="188445"/>
                  </a:lnTo>
                  <a:lnTo>
                    <a:pt x="265932" y="199495"/>
                  </a:lnTo>
                  <a:lnTo>
                    <a:pt x="245662" y="211598"/>
                  </a:lnTo>
                  <a:lnTo>
                    <a:pt x="244484" y="212301"/>
                  </a:lnTo>
                  <a:lnTo>
                    <a:pt x="208969" y="233339"/>
                  </a:lnTo>
                  <a:lnTo>
                    <a:pt x="203059" y="236941"/>
                  </a:lnTo>
                  <a:lnTo>
                    <a:pt x="208969" y="246972"/>
                  </a:lnTo>
                  <a:lnTo>
                    <a:pt x="215844" y="258641"/>
                  </a:lnTo>
                  <a:lnTo>
                    <a:pt x="239357" y="298942"/>
                  </a:lnTo>
                  <a:lnTo>
                    <a:pt x="240337" y="300618"/>
                  </a:lnTo>
                  <a:lnTo>
                    <a:pt x="262999" y="339366"/>
                  </a:lnTo>
                  <a:lnTo>
                    <a:pt x="276395" y="362272"/>
                  </a:lnTo>
                  <a:lnTo>
                    <a:pt x="235644" y="386005"/>
                  </a:lnTo>
                  <a:lnTo>
                    <a:pt x="215760" y="39758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g33"/>
            <p:cNvSpPr/>
            <p:nvPr/>
          </p:nvSpPr>
          <p:spPr>
            <a:xfrm>
              <a:off x="9489224" y="3710447"/>
              <a:ext cx="480631" cy="333690"/>
            </a:xfrm>
            <a:custGeom>
              <a:avLst/>
              <a:pathLst>
                <a:path w="480631" h="333690">
                  <a:moveTo>
                    <a:pt x="259254" y="122911"/>
                  </a:moveTo>
                  <a:lnTo>
                    <a:pt x="259412" y="123133"/>
                  </a:lnTo>
                  <a:lnTo>
                    <a:pt x="276682" y="112925"/>
                  </a:lnTo>
                  <a:lnTo>
                    <a:pt x="280153" y="110842"/>
                  </a:lnTo>
                  <a:lnTo>
                    <a:pt x="318657" y="87733"/>
                  </a:lnTo>
                  <a:lnTo>
                    <a:pt x="320542" y="86601"/>
                  </a:lnTo>
                  <a:lnTo>
                    <a:pt x="320845" y="86419"/>
                  </a:lnTo>
                  <a:lnTo>
                    <a:pt x="360898" y="62380"/>
                  </a:lnTo>
                  <a:lnTo>
                    <a:pt x="395339" y="40300"/>
                  </a:lnTo>
                  <a:lnTo>
                    <a:pt x="395756" y="40032"/>
                  </a:lnTo>
                  <a:lnTo>
                    <a:pt x="396737" y="41750"/>
                  </a:lnTo>
                  <a:lnTo>
                    <a:pt x="404529" y="55393"/>
                  </a:lnTo>
                  <a:lnTo>
                    <a:pt x="415447" y="74510"/>
                  </a:lnTo>
                  <a:lnTo>
                    <a:pt x="417346" y="77835"/>
                  </a:lnTo>
                  <a:lnTo>
                    <a:pt x="469495" y="169148"/>
                  </a:lnTo>
                  <a:lnTo>
                    <a:pt x="480631" y="188521"/>
                  </a:lnTo>
                  <a:lnTo>
                    <a:pt x="479618" y="189125"/>
                  </a:lnTo>
                  <a:lnTo>
                    <a:pt x="466946" y="196775"/>
                  </a:lnTo>
                  <a:lnTo>
                    <a:pt x="445388" y="209790"/>
                  </a:lnTo>
                  <a:lnTo>
                    <a:pt x="443014" y="211223"/>
                  </a:lnTo>
                  <a:lnTo>
                    <a:pt x="442312" y="211647"/>
                  </a:lnTo>
                  <a:lnTo>
                    <a:pt x="441191" y="212315"/>
                  </a:lnTo>
                  <a:lnTo>
                    <a:pt x="425494" y="221667"/>
                  </a:lnTo>
                  <a:lnTo>
                    <a:pt x="423502" y="222854"/>
                  </a:lnTo>
                  <a:lnTo>
                    <a:pt x="418213" y="226006"/>
                  </a:lnTo>
                  <a:lnTo>
                    <a:pt x="417100" y="226669"/>
                  </a:lnTo>
                  <a:lnTo>
                    <a:pt x="383378" y="246761"/>
                  </a:lnTo>
                  <a:lnTo>
                    <a:pt x="379397" y="239925"/>
                  </a:lnTo>
                  <a:lnTo>
                    <a:pt x="375340" y="232958"/>
                  </a:lnTo>
                  <a:lnTo>
                    <a:pt x="372513" y="228102"/>
                  </a:lnTo>
                  <a:lnTo>
                    <a:pt x="357188" y="237393"/>
                  </a:lnTo>
                  <a:lnTo>
                    <a:pt x="355845" y="238207"/>
                  </a:lnTo>
                  <a:lnTo>
                    <a:pt x="355148" y="238629"/>
                  </a:lnTo>
                  <a:lnTo>
                    <a:pt x="332401" y="252670"/>
                  </a:lnTo>
                  <a:lnTo>
                    <a:pt x="337219" y="260983"/>
                  </a:lnTo>
                  <a:lnTo>
                    <a:pt x="258378" y="307812"/>
                  </a:lnTo>
                  <a:lnTo>
                    <a:pt x="214811" y="333690"/>
                  </a:lnTo>
                  <a:lnTo>
                    <a:pt x="210279" y="324740"/>
                  </a:lnTo>
                  <a:lnTo>
                    <a:pt x="201381" y="309469"/>
                  </a:lnTo>
                  <a:lnTo>
                    <a:pt x="195507" y="299387"/>
                  </a:lnTo>
                  <a:lnTo>
                    <a:pt x="186226" y="283457"/>
                  </a:lnTo>
                  <a:lnTo>
                    <a:pt x="181607" y="275531"/>
                  </a:lnTo>
                  <a:lnTo>
                    <a:pt x="173184" y="261074"/>
                  </a:lnTo>
                  <a:lnTo>
                    <a:pt x="163327" y="244230"/>
                  </a:lnTo>
                  <a:lnTo>
                    <a:pt x="149202" y="220093"/>
                  </a:lnTo>
                  <a:lnTo>
                    <a:pt x="148829" y="219456"/>
                  </a:lnTo>
                  <a:lnTo>
                    <a:pt x="148233" y="218437"/>
                  </a:lnTo>
                  <a:lnTo>
                    <a:pt x="143341" y="210078"/>
                  </a:lnTo>
                  <a:lnTo>
                    <a:pt x="135369" y="196455"/>
                  </a:lnTo>
                  <a:lnTo>
                    <a:pt x="112778" y="209809"/>
                  </a:lnTo>
                  <a:lnTo>
                    <a:pt x="104702" y="214583"/>
                  </a:lnTo>
                  <a:lnTo>
                    <a:pt x="72123" y="233840"/>
                  </a:lnTo>
                  <a:lnTo>
                    <a:pt x="59963" y="213125"/>
                  </a:lnTo>
                  <a:lnTo>
                    <a:pt x="58469" y="210581"/>
                  </a:lnTo>
                  <a:lnTo>
                    <a:pt x="47857" y="192503"/>
                  </a:lnTo>
                  <a:lnTo>
                    <a:pt x="36069" y="172423"/>
                  </a:lnTo>
                  <a:lnTo>
                    <a:pt x="23755" y="151380"/>
                  </a:lnTo>
                  <a:lnTo>
                    <a:pt x="13703" y="134200"/>
                  </a:lnTo>
                  <a:lnTo>
                    <a:pt x="12950" y="132914"/>
                  </a:lnTo>
                  <a:lnTo>
                    <a:pt x="12489" y="132126"/>
                  </a:lnTo>
                  <a:lnTo>
                    <a:pt x="0" y="110781"/>
                  </a:lnTo>
                  <a:lnTo>
                    <a:pt x="2150" y="109535"/>
                  </a:lnTo>
                  <a:lnTo>
                    <a:pt x="21500" y="97580"/>
                  </a:lnTo>
                  <a:lnTo>
                    <a:pt x="21778" y="97417"/>
                  </a:lnTo>
                  <a:lnTo>
                    <a:pt x="40024" y="86689"/>
                  </a:lnTo>
                  <a:lnTo>
                    <a:pt x="62618" y="73405"/>
                  </a:lnTo>
                  <a:lnTo>
                    <a:pt x="63965" y="72613"/>
                  </a:lnTo>
                  <a:lnTo>
                    <a:pt x="83556" y="61005"/>
                  </a:lnTo>
                  <a:lnTo>
                    <a:pt x="105338" y="48098"/>
                  </a:lnTo>
                  <a:lnTo>
                    <a:pt x="124078" y="36994"/>
                  </a:lnTo>
                  <a:lnTo>
                    <a:pt x="125659" y="36057"/>
                  </a:lnTo>
                  <a:lnTo>
                    <a:pt x="145501" y="24545"/>
                  </a:lnTo>
                  <a:lnTo>
                    <a:pt x="173795" y="7732"/>
                  </a:lnTo>
                  <a:lnTo>
                    <a:pt x="185185" y="965"/>
                  </a:lnTo>
                  <a:lnTo>
                    <a:pt x="186809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g34"/>
            <p:cNvSpPr/>
            <p:nvPr/>
          </p:nvSpPr>
          <p:spPr>
            <a:xfrm>
              <a:off x="9904671" y="3656801"/>
              <a:ext cx="363076" cy="412549"/>
            </a:xfrm>
            <a:custGeom>
              <a:avLst/>
              <a:pathLst>
                <a:path w="363076" h="412549">
                  <a:moveTo>
                    <a:pt x="291872" y="50374"/>
                  </a:moveTo>
                  <a:lnTo>
                    <a:pt x="299244" y="65580"/>
                  </a:lnTo>
                  <a:lnTo>
                    <a:pt x="306324" y="81414"/>
                  </a:lnTo>
                  <a:lnTo>
                    <a:pt x="311346" y="99499"/>
                  </a:lnTo>
                  <a:lnTo>
                    <a:pt x="312795" y="107208"/>
                  </a:lnTo>
                  <a:lnTo>
                    <a:pt x="313470" y="123944"/>
                  </a:lnTo>
                  <a:lnTo>
                    <a:pt x="319092" y="166553"/>
                  </a:lnTo>
                  <a:lnTo>
                    <a:pt x="332859" y="215417"/>
                  </a:lnTo>
                  <a:lnTo>
                    <a:pt x="336936" y="229890"/>
                  </a:lnTo>
                  <a:lnTo>
                    <a:pt x="342314" y="249425"/>
                  </a:lnTo>
                  <a:lnTo>
                    <a:pt x="346301" y="263905"/>
                  </a:lnTo>
                  <a:lnTo>
                    <a:pt x="352372" y="285956"/>
                  </a:lnTo>
                  <a:lnTo>
                    <a:pt x="357314" y="303905"/>
                  </a:lnTo>
                  <a:lnTo>
                    <a:pt x="363076" y="324407"/>
                  </a:lnTo>
                  <a:lnTo>
                    <a:pt x="335264" y="331990"/>
                  </a:lnTo>
                  <a:lnTo>
                    <a:pt x="334221" y="332274"/>
                  </a:lnTo>
                  <a:lnTo>
                    <a:pt x="316138" y="337371"/>
                  </a:lnTo>
                  <a:lnTo>
                    <a:pt x="314797" y="337749"/>
                  </a:lnTo>
                  <a:lnTo>
                    <a:pt x="273451" y="349484"/>
                  </a:lnTo>
                  <a:lnTo>
                    <a:pt x="272903" y="349640"/>
                  </a:lnTo>
                  <a:lnTo>
                    <a:pt x="264626" y="352478"/>
                  </a:lnTo>
                  <a:lnTo>
                    <a:pt x="256802" y="355937"/>
                  </a:lnTo>
                  <a:lnTo>
                    <a:pt x="248949" y="359955"/>
                  </a:lnTo>
                  <a:lnTo>
                    <a:pt x="248592" y="360137"/>
                  </a:lnTo>
                  <a:lnTo>
                    <a:pt x="230781" y="370553"/>
                  </a:lnTo>
                  <a:lnTo>
                    <a:pt x="212614" y="381177"/>
                  </a:lnTo>
                  <a:lnTo>
                    <a:pt x="212454" y="381270"/>
                  </a:lnTo>
                  <a:lnTo>
                    <a:pt x="212299" y="381361"/>
                  </a:lnTo>
                  <a:lnTo>
                    <a:pt x="196018" y="391341"/>
                  </a:lnTo>
                  <a:lnTo>
                    <a:pt x="195688" y="391543"/>
                  </a:lnTo>
                  <a:lnTo>
                    <a:pt x="180800" y="400532"/>
                  </a:lnTo>
                  <a:lnTo>
                    <a:pt x="163118" y="412549"/>
                  </a:lnTo>
                  <a:lnTo>
                    <a:pt x="65183" y="242167"/>
                  </a:lnTo>
                  <a:lnTo>
                    <a:pt x="54047" y="222794"/>
                  </a:lnTo>
                  <a:lnTo>
                    <a:pt x="1898" y="131481"/>
                  </a:lnTo>
                  <a:lnTo>
                    <a:pt x="0" y="128156"/>
                  </a:lnTo>
                  <a:lnTo>
                    <a:pt x="11812" y="113327"/>
                  </a:lnTo>
                  <a:lnTo>
                    <a:pt x="16492" y="107019"/>
                  </a:lnTo>
                  <a:lnTo>
                    <a:pt x="20695" y="101353"/>
                  </a:lnTo>
                  <a:lnTo>
                    <a:pt x="21241" y="100618"/>
                  </a:lnTo>
                  <a:lnTo>
                    <a:pt x="21448" y="100343"/>
                  </a:lnTo>
                  <a:lnTo>
                    <a:pt x="28731" y="91853"/>
                  </a:lnTo>
                  <a:lnTo>
                    <a:pt x="33583" y="85126"/>
                  </a:lnTo>
                  <a:lnTo>
                    <a:pt x="47610" y="65679"/>
                  </a:lnTo>
                  <a:lnTo>
                    <a:pt x="61571" y="46323"/>
                  </a:lnTo>
                  <a:lnTo>
                    <a:pt x="62242" y="45392"/>
                  </a:lnTo>
                  <a:lnTo>
                    <a:pt x="63288" y="44040"/>
                  </a:lnTo>
                  <a:lnTo>
                    <a:pt x="77899" y="25156"/>
                  </a:lnTo>
                  <a:lnTo>
                    <a:pt x="90179" y="9286"/>
                  </a:lnTo>
                  <a:lnTo>
                    <a:pt x="90948" y="8805"/>
                  </a:lnTo>
                  <a:lnTo>
                    <a:pt x="91201" y="8648"/>
                  </a:lnTo>
                  <a:lnTo>
                    <a:pt x="96246" y="5500"/>
                  </a:lnTo>
                  <a:lnTo>
                    <a:pt x="103146" y="1196"/>
                  </a:lnTo>
                  <a:lnTo>
                    <a:pt x="105064" y="0"/>
                  </a:lnTo>
                  <a:lnTo>
                    <a:pt x="132924" y="20985"/>
                  </a:lnTo>
                  <a:lnTo>
                    <a:pt x="155817" y="38241"/>
                  </a:lnTo>
                  <a:lnTo>
                    <a:pt x="156828" y="39003"/>
                  </a:lnTo>
                  <a:lnTo>
                    <a:pt x="220895" y="87294"/>
                  </a:lnTo>
                  <a:lnTo>
                    <a:pt x="221875" y="86715"/>
                  </a:lnTo>
                  <a:lnTo>
                    <a:pt x="248678" y="70874"/>
                  </a:lnTo>
                  <a:lnTo>
                    <a:pt x="256260" y="66393"/>
                  </a:lnTo>
                  <a:lnTo>
                    <a:pt x="259150" y="64685"/>
                  </a:lnTo>
                  <a:lnTo>
                    <a:pt x="278584" y="53199"/>
                  </a:lnTo>
                  <a:lnTo>
                    <a:pt x="284102" y="49938"/>
                  </a:lnTo>
                  <a:lnTo>
                    <a:pt x="289977" y="46465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g35"/>
            <p:cNvSpPr/>
            <p:nvPr/>
          </p:nvSpPr>
          <p:spPr>
            <a:xfrm>
              <a:off x="9936977" y="4285632"/>
              <a:ext cx="372248" cy="352039"/>
            </a:xfrm>
            <a:custGeom>
              <a:avLst/>
              <a:pathLst>
                <a:path w="372248" h="352039">
                  <a:moveTo>
                    <a:pt x="319288" y="107155"/>
                  </a:moveTo>
                  <a:lnTo>
                    <a:pt x="344781" y="151543"/>
                  </a:lnTo>
                  <a:lnTo>
                    <a:pt x="359080" y="174974"/>
                  </a:lnTo>
                  <a:lnTo>
                    <a:pt x="372248" y="197327"/>
                  </a:lnTo>
                  <a:lnTo>
                    <a:pt x="359736" y="204759"/>
                  </a:lnTo>
                  <a:lnTo>
                    <a:pt x="356742" y="206537"/>
                  </a:lnTo>
                  <a:lnTo>
                    <a:pt x="337666" y="217868"/>
                  </a:lnTo>
                  <a:lnTo>
                    <a:pt x="315363" y="231115"/>
                  </a:lnTo>
                  <a:lnTo>
                    <a:pt x="314179" y="231818"/>
                  </a:lnTo>
                  <a:lnTo>
                    <a:pt x="293155" y="244305"/>
                  </a:lnTo>
                  <a:lnTo>
                    <a:pt x="272715" y="256446"/>
                  </a:lnTo>
                  <a:lnTo>
                    <a:pt x="271376" y="257241"/>
                  </a:lnTo>
                  <a:lnTo>
                    <a:pt x="270930" y="257506"/>
                  </a:lnTo>
                  <a:lnTo>
                    <a:pt x="270430" y="257801"/>
                  </a:lnTo>
                  <a:lnTo>
                    <a:pt x="252799" y="268179"/>
                  </a:lnTo>
                  <a:lnTo>
                    <a:pt x="238027" y="276874"/>
                  </a:lnTo>
                  <a:lnTo>
                    <a:pt x="224423" y="284794"/>
                  </a:lnTo>
                  <a:lnTo>
                    <a:pt x="205041" y="296079"/>
                  </a:lnTo>
                  <a:lnTo>
                    <a:pt x="204282" y="296520"/>
                  </a:lnTo>
                  <a:lnTo>
                    <a:pt x="202846" y="297356"/>
                  </a:lnTo>
                  <a:lnTo>
                    <a:pt x="160275" y="322414"/>
                  </a:lnTo>
                  <a:lnTo>
                    <a:pt x="160130" y="322499"/>
                  </a:lnTo>
                  <a:lnTo>
                    <a:pt x="158745" y="323315"/>
                  </a:lnTo>
                  <a:lnTo>
                    <a:pt x="111029" y="352039"/>
                  </a:lnTo>
                  <a:lnTo>
                    <a:pt x="98722" y="329359"/>
                  </a:lnTo>
                  <a:lnTo>
                    <a:pt x="98507" y="328963"/>
                  </a:lnTo>
                  <a:lnTo>
                    <a:pt x="91645" y="316318"/>
                  </a:lnTo>
                  <a:lnTo>
                    <a:pt x="86155" y="306410"/>
                  </a:lnTo>
                  <a:lnTo>
                    <a:pt x="59040" y="256796"/>
                  </a:lnTo>
                  <a:lnTo>
                    <a:pt x="57636" y="254216"/>
                  </a:lnTo>
                  <a:lnTo>
                    <a:pt x="31391" y="205995"/>
                  </a:lnTo>
                  <a:lnTo>
                    <a:pt x="29827" y="203126"/>
                  </a:lnTo>
                  <a:lnTo>
                    <a:pt x="29469" y="202470"/>
                  </a:lnTo>
                  <a:lnTo>
                    <a:pt x="16814" y="179254"/>
                  </a:lnTo>
                  <a:lnTo>
                    <a:pt x="16513" y="178701"/>
                  </a:lnTo>
                  <a:lnTo>
                    <a:pt x="5671" y="158812"/>
                  </a:lnTo>
                  <a:lnTo>
                    <a:pt x="5144" y="157846"/>
                  </a:lnTo>
                  <a:lnTo>
                    <a:pt x="0" y="151275"/>
                  </a:lnTo>
                  <a:lnTo>
                    <a:pt x="6599" y="147401"/>
                  </a:lnTo>
                  <a:lnTo>
                    <a:pt x="257746" y="0"/>
                  </a:lnTo>
                  <a:lnTo>
                    <a:pt x="283478" y="44802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g36"/>
            <p:cNvSpPr/>
            <p:nvPr/>
          </p:nvSpPr>
          <p:spPr>
            <a:xfrm>
              <a:off x="10477937" y="4440116"/>
              <a:ext cx="367965" cy="537196"/>
            </a:xfrm>
            <a:custGeom>
              <a:avLst/>
              <a:pathLst>
                <a:path w="367965" h="537196">
                  <a:moveTo>
                    <a:pt x="178132" y="519647"/>
                  </a:moveTo>
                  <a:lnTo>
                    <a:pt x="177573" y="519430"/>
                  </a:lnTo>
                  <a:lnTo>
                    <a:pt x="130772" y="501261"/>
                  </a:lnTo>
                  <a:lnTo>
                    <a:pt x="117356" y="496053"/>
                  </a:lnTo>
                  <a:lnTo>
                    <a:pt x="116985" y="495908"/>
                  </a:lnTo>
                  <a:lnTo>
                    <a:pt x="115213" y="495220"/>
                  </a:lnTo>
                  <a:lnTo>
                    <a:pt x="102252" y="511895"/>
                  </a:lnTo>
                  <a:lnTo>
                    <a:pt x="92254" y="519084"/>
                  </a:lnTo>
                  <a:lnTo>
                    <a:pt x="76326" y="491364"/>
                  </a:lnTo>
                  <a:lnTo>
                    <a:pt x="57810" y="459715"/>
                  </a:lnTo>
                  <a:lnTo>
                    <a:pt x="56917" y="458188"/>
                  </a:lnTo>
                  <a:lnTo>
                    <a:pt x="25135" y="403862"/>
                  </a:lnTo>
                  <a:lnTo>
                    <a:pt x="21261" y="397241"/>
                  </a:lnTo>
                  <a:lnTo>
                    <a:pt x="12259" y="381854"/>
                  </a:lnTo>
                  <a:lnTo>
                    <a:pt x="445" y="361659"/>
                  </a:lnTo>
                  <a:lnTo>
                    <a:pt x="0" y="360899"/>
                  </a:lnTo>
                  <a:lnTo>
                    <a:pt x="24663" y="345811"/>
                  </a:lnTo>
                  <a:lnTo>
                    <a:pt x="23753" y="344232"/>
                  </a:lnTo>
                  <a:lnTo>
                    <a:pt x="71575" y="315967"/>
                  </a:lnTo>
                  <a:lnTo>
                    <a:pt x="83059" y="309179"/>
                  </a:lnTo>
                  <a:lnTo>
                    <a:pt x="127828" y="282718"/>
                  </a:lnTo>
                  <a:lnTo>
                    <a:pt x="123878" y="275976"/>
                  </a:lnTo>
                  <a:lnTo>
                    <a:pt x="117458" y="265019"/>
                  </a:lnTo>
                  <a:lnTo>
                    <a:pt x="108221" y="249254"/>
                  </a:lnTo>
                  <a:lnTo>
                    <a:pt x="122838" y="239492"/>
                  </a:lnTo>
                  <a:lnTo>
                    <a:pt x="143146" y="226085"/>
                  </a:lnTo>
                  <a:lnTo>
                    <a:pt x="147884" y="216389"/>
                  </a:lnTo>
                  <a:lnTo>
                    <a:pt x="148104" y="215938"/>
                  </a:lnTo>
                  <a:lnTo>
                    <a:pt x="149636" y="212802"/>
                  </a:lnTo>
                  <a:lnTo>
                    <a:pt x="151585" y="208816"/>
                  </a:lnTo>
                  <a:lnTo>
                    <a:pt x="150620" y="208457"/>
                  </a:lnTo>
                  <a:lnTo>
                    <a:pt x="149953" y="208209"/>
                  </a:lnTo>
                  <a:lnTo>
                    <a:pt x="154205" y="197802"/>
                  </a:lnTo>
                  <a:lnTo>
                    <a:pt x="157623" y="189434"/>
                  </a:lnTo>
                  <a:lnTo>
                    <a:pt x="158256" y="186449"/>
                  </a:lnTo>
                  <a:lnTo>
                    <a:pt x="163818" y="171874"/>
                  </a:lnTo>
                  <a:lnTo>
                    <a:pt x="163911" y="171629"/>
                  </a:lnTo>
                  <a:lnTo>
                    <a:pt x="166614" y="164546"/>
                  </a:lnTo>
                  <a:lnTo>
                    <a:pt x="171056" y="152905"/>
                  </a:lnTo>
                  <a:lnTo>
                    <a:pt x="175315" y="141743"/>
                  </a:lnTo>
                  <a:lnTo>
                    <a:pt x="181051" y="126711"/>
                  </a:lnTo>
                  <a:lnTo>
                    <a:pt x="182576" y="122715"/>
                  </a:lnTo>
                  <a:lnTo>
                    <a:pt x="189778" y="103842"/>
                  </a:lnTo>
                  <a:lnTo>
                    <a:pt x="189960" y="103355"/>
                  </a:lnTo>
                  <a:lnTo>
                    <a:pt x="190966" y="100674"/>
                  </a:lnTo>
                  <a:lnTo>
                    <a:pt x="195696" y="88058"/>
                  </a:lnTo>
                  <a:lnTo>
                    <a:pt x="199461" y="78020"/>
                  </a:lnTo>
                  <a:lnTo>
                    <a:pt x="201509" y="72556"/>
                  </a:lnTo>
                  <a:lnTo>
                    <a:pt x="207539" y="56475"/>
                  </a:lnTo>
                  <a:lnTo>
                    <a:pt x="215334" y="35690"/>
                  </a:lnTo>
                  <a:lnTo>
                    <a:pt x="223382" y="14228"/>
                  </a:lnTo>
                  <a:lnTo>
                    <a:pt x="228550" y="446"/>
                  </a:lnTo>
                  <a:lnTo>
                    <a:pt x="228717" y="0"/>
                  </a:lnTo>
                  <a:lnTo>
                    <a:pt x="272053" y="18950"/>
                  </a:lnTo>
                  <a:lnTo>
                    <a:pt x="296801" y="29772"/>
                  </a:lnTo>
                  <a:lnTo>
                    <a:pt x="326609" y="44338"/>
                  </a:lnTo>
                  <a:lnTo>
                    <a:pt x="333075" y="47587"/>
                  </a:lnTo>
                  <a:lnTo>
                    <a:pt x="337364" y="49743"/>
                  </a:lnTo>
                  <a:lnTo>
                    <a:pt x="339667" y="50578"/>
                  </a:lnTo>
                  <a:lnTo>
                    <a:pt x="365504" y="59938"/>
                  </a:lnTo>
                  <a:lnTo>
                    <a:pt x="367965" y="60830"/>
                  </a:lnTo>
                  <a:lnTo>
                    <a:pt x="364095" y="78300"/>
                  </a:lnTo>
                  <a:lnTo>
                    <a:pt x="361204" y="91349"/>
                  </a:lnTo>
                  <a:lnTo>
                    <a:pt x="359911" y="97181"/>
                  </a:lnTo>
                  <a:lnTo>
                    <a:pt x="359481" y="99489"/>
                  </a:lnTo>
                  <a:lnTo>
                    <a:pt x="358866" y="102791"/>
                  </a:lnTo>
                  <a:lnTo>
                    <a:pt x="354676" y="114606"/>
                  </a:lnTo>
                  <a:lnTo>
                    <a:pt x="352474" y="120221"/>
                  </a:lnTo>
                  <a:lnTo>
                    <a:pt x="345657" y="137609"/>
                  </a:lnTo>
                  <a:lnTo>
                    <a:pt x="336730" y="160379"/>
                  </a:lnTo>
                  <a:lnTo>
                    <a:pt x="335651" y="163198"/>
                  </a:lnTo>
                  <a:lnTo>
                    <a:pt x="330032" y="177878"/>
                  </a:lnTo>
                  <a:lnTo>
                    <a:pt x="329886" y="178259"/>
                  </a:lnTo>
                  <a:lnTo>
                    <a:pt x="323335" y="195371"/>
                  </a:lnTo>
                  <a:lnTo>
                    <a:pt x="323095" y="195998"/>
                  </a:lnTo>
                  <a:lnTo>
                    <a:pt x="317015" y="211882"/>
                  </a:lnTo>
                  <a:lnTo>
                    <a:pt x="316898" y="212188"/>
                  </a:lnTo>
                  <a:lnTo>
                    <a:pt x="310181" y="229733"/>
                  </a:lnTo>
                  <a:lnTo>
                    <a:pt x="303792" y="247012"/>
                  </a:lnTo>
                  <a:lnTo>
                    <a:pt x="301141" y="254182"/>
                  </a:lnTo>
                  <a:lnTo>
                    <a:pt x="297051" y="264800"/>
                  </a:lnTo>
                  <a:lnTo>
                    <a:pt x="270538" y="333645"/>
                  </a:lnTo>
                  <a:lnTo>
                    <a:pt x="248564" y="390701"/>
                  </a:lnTo>
                  <a:lnTo>
                    <a:pt x="245745" y="398021"/>
                  </a:lnTo>
                  <a:lnTo>
                    <a:pt x="244746" y="400488"/>
                  </a:lnTo>
                  <a:lnTo>
                    <a:pt x="241534" y="408418"/>
                  </a:lnTo>
                  <a:lnTo>
                    <a:pt x="234388" y="427081"/>
                  </a:lnTo>
                  <a:lnTo>
                    <a:pt x="234222" y="427514"/>
                  </a:lnTo>
                  <a:lnTo>
                    <a:pt x="228668" y="442019"/>
                  </a:lnTo>
                  <a:lnTo>
                    <a:pt x="227127" y="447017"/>
                  </a:lnTo>
                  <a:lnTo>
                    <a:pt x="226157" y="450162"/>
                  </a:lnTo>
                  <a:lnTo>
                    <a:pt x="224490" y="457361"/>
                  </a:lnTo>
                  <a:lnTo>
                    <a:pt x="223878" y="460006"/>
                  </a:lnTo>
                  <a:lnTo>
                    <a:pt x="222736" y="465334"/>
                  </a:lnTo>
                  <a:lnTo>
                    <a:pt x="222293" y="467398"/>
                  </a:lnTo>
                  <a:lnTo>
                    <a:pt x="222126" y="468446"/>
                  </a:lnTo>
                  <a:lnTo>
                    <a:pt x="222078" y="468746"/>
                  </a:lnTo>
                  <a:lnTo>
                    <a:pt x="221170" y="474425"/>
                  </a:lnTo>
                  <a:lnTo>
                    <a:pt x="220941" y="475857"/>
                  </a:lnTo>
                  <a:lnTo>
                    <a:pt x="220091" y="483526"/>
                  </a:lnTo>
                  <a:lnTo>
                    <a:pt x="219648" y="489373"/>
                  </a:lnTo>
                  <a:lnTo>
                    <a:pt x="219515" y="491121"/>
                  </a:lnTo>
                  <a:lnTo>
                    <a:pt x="219060" y="500641"/>
                  </a:lnTo>
                  <a:lnTo>
                    <a:pt x="219253" y="506769"/>
                  </a:lnTo>
                  <a:lnTo>
                    <a:pt x="219503" y="509262"/>
                  </a:lnTo>
                  <a:lnTo>
                    <a:pt x="219671" y="510950"/>
                  </a:lnTo>
                  <a:lnTo>
                    <a:pt x="219768" y="511922"/>
                  </a:lnTo>
                  <a:lnTo>
                    <a:pt x="219954" y="513782"/>
                  </a:lnTo>
                  <a:lnTo>
                    <a:pt x="222246" y="532204"/>
                  </a:lnTo>
                  <a:lnTo>
                    <a:pt x="223334" y="53719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g37"/>
            <p:cNvSpPr/>
            <p:nvPr/>
          </p:nvSpPr>
          <p:spPr>
            <a:xfrm>
              <a:off x="10205680" y="4756721"/>
              <a:ext cx="381977" cy="331707"/>
            </a:xfrm>
            <a:custGeom>
              <a:avLst/>
              <a:pathLst>
                <a:path w="381977" h="331707">
                  <a:moveTo>
                    <a:pt x="325999" y="265398"/>
                  </a:moveTo>
                  <a:lnTo>
                    <a:pt x="337396" y="284046"/>
                  </a:lnTo>
                  <a:lnTo>
                    <a:pt x="319733" y="294131"/>
                  </a:lnTo>
                  <a:lnTo>
                    <a:pt x="320188" y="294914"/>
                  </a:lnTo>
                  <a:lnTo>
                    <a:pt x="258710" y="331707"/>
                  </a:lnTo>
                  <a:lnTo>
                    <a:pt x="249221" y="314900"/>
                  </a:lnTo>
                  <a:lnTo>
                    <a:pt x="239957" y="320432"/>
                  </a:lnTo>
                  <a:lnTo>
                    <a:pt x="231963" y="325205"/>
                  </a:lnTo>
                  <a:lnTo>
                    <a:pt x="205375" y="279573"/>
                  </a:lnTo>
                  <a:lnTo>
                    <a:pt x="204736" y="278476"/>
                  </a:lnTo>
                  <a:lnTo>
                    <a:pt x="189235" y="290765"/>
                  </a:lnTo>
                  <a:lnTo>
                    <a:pt x="185324" y="293866"/>
                  </a:lnTo>
                  <a:lnTo>
                    <a:pt x="172713" y="303864"/>
                  </a:lnTo>
                  <a:lnTo>
                    <a:pt x="166739" y="308601"/>
                  </a:lnTo>
                  <a:lnTo>
                    <a:pt x="149221" y="322481"/>
                  </a:lnTo>
                  <a:lnTo>
                    <a:pt x="147455" y="320443"/>
                  </a:lnTo>
                  <a:lnTo>
                    <a:pt x="147313" y="320279"/>
                  </a:lnTo>
                  <a:lnTo>
                    <a:pt x="133868" y="304762"/>
                  </a:lnTo>
                  <a:lnTo>
                    <a:pt x="131945" y="302543"/>
                  </a:lnTo>
                  <a:lnTo>
                    <a:pt x="118860" y="287441"/>
                  </a:lnTo>
                  <a:lnTo>
                    <a:pt x="76264" y="238281"/>
                  </a:lnTo>
                  <a:lnTo>
                    <a:pt x="60409" y="220619"/>
                  </a:lnTo>
                  <a:lnTo>
                    <a:pt x="59481" y="219538"/>
                  </a:lnTo>
                  <a:lnTo>
                    <a:pt x="58574" y="218480"/>
                  </a:lnTo>
                  <a:lnTo>
                    <a:pt x="23107" y="177126"/>
                  </a:lnTo>
                  <a:lnTo>
                    <a:pt x="21530" y="175286"/>
                  </a:lnTo>
                  <a:lnTo>
                    <a:pt x="13636" y="166663"/>
                  </a:lnTo>
                  <a:lnTo>
                    <a:pt x="6996" y="158246"/>
                  </a:lnTo>
                  <a:lnTo>
                    <a:pt x="3725" y="152568"/>
                  </a:lnTo>
                  <a:lnTo>
                    <a:pt x="752" y="146991"/>
                  </a:lnTo>
                  <a:lnTo>
                    <a:pt x="0" y="145703"/>
                  </a:lnTo>
                  <a:lnTo>
                    <a:pt x="23045" y="132083"/>
                  </a:lnTo>
                  <a:lnTo>
                    <a:pt x="26215" y="130209"/>
                  </a:lnTo>
                  <a:lnTo>
                    <a:pt x="40576" y="121722"/>
                  </a:lnTo>
                  <a:lnTo>
                    <a:pt x="62971" y="108486"/>
                  </a:lnTo>
                  <a:lnTo>
                    <a:pt x="79753" y="98567"/>
                  </a:lnTo>
                  <a:lnTo>
                    <a:pt x="86685" y="94470"/>
                  </a:lnTo>
                  <a:lnTo>
                    <a:pt x="97312" y="88190"/>
                  </a:lnTo>
                  <a:lnTo>
                    <a:pt x="102572" y="85081"/>
                  </a:lnTo>
                  <a:lnTo>
                    <a:pt x="114031" y="78309"/>
                  </a:lnTo>
                  <a:lnTo>
                    <a:pt x="126269" y="71076"/>
                  </a:lnTo>
                  <a:lnTo>
                    <a:pt x="126906" y="70698"/>
                  </a:lnTo>
                  <a:lnTo>
                    <a:pt x="139730" y="63107"/>
                  </a:lnTo>
                  <a:lnTo>
                    <a:pt x="157308" y="52703"/>
                  </a:lnTo>
                  <a:lnTo>
                    <a:pt x="163532" y="49018"/>
                  </a:lnTo>
                  <a:lnTo>
                    <a:pt x="166372" y="47337"/>
                  </a:lnTo>
                  <a:lnTo>
                    <a:pt x="173715" y="42990"/>
                  </a:lnTo>
                  <a:lnTo>
                    <a:pt x="189886" y="33418"/>
                  </a:lnTo>
                  <a:lnTo>
                    <a:pt x="191002" y="32758"/>
                  </a:lnTo>
                  <a:lnTo>
                    <a:pt x="191364" y="32543"/>
                  </a:lnTo>
                  <a:lnTo>
                    <a:pt x="193700" y="31161"/>
                  </a:lnTo>
                  <a:lnTo>
                    <a:pt x="207779" y="22827"/>
                  </a:lnTo>
                  <a:lnTo>
                    <a:pt x="208017" y="22686"/>
                  </a:lnTo>
                  <a:lnTo>
                    <a:pt x="208233" y="22558"/>
                  </a:lnTo>
                  <a:lnTo>
                    <a:pt x="226326" y="11848"/>
                  </a:lnTo>
                  <a:lnTo>
                    <a:pt x="246343" y="0"/>
                  </a:lnTo>
                  <a:lnTo>
                    <a:pt x="262645" y="27866"/>
                  </a:lnTo>
                  <a:lnTo>
                    <a:pt x="271114" y="42341"/>
                  </a:lnTo>
                  <a:lnTo>
                    <a:pt x="272256" y="44293"/>
                  </a:lnTo>
                  <a:lnTo>
                    <a:pt x="272701" y="45054"/>
                  </a:lnTo>
                  <a:lnTo>
                    <a:pt x="284515" y="65248"/>
                  </a:lnTo>
                  <a:lnTo>
                    <a:pt x="293517" y="80636"/>
                  </a:lnTo>
                  <a:lnTo>
                    <a:pt x="297391" y="87257"/>
                  </a:lnTo>
                  <a:lnTo>
                    <a:pt x="329173" y="141582"/>
                  </a:lnTo>
                  <a:lnTo>
                    <a:pt x="330067" y="143109"/>
                  </a:lnTo>
                  <a:lnTo>
                    <a:pt x="348583" y="174759"/>
                  </a:lnTo>
                  <a:lnTo>
                    <a:pt x="364510" y="202479"/>
                  </a:lnTo>
                  <a:lnTo>
                    <a:pt x="381518" y="232079"/>
                  </a:lnTo>
                  <a:lnTo>
                    <a:pt x="381977" y="232878"/>
                  </a:lnTo>
                  <a:lnTo>
                    <a:pt x="361516" y="244806"/>
                  </a:lnTo>
                  <a:lnTo>
                    <a:pt x="343504" y="25530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g38"/>
            <p:cNvSpPr/>
            <p:nvPr/>
          </p:nvSpPr>
          <p:spPr>
            <a:xfrm>
              <a:off x="9547249" y="4912800"/>
              <a:ext cx="325383" cy="323189"/>
            </a:xfrm>
            <a:custGeom>
              <a:avLst/>
              <a:pathLst>
                <a:path w="325383" h="323189">
                  <a:moveTo>
                    <a:pt x="322521" y="105314"/>
                  </a:moveTo>
                  <a:lnTo>
                    <a:pt x="325383" y="107565"/>
                  </a:lnTo>
                  <a:lnTo>
                    <a:pt x="320277" y="112569"/>
                  </a:lnTo>
                  <a:lnTo>
                    <a:pt x="312898" y="119800"/>
                  </a:lnTo>
                  <a:lnTo>
                    <a:pt x="295689" y="143619"/>
                  </a:lnTo>
                  <a:lnTo>
                    <a:pt x="283263" y="160818"/>
                  </a:lnTo>
                  <a:lnTo>
                    <a:pt x="268426" y="181354"/>
                  </a:lnTo>
                  <a:lnTo>
                    <a:pt x="254261" y="201029"/>
                  </a:lnTo>
                  <a:lnTo>
                    <a:pt x="254028" y="201352"/>
                  </a:lnTo>
                  <a:lnTo>
                    <a:pt x="241963" y="218111"/>
                  </a:lnTo>
                  <a:lnTo>
                    <a:pt x="230246" y="234387"/>
                  </a:lnTo>
                  <a:lnTo>
                    <a:pt x="224257" y="242706"/>
                  </a:lnTo>
                  <a:lnTo>
                    <a:pt x="214276" y="256569"/>
                  </a:lnTo>
                  <a:lnTo>
                    <a:pt x="200763" y="275340"/>
                  </a:lnTo>
                  <a:lnTo>
                    <a:pt x="199866" y="276586"/>
                  </a:lnTo>
                  <a:lnTo>
                    <a:pt x="198589" y="278359"/>
                  </a:lnTo>
                  <a:lnTo>
                    <a:pt x="186446" y="292993"/>
                  </a:lnTo>
                  <a:lnTo>
                    <a:pt x="179932" y="300842"/>
                  </a:lnTo>
                  <a:lnTo>
                    <a:pt x="171571" y="310917"/>
                  </a:lnTo>
                  <a:lnTo>
                    <a:pt x="161387" y="323189"/>
                  </a:lnTo>
                  <a:lnTo>
                    <a:pt x="160225" y="321945"/>
                  </a:lnTo>
                  <a:lnTo>
                    <a:pt x="153845" y="315112"/>
                  </a:lnTo>
                  <a:lnTo>
                    <a:pt x="150745" y="311792"/>
                  </a:lnTo>
                  <a:lnTo>
                    <a:pt x="111491" y="286729"/>
                  </a:lnTo>
                  <a:lnTo>
                    <a:pt x="76098" y="265387"/>
                  </a:lnTo>
                  <a:lnTo>
                    <a:pt x="69084" y="261157"/>
                  </a:lnTo>
                  <a:lnTo>
                    <a:pt x="56015" y="252358"/>
                  </a:lnTo>
                  <a:lnTo>
                    <a:pt x="37486" y="239884"/>
                  </a:lnTo>
                  <a:lnTo>
                    <a:pt x="0" y="214622"/>
                  </a:lnTo>
                  <a:lnTo>
                    <a:pt x="12661" y="195916"/>
                  </a:lnTo>
                  <a:lnTo>
                    <a:pt x="25116" y="177516"/>
                  </a:lnTo>
                  <a:lnTo>
                    <a:pt x="37919" y="158602"/>
                  </a:lnTo>
                  <a:lnTo>
                    <a:pt x="50419" y="140136"/>
                  </a:lnTo>
                  <a:lnTo>
                    <a:pt x="31849" y="127190"/>
                  </a:lnTo>
                  <a:lnTo>
                    <a:pt x="32458" y="126368"/>
                  </a:lnTo>
                  <a:lnTo>
                    <a:pt x="45131" y="108205"/>
                  </a:lnTo>
                  <a:lnTo>
                    <a:pt x="48507" y="103367"/>
                  </a:lnTo>
                  <a:lnTo>
                    <a:pt x="58598" y="88904"/>
                  </a:lnTo>
                  <a:lnTo>
                    <a:pt x="58955" y="88393"/>
                  </a:lnTo>
                  <a:lnTo>
                    <a:pt x="85365" y="50543"/>
                  </a:lnTo>
                  <a:lnTo>
                    <a:pt x="85821" y="49745"/>
                  </a:lnTo>
                  <a:lnTo>
                    <a:pt x="105109" y="63400"/>
                  </a:lnTo>
                  <a:lnTo>
                    <a:pt x="118236" y="45615"/>
                  </a:lnTo>
                  <a:lnTo>
                    <a:pt x="118496" y="45262"/>
                  </a:lnTo>
                  <a:lnTo>
                    <a:pt x="131028" y="26538"/>
                  </a:lnTo>
                  <a:lnTo>
                    <a:pt x="149074" y="39591"/>
                  </a:lnTo>
                  <a:lnTo>
                    <a:pt x="162376" y="21101"/>
                  </a:lnTo>
                  <a:lnTo>
                    <a:pt x="177557" y="0"/>
                  </a:lnTo>
                  <a:lnTo>
                    <a:pt x="206194" y="20991"/>
                  </a:lnTo>
                  <a:lnTo>
                    <a:pt x="211686" y="25017"/>
                  </a:lnTo>
                  <a:lnTo>
                    <a:pt x="214408" y="26991"/>
                  </a:lnTo>
                  <a:lnTo>
                    <a:pt x="233775" y="41042"/>
                  </a:lnTo>
                  <a:lnTo>
                    <a:pt x="234781" y="41771"/>
                  </a:lnTo>
                  <a:lnTo>
                    <a:pt x="243879" y="48372"/>
                  </a:lnTo>
                  <a:lnTo>
                    <a:pt x="254263" y="55905"/>
                  </a:lnTo>
                  <a:lnTo>
                    <a:pt x="263889" y="62656"/>
                  </a:lnTo>
                  <a:lnTo>
                    <a:pt x="292922" y="83020"/>
                  </a:lnTo>
                  <a:lnTo>
                    <a:pt x="295462" y="84801"/>
                  </a:lnTo>
                  <a:lnTo>
                    <a:pt x="301600" y="89106"/>
                  </a:lnTo>
                  <a:lnTo>
                    <a:pt x="321211" y="1042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g39"/>
            <p:cNvSpPr/>
            <p:nvPr/>
          </p:nvSpPr>
          <p:spPr>
            <a:xfrm>
              <a:off x="9348308" y="4779972"/>
              <a:ext cx="376498" cy="347467"/>
            </a:xfrm>
            <a:custGeom>
              <a:avLst/>
              <a:pathLst>
                <a:path w="376498" h="347467">
                  <a:moveTo>
                    <a:pt x="0" y="264617"/>
                  </a:moveTo>
                  <a:lnTo>
                    <a:pt x="4625" y="258541"/>
                  </a:lnTo>
                  <a:lnTo>
                    <a:pt x="6942" y="259782"/>
                  </a:lnTo>
                  <a:lnTo>
                    <a:pt x="7974" y="260335"/>
                  </a:lnTo>
                  <a:lnTo>
                    <a:pt x="8689" y="260718"/>
                  </a:lnTo>
                  <a:lnTo>
                    <a:pt x="12537" y="262779"/>
                  </a:lnTo>
                  <a:lnTo>
                    <a:pt x="18571" y="266012"/>
                  </a:lnTo>
                  <a:lnTo>
                    <a:pt x="21238" y="261948"/>
                  </a:lnTo>
                  <a:lnTo>
                    <a:pt x="101252" y="140021"/>
                  </a:lnTo>
                  <a:lnTo>
                    <a:pt x="99336" y="138753"/>
                  </a:lnTo>
                  <a:lnTo>
                    <a:pt x="96338" y="136769"/>
                  </a:lnTo>
                  <a:lnTo>
                    <a:pt x="94657" y="135657"/>
                  </a:lnTo>
                  <a:lnTo>
                    <a:pt x="100868" y="126682"/>
                  </a:lnTo>
                  <a:lnTo>
                    <a:pt x="119874" y="99215"/>
                  </a:lnTo>
                  <a:lnTo>
                    <a:pt x="135265" y="76972"/>
                  </a:lnTo>
                  <a:lnTo>
                    <a:pt x="136704" y="74891"/>
                  </a:lnTo>
                  <a:lnTo>
                    <a:pt x="136850" y="75019"/>
                  </a:lnTo>
                  <a:lnTo>
                    <a:pt x="141533" y="79130"/>
                  </a:lnTo>
                  <a:lnTo>
                    <a:pt x="145011" y="82183"/>
                  </a:lnTo>
                  <a:lnTo>
                    <a:pt x="200763" y="0"/>
                  </a:lnTo>
                  <a:lnTo>
                    <a:pt x="206284" y="9664"/>
                  </a:lnTo>
                  <a:lnTo>
                    <a:pt x="226206" y="24191"/>
                  </a:lnTo>
                  <a:lnTo>
                    <a:pt x="263011" y="51030"/>
                  </a:lnTo>
                  <a:lnTo>
                    <a:pt x="263711" y="51540"/>
                  </a:lnTo>
                  <a:lnTo>
                    <a:pt x="276215" y="60658"/>
                  </a:lnTo>
                  <a:lnTo>
                    <a:pt x="295519" y="74551"/>
                  </a:lnTo>
                  <a:lnTo>
                    <a:pt x="300409" y="78070"/>
                  </a:lnTo>
                  <a:lnTo>
                    <a:pt x="318637" y="91187"/>
                  </a:lnTo>
                  <a:lnTo>
                    <a:pt x="319202" y="91594"/>
                  </a:lnTo>
                  <a:lnTo>
                    <a:pt x="320205" y="92316"/>
                  </a:lnTo>
                  <a:lnTo>
                    <a:pt x="338932" y="105793"/>
                  </a:lnTo>
                  <a:lnTo>
                    <a:pt x="352158" y="115311"/>
                  </a:lnTo>
                  <a:lnTo>
                    <a:pt x="369277" y="127631"/>
                  </a:lnTo>
                  <a:lnTo>
                    <a:pt x="376498" y="132827"/>
                  </a:lnTo>
                  <a:lnTo>
                    <a:pt x="361317" y="153928"/>
                  </a:lnTo>
                  <a:lnTo>
                    <a:pt x="348015" y="172418"/>
                  </a:lnTo>
                  <a:lnTo>
                    <a:pt x="329969" y="159366"/>
                  </a:lnTo>
                  <a:lnTo>
                    <a:pt x="317437" y="178090"/>
                  </a:lnTo>
                  <a:lnTo>
                    <a:pt x="317176" y="178442"/>
                  </a:lnTo>
                  <a:lnTo>
                    <a:pt x="304050" y="196227"/>
                  </a:lnTo>
                  <a:lnTo>
                    <a:pt x="284762" y="182572"/>
                  </a:lnTo>
                  <a:lnTo>
                    <a:pt x="284306" y="183370"/>
                  </a:lnTo>
                  <a:lnTo>
                    <a:pt x="257896" y="221221"/>
                  </a:lnTo>
                  <a:lnTo>
                    <a:pt x="257539" y="221732"/>
                  </a:lnTo>
                  <a:lnTo>
                    <a:pt x="247448" y="236195"/>
                  </a:lnTo>
                  <a:lnTo>
                    <a:pt x="244072" y="241032"/>
                  </a:lnTo>
                  <a:lnTo>
                    <a:pt x="231399" y="259195"/>
                  </a:lnTo>
                  <a:lnTo>
                    <a:pt x="230789" y="260018"/>
                  </a:lnTo>
                  <a:lnTo>
                    <a:pt x="249359" y="272963"/>
                  </a:lnTo>
                  <a:lnTo>
                    <a:pt x="236860" y="291430"/>
                  </a:lnTo>
                  <a:lnTo>
                    <a:pt x="224057" y="310344"/>
                  </a:lnTo>
                  <a:lnTo>
                    <a:pt x="211602" y="328744"/>
                  </a:lnTo>
                  <a:lnTo>
                    <a:pt x="198929" y="347467"/>
                  </a:lnTo>
                  <a:lnTo>
                    <a:pt x="179123" y="334999"/>
                  </a:lnTo>
                  <a:lnTo>
                    <a:pt x="159290" y="320819"/>
                  </a:lnTo>
                  <a:lnTo>
                    <a:pt x="145960" y="339923"/>
                  </a:lnTo>
                  <a:lnTo>
                    <a:pt x="138923" y="334998"/>
                  </a:lnTo>
                  <a:lnTo>
                    <a:pt x="107897" y="313286"/>
                  </a:lnTo>
                  <a:lnTo>
                    <a:pt x="107503" y="313010"/>
                  </a:lnTo>
                  <a:lnTo>
                    <a:pt x="100964" y="308434"/>
                  </a:lnTo>
                  <a:lnTo>
                    <a:pt x="84505" y="297938"/>
                  </a:lnTo>
                  <a:lnTo>
                    <a:pt x="69800" y="288988"/>
                  </a:lnTo>
                  <a:lnTo>
                    <a:pt x="61954" y="302436"/>
                  </a:lnTo>
                  <a:lnTo>
                    <a:pt x="59741" y="301533"/>
                  </a:lnTo>
                  <a:lnTo>
                    <a:pt x="4779" y="2675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g40"/>
            <p:cNvSpPr/>
            <p:nvPr/>
          </p:nvSpPr>
          <p:spPr>
            <a:xfrm>
              <a:off x="9708685" y="4987909"/>
              <a:ext cx="417318" cy="419193"/>
            </a:xfrm>
            <a:custGeom>
              <a:avLst/>
              <a:pathLst>
                <a:path w="417318" h="419193">
                  <a:moveTo>
                    <a:pt x="158841" y="37460"/>
                  </a:moveTo>
                  <a:lnTo>
                    <a:pt x="163947" y="32457"/>
                  </a:lnTo>
                  <a:lnTo>
                    <a:pt x="161085" y="30205"/>
                  </a:lnTo>
                  <a:lnTo>
                    <a:pt x="163966" y="32438"/>
                  </a:lnTo>
                  <a:lnTo>
                    <a:pt x="168245" y="30913"/>
                  </a:lnTo>
                  <a:lnTo>
                    <a:pt x="175783" y="21242"/>
                  </a:lnTo>
                  <a:lnTo>
                    <a:pt x="186258" y="10701"/>
                  </a:lnTo>
                  <a:lnTo>
                    <a:pt x="190363" y="6570"/>
                  </a:lnTo>
                  <a:lnTo>
                    <a:pt x="190472" y="6433"/>
                  </a:lnTo>
                  <a:lnTo>
                    <a:pt x="195602" y="0"/>
                  </a:lnTo>
                  <a:lnTo>
                    <a:pt x="195707" y="185"/>
                  </a:lnTo>
                  <a:lnTo>
                    <a:pt x="202852" y="12753"/>
                  </a:lnTo>
                  <a:lnTo>
                    <a:pt x="270831" y="132326"/>
                  </a:lnTo>
                  <a:lnTo>
                    <a:pt x="315503" y="207682"/>
                  </a:lnTo>
                  <a:lnTo>
                    <a:pt x="384825" y="324873"/>
                  </a:lnTo>
                  <a:lnTo>
                    <a:pt x="417318" y="379757"/>
                  </a:lnTo>
                  <a:lnTo>
                    <a:pt x="404129" y="387388"/>
                  </a:lnTo>
                  <a:lnTo>
                    <a:pt x="383604" y="399263"/>
                  </a:lnTo>
                  <a:lnTo>
                    <a:pt x="370180" y="407030"/>
                  </a:lnTo>
                  <a:lnTo>
                    <a:pt x="369400" y="407482"/>
                  </a:lnTo>
                  <a:lnTo>
                    <a:pt x="368086" y="407678"/>
                  </a:lnTo>
                  <a:lnTo>
                    <a:pt x="360386" y="408826"/>
                  </a:lnTo>
                  <a:lnTo>
                    <a:pt x="355536" y="409549"/>
                  </a:lnTo>
                  <a:lnTo>
                    <a:pt x="346191" y="410943"/>
                  </a:lnTo>
                  <a:lnTo>
                    <a:pt x="339206" y="411987"/>
                  </a:lnTo>
                  <a:lnTo>
                    <a:pt x="332296" y="413019"/>
                  </a:lnTo>
                  <a:lnTo>
                    <a:pt x="320132" y="414499"/>
                  </a:lnTo>
                  <a:lnTo>
                    <a:pt x="319796" y="414553"/>
                  </a:lnTo>
                  <a:lnTo>
                    <a:pt x="317130" y="414982"/>
                  </a:lnTo>
                  <a:lnTo>
                    <a:pt x="311409" y="415903"/>
                  </a:lnTo>
                  <a:lnTo>
                    <a:pt x="308239" y="416413"/>
                  </a:lnTo>
                  <a:lnTo>
                    <a:pt x="296588" y="417896"/>
                  </a:lnTo>
                  <a:lnTo>
                    <a:pt x="284153" y="418699"/>
                  </a:lnTo>
                  <a:lnTo>
                    <a:pt x="273314" y="419029"/>
                  </a:lnTo>
                  <a:lnTo>
                    <a:pt x="267914" y="419193"/>
                  </a:lnTo>
                  <a:lnTo>
                    <a:pt x="247340" y="419169"/>
                  </a:lnTo>
                  <a:lnTo>
                    <a:pt x="243191" y="417264"/>
                  </a:lnTo>
                  <a:lnTo>
                    <a:pt x="226347" y="414207"/>
                  </a:lnTo>
                  <a:lnTo>
                    <a:pt x="220801" y="404578"/>
                  </a:lnTo>
                  <a:lnTo>
                    <a:pt x="217389" y="398651"/>
                  </a:lnTo>
                  <a:lnTo>
                    <a:pt x="203711" y="374893"/>
                  </a:lnTo>
                  <a:lnTo>
                    <a:pt x="198200" y="372626"/>
                  </a:lnTo>
                  <a:lnTo>
                    <a:pt x="202440" y="363870"/>
                  </a:lnTo>
                  <a:lnTo>
                    <a:pt x="169733" y="345914"/>
                  </a:lnTo>
                  <a:lnTo>
                    <a:pt x="167076" y="351844"/>
                  </a:lnTo>
                  <a:lnTo>
                    <a:pt x="142005" y="343181"/>
                  </a:lnTo>
                  <a:lnTo>
                    <a:pt x="96566" y="324431"/>
                  </a:lnTo>
                  <a:lnTo>
                    <a:pt x="87912" y="320861"/>
                  </a:lnTo>
                  <a:lnTo>
                    <a:pt x="68659" y="310208"/>
                  </a:lnTo>
                  <a:lnTo>
                    <a:pt x="58931" y="301898"/>
                  </a:lnTo>
                  <a:lnTo>
                    <a:pt x="57486" y="300662"/>
                  </a:lnTo>
                  <a:lnTo>
                    <a:pt x="49469" y="293814"/>
                  </a:lnTo>
                  <a:lnTo>
                    <a:pt x="46838" y="291964"/>
                  </a:lnTo>
                  <a:lnTo>
                    <a:pt x="39585" y="285191"/>
                  </a:lnTo>
                  <a:lnTo>
                    <a:pt x="6026" y="253856"/>
                  </a:lnTo>
                  <a:lnTo>
                    <a:pt x="2041" y="249999"/>
                  </a:lnTo>
                  <a:lnTo>
                    <a:pt x="0" y="248023"/>
                  </a:lnTo>
                  <a:lnTo>
                    <a:pt x="10135" y="235809"/>
                  </a:lnTo>
                  <a:lnTo>
                    <a:pt x="18496" y="225734"/>
                  </a:lnTo>
                  <a:lnTo>
                    <a:pt x="25010" y="217884"/>
                  </a:lnTo>
                  <a:lnTo>
                    <a:pt x="37153" y="203250"/>
                  </a:lnTo>
                  <a:lnTo>
                    <a:pt x="38430" y="201477"/>
                  </a:lnTo>
                  <a:lnTo>
                    <a:pt x="39367" y="200175"/>
                  </a:lnTo>
                  <a:lnTo>
                    <a:pt x="52893" y="181387"/>
                  </a:lnTo>
                  <a:lnTo>
                    <a:pt x="62821" y="167597"/>
                  </a:lnTo>
                  <a:lnTo>
                    <a:pt x="68810" y="159278"/>
                  </a:lnTo>
                  <a:lnTo>
                    <a:pt x="80527" y="143002"/>
                  </a:lnTo>
                  <a:lnTo>
                    <a:pt x="92592" y="126244"/>
                  </a:lnTo>
                  <a:lnTo>
                    <a:pt x="92825" y="125920"/>
                  </a:lnTo>
                  <a:lnTo>
                    <a:pt x="106990" y="106245"/>
                  </a:lnTo>
                  <a:lnTo>
                    <a:pt x="121827" y="85709"/>
                  </a:lnTo>
                  <a:lnTo>
                    <a:pt x="134253" y="68510"/>
                  </a:lnTo>
                  <a:lnTo>
                    <a:pt x="151462" y="44691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g41"/>
            <p:cNvSpPr/>
            <p:nvPr/>
          </p:nvSpPr>
          <p:spPr>
            <a:xfrm>
              <a:off x="9724806" y="4855107"/>
              <a:ext cx="193152" cy="165239"/>
            </a:xfrm>
            <a:custGeom>
              <a:avLst/>
              <a:pathLst>
                <a:path w="193152" h="165239">
                  <a:moveTo>
                    <a:pt x="144858" y="162924"/>
                  </a:moveTo>
                  <a:lnTo>
                    <a:pt x="143654" y="161991"/>
                  </a:lnTo>
                  <a:lnTo>
                    <a:pt x="124042" y="146799"/>
                  </a:lnTo>
                  <a:lnTo>
                    <a:pt x="117904" y="142494"/>
                  </a:lnTo>
                  <a:lnTo>
                    <a:pt x="115364" y="140713"/>
                  </a:lnTo>
                  <a:lnTo>
                    <a:pt x="86331" y="120349"/>
                  </a:lnTo>
                  <a:lnTo>
                    <a:pt x="76706" y="113598"/>
                  </a:lnTo>
                  <a:lnTo>
                    <a:pt x="66321" y="106065"/>
                  </a:lnTo>
                  <a:lnTo>
                    <a:pt x="57223" y="99464"/>
                  </a:lnTo>
                  <a:lnTo>
                    <a:pt x="56218" y="98735"/>
                  </a:lnTo>
                  <a:lnTo>
                    <a:pt x="36850" y="84684"/>
                  </a:lnTo>
                  <a:lnTo>
                    <a:pt x="34129" y="82710"/>
                  </a:lnTo>
                  <a:lnTo>
                    <a:pt x="28637" y="78684"/>
                  </a:lnTo>
                  <a:lnTo>
                    <a:pt x="0" y="57692"/>
                  </a:lnTo>
                  <a:lnTo>
                    <a:pt x="8886" y="45176"/>
                  </a:lnTo>
                  <a:lnTo>
                    <a:pt x="10535" y="43057"/>
                  </a:lnTo>
                  <a:lnTo>
                    <a:pt x="9148" y="42047"/>
                  </a:lnTo>
                  <a:lnTo>
                    <a:pt x="4622" y="38751"/>
                  </a:lnTo>
                  <a:lnTo>
                    <a:pt x="14051" y="24896"/>
                  </a:lnTo>
                  <a:lnTo>
                    <a:pt x="18265" y="27918"/>
                  </a:lnTo>
                  <a:lnTo>
                    <a:pt x="20219" y="29320"/>
                  </a:lnTo>
                  <a:lnTo>
                    <a:pt x="20978" y="28315"/>
                  </a:lnTo>
                  <a:lnTo>
                    <a:pt x="40132" y="0"/>
                  </a:lnTo>
                  <a:lnTo>
                    <a:pt x="45516" y="3627"/>
                  </a:lnTo>
                  <a:lnTo>
                    <a:pt x="49747" y="5851"/>
                  </a:lnTo>
                  <a:lnTo>
                    <a:pt x="53939" y="7479"/>
                  </a:lnTo>
                  <a:lnTo>
                    <a:pt x="59039" y="8722"/>
                  </a:lnTo>
                  <a:lnTo>
                    <a:pt x="66671" y="10028"/>
                  </a:lnTo>
                  <a:lnTo>
                    <a:pt x="74901" y="11689"/>
                  </a:lnTo>
                  <a:lnTo>
                    <a:pt x="82029" y="13112"/>
                  </a:lnTo>
                  <a:lnTo>
                    <a:pt x="86723" y="14179"/>
                  </a:lnTo>
                  <a:lnTo>
                    <a:pt x="90374" y="15365"/>
                  </a:lnTo>
                  <a:lnTo>
                    <a:pt x="94218" y="16496"/>
                  </a:lnTo>
                  <a:lnTo>
                    <a:pt x="95737" y="16796"/>
                  </a:lnTo>
                  <a:lnTo>
                    <a:pt x="99589" y="17559"/>
                  </a:lnTo>
                  <a:lnTo>
                    <a:pt x="109228" y="19777"/>
                  </a:lnTo>
                  <a:lnTo>
                    <a:pt x="114058" y="21457"/>
                  </a:lnTo>
                  <a:lnTo>
                    <a:pt x="119495" y="23186"/>
                  </a:lnTo>
                  <a:lnTo>
                    <a:pt x="123358" y="25064"/>
                  </a:lnTo>
                  <a:lnTo>
                    <a:pt x="128188" y="27436"/>
                  </a:lnTo>
                  <a:lnTo>
                    <a:pt x="134801" y="31982"/>
                  </a:lnTo>
                  <a:lnTo>
                    <a:pt x="138568" y="34848"/>
                  </a:lnTo>
                  <a:lnTo>
                    <a:pt x="142721" y="38603"/>
                  </a:lnTo>
                  <a:lnTo>
                    <a:pt x="146486" y="42455"/>
                  </a:lnTo>
                  <a:lnTo>
                    <a:pt x="147358" y="43347"/>
                  </a:lnTo>
                  <a:lnTo>
                    <a:pt x="152038" y="49296"/>
                  </a:lnTo>
                  <a:lnTo>
                    <a:pt x="155798" y="55155"/>
                  </a:lnTo>
                  <a:lnTo>
                    <a:pt x="162028" y="65482"/>
                  </a:lnTo>
                  <a:lnTo>
                    <a:pt x="167292" y="73438"/>
                  </a:lnTo>
                  <a:lnTo>
                    <a:pt x="170189" y="78873"/>
                  </a:lnTo>
                  <a:lnTo>
                    <a:pt x="176709" y="89646"/>
                  </a:lnTo>
                  <a:lnTo>
                    <a:pt x="184050" y="101900"/>
                  </a:lnTo>
                  <a:lnTo>
                    <a:pt x="186519" y="106197"/>
                  </a:lnTo>
                  <a:lnTo>
                    <a:pt x="189366" y="111151"/>
                  </a:lnTo>
                  <a:lnTo>
                    <a:pt x="193152" y="118449"/>
                  </a:lnTo>
                  <a:lnTo>
                    <a:pt x="192548" y="118809"/>
                  </a:lnTo>
                  <a:lnTo>
                    <a:pt x="188904" y="120981"/>
                  </a:lnTo>
                  <a:lnTo>
                    <a:pt x="188123" y="125187"/>
                  </a:lnTo>
                  <a:lnTo>
                    <a:pt x="179480" y="132801"/>
                  </a:lnTo>
                  <a:lnTo>
                    <a:pt x="174351" y="139235"/>
                  </a:lnTo>
                  <a:lnTo>
                    <a:pt x="174242" y="139372"/>
                  </a:lnTo>
                  <a:lnTo>
                    <a:pt x="170136" y="143503"/>
                  </a:lnTo>
                  <a:lnTo>
                    <a:pt x="159662" y="154044"/>
                  </a:lnTo>
                  <a:lnTo>
                    <a:pt x="152123" y="163715"/>
                  </a:lnTo>
                  <a:lnTo>
                    <a:pt x="147845" y="1652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g42"/>
            <p:cNvSpPr/>
            <p:nvPr/>
          </p:nvSpPr>
          <p:spPr>
            <a:xfrm>
              <a:off x="9549072" y="4436908"/>
              <a:ext cx="613200" cy="536648"/>
            </a:xfrm>
            <a:custGeom>
              <a:avLst/>
              <a:pathLst>
                <a:path w="613200" h="536648">
                  <a:moveTo>
                    <a:pt x="196712" y="446514"/>
                  </a:moveTo>
                  <a:lnTo>
                    <a:pt x="195954" y="447519"/>
                  </a:lnTo>
                  <a:lnTo>
                    <a:pt x="194000" y="446118"/>
                  </a:lnTo>
                  <a:lnTo>
                    <a:pt x="189786" y="443095"/>
                  </a:lnTo>
                  <a:lnTo>
                    <a:pt x="180356" y="456951"/>
                  </a:lnTo>
                  <a:lnTo>
                    <a:pt x="184883" y="460246"/>
                  </a:lnTo>
                  <a:lnTo>
                    <a:pt x="186270" y="461256"/>
                  </a:lnTo>
                  <a:lnTo>
                    <a:pt x="184621" y="463375"/>
                  </a:lnTo>
                  <a:lnTo>
                    <a:pt x="175734" y="475892"/>
                  </a:lnTo>
                  <a:lnTo>
                    <a:pt x="168490" y="470678"/>
                  </a:lnTo>
                  <a:lnTo>
                    <a:pt x="151394" y="458375"/>
                  </a:lnTo>
                  <a:lnTo>
                    <a:pt x="138168" y="448857"/>
                  </a:lnTo>
                  <a:lnTo>
                    <a:pt x="119409" y="435358"/>
                  </a:lnTo>
                  <a:lnTo>
                    <a:pt x="118438" y="434659"/>
                  </a:lnTo>
                  <a:lnTo>
                    <a:pt x="117873" y="434252"/>
                  </a:lnTo>
                  <a:lnTo>
                    <a:pt x="99646" y="421135"/>
                  </a:lnTo>
                  <a:lnTo>
                    <a:pt x="94755" y="417615"/>
                  </a:lnTo>
                  <a:lnTo>
                    <a:pt x="75451" y="403723"/>
                  </a:lnTo>
                  <a:lnTo>
                    <a:pt x="62947" y="394605"/>
                  </a:lnTo>
                  <a:lnTo>
                    <a:pt x="62247" y="394094"/>
                  </a:lnTo>
                  <a:lnTo>
                    <a:pt x="25443" y="367256"/>
                  </a:lnTo>
                  <a:lnTo>
                    <a:pt x="5521" y="352728"/>
                  </a:lnTo>
                  <a:lnTo>
                    <a:pt x="0" y="343064"/>
                  </a:lnTo>
                  <a:lnTo>
                    <a:pt x="31152" y="297143"/>
                  </a:lnTo>
                  <a:lnTo>
                    <a:pt x="35145" y="291038"/>
                  </a:lnTo>
                  <a:lnTo>
                    <a:pt x="130862" y="176173"/>
                  </a:lnTo>
                  <a:lnTo>
                    <a:pt x="147179" y="156592"/>
                  </a:lnTo>
                  <a:lnTo>
                    <a:pt x="186275" y="131984"/>
                  </a:lnTo>
                  <a:lnTo>
                    <a:pt x="213817" y="114648"/>
                  </a:lnTo>
                  <a:lnTo>
                    <a:pt x="217533" y="112310"/>
                  </a:lnTo>
                  <a:lnTo>
                    <a:pt x="264175" y="76190"/>
                  </a:lnTo>
                  <a:lnTo>
                    <a:pt x="387905" y="0"/>
                  </a:lnTo>
                  <a:lnTo>
                    <a:pt x="393050" y="6571"/>
                  </a:lnTo>
                  <a:lnTo>
                    <a:pt x="393577" y="7537"/>
                  </a:lnTo>
                  <a:lnTo>
                    <a:pt x="404418" y="27426"/>
                  </a:lnTo>
                  <a:lnTo>
                    <a:pt x="404720" y="27979"/>
                  </a:lnTo>
                  <a:lnTo>
                    <a:pt x="417374" y="51194"/>
                  </a:lnTo>
                  <a:lnTo>
                    <a:pt x="417732" y="51851"/>
                  </a:lnTo>
                  <a:lnTo>
                    <a:pt x="419296" y="54720"/>
                  </a:lnTo>
                  <a:lnTo>
                    <a:pt x="445542" y="102941"/>
                  </a:lnTo>
                  <a:lnTo>
                    <a:pt x="446946" y="105521"/>
                  </a:lnTo>
                  <a:lnTo>
                    <a:pt x="474100" y="155207"/>
                  </a:lnTo>
                  <a:lnTo>
                    <a:pt x="479551" y="165043"/>
                  </a:lnTo>
                  <a:lnTo>
                    <a:pt x="486412" y="177687"/>
                  </a:lnTo>
                  <a:lnTo>
                    <a:pt x="486627" y="178083"/>
                  </a:lnTo>
                  <a:lnTo>
                    <a:pt x="498935" y="200764"/>
                  </a:lnTo>
                  <a:lnTo>
                    <a:pt x="499471" y="201750"/>
                  </a:lnTo>
                  <a:lnTo>
                    <a:pt x="507008" y="214462"/>
                  </a:lnTo>
                  <a:lnTo>
                    <a:pt x="510772" y="220809"/>
                  </a:lnTo>
                  <a:lnTo>
                    <a:pt x="511263" y="221638"/>
                  </a:lnTo>
                  <a:lnTo>
                    <a:pt x="511972" y="222833"/>
                  </a:lnTo>
                  <a:lnTo>
                    <a:pt x="524456" y="243888"/>
                  </a:lnTo>
                  <a:lnTo>
                    <a:pt x="526526" y="247379"/>
                  </a:lnTo>
                  <a:lnTo>
                    <a:pt x="554321" y="294357"/>
                  </a:lnTo>
                  <a:lnTo>
                    <a:pt x="555563" y="296457"/>
                  </a:lnTo>
                  <a:lnTo>
                    <a:pt x="583031" y="343234"/>
                  </a:lnTo>
                  <a:lnTo>
                    <a:pt x="583556" y="344129"/>
                  </a:lnTo>
                  <a:lnTo>
                    <a:pt x="584799" y="346244"/>
                  </a:lnTo>
                  <a:lnTo>
                    <a:pt x="597123" y="366965"/>
                  </a:lnTo>
                  <a:lnTo>
                    <a:pt x="597449" y="367458"/>
                  </a:lnTo>
                  <a:lnTo>
                    <a:pt x="597770" y="367943"/>
                  </a:lnTo>
                  <a:lnTo>
                    <a:pt x="605346" y="379384"/>
                  </a:lnTo>
                  <a:lnTo>
                    <a:pt x="613200" y="391244"/>
                  </a:lnTo>
                  <a:lnTo>
                    <a:pt x="589044" y="405620"/>
                  </a:lnTo>
                  <a:lnTo>
                    <a:pt x="537809" y="436114"/>
                  </a:lnTo>
                  <a:lnTo>
                    <a:pt x="493342" y="462578"/>
                  </a:lnTo>
                  <a:lnTo>
                    <a:pt x="458788" y="483143"/>
                  </a:lnTo>
                  <a:lnTo>
                    <a:pt x="435823" y="496811"/>
                  </a:lnTo>
                  <a:lnTo>
                    <a:pt x="418287" y="507247"/>
                  </a:lnTo>
                  <a:lnTo>
                    <a:pt x="371336" y="535191"/>
                  </a:lnTo>
                  <a:lnTo>
                    <a:pt x="368887" y="536648"/>
                  </a:lnTo>
                  <a:lnTo>
                    <a:pt x="365101" y="529350"/>
                  </a:lnTo>
                  <a:lnTo>
                    <a:pt x="362254" y="524396"/>
                  </a:lnTo>
                  <a:lnTo>
                    <a:pt x="359785" y="520099"/>
                  </a:lnTo>
                  <a:lnTo>
                    <a:pt x="352444" y="507845"/>
                  </a:lnTo>
                  <a:lnTo>
                    <a:pt x="345924" y="497073"/>
                  </a:lnTo>
                  <a:lnTo>
                    <a:pt x="343026" y="491637"/>
                  </a:lnTo>
                  <a:lnTo>
                    <a:pt x="337762" y="483681"/>
                  </a:lnTo>
                  <a:lnTo>
                    <a:pt x="331532" y="473354"/>
                  </a:lnTo>
                  <a:lnTo>
                    <a:pt x="327772" y="467496"/>
                  </a:lnTo>
                  <a:lnTo>
                    <a:pt x="323092" y="461546"/>
                  </a:lnTo>
                  <a:lnTo>
                    <a:pt x="322220" y="460654"/>
                  </a:lnTo>
                  <a:lnTo>
                    <a:pt x="318456" y="456803"/>
                  </a:lnTo>
                  <a:lnTo>
                    <a:pt x="314303" y="453047"/>
                  </a:lnTo>
                  <a:lnTo>
                    <a:pt x="310536" y="450181"/>
                  </a:lnTo>
                  <a:lnTo>
                    <a:pt x="303923" y="445635"/>
                  </a:lnTo>
                  <a:lnTo>
                    <a:pt x="299093" y="443263"/>
                  </a:lnTo>
                  <a:lnTo>
                    <a:pt x="295230" y="441385"/>
                  </a:lnTo>
                  <a:lnTo>
                    <a:pt x="289792" y="439656"/>
                  </a:lnTo>
                  <a:lnTo>
                    <a:pt x="284963" y="437976"/>
                  </a:lnTo>
                  <a:lnTo>
                    <a:pt x="275323" y="435758"/>
                  </a:lnTo>
                  <a:lnTo>
                    <a:pt x="271472" y="434996"/>
                  </a:lnTo>
                  <a:lnTo>
                    <a:pt x="269953" y="434695"/>
                  </a:lnTo>
                  <a:lnTo>
                    <a:pt x="266109" y="433564"/>
                  </a:lnTo>
                  <a:lnTo>
                    <a:pt x="262458" y="432378"/>
                  </a:lnTo>
                  <a:lnTo>
                    <a:pt x="257764" y="431311"/>
                  </a:lnTo>
                  <a:lnTo>
                    <a:pt x="250635" y="429888"/>
                  </a:lnTo>
                  <a:lnTo>
                    <a:pt x="242406" y="428228"/>
                  </a:lnTo>
                  <a:lnTo>
                    <a:pt x="234774" y="426921"/>
                  </a:lnTo>
                  <a:lnTo>
                    <a:pt x="229674" y="425678"/>
                  </a:lnTo>
                  <a:lnTo>
                    <a:pt x="225482" y="424050"/>
                  </a:lnTo>
                  <a:lnTo>
                    <a:pt x="221251" y="421826"/>
                  </a:lnTo>
                  <a:lnTo>
                    <a:pt x="215866" y="41819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g43"/>
            <p:cNvSpPr/>
            <p:nvPr/>
          </p:nvSpPr>
          <p:spPr>
            <a:xfrm>
              <a:off x="7627059" y="2545889"/>
              <a:ext cx="594712" cy="352210"/>
            </a:xfrm>
            <a:custGeom>
              <a:avLst/>
              <a:pathLst>
                <a:path w="594712" h="352210">
                  <a:moveTo>
                    <a:pt x="311365" y="61944"/>
                  </a:moveTo>
                  <a:lnTo>
                    <a:pt x="319988" y="62162"/>
                  </a:lnTo>
                  <a:lnTo>
                    <a:pt x="327568" y="61570"/>
                  </a:lnTo>
                  <a:lnTo>
                    <a:pt x="327895" y="61544"/>
                  </a:lnTo>
                  <a:lnTo>
                    <a:pt x="340711" y="60543"/>
                  </a:lnTo>
                  <a:lnTo>
                    <a:pt x="385774" y="55176"/>
                  </a:lnTo>
                  <a:lnTo>
                    <a:pt x="420253" y="51127"/>
                  </a:lnTo>
                  <a:lnTo>
                    <a:pt x="427086" y="50325"/>
                  </a:lnTo>
                  <a:lnTo>
                    <a:pt x="468485" y="45463"/>
                  </a:lnTo>
                  <a:lnTo>
                    <a:pt x="494933" y="41834"/>
                  </a:lnTo>
                  <a:lnTo>
                    <a:pt x="496373" y="41636"/>
                  </a:lnTo>
                  <a:lnTo>
                    <a:pt x="496481" y="42324"/>
                  </a:lnTo>
                  <a:lnTo>
                    <a:pt x="496798" y="44930"/>
                  </a:lnTo>
                  <a:lnTo>
                    <a:pt x="497571" y="51288"/>
                  </a:lnTo>
                  <a:lnTo>
                    <a:pt x="498198" y="56454"/>
                  </a:lnTo>
                  <a:lnTo>
                    <a:pt x="498398" y="58099"/>
                  </a:lnTo>
                  <a:lnTo>
                    <a:pt x="500315" y="73873"/>
                  </a:lnTo>
                  <a:lnTo>
                    <a:pt x="513785" y="71972"/>
                  </a:lnTo>
                  <a:lnTo>
                    <a:pt x="517162" y="96712"/>
                  </a:lnTo>
                  <a:lnTo>
                    <a:pt x="523445" y="98419"/>
                  </a:lnTo>
                  <a:lnTo>
                    <a:pt x="524381" y="101541"/>
                  </a:lnTo>
                  <a:lnTo>
                    <a:pt x="526034" y="102647"/>
                  </a:lnTo>
                  <a:lnTo>
                    <a:pt x="530483" y="123054"/>
                  </a:lnTo>
                  <a:lnTo>
                    <a:pt x="533423" y="145563"/>
                  </a:lnTo>
                  <a:lnTo>
                    <a:pt x="542624" y="140671"/>
                  </a:lnTo>
                  <a:lnTo>
                    <a:pt x="544322" y="137528"/>
                  </a:lnTo>
                  <a:lnTo>
                    <a:pt x="556870" y="160510"/>
                  </a:lnTo>
                  <a:lnTo>
                    <a:pt x="568787" y="182335"/>
                  </a:lnTo>
                  <a:lnTo>
                    <a:pt x="547187" y="193061"/>
                  </a:lnTo>
                  <a:lnTo>
                    <a:pt x="559822" y="215929"/>
                  </a:lnTo>
                  <a:lnTo>
                    <a:pt x="570940" y="235186"/>
                  </a:lnTo>
                  <a:lnTo>
                    <a:pt x="583130" y="256784"/>
                  </a:lnTo>
                  <a:lnTo>
                    <a:pt x="594712" y="277771"/>
                  </a:lnTo>
                  <a:lnTo>
                    <a:pt x="558222" y="299797"/>
                  </a:lnTo>
                  <a:lnTo>
                    <a:pt x="568373" y="317785"/>
                  </a:lnTo>
                  <a:lnTo>
                    <a:pt x="569680" y="320101"/>
                  </a:lnTo>
                  <a:lnTo>
                    <a:pt x="581958" y="341856"/>
                  </a:lnTo>
                  <a:lnTo>
                    <a:pt x="587773" y="352210"/>
                  </a:lnTo>
                  <a:lnTo>
                    <a:pt x="549638" y="345734"/>
                  </a:lnTo>
                  <a:lnTo>
                    <a:pt x="544990" y="344945"/>
                  </a:lnTo>
                  <a:lnTo>
                    <a:pt x="538677" y="343873"/>
                  </a:lnTo>
                  <a:lnTo>
                    <a:pt x="532649" y="342651"/>
                  </a:lnTo>
                  <a:lnTo>
                    <a:pt x="521767" y="340445"/>
                  </a:lnTo>
                  <a:lnTo>
                    <a:pt x="508643" y="338189"/>
                  </a:lnTo>
                  <a:lnTo>
                    <a:pt x="495062" y="335854"/>
                  </a:lnTo>
                  <a:lnTo>
                    <a:pt x="374800" y="314772"/>
                  </a:lnTo>
                  <a:lnTo>
                    <a:pt x="374505" y="314720"/>
                  </a:lnTo>
                  <a:lnTo>
                    <a:pt x="342883" y="308108"/>
                  </a:lnTo>
                  <a:lnTo>
                    <a:pt x="312813" y="301820"/>
                  </a:lnTo>
                  <a:lnTo>
                    <a:pt x="312559" y="301767"/>
                  </a:lnTo>
                  <a:lnTo>
                    <a:pt x="302099" y="299579"/>
                  </a:lnTo>
                  <a:lnTo>
                    <a:pt x="284171" y="295830"/>
                  </a:lnTo>
                  <a:lnTo>
                    <a:pt x="255766" y="289891"/>
                  </a:lnTo>
                  <a:lnTo>
                    <a:pt x="185308" y="273295"/>
                  </a:lnTo>
                  <a:lnTo>
                    <a:pt x="177163" y="271175"/>
                  </a:lnTo>
                  <a:lnTo>
                    <a:pt x="138091" y="261006"/>
                  </a:lnTo>
                  <a:lnTo>
                    <a:pt x="4436" y="234682"/>
                  </a:lnTo>
                  <a:lnTo>
                    <a:pt x="0" y="233967"/>
                  </a:lnTo>
                  <a:lnTo>
                    <a:pt x="417" y="231834"/>
                  </a:lnTo>
                  <a:lnTo>
                    <a:pt x="3359" y="216826"/>
                  </a:lnTo>
                  <a:lnTo>
                    <a:pt x="7102" y="197726"/>
                  </a:lnTo>
                  <a:lnTo>
                    <a:pt x="8192" y="192168"/>
                  </a:lnTo>
                  <a:lnTo>
                    <a:pt x="9874" y="183586"/>
                  </a:lnTo>
                  <a:lnTo>
                    <a:pt x="13199" y="166617"/>
                  </a:lnTo>
                  <a:lnTo>
                    <a:pt x="13254" y="166270"/>
                  </a:lnTo>
                  <a:lnTo>
                    <a:pt x="16820" y="143575"/>
                  </a:lnTo>
                  <a:lnTo>
                    <a:pt x="21813" y="111045"/>
                  </a:lnTo>
                  <a:lnTo>
                    <a:pt x="22396" y="105635"/>
                  </a:lnTo>
                  <a:lnTo>
                    <a:pt x="24571" y="85465"/>
                  </a:lnTo>
                  <a:lnTo>
                    <a:pt x="24792" y="81589"/>
                  </a:lnTo>
                  <a:lnTo>
                    <a:pt x="25917" y="61843"/>
                  </a:lnTo>
                  <a:lnTo>
                    <a:pt x="26020" y="60042"/>
                  </a:lnTo>
                  <a:lnTo>
                    <a:pt x="25811" y="45857"/>
                  </a:lnTo>
                  <a:lnTo>
                    <a:pt x="25690" y="37611"/>
                  </a:lnTo>
                  <a:lnTo>
                    <a:pt x="25585" y="30468"/>
                  </a:lnTo>
                  <a:lnTo>
                    <a:pt x="25146" y="21791"/>
                  </a:lnTo>
                  <a:lnTo>
                    <a:pt x="24994" y="18798"/>
                  </a:lnTo>
                  <a:lnTo>
                    <a:pt x="24780" y="14560"/>
                  </a:lnTo>
                  <a:lnTo>
                    <a:pt x="24276" y="4608"/>
                  </a:lnTo>
                  <a:lnTo>
                    <a:pt x="24079" y="3516"/>
                  </a:lnTo>
                  <a:lnTo>
                    <a:pt x="23930" y="2687"/>
                  </a:lnTo>
                  <a:lnTo>
                    <a:pt x="23446" y="0"/>
                  </a:lnTo>
                  <a:lnTo>
                    <a:pt x="82591" y="20267"/>
                  </a:lnTo>
                  <a:lnTo>
                    <a:pt x="98226" y="25625"/>
                  </a:lnTo>
                  <a:lnTo>
                    <a:pt x="109527" y="28096"/>
                  </a:lnTo>
                  <a:lnTo>
                    <a:pt x="119888" y="29905"/>
                  </a:lnTo>
                  <a:lnTo>
                    <a:pt x="153282" y="35736"/>
                  </a:lnTo>
                  <a:lnTo>
                    <a:pt x="156443" y="36288"/>
                  </a:lnTo>
                  <a:lnTo>
                    <a:pt x="173051" y="39188"/>
                  </a:lnTo>
                  <a:lnTo>
                    <a:pt x="207589" y="45218"/>
                  </a:lnTo>
                  <a:lnTo>
                    <a:pt x="234537" y="50554"/>
                  </a:lnTo>
                  <a:lnTo>
                    <a:pt x="272207" y="57077"/>
                  </a:lnTo>
                  <a:lnTo>
                    <a:pt x="293530" y="59987"/>
                  </a:lnTo>
                  <a:lnTo>
                    <a:pt x="307073" y="61835"/>
                  </a:lnTo>
                  <a:lnTo>
                    <a:pt x="307234" y="6183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g44"/>
            <p:cNvSpPr/>
            <p:nvPr/>
          </p:nvSpPr>
          <p:spPr>
            <a:xfrm>
              <a:off x="8123432" y="2517685"/>
              <a:ext cx="363913" cy="401736"/>
            </a:xfrm>
            <a:custGeom>
              <a:avLst/>
              <a:pathLst>
                <a:path w="363913" h="401736">
                  <a:moveTo>
                    <a:pt x="219156" y="3087"/>
                  </a:moveTo>
                  <a:lnTo>
                    <a:pt x="227827" y="19737"/>
                  </a:lnTo>
                  <a:lnTo>
                    <a:pt x="229229" y="22429"/>
                  </a:lnTo>
                  <a:lnTo>
                    <a:pt x="231184" y="26184"/>
                  </a:lnTo>
                  <a:lnTo>
                    <a:pt x="241215" y="45444"/>
                  </a:lnTo>
                  <a:lnTo>
                    <a:pt x="242162" y="46933"/>
                  </a:lnTo>
                  <a:lnTo>
                    <a:pt x="243911" y="49680"/>
                  </a:lnTo>
                  <a:lnTo>
                    <a:pt x="237452" y="52764"/>
                  </a:lnTo>
                  <a:lnTo>
                    <a:pt x="220721" y="60805"/>
                  </a:lnTo>
                  <a:lnTo>
                    <a:pt x="247865" y="105234"/>
                  </a:lnTo>
                  <a:lnTo>
                    <a:pt x="261794" y="129320"/>
                  </a:lnTo>
                  <a:lnTo>
                    <a:pt x="272307" y="146653"/>
                  </a:lnTo>
                  <a:lnTo>
                    <a:pt x="284838" y="168345"/>
                  </a:lnTo>
                  <a:lnTo>
                    <a:pt x="297807" y="190533"/>
                  </a:lnTo>
                  <a:lnTo>
                    <a:pt x="320892" y="230953"/>
                  </a:lnTo>
                  <a:lnTo>
                    <a:pt x="326358" y="239681"/>
                  </a:lnTo>
                  <a:lnTo>
                    <a:pt x="336263" y="257556"/>
                  </a:lnTo>
                  <a:lnTo>
                    <a:pt x="344641" y="271583"/>
                  </a:lnTo>
                  <a:lnTo>
                    <a:pt x="363913" y="303897"/>
                  </a:lnTo>
                  <a:lnTo>
                    <a:pt x="363621" y="304033"/>
                  </a:lnTo>
                  <a:lnTo>
                    <a:pt x="353563" y="308745"/>
                  </a:lnTo>
                  <a:lnTo>
                    <a:pt x="345482" y="312531"/>
                  </a:lnTo>
                  <a:lnTo>
                    <a:pt x="343221" y="313590"/>
                  </a:lnTo>
                  <a:lnTo>
                    <a:pt x="307516" y="330317"/>
                  </a:lnTo>
                  <a:lnTo>
                    <a:pt x="293375" y="336942"/>
                  </a:lnTo>
                  <a:lnTo>
                    <a:pt x="287478" y="340269"/>
                  </a:lnTo>
                  <a:lnTo>
                    <a:pt x="280598" y="344152"/>
                  </a:lnTo>
                  <a:lnTo>
                    <a:pt x="223408" y="377502"/>
                  </a:lnTo>
                  <a:lnTo>
                    <a:pt x="179703" y="401736"/>
                  </a:lnTo>
                  <a:lnTo>
                    <a:pt x="146121" y="390410"/>
                  </a:lnTo>
                  <a:lnTo>
                    <a:pt x="117474" y="385349"/>
                  </a:lnTo>
                  <a:lnTo>
                    <a:pt x="108646" y="383789"/>
                  </a:lnTo>
                  <a:lnTo>
                    <a:pt x="91431" y="380419"/>
                  </a:lnTo>
                  <a:lnTo>
                    <a:pt x="85584" y="370060"/>
                  </a:lnTo>
                  <a:lnTo>
                    <a:pt x="73307" y="348305"/>
                  </a:lnTo>
                  <a:lnTo>
                    <a:pt x="72000" y="345989"/>
                  </a:lnTo>
                  <a:lnTo>
                    <a:pt x="61828" y="327964"/>
                  </a:lnTo>
                  <a:lnTo>
                    <a:pt x="98339" y="305976"/>
                  </a:lnTo>
                  <a:lnTo>
                    <a:pt x="86757" y="284988"/>
                  </a:lnTo>
                  <a:lnTo>
                    <a:pt x="74567" y="263390"/>
                  </a:lnTo>
                  <a:lnTo>
                    <a:pt x="63449" y="244133"/>
                  </a:lnTo>
                  <a:lnTo>
                    <a:pt x="50814" y="221266"/>
                  </a:lnTo>
                  <a:lnTo>
                    <a:pt x="72414" y="210540"/>
                  </a:lnTo>
                  <a:lnTo>
                    <a:pt x="60497" y="188714"/>
                  </a:lnTo>
                  <a:lnTo>
                    <a:pt x="47948" y="165731"/>
                  </a:lnTo>
                  <a:lnTo>
                    <a:pt x="46250" y="168876"/>
                  </a:lnTo>
                  <a:lnTo>
                    <a:pt x="37050" y="173767"/>
                  </a:lnTo>
                  <a:lnTo>
                    <a:pt x="34110" y="151258"/>
                  </a:lnTo>
                  <a:lnTo>
                    <a:pt x="29661" y="130852"/>
                  </a:lnTo>
                  <a:lnTo>
                    <a:pt x="28008" y="129745"/>
                  </a:lnTo>
                  <a:lnTo>
                    <a:pt x="27072" y="126623"/>
                  </a:lnTo>
                  <a:lnTo>
                    <a:pt x="20789" y="124916"/>
                  </a:lnTo>
                  <a:lnTo>
                    <a:pt x="17412" y="100177"/>
                  </a:lnTo>
                  <a:lnTo>
                    <a:pt x="3942" y="102077"/>
                  </a:lnTo>
                  <a:lnTo>
                    <a:pt x="2025" y="86303"/>
                  </a:lnTo>
                  <a:lnTo>
                    <a:pt x="1825" y="84658"/>
                  </a:lnTo>
                  <a:lnTo>
                    <a:pt x="1197" y="79493"/>
                  </a:lnTo>
                  <a:lnTo>
                    <a:pt x="425" y="73134"/>
                  </a:lnTo>
                  <a:lnTo>
                    <a:pt x="108" y="70528"/>
                  </a:lnTo>
                  <a:lnTo>
                    <a:pt x="0" y="69840"/>
                  </a:lnTo>
                  <a:lnTo>
                    <a:pt x="677" y="69747"/>
                  </a:lnTo>
                  <a:lnTo>
                    <a:pt x="17653" y="67418"/>
                  </a:lnTo>
                  <a:lnTo>
                    <a:pt x="52837" y="63580"/>
                  </a:lnTo>
                  <a:lnTo>
                    <a:pt x="63736" y="62391"/>
                  </a:lnTo>
                  <a:lnTo>
                    <a:pt x="69142" y="61670"/>
                  </a:lnTo>
                  <a:lnTo>
                    <a:pt x="77978" y="60491"/>
                  </a:lnTo>
                  <a:lnTo>
                    <a:pt x="90879" y="58771"/>
                  </a:lnTo>
                  <a:lnTo>
                    <a:pt x="97648" y="57371"/>
                  </a:lnTo>
                  <a:lnTo>
                    <a:pt x="101214" y="56634"/>
                  </a:lnTo>
                  <a:lnTo>
                    <a:pt x="107432" y="55275"/>
                  </a:lnTo>
                  <a:lnTo>
                    <a:pt x="117961" y="47636"/>
                  </a:lnTo>
                  <a:lnTo>
                    <a:pt x="119400" y="46762"/>
                  </a:lnTo>
                  <a:lnTo>
                    <a:pt x="121500" y="45485"/>
                  </a:lnTo>
                  <a:lnTo>
                    <a:pt x="123330" y="44373"/>
                  </a:lnTo>
                  <a:lnTo>
                    <a:pt x="142048" y="32997"/>
                  </a:lnTo>
                  <a:lnTo>
                    <a:pt x="149481" y="28429"/>
                  </a:lnTo>
                  <a:lnTo>
                    <a:pt x="152851" y="26357"/>
                  </a:lnTo>
                  <a:lnTo>
                    <a:pt x="163653" y="19718"/>
                  </a:lnTo>
                  <a:lnTo>
                    <a:pt x="167194" y="17650"/>
                  </a:lnTo>
                  <a:lnTo>
                    <a:pt x="174323" y="13487"/>
                  </a:lnTo>
                  <a:lnTo>
                    <a:pt x="178251" y="11194"/>
                  </a:lnTo>
                  <a:lnTo>
                    <a:pt x="183539" y="7673"/>
                  </a:lnTo>
                  <a:lnTo>
                    <a:pt x="185205" y="5820"/>
                  </a:lnTo>
                  <a:lnTo>
                    <a:pt x="186982" y="3015"/>
                  </a:lnTo>
                  <a:lnTo>
                    <a:pt x="190027" y="6802"/>
                  </a:lnTo>
                  <a:lnTo>
                    <a:pt x="192805" y="7393"/>
                  </a:lnTo>
                  <a:lnTo>
                    <a:pt x="197863" y="2901"/>
                  </a:lnTo>
                  <a:lnTo>
                    <a:pt x="203672" y="8796"/>
                  </a:lnTo>
                  <a:lnTo>
                    <a:pt x="204803" y="9944"/>
                  </a:lnTo>
                  <a:lnTo>
                    <a:pt x="205848" y="9091"/>
                  </a:lnTo>
                  <a:lnTo>
                    <a:pt x="216973" y="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g45"/>
            <p:cNvSpPr/>
            <p:nvPr/>
          </p:nvSpPr>
          <p:spPr>
            <a:xfrm>
              <a:off x="8567358" y="2190102"/>
              <a:ext cx="353327" cy="287413"/>
            </a:xfrm>
            <a:custGeom>
              <a:avLst/>
              <a:pathLst>
                <a:path w="353327" h="287413">
                  <a:moveTo>
                    <a:pt x="80831" y="37211"/>
                  </a:moveTo>
                  <a:lnTo>
                    <a:pt x="82997" y="38354"/>
                  </a:lnTo>
                  <a:lnTo>
                    <a:pt x="83973" y="36963"/>
                  </a:lnTo>
                  <a:lnTo>
                    <a:pt x="84968" y="35543"/>
                  </a:lnTo>
                  <a:lnTo>
                    <a:pt x="91281" y="38820"/>
                  </a:lnTo>
                  <a:lnTo>
                    <a:pt x="93787" y="40121"/>
                  </a:lnTo>
                  <a:lnTo>
                    <a:pt x="94180" y="38820"/>
                  </a:lnTo>
                  <a:lnTo>
                    <a:pt x="94883" y="36489"/>
                  </a:lnTo>
                  <a:lnTo>
                    <a:pt x="95423" y="35164"/>
                  </a:lnTo>
                  <a:lnTo>
                    <a:pt x="97298" y="30560"/>
                  </a:lnTo>
                  <a:lnTo>
                    <a:pt x="100353" y="25605"/>
                  </a:lnTo>
                  <a:lnTo>
                    <a:pt x="100550" y="25726"/>
                  </a:lnTo>
                  <a:lnTo>
                    <a:pt x="102668" y="27018"/>
                  </a:lnTo>
                  <a:lnTo>
                    <a:pt x="104317" y="28306"/>
                  </a:lnTo>
                  <a:lnTo>
                    <a:pt x="104638" y="27617"/>
                  </a:lnTo>
                  <a:lnTo>
                    <a:pt x="106105" y="24474"/>
                  </a:lnTo>
                  <a:lnTo>
                    <a:pt x="106685" y="18915"/>
                  </a:lnTo>
                  <a:lnTo>
                    <a:pt x="107294" y="16280"/>
                  </a:lnTo>
                  <a:lnTo>
                    <a:pt x="107316" y="16126"/>
                  </a:lnTo>
                  <a:lnTo>
                    <a:pt x="108091" y="10536"/>
                  </a:lnTo>
                  <a:lnTo>
                    <a:pt x="106949" y="2656"/>
                  </a:lnTo>
                  <a:lnTo>
                    <a:pt x="107588" y="2016"/>
                  </a:lnTo>
                  <a:lnTo>
                    <a:pt x="109605" y="0"/>
                  </a:lnTo>
                  <a:lnTo>
                    <a:pt x="112603" y="4536"/>
                  </a:lnTo>
                  <a:lnTo>
                    <a:pt x="115431" y="7195"/>
                  </a:lnTo>
                  <a:lnTo>
                    <a:pt x="117996" y="9512"/>
                  </a:lnTo>
                  <a:lnTo>
                    <a:pt x="124707" y="14339"/>
                  </a:lnTo>
                  <a:lnTo>
                    <a:pt x="125168" y="18795"/>
                  </a:lnTo>
                  <a:lnTo>
                    <a:pt x="131727" y="21128"/>
                  </a:lnTo>
                  <a:lnTo>
                    <a:pt x="148720" y="27175"/>
                  </a:lnTo>
                  <a:lnTo>
                    <a:pt x="158840" y="28798"/>
                  </a:lnTo>
                  <a:lnTo>
                    <a:pt x="162024" y="29308"/>
                  </a:lnTo>
                  <a:lnTo>
                    <a:pt x="173746" y="31059"/>
                  </a:lnTo>
                  <a:lnTo>
                    <a:pt x="175603" y="31336"/>
                  </a:lnTo>
                  <a:lnTo>
                    <a:pt x="185375" y="33527"/>
                  </a:lnTo>
                  <a:lnTo>
                    <a:pt x="194875" y="35657"/>
                  </a:lnTo>
                  <a:lnTo>
                    <a:pt x="203096" y="35453"/>
                  </a:lnTo>
                  <a:lnTo>
                    <a:pt x="212025" y="35232"/>
                  </a:lnTo>
                  <a:lnTo>
                    <a:pt x="214914" y="35161"/>
                  </a:lnTo>
                  <a:lnTo>
                    <a:pt x="223199" y="41010"/>
                  </a:lnTo>
                  <a:lnTo>
                    <a:pt x="224721" y="42084"/>
                  </a:lnTo>
                  <a:lnTo>
                    <a:pt x="229825" y="45687"/>
                  </a:lnTo>
                  <a:lnTo>
                    <a:pt x="232521" y="47590"/>
                  </a:lnTo>
                  <a:lnTo>
                    <a:pt x="233448" y="48245"/>
                  </a:lnTo>
                  <a:lnTo>
                    <a:pt x="234396" y="48915"/>
                  </a:lnTo>
                  <a:lnTo>
                    <a:pt x="243692" y="52673"/>
                  </a:lnTo>
                  <a:lnTo>
                    <a:pt x="249579" y="55053"/>
                  </a:lnTo>
                  <a:lnTo>
                    <a:pt x="251173" y="55698"/>
                  </a:lnTo>
                  <a:lnTo>
                    <a:pt x="252763" y="56340"/>
                  </a:lnTo>
                  <a:lnTo>
                    <a:pt x="258189" y="58602"/>
                  </a:lnTo>
                  <a:lnTo>
                    <a:pt x="269868" y="63468"/>
                  </a:lnTo>
                  <a:lnTo>
                    <a:pt x="275891" y="68011"/>
                  </a:lnTo>
                  <a:lnTo>
                    <a:pt x="277986" y="69592"/>
                  </a:lnTo>
                  <a:lnTo>
                    <a:pt x="280887" y="69091"/>
                  </a:lnTo>
                  <a:lnTo>
                    <a:pt x="299953" y="65800"/>
                  </a:lnTo>
                  <a:lnTo>
                    <a:pt x="300794" y="65649"/>
                  </a:lnTo>
                  <a:lnTo>
                    <a:pt x="301403" y="65540"/>
                  </a:lnTo>
                  <a:lnTo>
                    <a:pt x="304310" y="64932"/>
                  </a:lnTo>
                  <a:lnTo>
                    <a:pt x="316484" y="62386"/>
                  </a:lnTo>
                  <a:lnTo>
                    <a:pt x="321358" y="60786"/>
                  </a:lnTo>
                  <a:lnTo>
                    <a:pt x="323417" y="60109"/>
                  </a:lnTo>
                  <a:lnTo>
                    <a:pt x="324742" y="59296"/>
                  </a:lnTo>
                  <a:lnTo>
                    <a:pt x="325901" y="58585"/>
                  </a:lnTo>
                  <a:lnTo>
                    <a:pt x="330597" y="55701"/>
                  </a:lnTo>
                  <a:lnTo>
                    <a:pt x="332035" y="54818"/>
                  </a:lnTo>
                  <a:lnTo>
                    <a:pt x="332228" y="54700"/>
                  </a:lnTo>
                  <a:lnTo>
                    <a:pt x="332439" y="54523"/>
                  </a:lnTo>
                  <a:lnTo>
                    <a:pt x="332993" y="53387"/>
                  </a:lnTo>
                  <a:lnTo>
                    <a:pt x="341737" y="69427"/>
                  </a:lnTo>
                  <a:lnTo>
                    <a:pt x="342930" y="71726"/>
                  </a:lnTo>
                  <a:lnTo>
                    <a:pt x="353327" y="91762"/>
                  </a:lnTo>
                  <a:lnTo>
                    <a:pt x="332786" y="103931"/>
                  </a:lnTo>
                  <a:lnTo>
                    <a:pt x="344338" y="124734"/>
                  </a:lnTo>
                  <a:lnTo>
                    <a:pt x="324242" y="136745"/>
                  </a:lnTo>
                  <a:lnTo>
                    <a:pt x="323042" y="137420"/>
                  </a:lnTo>
                  <a:lnTo>
                    <a:pt x="303522" y="148403"/>
                  </a:lnTo>
                  <a:lnTo>
                    <a:pt x="280616" y="163065"/>
                  </a:lnTo>
                  <a:lnTo>
                    <a:pt x="260852" y="174590"/>
                  </a:lnTo>
                  <a:lnTo>
                    <a:pt x="241357" y="188104"/>
                  </a:lnTo>
                  <a:lnTo>
                    <a:pt x="237059" y="180543"/>
                  </a:lnTo>
                  <a:lnTo>
                    <a:pt x="215616" y="190031"/>
                  </a:lnTo>
                  <a:lnTo>
                    <a:pt x="208987" y="193881"/>
                  </a:lnTo>
                  <a:lnTo>
                    <a:pt x="195622" y="201643"/>
                  </a:lnTo>
                  <a:lnTo>
                    <a:pt x="174035" y="214441"/>
                  </a:lnTo>
                  <a:lnTo>
                    <a:pt x="152391" y="227546"/>
                  </a:lnTo>
                  <a:lnTo>
                    <a:pt x="132299" y="238947"/>
                  </a:lnTo>
                  <a:lnTo>
                    <a:pt x="111448" y="250780"/>
                  </a:lnTo>
                  <a:lnTo>
                    <a:pt x="91146" y="261956"/>
                  </a:lnTo>
                  <a:lnTo>
                    <a:pt x="71901" y="274428"/>
                  </a:lnTo>
                  <a:lnTo>
                    <a:pt x="49307" y="287413"/>
                  </a:lnTo>
                  <a:lnTo>
                    <a:pt x="26481" y="249692"/>
                  </a:lnTo>
                  <a:lnTo>
                    <a:pt x="25615" y="246183"/>
                  </a:lnTo>
                  <a:lnTo>
                    <a:pt x="22702" y="234383"/>
                  </a:lnTo>
                  <a:lnTo>
                    <a:pt x="20351" y="234634"/>
                  </a:lnTo>
                  <a:lnTo>
                    <a:pt x="18000" y="234885"/>
                  </a:lnTo>
                  <a:lnTo>
                    <a:pt x="16299" y="235066"/>
                  </a:lnTo>
                  <a:lnTo>
                    <a:pt x="15606" y="235165"/>
                  </a:lnTo>
                  <a:lnTo>
                    <a:pt x="15327" y="235205"/>
                  </a:lnTo>
                  <a:lnTo>
                    <a:pt x="12103" y="229201"/>
                  </a:lnTo>
                  <a:lnTo>
                    <a:pt x="10183" y="225606"/>
                  </a:lnTo>
                  <a:lnTo>
                    <a:pt x="6706" y="220677"/>
                  </a:lnTo>
                  <a:lnTo>
                    <a:pt x="4750" y="216687"/>
                  </a:lnTo>
                  <a:lnTo>
                    <a:pt x="2939" y="212277"/>
                  </a:lnTo>
                  <a:lnTo>
                    <a:pt x="2326" y="209716"/>
                  </a:lnTo>
                  <a:lnTo>
                    <a:pt x="2008" y="208389"/>
                  </a:lnTo>
                  <a:lnTo>
                    <a:pt x="2000" y="207124"/>
                  </a:lnTo>
                  <a:lnTo>
                    <a:pt x="2368" y="204465"/>
                  </a:lnTo>
                  <a:lnTo>
                    <a:pt x="2515" y="203400"/>
                  </a:lnTo>
                  <a:lnTo>
                    <a:pt x="3795" y="195618"/>
                  </a:lnTo>
                  <a:lnTo>
                    <a:pt x="5172" y="184426"/>
                  </a:lnTo>
                  <a:lnTo>
                    <a:pt x="5349" y="182184"/>
                  </a:lnTo>
                  <a:lnTo>
                    <a:pt x="6006" y="173859"/>
                  </a:lnTo>
                  <a:lnTo>
                    <a:pt x="6331" y="169750"/>
                  </a:lnTo>
                  <a:lnTo>
                    <a:pt x="7200" y="156112"/>
                  </a:lnTo>
                  <a:lnTo>
                    <a:pt x="7200" y="145364"/>
                  </a:lnTo>
                  <a:lnTo>
                    <a:pt x="7272" y="137359"/>
                  </a:lnTo>
                  <a:lnTo>
                    <a:pt x="8504" y="124536"/>
                  </a:lnTo>
                  <a:lnTo>
                    <a:pt x="8534" y="120265"/>
                  </a:lnTo>
                  <a:lnTo>
                    <a:pt x="8552" y="117569"/>
                  </a:lnTo>
                  <a:lnTo>
                    <a:pt x="7341" y="108184"/>
                  </a:lnTo>
                  <a:lnTo>
                    <a:pt x="7250" y="107480"/>
                  </a:lnTo>
                  <a:lnTo>
                    <a:pt x="7200" y="107093"/>
                  </a:lnTo>
                  <a:lnTo>
                    <a:pt x="6427" y="91182"/>
                  </a:lnTo>
                  <a:lnTo>
                    <a:pt x="5461" y="78681"/>
                  </a:lnTo>
                  <a:lnTo>
                    <a:pt x="4269" y="73346"/>
                  </a:lnTo>
                  <a:lnTo>
                    <a:pt x="393" y="66787"/>
                  </a:lnTo>
                  <a:lnTo>
                    <a:pt x="0" y="65462"/>
                  </a:lnTo>
                  <a:lnTo>
                    <a:pt x="117" y="65329"/>
                  </a:lnTo>
                  <a:lnTo>
                    <a:pt x="1986" y="63053"/>
                  </a:lnTo>
                  <a:lnTo>
                    <a:pt x="2980" y="61843"/>
                  </a:lnTo>
                  <a:lnTo>
                    <a:pt x="8564" y="56778"/>
                  </a:lnTo>
                  <a:lnTo>
                    <a:pt x="11997" y="55750"/>
                  </a:lnTo>
                  <a:lnTo>
                    <a:pt x="12277" y="55666"/>
                  </a:lnTo>
                  <a:lnTo>
                    <a:pt x="12427" y="55388"/>
                  </a:lnTo>
                  <a:lnTo>
                    <a:pt x="15597" y="49520"/>
                  </a:lnTo>
                  <a:lnTo>
                    <a:pt x="16382" y="49382"/>
                  </a:lnTo>
                  <a:lnTo>
                    <a:pt x="22255" y="48347"/>
                  </a:lnTo>
                  <a:lnTo>
                    <a:pt x="23379" y="51023"/>
                  </a:lnTo>
                  <a:lnTo>
                    <a:pt x="23837" y="52114"/>
                  </a:lnTo>
                  <a:lnTo>
                    <a:pt x="27571" y="51394"/>
                  </a:lnTo>
                  <a:lnTo>
                    <a:pt x="30079" y="50910"/>
                  </a:lnTo>
                  <a:lnTo>
                    <a:pt x="30357" y="52732"/>
                  </a:lnTo>
                  <a:lnTo>
                    <a:pt x="33507" y="55077"/>
                  </a:lnTo>
                  <a:lnTo>
                    <a:pt x="33677" y="55203"/>
                  </a:lnTo>
                  <a:lnTo>
                    <a:pt x="33879" y="55170"/>
                  </a:lnTo>
                  <a:lnTo>
                    <a:pt x="34635" y="55047"/>
                  </a:lnTo>
                  <a:lnTo>
                    <a:pt x="44449" y="53448"/>
                  </a:lnTo>
                  <a:lnTo>
                    <a:pt x="44257" y="56722"/>
                  </a:lnTo>
                  <a:lnTo>
                    <a:pt x="44209" y="57544"/>
                  </a:lnTo>
                  <a:lnTo>
                    <a:pt x="44195" y="57785"/>
                  </a:lnTo>
                  <a:lnTo>
                    <a:pt x="45353" y="57779"/>
                  </a:lnTo>
                  <a:lnTo>
                    <a:pt x="66098" y="57669"/>
                  </a:lnTo>
                  <a:lnTo>
                    <a:pt x="66962" y="52391"/>
                  </a:lnTo>
                  <a:lnTo>
                    <a:pt x="67355" y="49985"/>
                  </a:lnTo>
                  <a:lnTo>
                    <a:pt x="73467" y="43820"/>
                  </a:lnTo>
                  <a:lnTo>
                    <a:pt x="73285" y="42516"/>
                  </a:lnTo>
                  <a:lnTo>
                    <a:pt x="72851" y="39410"/>
                  </a:lnTo>
                  <a:lnTo>
                    <a:pt x="79020" y="3771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g46"/>
            <p:cNvSpPr/>
            <p:nvPr/>
          </p:nvSpPr>
          <p:spPr>
            <a:xfrm>
              <a:off x="7481132" y="2779856"/>
              <a:ext cx="465618" cy="939186"/>
            </a:xfrm>
            <a:custGeom>
              <a:avLst/>
              <a:pathLst>
                <a:path w="465618" h="939186">
                  <a:moveTo>
                    <a:pt x="354180" y="935948"/>
                  </a:moveTo>
                  <a:lnTo>
                    <a:pt x="352592" y="939186"/>
                  </a:lnTo>
                  <a:lnTo>
                    <a:pt x="248015" y="914040"/>
                  </a:lnTo>
                  <a:lnTo>
                    <a:pt x="193925" y="896943"/>
                  </a:lnTo>
                  <a:lnTo>
                    <a:pt x="160002" y="887881"/>
                  </a:lnTo>
                  <a:lnTo>
                    <a:pt x="167903" y="838871"/>
                  </a:lnTo>
                  <a:lnTo>
                    <a:pt x="138108" y="834057"/>
                  </a:lnTo>
                  <a:lnTo>
                    <a:pt x="0" y="809380"/>
                  </a:lnTo>
                  <a:lnTo>
                    <a:pt x="6450" y="773600"/>
                  </a:lnTo>
                  <a:lnTo>
                    <a:pt x="11986" y="742894"/>
                  </a:lnTo>
                  <a:lnTo>
                    <a:pt x="15460" y="723626"/>
                  </a:lnTo>
                  <a:lnTo>
                    <a:pt x="18649" y="705938"/>
                  </a:lnTo>
                  <a:lnTo>
                    <a:pt x="31790" y="633043"/>
                  </a:lnTo>
                  <a:lnTo>
                    <a:pt x="50070" y="531648"/>
                  </a:lnTo>
                  <a:lnTo>
                    <a:pt x="58194" y="486586"/>
                  </a:lnTo>
                  <a:lnTo>
                    <a:pt x="60247" y="473986"/>
                  </a:lnTo>
                  <a:lnTo>
                    <a:pt x="63814" y="454160"/>
                  </a:lnTo>
                  <a:lnTo>
                    <a:pt x="64840" y="448459"/>
                  </a:lnTo>
                  <a:lnTo>
                    <a:pt x="69845" y="420645"/>
                  </a:lnTo>
                  <a:lnTo>
                    <a:pt x="72715" y="404694"/>
                  </a:lnTo>
                  <a:lnTo>
                    <a:pt x="73255" y="401693"/>
                  </a:lnTo>
                  <a:lnTo>
                    <a:pt x="76029" y="386279"/>
                  </a:lnTo>
                  <a:lnTo>
                    <a:pt x="81972" y="353252"/>
                  </a:lnTo>
                  <a:lnTo>
                    <a:pt x="82585" y="349846"/>
                  </a:lnTo>
                  <a:lnTo>
                    <a:pt x="82839" y="348433"/>
                  </a:lnTo>
                  <a:lnTo>
                    <a:pt x="84108" y="341380"/>
                  </a:lnTo>
                  <a:lnTo>
                    <a:pt x="88856" y="314992"/>
                  </a:lnTo>
                  <a:lnTo>
                    <a:pt x="89286" y="312605"/>
                  </a:lnTo>
                  <a:lnTo>
                    <a:pt x="90092" y="308125"/>
                  </a:lnTo>
                  <a:lnTo>
                    <a:pt x="90704" y="304723"/>
                  </a:lnTo>
                  <a:lnTo>
                    <a:pt x="90935" y="303437"/>
                  </a:lnTo>
                  <a:lnTo>
                    <a:pt x="95041" y="280623"/>
                  </a:lnTo>
                  <a:lnTo>
                    <a:pt x="96635" y="271763"/>
                  </a:lnTo>
                  <a:lnTo>
                    <a:pt x="99989" y="253122"/>
                  </a:lnTo>
                  <a:lnTo>
                    <a:pt x="107350" y="211427"/>
                  </a:lnTo>
                  <a:lnTo>
                    <a:pt x="119435" y="145056"/>
                  </a:lnTo>
                  <a:lnTo>
                    <a:pt x="122017" y="130706"/>
                  </a:lnTo>
                  <a:lnTo>
                    <a:pt x="124599" y="116355"/>
                  </a:lnTo>
                  <a:lnTo>
                    <a:pt x="124853" y="115217"/>
                  </a:lnTo>
                  <a:lnTo>
                    <a:pt x="125086" y="113940"/>
                  </a:lnTo>
                  <a:lnTo>
                    <a:pt x="125229" y="113160"/>
                  </a:lnTo>
                  <a:lnTo>
                    <a:pt x="127547" y="100499"/>
                  </a:lnTo>
                  <a:lnTo>
                    <a:pt x="129496" y="89797"/>
                  </a:lnTo>
                  <a:lnTo>
                    <a:pt x="133950" y="65333"/>
                  </a:lnTo>
                  <a:lnTo>
                    <a:pt x="138141" y="42318"/>
                  </a:lnTo>
                  <a:lnTo>
                    <a:pt x="138326" y="41303"/>
                  </a:lnTo>
                  <a:lnTo>
                    <a:pt x="138397" y="40913"/>
                  </a:lnTo>
                  <a:lnTo>
                    <a:pt x="139093" y="37131"/>
                  </a:lnTo>
                  <a:lnTo>
                    <a:pt x="145927" y="0"/>
                  </a:lnTo>
                  <a:lnTo>
                    <a:pt x="150364" y="715"/>
                  </a:lnTo>
                  <a:lnTo>
                    <a:pt x="284018" y="27039"/>
                  </a:lnTo>
                  <a:lnTo>
                    <a:pt x="283773" y="28451"/>
                  </a:lnTo>
                  <a:lnTo>
                    <a:pt x="266388" y="128602"/>
                  </a:lnTo>
                  <a:lnTo>
                    <a:pt x="264525" y="138999"/>
                  </a:lnTo>
                  <a:lnTo>
                    <a:pt x="258398" y="175143"/>
                  </a:lnTo>
                  <a:lnTo>
                    <a:pt x="257009" y="182359"/>
                  </a:lnTo>
                  <a:lnTo>
                    <a:pt x="249215" y="222854"/>
                  </a:lnTo>
                  <a:lnTo>
                    <a:pt x="231334" y="320289"/>
                  </a:lnTo>
                  <a:lnTo>
                    <a:pt x="294251" y="332025"/>
                  </a:lnTo>
                  <a:lnTo>
                    <a:pt x="318530" y="336554"/>
                  </a:lnTo>
                  <a:lnTo>
                    <a:pt x="341751" y="340797"/>
                  </a:lnTo>
                  <a:lnTo>
                    <a:pt x="356782" y="343675"/>
                  </a:lnTo>
                  <a:lnTo>
                    <a:pt x="374169" y="347004"/>
                  </a:lnTo>
                  <a:lnTo>
                    <a:pt x="391046" y="350000"/>
                  </a:lnTo>
                  <a:lnTo>
                    <a:pt x="408398" y="353391"/>
                  </a:lnTo>
                  <a:lnTo>
                    <a:pt x="425180" y="356541"/>
                  </a:lnTo>
                  <a:lnTo>
                    <a:pt x="465618" y="363993"/>
                  </a:lnTo>
                  <a:lnTo>
                    <a:pt x="450877" y="443102"/>
                  </a:lnTo>
                  <a:lnTo>
                    <a:pt x="447459" y="459929"/>
                  </a:lnTo>
                  <a:lnTo>
                    <a:pt x="444465" y="477323"/>
                  </a:lnTo>
                  <a:lnTo>
                    <a:pt x="440461" y="499551"/>
                  </a:lnTo>
                  <a:lnTo>
                    <a:pt x="434758" y="531208"/>
                  </a:lnTo>
                  <a:lnTo>
                    <a:pt x="414312" y="638184"/>
                  </a:lnTo>
                  <a:lnTo>
                    <a:pt x="381458" y="8248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g47"/>
            <p:cNvSpPr/>
            <p:nvPr/>
          </p:nvSpPr>
          <p:spPr>
            <a:xfrm>
              <a:off x="8397209" y="3508278"/>
              <a:ext cx="470538" cy="333830"/>
            </a:xfrm>
            <a:custGeom>
              <a:avLst/>
              <a:pathLst>
                <a:path w="470538" h="333830">
                  <a:moveTo>
                    <a:pt x="128586" y="0"/>
                  </a:moveTo>
                  <a:lnTo>
                    <a:pt x="179491" y="87330"/>
                  </a:lnTo>
                  <a:lnTo>
                    <a:pt x="202079" y="127114"/>
                  </a:lnTo>
                  <a:lnTo>
                    <a:pt x="206334" y="124649"/>
                  </a:lnTo>
                  <a:lnTo>
                    <a:pt x="208087" y="123576"/>
                  </a:lnTo>
                  <a:lnTo>
                    <a:pt x="210543" y="122073"/>
                  </a:lnTo>
                  <a:lnTo>
                    <a:pt x="216934" y="118161"/>
                  </a:lnTo>
                  <a:lnTo>
                    <a:pt x="221830" y="115164"/>
                  </a:lnTo>
                  <a:lnTo>
                    <a:pt x="221994" y="115064"/>
                  </a:lnTo>
                  <a:lnTo>
                    <a:pt x="225937" y="112650"/>
                  </a:lnTo>
                  <a:lnTo>
                    <a:pt x="228543" y="111055"/>
                  </a:lnTo>
                  <a:lnTo>
                    <a:pt x="230076" y="110116"/>
                  </a:lnTo>
                  <a:lnTo>
                    <a:pt x="267070" y="87472"/>
                  </a:lnTo>
                  <a:lnTo>
                    <a:pt x="287284" y="75099"/>
                  </a:lnTo>
                  <a:lnTo>
                    <a:pt x="287603" y="74904"/>
                  </a:lnTo>
                  <a:lnTo>
                    <a:pt x="289001" y="74047"/>
                  </a:lnTo>
                  <a:lnTo>
                    <a:pt x="289132" y="73967"/>
                  </a:lnTo>
                  <a:lnTo>
                    <a:pt x="306702" y="63213"/>
                  </a:lnTo>
                  <a:lnTo>
                    <a:pt x="327323" y="50590"/>
                  </a:lnTo>
                  <a:lnTo>
                    <a:pt x="327539" y="50458"/>
                  </a:lnTo>
                  <a:lnTo>
                    <a:pt x="367420" y="27209"/>
                  </a:lnTo>
                  <a:lnTo>
                    <a:pt x="399575" y="8465"/>
                  </a:lnTo>
                  <a:lnTo>
                    <a:pt x="400190" y="8107"/>
                  </a:lnTo>
                  <a:lnTo>
                    <a:pt x="400419" y="8504"/>
                  </a:lnTo>
                  <a:lnTo>
                    <a:pt x="470538" y="129895"/>
                  </a:lnTo>
                  <a:lnTo>
                    <a:pt x="468623" y="130657"/>
                  </a:lnTo>
                  <a:lnTo>
                    <a:pt x="466847" y="131713"/>
                  </a:lnTo>
                  <a:lnTo>
                    <a:pt x="465250" y="133037"/>
                  </a:lnTo>
                  <a:lnTo>
                    <a:pt x="463872" y="134597"/>
                  </a:lnTo>
                  <a:lnTo>
                    <a:pt x="462746" y="136355"/>
                  </a:lnTo>
                  <a:lnTo>
                    <a:pt x="461898" y="138270"/>
                  </a:lnTo>
                  <a:lnTo>
                    <a:pt x="461349" y="140296"/>
                  </a:lnTo>
                  <a:lnTo>
                    <a:pt x="461112" y="142385"/>
                  </a:lnTo>
                  <a:lnTo>
                    <a:pt x="461193" y="144486"/>
                  </a:lnTo>
                  <a:lnTo>
                    <a:pt x="461590" y="146549"/>
                  </a:lnTo>
                  <a:lnTo>
                    <a:pt x="462292" y="148524"/>
                  </a:lnTo>
                  <a:lnTo>
                    <a:pt x="445434" y="158499"/>
                  </a:lnTo>
                  <a:lnTo>
                    <a:pt x="439499" y="162010"/>
                  </a:lnTo>
                  <a:lnTo>
                    <a:pt x="436723" y="157853"/>
                  </a:lnTo>
                  <a:lnTo>
                    <a:pt x="422197" y="166433"/>
                  </a:lnTo>
                  <a:lnTo>
                    <a:pt x="412344" y="172252"/>
                  </a:lnTo>
                  <a:lnTo>
                    <a:pt x="414921" y="176510"/>
                  </a:lnTo>
                  <a:lnTo>
                    <a:pt x="408071" y="180554"/>
                  </a:lnTo>
                  <a:lnTo>
                    <a:pt x="404509" y="182657"/>
                  </a:lnTo>
                  <a:lnTo>
                    <a:pt x="403320" y="183360"/>
                  </a:lnTo>
                  <a:lnTo>
                    <a:pt x="401906" y="184194"/>
                  </a:lnTo>
                  <a:lnTo>
                    <a:pt x="400580" y="184978"/>
                  </a:lnTo>
                  <a:lnTo>
                    <a:pt x="399220" y="185781"/>
                  </a:lnTo>
                  <a:lnTo>
                    <a:pt x="397374" y="186871"/>
                  </a:lnTo>
                  <a:lnTo>
                    <a:pt x="395715" y="187850"/>
                  </a:lnTo>
                  <a:lnTo>
                    <a:pt x="394534" y="188547"/>
                  </a:lnTo>
                  <a:lnTo>
                    <a:pt x="392763" y="189593"/>
                  </a:lnTo>
                  <a:lnTo>
                    <a:pt x="390330" y="191030"/>
                  </a:lnTo>
                  <a:lnTo>
                    <a:pt x="384689" y="194361"/>
                  </a:lnTo>
                  <a:lnTo>
                    <a:pt x="368653" y="203829"/>
                  </a:lnTo>
                  <a:lnTo>
                    <a:pt x="365913" y="205447"/>
                  </a:lnTo>
                  <a:lnTo>
                    <a:pt x="365572" y="205649"/>
                  </a:lnTo>
                  <a:lnTo>
                    <a:pt x="347540" y="216295"/>
                  </a:lnTo>
                  <a:lnTo>
                    <a:pt x="344658" y="217997"/>
                  </a:lnTo>
                  <a:lnTo>
                    <a:pt x="306172" y="240721"/>
                  </a:lnTo>
                  <a:lnTo>
                    <a:pt x="305233" y="241275"/>
                  </a:lnTo>
                  <a:lnTo>
                    <a:pt x="305104" y="241352"/>
                  </a:lnTo>
                  <a:lnTo>
                    <a:pt x="304811" y="241525"/>
                  </a:lnTo>
                  <a:lnTo>
                    <a:pt x="304242" y="241861"/>
                  </a:lnTo>
                  <a:lnTo>
                    <a:pt x="291648" y="249297"/>
                  </a:lnTo>
                  <a:lnTo>
                    <a:pt x="289555" y="250533"/>
                  </a:lnTo>
                  <a:lnTo>
                    <a:pt x="286483" y="252459"/>
                  </a:lnTo>
                  <a:lnTo>
                    <a:pt x="281825" y="254690"/>
                  </a:lnTo>
                  <a:lnTo>
                    <a:pt x="278624" y="256625"/>
                  </a:lnTo>
                  <a:lnTo>
                    <a:pt x="265888" y="264327"/>
                  </a:lnTo>
                  <a:lnTo>
                    <a:pt x="244265" y="277403"/>
                  </a:lnTo>
                  <a:lnTo>
                    <a:pt x="232436" y="284390"/>
                  </a:lnTo>
                  <a:lnTo>
                    <a:pt x="212348" y="296256"/>
                  </a:lnTo>
                  <a:lnTo>
                    <a:pt x="192228" y="308140"/>
                  </a:lnTo>
                  <a:lnTo>
                    <a:pt x="174397" y="318673"/>
                  </a:lnTo>
                  <a:lnTo>
                    <a:pt x="173919" y="318929"/>
                  </a:lnTo>
                  <a:lnTo>
                    <a:pt x="170835" y="320582"/>
                  </a:lnTo>
                  <a:lnTo>
                    <a:pt x="165073" y="323670"/>
                  </a:lnTo>
                  <a:lnTo>
                    <a:pt x="146113" y="333830"/>
                  </a:lnTo>
                  <a:lnTo>
                    <a:pt x="144435" y="330904"/>
                  </a:lnTo>
                  <a:lnTo>
                    <a:pt x="129988" y="305722"/>
                  </a:lnTo>
                  <a:lnTo>
                    <a:pt x="107334" y="266234"/>
                  </a:lnTo>
                  <a:lnTo>
                    <a:pt x="104601" y="261470"/>
                  </a:lnTo>
                  <a:lnTo>
                    <a:pt x="83951" y="225474"/>
                  </a:lnTo>
                  <a:lnTo>
                    <a:pt x="72001" y="204984"/>
                  </a:lnTo>
                  <a:lnTo>
                    <a:pt x="43761" y="155384"/>
                  </a:lnTo>
                  <a:lnTo>
                    <a:pt x="13010" y="101743"/>
                  </a:lnTo>
                  <a:lnTo>
                    <a:pt x="0" y="79047"/>
                  </a:lnTo>
                  <a:lnTo>
                    <a:pt x="26199" y="63302"/>
                  </a:lnTo>
                  <a:lnTo>
                    <a:pt x="48262" y="50043"/>
                  </a:lnTo>
                  <a:lnTo>
                    <a:pt x="59639" y="43206"/>
                  </a:lnTo>
                  <a:lnTo>
                    <a:pt x="67177" y="38675"/>
                  </a:lnTo>
                  <a:lnTo>
                    <a:pt x="75283" y="33804"/>
                  </a:lnTo>
                  <a:lnTo>
                    <a:pt x="76795" y="32896"/>
                  </a:lnTo>
                  <a:lnTo>
                    <a:pt x="77943" y="32206"/>
                  </a:lnTo>
                  <a:lnTo>
                    <a:pt x="78454" y="31898"/>
                  </a:lnTo>
                  <a:lnTo>
                    <a:pt x="86891" y="26828"/>
                  </a:lnTo>
                  <a:lnTo>
                    <a:pt x="89615" y="25191"/>
                  </a:lnTo>
                  <a:lnTo>
                    <a:pt x="91390" y="24124"/>
                  </a:lnTo>
                  <a:lnTo>
                    <a:pt x="100205" y="18826"/>
                  </a:lnTo>
                  <a:lnTo>
                    <a:pt x="103811" y="16660"/>
                  </a:lnTo>
                  <a:lnTo>
                    <a:pt x="106635" y="14963"/>
                  </a:lnTo>
                  <a:lnTo>
                    <a:pt x="108375" y="13776"/>
                  </a:lnTo>
                  <a:lnTo>
                    <a:pt x="108609" y="13617"/>
                  </a:lnTo>
                  <a:lnTo>
                    <a:pt x="108834" y="13464"/>
                  </a:lnTo>
                  <a:lnTo>
                    <a:pt x="109311" y="13138"/>
                  </a:lnTo>
                  <a:lnTo>
                    <a:pt x="116376" y="8321"/>
                  </a:lnTo>
                  <a:lnTo>
                    <a:pt x="117335" y="7668"/>
                  </a:lnTo>
                  <a:lnTo>
                    <a:pt x="117769" y="7372"/>
                  </a:lnTo>
                  <a:lnTo>
                    <a:pt x="117962" y="7241"/>
                  </a:lnTo>
                  <a:lnTo>
                    <a:pt x="120743" y="5345"/>
                  </a:lnTo>
                  <a:lnTo>
                    <a:pt x="121932" y="4535"/>
                  </a:lnTo>
                  <a:lnTo>
                    <a:pt x="122689" y="4019"/>
                  </a:lnTo>
                  <a:lnTo>
                    <a:pt x="122870" y="3896"/>
                  </a:lnTo>
                  <a:lnTo>
                    <a:pt x="123136" y="3714"/>
                  </a:lnTo>
                  <a:lnTo>
                    <a:pt x="123427" y="3516"/>
                  </a:lnTo>
                  <a:lnTo>
                    <a:pt x="123950" y="3159"/>
                  </a:lnTo>
                  <a:lnTo>
                    <a:pt x="124413" y="2844"/>
                  </a:lnTo>
                  <a:lnTo>
                    <a:pt x="125175" y="2324"/>
                  </a:lnTo>
                  <a:lnTo>
                    <a:pt x="125305" y="2236"/>
                  </a:lnTo>
                  <a:lnTo>
                    <a:pt x="125736" y="19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g48"/>
            <p:cNvSpPr/>
            <p:nvPr/>
          </p:nvSpPr>
          <p:spPr>
            <a:xfrm>
              <a:off x="8543322" y="3656803"/>
              <a:ext cx="408129" cy="451620"/>
            </a:xfrm>
            <a:custGeom>
              <a:avLst/>
              <a:pathLst>
                <a:path w="408129" h="451620">
                  <a:moveTo>
                    <a:pt x="332744" y="7199"/>
                  </a:moveTo>
                  <a:lnTo>
                    <a:pt x="333483" y="7213"/>
                  </a:lnTo>
                  <a:lnTo>
                    <a:pt x="335468" y="7138"/>
                  </a:lnTo>
                  <a:lnTo>
                    <a:pt x="337442" y="6902"/>
                  </a:lnTo>
                  <a:lnTo>
                    <a:pt x="338944" y="6161"/>
                  </a:lnTo>
                  <a:lnTo>
                    <a:pt x="340362" y="5264"/>
                  </a:lnTo>
                  <a:lnTo>
                    <a:pt x="408129" y="125820"/>
                  </a:lnTo>
                  <a:lnTo>
                    <a:pt x="397798" y="132086"/>
                  </a:lnTo>
                  <a:lnTo>
                    <a:pt x="384426" y="140195"/>
                  </a:lnTo>
                  <a:lnTo>
                    <a:pt x="380410" y="142631"/>
                  </a:lnTo>
                  <a:lnTo>
                    <a:pt x="377531" y="144376"/>
                  </a:lnTo>
                  <a:lnTo>
                    <a:pt x="352360" y="159641"/>
                  </a:lnTo>
                  <a:lnTo>
                    <a:pt x="338619" y="168311"/>
                  </a:lnTo>
                  <a:lnTo>
                    <a:pt x="334347" y="171006"/>
                  </a:lnTo>
                  <a:lnTo>
                    <a:pt x="298054" y="192795"/>
                  </a:lnTo>
                  <a:lnTo>
                    <a:pt x="277476" y="205149"/>
                  </a:lnTo>
                  <a:lnTo>
                    <a:pt x="269223" y="210161"/>
                  </a:lnTo>
                  <a:lnTo>
                    <a:pt x="256641" y="217801"/>
                  </a:lnTo>
                  <a:lnTo>
                    <a:pt x="253959" y="219398"/>
                  </a:lnTo>
                  <a:lnTo>
                    <a:pt x="238454" y="228628"/>
                  </a:lnTo>
                  <a:lnTo>
                    <a:pt x="221437" y="238759"/>
                  </a:lnTo>
                  <a:lnTo>
                    <a:pt x="217896" y="240867"/>
                  </a:lnTo>
                  <a:lnTo>
                    <a:pt x="215597" y="242236"/>
                  </a:lnTo>
                  <a:lnTo>
                    <a:pt x="211955" y="244456"/>
                  </a:lnTo>
                  <a:lnTo>
                    <a:pt x="223741" y="264587"/>
                  </a:lnTo>
                  <a:lnTo>
                    <a:pt x="224420" y="265746"/>
                  </a:lnTo>
                  <a:lnTo>
                    <a:pt x="234304" y="282629"/>
                  </a:lnTo>
                  <a:lnTo>
                    <a:pt x="236450" y="286294"/>
                  </a:lnTo>
                  <a:lnTo>
                    <a:pt x="247193" y="304643"/>
                  </a:lnTo>
                  <a:lnTo>
                    <a:pt x="259336" y="325384"/>
                  </a:lnTo>
                  <a:lnTo>
                    <a:pt x="271018" y="345337"/>
                  </a:lnTo>
                  <a:lnTo>
                    <a:pt x="271737" y="346566"/>
                  </a:lnTo>
                  <a:lnTo>
                    <a:pt x="288473" y="375152"/>
                  </a:lnTo>
                  <a:lnTo>
                    <a:pt x="288727" y="375584"/>
                  </a:lnTo>
                  <a:lnTo>
                    <a:pt x="279725" y="380551"/>
                  </a:lnTo>
                  <a:lnTo>
                    <a:pt x="269798" y="386029"/>
                  </a:lnTo>
                  <a:lnTo>
                    <a:pt x="263347" y="389720"/>
                  </a:lnTo>
                  <a:lnTo>
                    <a:pt x="242513" y="401641"/>
                  </a:lnTo>
                  <a:lnTo>
                    <a:pt x="222946" y="412838"/>
                  </a:lnTo>
                  <a:lnTo>
                    <a:pt x="221485" y="413674"/>
                  </a:lnTo>
                  <a:lnTo>
                    <a:pt x="202624" y="424466"/>
                  </a:lnTo>
                  <a:lnTo>
                    <a:pt x="183381" y="435477"/>
                  </a:lnTo>
                  <a:lnTo>
                    <a:pt x="180833" y="436935"/>
                  </a:lnTo>
                  <a:lnTo>
                    <a:pt x="180308" y="437236"/>
                  </a:lnTo>
                  <a:lnTo>
                    <a:pt x="172243" y="441806"/>
                  </a:lnTo>
                  <a:lnTo>
                    <a:pt x="157615" y="450097"/>
                  </a:lnTo>
                  <a:lnTo>
                    <a:pt x="156036" y="450992"/>
                  </a:lnTo>
                  <a:lnTo>
                    <a:pt x="154928" y="451620"/>
                  </a:lnTo>
                  <a:lnTo>
                    <a:pt x="139871" y="425422"/>
                  </a:lnTo>
                  <a:lnTo>
                    <a:pt x="138522" y="423076"/>
                  </a:lnTo>
                  <a:lnTo>
                    <a:pt x="116667" y="385051"/>
                  </a:lnTo>
                  <a:lnTo>
                    <a:pt x="115340" y="382744"/>
                  </a:lnTo>
                  <a:lnTo>
                    <a:pt x="93044" y="343951"/>
                  </a:lnTo>
                  <a:lnTo>
                    <a:pt x="92783" y="343497"/>
                  </a:lnTo>
                  <a:lnTo>
                    <a:pt x="92223" y="342523"/>
                  </a:lnTo>
                  <a:lnTo>
                    <a:pt x="86370" y="332339"/>
                  </a:lnTo>
                  <a:lnTo>
                    <a:pt x="80803" y="322654"/>
                  </a:lnTo>
                  <a:lnTo>
                    <a:pt x="80374" y="321908"/>
                  </a:lnTo>
                  <a:lnTo>
                    <a:pt x="80060" y="321362"/>
                  </a:lnTo>
                  <a:lnTo>
                    <a:pt x="69966" y="303799"/>
                  </a:lnTo>
                  <a:lnTo>
                    <a:pt x="67057" y="298873"/>
                  </a:lnTo>
                  <a:lnTo>
                    <a:pt x="66917" y="298636"/>
                  </a:lnTo>
                  <a:lnTo>
                    <a:pt x="43758" y="259415"/>
                  </a:lnTo>
                  <a:lnTo>
                    <a:pt x="43118" y="258329"/>
                  </a:lnTo>
                  <a:lnTo>
                    <a:pt x="19326" y="218036"/>
                  </a:lnTo>
                  <a:lnTo>
                    <a:pt x="5308" y="194297"/>
                  </a:lnTo>
                  <a:lnTo>
                    <a:pt x="0" y="185306"/>
                  </a:lnTo>
                  <a:lnTo>
                    <a:pt x="18960" y="175145"/>
                  </a:lnTo>
                  <a:lnTo>
                    <a:pt x="24722" y="172057"/>
                  </a:lnTo>
                  <a:lnTo>
                    <a:pt x="27805" y="170404"/>
                  </a:lnTo>
                  <a:lnTo>
                    <a:pt x="28283" y="170148"/>
                  </a:lnTo>
                  <a:lnTo>
                    <a:pt x="46114" y="159616"/>
                  </a:lnTo>
                  <a:lnTo>
                    <a:pt x="66234" y="147731"/>
                  </a:lnTo>
                  <a:lnTo>
                    <a:pt x="86323" y="135865"/>
                  </a:lnTo>
                  <a:lnTo>
                    <a:pt x="98151" y="128878"/>
                  </a:lnTo>
                  <a:lnTo>
                    <a:pt x="119774" y="115802"/>
                  </a:lnTo>
                  <a:lnTo>
                    <a:pt x="132511" y="108100"/>
                  </a:lnTo>
                  <a:lnTo>
                    <a:pt x="135711" y="106165"/>
                  </a:lnTo>
                  <a:lnTo>
                    <a:pt x="140369" y="103934"/>
                  </a:lnTo>
                  <a:lnTo>
                    <a:pt x="143441" y="102008"/>
                  </a:lnTo>
                  <a:lnTo>
                    <a:pt x="145534" y="100772"/>
                  </a:lnTo>
                  <a:lnTo>
                    <a:pt x="158148" y="93324"/>
                  </a:lnTo>
                  <a:lnTo>
                    <a:pt x="158697" y="93000"/>
                  </a:lnTo>
                  <a:lnTo>
                    <a:pt x="158990" y="92827"/>
                  </a:lnTo>
                  <a:lnTo>
                    <a:pt x="159119" y="92750"/>
                  </a:lnTo>
                  <a:lnTo>
                    <a:pt x="160058" y="92196"/>
                  </a:lnTo>
                  <a:lnTo>
                    <a:pt x="198545" y="69472"/>
                  </a:lnTo>
                  <a:lnTo>
                    <a:pt x="201427" y="67770"/>
                  </a:lnTo>
                  <a:lnTo>
                    <a:pt x="219458" y="57124"/>
                  </a:lnTo>
                  <a:lnTo>
                    <a:pt x="219799" y="56922"/>
                  </a:lnTo>
                  <a:lnTo>
                    <a:pt x="222539" y="55304"/>
                  </a:lnTo>
                  <a:lnTo>
                    <a:pt x="238625" y="45806"/>
                  </a:lnTo>
                  <a:lnTo>
                    <a:pt x="244216" y="42505"/>
                  </a:lnTo>
                  <a:lnTo>
                    <a:pt x="246650" y="41068"/>
                  </a:lnTo>
                  <a:lnTo>
                    <a:pt x="248421" y="40022"/>
                  </a:lnTo>
                  <a:lnTo>
                    <a:pt x="249601" y="39325"/>
                  </a:lnTo>
                  <a:lnTo>
                    <a:pt x="251260" y="38346"/>
                  </a:lnTo>
                  <a:lnTo>
                    <a:pt x="253106" y="37256"/>
                  </a:lnTo>
                  <a:lnTo>
                    <a:pt x="254466" y="36453"/>
                  </a:lnTo>
                  <a:lnTo>
                    <a:pt x="255793" y="35670"/>
                  </a:lnTo>
                  <a:lnTo>
                    <a:pt x="257206" y="34835"/>
                  </a:lnTo>
                  <a:lnTo>
                    <a:pt x="258396" y="34133"/>
                  </a:lnTo>
                  <a:lnTo>
                    <a:pt x="261958" y="32029"/>
                  </a:lnTo>
                  <a:lnTo>
                    <a:pt x="268807" y="27985"/>
                  </a:lnTo>
                  <a:lnTo>
                    <a:pt x="266230" y="23727"/>
                  </a:lnTo>
                  <a:lnTo>
                    <a:pt x="276083" y="17908"/>
                  </a:lnTo>
                  <a:lnTo>
                    <a:pt x="290610" y="9328"/>
                  </a:lnTo>
                  <a:lnTo>
                    <a:pt x="293385" y="13485"/>
                  </a:lnTo>
                  <a:lnTo>
                    <a:pt x="299320" y="9974"/>
                  </a:lnTo>
                  <a:lnTo>
                    <a:pt x="316179" y="0"/>
                  </a:lnTo>
                  <a:lnTo>
                    <a:pt x="316481" y="295"/>
                  </a:lnTo>
                  <a:lnTo>
                    <a:pt x="318212" y="1812"/>
                  </a:lnTo>
                  <a:lnTo>
                    <a:pt x="320070" y="3160"/>
                  </a:lnTo>
                  <a:lnTo>
                    <a:pt x="322041" y="4330"/>
                  </a:lnTo>
                  <a:lnTo>
                    <a:pt x="324108" y="5311"/>
                  </a:lnTo>
                  <a:lnTo>
                    <a:pt x="326469" y="6161"/>
                  </a:lnTo>
                  <a:lnTo>
                    <a:pt x="328529" y="6689"/>
                  </a:lnTo>
                  <a:lnTo>
                    <a:pt x="330626" y="7036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g49"/>
            <p:cNvSpPr/>
            <p:nvPr/>
          </p:nvSpPr>
          <p:spPr>
            <a:xfrm>
              <a:off x="9214588" y="4451890"/>
              <a:ext cx="481663" cy="407762"/>
            </a:xfrm>
            <a:custGeom>
              <a:avLst/>
              <a:pathLst>
                <a:path w="481663" h="407762">
                  <a:moveTo>
                    <a:pt x="266516" y="236928"/>
                  </a:moveTo>
                  <a:lnTo>
                    <a:pt x="257799" y="249729"/>
                  </a:lnTo>
                  <a:lnTo>
                    <a:pt x="257576" y="250045"/>
                  </a:lnTo>
                  <a:lnTo>
                    <a:pt x="251311" y="258903"/>
                  </a:lnTo>
                  <a:lnTo>
                    <a:pt x="243020" y="270625"/>
                  </a:lnTo>
                  <a:lnTo>
                    <a:pt x="230973" y="287656"/>
                  </a:lnTo>
                  <a:lnTo>
                    <a:pt x="218032" y="305953"/>
                  </a:lnTo>
                  <a:lnTo>
                    <a:pt x="204099" y="325650"/>
                  </a:lnTo>
                  <a:lnTo>
                    <a:pt x="191205" y="343881"/>
                  </a:lnTo>
                  <a:lnTo>
                    <a:pt x="190118" y="345359"/>
                  </a:lnTo>
                  <a:lnTo>
                    <a:pt x="171431" y="370775"/>
                  </a:lnTo>
                  <a:lnTo>
                    <a:pt x="162245" y="383268"/>
                  </a:lnTo>
                  <a:lnTo>
                    <a:pt x="146671" y="404451"/>
                  </a:lnTo>
                  <a:lnTo>
                    <a:pt x="144236" y="407762"/>
                  </a:lnTo>
                  <a:lnTo>
                    <a:pt x="110913" y="383770"/>
                  </a:lnTo>
                  <a:lnTo>
                    <a:pt x="97162" y="373870"/>
                  </a:lnTo>
                  <a:lnTo>
                    <a:pt x="93412" y="371170"/>
                  </a:lnTo>
                  <a:lnTo>
                    <a:pt x="91153" y="369544"/>
                  </a:lnTo>
                  <a:lnTo>
                    <a:pt x="81530" y="362615"/>
                  </a:lnTo>
                  <a:lnTo>
                    <a:pt x="80776" y="362073"/>
                  </a:lnTo>
                  <a:lnTo>
                    <a:pt x="77723" y="359874"/>
                  </a:lnTo>
                  <a:lnTo>
                    <a:pt x="72151" y="355863"/>
                  </a:lnTo>
                  <a:lnTo>
                    <a:pt x="66257" y="347422"/>
                  </a:lnTo>
                  <a:lnTo>
                    <a:pt x="59026" y="337067"/>
                  </a:lnTo>
                  <a:lnTo>
                    <a:pt x="47473" y="317548"/>
                  </a:lnTo>
                  <a:lnTo>
                    <a:pt x="35808" y="297839"/>
                  </a:lnTo>
                  <a:lnTo>
                    <a:pt x="32840" y="292828"/>
                  </a:lnTo>
                  <a:lnTo>
                    <a:pt x="24043" y="277980"/>
                  </a:lnTo>
                  <a:lnTo>
                    <a:pt x="21962" y="274468"/>
                  </a:lnTo>
                  <a:lnTo>
                    <a:pt x="12925" y="259213"/>
                  </a:lnTo>
                  <a:lnTo>
                    <a:pt x="0" y="237396"/>
                  </a:lnTo>
                  <a:lnTo>
                    <a:pt x="4898" y="234461"/>
                  </a:lnTo>
                  <a:lnTo>
                    <a:pt x="26263" y="221662"/>
                  </a:lnTo>
                  <a:lnTo>
                    <a:pt x="63994" y="199059"/>
                  </a:lnTo>
                  <a:lnTo>
                    <a:pt x="66737" y="197416"/>
                  </a:lnTo>
                  <a:lnTo>
                    <a:pt x="68501" y="196359"/>
                  </a:lnTo>
                  <a:lnTo>
                    <a:pt x="104051" y="175062"/>
                  </a:lnTo>
                  <a:lnTo>
                    <a:pt x="105819" y="174003"/>
                  </a:lnTo>
                  <a:lnTo>
                    <a:pt x="108799" y="172218"/>
                  </a:lnTo>
                  <a:lnTo>
                    <a:pt x="120506" y="165205"/>
                  </a:lnTo>
                  <a:lnTo>
                    <a:pt x="126413" y="161666"/>
                  </a:lnTo>
                  <a:lnTo>
                    <a:pt x="144703" y="150709"/>
                  </a:lnTo>
                  <a:lnTo>
                    <a:pt x="146292" y="149758"/>
                  </a:lnTo>
                  <a:lnTo>
                    <a:pt x="147777" y="148868"/>
                  </a:lnTo>
                  <a:lnTo>
                    <a:pt x="183489" y="127474"/>
                  </a:lnTo>
                  <a:lnTo>
                    <a:pt x="188595" y="124415"/>
                  </a:lnTo>
                  <a:lnTo>
                    <a:pt x="200387" y="117409"/>
                  </a:lnTo>
                  <a:lnTo>
                    <a:pt x="208100" y="112879"/>
                  </a:lnTo>
                  <a:lnTo>
                    <a:pt x="212868" y="110079"/>
                  </a:lnTo>
                  <a:lnTo>
                    <a:pt x="236714" y="96070"/>
                  </a:lnTo>
                  <a:lnTo>
                    <a:pt x="267545" y="77956"/>
                  </a:lnTo>
                  <a:lnTo>
                    <a:pt x="270138" y="76433"/>
                  </a:lnTo>
                  <a:lnTo>
                    <a:pt x="272040" y="75316"/>
                  </a:lnTo>
                  <a:lnTo>
                    <a:pt x="283293" y="68705"/>
                  </a:lnTo>
                  <a:lnTo>
                    <a:pt x="289416" y="65101"/>
                  </a:lnTo>
                  <a:lnTo>
                    <a:pt x="305688" y="55525"/>
                  </a:lnTo>
                  <a:lnTo>
                    <a:pt x="335978" y="37699"/>
                  </a:lnTo>
                  <a:lnTo>
                    <a:pt x="336716" y="37239"/>
                  </a:lnTo>
                  <a:lnTo>
                    <a:pt x="355725" y="25406"/>
                  </a:lnTo>
                  <a:lnTo>
                    <a:pt x="378143" y="11452"/>
                  </a:lnTo>
                  <a:lnTo>
                    <a:pt x="386691" y="6131"/>
                  </a:lnTo>
                  <a:lnTo>
                    <a:pt x="396009" y="330"/>
                  </a:lnTo>
                  <a:lnTo>
                    <a:pt x="396542" y="0"/>
                  </a:lnTo>
                  <a:lnTo>
                    <a:pt x="397613" y="1843"/>
                  </a:lnTo>
                  <a:lnTo>
                    <a:pt x="408903" y="21540"/>
                  </a:lnTo>
                  <a:lnTo>
                    <a:pt x="409871" y="23230"/>
                  </a:lnTo>
                  <a:lnTo>
                    <a:pt x="422141" y="44637"/>
                  </a:lnTo>
                  <a:lnTo>
                    <a:pt x="432252" y="62279"/>
                  </a:lnTo>
                  <a:lnTo>
                    <a:pt x="432342" y="62435"/>
                  </a:lnTo>
                  <a:lnTo>
                    <a:pt x="445302" y="85047"/>
                  </a:lnTo>
                  <a:lnTo>
                    <a:pt x="451540" y="95931"/>
                  </a:lnTo>
                  <a:lnTo>
                    <a:pt x="455664" y="103126"/>
                  </a:lnTo>
                  <a:lnTo>
                    <a:pt x="467246" y="123333"/>
                  </a:lnTo>
                  <a:lnTo>
                    <a:pt x="481663" y="141609"/>
                  </a:lnTo>
                  <a:lnTo>
                    <a:pt x="471894" y="153333"/>
                  </a:lnTo>
                  <a:lnTo>
                    <a:pt x="465345" y="161191"/>
                  </a:lnTo>
                  <a:lnTo>
                    <a:pt x="369629" y="276055"/>
                  </a:lnTo>
                  <a:lnTo>
                    <a:pt x="365636" y="282160"/>
                  </a:lnTo>
                  <a:lnTo>
                    <a:pt x="359503" y="277739"/>
                  </a:lnTo>
                  <a:lnTo>
                    <a:pt x="335910" y="260731"/>
                  </a:lnTo>
                  <a:lnTo>
                    <a:pt x="328812" y="255802"/>
                  </a:lnTo>
                  <a:lnTo>
                    <a:pt x="321131" y="250469"/>
                  </a:lnTo>
                  <a:lnTo>
                    <a:pt x="304588" y="238513"/>
                  </a:lnTo>
                  <a:lnTo>
                    <a:pt x="294412" y="231158"/>
                  </a:lnTo>
                  <a:lnTo>
                    <a:pt x="278877" y="219930"/>
                  </a:lnTo>
                  <a:lnTo>
                    <a:pt x="278350" y="21955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g50"/>
            <p:cNvSpPr/>
            <p:nvPr/>
          </p:nvSpPr>
          <p:spPr>
            <a:xfrm>
              <a:off x="8797399" y="3254034"/>
              <a:ext cx="526202" cy="409982"/>
            </a:xfrm>
            <a:custGeom>
              <a:avLst/>
              <a:pathLst>
                <a:path w="526202" h="409982">
                  <a:moveTo>
                    <a:pt x="502019" y="101387"/>
                  </a:moveTo>
                  <a:lnTo>
                    <a:pt x="514444" y="122451"/>
                  </a:lnTo>
                  <a:lnTo>
                    <a:pt x="516394" y="121145"/>
                  </a:lnTo>
                  <a:lnTo>
                    <a:pt x="514960" y="122343"/>
                  </a:lnTo>
                  <a:lnTo>
                    <a:pt x="513743" y="123772"/>
                  </a:lnTo>
                  <a:lnTo>
                    <a:pt x="512779" y="125390"/>
                  </a:lnTo>
                  <a:lnTo>
                    <a:pt x="512096" y="127150"/>
                  </a:lnTo>
                  <a:lnTo>
                    <a:pt x="511712" y="129004"/>
                  </a:lnTo>
                  <a:lnTo>
                    <a:pt x="511640" y="130897"/>
                  </a:lnTo>
                  <a:lnTo>
                    <a:pt x="511880" y="132776"/>
                  </a:lnTo>
                  <a:lnTo>
                    <a:pt x="512426" y="134586"/>
                  </a:lnTo>
                  <a:lnTo>
                    <a:pt x="513263" y="136277"/>
                  </a:lnTo>
                  <a:lnTo>
                    <a:pt x="514367" y="137798"/>
                  </a:lnTo>
                  <a:lnTo>
                    <a:pt x="515705" y="139108"/>
                  </a:lnTo>
                  <a:lnTo>
                    <a:pt x="517240" y="140168"/>
                  </a:lnTo>
                  <a:lnTo>
                    <a:pt x="518927" y="140948"/>
                  </a:lnTo>
                  <a:lnTo>
                    <a:pt x="520719" y="141426"/>
                  </a:lnTo>
                  <a:lnTo>
                    <a:pt x="522564" y="141587"/>
                  </a:lnTo>
                  <a:lnTo>
                    <a:pt x="524410" y="141429"/>
                  </a:lnTo>
                  <a:lnTo>
                    <a:pt x="526202" y="140954"/>
                  </a:lnTo>
                  <a:lnTo>
                    <a:pt x="483778" y="165958"/>
                  </a:lnTo>
                  <a:lnTo>
                    <a:pt x="482719" y="164023"/>
                  </a:lnTo>
                  <a:lnTo>
                    <a:pt x="481756" y="162264"/>
                  </a:lnTo>
                  <a:lnTo>
                    <a:pt x="480723" y="160378"/>
                  </a:lnTo>
                  <a:lnTo>
                    <a:pt x="480227" y="159471"/>
                  </a:lnTo>
                  <a:lnTo>
                    <a:pt x="478577" y="156456"/>
                  </a:lnTo>
                  <a:lnTo>
                    <a:pt x="464919" y="164529"/>
                  </a:lnTo>
                  <a:lnTo>
                    <a:pt x="458739" y="168181"/>
                  </a:lnTo>
                  <a:lnTo>
                    <a:pt x="449888" y="173413"/>
                  </a:lnTo>
                  <a:lnTo>
                    <a:pt x="438409" y="180445"/>
                  </a:lnTo>
                  <a:lnTo>
                    <a:pt x="437066" y="181268"/>
                  </a:lnTo>
                  <a:lnTo>
                    <a:pt x="402500" y="202443"/>
                  </a:lnTo>
                  <a:lnTo>
                    <a:pt x="396913" y="205704"/>
                  </a:lnTo>
                  <a:lnTo>
                    <a:pt x="388955" y="210350"/>
                  </a:lnTo>
                  <a:lnTo>
                    <a:pt x="354598" y="230406"/>
                  </a:lnTo>
                  <a:lnTo>
                    <a:pt x="334119" y="242361"/>
                  </a:lnTo>
                  <a:lnTo>
                    <a:pt x="326646" y="246724"/>
                  </a:lnTo>
                  <a:lnTo>
                    <a:pt x="314327" y="253915"/>
                  </a:lnTo>
                  <a:lnTo>
                    <a:pt x="272841" y="278133"/>
                  </a:lnTo>
                  <a:lnTo>
                    <a:pt x="256546" y="287807"/>
                  </a:lnTo>
                  <a:lnTo>
                    <a:pt x="230508" y="303266"/>
                  </a:lnTo>
                  <a:lnTo>
                    <a:pt x="211100" y="314788"/>
                  </a:lnTo>
                  <a:lnTo>
                    <a:pt x="197019" y="323148"/>
                  </a:lnTo>
                  <a:lnTo>
                    <a:pt x="194932" y="324395"/>
                  </a:lnTo>
                  <a:lnTo>
                    <a:pt x="189705" y="327521"/>
                  </a:lnTo>
                  <a:lnTo>
                    <a:pt x="150547" y="350931"/>
                  </a:lnTo>
                  <a:lnTo>
                    <a:pt x="130156" y="363122"/>
                  </a:lnTo>
                  <a:lnTo>
                    <a:pt x="114088" y="372728"/>
                  </a:lnTo>
                  <a:lnTo>
                    <a:pt x="111167" y="374474"/>
                  </a:lnTo>
                  <a:lnTo>
                    <a:pt x="96837" y="383042"/>
                  </a:lnTo>
                  <a:lnTo>
                    <a:pt x="93592" y="384981"/>
                  </a:lnTo>
                  <a:lnTo>
                    <a:pt x="91046" y="386504"/>
                  </a:lnTo>
                  <a:lnTo>
                    <a:pt x="92012" y="388548"/>
                  </a:lnTo>
                  <a:lnTo>
                    <a:pt x="92691" y="390710"/>
                  </a:lnTo>
                  <a:lnTo>
                    <a:pt x="93071" y="392947"/>
                  </a:lnTo>
                  <a:lnTo>
                    <a:pt x="93143" y="395216"/>
                  </a:lnTo>
                  <a:lnTo>
                    <a:pt x="92907" y="397474"/>
                  </a:lnTo>
                  <a:lnTo>
                    <a:pt x="92367" y="399677"/>
                  </a:lnTo>
                  <a:lnTo>
                    <a:pt x="91768" y="401268"/>
                  </a:lnTo>
                  <a:lnTo>
                    <a:pt x="91010" y="402787"/>
                  </a:lnTo>
                  <a:lnTo>
                    <a:pt x="90102" y="404217"/>
                  </a:lnTo>
                  <a:lnTo>
                    <a:pt x="89995" y="404365"/>
                  </a:lnTo>
                  <a:lnTo>
                    <a:pt x="88891" y="405722"/>
                  </a:lnTo>
                  <a:lnTo>
                    <a:pt x="87649" y="406950"/>
                  </a:lnTo>
                  <a:lnTo>
                    <a:pt x="86285" y="408033"/>
                  </a:lnTo>
                  <a:lnTo>
                    <a:pt x="84867" y="408930"/>
                  </a:lnTo>
                  <a:lnTo>
                    <a:pt x="83365" y="409670"/>
                  </a:lnTo>
                  <a:lnTo>
                    <a:pt x="81392" y="409907"/>
                  </a:lnTo>
                  <a:lnTo>
                    <a:pt x="79406" y="409982"/>
                  </a:lnTo>
                  <a:lnTo>
                    <a:pt x="78667" y="409968"/>
                  </a:lnTo>
                  <a:lnTo>
                    <a:pt x="76549" y="409805"/>
                  </a:lnTo>
                  <a:lnTo>
                    <a:pt x="74453" y="409458"/>
                  </a:lnTo>
                  <a:lnTo>
                    <a:pt x="72392" y="408930"/>
                  </a:lnTo>
                  <a:lnTo>
                    <a:pt x="70031" y="408080"/>
                  </a:lnTo>
                  <a:lnTo>
                    <a:pt x="67964" y="407099"/>
                  </a:lnTo>
                  <a:lnTo>
                    <a:pt x="65993" y="405929"/>
                  </a:lnTo>
                  <a:lnTo>
                    <a:pt x="64135" y="404581"/>
                  </a:lnTo>
                  <a:lnTo>
                    <a:pt x="62405" y="403064"/>
                  </a:lnTo>
                  <a:lnTo>
                    <a:pt x="62102" y="402768"/>
                  </a:lnTo>
                  <a:lnTo>
                    <a:pt x="61399" y="400793"/>
                  </a:lnTo>
                  <a:lnTo>
                    <a:pt x="61003" y="398730"/>
                  </a:lnTo>
                  <a:lnTo>
                    <a:pt x="60922" y="396629"/>
                  </a:lnTo>
                  <a:lnTo>
                    <a:pt x="61159" y="394541"/>
                  </a:lnTo>
                  <a:lnTo>
                    <a:pt x="61708" y="392514"/>
                  </a:lnTo>
                  <a:lnTo>
                    <a:pt x="62556" y="390599"/>
                  </a:lnTo>
                  <a:lnTo>
                    <a:pt x="63682" y="388841"/>
                  </a:lnTo>
                  <a:lnTo>
                    <a:pt x="65060" y="387281"/>
                  </a:lnTo>
                  <a:lnTo>
                    <a:pt x="66656" y="385957"/>
                  </a:lnTo>
                  <a:lnTo>
                    <a:pt x="68433" y="384902"/>
                  </a:lnTo>
                  <a:lnTo>
                    <a:pt x="70348" y="384139"/>
                  </a:lnTo>
                  <a:lnTo>
                    <a:pt x="229" y="262748"/>
                  </a:lnTo>
                  <a:lnTo>
                    <a:pt x="0" y="262351"/>
                  </a:lnTo>
                  <a:lnTo>
                    <a:pt x="52351" y="230034"/>
                  </a:lnTo>
                  <a:lnTo>
                    <a:pt x="73021" y="217977"/>
                  </a:lnTo>
                  <a:lnTo>
                    <a:pt x="93416" y="205947"/>
                  </a:lnTo>
                  <a:lnTo>
                    <a:pt x="112556" y="194657"/>
                  </a:lnTo>
                  <a:lnTo>
                    <a:pt x="133002" y="182597"/>
                  </a:lnTo>
                  <a:lnTo>
                    <a:pt x="153121" y="170194"/>
                  </a:lnTo>
                  <a:lnTo>
                    <a:pt x="193995" y="144993"/>
                  </a:lnTo>
                  <a:lnTo>
                    <a:pt x="235627" y="120395"/>
                  </a:lnTo>
                  <a:lnTo>
                    <a:pt x="256044" y="108331"/>
                  </a:lnTo>
                  <a:lnTo>
                    <a:pt x="276437" y="96510"/>
                  </a:lnTo>
                  <a:lnTo>
                    <a:pt x="318126" y="72346"/>
                  </a:lnTo>
                  <a:lnTo>
                    <a:pt x="339641" y="60116"/>
                  </a:lnTo>
                  <a:lnTo>
                    <a:pt x="355180" y="50258"/>
                  </a:lnTo>
                  <a:lnTo>
                    <a:pt x="370755" y="41289"/>
                  </a:lnTo>
                  <a:lnTo>
                    <a:pt x="378056" y="37050"/>
                  </a:lnTo>
                  <a:lnTo>
                    <a:pt x="441871" y="0"/>
                  </a:lnTo>
                  <a:lnTo>
                    <a:pt x="442329" y="769"/>
                  </a:lnTo>
                  <a:lnTo>
                    <a:pt x="454812" y="21747"/>
                  </a:lnTo>
                  <a:lnTo>
                    <a:pt x="478383" y="61359"/>
                  </a:lnTo>
                  <a:lnTo>
                    <a:pt x="481363" y="6636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g51"/>
            <p:cNvSpPr/>
            <p:nvPr/>
          </p:nvSpPr>
          <p:spPr>
            <a:xfrm>
              <a:off x="10262610" y="4205912"/>
              <a:ext cx="292066" cy="461706"/>
            </a:xfrm>
            <a:custGeom>
              <a:avLst/>
              <a:pathLst>
                <a:path w="292066" h="461706">
                  <a:moveTo>
                    <a:pt x="188175" y="450926"/>
                  </a:moveTo>
                  <a:lnTo>
                    <a:pt x="169937" y="461706"/>
                  </a:lnTo>
                  <a:lnTo>
                    <a:pt x="169797" y="461638"/>
                  </a:lnTo>
                  <a:lnTo>
                    <a:pt x="159650" y="456680"/>
                  </a:lnTo>
                  <a:lnTo>
                    <a:pt x="152509" y="456807"/>
                  </a:lnTo>
                  <a:lnTo>
                    <a:pt x="46616" y="277047"/>
                  </a:lnTo>
                  <a:lnTo>
                    <a:pt x="62576" y="265561"/>
                  </a:lnTo>
                  <a:lnTo>
                    <a:pt x="114742" y="235564"/>
                  </a:lnTo>
                  <a:lnTo>
                    <a:pt x="111474" y="229582"/>
                  </a:lnTo>
                  <a:lnTo>
                    <a:pt x="104077" y="216039"/>
                  </a:lnTo>
                  <a:lnTo>
                    <a:pt x="94653" y="198785"/>
                  </a:lnTo>
                  <a:lnTo>
                    <a:pt x="86234" y="183372"/>
                  </a:lnTo>
                  <a:lnTo>
                    <a:pt x="83828" y="182568"/>
                  </a:lnTo>
                  <a:lnTo>
                    <a:pt x="62591" y="175471"/>
                  </a:lnTo>
                  <a:lnTo>
                    <a:pt x="62125" y="174626"/>
                  </a:lnTo>
                  <a:lnTo>
                    <a:pt x="61184" y="172923"/>
                  </a:lnTo>
                  <a:lnTo>
                    <a:pt x="41809" y="137834"/>
                  </a:lnTo>
                  <a:lnTo>
                    <a:pt x="42098" y="135849"/>
                  </a:lnTo>
                  <a:lnTo>
                    <a:pt x="44455" y="119636"/>
                  </a:lnTo>
                  <a:lnTo>
                    <a:pt x="44726" y="117771"/>
                  </a:lnTo>
                  <a:lnTo>
                    <a:pt x="43037" y="114861"/>
                  </a:lnTo>
                  <a:lnTo>
                    <a:pt x="41816" y="112759"/>
                  </a:lnTo>
                  <a:lnTo>
                    <a:pt x="32907" y="97417"/>
                  </a:lnTo>
                  <a:lnTo>
                    <a:pt x="31905" y="95653"/>
                  </a:lnTo>
                  <a:lnTo>
                    <a:pt x="16985" y="69386"/>
                  </a:lnTo>
                  <a:lnTo>
                    <a:pt x="16442" y="68428"/>
                  </a:lnTo>
                  <a:lnTo>
                    <a:pt x="6543" y="50999"/>
                  </a:lnTo>
                  <a:lnTo>
                    <a:pt x="4507" y="47416"/>
                  </a:lnTo>
                  <a:lnTo>
                    <a:pt x="3226" y="45261"/>
                  </a:lnTo>
                  <a:lnTo>
                    <a:pt x="1065" y="41626"/>
                  </a:lnTo>
                  <a:lnTo>
                    <a:pt x="0" y="39833"/>
                  </a:lnTo>
                  <a:lnTo>
                    <a:pt x="1210" y="39123"/>
                  </a:lnTo>
                  <a:lnTo>
                    <a:pt x="5338" y="36697"/>
                  </a:lnTo>
                  <a:lnTo>
                    <a:pt x="20729" y="27654"/>
                  </a:lnTo>
                  <a:lnTo>
                    <a:pt x="27636" y="23596"/>
                  </a:lnTo>
                  <a:lnTo>
                    <a:pt x="38735" y="17075"/>
                  </a:lnTo>
                  <a:lnTo>
                    <a:pt x="54270" y="7947"/>
                  </a:lnTo>
                  <a:lnTo>
                    <a:pt x="67796" y="0"/>
                  </a:lnTo>
                  <a:lnTo>
                    <a:pt x="68075" y="1009"/>
                  </a:lnTo>
                  <a:lnTo>
                    <a:pt x="69429" y="5920"/>
                  </a:lnTo>
                  <a:lnTo>
                    <a:pt x="70556" y="8486"/>
                  </a:lnTo>
                  <a:lnTo>
                    <a:pt x="75345" y="19386"/>
                  </a:lnTo>
                  <a:lnTo>
                    <a:pt x="76967" y="21797"/>
                  </a:lnTo>
                  <a:lnTo>
                    <a:pt x="81964" y="29222"/>
                  </a:lnTo>
                  <a:lnTo>
                    <a:pt x="83869" y="32053"/>
                  </a:lnTo>
                  <a:lnTo>
                    <a:pt x="85486" y="34457"/>
                  </a:lnTo>
                  <a:lnTo>
                    <a:pt x="92718" y="44493"/>
                  </a:lnTo>
                  <a:lnTo>
                    <a:pt x="100553" y="55366"/>
                  </a:lnTo>
                  <a:lnTo>
                    <a:pt x="106347" y="62687"/>
                  </a:lnTo>
                  <a:lnTo>
                    <a:pt x="116757" y="75841"/>
                  </a:lnTo>
                  <a:lnTo>
                    <a:pt x="127305" y="85733"/>
                  </a:lnTo>
                  <a:lnTo>
                    <a:pt x="128348" y="86712"/>
                  </a:lnTo>
                  <a:lnTo>
                    <a:pt x="138902" y="94684"/>
                  </a:lnTo>
                  <a:lnTo>
                    <a:pt x="146337" y="100300"/>
                  </a:lnTo>
                  <a:lnTo>
                    <a:pt x="154838" y="104910"/>
                  </a:lnTo>
                  <a:lnTo>
                    <a:pt x="157420" y="106310"/>
                  </a:lnTo>
                  <a:lnTo>
                    <a:pt x="158411" y="106848"/>
                  </a:lnTo>
                  <a:lnTo>
                    <a:pt x="202885" y="126996"/>
                  </a:lnTo>
                  <a:lnTo>
                    <a:pt x="225075" y="137048"/>
                  </a:lnTo>
                  <a:lnTo>
                    <a:pt x="244430" y="145817"/>
                  </a:lnTo>
                  <a:lnTo>
                    <a:pt x="245787" y="146444"/>
                  </a:lnTo>
                  <a:lnTo>
                    <a:pt x="257196" y="151719"/>
                  </a:lnTo>
                  <a:lnTo>
                    <a:pt x="263834" y="154787"/>
                  </a:lnTo>
                  <a:lnTo>
                    <a:pt x="289939" y="167038"/>
                  </a:lnTo>
                  <a:lnTo>
                    <a:pt x="292066" y="168036"/>
                  </a:lnTo>
                  <a:lnTo>
                    <a:pt x="275324" y="205611"/>
                  </a:lnTo>
                  <a:lnTo>
                    <a:pt x="274172" y="208131"/>
                  </a:lnTo>
                  <a:lnTo>
                    <a:pt x="268305" y="220974"/>
                  </a:lnTo>
                  <a:lnTo>
                    <a:pt x="268177" y="221471"/>
                  </a:lnTo>
                  <a:lnTo>
                    <a:pt x="263765" y="238612"/>
                  </a:lnTo>
                  <a:lnTo>
                    <a:pt x="262297" y="244315"/>
                  </a:lnTo>
                  <a:lnTo>
                    <a:pt x="262010" y="247919"/>
                  </a:lnTo>
                  <a:lnTo>
                    <a:pt x="261030" y="260202"/>
                  </a:lnTo>
                  <a:lnTo>
                    <a:pt x="260853" y="262412"/>
                  </a:lnTo>
                  <a:lnTo>
                    <a:pt x="260925" y="264158"/>
                  </a:lnTo>
                  <a:lnTo>
                    <a:pt x="261481" y="277775"/>
                  </a:lnTo>
                  <a:lnTo>
                    <a:pt x="261603" y="280759"/>
                  </a:lnTo>
                  <a:lnTo>
                    <a:pt x="261750" y="284333"/>
                  </a:lnTo>
                  <a:lnTo>
                    <a:pt x="261810" y="284742"/>
                  </a:lnTo>
                  <a:lnTo>
                    <a:pt x="263374" y="295249"/>
                  </a:lnTo>
                  <a:lnTo>
                    <a:pt x="264348" y="301793"/>
                  </a:lnTo>
                  <a:lnTo>
                    <a:pt x="265462" y="307086"/>
                  </a:lnTo>
                  <a:lnTo>
                    <a:pt x="265592" y="307703"/>
                  </a:lnTo>
                  <a:lnTo>
                    <a:pt x="269857" y="327964"/>
                  </a:lnTo>
                  <a:lnTo>
                    <a:pt x="270662" y="331789"/>
                  </a:lnTo>
                  <a:lnTo>
                    <a:pt x="274043" y="347849"/>
                  </a:lnTo>
                  <a:lnTo>
                    <a:pt x="274166" y="348436"/>
                  </a:lnTo>
                  <a:lnTo>
                    <a:pt x="274657" y="350767"/>
                  </a:lnTo>
                  <a:lnTo>
                    <a:pt x="275034" y="357493"/>
                  </a:lnTo>
                  <a:lnTo>
                    <a:pt x="275458" y="365083"/>
                  </a:lnTo>
                  <a:lnTo>
                    <a:pt x="275067" y="368719"/>
                  </a:lnTo>
                  <a:lnTo>
                    <a:pt x="274126" y="377456"/>
                  </a:lnTo>
                  <a:lnTo>
                    <a:pt x="268155" y="392061"/>
                  </a:lnTo>
                  <a:lnTo>
                    <a:pt x="266112" y="395120"/>
                  </a:lnTo>
                  <a:lnTo>
                    <a:pt x="264085" y="398154"/>
                  </a:lnTo>
                  <a:lnTo>
                    <a:pt x="260121" y="404087"/>
                  </a:lnTo>
                  <a:lnTo>
                    <a:pt x="259733" y="404442"/>
                  </a:lnTo>
                  <a:lnTo>
                    <a:pt x="248037" y="415139"/>
                  </a:lnTo>
                  <a:lnTo>
                    <a:pt x="244327" y="417400"/>
                  </a:lnTo>
                  <a:lnTo>
                    <a:pt x="226730" y="428125"/>
                  </a:lnTo>
                  <a:lnTo>
                    <a:pt x="226078" y="428523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g52"/>
            <p:cNvSpPr/>
            <p:nvPr/>
          </p:nvSpPr>
          <p:spPr>
            <a:xfrm>
              <a:off x="10408296" y="4373949"/>
              <a:ext cx="298358" cy="427066"/>
            </a:xfrm>
            <a:custGeom>
              <a:avLst/>
              <a:pathLst>
                <a:path w="298358" h="427066">
                  <a:moveTo>
                    <a:pt x="177862" y="315421"/>
                  </a:moveTo>
                  <a:lnTo>
                    <a:pt x="187099" y="331186"/>
                  </a:lnTo>
                  <a:lnTo>
                    <a:pt x="193518" y="342143"/>
                  </a:lnTo>
                  <a:lnTo>
                    <a:pt x="197469" y="348885"/>
                  </a:lnTo>
                  <a:lnTo>
                    <a:pt x="152700" y="375346"/>
                  </a:lnTo>
                  <a:lnTo>
                    <a:pt x="141215" y="382134"/>
                  </a:lnTo>
                  <a:lnTo>
                    <a:pt x="93394" y="410399"/>
                  </a:lnTo>
                  <a:lnTo>
                    <a:pt x="94304" y="411978"/>
                  </a:lnTo>
                  <a:lnTo>
                    <a:pt x="69640" y="427066"/>
                  </a:lnTo>
                  <a:lnTo>
                    <a:pt x="68498" y="425114"/>
                  </a:lnTo>
                  <a:lnTo>
                    <a:pt x="60030" y="410638"/>
                  </a:lnTo>
                  <a:lnTo>
                    <a:pt x="43709" y="382742"/>
                  </a:lnTo>
                  <a:lnTo>
                    <a:pt x="26200" y="352813"/>
                  </a:lnTo>
                  <a:lnTo>
                    <a:pt x="24047" y="349132"/>
                  </a:lnTo>
                  <a:lnTo>
                    <a:pt x="9149" y="323667"/>
                  </a:lnTo>
                  <a:lnTo>
                    <a:pt x="170" y="308319"/>
                  </a:lnTo>
                  <a:lnTo>
                    <a:pt x="0" y="308028"/>
                  </a:lnTo>
                  <a:lnTo>
                    <a:pt x="3079" y="310610"/>
                  </a:lnTo>
                  <a:lnTo>
                    <a:pt x="5108" y="312315"/>
                  </a:lnTo>
                  <a:lnTo>
                    <a:pt x="8223" y="314613"/>
                  </a:lnTo>
                  <a:lnTo>
                    <a:pt x="11483" y="315873"/>
                  </a:lnTo>
                  <a:lnTo>
                    <a:pt x="15539" y="315724"/>
                  </a:lnTo>
                  <a:lnTo>
                    <a:pt x="19234" y="314390"/>
                  </a:lnTo>
                  <a:lnTo>
                    <a:pt x="22421" y="312093"/>
                  </a:lnTo>
                  <a:lnTo>
                    <a:pt x="24450" y="308905"/>
                  </a:lnTo>
                  <a:lnTo>
                    <a:pt x="25826" y="304977"/>
                  </a:lnTo>
                  <a:lnTo>
                    <a:pt x="25971" y="300381"/>
                  </a:lnTo>
                  <a:lnTo>
                    <a:pt x="25048" y="295263"/>
                  </a:lnTo>
                  <a:lnTo>
                    <a:pt x="24251" y="293670"/>
                  </a:lnTo>
                  <a:lnTo>
                    <a:pt x="42490" y="282890"/>
                  </a:lnTo>
                  <a:lnTo>
                    <a:pt x="80446" y="260454"/>
                  </a:lnTo>
                  <a:lnTo>
                    <a:pt x="81044" y="260089"/>
                  </a:lnTo>
                  <a:lnTo>
                    <a:pt x="98641" y="249363"/>
                  </a:lnTo>
                  <a:lnTo>
                    <a:pt x="102351" y="247102"/>
                  </a:lnTo>
                  <a:lnTo>
                    <a:pt x="114048" y="236405"/>
                  </a:lnTo>
                  <a:lnTo>
                    <a:pt x="114435" y="236050"/>
                  </a:lnTo>
                  <a:lnTo>
                    <a:pt x="118399" y="230117"/>
                  </a:lnTo>
                  <a:lnTo>
                    <a:pt x="120426" y="227083"/>
                  </a:lnTo>
                  <a:lnTo>
                    <a:pt x="122470" y="224024"/>
                  </a:lnTo>
                  <a:lnTo>
                    <a:pt x="128440" y="209419"/>
                  </a:lnTo>
                  <a:lnTo>
                    <a:pt x="129381" y="200682"/>
                  </a:lnTo>
                  <a:lnTo>
                    <a:pt x="129772" y="197046"/>
                  </a:lnTo>
                  <a:lnTo>
                    <a:pt x="129348" y="189457"/>
                  </a:lnTo>
                  <a:lnTo>
                    <a:pt x="128971" y="182731"/>
                  </a:lnTo>
                  <a:lnTo>
                    <a:pt x="128480" y="180399"/>
                  </a:lnTo>
                  <a:lnTo>
                    <a:pt x="128357" y="179812"/>
                  </a:lnTo>
                  <a:lnTo>
                    <a:pt x="124976" y="163752"/>
                  </a:lnTo>
                  <a:lnTo>
                    <a:pt x="124171" y="159928"/>
                  </a:lnTo>
                  <a:lnTo>
                    <a:pt x="119906" y="139666"/>
                  </a:lnTo>
                  <a:lnTo>
                    <a:pt x="119776" y="139049"/>
                  </a:lnTo>
                  <a:lnTo>
                    <a:pt x="118662" y="133757"/>
                  </a:lnTo>
                  <a:lnTo>
                    <a:pt x="117688" y="127213"/>
                  </a:lnTo>
                  <a:lnTo>
                    <a:pt x="116125" y="116706"/>
                  </a:lnTo>
                  <a:lnTo>
                    <a:pt x="116064" y="116296"/>
                  </a:lnTo>
                  <a:lnTo>
                    <a:pt x="115918" y="112722"/>
                  </a:lnTo>
                  <a:lnTo>
                    <a:pt x="115796" y="109739"/>
                  </a:lnTo>
                  <a:lnTo>
                    <a:pt x="115239" y="96122"/>
                  </a:lnTo>
                  <a:lnTo>
                    <a:pt x="115167" y="94375"/>
                  </a:lnTo>
                  <a:lnTo>
                    <a:pt x="115344" y="92165"/>
                  </a:lnTo>
                  <a:lnTo>
                    <a:pt x="116324" y="79882"/>
                  </a:lnTo>
                  <a:lnTo>
                    <a:pt x="116611" y="76279"/>
                  </a:lnTo>
                  <a:lnTo>
                    <a:pt x="118079" y="70576"/>
                  </a:lnTo>
                  <a:lnTo>
                    <a:pt x="122491" y="53434"/>
                  </a:lnTo>
                  <a:lnTo>
                    <a:pt x="122619" y="52938"/>
                  </a:lnTo>
                  <a:lnTo>
                    <a:pt x="128487" y="40095"/>
                  </a:lnTo>
                  <a:lnTo>
                    <a:pt x="129638" y="37575"/>
                  </a:lnTo>
                  <a:lnTo>
                    <a:pt x="146380" y="0"/>
                  </a:lnTo>
                  <a:lnTo>
                    <a:pt x="193785" y="20638"/>
                  </a:lnTo>
                  <a:lnTo>
                    <a:pt x="257747" y="48486"/>
                  </a:lnTo>
                  <a:lnTo>
                    <a:pt x="298358" y="66166"/>
                  </a:lnTo>
                  <a:lnTo>
                    <a:pt x="298190" y="66613"/>
                  </a:lnTo>
                  <a:lnTo>
                    <a:pt x="293022" y="80395"/>
                  </a:lnTo>
                  <a:lnTo>
                    <a:pt x="284975" y="101857"/>
                  </a:lnTo>
                  <a:lnTo>
                    <a:pt x="277180" y="122642"/>
                  </a:lnTo>
                  <a:lnTo>
                    <a:pt x="271150" y="138723"/>
                  </a:lnTo>
                  <a:lnTo>
                    <a:pt x="269101" y="144187"/>
                  </a:lnTo>
                  <a:lnTo>
                    <a:pt x="265337" y="154225"/>
                  </a:lnTo>
                  <a:lnTo>
                    <a:pt x="260607" y="166841"/>
                  </a:lnTo>
                  <a:lnTo>
                    <a:pt x="259601" y="169522"/>
                  </a:lnTo>
                  <a:lnTo>
                    <a:pt x="259419" y="170009"/>
                  </a:lnTo>
                  <a:lnTo>
                    <a:pt x="252217" y="188882"/>
                  </a:lnTo>
                  <a:lnTo>
                    <a:pt x="250692" y="192878"/>
                  </a:lnTo>
                  <a:lnTo>
                    <a:pt x="244956" y="207910"/>
                  </a:lnTo>
                  <a:lnTo>
                    <a:pt x="240697" y="219072"/>
                  </a:lnTo>
                  <a:lnTo>
                    <a:pt x="236255" y="230713"/>
                  </a:lnTo>
                  <a:lnTo>
                    <a:pt x="233552" y="237796"/>
                  </a:lnTo>
                  <a:lnTo>
                    <a:pt x="233457" y="238044"/>
                  </a:lnTo>
                  <a:lnTo>
                    <a:pt x="227897" y="252615"/>
                  </a:lnTo>
                  <a:lnTo>
                    <a:pt x="227264" y="255601"/>
                  </a:lnTo>
                  <a:lnTo>
                    <a:pt x="223845" y="263969"/>
                  </a:lnTo>
                  <a:lnTo>
                    <a:pt x="219594" y="274376"/>
                  </a:lnTo>
                  <a:lnTo>
                    <a:pt x="220261" y="274624"/>
                  </a:lnTo>
                  <a:lnTo>
                    <a:pt x="221225" y="274983"/>
                  </a:lnTo>
                  <a:lnTo>
                    <a:pt x="219277" y="278969"/>
                  </a:lnTo>
                  <a:lnTo>
                    <a:pt x="217745" y="282105"/>
                  </a:lnTo>
                  <a:lnTo>
                    <a:pt x="217524" y="282556"/>
                  </a:lnTo>
                  <a:lnTo>
                    <a:pt x="212786" y="292251"/>
                  </a:lnTo>
                  <a:lnTo>
                    <a:pt x="192479" y="305659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g53"/>
            <p:cNvSpPr/>
            <p:nvPr/>
          </p:nvSpPr>
          <p:spPr>
            <a:xfrm>
              <a:off x="9976499" y="4932008"/>
              <a:ext cx="376636" cy="379414"/>
            </a:xfrm>
            <a:custGeom>
              <a:avLst/>
              <a:pathLst>
                <a:path w="376636" h="379414">
                  <a:moveTo>
                    <a:pt x="133155" y="369721"/>
                  </a:moveTo>
                  <a:lnTo>
                    <a:pt x="116207" y="379414"/>
                  </a:lnTo>
                  <a:lnTo>
                    <a:pt x="116088" y="379214"/>
                  </a:lnTo>
                  <a:lnTo>
                    <a:pt x="109457" y="368004"/>
                  </a:lnTo>
                  <a:lnTo>
                    <a:pt x="47690" y="263583"/>
                  </a:lnTo>
                  <a:lnTo>
                    <a:pt x="3017" y="188227"/>
                  </a:lnTo>
                  <a:lnTo>
                    <a:pt x="166" y="183211"/>
                  </a:lnTo>
                  <a:lnTo>
                    <a:pt x="0" y="182919"/>
                  </a:lnTo>
                  <a:lnTo>
                    <a:pt x="12296" y="176832"/>
                  </a:lnTo>
                  <a:lnTo>
                    <a:pt x="13054" y="175901"/>
                  </a:lnTo>
                  <a:lnTo>
                    <a:pt x="18645" y="172637"/>
                  </a:lnTo>
                  <a:lnTo>
                    <a:pt x="34478" y="163390"/>
                  </a:lnTo>
                  <a:lnTo>
                    <a:pt x="51423" y="153495"/>
                  </a:lnTo>
                  <a:lnTo>
                    <a:pt x="68727" y="143390"/>
                  </a:lnTo>
                  <a:lnTo>
                    <a:pt x="85606" y="133533"/>
                  </a:lnTo>
                  <a:lnTo>
                    <a:pt x="86780" y="132839"/>
                  </a:lnTo>
                  <a:lnTo>
                    <a:pt x="103939" y="122702"/>
                  </a:lnTo>
                  <a:lnTo>
                    <a:pt x="116582" y="114617"/>
                  </a:lnTo>
                  <a:lnTo>
                    <a:pt x="120062" y="111639"/>
                  </a:lnTo>
                  <a:lnTo>
                    <a:pt x="136571" y="98339"/>
                  </a:lnTo>
                  <a:lnTo>
                    <a:pt x="151705" y="84554"/>
                  </a:lnTo>
                  <a:lnTo>
                    <a:pt x="152292" y="84051"/>
                  </a:lnTo>
                  <a:lnTo>
                    <a:pt x="156139" y="80758"/>
                  </a:lnTo>
                  <a:lnTo>
                    <a:pt x="167023" y="71442"/>
                  </a:lnTo>
                  <a:lnTo>
                    <a:pt x="167244" y="71253"/>
                  </a:lnTo>
                  <a:lnTo>
                    <a:pt x="170132" y="68781"/>
                  </a:lnTo>
                  <a:lnTo>
                    <a:pt x="179917" y="60405"/>
                  </a:lnTo>
                  <a:lnTo>
                    <a:pt x="182758" y="57974"/>
                  </a:lnTo>
                  <a:lnTo>
                    <a:pt x="183523" y="57327"/>
                  </a:lnTo>
                  <a:lnTo>
                    <a:pt x="195195" y="47444"/>
                  </a:lnTo>
                  <a:lnTo>
                    <a:pt x="198737" y="44444"/>
                  </a:lnTo>
                  <a:lnTo>
                    <a:pt x="199098" y="44138"/>
                  </a:lnTo>
                  <a:lnTo>
                    <a:pt x="210169" y="34467"/>
                  </a:lnTo>
                  <a:lnTo>
                    <a:pt x="213694" y="31386"/>
                  </a:lnTo>
                  <a:lnTo>
                    <a:pt x="226479" y="20217"/>
                  </a:lnTo>
                  <a:lnTo>
                    <a:pt x="229985" y="17158"/>
                  </a:lnTo>
                  <a:lnTo>
                    <a:pt x="250711" y="0"/>
                  </a:lnTo>
                  <a:lnTo>
                    <a:pt x="252288" y="1839"/>
                  </a:lnTo>
                  <a:lnTo>
                    <a:pt x="287755" y="43193"/>
                  </a:lnTo>
                  <a:lnTo>
                    <a:pt x="288663" y="44251"/>
                  </a:lnTo>
                  <a:lnTo>
                    <a:pt x="289590" y="45333"/>
                  </a:lnTo>
                  <a:lnTo>
                    <a:pt x="305445" y="62994"/>
                  </a:lnTo>
                  <a:lnTo>
                    <a:pt x="348041" y="112154"/>
                  </a:lnTo>
                  <a:lnTo>
                    <a:pt x="361197" y="127338"/>
                  </a:lnTo>
                  <a:lnTo>
                    <a:pt x="363049" y="129475"/>
                  </a:lnTo>
                  <a:lnTo>
                    <a:pt x="376494" y="144992"/>
                  </a:lnTo>
                  <a:lnTo>
                    <a:pt x="376636" y="145156"/>
                  </a:lnTo>
                  <a:lnTo>
                    <a:pt x="354790" y="162960"/>
                  </a:lnTo>
                  <a:lnTo>
                    <a:pt x="325159" y="188122"/>
                  </a:lnTo>
                  <a:lnTo>
                    <a:pt x="308486" y="202280"/>
                  </a:lnTo>
                  <a:lnTo>
                    <a:pt x="292086" y="216794"/>
                  </a:lnTo>
                  <a:lnTo>
                    <a:pt x="277796" y="229440"/>
                  </a:lnTo>
                  <a:lnTo>
                    <a:pt x="262207" y="243237"/>
                  </a:lnTo>
                  <a:lnTo>
                    <a:pt x="246974" y="256717"/>
                  </a:lnTo>
                  <a:lnTo>
                    <a:pt x="233680" y="268482"/>
                  </a:lnTo>
                  <a:lnTo>
                    <a:pt x="231053" y="270808"/>
                  </a:lnTo>
                  <a:lnTo>
                    <a:pt x="202387" y="296176"/>
                  </a:lnTo>
                  <a:lnTo>
                    <a:pt x="188754" y="308874"/>
                  </a:lnTo>
                  <a:lnTo>
                    <a:pt x="200794" y="329616"/>
                  </a:lnTo>
                  <a:lnTo>
                    <a:pt x="201034" y="330028"/>
                  </a:lnTo>
                  <a:lnTo>
                    <a:pt x="200569" y="330299"/>
                  </a:lnTo>
                  <a:lnTo>
                    <a:pt x="183158" y="340481"/>
                  </a:lnTo>
                  <a:lnTo>
                    <a:pt x="166136" y="350435"/>
                  </a:lnTo>
                  <a:lnTo>
                    <a:pt x="149379" y="36023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g54"/>
            <p:cNvSpPr/>
            <p:nvPr/>
          </p:nvSpPr>
          <p:spPr>
            <a:xfrm>
              <a:off x="10025471" y="5228881"/>
              <a:ext cx="463999" cy="319191"/>
            </a:xfrm>
            <a:custGeom>
              <a:avLst/>
              <a:pathLst>
                <a:path w="463999" h="319191">
                  <a:moveTo>
                    <a:pt x="463009" y="230611"/>
                  </a:moveTo>
                  <a:lnTo>
                    <a:pt x="463444" y="230586"/>
                  </a:lnTo>
                  <a:lnTo>
                    <a:pt x="463999" y="230543"/>
                  </a:lnTo>
                  <a:lnTo>
                    <a:pt x="458287" y="253378"/>
                  </a:lnTo>
                  <a:lnTo>
                    <a:pt x="458007" y="254492"/>
                  </a:lnTo>
                  <a:lnTo>
                    <a:pt x="457653" y="255585"/>
                  </a:lnTo>
                  <a:lnTo>
                    <a:pt x="447948" y="285525"/>
                  </a:lnTo>
                  <a:lnTo>
                    <a:pt x="440294" y="309137"/>
                  </a:lnTo>
                  <a:lnTo>
                    <a:pt x="436377" y="319191"/>
                  </a:lnTo>
                  <a:lnTo>
                    <a:pt x="432531" y="318488"/>
                  </a:lnTo>
                  <a:lnTo>
                    <a:pt x="377799" y="308488"/>
                  </a:lnTo>
                  <a:lnTo>
                    <a:pt x="378816" y="302266"/>
                  </a:lnTo>
                  <a:lnTo>
                    <a:pt x="379106" y="300493"/>
                  </a:lnTo>
                  <a:lnTo>
                    <a:pt x="379174" y="300077"/>
                  </a:lnTo>
                  <a:lnTo>
                    <a:pt x="382021" y="277258"/>
                  </a:lnTo>
                  <a:lnTo>
                    <a:pt x="384584" y="256711"/>
                  </a:lnTo>
                  <a:lnTo>
                    <a:pt x="384940" y="253858"/>
                  </a:lnTo>
                  <a:lnTo>
                    <a:pt x="385740" y="247442"/>
                  </a:lnTo>
                  <a:lnTo>
                    <a:pt x="386839" y="238631"/>
                  </a:lnTo>
                  <a:lnTo>
                    <a:pt x="387147" y="236165"/>
                  </a:lnTo>
                  <a:lnTo>
                    <a:pt x="387033" y="232062"/>
                  </a:lnTo>
                  <a:lnTo>
                    <a:pt x="386919" y="227959"/>
                  </a:lnTo>
                  <a:lnTo>
                    <a:pt x="277982" y="215135"/>
                  </a:lnTo>
                  <a:lnTo>
                    <a:pt x="274386" y="214740"/>
                  </a:lnTo>
                  <a:lnTo>
                    <a:pt x="263276" y="213519"/>
                  </a:lnTo>
                  <a:lnTo>
                    <a:pt x="261941" y="213372"/>
                  </a:lnTo>
                  <a:lnTo>
                    <a:pt x="256506" y="212775"/>
                  </a:lnTo>
                  <a:lnTo>
                    <a:pt x="254479" y="212552"/>
                  </a:lnTo>
                  <a:lnTo>
                    <a:pt x="251150" y="212127"/>
                  </a:lnTo>
                  <a:lnTo>
                    <a:pt x="244968" y="211336"/>
                  </a:lnTo>
                  <a:lnTo>
                    <a:pt x="211358" y="207039"/>
                  </a:lnTo>
                  <a:lnTo>
                    <a:pt x="210244" y="206897"/>
                  </a:lnTo>
                  <a:lnTo>
                    <a:pt x="175181" y="202414"/>
                  </a:lnTo>
                  <a:lnTo>
                    <a:pt x="170887" y="201865"/>
                  </a:lnTo>
                  <a:lnTo>
                    <a:pt x="168926" y="201615"/>
                  </a:lnTo>
                  <a:lnTo>
                    <a:pt x="153728" y="199672"/>
                  </a:lnTo>
                  <a:lnTo>
                    <a:pt x="127087" y="196266"/>
                  </a:lnTo>
                  <a:lnTo>
                    <a:pt x="124918" y="195989"/>
                  </a:lnTo>
                  <a:lnTo>
                    <a:pt x="81637" y="190455"/>
                  </a:lnTo>
                  <a:lnTo>
                    <a:pt x="79320" y="190159"/>
                  </a:lnTo>
                  <a:lnTo>
                    <a:pt x="68116" y="188727"/>
                  </a:lnTo>
                  <a:lnTo>
                    <a:pt x="59802" y="187664"/>
                  </a:lnTo>
                  <a:lnTo>
                    <a:pt x="40283" y="185168"/>
                  </a:lnTo>
                  <a:lnTo>
                    <a:pt x="38352" y="184921"/>
                  </a:lnTo>
                  <a:lnTo>
                    <a:pt x="6184" y="180809"/>
                  </a:lnTo>
                  <a:lnTo>
                    <a:pt x="4954" y="180652"/>
                  </a:lnTo>
                  <a:lnTo>
                    <a:pt x="798" y="180120"/>
                  </a:lnTo>
                  <a:lnTo>
                    <a:pt x="441" y="180075"/>
                  </a:lnTo>
                  <a:lnTo>
                    <a:pt x="0" y="180018"/>
                  </a:lnTo>
                  <a:lnTo>
                    <a:pt x="136" y="177645"/>
                  </a:lnTo>
                  <a:lnTo>
                    <a:pt x="152" y="177355"/>
                  </a:lnTo>
                  <a:lnTo>
                    <a:pt x="344" y="174010"/>
                  </a:lnTo>
                  <a:lnTo>
                    <a:pt x="3010" y="173581"/>
                  </a:lnTo>
                  <a:lnTo>
                    <a:pt x="3346" y="173527"/>
                  </a:lnTo>
                  <a:lnTo>
                    <a:pt x="15510" y="172047"/>
                  </a:lnTo>
                  <a:lnTo>
                    <a:pt x="22420" y="171015"/>
                  </a:lnTo>
                  <a:lnTo>
                    <a:pt x="29405" y="169971"/>
                  </a:lnTo>
                  <a:lnTo>
                    <a:pt x="38750" y="168577"/>
                  </a:lnTo>
                  <a:lnTo>
                    <a:pt x="43600" y="167854"/>
                  </a:lnTo>
                  <a:lnTo>
                    <a:pt x="51300" y="166705"/>
                  </a:lnTo>
                  <a:lnTo>
                    <a:pt x="52614" y="166509"/>
                  </a:lnTo>
                  <a:lnTo>
                    <a:pt x="53394" y="166058"/>
                  </a:lnTo>
                  <a:lnTo>
                    <a:pt x="66818" y="158291"/>
                  </a:lnTo>
                  <a:lnTo>
                    <a:pt x="87343" y="146416"/>
                  </a:lnTo>
                  <a:lnTo>
                    <a:pt x="100532" y="138785"/>
                  </a:lnTo>
                  <a:lnTo>
                    <a:pt x="110754" y="132871"/>
                  </a:lnTo>
                  <a:lnTo>
                    <a:pt x="110900" y="132786"/>
                  </a:lnTo>
                  <a:lnTo>
                    <a:pt x="113665" y="131166"/>
                  </a:lnTo>
                  <a:lnTo>
                    <a:pt x="132978" y="119850"/>
                  </a:lnTo>
                  <a:lnTo>
                    <a:pt x="134260" y="119098"/>
                  </a:lnTo>
                  <a:lnTo>
                    <a:pt x="153796" y="107651"/>
                  </a:lnTo>
                  <a:lnTo>
                    <a:pt x="172321" y="96796"/>
                  </a:lnTo>
                  <a:lnTo>
                    <a:pt x="189440" y="86765"/>
                  </a:lnTo>
                  <a:lnTo>
                    <a:pt x="192657" y="84880"/>
                  </a:lnTo>
                  <a:lnTo>
                    <a:pt x="206324" y="76871"/>
                  </a:lnTo>
                  <a:lnTo>
                    <a:pt x="210367" y="74503"/>
                  </a:lnTo>
                  <a:lnTo>
                    <a:pt x="223035" y="67080"/>
                  </a:lnTo>
                  <a:lnTo>
                    <a:pt x="240866" y="56631"/>
                  </a:lnTo>
                  <a:lnTo>
                    <a:pt x="267989" y="40738"/>
                  </a:lnTo>
                  <a:lnTo>
                    <a:pt x="270305" y="39382"/>
                  </a:lnTo>
                  <a:lnTo>
                    <a:pt x="298731" y="22725"/>
                  </a:lnTo>
                  <a:lnTo>
                    <a:pt x="318350" y="11229"/>
                  </a:lnTo>
                  <a:lnTo>
                    <a:pt x="337462" y="0"/>
                  </a:lnTo>
                  <a:lnTo>
                    <a:pt x="350685" y="22608"/>
                  </a:lnTo>
                  <a:lnTo>
                    <a:pt x="363557" y="44617"/>
                  </a:lnTo>
                  <a:lnTo>
                    <a:pt x="375255" y="64619"/>
                  </a:lnTo>
                  <a:lnTo>
                    <a:pt x="386399" y="83600"/>
                  </a:lnTo>
                  <a:lnTo>
                    <a:pt x="400283" y="107249"/>
                  </a:lnTo>
                  <a:lnTo>
                    <a:pt x="424347" y="148750"/>
                  </a:lnTo>
                  <a:lnTo>
                    <a:pt x="435137" y="171264"/>
                  </a:lnTo>
                  <a:lnTo>
                    <a:pt x="442796" y="187243"/>
                  </a:lnTo>
                  <a:lnTo>
                    <a:pt x="450381" y="203517"/>
                  </a:lnTo>
                  <a:lnTo>
                    <a:pt x="457592" y="218990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g55"/>
            <p:cNvSpPr/>
            <p:nvPr/>
          </p:nvSpPr>
          <p:spPr>
            <a:xfrm>
              <a:off x="10048007" y="4482960"/>
              <a:ext cx="386256" cy="345192"/>
            </a:xfrm>
            <a:custGeom>
              <a:avLst/>
              <a:pathLst>
                <a:path w="386256" h="345192">
                  <a:moveTo>
                    <a:pt x="386256" y="191497"/>
                  </a:moveTo>
                  <a:lnTo>
                    <a:pt x="386115" y="195966"/>
                  </a:lnTo>
                  <a:lnTo>
                    <a:pt x="385316" y="198245"/>
                  </a:lnTo>
                  <a:lnTo>
                    <a:pt x="384738" y="199894"/>
                  </a:lnTo>
                  <a:lnTo>
                    <a:pt x="382710" y="203082"/>
                  </a:lnTo>
                  <a:lnTo>
                    <a:pt x="381830" y="203716"/>
                  </a:lnTo>
                  <a:lnTo>
                    <a:pt x="379523" y="205379"/>
                  </a:lnTo>
                  <a:lnTo>
                    <a:pt x="375828" y="206713"/>
                  </a:lnTo>
                  <a:lnTo>
                    <a:pt x="371771" y="206862"/>
                  </a:lnTo>
                  <a:lnTo>
                    <a:pt x="368511" y="205602"/>
                  </a:lnTo>
                  <a:lnTo>
                    <a:pt x="366272" y="203950"/>
                  </a:lnTo>
                  <a:lnTo>
                    <a:pt x="365396" y="203304"/>
                  </a:lnTo>
                  <a:lnTo>
                    <a:pt x="364544" y="202588"/>
                  </a:lnTo>
                  <a:lnTo>
                    <a:pt x="363368" y="201599"/>
                  </a:lnTo>
                  <a:lnTo>
                    <a:pt x="362533" y="200899"/>
                  </a:lnTo>
                  <a:lnTo>
                    <a:pt x="361701" y="200202"/>
                  </a:lnTo>
                  <a:lnTo>
                    <a:pt x="360971" y="199590"/>
                  </a:lnTo>
                  <a:lnTo>
                    <a:pt x="360534" y="199223"/>
                  </a:lnTo>
                  <a:lnTo>
                    <a:pt x="360284" y="199019"/>
                  </a:lnTo>
                  <a:lnTo>
                    <a:pt x="340299" y="210873"/>
                  </a:lnTo>
                  <a:lnTo>
                    <a:pt x="321924" y="221772"/>
                  </a:lnTo>
                  <a:lnTo>
                    <a:pt x="315722" y="225450"/>
                  </a:lnTo>
                  <a:lnTo>
                    <a:pt x="305555" y="231480"/>
                  </a:lnTo>
                  <a:lnTo>
                    <a:pt x="287334" y="242287"/>
                  </a:lnTo>
                  <a:lnTo>
                    <a:pt x="271893" y="251446"/>
                  </a:lnTo>
                  <a:lnTo>
                    <a:pt x="240255" y="270211"/>
                  </a:lnTo>
                  <a:lnTo>
                    <a:pt x="238794" y="271077"/>
                  </a:lnTo>
                  <a:lnTo>
                    <a:pt x="238622" y="271180"/>
                  </a:lnTo>
                  <a:lnTo>
                    <a:pt x="216912" y="284101"/>
                  </a:lnTo>
                  <a:lnTo>
                    <a:pt x="203361" y="292166"/>
                  </a:lnTo>
                  <a:lnTo>
                    <a:pt x="161860" y="316865"/>
                  </a:lnTo>
                  <a:lnTo>
                    <a:pt x="155211" y="320822"/>
                  </a:lnTo>
                  <a:lnTo>
                    <a:pt x="136957" y="331686"/>
                  </a:lnTo>
                  <a:lnTo>
                    <a:pt x="131541" y="334910"/>
                  </a:lnTo>
                  <a:lnTo>
                    <a:pt x="114264" y="345192"/>
                  </a:lnTo>
                  <a:lnTo>
                    <a:pt x="106411" y="333332"/>
                  </a:lnTo>
                  <a:lnTo>
                    <a:pt x="98835" y="321891"/>
                  </a:lnTo>
                  <a:lnTo>
                    <a:pt x="98514" y="321406"/>
                  </a:lnTo>
                  <a:lnTo>
                    <a:pt x="98188" y="320913"/>
                  </a:lnTo>
                  <a:lnTo>
                    <a:pt x="85863" y="300192"/>
                  </a:lnTo>
                  <a:lnTo>
                    <a:pt x="84621" y="298077"/>
                  </a:lnTo>
                  <a:lnTo>
                    <a:pt x="84096" y="297182"/>
                  </a:lnTo>
                  <a:lnTo>
                    <a:pt x="56628" y="250405"/>
                  </a:lnTo>
                  <a:lnTo>
                    <a:pt x="55386" y="248305"/>
                  </a:lnTo>
                  <a:lnTo>
                    <a:pt x="27591" y="201327"/>
                  </a:lnTo>
                  <a:lnTo>
                    <a:pt x="25521" y="197836"/>
                  </a:lnTo>
                  <a:lnTo>
                    <a:pt x="13003" y="176724"/>
                  </a:lnTo>
                  <a:lnTo>
                    <a:pt x="12328" y="175586"/>
                  </a:lnTo>
                  <a:lnTo>
                    <a:pt x="11836" y="174757"/>
                  </a:lnTo>
                  <a:lnTo>
                    <a:pt x="8073" y="168410"/>
                  </a:lnTo>
                  <a:lnTo>
                    <a:pt x="535" y="155698"/>
                  </a:lnTo>
                  <a:lnTo>
                    <a:pt x="0" y="154712"/>
                  </a:lnTo>
                  <a:lnTo>
                    <a:pt x="47715" y="125987"/>
                  </a:lnTo>
                  <a:lnTo>
                    <a:pt x="49101" y="125172"/>
                  </a:lnTo>
                  <a:lnTo>
                    <a:pt x="49245" y="125087"/>
                  </a:lnTo>
                  <a:lnTo>
                    <a:pt x="91861" y="100003"/>
                  </a:lnTo>
                  <a:lnTo>
                    <a:pt x="93253" y="99193"/>
                  </a:lnTo>
                  <a:lnTo>
                    <a:pt x="94011" y="98751"/>
                  </a:lnTo>
                  <a:lnTo>
                    <a:pt x="113394" y="87467"/>
                  </a:lnTo>
                  <a:lnTo>
                    <a:pt x="126998" y="79547"/>
                  </a:lnTo>
                  <a:lnTo>
                    <a:pt x="141769" y="70851"/>
                  </a:lnTo>
                  <a:lnTo>
                    <a:pt x="159400" y="60473"/>
                  </a:lnTo>
                  <a:lnTo>
                    <a:pt x="159900" y="60179"/>
                  </a:lnTo>
                  <a:lnTo>
                    <a:pt x="160346" y="59914"/>
                  </a:lnTo>
                  <a:lnTo>
                    <a:pt x="161685" y="59119"/>
                  </a:lnTo>
                  <a:lnTo>
                    <a:pt x="182126" y="46978"/>
                  </a:lnTo>
                  <a:lnTo>
                    <a:pt x="203150" y="34490"/>
                  </a:lnTo>
                  <a:lnTo>
                    <a:pt x="204423" y="33734"/>
                  </a:lnTo>
                  <a:lnTo>
                    <a:pt x="226636" y="20540"/>
                  </a:lnTo>
                  <a:lnTo>
                    <a:pt x="245713" y="9209"/>
                  </a:lnTo>
                  <a:lnTo>
                    <a:pt x="248706" y="7431"/>
                  </a:lnTo>
                  <a:lnTo>
                    <a:pt x="261219" y="0"/>
                  </a:lnTo>
                  <a:lnTo>
                    <a:pt x="367111" y="179760"/>
                  </a:lnTo>
                  <a:lnTo>
                    <a:pt x="374253" y="179633"/>
                  </a:lnTo>
                  <a:lnTo>
                    <a:pt x="384400" y="184591"/>
                  </a:lnTo>
                  <a:lnTo>
                    <a:pt x="384540" y="184659"/>
                  </a:lnTo>
                  <a:lnTo>
                    <a:pt x="385337" y="186252"/>
                  </a:lnTo>
                  <a:lnTo>
                    <a:pt x="385656" y="188020"/>
                  </a:lnTo>
                  <a:lnTo>
                    <a:pt x="385729" y="188428"/>
                  </a:lnTo>
                  <a:lnTo>
                    <a:pt x="386174" y="190898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g56"/>
            <p:cNvSpPr/>
            <p:nvPr/>
          </p:nvSpPr>
          <p:spPr>
            <a:xfrm>
              <a:off x="8883685" y="3410490"/>
              <a:ext cx="470484" cy="372126"/>
            </a:xfrm>
            <a:custGeom>
              <a:avLst/>
              <a:pathLst>
                <a:path w="470484" h="372126">
                  <a:moveTo>
                    <a:pt x="69038" y="371383"/>
                  </a:moveTo>
                  <a:lnTo>
                    <a:pt x="67777" y="372126"/>
                  </a:lnTo>
                  <a:lnTo>
                    <a:pt x="0" y="251576"/>
                  </a:lnTo>
                  <a:lnTo>
                    <a:pt x="1363" y="250493"/>
                  </a:lnTo>
                  <a:lnTo>
                    <a:pt x="2605" y="249266"/>
                  </a:lnTo>
                  <a:lnTo>
                    <a:pt x="3710" y="247908"/>
                  </a:lnTo>
                  <a:lnTo>
                    <a:pt x="3816" y="247760"/>
                  </a:lnTo>
                  <a:lnTo>
                    <a:pt x="4725" y="246330"/>
                  </a:lnTo>
                  <a:lnTo>
                    <a:pt x="5483" y="244811"/>
                  </a:lnTo>
                  <a:lnTo>
                    <a:pt x="6082" y="243220"/>
                  </a:lnTo>
                  <a:lnTo>
                    <a:pt x="6622" y="241017"/>
                  </a:lnTo>
                  <a:lnTo>
                    <a:pt x="6858" y="238760"/>
                  </a:lnTo>
                  <a:lnTo>
                    <a:pt x="6785" y="236490"/>
                  </a:lnTo>
                  <a:lnTo>
                    <a:pt x="6405" y="234253"/>
                  </a:lnTo>
                  <a:lnTo>
                    <a:pt x="5726" y="232091"/>
                  </a:lnTo>
                  <a:lnTo>
                    <a:pt x="4760" y="230047"/>
                  </a:lnTo>
                  <a:lnTo>
                    <a:pt x="7306" y="228525"/>
                  </a:lnTo>
                  <a:lnTo>
                    <a:pt x="10551" y="226585"/>
                  </a:lnTo>
                  <a:lnTo>
                    <a:pt x="24881" y="218017"/>
                  </a:lnTo>
                  <a:lnTo>
                    <a:pt x="27802" y="216271"/>
                  </a:lnTo>
                  <a:lnTo>
                    <a:pt x="43870" y="206665"/>
                  </a:lnTo>
                  <a:lnTo>
                    <a:pt x="64262" y="194474"/>
                  </a:lnTo>
                  <a:lnTo>
                    <a:pt x="103419" y="171064"/>
                  </a:lnTo>
                  <a:lnTo>
                    <a:pt x="108647" y="167939"/>
                  </a:lnTo>
                  <a:lnTo>
                    <a:pt x="110733" y="166691"/>
                  </a:lnTo>
                  <a:lnTo>
                    <a:pt x="124815" y="158331"/>
                  </a:lnTo>
                  <a:lnTo>
                    <a:pt x="144222" y="146809"/>
                  </a:lnTo>
                  <a:lnTo>
                    <a:pt x="170260" y="131350"/>
                  </a:lnTo>
                  <a:lnTo>
                    <a:pt x="186556" y="121676"/>
                  </a:lnTo>
                  <a:lnTo>
                    <a:pt x="228042" y="97458"/>
                  </a:lnTo>
                  <a:lnTo>
                    <a:pt x="240361" y="90267"/>
                  </a:lnTo>
                  <a:lnTo>
                    <a:pt x="247833" y="85904"/>
                  </a:lnTo>
                  <a:lnTo>
                    <a:pt x="268312" y="73949"/>
                  </a:lnTo>
                  <a:lnTo>
                    <a:pt x="302670" y="53893"/>
                  </a:lnTo>
                  <a:lnTo>
                    <a:pt x="310628" y="49247"/>
                  </a:lnTo>
                  <a:lnTo>
                    <a:pt x="316214" y="45986"/>
                  </a:lnTo>
                  <a:lnTo>
                    <a:pt x="350780" y="24811"/>
                  </a:lnTo>
                  <a:lnTo>
                    <a:pt x="352123" y="23988"/>
                  </a:lnTo>
                  <a:lnTo>
                    <a:pt x="363603" y="16956"/>
                  </a:lnTo>
                  <a:lnTo>
                    <a:pt x="372454" y="11724"/>
                  </a:lnTo>
                  <a:lnTo>
                    <a:pt x="378633" y="8072"/>
                  </a:lnTo>
                  <a:lnTo>
                    <a:pt x="392291" y="0"/>
                  </a:lnTo>
                  <a:lnTo>
                    <a:pt x="393941" y="3014"/>
                  </a:lnTo>
                  <a:lnTo>
                    <a:pt x="394438" y="3921"/>
                  </a:lnTo>
                  <a:lnTo>
                    <a:pt x="395470" y="5807"/>
                  </a:lnTo>
                  <a:lnTo>
                    <a:pt x="396433" y="7566"/>
                  </a:lnTo>
                  <a:lnTo>
                    <a:pt x="397492" y="9501"/>
                  </a:lnTo>
                  <a:lnTo>
                    <a:pt x="407205" y="26073"/>
                  </a:lnTo>
                  <a:lnTo>
                    <a:pt x="409420" y="29852"/>
                  </a:lnTo>
                  <a:lnTo>
                    <a:pt x="421432" y="50349"/>
                  </a:lnTo>
                  <a:lnTo>
                    <a:pt x="422992" y="53010"/>
                  </a:lnTo>
                  <a:lnTo>
                    <a:pt x="431842" y="69316"/>
                  </a:lnTo>
                  <a:lnTo>
                    <a:pt x="432624" y="70706"/>
                  </a:lnTo>
                  <a:lnTo>
                    <a:pt x="443583" y="90194"/>
                  </a:lnTo>
                  <a:lnTo>
                    <a:pt x="444331" y="91401"/>
                  </a:lnTo>
                  <a:lnTo>
                    <a:pt x="454122" y="107212"/>
                  </a:lnTo>
                  <a:lnTo>
                    <a:pt x="456638" y="111175"/>
                  </a:lnTo>
                  <a:lnTo>
                    <a:pt x="458720" y="114455"/>
                  </a:lnTo>
                  <a:lnTo>
                    <a:pt x="459559" y="115776"/>
                  </a:lnTo>
                  <a:lnTo>
                    <a:pt x="464698" y="123870"/>
                  </a:lnTo>
                  <a:lnTo>
                    <a:pt x="464867" y="124137"/>
                  </a:lnTo>
                  <a:lnTo>
                    <a:pt x="466843" y="127551"/>
                  </a:lnTo>
                  <a:lnTo>
                    <a:pt x="468178" y="129859"/>
                  </a:lnTo>
                  <a:lnTo>
                    <a:pt x="469736" y="132551"/>
                  </a:lnTo>
                  <a:lnTo>
                    <a:pt x="470484" y="134027"/>
                  </a:lnTo>
                  <a:lnTo>
                    <a:pt x="467225" y="135972"/>
                  </a:lnTo>
                  <a:lnTo>
                    <a:pt x="465153" y="137209"/>
                  </a:lnTo>
                  <a:lnTo>
                    <a:pt x="461041" y="139664"/>
                  </a:lnTo>
                  <a:lnTo>
                    <a:pt x="460647" y="139898"/>
                  </a:lnTo>
                  <a:lnTo>
                    <a:pt x="451908" y="145114"/>
                  </a:lnTo>
                  <a:lnTo>
                    <a:pt x="451099" y="145590"/>
                  </a:lnTo>
                  <a:lnTo>
                    <a:pt x="450035" y="146216"/>
                  </a:lnTo>
                  <a:lnTo>
                    <a:pt x="431394" y="157181"/>
                  </a:lnTo>
                  <a:lnTo>
                    <a:pt x="429498" y="158314"/>
                  </a:lnTo>
                  <a:lnTo>
                    <a:pt x="424086" y="161546"/>
                  </a:lnTo>
                  <a:lnTo>
                    <a:pt x="418540" y="164858"/>
                  </a:lnTo>
                  <a:lnTo>
                    <a:pt x="413646" y="167781"/>
                  </a:lnTo>
                  <a:lnTo>
                    <a:pt x="391455" y="181034"/>
                  </a:lnTo>
                  <a:lnTo>
                    <a:pt x="389489" y="182208"/>
                  </a:lnTo>
                  <a:lnTo>
                    <a:pt x="388779" y="182632"/>
                  </a:lnTo>
                  <a:lnTo>
                    <a:pt x="385368" y="184643"/>
                  </a:lnTo>
                  <a:lnTo>
                    <a:pt x="346865" y="207331"/>
                  </a:lnTo>
                  <a:lnTo>
                    <a:pt x="326021" y="219332"/>
                  </a:lnTo>
                  <a:lnTo>
                    <a:pt x="315672" y="225289"/>
                  </a:lnTo>
                  <a:lnTo>
                    <a:pt x="305646" y="231062"/>
                  </a:lnTo>
                  <a:lnTo>
                    <a:pt x="293372" y="238186"/>
                  </a:lnTo>
                  <a:lnTo>
                    <a:pt x="273458" y="249745"/>
                  </a:lnTo>
                  <a:lnTo>
                    <a:pt x="266649" y="253697"/>
                  </a:lnTo>
                  <a:lnTo>
                    <a:pt x="263776" y="255365"/>
                  </a:lnTo>
                  <a:lnTo>
                    <a:pt x="260848" y="257136"/>
                  </a:lnTo>
                  <a:lnTo>
                    <a:pt x="257276" y="259296"/>
                  </a:lnTo>
                  <a:lnTo>
                    <a:pt x="237029" y="271540"/>
                  </a:lnTo>
                  <a:lnTo>
                    <a:pt x="222990" y="280031"/>
                  </a:lnTo>
                  <a:lnTo>
                    <a:pt x="202574" y="292378"/>
                  </a:lnTo>
                  <a:lnTo>
                    <a:pt x="182898" y="304182"/>
                  </a:lnTo>
                  <a:lnTo>
                    <a:pt x="182449" y="304451"/>
                  </a:lnTo>
                  <a:lnTo>
                    <a:pt x="142587" y="328047"/>
                  </a:lnTo>
                  <a:lnTo>
                    <a:pt x="121939" y="340213"/>
                  </a:lnTo>
                  <a:lnTo>
                    <a:pt x="94759" y="356228"/>
                  </a:lnTo>
                  <a:lnTo>
                    <a:pt x="93766" y="356813"/>
                  </a:lnTo>
                  <a:lnTo>
                    <a:pt x="84760" y="362120"/>
                  </a:lnTo>
                  <a:lnTo>
                    <a:pt x="84193" y="362454"/>
                  </a:lnTo>
                  <a:lnTo>
                    <a:pt x="81306" y="364155"/>
                  </a:lnTo>
                  <a:lnTo>
                    <a:pt x="80418" y="364678"/>
                  </a:lnTo>
                  <a:lnTo>
                    <a:pt x="75801" y="367398"/>
                  </a:lnTo>
                  <a:lnTo>
                    <a:pt x="71562" y="369896"/>
                  </a:lnTo>
                  <a:lnTo>
                    <a:pt x="71306" y="370047"/>
                  </a:lnTo>
                  <a:lnTo>
                    <a:pt x="69716" y="37098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g57"/>
            <p:cNvSpPr/>
            <p:nvPr/>
          </p:nvSpPr>
          <p:spPr>
            <a:xfrm>
              <a:off x="8344130" y="2424485"/>
              <a:ext cx="347986" cy="397066"/>
            </a:xfrm>
            <a:custGeom>
              <a:avLst/>
              <a:pathLst>
                <a:path w="347986" h="397066">
                  <a:moveTo>
                    <a:pt x="143876" y="396706"/>
                  </a:moveTo>
                  <a:lnTo>
                    <a:pt x="143226" y="397066"/>
                  </a:lnTo>
                  <a:lnTo>
                    <a:pt x="123944" y="364783"/>
                  </a:lnTo>
                  <a:lnTo>
                    <a:pt x="115565" y="350756"/>
                  </a:lnTo>
                  <a:lnTo>
                    <a:pt x="105661" y="332881"/>
                  </a:lnTo>
                  <a:lnTo>
                    <a:pt x="100194" y="324153"/>
                  </a:lnTo>
                  <a:lnTo>
                    <a:pt x="77109" y="283732"/>
                  </a:lnTo>
                  <a:lnTo>
                    <a:pt x="64140" y="261545"/>
                  </a:lnTo>
                  <a:lnTo>
                    <a:pt x="51610" y="239853"/>
                  </a:lnTo>
                  <a:lnTo>
                    <a:pt x="41096" y="222520"/>
                  </a:lnTo>
                  <a:lnTo>
                    <a:pt x="27167" y="198434"/>
                  </a:lnTo>
                  <a:lnTo>
                    <a:pt x="0" y="153967"/>
                  </a:lnTo>
                  <a:lnTo>
                    <a:pt x="16754" y="145964"/>
                  </a:lnTo>
                  <a:lnTo>
                    <a:pt x="23213" y="142879"/>
                  </a:lnTo>
                  <a:lnTo>
                    <a:pt x="21464" y="140132"/>
                  </a:lnTo>
                  <a:lnTo>
                    <a:pt x="20517" y="138644"/>
                  </a:lnTo>
                  <a:lnTo>
                    <a:pt x="39533" y="127155"/>
                  </a:lnTo>
                  <a:lnTo>
                    <a:pt x="40721" y="126506"/>
                  </a:lnTo>
                  <a:lnTo>
                    <a:pt x="53538" y="119496"/>
                  </a:lnTo>
                  <a:lnTo>
                    <a:pt x="54704" y="118819"/>
                  </a:lnTo>
                  <a:lnTo>
                    <a:pt x="77021" y="105846"/>
                  </a:lnTo>
                  <a:lnTo>
                    <a:pt x="80411" y="103947"/>
                  </a:lnTo>
                  <a:lnTo>
                    <a:pt x="83227" y="102369"/>
                  </a:lnTo>
                  <a:lnTo>
                    <a:pt x="97716" y="94068"/>
                  </a:lnTo>
                  <a:lnTo>
                    <a:pt x="100856" y="92333"/>
                  </a:lnTo>
                  <a:lnTo>
                    <a:pt x="102733" y="91296"/>
                  </a:lnTo>
                  <a:lnTo>
                    <a:pt x="115488" y="84249"/>
                  </a:lnTo>
                  <a:lnTo>
                    <a:pt x="122214" y="79552"/>
                  </a:lnTo>
                  <a:lnTo>
                    <a:pt x="123006" y="78998"/>
                  </a:lnTo>
                  <a:lnTo>
                    <a:pt x="123553" y="78616"/>
                  </a:lnTo>
                  <a:lnTo>
                    <a:pt x="129493" y="75256"/>
                  </a:lnTo>
                  <a:lnTo>
                    <a:pt x="141519" y="68388"/>
                  </a:lnTo>
                  <a:lnTo>
                    <a:pt x="151226" y="62656"/>
                  </a:lnTo>
                  <a:lnTo>
                    <a:pt x="163888" y="54051"/>
                  </a:lnTo>
                  <a:lnTo>
                    <a:pt x="164024" y="53959"/>
                  </a:lnTo>
                  <a:lnTo>
                    <a:pt x="172190" y="49357"/>
                  </a:lnTo>
                  <a:lnTo>
                    <a:pt x="175421" y="47535"/>
                  </a:lnTo>
                  <a:lnTo>
                    <a:pt x="184220" y="42402"/>
                  </a:lnTo>
                  <a:lnTo>
                    <a:pt x="186094" y="41309"/>
                  </a:lnTo>
                  <a:lnTo>
                    <a:pt x="200003" y="33057"/>
                  </a:lnTo>
                  <a:lnTo>
                    <a:pt x="203576" y="31030"/>
                  </a:lnTo>
                  <a:lnTo>
                    <a:pt x="205315" y="30043"/>
                  </a:lnTo>
                  <a:lnTo>
                    <a:pt x="214636" y="24608"/>
                  </a:lnTo>
                  <a:lnTo>
                    <a:pt x="218790" y="22186"/>
                  </a:lnTo>
                  <a:lnTo>
                    <a:pt x="223007" y="17891"/>
                  </a:lnTo>
                  <a:lnTo>
                    <a:pt x="225529" y="15323"/>
                  </a:lnTo>
                  <a:lnTo>
                    <a:pt x="228051" y="12755"/>
                  </a:lnTo>
                  <a:lnTo>
                    <a:pt x="228324" y="12444"/>
                  </a:lnTo>
                  <a:lnTo>
                    <a:pt x="238555" y="821"/>
                  </a:lnTo>
                  <a:lnTo>
                    <a:pt x="238834" y="782"/>
                  </a:lnTo>
                  <a:lnTo>
                    <a:pt x="239528" y="683"/>
                  </a:lnTo>
                  <a:lnTo>
                    <a:pt x="241228" y="501"/>
                  </a:lnTo>
                  <a:lnTo>
                    <a:pt x="243579" y="250"/>
                  </a:lnTo>
                  <a:lnTo>
                    <a:pt x="245930" y="0"/>
                  </a:lnTo>
                  <a:lnTo>
                    <a:pt x="248861" y="11871"/>
                  </a:lnTo>
                  <a:lnTo>
                    <a:pt x="249710" y="15309"/>
                  </a:lnTo>
                  <a:lnTo>
                    <a:pt x="272535" y="53030"/>
                  </a:lnTo>
                  <a:lnTo>
                    <a:pt x="284314" y="71653"/>
                  </a:lnTo>
                  <a:lnTo>
                    <a:pt x="310060" y="115792"/>
                  </a:lnTo>
                  <a:lnTo>
                    <a:pt x="288365" y="128828"/>
                  </a:lnTo>
                  <a:lnTo>
                    <a:pt x="269106" y="140400"/>
                  </a:lnTo>
                  <a:lnTo>
                    <a:pt x="281460" y="162620"/>
                  </a:lnTo>
                  <a:lnTo>
                    <a:pt x="293849" y="183451"/>
                  </a:lnTo>
                  <a:lnTo>
                    <a:pt x="305471" y="202991"/>
                  </a:lnTo>
                  <a:lnTo>
                    <a:pt x="317294" y="223348"/>
                  </a:lnTo>
                  <a:lnTo>
                    <a:pt x="328687" y="242748"/>
                  </a:lnTo>
                  <a:lnTo>
                    <a:pt x="344860" y="270286"/>
                  </a:lnTo>
                  <a:lnTo>
                    <a:pt x="347093" y="274089"/>
                  </a:lnTo>
                  <a:lnTo>
                    <a:pt x="347986" y="275609"/>
                  </a:lnTo>
                  <a:lnTo>
                    <a:pt x="347714" y="275768"/>
                  </a:lnTo>
                  <a:lnTo>
                    <a:pt x="340193" y="280191"/>
                  </a:lnTo>
                  <a:lnTo>
                    <a:pt x="331143" y="285514"/>
                  </a:lnTo>
                  <a:lnTo>
                    <a:pt x="327780" y="287492"/>
                  </a:lnTo>
                  <a:lnTo>
                    <a:pt x="323738" y="289869"/>
                  </a:lnTo>
                  <a:lnTo>
                    <a:pt x="319683" y="292253"/>
                  </a:lnTo>
                  <a:lnTo>
                    <a:pt x="313204" y="296064"/>
                  </a:lnTo>
                  <a:lnTo>
                    <a:pt x="310729" y="297519"/>
                  </a:lnTo>
                  <a:lnTo>
                    <a:pt x="307627" y="299344"/>
                  </a:lnTo>
                  <a:lnTo>
                    <a:pt x="291076" y="309077"/>
                  </a:lnTo>
                  <a:lnTo>
                    <a:pt x="288222" y="310756"/>
                  </a:lnTo>
                  <a:lnTo>
                    <a:pt x="287370" y="311256"/>
                  </a:lnTo>
                  <a:lnTo>
                    <a:pt x="284812" y="312761"/>
                  </a:lnTo>
                  <a:lnTo>
                    <a:pt x="271608" y="320526"/>
                  </a:lnTo>
                  <a:lnTo>
                    <a:pt x="267811" y="322759"/>
                  </a:lnTo>
                  <a:lnTo>
                    <a:pt x="265905" y="323898"/>
                  </a:lnTo>
                  <a:lnTo>
                    <a:pt x="224631" y="348565"/>
                  </a:lnTo>
                  <a:lnTo>
                    <a:pt x="224258" y="348787"/>
                  </a:lnTo>
                  <a:lnTo>
                    <a:pt x="224048" y="348910"/>
                  </a:lnTo>
                  <a:lnTo>
                    <a:pt x="223677" y="349127"/>
                  </a:lnTo>
                  <a:lnTo>
                    <a:pt x="217489" y="352743"/>
                  </a:lnTo>
                  <a:lnTo>
                    <a:pt x="204543" y="360309"/>
                  </a:lnTo>
                  <a:lnTo>
                    <a:pt x="185977" y="371629"/>
                  </a:lnTo>
                  <a:lnTo>
                    <a:pt x="183873" y="372912"/>
                  </a:lnTo>
                  <a:lnTo>
                    <a:pt x="183737" y="372995"/>
                  </a:lnTo>
                  <a:lnTo>
                    <a:pt x="183072" y="373401"/>
                  </a:lnTo>
                  <a:lnTo>
                    <a:pt x="156022" y="389484"/>
                  </a:lnTo>
                  <a:lnTo>
                    <a:pt x="144388" y="39640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g58"/>
            <p:cNvSpPr/>
            <p:nvPr/>
          </p:nvSpPr>
          <p:spPr>
            <a:xfrm>
              <a:off x="9660319" y="3898969"/>
              <a:ext cx="459861" cy="481544"/>
            </a:xfrm>
            <a:custGeom>
              <a:avLst/>
              <a:pathLst>
                <a:path w="459861" h="481544">
                  <a:moveTo>
                    <a:pt x="309536" y="0"/>
                  </a:moveTo>
                  <a:lnTo>
                    <a:pt x="407470" y="170381"/>
                  </a:lnTo>
                  <a:lnTo>
                    <a:pt x="444213" y="234305"/>
                  </a:lnTo>
                  <a:lnTo>
                    <a:pt x="459861" y="261528"/>
                  </a:lnTo>
                  <a:lnTo>
                    <a:pt x="448251" y="268134"/>
                  </a:lnTo>
                  <a:lnTo>
                    <a:pt x="427542" y="280163"/>
                  </a:lnTo>
                  <a:lnTo>
                    <a:pt x="426562" y="280732"/>
                  </a:lnTo>
                  <a:lnTo>
                    <a:pt x="405641" y="292884"/>
                  </a:lnTo>
                  <a:lnTo>
                    <a:pt x="381441" y="306941"/>
                  </a:lnTo>
                  <a:lnTo>
                    <a:pt x="373446" y="311584"/>
                  </a:lnTo>
                  <a:lnTo>
                    <a:pt x="371179" y="312901"/>
                  </a:lnTo>
                  <a:lnTo>
                    <a:pt x="370298" y="313438"/>
                  </a:lnTo>
                  <a:lnTo>
                    <a:pt x="382151" y="334695"/>
                  </a:lnTo>
                  <a:lnTo>
                    <a:pt x="386119" y="341553"/>
                  </a:lnTo>
                  <a:lnTo>
                    <a:pt x="364854" y="353789"/>
                  </a:lnTo>
                  <a:lnTo>
                    <a:pt x="364400" y="354060"/>
                  </a:lnTo>
                  <a:lnTo>
                    <a:pt x="342742" y="366975"/>
                  </a:lnTo>
                  <a:lnTo>
                    <a:pt x="341064" y="367932"/>
                  </a:lnTo>
                  <a:lnTo>
                    <a:pt x="333442" y="354760"/>
                  </a:lnTo>
                  <a:lnTo>
                    <a:pt x="320932" y="333140"/>
                  </a:lnTo>
                  <a:lnTo>
                    <a:pt x="280253" y="357729"/>
                  </a:lnTo>
                  <a:lnTo>
                    <a:pt x="280077" y="357836"/>
                  </a:lnTo>
                  <a:lnTo>
                    <a:pt x="260849" y="369459"/>
                  </a:lnTo>
                  <a:lnTo>
                    <a:pt x="259901" y="370032"/>
                  </a:lnTo>
                  <a:lnTo>
                    <a:pt x="259749" y="370124"/>
                  </a:lnTo>
                  <a:lnTo>
                    <a:pt x="259466" y="370294"/>
                  </a:lnTo>
                  <a:lnTo>
                    <a:pt x="258869" y="370652"/>
                  </a:lnTo>
                  <a:lnTo>
                    <a:pt x="238828" y="382680"/>
                  </a:lnTo>
                  <a:lnTo>
                    <a:pt x="219022" y="394568"/>
                  </a:lnTo>
                  <a:lnTo>
                    <a:pt x="199098" y="406526"/>
                  </a:lnTo>
                  <a:lnTo>
                    <a:pt x="197934" y="407219"/>
                  </a:lnTo>
                  <a:lnTo>
                    <a:pt x="176170" y="420183"/>
                  </a:lnTo>
                  <a:lnTo>
                    <a:pt x="156551" y="431869"/>
                  </a:lnTo>
                  <a:lnTo>
                    <a:pt x="136856" y="443601"/>
                  </a:lnTo>
                  <a:lnTo>
                    <a:pt x="136653" y="443722"/>
                  </a:lnTo>
                  <a:lnTo>
                    <a:pt x="135771" y="444247"/>
                  </a:lnTo>
                  <a:lnTo>
                    <a:pt x="116008" y="456058"/>
                  </a:lnTo>
                  <a:lnTo>
                    <a:pt x="115561" y="456326"/>
                  </a:lnTo>
                  <a:lnTo>
                    <a:pt x="73325" y="481544"/>
                  </a:lnTo>
                  <a:lnTo>
                    <a:pt x="59939" y="458657"/>
                  </a:lnTo>
                  <a:lnTo>
                    <a:pt x="37277" y="419908"/>
                  </a:lnTo>
                  <a:lnTo>
                    <a:pt x="36271" y="418188"/>
                  </a:lnTo>
                  <a:lnTo>
                    <a:pt x="12784" y="377932"/>
                  </a:lnTo>
                  <a:lnTo>
                    <a:pt x="5909" y="366262"/>
                  </a:lnTo>
                  <a:lnTo>
                    <a:pt x="0" y="356130"/>
                  </a:lnTo>
                  <a:lnTo>
                    <a:pt x="5909" y="352630"/>
                  </a:lnTo>
                  <a:lnTo>
                    <a:pt x="41424" y="331592"/>
                  </a:lnTo>
                  <a:lnTo>
                    <a:pt x="42602" y="330888"/>
                  </a:lnTo>
                  <a:lnTo>
                    <a:pt x="62873" y="318786"/>
                  </a:lnTo>
                  <a:lnTo>
                    <a:pt x="81381" y="307735"/>
                  </a:lnTo>
                  <a:lnTo>
                    <a:pt x="102569" y="295085"/>
                  </a:lnTo>
                  <a:lnTo>
                    <a:pt x="102890" y="294893"/>
                  </a:lnTo>
                  <a:lnTo>
                    <a:pt x="124147" y="282202"/>
                  </a:lnTo>
                  <a:lnTo>
                    <a:pt x="146496" y="268858"/>
                  </a:lnTo>
                  <a:lnTo>
                    <a:pt x="146912" y="268610"/>
                  </a:lnTo>
                  <a:lnTo>
                    <a:pt x="164603" y="258047"/>
                  </a:lnTo>
                  <a:lnTo>
                    <a:pt x="165403" y="257570"/>
                  </a:lnTo>
                  <a:lnTo>
                    <a:pt x="165578" y="257465"/>
                  </a:lnTo>
                  <a:lnTo>
                    <a:pt x="152302" y="234334"/>
                  </a:lnTo>
                  <a:lnTo>
                    <a:pt x="141113" y="214840"/>
                  </a:lnTo>
                  <a:lnTo>
                    <a:pt x="129829" y="195181"/>
                  </a:lnTo>
                  <a:lnTo>
                    <a:pt x="129144" y="193988"/>
                  </a:lnTo>
                  <a:lnTo>
                    <a:pt x="117475" y="174362"/>
                  </a:lnTo>
                  <a:lnTo>
                    <a:pt x="106119" y="154959"/>
                  </a:lnTo>
                  <a:lnTo>
                    <a:pt x="104338" y="151896"/>
                  </a:lnTo>
                  <a:lnTo>
                    <a:pt x="87283" y="119290"/>
                  </a:lnTo>
                  <a:lnTo>
                    <a:pt x="109969" y="105815"/>
                  </a:lnTo>
                  <a:lnTo>
                    <a:pt x="164090" y="73669"/>
                  </a:lnTo>
                  <a:lnTo>
                    <a:pt x="166128" y="72458"/>
                  </a:lnTo>
                  <a:lnTo>
                    <a:pt x="161306" y="64148"/>
                  </a:lnTo>
                  <a:lnTo>
                    <a:pt x="184053" y="50107"/>
                  </a:lnTo>
                  <a:lnTo>
                    <a:pt x="184750" y="49685"/>
                  </a:lnTo>
                  <a:lnTo>
                    <a:pt x="186093" y="48871"/>
                  </a:lnTo>
                  <a:lnTo>
                    <a:pt x="201418" y="39580"/>
                  </a:lnTo>
                  <a:lnTo>
                    <a:pt x="204245" y="44436"/>
                  </a:lnTo>
                  <a:lnTo>
                    <a:pt x="208302" y="51403"/>
                  </a:lnTo>
                  <a:lnTo>
                    <a:pt x="212283" y="58239"/>
                  </a:lnTo>
                  <a:lnTo>
                    <a:pt x="246005" y="38147"/>
                  </a:lnTo>
                  <a:lnTo>
                    <a:pt x="247118" y="37484"/>
                  </a:lnTo>
                  <a:lnTo>
                    <a:pt x="252407" y="34332"/>
                  </a:lnTo>
                  <a:lnTo>
                    <a:pt x="254399" y="33145"/>
                  </a:lnTo>
                  <a:lnTo>
                    <a:pt x="270096" y="23793"/>
                  </a:lnTo>
                  <a:lnTo>
                    <a:pt x="271217" y="23125"/>
                  </a:lnTo>
                  <a:lnTo>
                    <a:pt x="271919" y="22701"/>
                  </a:lnTo>
                  <a:lnTo>
                    <a:pt x="274293" y="21268"/>
                  </a:lnTo>
                  <a:lnTo>
                    <a:pt x="295851" y="8253"/>
                  </a:lnTo>
                  <a:lnTo>
                    <a:pt x="308523" y="603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g59"/>
            <p:cNvSpPr/>
            <p:nvPr/>
          </p:nvSpPr>
          <p:spPr>
            <a:xfrm>
              <a:off x="9576543" y="3096871"/>
              <a:ext cx="618105" cy="688086"/>
            </a:xfrm>
            <a:custGeom>
              <a:avLst/>
              <a:pathLst>
                <a:path w="618105" h="688086">
                  <a:moveTo>
                    <a:pt x="581681" y="538641"/>
                  </a:moveTo>
                  <a:lnTo>
                    <a:pt x="597163" y="563623"/>
                  </a:lnTo>
                  <a:lnTo>
                    <a:pt x="603336" y="576232"/>
                  </a:lnTo>
                  <a:lnTo>
                    <a:pt x="605503" y="580656"/>
                  </a:lnTo>
                  <a:lnTo>
                    <a:pt x="612335" y="594612"/>
                  </a:lnTo>
                  <a:lnTo>
                    <a:pt x="615953" y="602001"/>
                  </a:lnTo>
                  <a:lnTo>
                    <a:pt x="618105" y="606395"/>
                  </a:lnTo>
                  <a:lnTo>
                    <a:pt x="617653" y="606662"/>
                  </a:lnTo>
                  <a:lnTo>
                    <a:pt x="615104" y="608169"/>
                  </a:lnTo>
                  <a:lnTo>
                    <a:pt x="612230" y="609868"/>
                  </a:lnTo>
                  <a:lnTo>
                    <a:pt x="606712" y="613129"/>
                  </a:lnTo>
                  <a:lnTo>
                    <a:pt x="587278" y="624615"/>
                  </a:lnTo>
                  <a:lnTo>
                    <a:pt x="584388" y="626323"/>
                  </a:lnTo>
                  <a:lnTo>
                    <a:pt x="576807" y="630804"/>
                  </a:lnTo>
                  <a:lnTo>
                    <a:pt x="550003" y="646645"/>
                  </a:lnTo>
                  <a:lnTo>
                    <a:pt x="549023" y="647225"/>
                  </a:lnTo>
                  <a:lnTo>
                    <a:pt x="484955" y="598932"/>
                  </a:lnTo>
                  <a:lnTo>
                    <a:pt x="483946" y="598171"/>
                  </a:lnTo>
                  <a:lnTo>
                    <a:pt x="461052" y="580915"/>
                  </a:lnTo>
                  <a:lnTo>
                    <a:pt x="433192" y="559930"/>
                  </a:lnTo>
                  <a:lnTo>
                    <a:pt x="431275" y="561126"/>
                  </a:lnTo>
                  <a:lnTo>
                    <a:pt x="424374" y="565431"/>
                  </a:lnTo>
                  <a:lnTo>
                    <a:pt x="419330" y="568578"/>
                  </a:lnTo>
                  <a:lnTo>
                    <a:pt x="419077" y="568735"/>
                  </a:lnTo>
                  <a:lnTo>
                    <a:pt x="418307" y="569216"/>
                  </a:lnTo>
                  <a:lnTo>
                    <a:pt x="406027" y="585086"/>
                  </a:lnTo>
                  <a:lnTo>
                    <a:pt x="391416" y="603970"/>
                  </a:lnTo>
                  <a:lnTo>
                    <a:pt x="390370" y="605322"/>
                  </a:lnTo>
                  <a:lnTo>
                    <a:pt x="389699" y="606253"/>
                  </a:lnTo>
                  <a:lnTo>
                    <a:pt x="375738" y="625609"/>
                  </a:lnTo>
                  <a:lnTo>
                    <a:pt x="361712" y="645056"/>
                  </a:lnTo>
                  <a:lnTo>
                    <a:pt x="356860" y="651784"/>
                  </a:lnTo>
                  <a:lnTo>
                    <a:pt x="349557" y="660295"/>
                  </a:lnTo>
                  <a:lnTo>
                    <a:pt x="349369" y="660548"/>
                  </a:lnTo>
                  <a:lnTo>
                    <a:pt x="348824" y="661283"/>
                  </a:lnTo>
                  <a:lnTo>
                    <a:pt x="344621" y="666949"/>
                  </a:lnTo>
                  <a:lnTo>
                    <a:pt x="339941" y="673257"/>
                  </a:lnTo>
                  <a:lnTo>
                    <a:pt x="328128" y="688086"/>
                  </a:lnTo>
                  <a:lnTo>
                    <a:pt x="317210" y="668969"/>
                  </a:lnTo>
                  <a:lnTo>
                    <a:pt x="309418" y="655326"/>
                  </a:lnTo>
                  <a:lnTo>
                    <a:pt x="308437" y="653608"/>
                  </a:lnTo>
                  <a:lnTo>
                    <a:pt x="294908" y="630899"/>
                  </a:lnTo>
                  <a:lnTo>
                    <a:pt x="269747" y="588668"/>
                  </a:lnTo>
                  <a:lnTo>
                    <a:pt x="242628" y="543149"/>
                  </a:lnTo>
                  <a:lnTo>
                    <a:pt x="236044" y="532097"/>
                  </a:lnTo>
                  <a:lnTo>
                    <a:pt x="233823" y="528370"/>
                  </a:lnTo>
                  <a:lnTo>
                    <a:pt x="228205" y="518941"/>
                  </a:lnTo>
                  <a:lnTo>
                    <a:pt x="213859" y="494861"/>
                  </a:lnTo>
                  <a:lnTo>
                    <a:pt x="159532" y="403673"/>
                  </a:lnTo>
                  <a:lnTo>
                    <a:pt x="159060" y="402880"/>
                  </a:lnTo>
                  <a:lnTo>
                    <a:pt x="158883" y="402583"/>
                  </a:lnTo>
                  <a:lnTo>
                    <a:pt x="139258" y="369644"/>
                  </a:lnTo>
                  <a:lnTo>
                    <a:pt x="115433" y="329654"/>
                  </a:lnTo>
                  <a:lnTo>
                    <a:pt x="91717" y="289847"/>
                  </a:lnTo>
                  <a:lnTo>
                    <a:pt x="80388" y="270832"/>
                  </a:lnTo>
                  <a:lnTo>
                    <a:pt x="79422" y="269211"/>
                  </a:lnTo>
                  <a:lnTo>
                    <a:pt x="65125" y="245212"/>
                  </a:lnTo>
                  <a:lnTo>
                    <a:pt x="60912" y="238141"/>
                  </a:lnTo>
                  <a:lnTo>
                    <a:pt x="41492" y="205546"/>
                  </a:lnTo>
                  <a:lnTo>
                    <a:pt x="16786" y="164076"/>
                  </a:lnTo>
                  <a:lnTo>
                    <a:pt x="4481" y="143423"/>
                  </a:lnTo>
                  <a:lnTo>
                    <a:pt x="1556" y="138513"/>
                  </a:lnTo>
                  <a:lnTo>
                    <a:pt x="0" y="135784"/>
                  </a:lnTo>
                  <a:lnTo>
                    <a:pt x="16622" y="125855"/>
                  </a:lnTo>
                  <a:lnTo>
                    <a:pt x="99256" y="76495"/>
                  </a:lnTo>
                  <a:lnTo>
                    <a:pt x="104868" y="73143"/>
                  </a:lnTo>
                  <a:lnTo>
                    <a:pt x="206795" y="12258"/>
                  </a:lnTo>
                  <a:lnTo>
                    <a:pt x="227317" y="0"/>
                  </a:lnTo>
                  <a:lnTo>
                    <a:pt x="228371" y="7824"/>
                  </a:lnTo>
                  <a:lnTo>
                    <a:pt x="232625" y="14906"/>
                  </a:lnTo>
                  <a:lnTo>
                    <a:pt x="233469" y="16311"/>
                  </a:lnTo>
                  <a:lnTo>
                    <a:pt x="243873" y="33630"/>
                  </a:lnTo>
                  <a:lnTo>
                    <a:pt x="247207" y="39180"/>
                  </a:lnTo>
                  <a:lnTo>
                    <a:pt x="247977" y="40462"/>
                  </a:lnTo>
                  <a:lnTo>
                    <a:pt x="252664" y="48265"/>
                  </a:lnTo>
                  <a:lnTo>
                    <a:pt x="264127" y="67346"/>
                  </a:lnTo>
                  <a:lnTo>
                    <a:pt x="265499" y="69631"/>
                  </a:lnTo>
                  <a:lnTo>
                    <a:pt x="266688" y="71610"/>
                  </a:lnTo>
                  <a:lnTo>
                    <a:pt x="277744" y="90014"/>
                  </a:lnTo>
                  <a:lnTo>
                    <a:pt x="282204" y="97438"/>
                  </a:lnTo>
                  <a:lnTo>
                    <a:pt x="284571" y="101379"/>
                  </a:lnTo>
                  <a:lnTo>
                    <a:pt x="285901" y="103592"/>
                  </a:lnTo>
                  <a:lnTo>
                    <a:pt x="286279" y="104235"/>
                  </a:lnTo>
                  <a:lnTo>
                    <a:pt x="320545" y="162427"/>
                  </a:lnTo>
                  <a:lnTo>
                    <a:pt x="352091" y="216001"/>
                  </a:lnTo>
                  <a:lnTo>
                    <a:pt x="353413" y="218246"/>
                  </a:lnTo>
                  <a:lnTo>
                    <a:pt x="358301" y="226546"/>
                  </a:lnTo>
                  <a:lnTo>
                    <a:pt x="361834" y="232546"/>
                  </a:lnTo>
                  <a:lnTo>
                    <a:pt x="373020" y="248654"/>
                  </a:lnTo>
                  <a:lnTo>
                    <a:pt x="386581" y="268183"/>
                  </a:lnTo>
                  <a:lnTo>
                    <a:pt x="386613" y="269861"/>
                  </a:lnTo>
                  <a:lnTo>
                    <a:pt x="406542" y="296963"/>
                  </a:lnTo>
                  <a:lnTo>
                    <a:pt x="420526" y="315981"/>
                  </a:lnTo>
                  <a:lnTo>
                    <a:pt x="421548" y="317370"/>
                  </a:lnTo>
                  <a:lnTo>
                    <a:pt x="423801" y="320435"/>
                  </a:lnTo>
                  <a:lnTo>
                    <a:pt x="429299" y="327911"/>
                  </a:lnTo>
                  <a:lnTo>
                    <a:pt x="457566" y="365429"/>
                  </a:lnTo>
                  <a:lnTo>
                    <a:pt x="474112" y="387390"/>
                  </a:lnTo>
                  <a:lnTo>
                    <a:pt x="495632" y="415953"/>
                  </a:lnTo>
                  <a:lnTo>
                    <a:pt x="501765" y="424256"/>
                  </a:lnTo>
                  <a:lnTo>
                    <a:pt x="518350" y="446710"/>
                  </a:lnTo>
                  <a:lnTo>
                    <a:pt x="557862" y="500206"/>
                  </a:lnTo>
                  <a:lnTo>
                    <a:pt x="569715" y="519332"/>
                  </a:lnTo>
                  <a:lnTo>
                    <a:pt x="571927" y="52290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g60"/>
            <p:cNvSpPr/>
            <p:nvPr/>
          </p:nvSpPr>
          <p:spPr>
            <a:xfrm>
              <a:off x="9611130" y="4155499"/>
              <a:ext cx="583594" cy="438000"/>
            </a:xfrm>
            <a:custGeom>
              <a:avLst/>
              <a:pathLst>
                <a:path w="583594" h="438000">
                  <a:moveTo>
                    <a:pt x="517880" y="0"/>
                  </a:moveTo>
                  <a:lnTo>
                    <a:pt x="530673" y="21055"/>
                  </a:lnTo>
                  <a:lnTo>
                    <a:pt x="540815" y="39091"/>
                  </a:lnTo>
                  <a:lnTo>
                    <a:pt x="533551" y="42974"/>
                  </a:lnTo>
                  <a:lnTo>
                    <a:pt x="581231" y="126017"/>
                  </a:lnTo>
                  <a:lnTo>
                    <a:pt x="583594" y="130132"/>
                  </a:lnTo>
                  <a:lnTo>
                    <a:pt x="572251" y="136790"/>
                  </a:lnTo>
                  <a:lnTo>
                    <a:pt x="568074" y="139241"/>
                  </a:lnTo>
                  <a:lnTo>
                    <a:pt x="458295" y="203672"/>
                  </a:lnTo>
                  <a:lnTo>
                    <a:pt x="451467" y="207679"/>
                  </a:lnTo>
                  <a:lnTo>
                    <a:pt x="438298" y="215409"/>
                  </a:lnTo>
                  <a:lnTo>
                    <a:pt x="430922" y="219738"/>
                  </a:lnTo>
                  <a:lnTo>
                    <a:pt x="338418" y="274030"/>
                  </a:lnTo>
                  <a:lnTo>
                    <a:pt x="330538" y="278654"/>
                  </a:lnTo>
                  <a:lnTo>
                    <a:pt x="325847" y="281408"/>
                  </a:lnTo>
                  <a:lnTo>
                    <a:pt x="307825" y="292506"/>
                  </a:lnTo>
                  <a:lnTo>
                    <a:pt x="304063" y="294822"/>
                  </a:lnTo>
                  <a:lnTo>
                    <a:pt x="299844" y="297420"/>
                  </a:lnTo>
                  <a:lnTo>
                    <a:pt x="292735" y="301797"/>
                  </a:lnTo>
                  <a:lnTo>
                    <a:pt x="238877" y="334961"/>
                  </a:lnTo>
                  <a:lnTo>
                    <a:pt x="234013" y="337957"/>
                  </a:lnTo>
                  <a:lnTo>
                    <a:pt x="202116" y="357598"/>
                  </a:lnTo>
                  <a:lnTo>
                    <a:pt x="155475" y="393718"/>
                  </a:lnTo>
                  <a:lnTo>
                    <a:pt x="153562" y="394922"/>
                  </a:lnTo>
                  <a:lnTo>
                    <a:pt x="151755" y="396059"/>
                  </a:lnTo>
                  <a:lnTo>
                    <a:pt x="124217" y="413392"/>
                  </a:lnTo>
                  <a:lnTo>
                    <a:pt x="85120" y="438000"/>
                  </a:lnTo>
                  <a:lnTo>
                    <a:pt x="70704" y="419724"/>
                  </a:lnTo>
                  <a:lnTo>
                    <a:pt x="59122" y="399517"/>
                  </a:lnTo>
                  <a:lnTo>
                    <a:pt x="54998" y="392321"/>
                  </a:lnTo>
                  <a:lnTo>
                    <a:pt x="48760" y="381438"/>
                  </a:lnTo>
                  <a:lnTo>
                    <a:pt x="35800" y="358826"/>
                  </a:lnTo>
                  <a:lnTo>
                    <a:pt x="35710" y="358669"/>
                  </a:lnTo>
                  <a:lnTo>
                    <a:pt x="25599" y="341027"/>
                  </a:lnTo>
                  <a:lnTo>
                    <a:pt x="13329" y="319620"/>
                  </a:lnTo>
                  <a:lnTo>
                    <a:pt x="12361" y="317931"/>
                  </a:lnTo>
                  <a:lnTo>
                    <a:pt x="1071" y="298234"/>
                  </a:lnTo>
                  <a:lnTo>
                    <a:pt x="0" y="296390"/>
                  </a:lnTo>
                  <a:lnTo>
                    <a:pt x="40777" y="272642"/>
                  </a:lnTo>
                  <a:lnTo>
                    <a:pt x="61890" y="260346"/>
                  </a:lnTo>
                  <a:lnTo>
                    <a:pt x="81774" y="248765"/>
                  </a:lnTo>
                  <a:lnTo>
                    <a:pt x="122525" y="225032"/>
                  </a:lnTo>
                  <a:lnTo>
                    <a:pt x="164750" y="199796"/>
                  </a:lnTo>
                  <a:lnTo>
                    <a:pt x="165197" y="199528"/>
                  </a:lnTo>
                  <a:lnTo>
                    <a:pt x="184960" y="187717"/>
                  </a:lnTo>
                  <a:lnTo>
                    <a:pt x="185842" y="187192"/>
                  </a:lnTo>
                  <a:lnTo>
                    <a:pt x="186045" y="187071"/>
                  </a:lnTo>
                  <a:lnTo>
                    <a:pt x="205741" y="175339"/>
                  </a:lnTo>
                  <a:lnTo>
                    <a:pt x="225371" y="163646"/>
                  </a:lnTo>
                  <a:lnTo>
                    <a:pt x="247123" y="150689"/>
                  </a:lnTo>
                  <a:lnTo>
                    <a:pt x="248287" y="149996"/>
                  </a:lnTo>
                  <a:lnTo>
                    <a:pt x="268211" y="138038"/>
                  </a:lnTo>
                  <a:lnTo>
                    <a:pt x="288017" y="126150"/>
                  </a:lnTo>
                  <a:lnTo>
                    <a:pt x="308058" y="114122"/>
                  </a:lnTo>
                  <a:lnTo>
                    <a:pt x="308655" y="113764"/>
                  </a:lnTo>
                  <a:lnTo>
                    <a:pt x="308938" y="113594"/>
                  </a:lnTo>
                  <a:lnTo>
                    <a:pt x="309090" y="113502"/>
                  </a:lnTo>
                  <a:lnTo>
                    <a:pt x="310038" y="112928"/>
                  </a:lnTo>
                  <a:lnTo>
                    <a:pt x="329266" y="101306"/>
                  </a:lnTo>
                  <a:lnTo>
                    <a:pt x="329443" y="101199"/>
                  </a:lnTo>
                  <a:lnTo>
                    <a:pt x="370121" y="76610"/>
                  </a:lnTo>
                  <a:lnTo>
                    <a:pt x="382631" y="98230"/>
                  </a:lnTo>
                  <a:lnTo>
                    <a:pt x="390273" y="111434"/>
                  </a:lnTo>
                  <a:lnTo>
                    <a:pt x="391931" y="110445"/>
                  </a:lnTo>
                  <a:lnTo>
                    <a:pt x="413589" y="97530"/>
                  </a:lnTo>
                  <a:lnTo>
                    <a:pt x="414043" y="97259"/>
                  </a:lnTo>
                  <a:lnTo>
                    <a:pt x="435308" y="84999"/>
                  </a:lnTo>
                  <a:lnTo>
                    <a:pt x="431340" y="78165"/>
                  </a:lnTo>
                  <a:lnTo>
                    <a:pt x="419477" y="56889"/>
                  </a:lnTo>
                  <a:lnTo>
                    <a:pt x="420368" y="56371"/>
                  </a:lnTo>
                  <a:lnTo>
                    <a:pt x="422636" y="55054"/>
                  </a:lnTo>
                  <a:lnTo>
                    <a:pt x="430630" y="50411"/>
                  </a:lnTo>
                  <a:lnTo>
                    <a:pt x="454831" y="36354"/>
                  </a:lnTo>
                  <a:lnTo>
                    <a:pt x="475751" y="24202"/>
                  </a:lnTo>
                  <a:lnTo>
                    <a:pt x="476731" y="23633"/>
                  </a:lnTo>
                  <a:lnTo>
                    <a:pt x="497440" y="11604"/>
                  </a:lnTo>
                  <a:lnTo>
                    <a:pt x="509061" y="5017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g61"/>
            <p:cNvSpPr/>
            <p:nvPr/>
          </p:nvSpPr>
          <p:spPr>
            <a:xfrm>
              <a:off x="9239271" y="3179171"/>
              <a:ext cx="358744" cy="470837"/>
            </a:xfrm>
            <a:custGeom>
              <a:avLst/>
              <a:pathLst>
                <a:path w="358744" h="470837">
                  <a:moveTo>
                    <a:pt x="218982" y="162597"/>
                  </a:moveTo>
                  <a:lnTo>
                    <a:pt x="243143" y="203516"/>
                  </a:lnTo>
                  <a:lnTo>
                    <a:pt x="266855" y="243673"/>
                  </a:lnTo>
                  <a:lnTo>
                    <a:pt x="279887" y="265745"/>
                  </a:lnTo>
                  <a:lnTo>
                    <a:pt x="292627" y="287792"/>
                  </a:lnTo>
                  <a:lnTo>
                    <a:pt x="315744" y="327795"/>
                  </a:lnTo>
                  <a:lnTo>
                    <a:pt x="329861" y="352225"/>
                  </a:lnTo>
                  <a:lnTo>
                    <a:pt x="339494" y="368363"/>
                  </a:lnTo>
                  <a:lnTo>
                    <a:pt x="358744" y="400615"/>
                  </a:lnTo>
                  <a:lnTo>
                    <a:pt x="332505" y="416005"/>
                  </a:lnTo>
                  <a:lnTo>
                    <a:pt x="326689" y="419416"/>
                  </a:lnTo>
                  <a:lnTo>
                    <a:pt x="319175" y="423823"/>
                  </a:lnTo>
                  <a:lnTo>
                    <a:pt x="317206" y="424978"/>
                  </a:lnTo>
                  <a:lnTo>
                    <a:pt x="314422" y="426610"/>
                  </a:lnTo>
                  <a:lnTo>
                    <a:pt x="312341" y="427831"/>
                  </a:lnTo>
                  <a:lnTo>
                    <a:pt x="306061" y="431515"/>
                  </a:lnTo>
                  <a:lnTo>
                    <a:pt x="305311" y="431954"/>
                  </a:lnTo>
                  <a:lnTo>
                    <a:pt x="297106" y="436766"/>
                  </a:lnTo>
                  <a:lnTo>
                    <a:pt x="278767" y="446952"/>
                  </a:lnTo>
                  <a:lnTo>
                    <a:pt x="277602" y="447599"/>
                  </a:lnTo>
                  <a:lnTo>
                    <a:pt x="261579" y="456498"/>
                  </a:lnTo>
                  <a:lnTo>
                    <a:pt x="256421" y="459363"/>
                  </a:lnTo>
                  <a:lnTo>
                    <a:pt x="245070" y="465667"/>
                  </a:lnTo>
                  <a:lnTo>
                    <a:pt x="236098" y="470650"/>
                  </a:lnTo>
                  <a:lnTo>
                    <a:pt x="235761" y="470837"/>
                  </a:lnTo>
                  <a:lnTo>
                    <a:pt x="235389" y="470213"/>
                  </a:lnTo>
                  <a:lnTo>
                    <a:pt x="234873" y="469346"/>
                  </a:lnTo>
                  <a:lnTo>
                    <a:pt x="234063" y="467985"/>
                  </a:lnTo>
                  <a:lnTo>
                    <a:pt x="194237" y="401074"/>
                  </a:lnTo>
                  <a:lnTo>
                    <a:pt x="184433" y="384429"/>
                  </a:lnTo>
                  <a:lnTo>
                    <a:pt x="169791" y="359569"/>
                  </a:lnTo>
                  <a:lnTo>
                    <a:pt x="157866" y="339321"/>
                  </a:lnTo>
                  <a:lnTo>
                    <a:pt x="153584" y="341887"/>
                  </a:lnTo>
                  <a:lnTo>
                    <a:pt x="134393" y="353387"/>
                  </a:lnTo>
                  <a:lnTo>
                    <a:pt x="134194" y="353506"/>
                  </a:lnTo>
                  <a:lnTo>
                    <a:pt x="126143" y="358331"/>
                  </a:lnTo>
                  <a:lnTo>
                    <a:pt x="121998" y="360936"/>
                  </a:lnTo>
                  <a:lnTo>
                    <a:pt x="119941" y="362229"/>
                  </a:lnTo>
                  <a:lnTo>
                    <a:pt x="119747" y="362351"/>
                  </a:lnTo>
                  <a:lnTo>
                    <a:pt x="118476" y="363150"/>
                  </a:lnTo>
                  <a:lnTo>
                    <a:pt x="116540" y="364367"/>
                  </a:lnTo>
                  <a:lnTo>
                    <a:pt x="114977" y="365300"/>
                  </a:lnTo>
                  <a:lnTo>
                    <a:pt x="114150" y="363871"/>
                  </a:lnTo>
                  <a:lnTo>
                    <a:pt x="112592" y="361179"/>
                  </a:lnTo>
                  <a:lnTo>
                    <a:pt x="111257" y="358871"/>
                  </a:lnTo>
                  <a:lnTo>
                    <a:pt x="109281" y="355456"/>
                  </a:lnTo>
                  <a:lnTo>
                    <a:pt x="109112" y="355189"/>
                  </a:lnTo>
                  <a:lnTo>
                    <a:pt x="103973" y="347095"/>
                  </a:lnTo>
                  <a:lnTo>
                    <a:pt x="103134" y="345775"/>
                  </a:lnTo>
                  <a:lnTo>
                    <a:pt x="101052" y="342495"/>
                  </a:lnTo>
                  <a:lnTo>
                    <a:pt x="98536" y="338532"/>
                  </a:lnTo>
                  <a:lnTo>
                    <a:pt x="88745" y="322720"/>
                  </a:lnTo>
                  <a:lnTo>
                    <a:pt x="87997" y="321513"/>
                  </a:lnTo>
                  <a:lnTo>
                    <a:pt x="77038" y="302026"/>
                  </a:lnTo>
                  <a:lnTo>
                    <a:pt x="76256" y="300636"/>
                  </a:lnTo>
                  <a:lnTo>
                    <a:pt x="67406" y="284330"/>
                  </a:lnTo>
                  <a:lnTo>
                    <a:pt x="65846" y="281668"/>
                  </a:lnTo>
                  <a:lnTo>
                    <a:pt x="53834" y="261172"/>
                  </a:lnTo>
                  <a:lnTo>
                    <a:pt x="51619" y="257393"/>
                  </a:lnTo>
                  <a:lnTo>
                    <a:pt x="41906" y="240821"/>
                  </a:lnTo>
                  <a:lnTo>
                    <a:pt x="84331" y="215817"/>
                  </a:lnTo>
                  <a:lnTo>
                    <a:pt x="82538" y="216291"/>
                  </a:lnTo>
                  <a:lnTo>
                    <a:pt x="80693" y="216450"/>
                  </a:lnTo>
                  <a:lnTo>
                    <a:pt x="78848" y="216288"/>
                  </a:lnTo>
                  <a:lnTo>
                    <a:pt x="77056" y="215811"/>
                  </a:lnTo>
                  <a:lnTo>
                    <a:pt x="75368" y="215031"/>
                  </a:lnTo>
                  <a:lnTo>
                    <a:pt x="73833" y="213971"/>
                  </a:lnTo>
                  <a:lnTo>
                    <a:pt x="72495" y="212661"/>
                  </a:lnTo>
                  <a:lnTo>
                    <a:pt x="71392" y="211139"/>
                  </a:lnTo>
                  <a:lnTo>
                    <a:pt x="70555" y="209449"/>
                  </a:lnTo>
                  <a:lnTo>
                    <a:pt x="70008" y="207639"/>
                  </a:lnTo>
                  <a:lnTo>
                    <a:pt x="69768" y="205760"/>
                  </a:lnTo>
                  <a:lnTo>
                    <a:pt x="69841" y="203867"/>
                  </a:lnTo>
                  <a:lnTo>
                    <a:pt x="70224" y="202013"/>
                  </a:lnTo>
                  <a:lnTo>
                    <a:pt x="70908" y="200252"/>
                  </a:lnTo>
                  <a:lnTo>
                    <a:pt x="71872" y="198635"/>
                  </a:lnTo>
                  <a:lnTo>
                    <a:pt x="73088" y="197206"/>
                  </a:lnTo>
                  <a:lnTo>
                    <a:pt x="74525" y="196005"/>
                  </a:lnTo>
                  <a:lnTo>
                    <a:pt x="72573" y="197314"/>
                  </a:lnTo>
                  <a:lnTo>
                    <a:pt x="60148" y="176250"/>
                  </a:lnTo>
                  <a:lnTo>
                    <a:pt x="39491" y="141230"/>
                  </a:lnTo>
                  <a:lnTo>
                    <a:pt x="36511" y="136222"/>
                  </a:lnTo>
                  <a:lnTo>
                    <a:pt x="12940" y="96610"/>
                  </a:lnTo>
                  <a:lnTo>
                    <a:pt x="458" y="75632"/>
                  </a:lnTo>
                  <a:lnTo>
                    <a:pt x="0" y="74862"/>
                  </a:lnTo>
                  <a:lnTo>
                    <a:pt x="22155" y="61582"/>
                  </a:lnTo>
                  <a:lnTo>
                    <a:pt x="41789" y="49733"/>
                  </a:lnTo>
                  <a:lnTo>
                    <a:pt x="42210" y="49480"/>
                  </a:lnTo>
                  <a:lnTo>
                    <a:pt x="62133" y="37457"/>
                  </a:lnTo>
                  <a:lnTo>
                    <a:pt x="82216" y="25337"/>
                  </a:lnTo>
                  <a:lnTo>
                    <a:pt x="82558" y="25131"/>
                  </a:lnTo>
                  <a:lnTo>
                    <a:pt x="101478" y="13713"/>
                  </a:lnTo>
                  <a:lnTo>
                    <a:pt x="123153" y="803"/>
                  </a:lnTo>
                  <a:lnTo>
                    <a:pt x="124532" y="0"/>
                  </a:lnTo>
                  <a:lnTo>
                    <a:pt x="125685" y="1993"/>
                  </a:lnTo>
                  <a:lnTo>
                    <a:pt x="137348" y="22172"/>
                  </a:lnTo>
                  <a:lnTo>
                    <a:pt x="160257" y="61806"/>
                  </a:lnTo>
                  <a:lnTo>
                    <a:pt x="183879" y="102676"/>
                  </a:lnTo>
                  <a:lnTo>
                    <a:pt x="195956" y="123570"/>
                  </a:lnTo>
                  <a:lnTo>
                    <a:pt x="196810" y="125047"/>
                  </a:lnTo>
                  <a:lnTo>
                    <a:pt x="207039" y="142370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g62"/>
            <p:cNvSpPr/>
            <p:nvPr/>
          </p:nvSpPr>
          <p:spPr>
            <a:xfrm>
              <a:off x="10362928" y="4935337"/>
              <a:ext cx="394588" cy="613235"/>
            </a:xfrm>
            <a:custGeom>
              <a:avLst/>
              <a:pathLst>
                <a:path w="394588" h="613235">
                  <a:moveTo>
                    <a:pt x="116630" y="339349"/>
                  </a:moveTo>
                  <a:lnTo>
                    <a:pt x="121267" y="347848"/>
                  </a:lnTo>
                  <a:lnTo>
                    <a:pt x="120273" y="348447"/>
                  </a:lnTo>
                  <a:lnTo>
                    <a:pt x="110382" y="354412"/>
                  </a:lnTo>
                  <a:lnTo>
                    <a:pt x="127835" y="383624"/>
                  </a:lnTo>
                  <a:lnTo>
                    <a:pt x="123585" y="401808"/>
                  </a:lnTo>
                  <a:lnTo>
                    <a:pt x="189845" y="538585"/>
                  </a:lnTo>
                  <a:lnTo>
                    <a:pt x="192970" y="557481"/>
                  </a:lnTo>
                  <a:lnTo>
                    <a:pt x="195727" y="574151"/>
                  </a:lnTo>
                  <a:lnTo>
                    <a:pt x="192876" y="574263"/>
                  </a:lnTo>
                  <a:lnTo>
                    <a:pt x="179168" y="573849"/>
                  </a:lnTo>
                  <a:lnTo>
                    <a:pt x="164932" y="571113"/>
                  </a:lnTo>
                  <a:lnTo>
                    <a:pt x="162855" y="570714"/>
                  </a:lnTo>
                  <a:lnTo>
                    <a:pt x="135424" y="565440"/>
                  </a:lnTo>
                  <a:lnTo>
                    <a:pt x="132471" y="564873"/>
                  </a:lnTo>
                  <a:lnTo>
                    <a:pt x="125772" y="584080"/>
                  </a:lnTo>
                  <a:lnTo>
                    <a:pt x="125204" y="585710"/>
                  </a:lnTo>
                  <a:lnTo>
                    <a:pt x="116488" y="610701"/>
                  </a:lnTo>
                  <a:lnTo>
                    <a:pt x="115979" y="612159"/>
                  </a:lnTo>
                  <a:lnTo>
                    <a:pt x="115604" y="613235"/>
                  </a:lnTo>
                  <a:lnTo>
                    <a:pt x="98920" y="612735"/>
                  </a:lnTo>
                  <a:lnTo>
                    <a:pt x="102837" y="602682"/>
                  </a:lnTo>
                  <a:lnTo>
                    <a:pt x="110491" y="579069"/>
                  </a:lnTo>
                  <a:lnTo>
                    <a:pt x="120196" y="549129"/>
                  </a:lnTo>
                  <a:lnTo>
                    <a:pt x="120553" y="548026"/>
                  </a:lnTo>
                  <a:lnTo>
                    <a:pt x="120829" y="546922"/>
                  </a:lnTo>
                  <a:lnTo>
                    <a:pt x="126542" y="524087"/>
                  </a:lnTo>
                  <a:lnTo>
                    <a:pt x="125987" y="524130"/>
                  </a:lnTo>
                  <a:lnTo>
                    <a:pt x="125544" y="524140"/>
                  </a:lnTo>
                  <a:lnTo>
                    <a:pt x="120135" y="512534"/>
                  </a:lnTo>
                  <a:lnTo>
                    <a:pt x="112923" y="497061"/>
                  </a:lnTo>
                  <a:lnTo>
                    <a:pt x="105338" y="480787"/>
                  </a:lnTo>
                  <a:lnTo>
                    <a:pt x="97680" y="464808"/>
                  </a:lnTo>
                  <a:lnTo>
                    <a:pt x="86889" y="442294"/>
                  </a:lnTo>
                  <a:lnTo>
                    <a:pt x="62825" y="400793"/>
                  </a:lnTo>
                  <a:lnTo>
                    <a:pt x="48941" y="377144"/>
                  </a:lnTo>
                  <a:lnTo>
                    <a:pt x="37791" y="358152"/>
                  </a:lnTo>
                  <a:lnTo>
                    <a:pt x="26099" y="338161"/>
                  </a:lnTo>
                  <a:lnTo>
                    <a:pt x="13228" y="316152"/>
                  </a:lnTo>
                  <a:lnTo>
                    <a:pt x="0" y="293534"/>
                  </a:lnTo>
                  <a:lnTo>
                    <a:pt x="18529" y="282634"/>
                  </a:lnTo>
                  <a:lnTo>
                    <a:pt x="36326" y="272166"/>
                  </a:lnTo>
                  <a:lnTo>
                    <a:pt x="37948" y="271211"/>
                  </a:lnTo>
                  <a:lnTo>
                    <a:pt x="55511" y="260881"/>
                  </a:lnTo>
                  <a:lnTo>
                    <a:pt x="61491" y="257363"/>
                  </a:lnTo>
                  <a:lnTo>
                    <a:pt x="74888" y="249483"/>
                  </a:lnTo>
                  <a:lnTo>
                    <a:pt x="83997" y="244124"/>
                  </a:lnTo>
                  <a:lnTo>
                    <a:pt x="110098" y="228771"/>
                  </a:lnTo>
                  <a:lnTo>
                    <a:pt x="128289" y="218071"/>
                  </a:lnTo>
                  <a:lnTo>
                    <a:pt x="198049" y="176738"/>
                  </a:lnTo>
                  <a:lnTo>
                    <a:pt x="216131" y="166025"/>
                  </a:lnTo>
                  <a:lnTo>
                    <a:pt x="233096" y="155973"/>
                  </a:lnTo>
                  <a:lnTo>
                    <a:pt x="247614" y="147371"/>
                  </a:lnTo>
                  <a:lnTo>
                    <a:pt x="251351" y="145157"/>
                  </a:lnTo>
                  <a:lnTo>
                    <a:pt x="271210" y="133390"/>
                  </a:lnTo>
                  <a:lnTo>
                    <a:pt x="224711" y="54232"/>
                  </a:lnTo>
                  <a:lnTo>
                    <a:pt x="224269" y="53463"/>
                  </a:lnTo>
                  <a:lnTo>
                    <a:pt x="207324" y="23819"/>
                  </a:lnTo>
                  <a:lnTo>
                    <a:pt x="217260" y="16674"/>
                  </a:lnTo>
                  <a:lnTo>
                    <a:pt x="230221" y="0"/>
                  </a:lnTo>
                  <a:lnTo>
                    <a:pt x="231993" y="688"/>
                  </a:lnTo>
                  <a:lnTo>
                    <a:pt x="232365" y="832"/>
                  </a:lnTo>
                  <a:lnTo>
                    <a:pt x="245780" y="6040"/>
                  </a:lnTo>
                  <a:lnTo>
                    <a:pt x="292581" y="24209"/>
                  </a:lnTo>
                  <a:lnTo>
                    <a:pt x="293140" y="24427"/>
                  </a:lnTo>
                  <a:lnTo>
                    <a:pt x="338342" y="41975"/>
                  </a:lnTo>
                  <a:lnTo>
                    <a:pt x="338703" y="72640"/>
                  </a:lnTo>
                  <a:lnTo>
                    <a:pt x="338777" y="85367"/>
                  </a:lnTo>
                  <a:lnTo>
                    <a:pt x="338834" y="95247"/>
                  </a:lnTo>
                  <a:lnTo>
                    <a:pt x="357586" y="113406"/>
                  </a:lnTo>
                  <a:lnTo>
                    <a:pt x="388628" y="153135"/>
                  </a:lnTo>
                  <a:lnTo>
                    <a:pt x="394588" y="158806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g63"/>
            <p:cNvSpPr/>
            <p:nvPr/>
          </p:nvSpPr>
          <p:spPr>
            <a:xfrm>
              <a:off x="8507500" y="4881249"/>
              <a:ext cx="980343" cy="597960"/>
            </a:xfrm>
            <a:custGeom>
              <a:avLst/>
              <a:pathLst>
                <a:path w="980343" h="597960">
                  <a:moveTo>
                    <a:pt x="299599" y="118357"/>
                  </a:moveTo>
                  <a:lnTo>
                    <a:pt x="336726" y="138432"/>
                  </a:lnTo>
                  <a:lnTo>
                    <a:pt x="358956" y="151729"/>
                  </a:lnTo>
                  <a:lnTo>
                    <a:pt x="365837" y="155845"/>
                  </a:lnTo>
                  <a:lnTo>
                    <a:pt x="375965" y="161903"/>
                  </a:lnTo>
                  <a:lnTo>
                    <a:pt x="399347" y="174419"/>
                  </a:lnTo>
                  <a:lnTo>
                    <a:pt x="418373" y="184603"/>
                  </a:lnTo>
                  <a:lnTo>
                    <a:pt x="450670" y="202052"/>
                  </a:lnTo>
                  <a:lnTo>
                    <a:pt x="455875" y="204796"/>
                  </a:lnTo>
                  <a:lnTo>
                    <a:pt x="473332" y="214000"/>
                  </a:lnTo>
                  <a:lnTo>
                    <a:pt x="485231" y="220273"/>
                  </a:lnTo>
                  <a:lnTo>
                    <a:pt x="501582" y="228719"/>
                  </a:lnTo>
                  <a:lnTo>
                    <a:pt x="516320" y="236332"/>
                  </a:lnTo>
                  <a:lnTo>
                    <a:pt x="553296" y="255943"/>
                  </a:lnTo>
                  <a:lnTo>
                    <a:pt x="559092" y="258980"/>
                  </a:lnTo>
                  <a:lnTo>
                    <a:pt x="574867" y="267244"/>
                  </a:lnTo>
                  <a:lnTo>
                    <a:pt x="591026" y="275709"/>
                  </a:lnTo>
                  <a:lnTo>
                    <a:pt x="593704" y="277111"/>
                  </a:lnTo>
                  <a:lnTo>
                    <a:pt x="613627" y="287544"/>
                  </a:lnTo>
                  <a:lnTo>
                    <a:pt x="613827" y="287649"/>
                  </a:lnTo>
                  <a:lnTo>
                    <a:pt x="629359" y="295783"/>
                  </a:lnTo>
                  <a:lnTo>
                    <a:pt x="633880" y="298376"/>
                  </a:lnTo>
                  <a:lnTo>
                    <a:pt x="653054" y="309372"/>
                  </a:lnTo>
                  <a:lnTo>
                    <a:pt x="689577" y="328519"/>
                  </a:lnTo>
                  <a:lnTo>
                    <a:pt x="716893" y="342969"/>
                  </a:lnTo>
                  <a:lnTo>
                    <a:pt x="814689" y="395537"/>
                  </a:lnTo>
                  <a:lnTo>
                    <a:pt x="821873" y="399286"/>
                  </a:lnTo>
                  <a:lnTo>
                    <a:pt x="845988" y="411871"/>
                  </a:lnTo>
                  <a:lnTo>
                    <a:pt x="857264" y="417756"/>
                  </a:lnTo>
                  <a:lnTo>
                    <a:pt x="859663" y="419008"/>
                  </a:lnTo>
                  <a:lnTo>
                    <a:pt x="871528" y="424949"/>
                  </a:lnTo>
                  <a:lnTo>
                    <a:pt x="888036" y="433214"/>
                  </a:lnTo>
                  <a:lnTo>
                    <a:pt x="901025" y="439881"/>
                  </a:lnTo>
                  <a:lnTo>
                    <a:pt x="926656" y="453038"/>
                  </a:lnTo>
                  <a:lnTo>
                    <a:pt x="933161" y="456377"/>
                  </a:lnTo>
                  <a:lnTo>
                    <a:pt x="945239" y="462796"/>
                  </a:lnTo>
                  <a:lnTo>
                    <a:pt x="975872" y="479076"/>
                  </a:lnTo>
                  <a:lnTo>
                    <a:pt x="978857" y="480621"/>
                  </a:lnTo>
                  <a:lnTo>
                    <a:pt x="980343" y="481389"/>
                  </a:lnTo>
                  <a:lnTo>
                    <a:pt x="979573" y="482707"/>
                  </a:lnTo>
                  <a:lnTo>
                    <a:pt x="976772" y="487506"/>
                  </a:lnTo>
                  <a:lnTo>
                    <a:pt x="974526" y="491354"/>
                  </a:lnTo>
                  <a:lnTo>
                    <a:pt x="972809" y="494296"/>
                  </a:lnTo>
                  <a:lnTo>
                    <a:pt x="972043" y="495608"/>
                  </a:lnTo>
                  <a:lnTo>
                    <a:pt x="969478" y="500001"/>
                  </a:lnTo>
                  <a:lnTo>
                    <a:pt x="960252" y="516638"/>
                  </a:lnTo>
                  <a:lnTo>
                    <a:pt x="958460" y="519869"/>
                  </a:lnTo>
                  <a:lnTo>
                    <a:pt x="958221" y="520301"/>
                  </a:lnTo>
                  <a:lnTo>
                    <a:pt x="955639" y="524957"/>
                  </a:lnTo>
                  <a:lnTo>
                    <a:pt x="951025" y="533276"/>
                  </a:lnTo>
                  <a:lnTo>
                    <a:pt x="946084" y="542188"/>
                  </a:lnTo>
                  <a:lnTo>
                    <a:pt x="944071" y="545818"/>
                  </a:lnTo>
                  <a:lnTo>
                    <a:pt x="943733" y="546427"/>
                  </a:lnTo>
                  <a:lnTo>
                    <a:pt x="932877" y="566002"/>
                  </a:lnTo>
                  <a:lnTo>
                    <a:pt x="930546" y="570207"/>
                  </a:lnTo>
                  <a:lnTo>
                    <a:pt x="929425" y="572229"/>
                  </a:lnTo>
                  <a:lnTo>
                    <a:pt x="929077" y="572855"/>
                  </a:lnTo>
                  <a:lnTo>
                    <a:pt x="923256" y="583353"/>
                  </a:lnTo>
                  <a:lnTo>
                    <a:pt x="922840" y="584103"/>
                  </a:lnTo>
                  <a:lnTo>
                    <a:pt x="922752" y="584261"/>
                  </a:lnTo>
                  <a:lnTo>
                    <a:pt x="922249" y="585169"/>
                  </a:lnTo>
                  <a:lnTo>
                    <a:pt x="919489" y="590095"/>
                  </a:lnTo>
                  <a:lnTo>
                    <a:pt x="915083" y="597960"/>
                  </a:lnTo>
                  <a:lnTo>
                    <a:pt x="29726" y="159008"/>
                  </a:lnTo>
                  <a:lnTo>
                    <a:pt x="26030" y="157176"/>
                  </a:lnTo>
                  <a:lnTo>
                    <a:pt x="0" y="144270"/>
                  </a:lnTo>
                  <a:lnTo>
                    <a:pt x="5609" y="132177"/>
                  </a:lnTo>
                  <a:lnTo>
                    <a:pt x="7607" y="132168"/>
                  </a:lnTo>
                  <a:lnTo>
                    <a:pt x="17169" y="128858"/>
                  </a:lnTo>
                  <a:lnTo>
                    <a:pt x="23049" y="117370"/>
                  </a:lnTo>
                  <a:lnTo>
                    <a:pt x="25961" y="118888"/>
                  </a:lnTo>
                  <a:lnTo>
                    <a:pt x="26147" y="118481"/>
                  </a:lnTo>
                  <a:lnTo>
                    <a:pt x="34110" y="101034"/>
                  </a:lnTo>
                  <a:lnTo>
                    <a:pt x="30597" y="98938"/>
                  </a:lnTo>
                  <a:lnTo>
                    <a:pt x="29076" y="98031"/>
                  </a:lnTo>
                  <a:lnTo>
                    <a:pt x="30177" y="95893"/>
                  </a:lnTo>
                  <a:lnTo>
                    <a:pt x="36934" y="82774"/>
                  </a:lnTo>
                  <a:lnTo>
                    <a:pt x="41012" y="75146"/>
                  </a:lnTo>
                  <a:lnTo>
                    <a:pt x="42796" y="71809"/>
                  </a:lnTo>
                  <a:lnTo>
                    <a:pt x="43240" y="70921"/>
                  </a:lnTo>
                  <a:lnTo>
                    <a:pt x="44488" y="68425"/>
                  </a:lnTo>
                  <a:lnTo>
                    <a:pt x="45889" y="65622"/>
                  </a:lnTo>
                  <a:lnTo>
                    <a:pt x="50896" y="55606"/>
                  </a:lnTo>
                  <a:lnTo>
                    <a:pt x="56797" y="43800"/>
                  </a:lnTo>
                  <a:lnTo>
                    <a:pt x="59056" y="37996"/>
                  </a:lnTo>
                  <a:lnTo>
                    <a:pt x="57410" y="37098"/>
                  </a:lnTo>
                  <a:lnTo>
                    <a:pt x="65979" y="20211"/>
                  </a:lnTo>
                  <a:lnTo>
                    <a:pt x="72963" y="6239"/>
                  </a:lnTo>
                  <a:lnTo>
                    <a:pt x="75681" y="800"/>
                  </a:lnTo>
                  <a:lnTo>
                    <a:pt x="76081" y="0"/>
                  </a:lnTo>
                  <a:lnTo>
                    <a:pt x="85150" y="4796"/>
                  </a:lnTo>
                  <a:lnTo>
                    <a:pt x="89534" y="7114"/>
                  </a:lnTo>
                  <a:lnTo>
                    <a:pt x="93918" y="9432"/>
                  </a:lnTo>
                  <a:lnTo>
                    <a:pt x="94220" y="9592"/>
                  </a:lnTo>
                  <a:lnTo>
                    <a:pt x="98121" y="11655"/>
                  </a:lnTo>
                  <a:lnTo>
                    <a:pt x="104164" y="14894"/>
                  </a:lnTo>
                  <a:lnTo>
                    <a:pt x="104783" y="15225"/>
                  </a:lnTo>
                  <a:lnTo>
                    <a:pt x="132984" y="30340"/>
                  </a:lnTo>
                  <a:lnTo>
                    <a:pt x="162866" y="46399"/>
                  </a:lnTo>
                  <a:lnTo>
                    <a:pt x="191692" y="61841"/>
                  </a:lnTo>
                  <a:lnTo>
                    <a:pt x="219277" y="76506"/>
                  </a:lnTo>
                  <a:lnTo>
                    <a:pt x="222479" y="78209"/>
                  </a:lnTo>
                  <a:lnTo>
                    <a:pt x="228560" y="81336"/>
                  </a:lnTo>
                  <a:lnTo>
                    <a:pt x="251003" y="92879"/>
                  </a:lnTo>
                  <a:lnTo>
                    <a:pt x="268812" y="102298"/>
                  </a:lnTo>
                  <a:lnTo>
                    <a:pt x="296631" y="11680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g64"/>
            <p:cNvSpPr/>
            <p:nvPr/>
          </p:nvSpPr>
          <p:spPr>
            <a:xfrm>
              <a:off x="9644429" y="5288571"/>
              <a:ext cx="339438" cy="398996"/>
            </a:xfrm>
            <a:custGeom>
              <a:avLst/>
              <a:pathLst>
                <a:path w="339438" h="398996">
                  <a:moveTo>
                    <a:pt x="206261" y="42518"/>
                  </a:moveTo>
                  <a:lnTo>
                    <a:pt x="231332" y="51182"/>
                  </a:lnTo>
                  <a:lnTo>
                    <a:pt x="233989" y="45251"/>
                  </a:lnTo>
                  <a:lnTo>
                    <a:pt x="266696" y="63207"/>
                  </a:lnTo>
                  <a:lnTo>
                    <a:pt x="262523" y="71990"/>
                  </a:lnTo>
                  <a:lnTo>
                    <a:pt x="267967" y="74231"/>
                  </a:lnTo>
                  <a:lnTo>
                    <a:pt x="281645" y="97988"/>
                  </a:lnTo>
                  <a:lnTo>
                    <a:pt x="285057" y="103915"/>
                  </a:lnTo>
                  <a:lnTo>
                    <a:pt x="290603" y="113544"/>
                  </a:lnTo>
                  <a:lnTo>
                    <a:pt x="307447" y="116601"/>
                  </a:lnTo>
                  <a:lnTo>
                    <a:pt x="311597" y="118532"/>
                  </a:lnTo>
                  <a:lnTo>
                    <a:pt x="312246" y="136059"/>
                  </a:lnTo>
                  <a:lnTo>
                    <a:pt x="312303" y="137581"/>
                  </a:lnTo>
                  <a:lnTo>
                    <a:pt x="312662" y="147276"/>
                  </a:lnTo>
                  <a:lnTo>
                    <a:pt x="312185" y="162357"/>
                  </a:lnTo>
                  <a:lnTo>
                    <a:pt x="312302" y="166756"/>
                  </a:lnTo>
                  <a:lnTo>
                    <a:pt x="312347" y="168459"/>
                  </a:lnTo>
                  <a:lnTo>
                    <a:pt x="312769" y="184337"/>
                  </a:lnTo>
                  <a:lnTo>
                    <a:pt x="311914" y="200533"/>
                  </a:lnTo>
                  <a:lnTo>
                    <a:pt x="311542" y="202568"/>
                  </a:lnTo>
                  <a:lnTo>
                    <a:pt x="311229" y="204281"/>
                  </a:lnTo>
                  <a:lnTo>
                    <a:pt x="308448" y="219504"/>
                  </a:lnTo>
                  <a:lnTo>
                    <a:pt x="305392" y="235134"/>
                  </a:lnTo>
                  <a:lnTo>
                    <a:pt x="304983" y="237225"/>
                  </a:lnTo>
                  <a:lnTo>
                    <a:pt x="303647" y="244053"/>
                  </a:lnTo>
                  <a:lnTo>
                    <a:pt x="302882" y="247586"/>
                  </a:lnTo>
                  <a:lnTo>
                    <a:pt x="300330" y="268528"/>
                  </a:lnTo>
                  <a:lnTo>
                    <a:pt x="300307" y="268718"/>
                  </a:lnTo>
                  <a:lnTo>
                    <a:pt x="299922" y="271145"/>
                  </a:lnTo>
                  <a:lnTo>
                    <a:pt x="299227" y="275524"/>
                  </a:lnTo>
                  <a:lnTo>
                    <a:pt x="298146" y="282330"/>
                  </a:lnTo>
                  <a:lnTo>
                    <a:pt x="298871" y="283812"/>
                  </a:lnTo>
                  <a:lnTo>
                    <a:pt x="302091" y="289296"/>
                  </a:lnTo>
                  <a:lnTo>
                    <a:pt x="307279" y="298059"/>
                  </a:lnTo>
                  <a:lnTo>
                    <a:pt x="308819" y="300661"/>
                  </a:lnTo>
                  <a:lnTo>
                    <a:pt x="314236" y="309812"/>
                  </a:lnTo>
                  <a:lnTo>
                    <a:pt x="314859" y="310864"/>
                  </a:lnTo>
                  <a:lnTo>
                    <a:pt x="318367" y="316790"/>
                  </a:lnTo>
                  <a:lnTo>
                    <a:pt x="325541" y="322987"/>
                  </a:lnTo>
                  <a:lnTo>
                    <a:pt x="327743" y="325610"/>
                  </a:lnTo>
                  <a:lnTo>
                    <a:pt x="330364" y="327887"/>
                  </a:lnTo>
                  <a:lnTo>
                    <a:pt x="331206" y="328619"/>
                  </a:lnTo>
                  <a:lnTo>
                    <a:pt x="332464" y="329712"/>
                  </a:lnTo>
                  <a:lnTo>
                    <a:pt x="333721" y="330804"/>
                  </a:lnTo>
                  <a:lnTo>
                    <a:pt x="339438" y="335771"/>
                  </a:lnTo>
                  <a:lnTo>
                    <a:pt x="339213" y="336171"/>
                  </a:lnTo>
                  <a:lnTo>
                    <a:pt x="338164" y="338042"/>
                  </a:lnTo>
                  <a:lnTo>
                    <a:pt x="336966" y="339575"/>
                  </a:lnTo>
                  <a:lnTo>
                    <a:pt x="335767" y="341107"/>
                  </a:lnTo>
                  <a:lnTo>
                    <a:pt x="334073" y="343239"/>
                  </a:lnTo>
                  <a:lnTo>
                    <a:pt x="332655" y="345024"/>
                  </a:lnTo>
                  <a:lnTo>
                    <a:pt x="331623" y="346323"/>
                  </a:lnTo>
                  <a:lnTo>
                    <a:pt x="330515" y="347716"/>
                  </a:lnTo>
                  <a:lnTo>
                    <a:pt x="327057" y="350755"/>
                  </a:lnTo>
                  <a:lnTo>
                    <a:pt x="320883" y="355008"/>
                  </a:lnTo>
                  <a:lnTo>
                    <a:pt x="312232" y="368493"/>
                  </a:lnTo>
                  <a:lnTo>
                    <a:pt x="311206" y="370093"/>
                  </a:lnTo>
                  <a:lnTo>
                    <a:pt x="310180" y="371692"/>
                  </a:lnTo>
                  <a:lnTo>
                    <a:pt x="309058" y="373440"/>
                  </a:lnTo>
                  <a:lnTo>
                    <a:pt x="305613" y="378809"/>
                  </a:lnTo>
                  <a:lnTo>
                    <a:pt x="298907" y="390998"/>
                  </a:lnTo>
                  <a:lnTo>
                    <a:pt x="298733" y="391314"/>
                  </a:lnTo>
                  <a:lnTo>
                    <a:pt x="297606" y="393361"/>
                  </a:lnTo>
                  <a:lnTo>
                    <a:pt x="297530" y="393500"/>
                  </a:lnTo>
                  <a:lnTo>
                    <a:pt x="297018" y="394431"/>
                  </a:lnTo>
                  <a:lnTo>
                    <a:pt x="296506" y="395362"/>
                  </a:lnTo>
                  <a:lnTo>
                    <a:pt x="296327" y="395686"/>
                  </a:lnTo>
                  <a:lnTo>
                    <a:pt x="294506" y="398996"/>
                  </a:lnTo>
                  <a:lnTo>
                    <a:pt x="287878" y="394138"/>
                  </a:lnTo>
                  <a:lnTo>
                    <a:pt x="259709" y="373497"/>
                  </a:lnTo>
                  <a:lnTo>
                    <a:pt x="235521" y="354430"/>
                  </a:lnTo>
                  <a:lnTo>
                    <a:pt x="219150" y="341524"/>
                  </a:lnTo>
                  <a:lnTo>
                    <a:pt x="215943" y="338984"/>
                  </a:lnTo>
                  <a:lnTo>
                    <a:pt x="214801" y="338079"/>
                  </a:lnTo>
                  <a:lnTo>
                    <a:pt x="210731" y="334854"/>
                  </a:lnTo>
                  <a:lnTo>
                    <a:pt x="175188" y="306697"/>
                  </a:lnTo>
                  <a:lnTo>
                    <a:pt x="162003" y="295977"/>
                  </a:lnTo>
                  <a:lnTo>
                    <a:pt x="156345" y="291582"/>
                  </a:lnTo>
                  <a:lnTo>
                    <a:pt x="137349" y="276873"/>
                  </a:lnTo>
                  <a:lnTo>
                    <a:pt x="123484" y="266137"/>
                  </a:lnTo>
                  <a:lnTo>
                    <a:pt x="98331" y="246661"/>
                  </a:lnTo>
                  <a:lnTo>
                    <a:pt x="96173" y="244991"/>
                  </a:lnTo>
                  <a:lnTo>
                    <a:pt x="91739" y="241557"/>
                  </a:lnTo>
                  <a:lnTo>
                    <a:pt x="80069" y="232316"/>
                  </a:lnTo>
                  <a:lnTo>
                    <a:pt x="71782" y="225755"/>
                  </a:lnTo>
                  <a:lnTo>
                    <a:pt x="26058" y="189549"/>
                  </a:lnTo>
                  <a:lnTo>
                    <a:pt x="25288" y="188920"/>
                  </a:lnTo>
                  <a:lnTo>
                    <a:pt x="23023" y="187070"/>
                  </a:lnTo>
                  <a:lnTo>
                    <a:pt x="15053" y="180561"/>
                  </a:lnTo>
                  <a:lnTo>
                    <a:pt x="2411" y="170237"/>
                  </a:lnTo>
                  <a:lnTo>
                    <a:pt x="0" y="168265"/>
                  </a:lnTo>
                  <a:lnTo>
                    <a:pt x="4422" y="162190"/>
                  </a:lnTo>
                  <a:lnTo>
                    <a:pt x="5832" y="160253"/>
                  </a:lnTo>
                  <a:lnTo>
                    <a:pt x="6503" y="159322"/>
                  </a:lnTo>
                  <a:lnTo>
                    <a:pt x="8997" y="155861"/>
                  </a:lnTo>
                  <a:lnTo>
                    <a:pt x="11491" y="152400"/>
                  </a:lnTo>
                  <a:lnTo>
                    <a:pt x="58296" y="86575"/>
                  </a:lnTo>
                  <a:lnTo>
                    <a:pt x="61737" y="81736"/>
                  </a:lnTo>
                  <a:lnTo>
                    <a:pt x="120591" y="1567"/>
                  </a:lnTo>
                  <a:lnTo>
                    <a:pt x="121742" y="0"/>
                  </a:lnTo>
                  <a:lnTo>
                    <a:pt x="123187" y="1235"/>
                  </a:lnTo>
                  <a:lnTo>
                    <a:pt x="132915" y="9545"/>
                  </a:lnTo>
                  <a:lnTo>
                    <a:pt x="152168" y="20198"/>
                  </a:lnTo>
                  <a:lnTo>
                    <a:pt x="160822" y="23769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g65"/>
            <p:cNvSpPr/>
            <p:nvPr/>
          </p:nvSpPr>
          <p:spPr>
            <a:xfrm>
              <a:off x="7863419" y="3460953"/>
              <a:ext cx="1057195" cy="1156121"/>
            </a:xfrm>
            <a:custGeom>
              <a:avLst/>
              <a:pathLst>
                <a:path w="1057195" h="1156121">
                  <a:moveTo>
                    <a:pt x="865700" y="695816"/>
                  </a:moveTo>
                  <a:lnTo>
                    <a:pt x="877310" y="716372"/>
                  </a:lnTo>
                  <a:lnTo>
                    <a:pt x="885483" y="730205"/>
                  </a:lnTo>
                  <a:lnTo>
                    <a:pt x="887466" y="733560"/>
                  </a:lnTo>
                  <a:lnTo>
                    <a:pt x="889808" y="737524"/>
                  </a:lnTo>
                  <a:lnTo>
                    <a:pt x="900104" y="754950"/>
                  </a:lnTo>
                  <a:lnTo>
                    <a:pt x="912421" y="775793"/>
                  </a:lnTo>
                  <a:lnTo>
                    <a:pt x="914731" y="779703"/>
                  </a:lnTo>
                  <a:lnTo>
                    <a:pt x="929486" y="804673"/>
                  </a:lnTo>
                  <a:lnTo>
                    <a:pt x="939360" y="821384"/>
                  </a:lnTo>
                  <a:lnTo>
                    <a:pt x="951257" y="841517"/>
                  </a:lnTo>
                  <a:lnTo>
                    <a:pt x="963313" y="862426"/>
                  </a:lnTo>
                  <a:lnTo>
                    <a:pt x="984531" y="899224"/>
                  </a:lnTo>
                  <a:lnTo>
                    <a:pt x="987089" y="903659"/>
                  </a:lnTo>
                  <a:lnTo>
                    <a:pt x="987537" y="904436"/>
                  </a:lnTo>
                  <a:lnTo>
                    <a:pt x="988378" y="905895"/>
                  </a:lnTo>
                  <a:lnTo>
                    <a:pt x="993497" y="914920"/>
                  </a:lnTo>
                  <a:lnTo>
                    <a:pt x="1001362" y="928786"/>
                  </a:lnTo>
                  <a:lnTo>
                    <a:pt x="1007013" y="938749"/>
                  </a:lnTo>
                  <a:lnTo>
                    <a:pt x="1010758" y="945351"/>
                  </a:lnTo>
                  <a:lnTo>
                    <a:pt x="1018913" y="959730"/>
                  </a:lnTo>
                  <a:lnTo>
                    <a:pt x="1022219" y="965558"/>
                  </a:lnTo>
                  <a:lnTo>
                    <a:pt x="1034041" y="986401"/>
                  </a:lnTo>
                  <a:lnTo>
                    <a:pt x="1050785" y="1015921"/>
                  </a:lnTo>
                  <a:lnTo>
                    <a:pt x="1056818" y="1026558"/>
                  </a:lnTo>
                  <a:lnTo>
                    <a:pt x="1057195" y="1027223"/>
                  </a:lnTo>
                  <a:lnTo>
                    <a:pt x="1041856" y="1036370"/>
                  </a:lnTo>
                  <a:lnTo>
                    <a:pt x="1018915" y="1050049"/>
                  </a:lnTo>
                  <a:lnTo>
                    <a:pt x="1017531" y="1050874"/>
                  </a:lnTo>
                  <a:lnTo>
                    <a:pt x="1009745" y="1055516"/>
                  </a:lnTo>
                  <a:lnTo>
                    <a:pt x="1006816" y="1057263"/>
                  </a:lnTo>
                  <a:lnTo>
                    <a:pt x="1004739" y="1058501"/>
                  </a:lnTo>
                  <a:lnTo>
                    <a:pt x="999420" y="1061672"/>
                  </a:lnTo>
                  <a:lnTo>
                    <a:pt x="993376" y="1065276"/>
                  </a:lnTo>
                  <a:lnTo>
                    <a:pt x="976984" y="1074701"/>
                  </a:lnTo>
                  <a:lnTo>
                    <a:pt x="968989" y="1079298"/>
                  </a:lnTo>
                  <a:lnTo>
                    <a:pt x="960567" y="1084141"/>
                  </a:lnTo>
                  <a:lnTo>
                    <a:pt x="954431" y="1087669"/>
                  </a:lnTo>
                  <a:lnTo>
                    <a:pt x="949639" y="1090424"/>
                  </a:lnTo>
                  <a:lnTo>
                    <a:pt x="943208" y="1094122"/>
                  </a:lnTo>
                  <a:lnTo>
                    <a:pt x="936801" y="1097806"/>
                  </a:lnTo>
                  <a:lnTo>
                    <a:pt x="930857" y="1101223"/>
                  </a:lnTo>
                  <a:lnTo>
                    <a:pt x="922716" y="1105905"/>
                  </a:lnTo>
                  <a:lnTo>
                    <a:pt x="920653" y="1107091"/>
                  </a:lnTo>
                  <a:lnTo>
                    <a:pt x="907307" y="1114957"/>
                  </a:lnTo>
                  <a:lnTo>
                    <a:pt x="876210" y="1133285"/>
                  </a:lnTo>
                  <a:lnTo>
                    <a:pt x="862565" y="1141328"/>
                  </a:lnTo>
                  <a:lnTo>
                    <a:pt x="860961" y="1142273"/>
                  </a:lnTo>
                  <a:lnTo>
                    <a:pt x="848392" y="1149995"/>
                  </a:lnTo>
                  <a:lnTo>
                    <a:pt x="839705" y="1155332"/>
                  </a:lnTo>
                  <a:lnTo>
                    <a:pt x="838421" y="1156121"/>
                  </a:lnTo>
                  <a:lnTo>
                    <a:pt x="813655" y="1142917"/>
                  </a:lnTo>
                  <a:lnTo>
                    <a:pt x="808479" y="1140157"/>
                  </a:lnTo>
                  <a:lnTo>
                    <a:pt x="804449" y="1138009"/>
                  </a:lnTo>
                  <a:lnTo>
                    <a:pt x="784166" y="1127261"/>
                  </a:lnTo>
                  <a:lnTo>
                    <a:pt x="765693" y="1118120"/>
                  </a:lnTo>
                  <a:lnTo>
                    <a:pt x="763520" y="1116514"/>
                  </a:lnTo>
                  <a:lnTo>
                    <a:pt x="759207" y="1108650"/>
                  </a:lnTo>
                  <a:lnTo>
                    <a:pt x="754184" y="1100447"/>
                  </a:lnTo>
                  <a:lnTo>
                    <a:pt x="749767" y="1092942"/>
                  </a:lnTo>
                  <a:lnTo>
                    <a:pt x="746221" y="1086918"/>
                  </a:lnTo>
                  <a:lnTo>
                    <a:pt x="736755" y="1070710"/>
                  </a:lnTo>
                  <a:lnTo>
                    <a:pt x="726517" y="1053415"/>
                  </a:lnTo>
                  <a:lnTo>
                    <a:pt x="725893" y="1052394"/>
                  </a:lnTo>
                  <a:lnTo>
                    <a:pt x="720724" y="1043932"/>
                  </a:lnTo>
                  <a:lnTo>
                    <a:pt x="720238" y="1043137"/>
                  </a:lnTo>
                  <a:lnTo>
                    <a:pt x="717485" y="1038719"/>
                  </a:lnTo>
                  <a:lnTo>
                    <a:pt x="713455" y="1032253"/>
                  </a:lnTo>
                  <a:lnTo>
                    <a:pt x="710550" y="1027435"/>
                  </a:lnTo>
                  <a:lnTo>
                    <a:pt x="686921" y="988045"/>
                  </a:lnTo>
                  <a:lnTo>
                    <a:pt x="671081" y="963140"/>
                  </a:lnTo>
                  <a:lnTo>
                    <a:pt x="669822" y="961715"/>
                  </a:lnTo>
                  <a:lnTo>
                    <a:pt x="669621" y="962057"/>
                  </a:lnTo>
                  <a:lnTo>
                    <a:pt x="669078" y="962981"/>
                  </a:lnTo>
                  <a:lnTo>
                    <a:pt x="668858" y="963354"/>
                  </a:lnTo>
                  <a:lnTo>
                    <a:pt x="668744" y="963549"/>
                  </a:lnTo>
                  <a:lnTo>
                    <a:pt x="667268" y="966060"/>
                  </a:lnTo>
                  <a:lnTo>
                    <a:pt x="666822" y="966819"/>
                  </a:lnTo>
                  <a:lnTo>
                    <a:pt x="666462" y="967431"/>
                  </a:lnTo>
                  <a:lnTo>
                    <a:pt x="666244" y="967801"/>
                  </a:lnTo>
                  <a:lnTo>
                    <a:pt x="663609" y="972286"/>
                  </a:lnTo>
                  <a:lnTo>
                    <a:pt x="662487" y="974194"/>
                  </a:lnTo>
                  <a:lnTo>
                    <a:pt x="658877" y="980336"/>
                  </a:lnTo>
                  <a:lnTo>
                    <a:pt x="650379" y="994794"/>
                  </a:lnTo>
                  <a:lnTo>
                    <a:pt x="602219" y="971377"/>
                  </a:lnTo>
                  <a:lnTo>
                    <a:pt x="598329" y="969486"/>
                  </a:lnTo>
                  <a:lnTo>
                    <a:pt x="566153" y="953841"/>
                  </a:lnTo>
                  <a:lnTo>
                    <a:pt x="565063" y="953311"/>
                  </a:lnTo>
                  <a:lnTo>
                    <a:pt x="563076" y="952289"/>
                  </a:lnTo>
                  <a:lnTo>
                    <a:pt x="566833" y="947933"/>
                  </a:lnTo>
                  <a:lnTo>
                    <a:pt x="570576" y="941880"/>
                  </a:lnTo>
                  <a:lnTo>
                    <a:pt x="572749" y="938297"/>
                  </a:lnTo>
                  <a:lnTo>
                    <a:pt x="575811" y="932222"/>
                  </a:lnTo>
                  <a:lnTo>
                    <a:pt x="583345" y="917271"/>
                  </a:lnTo>
                  <a:lnTo>
                    <a:pt x="588686" y="906672"/>
                  </a:lnTo>
                  <a:lnTo>
                    <a:pt x="590488" y="902833"/>
                  </a:lnTo>
                  <a:lnTo>
                    <a:pt x="596883" y="889209"/>
                  </a:lnTo>
                  <a:lnTo>
                    <a:pt x="597500" y="887895"/>
                  </a:lnTo>
                  <a:lnTo>
                    <a:pt x="557346" y="871255"/>
                  </a:lnTo>
                  <a:lnTo>
                    <a:pt x="554214" y="869962"/>
                  </a:lnTo>
                  <a:lnTo>
                    <a:pt x="555538" y="867344"/>
                  </a:lnTo>
                  <a:lnTo>
                    <a:pt x="556453" y="862814"/>
                  </a:lnTo>
                  <a:lnTo>
                    <a:pt x="557675" y="856756"/>
                  </a:lnTo>
                  <a:lnTo>
                    <a:pt x="558197" y="854171"/>
                  </a:lnTo>
                  <a:lnTo>
                    <a:pt x="556005" y="853052"/>
                  </a:lnTo>
                  <a:lnTo>
                    <a:pt x="556193" y="852604"/>
                  </a:lnTo>
                  <a:lnTo>
                    <a:pt x="562729" y="837040"/>
                  </a:lnTo>
                  <a:lnTo>
                    <a:pt x="563119" y="836274"/>
                  </a:lnTo>
                  <a:lnTo>
                    <a:pt x="567710" y="827283"/>
                  </a:lnTo>
                  <a:lnTo>
                    <a:pt x="569003" y="824750"/>
                  </a:lnTo>
                  <a:lnTo>
                    <a:pt x="576265" y="810527"/>
                  </a:lnTo>
                  <a:lnTo>
                    <a:pt x="578714" y="805730"/>
                  </a:lnTo>
                  <a:lnTo>
                    <a:pt x="579857" y="803493"/>
                  </a:lnTo>
                  <a:lnTo>
                    <a:pt x="580837" y="801573"/>
                  </a:lnTo>
                  <a:lnTo>
                    <a:pt x="581851" y="799587"/>
                  </a:lnTo>
                  <a:lnTo>
                    <a:pt x="591571" y="796356"/>
                  </a:lnTo>
                  <a:lnTo>
                    <a:pt x="592091" y="795085"/>
                  </a:lnTo>
                  <a:lnTo>
                    <a:pt x="592749" y="793474"/>
                  </a:lnTo>
                  <a:lnTo>
                    <a:pt x="594280" y="789729"/>
                  </a:lnTo>
                  <a:lnTo>
                    <a:pt x="596045" y="785412"/>
                  </a:lnTo>
                  <a:lnTo>
                    <a:pt x="588018" y="781065"/>
                  </a:lnTo>
                  <a:lnTo>
                    <a:pt x="545273" y="760325"/>
                  </a:lnTo>
                  <a:lnTo>
                    <a:pt x="544052" y="759661"/>
                  </a:lnTo>
                  <a:lnTo>
                    <a:pt x="540866" y="757929"/>
                  </a:lnTo>
                  <a:lnTo>
                    <a:pt x="528110" y="750994"/>
                  </a:lnTo>
                  <a:lnTo>
                    <a:pt x="514781" y="743747"/>
                  </a:lnTo>
                  <a:lnTo>
                    <a:pt x="510400" y="741102"/>
                  </a:lnTo>
                  <a:lnTo>
                    <a:pt x="500293" y="734999"/>
                  </a:lnTo>
                  <a:lnTo>
                    <a:pt x="492905" y="730539"/>
                  </a:lnTo>
                  <a:lnTo>
                    <a:pt x="489040" y="728205"/>
                  </a:lnTo>
                  <a:lnTo>
                    <a:pt x="476963" y="720913"/>
                  </a:lnTo>
                  <a:lnTo>
                    <a:pt x="448787" y="705651"/>
                  </a:lnTo>
                  <a:lnTo>
                    <a:pt x="445943" y="704111"/>
                  </a:lnTo>
                  <a:lnTo>
                    <a:pt x="426025" y="734542"/>
                  </a:lnTo>
                  <a:lnTo>
                    <a:pt x="413413" y="749282"/>
                  </a:lnTo>
                  <a:lnTo>
                    <a:pt x="394204" y="739613"/>
                  </a:lnTo>
                  <a:lnTo>
                    <a:pt x="388831" y="743010"/>
                  </a:lnTo>
                  <a:lnTo>
                    <a:pt x="387684" y="742084"/>
                  </a:lnTo>
                  <a:lnTo>
                    <a:pt x="377433" y="748639"/>
                  </a:lnTo>
                  <a:lnTo>
                    <a:pt x="376686" y="749117"/>
                  </a:lnTo>
                  <a:lnTo>
                    <a:pt x="375791" y="749629"/>
                  </a:lnTo>
                  <a:lnTo>
                    <a:pt x="375305" y="748871"/>
                  </a:lnTo>
                  <a:lnTo>
                    <a:pt x="370741" y="741765"/>
                  </a:lnTo>
                  <a:lnTo>
                    <a:pt x="360333" y="747471"/>
                  </a:lnTo>
                  <a:lnTo>
                    <a:pt x="358527" y="748424"/>
                  </a:lnTo>
                  <a:lnTo>
                    <a:pt x="357617" y="748904"/>
                  </a:lnTo>
                  <a:lnTo>
                    <a:pt x="355355" y="750097"/>
                  </a:lnTo>
                  <a:lnTo>
                    <a:pt x="351879" y="751932"/>
                  </a:lnTo>
                  <a:lnTo>
                    <a:pt x="350983" y="752404"/>
                  </a:lnTo>
                  <a:lnTo>
                    <a:pt x="345112" y="755502"/>
                  </a:lnTo>
                  <a:lnTo>
                    <a:pt x="342622" y="757135"/>
                  </a:lnTo>
                  <a:lnTo>
                    <a:pt x="340112" y="758779"/>
                  </a:lnTo>
                  <a:lnTo>
                    <a:pt x="339711" y="759042"/>
                  </a:lnTo>
                  <a:lnTo>
                    <a:pt x="336970" y="760839"/>
                  </a:lnTo>
                  <a:lnTo>
                    <a:pt x="331938" y="765226"/>
                  </a:lnTo>
                  <a:lnTo>
                    <a:pt x="318938" y="774025"/>
                  </a:lnTo>
                  <a:lnTo>
                    <a:pt x="315386" y="777123"/>
                  </a:lnTo>
                  <a:lnTo>
                    <a:pt x="309750" y="759178"/>
                  </a:lnTo>
                  <a:lnTo>
                    <a:pt x="306439" y="748635"/>
                  </a:lnTo>
                  <a:lnTo>
                    <a:pt x="282285" y="671725"/>
                  </a:lnTo>
                  <a:lnTo>
                    <a:pt x="281835" y="670291"/>
                  </a:lnTo>
                  <a:lnTo>
                    <a:pt x="269959" y="632438"/>
                  </a:lnTo>
                  <a:lnTo>
                    <a:pt x="269791" y="631941"/>
                  </a:lnTo>
                  <a:lnTo>
                    <a:pt x="267833" y="626171"/>
                  </a:lnTo>
                  <a:lnTo>
                    <a:pt x="267269" y="624002"/>
                  </a:lnTo>
                  <a:lnTo>
                    <a:pt x="262045" y="603935"/>
                  </a:lnTo>
                  <a:lnTo>
                    <a:pt x="260059" y="596306"/>
                  </a:lnTo>
                  <a:lnTo>
                    <a:pt x="259956" y="595914"/>
                  </a:lnTo>
                  <a:lnTo>
                    <a:pt x="256203" y="575496"/>
                  </a:lnTo>
                  <a:lnTo>
                    <a:pt x="249205" y="537428"/>
                  </a:lnTo>
                  <a:lnTo>
                    <a:pt x="242557" y="499262"/>
                  </a:lnTo>
                  <a:lnTo>
                    <a:pt x="241959" y="495432"/>
                  </a:lnTo>
                  <a:lnTo>
                    <a:pt x="241829" y="494596"/>
                  </a:lnTo>
                  <a:lnTo>
                    <a:pt x="227871" y="486673"/>
                  </a:lnTo>
                  <a:lnTo>
                    <a:pt x="224221" y="484601"/>
                  </a:lnTo>
                  <a:lnTo>
                    <a:pt x="221538" y="482538"/>
                  </a:lnTo>
                  <a:lnTo>
                    <a:pt x="219847" y="481238"/>
                  </a:lnTo>
                  <a:lnTo>
                    <a:pt x="210852" y="474962"/>
                  </a:lnTo>
                  <a:lnTo>
                    <a:pt x="210435" y="474671"/>
                  </a:lnTo>
                  <a:lnTo>
                    <a:pt x="135930" y="435192"/>
                  </a:lnTo>
                  <a:lnTo>
                    <a:pt x="134325" y="434263"/>
                  </a:lnTo>
                  <a:lnTo>
                    <a:pt x="0" y="356537"/>
                  </a:lnTo>
                  <a:lnTo>
                    <a:pt x="1305" y="355329"/>
                  </a:lnTo>
                  <a:lnTo>
                    <a:pt x="14246" y="343353"/>
                  </a:lnTo>
                  <a:lnTo>
                    <a:pt x="30320" y="329180"/>
                  </a:lnTo>
                  <a:lnTo>
                    <a:pt x="55046" y="279058"/>
                  </a:lnTo>
                  <a:lnTo>
                    <a:pt x="59146" y="273979"/>
                  </a:lnTo>
                  <a:lnTo>
                    <a:pt x="62998" y="269206"/>
                  </a:lnTo>
                  <a:lnTo>
                    <a:pt x="152479" y="177920"/>
                  </a:lnTo>
                  <a:lnTo>
                    <a:pt x="155505" y="174833"/>
                  </a:lnTo>
                  <a:lnTo>
                    <a:pt x="155866" y="174429"/>
                  </a:lnTo>
                  <a:lnTo>
                    <a:pt x="163576" y="165786"/>
                  </a:lnTo>
                  <a:lnTo>
                    <a:pt x="234793" y="129402"/>
                  </a:lnTo>
                  <a:lnTo>
                    <a:pt x="243467" y="124970"/>
                  </a:lnTo>
                  <a:lnTo>
                    <a:pt x="246077" y="123637"/>
                  </a:lnTo>
                  <a:lnTo>
                    <a:pt x="248962" y="122163"/>
                  </a:lnTo>
                  <a:lnTo>
                    <a:pt x="264542" y="112941"/>
                  </a:lnTo>
                  <a:lnTo>
                    <a:pt x="326610" y="76204"/>
                  </a:lnTo>
                  <a:lnTo>
                    <a:pt x="455358" y="0"/>
                  </a:lnTo>
                  <a:lnTo>
                    <a:pt x="456805" y="2303"/>
                  </a:lnTo>
                  <a:lnTo>
                    <a:pt x="487500" y="51158"/>
                  </a:lnTo>
                  <a:lnTo>
                    <a:pt x="487581" y="51289"/>
                  </a:lnTo>
                  <a:lnTo>
                    <a:pt x="519356" y="102919"/>
                  </a:lnTo>
                  <a:lnTo>
                    <a:pt x="519478" y="103117"/>
                  </a:lnTo>
                  <a:lnTo>
                    <a:pt x="533790" y="126372"/>
                  </a:lnTo>
                  <a:lnTo>
                    <a:pt x="546800" y="149068"/>
                  </a:lnTo>
                  <a:lnTo>
                    <a:pt x="577551" y="202709"/>
                  </a:lnTo>
                  <a:lnTo>
                    <a:pt x="605791" y="252309"/>
                  </a:lnTo>
                  <a:lnTo>
                    <a:pt x="617741" y="272799"/>
                  </a:lnTo>
                  <a:lnTo>
                    <a:pt x="638391" y="308795"/>
                  </a:lnTo>
                  <a:lnTo>
                    <a:pt x="641124" y="313559"/>
                  </a:lnTo>
                  <a:lnTo>
                    <a:pt x="663778" y="353047"/>
                  </a:lnTo>
                  <a:lnTo>
                    <a:pt x="678225" y="378229"/>
                  </a:lnTo>
                  <a:lnTo>
                    <a:pt x="679903" y="381155"/>
                  </a:lnTo>
                  <a:lnTo>
                    <a:pt x="685212" y="390146"/>
                  </a:lnTo>
                  <a:lnTo>
                    <a:pt x="699230" y="413886"/>
                  </a:lnTo>
                  <a:lnTo>
                    <a:pt x="723021" y="454179"/>
                  </a:lnTo>
                  <a:lnTo>
                    <a:pt x="723662" y="455265"/>
                  </a:lnTo>
                  <a:lnTo>
                    <a:pt x="746821" y="494486"/>
                  </a:lnTo>
                  <a:lnTo>
                    <a:pt x="746961" y="494723"/>
                  </a:lnTo>
                  <a:lnTo>
                    <a:pt x="749870" y="499649"/>
                  </a:lnTo>
                  <a:lnTo>
                    <a:pt x="759964" y="517211"/>
                  </a:lnTo>
                  <a:lnTo>
                    <a:pt x="760278" y="517758"/>
                  </a:lnTo>
                  <a:lnTo>
                    <a:pt x="760707" y="518504"/>
                  </a:lnTo>
                  <a:lnTo>
                    <a:pt x="766274" y="528189"/>
                  </a:lnTo>
                  <a:lnTo>
                    <a:pt x="772127" y="538373"/>
                  </a:lnTo>
                  <a:lnTo>
                    <a:pt x="772686" y="539346"/>
                  </a:lnTo>
                  <a:lnTo>
                    <a:pt x="772947" y="539800"/>
                  </a:lnTo>
                  <a:lnTo>
                    <a:pt x="795244" y="578593"/>
                  </a:lnTo>
                  <a:lnTo>
                    <a:pt x="796571" y="580901"/>
                  </a:lnTo>
                  <a:lnTo>
                    <a:pt x="818426" y="618925"/>
                  </a:lnTo>
                  <a:lnTo>
                    <a:pt x="819774" y="621272"/>
                  </a:lnTo>
                  <a:lnTo>
                    <a:pt x="834832" y="647470"/>
                  </a:lnTo>
                  <a:lnTo>
                    <a:pt x="863393" y="69173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g66"/>
            <p:cNvSpPr/>
            <p:nvPr/>
          </p:nvSpPr>
          <p:spPr>
            <a:xfrm>
              <a:off x="10067790" y="3981209"/>
              <a:ext cx="309562" cy="501750"/>
            </a:xfrm>
            <a:custGeom>
              <a:avLst/>
              <a:pathLst>
                <a:path w="309562" h="501750">
                  <a:moveTo>
                    <a:pt x="235481" y="125536"/>
                  </a:moveTo>
                  <a:lnTo>
                    <a:pt x="249094" y="175560"/>
                  </a:lnTo>
                  <a:lnTo>
                    <a:pt x="250968" y="182445"/>
                  </a:lnTo>
                  <a:lnTo>
                    <a:pt x="256918" y="204030"/>
                  </a:lnTo>
                  <a:lnTo>
                    <a:pt x="260509" y="217056"/>
                  </a:lnTo>
                  <a:lnTo>
                    <a:pt x="262616" y="224703"/>
                  </a:lnTo>
                  <a:lnTo>
                    <a:pt x="249091" y="232650"/>
                  </a:lnTo>
                  <a:lnTo>
                    <a:pt x="233555" y="241778"/>
                  </a:lnTo>
                  <a:lnTo>
                    <a:pt x="222456" y="248299"/>
                  </a:lnTo>
                  <a:lnTo>
                    <a:pt x="215547" y="252358"/>
                  </a:lnTo>
                  <a:lnTo>
                    <a:pt x="200158" y="261400"/>
                  </a:lnTo>
                  <a:lnTo>
                    <a:pt x="196030" y="263826"/>
                  </a:lnTo>
                  <a:lnTo>
                    <a:pt x="194820" y="264537"/>
                  </a:lnTo>
                  <a:lnTo>
                    <a:pt x="195885" y="266329"/>
                  </a:lnTo>
                  <a:lnTo>
                    <a:pt x="198046" y="269964"/>
                  </a:lnTo>
                  <a:lnTo>
                    <a:pt x="199327" y="272119"/>
                  </a:lnTo>
                  <a:lnTo>
                    <a:pt x="201363" y="275703"/>
                  </a:lnTo>
                  <a:lnTo>
                    <a:pt x="211262" y="293132"/>
                  </a:lnTo>
                  <a:lnTo>
                    <a:pt x="211806" y="294089"/>
                  </a:lnTo>
                  <a:lnTo>
                    <a:pt x="226725" y="320356"/>
                  </a:lnTo>
                  <a:lnTo>
                    <a:pt x="227727" y="322120"/>
                  </a:lnTo>
                  <a:lnTo>
                    <a:pt x="236636" y="337462"/>
                  </a:lnTo>
                  <a:lnTo>
                    <a:pt x="237857" y="339564"/>
                  </a:lnTo>
                  <a:lnTo>
                    <a:pt x="239547" y="342474"/>
                  </a:lnTo>
                  <a:lnTo>
                    <a:pt x="239275" y="344339"/>
                  </a:lnTo>
                  <a:lnTo>
                    <a:pt x="236918" y="360553"/>
                  </a:lnTo>
                  <a:lnTo>
                    <a:pt x="236629" y="362538"/>
                  </a:lnTo>
                  <a:lnTo>
                    <a:pt x="256004" y="397626"/>
                  </a:lnTo>
                  <a:lnTo>
                    <a:pt x="256945" y="399329"/>
                  </a:lnTo>
                  <a:lnTo>
                    <a:pt x="257412" y="400174"/>
                  </a:lnTo>
                  <a:lnTo>
                    <a:pt x="278648" y="407271"/>
                  </a:lnTo>
                  <a:lnTo>
                    <a:pt x="281054" y="408075"/>
                  </a:lnTo>
                  <a:lnTo>
                    <a:pt x="289473" y="423488"/>
                  </a:lnTo>
                  <a:lnTo>
                    <a:pt x="298897" y="440742"/>
                  </a:lnTo>
                  <a:lnTo>
                    <a:pt x="306294" y="454285"/>
                  </a:lnTo>
                  <a:lnTo>
                    <a:pt x="309562" y="460268"/>
                  </a:lnTo>
                  <a:lnTo>
                    <a:pt x="257397" y="490264"/>
                  </a:lnTo>
                  <a:lnTo>
                    <a:pt x="241436" y="501750"/>
                  </a:lnTo>
                  <a:lnTo>
                    <a:pt x="228268" y="479397"/>
                  </a:lnTo>
                  <a:lnTo>
                    <a:pt x="213969" y="455967"/>
                  </a:lnTo>
                  <a:lnTo>
                    <a:pt x="188476" y="411578"/>
                  </a:lnTo>
                  <a:lnTo>
                    <a:pt x="152665" y="349226"/>
                  </a:lnTo>
                  <a:lnTo>
                    <a:pt x="130363" y="310394"/>
                  </a:lnTo>
                  <a:lnTo>
                    <a:pt x="126934" y="304423"/>
                  </a:lnTo>
                  <a:lnTo>
                    <a:pt x="124571" y="300307"/>
                  </a:lnTo>
                  <a:lnTo>
                    <a:pt x="76891" y="217264"/>
                  </a:lnTo>
                  <a:lnTo>
                    <a:pt x="84144" y="213362"/>
                  </a:lnTo>
                  <a:lnTo>
                    <a:pt x="74013" y="195345"/>
                  </a:lnTo>
                  <a:lnTo>
                    <a:pt x="61220" y="174290"/>
                  </a:lnTo>
                  <a:lnTo>
                    <a:pt x="52391" y="179289"/>
                  </a:lnTo>
                  <a:lnTo>
                    <a:pt x="36743" y="152065"/>
                  </a:lnTo>
                  <a:lnTo>
                    <a:pt x="0" y="88141"/>
                  </a:lnTo>
                  <a:lnTo>
                    <a:pt x="17682" y="76125"/>
                  </a:lnTo>
                  <a:lnTo>
                    <a:pt x="32570" y="67136"/>
                  </a:lnTo>
                  <a:lnTo>
                    <a:pt x="32923" y="66919"/>
                  </a:lnTo>
                  <a:lnTo>
                    <a:pt x="49181" y="56953"/>
                  </a:lnTo>
                  <a:lnTo>
                    <a:pt x="49335" y="56863"/>
                  </a:lnTo>
                  <a:lnTo>
                    <a:pt x="49495" y="56769"/>
                  </a:lnTo>
                  <a:lnTo>
                    <a:pt x="67662" y="46146"/>
                  </a:lnTo>
                  <a:lnTo>
                    <a:pt x="85474" y="35730"/>
                  </a:lnTo>
                  <a:lnTo>
                    <a:pt x="85831" y="35547"/>
                  </a:lnTo>
                  <a:lnTo>
                    <a:pt x="93684" y="31530"/>
                  </a:lnTo>
                  <a:lnTo>
                    <a:pt x="101507" y="28071"/>
                  </a:lnTo>
                  <a:lnTo>
                    <a:pt x="109784" y="25232"/>
                  </a:lnTo>
                  <a:lnTo>
                    <a:pt x="110333" y="25077"/>
                  </a:lnTo>
                  <a:lnTo>
                    <a:pt x="151679" y="13342"/>
                  </a:lnTo>
                  <a:lnTo>
                    <a:pt x="153019" y="12964"/>
                  </a:lnTo>
                  <a:lnTo>
                    <a:pt x="171103" y="7866"/>
                  </a:lnTo>
                  <a:lnTo>
                    <a:pt x="172145" y="7582"/>
                  </a:lnTo>
                  <a:lnTo>
                    <a:pt x="199957" y="0"/>
                  </a:lnTo>
                  <a:lnTo>
                    <a:pt x="205414" y="19133"/>
                  </a:lnTo>
                  <a:lnTo>
                    <a:pt x="223954" y="84132"/>
                  </a:lnTo>
                  <a:lnTo>
                    <a:pt x="225592" y="90016"/>
                  </a:lnTo>
                  <a:lnTo>
                    <a:pt x="231260" y="110375"/>
                  </a:lnTo>
                  <a:close/>
                </a:path>
              </a:pathLst>
            </a:custGeom>
            <a:solidFill>
              <a:srgbClr val="9FB1D1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g67"/>
            <p:cNvSpPr/>
            <p:nvPr/>
          </p:nvSpPr>
          <p:spPr>
            <a:xfrm>
              <a:off x="7546990" y="3817490"/>
              <a:ext cx="2219181" cy="1642260"/>
            </a:xfrm>
            <a:custGeom>
              <a:avLst/>
              <a:pathLst>
                <a:path w="2219181" h="1642260">
                  <a:moveTo>
                    <a:pt x="631814" y="420585"/>
                  </a:moveTo>
                  <a:lnTo>
                    <a:pt x="635285" y="431637"/>
                  </a:lnTo>
                  <a:lnTo>
                    <a:pt x="642300" y="430907"/>
                  </a:lnTo>
                  <a:lnTo>
                    <a:pt x="647480" y="424368"/>
                  </a:lnTo>
                  <a:lnTo>
                    <a:pt x="650088" y="425849"/>
                  </a:lnTo>
                  <a:lnTo>
                    <a:pt x="657378" y="429990"/>
                  </a:lnTo>
                  <a:lnTo>
                    <a:pt x="672726" y="438708"/>
                  </a:lnTo>
                  <a:lnTo>
                    <a:pt x="686738" y="446667"/>
                  </a:lnTo>
                  <a:lnTo>
                    <a:pt x="688918" y="448496"/>
                  </a:lnTo>
                  <a:lnTo>
                    <a:pt x="695922" y="454373"/>
                  </a:lnTo>
                  <a:lnTo>
                    <a:pt x="700176" y="457943"/>
                  </a:lnTo>
                  <a:lnTo>
                    <a:pt x="705956" y="462794"/>
                  </a:lnTo>
                  <a:lnTo>
                    <a:pt x="708640" y="465046"/>
                  </a:lnTo>
                  <a:lnTo>
                    <a:pt x="721750" y="476047"/>
                  </a:lnTo>
                  <a:lnTo>
                    <a:pt x="726165" y="479752"/>
                  </a:lnTo>
                  <a:lnTo>
                    <a:pt x="735571" y="487645"/>
                  </a:lnTo>
                  <a:lnTo>
                    <a:pt x="742464" y="493347"/>
                  </a:lnTo>
                  <a:lnTo>
                    <a:pt x="749811" y="499425"/>
                  </a:lnTo>
                  <a:lnTo>
                    <a:pt x="752467" y="501622"/>
                  </a:lnTo>
                  <a:lnTo>
                    <a:pt x="757425" y="505966"/>
                  </a:lnTo>
                  <a:lnTo>
                    <a:pt x="771082" y="517929"/>
                  </a:lnTo>
                  <a:lnTo>
                    <a:pt x="783262" y="533888"/>
                  </a:lnTo>
                  <a:lnTo>
                    <a:pt x="792505" y="545998"/>
                  </a:lnTo>
                  <a:lnTo>
                    <a:pt x="795133" y="549441"/>
                  </a:lnTo>
                  <a:lnTo>
                    <a:pt x="797662" y="552755"/>
                  </a:lnTo>
                  <a:lnTo>
                    <a:pt x="798762" y="554196"/>
                  </a:lnTo>
                  <a:lnTo>
                    <a:pt x="808489" y="559202"/>
                  </a:lnTo>
                  <a:lnTo>
                    <a:pt x="824763" y="567577"/>
                  </a:lnTo>
                  <a:lnTo>
                    <a:pt x="839423" y="575123"/>
                  </a:lnTo>
                  <a:lnTo>
                    <a:pt x="841053" y="571902"/>
                  </a:lnTo>
                  <a:lnTo>
                    <a:pt x="849499" y="555210"/>
                  </a:lnTo>
                  <a:lnTo>
                    <a:pt x="855629" y="543096"/>
                  </a:lnTo>
                  <a:lnTo>
                    <a:pt x="856581" y="541215"/>
                  </a:lnTo>
                  <a:lnTo>
                    <a:pt x="859926" y="534603"/>
                  </a:lnTo>
                  <a:lnTo>
                    <a:pt x="863507" y="527526"/>
                  </a:lnTo>
                  <a:lnTo>
                    <a:pt x="863959" y="526633"/>
                  </a:lnTo>
                  <a:lnTo>
                    <a:pt x="870498" y="513710"/>
                  </a:lnTo>
                  <a:lnTo>
                    <a:pt x="870642" y="513425"/>
                  </a:lnTo>
                  <a:lnTo>
                    <a:pt x="873775" y="514718"/>
                  </a:lnTo>
                  <a:lnTo>
                    <a:pt x="913929" y="531358"/>
                  </a:lnTo>
                  <a:lnTo>
                    <a:pt x="913312" y="532672"/>
                  </a:lnTo>
                  <a:lnTo>
                    <a:pt x="906917" y="546296"/>
                  </a:lnTo>
                  <a:lnTo>
                    <a:pt x="905115" y="550135"/>
                  </a:lnTo>
                  <a:lnTo>
                    <a:pt x="899774" y="560734"/>
                  </a:lnTo>
                  <a:lnTo>
                    <a:pt x="892239" y="575684"/>
                  </a:lnTo>
                  <a:lnTo>
                    <a:pt x="889178" y="581760"/>
                  </a:lnTo>
                  <a:lnTo>
                    <a:pt x="887004" y="585342"/>
                  </a:lnTo>
                  <a:lnTo>
                    <a:pt x="883262" y="591396"/>
                  </a:lnTo>
                  <a:lnTo>
                    <a:pt x="879505" y="595752"/>
                  </a:lnTo>
                  <a:lnTo>
                    <a:pt x="881492" y="596774"/>
                  </a:lnTo>
                  <a:lnTo>
                    <a:pt x="882582" y="597304"/>
                  </a:lnTo>
                  <a:lnTo>
                    <a:pt x="914758" y="612949"/>
                  </a:lnTo>
                  <a:lnTo>
                    <a:pt x="918648" y="614840"/>
                  </a:lnTo>
                  <a:lnTo>
                    <a:pt x="966808" y="638257"/>
                  </a:lnTo>
                  <a:lnTo>
                    <a:pt x="975305" y="623799"/>
                  </a:lnTo>
                  <a:lnTo>
                    <a:pt x="978916" y="617657"/>
                  </a:lnTo>
                  <a:lnTo>
                    <a:pt x="980037" y="615748"/>
                  </a:lnTo>
                  <a:lnTo>
                    <a:pt x="982673" y="611264"/>
                  </a:lnTo>
                  <a:lnTo>
                    <a:pt x="982891" y="610894"/>
                  </a:lnTo>
                  <a:lnTo>
                    <a:pt x="983250" y="610282"/>
                  </a:lnTo>
                  <a:lnTo>
                    <a:pt x="983697" y="609522"/>
                  </a:lnTo>
                  <a:lnTo>
                    <a:pt x="985173" y="607012"/>
                  </a:lnTo>
                  <a:lnTo>
                    <a:pt x="985287" y="606817"/>
                  </a:lnTo>
                  <a:lnTo>
                    <a:pt x="985507" y="606443"/>
                  </a:lnTo>
                  <a:lnTo>
                    <a:pt x="986049" y="605520"/>
                  </a:lnTo>
                  <a:lnTo>
                    <a:pt x="986251" y="605178"/>
                  </a:lnTo>
                  <a:lnTo>
                    <a:pt x="987509" y="606603"/>
                  </a:lnTo>
                  <a:lnTo>
                    <a:pt x="1003350" y="631508"/>
                  </a:lnTo>
                  <a:lnTo>
                    <a:pt x="1026980" y="670900"/>
                  </a:lnTo>
                  <a:lnTo>
                    <a:pt x="1029884" y="675716"/>
                  </a:lnTo>
                  <a:lnTo>
                    <a:pt x="1033914" y="682182"/>
                  </a:lnTo>
                  <a:lnTo>
                    <a:pt x="1036667" y="686600"/>
                  </a:lnTo>
                  <a:lnTo>
                    <a:pt x="1037153" y="687395"/>
                  </a:lnTo>
                  <a:lnTo>
                    <a:pt x="1042321" y="695856"/>
                  </a:lnTo>
                  <a:lnTo>
                    <a:pt x="1042945" y="696878"/>
                  </a:lnTo>
                  <a:lnTo>
                    <a:pt x="1053184" y="714173"/>
                  </a:lnTo>
                  <a:lnTo>
                    <a:pt x="1062649" y="730380"/>
                  </a:lnTo>
                  <a:lnTo>
                    <a:pt x="1066195" y="736405"/>
                  </a:lnTo>
                  <a:lnTo>
                    <a:pt x="1070613" y="743910"/>
                  </a:lnTo>
                  <a:lnTo>
                    <a:pt x="1075636" y="752112"/>
                  </a:lnTo>
                  <a:lnTo>
                    <a:pt x="1079948" y="759977"/>
                  </a:lnTo>
                  <a:lnTo>
                    <a:pt x="1082122" y="761583"/>
                  </a:lnTo>
                  <a:lnTo>
                    <a:pt x="1100594" y="770724"/>
                  </a:lnTo>
                  <a:lnTo>
                    <a:pt x="1120878" y="781471"/>
                  </a:lnTo>
                  <a:lnTo>
                    <a:pt x="1124908" y="783620"/>
                  </a:lnTo>
                  <a:lnTo>
                    <a:pt x="1130084" y="786380"/>
                  </a:lnTo>
                  <a:lnTo>
                    <a:pt x="1154850" y="799584"/>
                  </a:lnTo>
                  <a:lnTo>
                    <a:pt x="1154372" y="799877"/>
                  </a:lnTo>
                  <a:lnTo>
                    <a:pt x="1153590" y="800358"/>
                  </a:lnTo>
                  <a:lnTo>
                    <a:pt x="1151744" y="801492"/>
                  </a:lnTo>
                  <a:lnTo>
                    <a:pt x="1137717" y="810110"/>
                  </a:lnTo>
                  <a:lnTo>
                    <a:pt x="1137443" y="810278"/>
                  </a:lnTo>
                  <a:lnTo>
                    <a:pt x="1147827" y="827189"/>
                  </a:lnTo>
                  <a:lnTo>
                    <a:pt x="1153583" y="836562"/>
                  </a:lnTo>
                  <a:lnTo>
                    <a:pt x="1154159" y="836801"/>
                  </a:lnTo>
                  <a:lnTo>
                    <a:pt x="1157425" y="838156"/>
                  </a:lnTo>
                  <a:lnTo>
                    <a:pt x="1180778" y="848738"/>
                  </a:lnTo>
                  <a:lnTo>
                    <a:pt x="1201166" y="857976"/>
                  </a:lnTo>
                  <a:lnTo>
                    <a:pt x="1218873" y="866910"/>
                  </a:lnTo>
                  <a:lnTo>
                    <a:pt x="1220686" y="867824"/>
                  </a:lnTo>
                  <a:lnTo>
                    <a:pt x="1234784" y="874937"/>
                  </a:lnTo>
                  <a:lnTo>
                    <a:pt x="1239095" y="877113"/>
                  </a:lnTo>
                  <a:lnTo>
                    <a:pt x="1249391" y="882307"/>
                  </a:lnTo>
                  <a:lnTo>
                    <a:pt x="1255862" y="885572"/>
                  </a:lnTo>
                  <a:lnTo>
                    <a:pt x="1262239" y="888790"/>
                  </a:lnTo>
                  <a:lnTo>
                    <a:pt x="1270480" y="892662"/>
                  </a:lnTo>
                  <a:lnTo>
                    <a:pt x="1274719" y="894655"/>
                  </a:lnTo>
                  <a:lnTo>
                    <a:pt x="1276348" y="895420"/>
                  </a:lnTo>
                  <a:lnTo>
                    <a:pt x="1280936" y="897576"/>
                  </a:lnTo>
                  <a:lnTo>
                    <a:pt x="1288439" y="901102"/>
                  </a:lnTo>
                  <a:lnTo>
                    <a:pt x="1300881" y="906949"/>
                  </a:lnTo>
                  <a:lnTo>
                    <a:pt x="1309491" y="910996"/>
                  </a:lnTo>
                  <a:lnTo>
                    <a:pt x="1314212" y="913214"/>
                  </a:lnTo>
                  <a:lnTo>
                    <a:pt x="1322015" y="916881"/>
                  </a:lnTo>
                  <a:lnTo>
                    <a:pt x="1339615" y="925152"/>
                  </a:lnTo>
                  <a:lnTo>
                    <a:pt x="1348077" y="929458"/>
                  </a:lnTo>
                  <a:lnTo>
                    <a:pt x="1359070" y="934795"/>
                  </a:lnTo>
                  <a:lnTo>
                    <a:pt x="1385500" y="947626"/>
                  </a:lnTo>
                  <a:lnTo>
                    <a:pt x="1417516" y="962448"/>
                  </a:lnTo>
                  <a:lnTo>
                    <a:pt x="1446484" y="975860"/>
                  </a:lnTo>
                  <a:lnTo>
                    <a:pt x="1453909" y="979689"/>
                  </a:lnTo>
                  <a:lnTo>
                    <a:pt x="1474802" y="990821"/>
                  </a:lnTo>
                  <a:lnTo>
                    <a:pt x="1475130" y="990092"/>
                  </a:lnTo>
                  <a:lnTo>
                    <a:pt x="1475313" y="990171"/>
                  </a:lnTo>
                  <a:lnTo>
                    <a:pt x="1483741" y="993815"/>
                  </a:lnTo>
                  <a:lnTo>
                    <a:pt x="1490151" y="1002741"/>
                  </a:lnTo>
                  <a:lnTo>
                    <a:pt x="1499613" y="1016961"/>
                  </a:lnTo>
                  <a:lnTo>
                    <a:pt x="1505817" y="1026286"/>
                  </a:lnTo>
                  <a:lnTo>
                    <a:pt x="1505699" y="1027780"/>
                  </a:lnTo>
                  <a:lnTo>
                    <a:pt x="1505604" y="1028986"/>
                  </a:lnTo>
                  <a:lnTo>
                    <a:pt x="1507144" y="1031109"/>
                  </a:lnTo>
                  <a:lnTo>
                    <a:pt x="1509809" y="1034785"/>
                  </a:lnTo>
                  <a:lnTo>
                    <a:pt x="1510172" y="1035286"/>
                  </a:lnTo>
                  <a:lnTo>
                    <a:pt x="1511273" y="1036804"/>
                  </a:lnTo>
                  <a:lnTo>
                    <a:pt x="1511909" y="1037682"/>
                  </a:lnTo>
                  <a:lnTo>
                    <a:pt x="1513457" y="1039815"/>
                  </a:lnTo>
                  <a:lnTo>
                    <a:pt x="1520351" y="1049323"/>
                  </a:lnTo>
                  <a:lnTo>
                    <a:pt x="1521724" y="1051218"/>
                  </a:lnTo>
                  <a:lnTo>
                    <a:pt x="1524293" y="1054643"/>
                  </a:lnTo>
                  <a:lnTo>
                    <a:pt x="1532719" y="1065876"/>
                  </a:lnTo>
                  <a:lnTo>
                    <a:pt x="1534173" y="1067815"/>
                  </a:lnTo>
                  <a:lnTo>
                    <a:pt x="1535056" y="1068992"/>
                  </a:lnTo>
                  <a:lnTo>
                    <a:pt x="1541867" y="1075568"/>
                  </a:lnTo>
                  <a:lnTo>
                    <a:pt x="1541535" y="1075766"/>
                  </a:lnTo>
                  <a:lnTo>
                    <a:pt x="1540535" y="1076376"/>
                  </a:lnTo>
                  <a:lnTo>
                    <a:pt x="1538513" y="1077607"/>
                  </a:lnTo>
                  <a:lnTo>
                    <a:pt x="1538403" y="1079998"/>
                  </a:lnTo>
                  <a:lnTo>
                    <a:pt x="1537982" y="1089114"/>
                  </a:lnTo>
                  <a:lnTo>
                    <a:pt x="1537872" y="1091499"/>
                  </a:lnTo>
                  <a:lnTo>
                    <a:pt x="1608729" y="1147538"/>
                  </a:lnTo>
                  <a:lnTo>
                    <a:pt x="1620454" y="1156811"/>
                  </a:lnTo>
                  <a:lnTo>
                    <a:pt x="1621078" y="1157305"/>
                  </a:lnTo>
                  <a:lnTo>
                    <a:pt x="1656597" y="1185396"/>
                  </a:lnTo>
                  <a:lnTo>
                    <a:pt x="1664450" y="1189379"/>
                  </a:lnTo>
                  <a:lnTo>
                    <a:pt x="1686396" y="1200510"/>
                  </a:lnTo>
                  <a:lnTo>
                    <a:pt x="1693124" y="1203923"/>
                  </a:lnTo>
                  <a:lnTo>
                    <a:pt x="1726367" y="1220784"/>
                  </a:lnTo>
                  <a:lnTo>
                    <a:pt x="1728179" y="1221741"/>
                  </a:lnTo>
                  <a:lnTo>
                    <a:pt x="1773216" y="1245530"/>
                  </a:lnTo>
                  <a:lnTo>
                    <a:pt x="1781790" y="1250058"/>
                  </a:lnTo>
                  <a:lnTo>
                    <a:pt x="1792696" y="1237325"/>
                  </a:lnTo>
                  <a:lnTo>
                    <a:pt x="1794858" y="1233347"/>
                  </a:lnTo>
                  <a:lnTo>
                    <a:pt x="1795886" y="1232352"/>
                  </a:lnTo>
                  <a:lnTo>
                    <a:pt x="1801318" y="1227099"/>
                  </a:lnTo>
                  <a:lnTo>
                    <a:pt x="1806097" y="1230052"/>
                  </a:lnTo>
                  <a:lnTo>
                    <a:pt x="1861059" y="1264015"/>
                  </a:lnTo>
                  <a:lnTo>
                    <a:pt x="1863272" y="1264919"/>
                  </a:lnTo>
                  <a:lnTo>
                    <a:pt x="1871118" y="1251471"/>
                  </a:lnTo>
                  <a:lnTo>
                    <a:pt x="1885823" y="1260420"/>
                  </a:lnTo>
                  <a:lnTo>
                    <a:pt x="1902282" y="1270916"/>
                  </a:lnTo>
                  <a:lnTo>
                    <a:pt x="1908821" y="1275492"/>
                  </a:lnTo>
                  <a:lnTo>
                    <a:pt x="1909215" y="1275768"/>
                  </a:lnTo>
                  <a:lnTo>
                    <a:pt x="1923274" y="1285607"/>
                  </a:lnTo>
                  <a:lnTo>
                    <a:pt x="1926387" y="1287785"/>
                  </a:lnTo>
                  <a:lnTo>
                    <a:pt x="1940241" y="1297481"/>
                  </a:lnTo>
                  <a:lnTo>
                    <a:pt x="1947279" y="1302406"/>
                  </a:lnTo>
                  <a:lnTo>
                    <a:pt x="1960608" y="1283301"/>
                  </a:lnTo>
                  <a:lnTo>
                    <a:pt x="1980441" y="1297481"/>
                  </a:lnTo>
                  <a:lnTo>
                    <a:pt x="2000272" y="1309966"/>
                  </a:lnTo>
                  <a:lnTo>
                    <a:pt x="2037745" y="1335193"/>
                  </a:lnTo>
                  <a:lnTo>
                    <a:pt x="2056274" y="1347668"/>
                  </a:lnTo>
                  <a:lnTo>
                    <a:pt x="2069343" y="1356467"/>
                  </a:lnTo>
                  <a:lnTo>
                    <a:pt x="2076357" y="1360696"/>
                  </a:lnTo>
                  <a:lnTo>
                    <a:pt x="2111750" y="1382039"/>
                  </a:lnTo>
                  <a:lnTo>
                    <a:pt x="2151004" y="1407102"/>
                  </a:lnTo>
                  <a:lnTo>
                    <a:pt x="2154104" y="1410422"/>
                  </a:lnTo>
                  <a:lnTo>
                    <a:pt x="2160484" y="1417254"/>
                  </a:lnTo>
                  <a:lnTo>
                    <a:pt x="2161695" y="1418441"/>
                  </a:lnTo>
                  <a:lnTo>
                    <a:pt x="2163736" y="1420417"/>
                  </a:lnTo>
                  <a:lnTo>
                    <a:pt x="2167721" y="1424274"/>
                  </a:lnTo>
                  <a:lnTo>
                    <a:pt x="2201280" y="1455610"/>
                  </a:lnTo>
                  <a:lnTo>
                    <a:pt x="2208533" y="1462383"/>
                  </a:lnTo>
                  <a:lnTo>
                    <a:pt x="2211164" y="1464232"/>
                  </a:lnTo>
                  <a:lnTo>
                    <a:pt x="2219181" y="1471081"/>
                  </a:lnTo>
                  <a:lnTo>
                    <a:pt x="2218030" y="1472648"/>
                  </a:lnTo>
                  <a:lnTo>
                    <a:pt x="2159176" y="1552817"/>
                  </a:lnTo>
                  <a:lnTo>
                    <a:pt x="2155735" y="1557656"/>
                  </a:lnTo>
                  <a:lnTo>
                    <a:pt x="2108930" y="1623482"/>
                  </a:lnTo>
                  <a:lnTo>
                    <a:pt x="2106436" y="1626942"/>
                  </a:lnTo>
                  <a:lnTo>
                    <a:pt x="2103942" y="1630403"/>
                  </a:lnTo>
                  <a:lnTo>
                    <a:pt x="2103271" y="1631335"/>
                  </a:lnTo>
                  <a:lnTo>
                    <a:pt x="2101861" y="1633271"/>
                  </a:lnTo>
                  <a:lnTo>
                    <a:pt x="2097439" y="1639346"/>
                  </a:lnTo>
                  <a:lnTo>
                    <a:pt x="2095318" y="1642260"/>
                  </a:lnTo>
                  <a:lnTo>
                    <a:pt x="2089916" y="1638294"/>
                  </a:lnTo>
                  <a:lnTo>
                    <a:pt x="2082099" y="1632555"/>
                  </a:lnTo>
                  <a:lnTo>
                    <a:pt x="2072210" y="1625295"/>
                  </a:lnTo>
                  <a:lnTo>
                    <a:pt x="2058380" y="1614946"/>
                  </a:lnTo>
                  <a:lnTo>
                    <a:pt x="2056172" y="1613294"/>
                  </a:lnTo>
                  <a:lnTo>
                    <a:pt x="2055183" y="1612554"/>
                  </a:lnTo>
                  <a:lnTo>
                    <a:pt x="2051987" y="1610162"/>
                  </a:lnTo>
                  <a:lnTo>
                    <a:pt x="2017661" y="1588114"/>
                  </a:lnTo>
                  <a:lnTo>
                    <a:pt x="2008853" y="1582457"/>
                  </a:lnTo>
                  <a:lnTo>
                    <a:pt x="2004145" y="1579433"/>
                  </a:lnTo>
                  <a:lnTo>
                    <a:pt x="1985155" y="1568893"/>
                  </a:lnTo>
                  <a:lnTo>
                    <a:pt x="1976185" y="1563915"/>
                  </a:lnTo>
                  <a:lnTo>
                    <a:pt x="1974733" y="1563109"/>
                  </a:lnTo>
                  <a:lnTo>
                    <a:pt x="1963246" y="1556733"/>
                  </a:lnTo>
                  <a:lnTo>
                    <a:pt x="1954905" y="1552418"/>
                  </a:lnTo>
                  <a:lnTo>
                    <a:pt x="1940853" y="1545149"/>
                  </a:lnTo>
                  <a:lnTo>
                    <a:pt x="1939367" y="1544380"/>
                  </a:lnTo>
                  <a:lnTo>
                    <a:pt x="1936382" y="1542836"/>
                  </a:lnTo>
                  <a:lnTo>
                    <a:pt x="1905749" y="1526555"/>
                  </a:lnTo>
                  <a:lnTo>
                    <a:pt x="1893672" y="1520136"/>
                  </a:lnTo>
                  <a:lnTo>
                    <a:pt x="1887166" y="1516797"/>
                  </a:lnTo>
                  <a:lnTo>
                    <a:pt x="1861535" y="1503641"/>
                  </a:lnTo>
                  <a:lnTo>
                    <a:pt x="1848547" y="1496974"/>
                  </a:lnTo>
                  <a:lnTo>
                    <a:pt x="1832038" y="1488708"/>
                  </a:lnTo>
                  <a:lnTo>
                    <a:pt x="1820174" y="1482767"/>
                  </a:lnTo>
                  <a:lnTo>
                    <a:pt x="1817774" y="1481515"/>
                  </a:lnTo>
                  <a:lnTo>
                    <a:pt x="1806498" y="1475630"/>
                  </a:lnTo>
                  <a:lnTo>
                    <a:pt x="1782383" y="1463045"/>
                  </a:lnTo>
                  <a:lnTo>
                    <a:pt x="1775199" y="1459296"/>
                  </a:lnTo>
                  <a:lnTo>
                    <a:pt x="1677404" y="1406728"/>
                  </a:lnTo>
                  <a:lnTo>
                    <a:pt x="1650087" y="1392279"/>
                  </a:lnTo>
                  <a:lnTo>
                    <a:pt x="1613564" y="1373131"/>
                  </a:lnTo>
                  <a:lnTo>
                    <a:pt x="1594391" y="1362135"/>
                  </a:lnTo>
                  <a:lnTo>
                    <a:pt x="1589870" y="1359542"/>
                  </a:lnTo>
                  <a:lnTo>
                    <a:pt x="1574337" y="1351408"/>
                  </a:lnTo>
                  <a:lnTo>
                    <a:pt x="1574137" y="1351304"/>
                  </a:lnTo>
                  <a:lnTo>
                    <a:pt x="1554215" y="1340871"/>
                  </a:lnTo>
                  <a:lnTo>
                    <a:pt x="1551536" y="1339468"/>
                  </a:lnTo>
                  <a:lnTo>
                    <a:pt x="1535377" y="1331003"/>
                  </a:lnTo>
                  <a:lnTo>
                    <a:pt x="1519602" y="1322739"/>
                  </a:lnTo>
                  <a:lnTo>
                    <a:pt x="1513806" y="1319703"/>
                  </a:lnTo>
                  <a:lnTo>
                    <a:pt x="1476831" y="1300092"/>
                  </a:lnTo>
                  <a:lnTo>
                    <a:pt x="1462093" y="1292479"/>
                  </a:lnTo>
                  <a:lnTo>
                    <a:pt x="1445741" y="1284032"/>
                  </a:lnTo>
                  <a:lnTo>
                    <a:pt x="1433842" y="1277759"/>
                  </a:lnTo>
                  <a:lnTo>
                    <a:pt x="1416386" y="1268555"/>
                  </a:lnTo>
                  <a:lnTo>
                    <a:pt x="1411180" y="1265811"/>
                  </a:lnTo>
                  <a:lnTo>
                    <a:pt x="1378884" y="1248362"/>
                  </a:lnTo>
                  <a:lnTo>
                    <a:pt x="1359858" y="1238178"/>
                  </a:lnTo>
                  <a:lnTo>
                    <a:pt x="1336475" y="1225662"/>
                  </a:lnTo>
                  <a:lnTo>
                    <a:pt x="1326348" y="1219605"/>
                  </a:lnTo>
                  <a:lnTo>
                    <a:pt x="1319467" y="1215489"/>
                  </a:lnTo>
                  <a:lnTo>
                    <a:pt x="1297236" y="1202191"/>
                  </a:lnTo>
                  <a:lnTo>
                    <a:pt x="1260110" y="1182117"/>
                  </a:lnTo>
                  <a:lnTo>
                    <a:pt x="1257142" y="1180569"/>
                  </a:lnTo>
                  <a:lnTo>
                    <a:pt x="1229322" y="1166057"/>
                  </a:lnTo>
                  <a:lnTo>
                    <a:pt x="1211513" y="1156638"/>
                  </a:lnTo>
                  <a:lnTo>
                    <a:pt x="1189070" y="1145096"/>
                  </a:lnTo>
                  <a:lnTo>
                    <a:pt x="1182990" y="1141968"/>
                  </a:lnTo>
                  <a:lnTo>
                    <a:pt x="1179787" y="1140266"/>
                  </a:lnTo>
                  <a:lnTo>
                    <a:pt x="1152202" y="1125600"/>
                  </a:lnTo>
                  <a:lnTo>
                    <a:pt x="1123376" y="1110158"/>
                  </a:lnTo>
                  <a:lnTo>
                    <a:pt x="1093494" y="1094099"/>
                  </a:lnTo>
                  <a:lnTo>
                    <a:pt x="1065293" y="1078985"/>
                  </a:lnTo>
                  <a:lnTo>
                    <a:pt x="1064675" y="1078653"/>
                  </a:lnTo>
                  <a:lnTo>
                    <a:pt x="1058631" y="1075414"/>
                  </a:lnTo>
                  <a:lnTo>
                    <a:pt x="1054730" y="1073351"/>
                  </a:lnTo>
                  <a:lnTo>
                    <a:pt x="1054429" y="1073192"/>
                  </a:lnTo>
                  <a:lnTo>
                    <a:pt x="1050045" y="1070873"/>
                  </a:lnTo>
                  <a:lnTo>
                    <a:pt x="1045661" y="1068555"/>
                  </a:lnTo>
                  <a:lnTo>
                    <a:pt x="1036591" y="1063759"/>
                  </a:lnTo>
                  <a:lnTo>
                    <a:pt x="1031768" y="1061208"/>
                  </a:lnTo>
                  <a:lnTo>
                    <a:pt x="1031387" y="1061008"/>
                  </a:lnTo>
                  <a:lnTo>
                    <a:pt x="1008769" y="1049133"/>
                  </a:lnTo>
                  <a:lnTo>
                    <a:pt x="988938" y="1038722"/>
                  </a:lnTo>
                  <a:lnTo>
                    <a:pt x="980002" y="1034031"/>
                  </a:lnTo>
                  <a:lnTo>
                    <a:pt x="976365" y="1031997"/>
                  </a:lnTo>
                  <a:lnTo>
                    <a:pt x="970191" y="1028545"/>
                  </a:lnTo>
                  <a:lnTo>
                    <a:pt x="957938" y="1021695"/>
                  </a:lnTo>
                  <a:lnTo>
                    <a:pt x="937745" y="1010405"/>
                  </a:lnTo>
                  <a:lnTo>
                    <a:pt x="920883" y="1001753"/>
                  </a:lnTo>
                  <a:lnTo>
                    <a:pt x="903513" y="992841"/>
                  </a:lnTo>
                  <a:lnTo>
                    <a:pt x="894337" y="988133"/>
                  </a:lnTo>
                  <a:lnTo>
                    <a:pt x="885979" y="983845"/>
                  </a:lnTo>
                  <a:lnTo>
                    <a:pt x="857993" y="969712"/>
                  </a:lnTo>
                  <a:lnTo>
                    <a:pt x="850815" y="966087"/>
                  </a:lnTo>
                  <a:lnTo>
                    <a:pt x="810876" y="943729"/>
                  </a:lnTo>
                  <a:lnTo>
                    <a:pt x="804465" y="940141"/>
                  </a:lnTo>
                  <a:lnTo>
                    <a:pt x="801162" y="938292"/>
                  </a:lnTo>
                  <a:lnTo>
                    <a:pt x="770885" y="922528"/>
                  </a:lnTo>
                  <a:lnTo>
                    <a:pt x="767054" y="920534"/>
                  </a:lnTo>
                  <a:lnTo>
                    <a:pt x="757933" y="915701"/>
                  </a:lnTo>
                  <a:lnTo>
                    <a:pt x="750044" y="911521"/>
                  </a:lnTo>
                  <a:lnTo>
                    <a:pt x="733248" y="902621"/>
                  </a:lnTo>
                  <a:lnTo>
                    <a:pt x="698235" y="884709"/>
                  </a:lnTo>
                  <a:lnTo>
                    <a:pt x="689087" y="879918"/>
                  </a:lnTo>
                  <a:lnTo>
                    <a:pt x="666391" y="868032"/>
                  </a:lnTo>
                  <a:lnTo>
                    <a:pt x="639678" y="853671"/>
                  </a:lnTo>
                  <a:lnTo>
                    <a:pt x="623983" y="845068"/>
                  </a:lnTo>
                  <a:lnTo>
                    <a:pt x="621566" y="843744"/>
                  </a:lnTo>
                  <a:lnTo>
                    <a:pt x="601646" y="832825"/>
                  </a:lnTo>
                  <a:lnTo>
                    <a:pt x="589367" y="826181"/>
                  </a:lnTo>
                  <a:lnTo>
                    <a:pt x="554559" y="807346"/>
                  </a:lnTo>
                  <a:lnTo>
                    <a:pt x="505510" y="782330"/>
                  </a:lnTo>
                  <a:lnTo>
                    <a:pt x="495000" y="776356"/>
                  </a:lnTo>
                  <a:lnTo>
                    <a:pt x="478556" y="767009"/>
                  </a:lnTo>
                  <a:lnTo>
                    <a:pt x="472904" y="763796"/>
                  </a:lnTo>
                  <a:lnTo>
                    <a:pt x="470195" y="762256"/>
                  </a:lnTo>
                  <a:lnTo>
                    <a:pt x="454801" y="752884"/>
                  </a:lnTo>
                  <a:lnTo>
                    <a:pt x="451933" y="751138"/>
                  </a:lnTo>
                  <a:lnTo>
                    <a:pt x="446308" y="747397"/>
                  </a:lnTo>
                  <a:lnTo>
                    <a:pt x="430804" y="737086"/>
                  </a:lnTo>
                  <a:lnTo>
                    <a:pt x="410279" y="721027"/>
                  </a:lnTo>
                  <a:lnTo>
                    <a:pt x="388698" y="703423"/>
                  </a:lnTo>
                  <a:lnTo>
                    <a:pt x="380909" y="695491"/>
                  </a:lnTo>
                  <a:lnTo>
                    <a:pt x="359821" y="674018"/>
                  </a:lnTo>
                  <a:lnTo>
                    <a:pt x="334163" y="647891"/>
                  </a:lnTo>
                  <a:lnTo>
                    <a:pt x="325613" y="639185"/>
                  </a:lnTo>
                  <a:lnTo>
                    <a:pt x="313918" y="625723"/>
                  </a:lnTo>
                  <a:lnTo>
                    <a:pt x="309893" y="621090"/>
                  </a:lnTo>
                  <a:lnTo>
                    <a:pt x="303881" y="614170"/>
                  </a:lnTo>
                  <a:lnTo>
                    <a:pt x="299463" y="609269"/>
                  </a:lnTo>
                  <a:lnTo>
                    <a:pt x="280773" y="588537"/>
                  </a:lnTo>
                  <a:lnTo>
                    <a:pt x="271584" y="578345"/>
                  </a:lnTo>
                  <a:lnTo>
                    <a:pt x="251431" y="555796"/>
                  </a:lnTo>
                  <a:lnTo>
                    <a:pt x="233697" y="535954"/>
                  </a:lnTo>
                  <a:lnTo>
                    <a:pt x="229628" y="531402"/>
                  </a:lnTo>
                  <a:lnTo>
                    <a:pt x="198086" y="500827"/>
                  </a:lnTo>
                  <a:lnTo>
                    <a:pt x="192437" y="496042"/>
                  </a:lnTo>
                  <a:lnTo>
                    <a:pt x="189840" y="493843"/>
                  </a:lnTo>
                  <a:lnTo>
                    <a:pt x="186195" y="490755"/>
                  </a:lnTo>
                  <a:lnTo>
                    <a:pt x="180952" y="486314"/>
                  </a:lnTo>
                  <a:lnTo>
                    <a:pt x="179674" y="485231"/>
                  </a:lnTo>
                  <a:lnTo>
                    <a:pt x="175552" y="481083"/>
                  </a:lnTo>
                  <a:lnTo>
                    <a:pt x="175228" y="480757"/>
                  </a:lnTo>
                  <a:lnTo>
                    <a:pt x="151904" y="457282"/>
                  </a:lnTo>
                  <a:lnTo>
                    <a:pt x="125945" y="434532"/>
                  </a:lnTo>
                  <a:lnTo>
                    <a:pt x="118249" y="427788"/>
                  </a:lnTo>
                  <a:lnTo>
                    <a:pt x="113113" y="423037"/>
                  </a:lnTo>
                  <a:lnTo>
                    <a:pt x="103909" y="414526"/>
                  </a:lnTo>
                  <a:lnTo>
                    <a:pt x="94706" y="406015"/>
                  </a:lnTo>
                  <a:lnTo>
                    <a:pt x="88045" y="399043"/>
                  </a:lnTo>
                  <a:lnTo>
                    <a:pt x="77368" y="387867"/>
                  </a:lnTo>
                  <a:lnTo>
                    <a:pt x="71199" y="381410"/>
                  </a:lnTo>
                  <a:lnTo>
                    <a:pt x="61956" y="371734"/>
                  </a:lnTo>
                  <a:lnTo>
                    <a:pt x="37507" y="346410"/>
                  </a:lnTo>
                  <a:lnTo>
                    <a:pt x="13813" y="320931"/>
                  </a:lnTo>
                  <a:lnTo>
                    <a:pt x="951" y="308274"/>
                  </a:lnTo>
                  <a:lnTo>
                    <a:pt x="0" y="307338"/>
                  </a:lnTo>
                  <a:lnTo>
                    <a:pt x="3299" y="304078"/>
                  </a:lnTo>
                  <a:lnTo>
                    <a:pt x="5218" y="302181"/>
                  </a:lnTo>
                  <a:lnTo>
                    <a:pt x="67311" y="240805"/>
                  </a:lnTo>
                  <a:lnTo>
                    <a:pt x="78284" y="229959"/>
                  </a:lnTo>
                  <a:lnTo>
                    <a:pt x="80165" y="228100"/>
                  </a:lnTo>
                  <a:lnTo>
                    <a:pt x="120058" y="188667"/>
                  </a:lnTo>
                  <a:lnTo>
                    <a:pt x="120354" y="188375"/>
                  </a:lnTo>
                  <a:lnTo>
                    <a:pt x="120533" y="188198"/>
                  </a:lnTo>
                  <a:lnTo>
                    <a:pt x="154354" y="154768"/>
                  </a:lnTo>
                  <a:lnTo>
                    <a:pt x="155936" y="153203"/>
                  </a:lnTo>
                  <a:lnTo>
                    <a:pt x="191563" y="117988"/>
                  </a:lnTo>
                  <a:lnTo>
                    <a:pt x="192448" y="117113"/>
                  </a:lnTo>
                  <a:lnTo>
                    <a:pt x="228395" y="81582"/>
                  </a:lnTo>
                  <a:lnTo>
                    <a:pt x="230251" y="79747"/>
                  </a:lnTo>
                  <a:lnTo>
                    <a:pt x="276194" y="37232"/>
                  </a:lnTo>
                  <a:lnTo>
                    <a:pt x="300945" y="14328"/>
                  </a:lnTo>
                  <a:lnTo>
                    <a:pt x="302140" y="13221"/>
                  </a:lnTo>
                  <a:lnTo>
                    <a:pt x="316428" y="0"/>
                  </a:lnTo>
                  <a:lnTo>
                    <a:pt x="450754" y="77726"/>
                  </a:lnTo>
                  <a:lnTo>
                    <a:pt x="452359" y="78655"/>
                  </a:lnTo>
                  <a:lnTo>
                    <a:pt x="526864" y="118134"/>
                  </a:lnTo>
                  <a:lnTo>
                    <a:pt x="527281" y="118425"/>
                  </a:lnTo>
                  <a:lnTo>
                    <a:pt x="536276" y="124701"/>
                  </a:lnTo>
                  <a:lnTo>
                    <a:pt x="537967" y="126001"/>
                  </a:lnTo>
                  <a:lnTo>
                    <a:pt x="540650" y="128064"/>
                  </a:lnTo>
                  <a:lnTo>
                    <a:pt x="544300" y="130136"/>
                  </a:lnTo>
                  <a:lnTo>
                    <a:pt x="558258" y="138059"/>
                  </a:lnTo>
                  <a:lnTo>
                    <a:pt x="558388" y="138895"/>
                  </a:lnTo>
                  <a:lnTo>
                    <a:pt x="558986" y="142725"/>
                  </a:lnTo>
                  <a:lnTo>
                    <a:pt x="565633" y="180891"/>
                  </a:lnTo>
                  <a:lnTo>
                    <a:pt x="572632" y="218959"/>
                  </a:lnTo>
                  <a:lnTo>
                    <a:pt x="576385" y="239377"/>
                  </a:lnTo>
                  <a:lnTo>
                    <a:pt x="576487" y="239769"/>
                  </a:lnTo>
                  <a:lnTo>
                    <a:pt x="578473" y="247398"/>
                  </a:lnTo>
                  <a:lnTo>
                    <a:pt x="583697" y="267465"/>
                  </a:lnTo>
                  <a:lnTo>
                    <a:pt x="584262" y="269634"/>
                  </a:lnTo>
                  <a:lnTo>
                    <a:pt x="586219" y="275403"/>
                  </a:lnTo>
                  <a:lnTo>
                    <a:pt x="586380" y="275916"/>
                  </a:lnTo>
                  <a:lnTo>
                    <a:pt x="598263" y="313754"/>
                  </a:lnTo>
                  <a:lnTo>
                    <a:pt x="598714" y="315188"/>
                  </a:lnTo>
                  <a:lnTo>
                    <a:pt x="622868" y="392098"/>
                  </a:lnTo>
                  <a:lnTo>
                    <a:pt x="626179" y="402641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g68"/>
            <p:cNvSpPr/>
            <p:nvPr/>
          </p:nvSpPr>
          <p:spPr>
            <a:xfrm>
              <a:off x="10092706" y="4989599"/>
              <a:ext cx="541432" cy="378067"/>
            </a:xfrm>
            <a:custGeom>
              <a:avLst/>
              <a:pathLst>
                <a:path w="541432" h="378067">
                  <a:moveTo>
                    <a:pt x="517837" y="93108"/>
                  </a:moveTo>
                  <a:lnTo>
                    <a:pt x="503318" y="101710"/>
                  </a:lnTo>
                  <a:lnTo>
                    <a:pt x="486353" y="111762"/>
                  </a:lnTo>
                  <a:lnTo>
                    <a:pt x="468272" y="122475"/>
                  </a:lnTo>
                  <a:lnTo>
                    <a:pt x="398512" y="163808"/>
                  </a:lnTo>
                  <a:lnTo>
                    <a:pt x="380321" y="174508"/>
                  </a:lnTo>
                  <a:lnTo>
                    <a:pt x="354220" y="189862"/>
                  </a:lnTo>
                  <a:lnTo>
                    <a:pt x="345110" y="195220"/>
                  </a:lnTo>
                  <a:lnTo>
                    <a:pt x="331713" y="203100"/>
                  </a:lnTo>
                  <a:lnTo>
                    <a:pt x="325733" y="206618"/>
                  </a:lnTo>
                  <a:lnTo>
                    <a:pt x="308171" y="216949"/>
                  </a:lnTo>
                  <a:lnTo>
                    <a:pt x="306548" y="217903"/>
                  </a:lnTo>
                  <a:lnTo>
                    <a:pt x="288752" y="228372"/>
                  </a:lnTo>
                  <a:lnTo>
                    <a:pt x="270222" y="239271"/>
                  </a:lnTo>
                  <a:lnTo>
                    <a:pt x="251116" y="250510"/>
                  </a:lnTo>
                  <a:lnTo>
                    <a:pt x="231496" y="262006"/>
                  </a:lnTo>
                  <a:lnTo>
                    <a:pt x="203070" y="278663"/>
                  </a:lnTo>
                  <a:lnTo>
                    <a:pt x="200754" y="280020"/>
                  </a:lnTo>
                  <a:lnTo>
                    <a:pt x="173632" y="295913"/>
                  </a:lnTo>
                  <a:lnTo>
                    <a:pt x="155800" y="306361"/>
                  </a:lnTo>
                  <a:lnTo>
                    <a:pt x="143132" y="313784"/>
                  </a:lnTo>
                  <a:lnTo>
                    <a:pt x="139090" y="316153"/>
                  </a:lnTo>
                  <a:lnTo>
                    <a:pt x="125422" y="324161"/>
                  </a:lnTo>
                  <a:lnTo>
                    <a:pt x="122205" y="326046"/>
                  </a:lnTo>
                  <a:lnTo>
                    <a:pt x="105086" y="336077"/>
                  </a:lnTo>
                  <a:lnTo>
                    <a:pt x="86561" y="346932"/>
                  </a:lnTo>
                  <a:lnTo>
                    <a:pt x="67025" y="358380"/>
                  </a:lnTo>
                  <a:lnTo>
                    <a:pt x="65743" y="359131"/>
                  </a:lnTo>
                  <a:lnTo>
                    <a:pt x="46430" y="370448"/>
                  </a:lnTo>
                  <a:lnTo>
                    <a:pt x="43665" y="372068"/>
                  </a:lnTo>
                  <a:lnTo>
                    <a:pt x="43519" y="372152"/>
                  </a:lnTo>
                  <a:lnTo>
                    <a:pt x="33297" y="378067"/>
                  </a:lnTo>
                  <a:lnTo>
                    <a:pt x="804" y="323183"/>
                  </a:lnTo>
                  <a:lnTo>
                    <a:pt x="0" y="321823"/>
                  </a:lnTo>
                  <a:lnTo>
                    <a:pt x="16948" y="312130"/>
                  </a:lnTo>
                  <a:lnTo>
                    <a:pt x="33172" y="302642"/>
                  </a:lnTo>
                  <a:lnTo>
                    <a:pt x="49929" y="292843"/>
                  </a:lnTo>
                  <a:lnTo>
                    <a:pt x="66951" y="282889"/>
                  </a:lnTo>
                  <a:lnTo>
                    <a:pt x="84362" y="272708"/>
                  </a:lnTo>
                  <a:lnTo>
                    <a:pt x="84826" y="272436"/>
                  </a:lnTo>
                  <a:lnTo>
                    <a:pt x="84587" y="272024"/>
                  </a:lnTo>
                  <a:lnTo>
                    <a:pt x="72547" y="251283"/>
                  </a:lnTo>
                  <a:lnTo>
                    <a:pt x="86180" y="238585"/>
                  </a:lnTo>
                  <a:lnTo>
                    <a:pt x="114846" y="213216"/>
                  </a:lnTo>
                  <a:lnTo>
                    <a:pt x="117473" y="210891"/>
                  </a:lnTo>
                  <a:lnTo>
                    <a:pt x="130767" y="199126"/>
                  </a:lnTo>
                  <a:lnTo>
                    <a:pt x="145999" y="185645"/>
                  </a:lnTo>
                  <a:lnTo>
                    <a:pt x="161589" y="171849"/>
                  </a:lnTo>
                  <a:lnTo>
                    <a:pt x="175879" y="159202"/>
                  </a:lnTo>
                  <a:lnTo>
                    <a:pt x="192279" y="144689"/>
                  </a:lnTo>
                  <a:lnTo>
                    <a:pt x="208952" y="130530"/>
                  </a:lnTo>
                  <a:lnTo>
                    <a:pt x="238583" y="105369"/>
                  </a:lnTo>
                  <a:lnTo>
                    <a:pt x="260429" y="87565"/>
                  </a:lnTo>
                  <a:lnTo>
                    <a:pt x="262202" y="89598"/>
                  </a:lnTo>
                  <a:lnTo>
                    <a:pt x="279713" y="75723"/>
                  </a:lnTo>
                  <a:lnTo>
                    <a:pt x="285688" y="70986"/>
                  </a:lnTo>
                  <a:lnTo>
                    <a:pt x="298298" y="60988"/>
                  </a:lnTo>
                  <a:lnTo>
                    <a:pt x="302210" y="57887"/>
                  </a:lnTo>
                  <a:lnTo>
                    <a:pt x="317710" y="45597"/>
                  </a:lnTo>
                  <a:lnTo>
                    <a:pt x="318350" y="46695"/>
                  </a:lnTo>
                  <a:lnTo>
                    <a:pt x="344937" y="92327"/>
                  </a:lnTo>
                  <a:lnTo>
                    <a:pt x="352931" y="87554"/>
                  </a:lnTo>
                  <a:lnTo>
                    <a:pt x="362195" y="82021"/>
                  </a:lnTo>
                  <a:lnTo>
                    <a:pt x="371685" y="98829"/>
                  </a:lnTo>
                  <a:lnTo>
                    <a:pt x="433162" y="62036"/>
                  </a:lnTo>
                  <a:lnTo>
                    <a:pt x="432708" y="61253"/>
                  </a:lnTo>
                  <a:lnTo>
                    <a:pt x="450370" y="51168"/>
                  </a:lnTo>
                  <a:lnTo>
                    <a:pt x="438974" y="32519"/>
                  </a:lnTo>
                  <a:lnTo>
                    <a:pt x="456478" y="22428"/>
                  </a:lnTo>
                  <a:lnTo>
                    <a:pt x="474490" y="11928"/>
                  </a:lnTo>
                  <a:lnTo>
                    <a:pt x="494951" y="0"/>
                  </a:lnTo>
                  <a:lnTo>
                    <a:pt x="541432" y="79128"/>
                  </a:lnTo>
                  <a:lnTo>
                    <a:pt x="521574" y="90894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g69"/>
            <p:cNvSpPr/>
            <p:nvPr/>
          </p:nvSpPr>
          <p:spPr>
            <a:xfrm>
              <a:off x="9904287" y="4681979"/>
              <a:ext cx="547736" cy="432947"/>
            </a:xfrm>
            <a:custGeom>
              <a:avLst/>
              <a:pathLst>
                <a:path w="547736" h="432947">
                  <a:moveTo>
                    <a:pt x="233920" y="160494"/>
                  </a:moveTo>
                  <a:lnTo>
                    <a:pt x="257984" y="146172"/>
                  </a:lnTo>
                  <a:lnTo>
                    <a:pt x="275261" y="135890"/>
                  </a:lnTo>
                  <a:lnTo>
                    <a:pt x="280677" y="132667"/>
                  </a:lnTo>
                  <a:lnTo>
                    <a:pt x="298931" y="121803"/>
                  </a:lnTo>
                  <a:lnTo>
                    <a:pt x="305580" y="117845"/>
                  </a:lnTo>
                  <a:lnTo>
                    <a:pt x="347081" y="93146"/>
                  </a:lnTo>
                  <a:lnTo>
                    <a:pt x="360632" y="85081"/>
                  </a:lnTo>
                  <a:lnTo>
                    <a:pt x="382342" y="72160"/>
                  </a:lnTo>
                  <a:lnTo>
                    <a:pt x="382514" y="72057"/>
                  </a:lnTo>
                  <a:lnTo>
                    <a:pt x="383975" y="71191"/>
                  </a:lnTo>
                  <a:lnTo>
                    <a:pt x="415613" y="52426"/>
                  </a:lnTo>
                  <a:lnTo>
                    <a:pt x="431054" y="43268"/>
                  </a:lnTo>
                  <a:lnTo>
                    <a:pt x="449276" y="32460"/>
                  </a:lnTo>
                  <a:lnTo>
                    <a:pt x="459442" y="26430"/>
                  </a:lnTo>
                  <a:lnTo>
                    <a:pt x="465644" y="22752"/>
                  </a:lnTo>
                  <a:lnTo>
                    <a:pt x="484019" y="11853"/>
                  </a:lnTo>
                  <a:lnTo>
                    <a:pt x="504009" y="0"/>
                  </a:lnTo>
                  <a:lnTo>
                    <a:pt x="504178" y="288"/>
                  </a:lnTo>
                  <a:lnTo>
                    <a:pt x="513157" y="15636"/>
                  </a:lnTo>
                  <a:lnTo>
                    <a:pt x="528059" y="41107"/>
                  </a:lnTo>
                  <a:lnTo>
                    <a:pt x="530209" y="44783"/>
                  </a:lnTo>
                  <a:lnTo>
                    <a:pt x="547736" y="74741"/>
                  </a:lnTo>
                  <a:lnTo>
                    <a:pt x="527720" y="86589"/>
                  </a:lnTo>
                  <a:lnTo>
                    <a:pt x="509626" y="97300"/>
                  </a:lnTo>
                  <a:lnTo>
                    <a:pt x="509410" y="97427"/>
                  </a:lnTo>
                  <a:lnTo>
                    <a:pt x="509172" y="97568"/>
                  </a:lnTo>
                  <a:lnTo>
                    <a:pt x="495093" y="105902"/>
                  </a:lnTo>
                  <a:lnTo>
                    <a:pt x="492757" y="107285"/>
                  </a:lnTo>
                  <a:lnTo>
                    <a:pt x="492395" y="107499"/>
                  </a:lnTo>
                  <a:lnTo>
                    <a:pt x="491280" y="108159"/>
                  </a:lnTo>
                  <a:lnTo>
                    <a:pt x="475109" y="117732"/>
                  </a:lnTo>
                  <a:lnTo>
                    <a:pt x="467765" y="122078"/>
                  </a:lnTo>
                  <a:lnTo>
                    <a:pt x="464925" y="123760"/>
                  </a:lnTo>
                  <a:lnTo>
                    <a:pt x="458701" y="127444"/>
                  </a:lnTo>
                  <a:lnTo>
                    <a:pt x="441123" y="137849"/>
                  </a:lnTo>
                  <a:lnTo>
                    <a:pt x="428299" y="145440"/>
                  </a:lnTo>
                  <a:lnTo>
                    <a:pt x="427662" y="145817"/>
                  </a:lnTo>
                  <a:lnTo>
                    <a:pt x="415424" y="153050"/>
                  </a:lnTo>
                  <a:lnTo>
                    <a:pt x="403965" y="159822"/>
                  </a:lnTo>
                  <a:lnTo>
                    <a:pt x="398705" y="162931"/>
                  </a:lnTo>
                  <a:lnTo>
                    <a:pt x="388078" y="169212"/>
                  </a:lnTo>
                  <a:lnTo>
                    <a:pt x="381146" y="173309"/>
                  </a:lnTo>
                  <a:lnTo>
                    <a:pt x="364364" y="183227"/>
                  </a:lnTo>
                  <a:lnTo>
                    <a:pt x="341965" y="196465"/>
                  </a:lnTo>
                  <a:lnTo>
                    <a:pt x="327608" y="204951"/>
                  </a:lnTo>
                  <a:lnTo>
                    <a:pt x="324438" y="206824"/>
                  </a:lnTo>
                  <a:lnTo>
                    <a:pt x="301393" y="220444"/>
                  </a:lnTo>
                  <a:lnTo>
                    <a:pt x="302145" y="221732"/>
                  </a:lnTo>
                  <a:lnTo>
                    <a:pt x="305118" y="227309"/>
                  </a:lnTo>
                  <a:lnTo>
                    <a:pt x="308389" y="232988"/>
                  </a:lnTo>
                  <a:lnTo>
                    <a:pt x="315029" y="241404"/>
                  </a:lnTo>
                  <a:lnTo>
                    <a:pt x="322884" y="250060"/>
                  </a:lnTo>
                  <a:lnTo>
                    <a:pt x="302124" y="267247"/>
                  </a:lnTo>
                  <a:lnTo>
                    <a:pt x="298691" y="270245"/>
                  </a:lnTo>
                  <a:lnTo>
                    <a:pt x="285854" y="281460"/>
                  </a:lnTo>
                  <a:lnTo>
                    <a:pt x="282381" y="284495"/>
                  </a:lnTo>
                  <a:lnTo>
                    <a:pt x="271310" y="294166"/>
                  </a:lnTo>
                  <a:lnTo>
                    <a:pt x="270911" y="294504"/>
                  </a:lnTo>
                  <a:lnTo>
                    <a:pt x="267406" y="297472"/>
                  </a:lnTo>
                  <a:lnTo>
                    <a:pt x="255734" y="307355"/>
                  </a:lnTo>
                  <a:lnTo>
                    <a:pt x="254969" y="308003"/>
                  </a:lnTo>
                  <a:lnTo>
                    <a:pt x="252089" y="310468"/>
                  </a:lnTo>
                  <a:lnTo>
                    <a:pt x="242344" y="318810"/>
                  </a:lnTo>
                  <a:lnTo>
                    <a:pt x="239456" y="321281"/>
                  </a:lnTo>
                  <a:lnTo>
                    <a:pt x="239235" y="321471"/>
                  </a:lnTo>
                  <a:lnTo>
                    <a:pt x="228351" y="330787"/>
                  </a:lnTo>
                  <a:lnTo>
                    <a:pt x="224504" y="334079"/>
                  </a:lnTo>
                  <a:lnTo>
                    <a:pt x="223917" y="334582"/>
                  </a:lnTo>
                  <a:lnTo>
                    <a:pt x="208782" y="348367"/>
                  </a:lnTo>
                  <a:lnTo>
                    <a:pt x="192273" y="361667"/>
                  </a:lnTo>
                  <a:lnTo>
                    <a:pt x="188794" y="364645"/>
                  </a:lnTo>
                  <a:lnTo>
                    <a:pt x="176150" y="372730"/>
                  </a:lnTo>
                  <a:lnTo>
                    <a:pt x="158991" y="382867"/>
                  </a:lnTo>
                  <a:lnTo>
                    <a:pt x="157817" y="383561"/>
                  </a:lnTo>
                  <a:lnTo>
                    <a:pt x="140939" y="393418"/>
                  </a:lnTo>
                  <a:lnTo>
                    <a:pt x="123634" y="403523"/>
                  </a:lnTo>
                  <a:lnTo>
                    <a:pt x="106690" y="413418"/>
                  </a:lnTo>
                  <a:lnTo>
                    <a:pt x="90857" y="422665"/>
                  </a:lnTo>
                  <a:lnTo>
                    <a:pt x="85266" y="425930"/>
                  </a:lnTo>
                  <a:lnTo>
                    <a:pt x="84508" y="426861"/>
                  </a:lnTo>
                  <a:lnTo>
                    <a:pt x="72211" y="432947"/>
                  </a:lnTo>
                  <a:lnTo>
                    <a:pt x="7250" y="318682"/>
                  </a:lnTo>
                  <a:lnTo>
                    <a:pt x="105" y="306114"/>
                  </a:lnTo>
                  <a:lnTo>
                    <a:pt x="0" y="305929"/>
                  </a:lnTo>
                  <a:lnTo>
                    <a:pt x="8642" y="298314"/>
                  </a:lnTo>
                  <a:lnTo>
                    <a:pt x="9429" y="294102"/>
                  </a:lnTo>
                  <a:lnTo>
                    <a:pt x="13068" y="291936"/>
                  </a:lnTo>
                  <a:lnTo>
                    <a:pt x="13672" y="291577"/>
                  </a:lnTo>
                  <a:lnTo>
                    <a:pt x="16121" y="290119"/>
                  </a:lnTo>
                  <a:lnTo>
                    <a:pt x="63072" y="262176"/>
                  </a:lnTo>
                  <a:lnTo>
                    <a:pt x="80607" y="251739"/>
                  </a:lnTo>
                  <a:lnTo>
                    <a:pt x="103572" y="238072"/>
                  </a:lnTo>
                  <a:lnTo>
                    <a:pt x="138127" y="217506"/>
                  </a:lnTo>
                  <a:lnTo>
                    <a:pt x="159387" y="204853"/>
                  </a:lnTo>
                  <a:lnTo>
                    <a:pt x="182593" y="191042"/>
                  </a:lnTo>
                  <a:close/>
                </a:path>
              </a:pathLst>
            </a:custGeom>
            <a:solidFill>
              <a:srgbClr val="FFFFFF">
                <a:alpha val="100000"/>
              </a:srgbClr>
            </a:solidFill>
            <a:ln w="4065" cap="flat">
              <a:solidFill>
                <a:srgbClr val="B8C2D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</p:grpSp>
      <p:sp>
        <p:nvSpPr>
          <p:cNvPr id="274" name=""/>
          <p:cNvSpPr>
            <a:spLocks noGrp="1"/>
          </p:cNvSpPr>
          <p:nvPr>
            </p:nvPr>
        </p:nvSpPr>
        <p:spPr>
          <a:xfrm>
            <a:off x="2884526" y="5843016"/>
            <a:ext cx="137160" cy="137160"/>
          </a:xfrm>
          <a:prstGeom prst="rect">
            <a:avLst/>
          </a:prstGeom>
          <a:solidFill>
            <a:srgbClr val="2F4B7C">
              <a:alpha val="100000"/>
            </a:srgbClr>
          </a:solidFill>
          <a:ln w="3175" cap="rnd" cmpd="sng">
            <a:solidFill>
              <a:srgbClr val="2F4B7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5" name=""/>
          <p:cNvSpPr>
            <a:spLocks noGrp="1"/>
          </p:cNvSpPr>
          <p:nvPr>
            </p:nvPr>
        </p:nvSpPr>
        <p:spPr>
          <a:xfrm>
            <a:off x="2994254" y="5779008"/>
            <a:ext cx="2192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intervención</a:t>
            </a:r>
          </a:p>
        </p:txBody>
      </p:sp>
      <p:sp>
        <p:nvSpPr>
          <p:cNvPr id="276" name=""/>
          <p:cNvSpPr>
            <a:spLocks noGrp="1"/>
          </p:cNvSpPr>
          <p:nvPr>
            </p:nvPr>
        </p:nvSpPr>
        <p:spPr>
          <a:xfrm>
            <a:off x="5277714" y="5843016"/>
            <a:ext cx="137160" cy="137160"/>
          </a:xfrm>
          <a:prstGeom prst="rect">
            <a:avLst/>
          </a:prstGeom>
          <a:solidFill>
            <a:srgbClr val="9FB1D1">
              <a:alpha val="100000"/>
            </a:srgbClr>
          </a:solidFill>
          <a:ln w="3175" cap="rnd" cmpd="sng">
            <a:solidFill>
              <a:srgbClr val="9FB1D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7" name=""/>
          <p:cNvSpPr>
            <a:spLocks noGrp="1"/>
          </p:cNvSpPr>
          <p:nvPr>
            </p:nvPr>
        </p:nvSpPr>
        <p:spPr>
          <a:xfrm>
            <a:off x="5387442" y="5779008"/>
            <a:ext cx="2242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aplicada, comparación</a:t>
            </a:r>
          </a:p>
        </p:txBody>
      </p:sp>
      <p:sp>
        <p:nvSpPr>
          <p:cNvPr id="278" name=""/>
          <p:cNvSpPr>
            <a:spLocks noGrp="1"/>
          </p:cNvSpPr>
          <p:nvPr>
            </p:nvPr>
        </p:nvSpPr>
        <p:spPr>
          <a:xfrm>
            <a:off x="7721702" y="5843016"/>
            <a:ext cx="137160" cy="13716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9" name=""/>
          <p:cNvSpPr>
            <a:spLocks noGrp="1"/>
          </p:cNvSpPr>
          <p:nvPr>
            </p:nvPr>
        </p:nvSpPr>
        <p:spPr>
          <a:xfrm>
            <a:off x="7831430" y="5779008"/>
            <a:ext cx="1658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Fuera de la muestra</a:t>
            </a:r>
          </a:p>
        </p:txBody>
      </p:sp>
      <p:sp>
        <p:nvSpPr>
          <p:cNvPr id="2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Selección ficticia sobre las zonas censales INEI 2017. Cada grupo conserva su color en todas las láminas</a:t>
            </a:r>
          </a:p>
        </p:txBody>
      </p:sp>
      <p:sp>
        <p:nvSpPr>
          <p:cNvPr id="28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</a:p>
        </p:txBody>
      </p:sp>
      <p:sp>
        <p:nvSpPr>
          <p:cNvPr id="28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(p_mapa_cobertura_territorial, comparison_mode = paired_district): zonas aplicadas por grupo</a:t>
            </a:r>
          </a:p>
        </p:txBody>
      </p:sp>
      <p:sp>
        <p:nvSpPr>
          <p:cNvPr id="28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8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292" name=""/>
          <p:cNvSpPr>
            <a:spLocks noGrp="1"/>
          </p:cNvSpPr>
          <p:nvPr>
            </p:nvPr>
        </p:nvSpPr>
        <p:spPr>
          <a:xfrm>
            <a:off x="2884526" y="5779008"/>
            <a:ext cx="64226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3" name=""/>
          <p:cNvSpPr>
            <a:spLocks noGrp="1"/>
          </p:cNvSpPr>
          <p:nvPr>
            </p:nvPr>
        </p:nvSpPr>
        <p:spPr>
          <a:xfrm>
            <a:off x="2884526" y="5596128"/>
            <a:ext cx="64226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17.84 x 0.76 cm</a:t>
            </a:r>
          </a:p>
        </p:txBody>
      </p:sp>
      <p:sp>
        <p:nvSpPr>
          <p:cNvPr id="294" name=""/>
          <p:cNvSpPr>
            <a:spLocks noGrp="1"/>
          </p:cNvSpPr>
          <p:nvPr>
            </p:nvPr>
        </p:nvSpPr>
        <p:spPr>
          <a:xfrm>
            <a:off x="288036" y="2057400"/>
            <a:ext cx="11615623" cy="36301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5" name=""/>
          <p:cNvSpPr>
            <a:spLocks noGrp="1"/>
          </p:cNvSpPr>
          <p:nvPr>
            </p:nvPr>
        </p:nvSpPr>
        <p:spPr>
          <a:xfrm>
            <a:off x="288036" y="18745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distritos, un color por grupo, 32.27 x 10.08 cm</a:t>
            </a:r>
          </a:p>
        </p:txBody>
      </p:sp>
      <p:sp>
        <p:nvSpPr>
          <p:cNvPr id="29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BASES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un cuerpo académico suficiente en número, dedicación y calificaciones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1819656"/>
            <a:ext cx="126553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1828800"/>
            <a:ext cx="12618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705088" y="1819656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705088" y="1828800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3169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4456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961888" y="244144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961888" y="245059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308592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308592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131552" y="244144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8093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8141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72384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65392" y="3063240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565392" y="3072384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37776" y="3063240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61948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3685032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936992" y="3685032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936992" y="3694176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754880" y="4306824"/>
            <a:ext cx="99121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31596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742432" y="4306824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742432" y="4315968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333488" y="4306824"/>
            <a:ext cx="29077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333488" y="4315968"/>
            <a:ext cx="29077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928616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974336" y="4928616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974336" y="493776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32704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32704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8156448" y="4928616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8156448" y="4937760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57232" y="4928616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729216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4859122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4572000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Robustez: la escala se reconoce por significado («Totalmente…», «Completamente…», «… 4», mayúsculas) y SIN INF va siempre al final (H57, H58, H64, H65)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tiene un plan de estudios actualizado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1819656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1828800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07808" y="1819656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07808" y="1828800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441448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8172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48656" y="2441448"/>
            <a:ext cx="280172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48656" y="2450592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046720" y="2441448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46720" y="2450592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754880" y="3063240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919472" y="3063240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19472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291072" y="3063240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291072" y="3072384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52804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42746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3169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544568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10912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632704" y="368503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32704" y="369417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375904" y="3685032"/>
            <a:ext cx="159471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375904" y="3694176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66960" y="3685032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09863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151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54880" y="4306824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64608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64608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687568" y="4306824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68756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991856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991856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04258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517136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4754880" y="49286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4809744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809744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961888" y="4928616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5961888" y="493776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991856" y="4928616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991856" y="4937760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912096" y="4928616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756648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76826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48970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sílabos se cumplen durante el ciclo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99121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16752" y="1819656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16752" y="1828800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72400" y="1819656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772400" y="182880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864608" y="2441448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64608" y="245059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71616" y="2441448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71616" y="2450592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253728" y="2441448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253728" y="2450592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76688" y="2441448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0425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17136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53498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8172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93792" y="3063240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93792" y="3072384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62672" y="3063240"/>
            <a:ext cx="252740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62672" y="3072384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063240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2990088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3685032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09744" y="368503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09744" y="369417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632704" y="3685032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632704" y="3694176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717536" y="3685032"/>
            <a:ext cx="247253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717536" y="3694176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86416" y="368503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776826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48970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208362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361188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0682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919472" y="431596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7840" y="4306824"/>
            <a:ext cx="203362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315968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607808" y="4306824"/>
            <a:ext cx="230794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7607808" y="4315968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912096" y="4306824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756648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36592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5358384" y="4928616"/>
            <a:ext cx="230794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5358384" y="4937760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7662672" y="4928616"/>
            <a:ext cx="24176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7662672" y="4937760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0076688" y="492861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0153498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485546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9838944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22676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evaluación del aprendizaje es coherente con las competencias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827264" y="1819656"/>
            <a:ext cx="225308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1828800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076688" y="181965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5349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74650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441448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974336" y="2441448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74336" y="2450592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91072" y="2441448"/>
            <a:ext cx="307604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291072" y="2450592"/>
            <a:ext cx="30723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363456" y="2441448"/>
            <a:ext cx="60716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345168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85912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572000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852160" y="306324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852160" y="307238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101584" y="3063240"/>
            <a:ext cx="186903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1584" y="3072384"/>
            <a:ext cx="18653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966960" y="3063240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98634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1512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754880" y="3685032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29200" y="3685032"/>
            <a:ext cx="121066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029200" y="3694176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236208" y="3685032"/>
            <a:ext cx="164957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236208" y="3694176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882128" y="3685032"/>
            <a:ext cx="20336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7882128" y="3694176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912096" y="3685032"/>
            <a:ext cx="32918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756648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86554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599432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4306824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709160" y="431596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03520" y="4306824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303520" y="4315968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8046720" y="4306824"/>
            <a:ext cx="19238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8046720" y="4315968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966960" y="4306824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098634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9811512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492861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029200" y="4928616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4983480" y="493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77840" y="492861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77840" y="493776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832104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32104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966960" y="4928616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8655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59943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098634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1512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 SEGÚN SEIS ACTORES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221736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prácticas preprofesionales están bien articuladas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277978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29200" y="181965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2880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1819656"/>
            <a:ext cx="32954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473184" y="181965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473184" y="182880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86554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99432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19472" y="2441448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919472" y="2450592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44144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16752" y="245059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430768" y="2441448"/>
            <a:ext cx="153985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30768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966960" y="2441448"/>
            <a:ext cx="27432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098634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11512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864608" y="3063240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36592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248656" y="3063240"/>
            <a:ext cx="263713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248656" y="3072384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882128" y="3063240"/>
            <a:ext cx="21982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882128" y="3072384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76688" y="3063240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5349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299008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69417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Autoridades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685032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864608" y="3685032"/>
            <a:ext cx="60716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846320" y="36941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468112" y="3685032"/>
            <a:ext cx="175930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68112" y="3694176"/>
            <a:ext cx="17556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32%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223760" y="3685032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223760" y="3694176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685032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0425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17136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6210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611880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3924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6850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315968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30682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472" y="4306824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472" y="4315968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742432" y="4306824"/>
            <a:ext cx="324063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742432" y="4315968"/>
            <a:ext cx="32369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979408" y="4306824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8979408" y="4315968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021824" y="4306824"/>
            <a:ext cx="21945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26066" y="424281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38944" y="401421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10424160" y="430682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291840" y="493776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4754880" y="492861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919472" y="4928616"/>
            <a:ext cx="115580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919472" y="4937760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071616" y="492861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6071616" y="493776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595360" y="4928616"/>
            <a:ext cx="164957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8595360" y="4937760"/>
            <a:ext cx="16459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4831690" y="48646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544568" y="46360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10424160" y="492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66928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842516" y="560527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049776" y="566928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4159504" y="560527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79364" y="566928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5689092" y="560527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867652" y="566928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6977380" y="560527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930640" y="566928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9040368" y="560527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39 estudiantes, 67 egresados, 18 docentes, 12 autoridades, 17 administrativos y 26 empleadores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6 actores). Partición «(cont.)» sin encoger la letra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600200"/>
            <a:ext cx="5486400" cy="373075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10.36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1732788" y="560527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1732788" y="542239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Aprendizaje autónomo y adaptabilidad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65429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38928" y="2038225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138928" y="2102233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662672" y="2038225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662672" y="2102233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Ética, ciudadanía y conciencia ambiental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029200" y="3804187"/>
            <a:ext cx="263713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029200" y="3868195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662672" y="3804187"/>
            <a:ext cx="25822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662672" y="3868195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91398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19472" y="3731035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10328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71689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7132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468112" y="4545455"/>
            <a:ext cx="214335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468112" y="4609463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607808" y="4545455"/>
            <a:ext cx="263713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607808" y="4609463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87%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10383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eficaz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60716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91456" y="210223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413248" y="203822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413248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27264" y="2038225"/>
            <a:ext cx="241767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27264" y="210223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26864" y="284350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38928" y="2779493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8928" y="2843501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443216" y="2779493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443216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Pensamiento crítico y creativo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9744" y="3804187"/>
            <a:ext cx="44257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09160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248656" y="3804187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248656" y="3868195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754880" y="4545455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609463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223760" y="4545455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223760" y="460946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94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 GENÉRICAS: EGRESADOS Y EMPLEADORES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11323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creación e innovación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2038225"/>
            <a:ext cx="137525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09744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181344" y="2038225"/>
            <a:ext cx="203362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1344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211312" y="2038225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211312" y="2102233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754880" y="2779493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43501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223760" y="2779493"/>
            <a:ext cx="302117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23760" y="2843501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176345"/>
            <a:ext cx="3017520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Habilidades colaborativas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809744" y="3804187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36592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03520" y="380418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30352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72400" y="3804187"/>
            <a:ext cx="2472538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772400" y="386819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4545455"/>
            <a:ext cx="38770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626864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138928" y="4545455"/>
            <a:ext cx="2307946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138928" y="4609463"/>
            <a:ext cx="23042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443216" y="4545455"/>
            <a:ext cx="280172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443216" y="4609463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 y 15 empleadores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2 actores por competencia) con Top Two Box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 POR LOS QUE CONOCEN LA MISIÓN Y LA VISIÓN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9339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Página web de la Facultad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59836" y="1920240"/>
            <a:ext cx="484997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164678" y="186537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59836" y="2075688"/>
            <a:ext cx="378013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094830" y="202082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259836" y="2231136"/>
            <a:ext cx="5206594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521294" y="217627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56032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Reuniones con autoridades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59836" y="2487168"/>
            <a:ext cx="363748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952183" y="243230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259836" y="2642616"/>
            <a:ext cx="427939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742639" y="258775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259836" y="2798064"/>
            <a:ext cx="185440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169103" y="274320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127248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institucional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59836" y="3054096"/>
            <a:ext cx="1854403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169103" y="299923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59836" y="3209544"/>
            <a:ext cx="156911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83810" y="315468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59836" y="3364992"/>
            <a:ext cx="128381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598518" y="331012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3694176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 sociales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59836" y="3621024"/>
            <a:ext cx="1141171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455871" y="356616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259836" y="3776472"/>
            <a:ext cx="2567635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882335" y="372160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59836" y="3931920"/>
            <a:ext cx="641909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956609" y="387705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4261104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Inducción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59836" y="4187952"/>
            <a:ext cx="156911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883810" y="4133088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259836" y="4343400"/>
            <a:ext cx="18288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314700" y="428853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259836" y="4498848"/>
            <a:ext cx="784555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099255" y="444398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828032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Sesiones de clase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59836" y="4754880"/>
            <a:ext cx="18288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314700" y="4700016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259836" y="4910328"/>
            <a:ext cx="1925726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240426" y="485546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259836" y="5065776"/>
            <a:ext cx="18288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314700" y="501091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5394960"/>
            <a:ext cx="2743200" cy="31089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259836" y="5321808"/>
            <a:ext cx="427939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742639" y="5266944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3259836" y="5477256"/>
            <a:ext cx="21397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528670" y="5422392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59836" y="5632704"/>
            <a:ext cx="285293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599993" y="5577840"/>
            <a:ext cx="54864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86274" y="5888736"/>
            <a:ext cx="137160" cy="137160"/>
          </a:xfrm>
          <a:prstGeom prst="rect">
            <a:avLst/>
          </a:prstGeom>
          <a:solidFill>
            <a:srgbClr val="0B4F8C">
              <a:alpha val="100000"/>
            </a:srgbClr>
          </a:solidFill>
          <a:ln w="3175" cap="rnd" cmpd="sng">
            <a:solidFill>
              <a:srgbClr val="0B4F8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096002" y="5824728"/>
            <a:ext cx="934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122162" y="5888736"/>
            <a:ext cx="137160" cy="137160"/>
          </a:xfrm>
          <a:prstGeom prst="rect">
            <a:avLst/>
          </a:prstGeom>
          <a:solidFill>
            <a:srgbClr val="2A9D8F">
              <a:alpha val="100000"/>
            </a:srgbClr>
          </a:solidFill>
          <a:ln w="3175" cap="rnd" cmpd="sng">
            <a:solidFill>
              <a:srgbClr val="2A9D8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231890" y="582472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410450" y="5888736"/>
            <a:ext cx="137160" cy="137160"/>
          </a:xfrm>
          <a:prstGeom prst="rect">
            <a:avLst/>
          </a:prstGeom>
          <a:solidFill>
            <a:srgbClr val="E9C46A">
              <a:alpha val="100000"/>
            </a:srgbClr>
          </a:solidFill>
          <a:ln w="3175" cap="rnd" cmpd="sng">
            <a:solidFill>
              <a:srgbClr val="E9C46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520178" y="582472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Opción múltiple: los porcentajes se calculan sobre el total de cada actor y pueden sumar más de 100. Base: 148 docentes, 1,234 estudiantes y 43 administrativos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(H68): barras agrupadas por actor para una opción múltiple multibase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3259836" y="1920240"/>
            <a:ext cx="713232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259836" y="1737360"/>
            <a:ext cx="7132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actor, 19.81 x 11.02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4986274" y="5824728"/>
            <a:ext cx="36794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986274" y="5641848"/>
            <a:ext cx="367944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10.22 x 0.76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MOVILIDAD ESTUDIANTIL Y SU VALORACIÓN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¿Ha participado en programas de intercambio?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3077641" y="2569464"/>
              <a:ext cx="558969" cy="950975"/>
            </a:xfrm>
            <a:custGeom>
              <a:avLst/>
              <a:pathLst>
                <a:path w="558969" h="950975">
                  <a:moveTo>
                    <a:pt x="0" y="950975"/>
                  </a:moveTo>
                  <a:lnTo>
                    <a:pt x="0" y="918183"/>
                  </a:lnTo>
                  <a:lnTo>
                    <a:pt x="0" y="885391"/>
                  </a:lnTo>
                  <a:lnTo>
                    <a:pt x="0" y="852599"/>
                  </a:lnTo>
                  <a:lnTo>
                    <a:pt x="0" y="819806"/>
                  </a:lnTo>
                  <a:lnTo>
                    <a:pt x="0" y="787014"/>
                  </a:lnTo>
                  <a:lnTo>
                    <a:pt x="0" y="754222"/>
                  </a:lnTo>
                  <a:lnTo>
                    <a:pt x="0" y="721430"/>
                  </a:lnTo>
                  <a:lnTo>
                    <a:pt x="0" y="688637"/>
                  </a:lnTo>
                  <a:lnTo>
                    <a:pt x="0" y="655845"/>
                  </a:lnTo>
                  <a:lnTo>
                    <a:pt x="0" y="623053"/>
                  </a:lnTo>
                  <a:lnTo>
                    <a:pt x="0" y="590260"/>
                  </a:lnTo>
                  <a:lnTo>
                    <a:pt x="0" y="557468"/>
                  </a:lnTo>
                  <a:lnTo>
                    <a:pt x="0" y="524676"/>
                  </a:lnTo>
                  <a:lnTo>
                    <a:pt x="0" y="491884"/>
                  </a:lnTo>
                  <a:lnTo>
                    <a:pt x="0" y="459091"/>
                  </a:lnTo>
                  <a:lnTo>
                    <a:pt x="0" y="426299"/>
                  </a:lnTo>
                  <a:lnTo>
                    <a:pt x="0" y="393507"/>
                  </a:lnTo>
                  <a:lnTo>
                    <a:pt x="0" y="360715"/>
                  </a:lnTo>
                  <a:lnTo>
                    <a:pt x="0" y="327922"/>
                  </a:lnTo>
                  <a:lnTo>
                    <a:pt x="0" y="295130"/>
                  </a:lnTo>
                  <a:lnTo>
                    <a:pt x="0" y="262338"/>
                  </a:lnTo>
                  <a:lnTo>
                    <a:pt x="0" y="229545"/>
                  </a:lnTo>
                  <a:lnTo>
                    <a:pt x="0" y="196753"/>
                  </a:lnTo>
                  <a:lnTo>
                    <a:pt x="0" y="163961"/>
                  </a:lnTo>
                  <a:lnTo>
                    <a:pt x="0" y="131169"/>
                  </a:lnTo>
                  <a:lnTo>
                    <a:pt x="0" y="98376"/>
                  </a:lnTo>
                  <a:lnTo>
                    <a:pt x="0" y="65584"/>
                  </a:lnTo>
                  <a:lnTo>
                    <a:pt x="0" y="32792"/>
                  </a:lnTo>
                  <a:lnTo>
                    <a:pt x="0" y="0"/>
                  </a:lnTo>
                  <a:lnTo>
                    <a:pt x="33188" y="579"/>
                  </a:lnTo>
                  <a:lnTo>
                    <a:pt x="66336" y="2316"/>
                  </a:lnTo>
                  <a:lnTo>
                    <a:pt x="99404" y="5209"/>
                  </a:lnTo>
                  <a:lnTo>
                    <a:pt x="132350" y="9254"/>
                  </a:lnTo>
                  <a:lnTo>
                    <a:pt x="165135" y="14447"/>
                  </a:lnTo>
                  <a:lnTo>
                    <a:pt x="197719" y="20781"/>
                  </a:lnTo>
                  <a:lnTo>
                    <a:pt x="230061" y="28248"/>
                  </a:lnTo>
                  <a:lnTo>
                    <a:pt x="262124" y="36839"/>
                  </a:lnTo>
                  <a:lnTo>
                    <a:pt x="293867" y="46544"/>
                  </a:lnTo>
                  <a:lnTo>
                    <a:pt x="325252" y="57350"/>
                  </a:lnTo>
                  <a:lnTo>
                    <a:pt x="356241" y="69246"/>
                  </a:lnTo>
                  <a:lnTo>
                    <a:pt x="386796" y="82216"/>
                  </a:lnTo>
                  <a:lnTo>
                    <a:pt x="416880" y="96244"/>
                  </a:lnTo>
                  <a:lnTo>
                    <a:pt x="446456" y="111314"/>
                  </a:lnTo>
                  <a:lnTo>
                    <a:pt x="475487" y="127406"/>
                  </a:lnTo>
                  <a:lnTo>
                    <a:pt x="503940" y="144502"/>
                  </a:lnTo>
                  <a:lnTo>
                    <a:pt x="531779" y="162581"/>
                  </a:lnTo>
                  <a:lnTo>
                    <a:pt x="558969" y="181620"/>
                  </a:lnTo>
                  <a:lnTo>
                    <a:pt x="539694" y="208149"/>
                  </a:lnTo>
                  <a:lnTo>
                    <a:pt x="520420" y="234679"/>
                  </a:lnTo>
                  <a:lnTo>
                    <a:pt x="501145" y="261208"/>
                  </a:lnTo>
                  <a:lnTo>
                    <a:pt x="481870" y="287738"/>
                  </a:lnTo>
                  <a:lnTo>
                    <a:pt x="462595" y="314267"/>
                  </a:lnTo>
                  <a:lnTo>
                    <a:pt x="443320" y="340797"/>
                  </a:lnTo>
                  <a:lnTo>
                    <a:pt x="424045" y="367326"/>
                  </a:lnTo>
                  <a:lnTo>
                    <a:pt x="404771" y="393856"/>
                  </a:lnTo>
                  <a:lnTo>
                    <a:pt x="385496" y="420385"/>
                  </a:lnTo>
                  <a:lnTo>
                    <a:pt x="366221" y="446915"/>
                  </a:lnTo>
                  <a:lnTo>
                    <a:pt x="346946" y="473444"/>
                  </a:lnTo>
                  <a:lnTo>
                    <a:pt x="327671" y="499974"/>
                  </a:lnTo>
                  <a:lnTo>
                    <a:pt x="308397" y="526503"/>
                  </a:lnTo>
                  <a:lnTo>
                    <a:pt x="289122" y="553033"/>
                  </a:lnTo>
                  <a:lnTo>
                    <a:pt x="269847" y="579562"/>
                  </a:lnTo>
                  <a:lnTo>
                    <a:pt x="250572" y="606092"/>
                  </a:lnTo>
                  <a:lnTo>
                    <a:pt x="231297" y="632621"/>
                  </a:lnTo>
                  <a:lnTo>
                    <a:pt x="212022" y="659151"/>
                  </a:lnTo>
                  <a:lnTo>
                    <a:pt x="192748" y="685680"/>
                  </a:lnTo>
                  <a:lnTo>
                    <a:pt x="173473" y="712210"/>
                  </a:lnTo>
                  <a:lnTo>
                    <a:pt x="154198" y="738739"/>
                  </a:lnTo>
                  <a:lnTo>
                    <a:pt x="134923" y="765269"/>
                  </a:lnTo>
                  <a:lnTo>
                    <a:pt x="115648" y="791798"/>
                  </a:lnTo>
                  <a:lnTo>
                    <a:pt x="96374" y="818328"/>
                  </a:lnTo>
                  <a:lnTo>
                    <a:pt x="77099" y="844857"/>
                  </a:lnTo>
                  <a:lnTo>
                    <a:pt x="57824" y="871387"/>
                  </a:lnTo>
                  <a:lnTo>
                    <a:pt x="38549" y="897916"/>
                  </a:lnTo>
                  <a:lnTo>
                    <a:pt x="19274" y="924446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126748" y="2569464"/>
              <a:ext cx="1901854" cy="1901925"/>
            </a:xfrm>
            <a:custGeom>
              <a:avLst/>
              <a:pathLst>
                <a:path w="1901854" h="1901925">
                  <a:moveTo>
                    <a:pt x="950893" y="950975"/>
                  </a:moveTo>
                  <a:lnTo>
                    <a:pt x="970168" y="924446"/>
                  </a:lnTo>
                  <a:lnTo>
                    <a:pt x="989443" y="897916"/>
                  </a:lnTo>
                  <a:lnTo>
                    <a:pt x="1008717" y="871387"/>
                  </a:lnTo>
                  <a:lnTo>
                    <a:pt x="1027992" y="844857"/>
                  </a:lnTo>
                  <a:lnTo>
                    <a:pt x="1047267" y="818328"/>
                  </a:lnTo>
                  <a:lnTo>
                    <a:pt x="1066542" y="791798"/>
                  </a:lnTo>
                  <a:lnTo>
                    <a:pt x="1085817" y="765269"/>
                  </a:lnTo>
                  <a:lnTo>
                    <a:pt x="1105092" y="738739"/>
                  </a:lnTo>
                  <a:lnTo>
                    <a:pt x="1124366" y="712210"/>
                  </a:lnTo>
                  <a:lnTo>
                    <a:pt x="1143641" y="685680"/>
                  </a:lnTo>
                  <a:lnTo>
                    <a:pt x="1162916" y="659151"/>
                  </a:lnTo>
                  <a:lnTo>
                    <a:pt x="1182191" y="632621"/>
                  </a:lnTo>
                  <a:lnTo>
                    <a:pt x="1201466" y="606092"/>
                  </a:lnTo>
                  <a:lnTo>
                    <a:pt x="1220740" y="579562"/>
                  </a:lnTo>
                  <a:lnTo>
                    <a:pt x="1240015" y="553033"/>
                  </a:lnTo>
                  <a:lnTo>
                    <a:pt x="1259290" y="526503"/>
                  </a:lnTo>
                  <a:lnTo>
                    <a:pt x="1278565" y="499974"/>
                  </a:lnTo>
                  <a:lnTo>
                    <a:pt x="1297840" y="473444"/>
                  </a:lnTo>
                  <a:lnTo>
                    <a:pt x="1317115" y="446915"/>
                  </a:lnTo>
                  <a:lnTo>
                    <a:pt x="1336389" y="420385"/>
                  </a:lnTo>
                  <a:lnTo>
                    <a:pt x="1355664" y="393856"/>
                  </a:lnTo>
                  <a:lnTo>
                    <a:pt x="1374939" y="367326"/>
                  </a:lnTo>
                  <a:lnTo>
                    <a:pt x="1394214" y="340797"/>
                  </a:lnTo>
                  <a:lnTo>
                    <a:pt x="1413489" y="314267"/>
                  </a:lnTo>
                  <a:lnTo>
                    <a:pt x="1432763" y="287738"/>
                  </a:lnTo>
                  <a:lnTo>
                    <a:pt x="1452038" y="261208"/>
                  </a:lnTo>
                  <a:lnTo>
                    <a:pt x="1471313" y="234679"/>
                  </a:lnTo>
                  <a:lnTo>
                    <a:pt x="1490588" y="208149"/>
                  </a:lnTo>
                  <a:lnTo>
                    <a:pt x="1509863" y="181620"/>
                  </a:lnTo>
                  <a:lnTo>
                    <a:pt x="1535589" y="200985"/>
                  </a:lnTo>
                  <a:lnTo>
                    <a:pt x="1560645" y="221210"/>
                  </a:lnTo>
                  <a:lnTo>
                    <a:pt x="1585001" y="242271"/>
                  </a:lnTo>
                  <a:lnTo>
                    <a:pt x="1608631" y="264145"/>
                  </a:lnTo>
                  <a:lnTo>
                    <a:pt x="1631507" y="286806"/>
                  </a:lnTo>
                  <a:lnTo>
                    <a:pt x="1653602" y="310229"/>
                  </a:lnTo>
                  <a:lnTo>
                    <a:pt x="1674892" y="334387"/>
                  </a:lnTo>
                  <a:lnTo>
                    <a:pt x="1695351" y="359251"/>
                  </a:lnTo>
                  <a:lnTo>
                    <a:pt x="1714957" y="384794"/>
                  </a:lnTo>
                  <a:lnTo>
                    <a:pt x="1733687" y="410986"/>
                  </a:lnTo>
                  <a:lnTo>
                    <a:pt x="1751520" y="437797"/>
                  </a:lnTo>
                  <a:lnTo>
                    <a:pt x="1768435" y="465197"/>
                  </a:lnTo>
                  <a:lnTo>
                    <a:pt x="1784412" y="493153"/>
                  </a:lnTo>
                  <a:lnTo>
                    <a:pt x="1799434" y="521634"/>
                  </a:lnTo>
                  <a:lnTo>
                    <a:pt x="1813483" y="550608"/>
                  </a:lnTo>
                  <a:lnTo>
                    <a:pt x="1826543" y="580040"/>
                  </a:lnTo>
                  <a:lnTo>
                    <a:pt x="1838599" y="609898"/>
                  </a:lnTo>
                  <a:lnTo>
                    <a:pt x="1849637" y="640147"/>
                  </a:lnTo>
                  <a:lnTo>
                    <a:pt x="1859645" y="670752"/>
                  </a:lnTo>
                  <a:lnTo>
                    <a:pt x="1868611" y="701678"/>
                  </a:lnTo>
                  <a:lnTo>
                    <a:pt x="1876525" y="732891"/>
                  </a:lnTo>
                  <a:lnTo>
                    <a:pt x="1883378" y="764353"/>
                  </a:lnTo>
                  <a:lnTo>
                    <a:pt x="1889161" y="796029"/>
                  </a:lnTo>
                  <a:lnTo>
                    <a:pt x="1893869" y="827883"/>
                  </a:lnTo>
                  <a:lnTo>
                    <a:pt x="1897496" y="859878"/>
                  </a:lnTo>
                  <a:lnTo>
                    <a:pt x="1900037" y="891977"/>
                  </a:lnTo>
                  <a:lnTo>
                    <a:pt x="1901490" y="924145"/>
                  </a:lnTo>
                  <a:lnTo>
                    <a:pt x="1901854" y="956342"/>
                  </a:lnTo>
                  <a:lnTo>
                    <a:pt x="1901127" y="988534"/>
                  </a:lnTo>
                  <a:lnTo>
                    <a:pt x="1899311" y="1020683"/>
                  </a:lnTo>
                  <a:lnTo>
                    <a:pt x="1896407" y="1052751"/>
                  </a:lnTo>
                  <a:lnTo>
                    <a:pt x="1892420" y="1084704"/>
                  </a:lnTo>
                  <a:lnTo>
                    <a:pt x="1887352" y="1116502"/>
                  </a:lnTo>
                  <a:lnTo>
                    <a:pt x="1881212" y="1148111"/>
                  </a:lnTo>
                  <a:lnTo>
                    <a:pt x="1874004" y="1179494"/>
                  </a:lnTo>
                  <a:lnTo>
                    <a:pt x="1865739" y="1210615"/>
                  </a:lnTo>
                  <a:lnTo>
                    <a:pt x="1856424" y="1241438"/>
                  </a:lnTo>
                  <a:lnTo>
                    <a:pt x="1846071" y="1271929"/>
                  </a:lnTo>
                  <a:lnTo>
                    <a:pt x="1834692" y="1302051"/>
                  </a:lnTo>
                  <a:lnTo>
                    <a:pt x="1822300" y="1331771"/>
                  </a:lnTo>
                  <a:lnTo>
                    <a:pt x="1808909" y="1361054"/>
                  </a:lnTo>
                  <a:lnTo>
                    <a:pt x="1794534" y="1389867"/>
                  </a:lnTo>
                  <a:lnTo>
                    <a:pt x="1779191" y="1418177"/>
                  </a:lnTo>
                  <a:lnTo>
                    <a:pt x="1762900" y="1445951"/>
                  </a:lnTo>
                  <a:lnTo>
                    <a:pt x="1745677" y="1473158"/>
                  </a:lnTo>
                  <a:lnTo>
                    <a:pt x="1727543" y="1499766"/>
                  </a:lnTo>
                  <a:lnTo>
                    <a:pt x="1708518" y="1525745"/>
                  </a:lnTo>
                  <a:lnTo>
                    <a:pt x="1688625" y="1551065"/>
                  </a:lnTo>
                  <a:lnTo>
                    <a:pt x="1667886" y="1575697"/>
                  </a:lnTo>
                  <a:lnTo>
                    <a:pt x="1646325" y="1599612"/>
                  </a:lnTo>
                  <a:lnTo>
                    <a:pt x="1623967" y="1622784"/>
                  </a:lnTo>
                  <a:lnTo>
                    <a:pt x="1600837" y="1645186"/>
                  </a:lnTo>
                  <a:lnTo>
                    <a:pt x="1576962" y="1666792"/>
                  </a:lnTo>
                  <a:lnTo>
                    <a:pt x="1552369" y="1687577"/>
                  </a:lnTo>
                  <a:lnTo>
                    <a:pt x="1527087" y="1707518"/>
                  </a:lnTo>
                  <a:lnTo>
                    <a:pt x="1501143" y="1726591"/>
                  </a:lnTo>
                  <a:lnTo>
                    <a:pt x="1474570" y="1744775"/>
                  </a:lnTo>
                  <a:lnTo>
                    <a:pt x="1447395" y="1762049"/>
                  </a:lnTo>
                  <a:lnTo>
                    <a:pt x="1419652" y="1778394"/>
                  </a:lnTo>
                  <a:lnTo>
                    <a:pt x="1391371" y="1793789"/>
                  </a:lnTo>
                  <a:lnTo>
                    <a:pt x="1362585" y="1808218"/>
                  </a:lnTo>
                  <a:lnTo>
                    <a:pt x="1333327" y="1821665"/>
                  </a:lnTo>
                  <a:lnTo>
                    <a:pt x="1303630" y="1834113"/>
                  </a:lnTo>
                  <a:lnTo>
                    <a:pt x="1273530" y="1845549"/>
                  </a:lnTo>
                  <a:lnTo>
                    <a:pt x="1243059" y="1855959"/>
                  </a:lnTo>
                  <a:lnTo>
                    <a:pt x="1212253" y="1865331"/>
                  </a:lnTo>
                  <a:lnTo>
                    <a:pt x="1181148" y="1873655"/>
                  </a:lnTo>
                  <a:lnTo>
                    <a:pt x="1149779" y="1880922"/>
                  </a:lnTo>
                  <a:lnTo>
                    <a:pt x="1118181" y="1887122"/>
                  </a:lnTo>
                  <a:lnTo>
                    <a:pt x="1086392" y="1892249"/>
                  </a:lnTo>
                  <a:lnTo>
                    <a:pt x="1054448" y="1896297"/>
                  </a:lnTo>
                  <a:lnTo>
                    <a:pt x="1022384" y="1899260"/>
                  </a:lnTo>
                  <a:lnTo>
                    <a:pt x="990239" y="1901137"/>
                  </a:lnTo>
                  <a:lnTo>
                    <a:pt x="958049" y="1901925"/>
                  </a:lnTo>
                  <a:lnTo>
                    <a:pt x="925850" y="1901622"/>
                  </a:lnTo>
                  <a:lnTo>
                    <a:pt x="893681" y="1900229"/>
                  </a:lnTo>
                  <a:lnTo>
                    <a:pt x="861576" y="1897748"/>
                  </a:lnTo>
                  <a:lnTo>
                    <a:pt x="829575" y="1894181"/>
                  </a:lnTo>
                  <a:lnTo>
                    <a:pt x="797712" y="1889533"/>
                  </a:lnTo>
                  <a:lnTo>
                    <a:pt x="766025" y="1883809"/>
                  </a:lnTo>
                  <a:lnTo>
                    <a:pt x="734550" y="1877016"/>
                  </a:lnTo>
                  <a:lnTo>
                    <a:pt x="703323" y="1869161"/>
                  </a:lnTo>
                  <a:lnTo>
                    <a:pt x="672379" y="1860253"/>
                  </a:lnTo>
                  <a:lnTo>
                    <a:pt x="641755" y="1850303"/>
                  </a:lnTo>
                  <a:lnTo>
                    <a:pt x="611486" y="1839321"/>
                  </a:lnTo>
                  <a:lnTo>
                    <a:pt x="581606" y="1827321"/>
                  </a:lnTo>
                  <a:lnTo>
                    <a:pt x="552149" y="1814317"/>
                  </a:lnTo>
                  <a:lnTo>
                    <a:pt x="523149" y="1800322"/>
                  </a:lnTo>
                  <a:lnTo>
                    <a:pt x="494639" y="1785354"/>
                  </a:lnTo>
                  <a:lnTo>
                    <a:pt x="466653" y="1769429"/>
                  </a:lnTo>
                  <a:lnTo>
                    <a:pt x="439222" y="1752566"/>
                  </a:lnTo>
                  <a:lnTo>
                    <a:pt x="412377" y="1734784"/>
                  </a:lnTo>
                  <a:lnTo>
                    <a:pt x="386150" y="1716103"/>
                  </a:lnTo>
                  <a:lnTo>
                    <a:pt x="360570" y="1696545"/>
                  </a:lnTo>
                  <a:lnTo>
                    <a:pt x="335667" y="1676133"/>
                  </a:lnTo>
                  <a:lnTo>
                    <a:pt x="311470" y="1654888"/>
                  </a:lnTo>
                  <a:lnTo>
                    <a:pt x="288006" y="1632837"/>
                  </a:lnTo>
                  <a:lnTo>
                    <a:pt x="265301" y="1610004"/>
                  </a:lnTo>
                  <a:lnTo>
                    <a:pt x="243383" y="1586416"/>
                  </a:lnTo>
                  <a:lnTo>
                    <a:pt x="222275" y="1562099"/>
                  </a:lnTo>
                  <a:lnTo>
                    <a:pt x="202004" y="1537081"/>
                  </a:lnTo>
                  <a:lnTo>
                    <a:pt x="182590" y="1511391"/>
                  </a:lnTo>
                  <a:lnTo>
                    <a:pt x="164058" y="1485059"/>
                  </a:lnTo>
                  <a:lnTo>
                    <a:pt x="146427" y="1458115"/>
                  </a:lnTo>
                  <a:lnTo>
                    <a:pt x="129719" y="1430589"/>
                  </a:lnTo>
                  <a:lnTo>
                    <a:pt x="113953" y="1402513"/>
                  </a:lnTo>
                  <a:lnTo>
                    <a:pt x="99146" y="1373920"/>
                  </a:lnTo>
                  <a:lnTo>
                    <a:pt x="85315" y="1344841"/>
                  </a:lnTo>
                  <a:lnTo>
                    <a:pt x="72477" y="1315311"/>
                  </a:lnTo>
                  <a:lnTo>
                    <a:pt x="60646" y="1285364"/>
                  </a:lnTo>
                  <a:lnTo>
                    <a:pt x="49836" y="1255033"/>
                  </a:lnTo>
                  <a:lnTo>
                    <a:pt x="40058" y="1224353"/>
                  </a:lnTo>
                  <a:lnTo>
                    <a:pt x="31325" y="1193360"/>
                  </a:lnTo>
                  <a:lnTo>
                    <a:pt x="23646" y="1162089"/>
                  </a:lnTo>
                  <a:lnTo>
                    <a:pt x="17031" y="1130576"/>
                  </a:lnTo>
                  <a:lnTo>
                    <a:pt x="11486" y="1098857"/>
                  </a:lnTo>
                  <a:lnTo>
                    <a:pt x="7018" y="1066969"/>
                  </a:lnTo>
                  <a:lnTo>
                    <a:pt x="3632" y="1034948"/>
                  </a:lnTo>
                  <a:lnTo>
                    <a:pt x="1332" y="1002830"/>
                  </a:lnTo>
                  <a:lnTo>
                    <a:pt x="121" y="970653"/>
                  </a:lnTo>
                  <a:lnTo>
                    <a:pt x="0" y="938453"/>
                  </a:lnTo>
                  <a:lnTo>
                    <a:pt x="969" y="906268"/>
                  </a:lnTo>
                  <a:lnTo>
                    <a:pt x="3027" y="874134"/>
                  </a:lnTo>
                  <a:lnTo>
                    <a:pt x="6172" y="842088"/>
                  </a:lnTo>
                  <a:lnTo>
                    <a:pt x="10399" y="810167"/>
                  </a:lnTo>
                  <a:lnTo>
                    <a:pt x="15706" y="778407"/>
                  </a:lnTo>
                  <a:lnTo>
                    <a:pt x="22084" y="746845"/>
                  </a:lnTo>
                  <a:lnTo>
                    <a:pt x="29527" y="715517"/>
                  </a:lnTo>
                  <a:lnTo>
                    <a:pt x="38027" y="684459"/>
                  </a:lnTo>
                  <a:lnTo>
                    <a:pt x="47573" y="653707"/>
                  </a:lnTo>
                  <a:lnTo>
                    <a:pt x="58155" y="623296"/>
                  </a:lnTo>
                  <a:lnTo>
                    <a:pt x="69760" y="593260"/>
                  </a:lnTo>
                  <a:lnTo>
                    <a:pt x="82376" y="563634"/>
                  </a:lnTo>
                  <a:lnTo>
                    <a:pt x="95987" y="534452"/>
                  </a:lnTo>
                  <a:lnTo>
                    <a:pt x="110579" y="505748"/>
                  </a:lnTo>
                  <a:lnTo>
                    <a:pt x="126134" y="477555"/>
                  </a:lnTo>
                  <a:lnTo>
                    <a:pt x="142634" y="449904"/>
                  </a:lnTo>
                  <a:lnTo>
                    <a:pt x="160061" y="422827"/>
                  </a:lnTo>
                  <a:lnTo>
                    <a:pt x="178395" y="396357"/>
                  </a:lnTo>
                  <a:lnTo>
                    <a:pt x="197614" y="370522"/>
                  </a:lnTo>
                  <a:lnTo>
                    <a:pt x="217698" y="345352"/>
                  </a:lnTo>
                  <a:lnTo>
                    <a:pt x="238621" y="320877"/>
                  </a:lnTo>
                  <a:lnTo>
                    <a:pt x="260362" y="297124"/>
                  </a:lnTo>
                  <a:lnTo>
                    <a:pt x="282893" y="274121"/>
                  </a:lnTo>
                  <a:lnTo>
                    <a:pt x="306191" y="251894"/>
                  </a:lnTo>
                  <a:lnTo>
                    <a:pt x="330228" y="230468"/>
                  </a:lnTo>
                  <a:lnTo>
                    <a:pt x="354977" y="209869"/>
                  </a:lnTo>
                  <a:lnTo>
                    <a:pt x="380409" y="190119"/>
                  </a:lnTo>
                  <a:lnTo>
                    <a:pt x="406494" y="171241"/>
                  </a:lnTo>
                  <a:lnTo>
                    <a:pt x="433204" y="153258"/>
                  </a:lnTo>
                  <a:lnTo>
                    <a:pt x="460508" y="136189"/>
                  </a:lnTo>
                  <a:lnTo>
                    <a:pt x="488374" y="120054"/>
                  </a:lnTo>
                  <a:lnTo>
                    <a:pt x="516770" y="104871"/>
                  </a:lnTo>
                  <a:lnTo>
                    <a:pt x="545663" y="90659"/>
                  </a:lnTo>
                  <a:lnTo>
                    <a:pt x="575022" y="77433"/>
                  </a:lnTo>
                  <a:lnTo>
                    <a:pt x="604811" y="65209"/>
                  </a:lnTo>
                  <a:lnTo>
                    <a:pt x="634997" y="54000"/>
                  </a:lnTo>
                  <a:lnTo>
                    <a:pt x="665545" y="43820"/>
                  </a:lnTo>
                  <a:lnTo>
                    <a:pt x="696421" y="34679"/>
                  </a:lnTo>
                  <a:lnTo>
                    <a:pt x="727588" y="26589"/>
                  </a:lnTo>
                  <a:lnTo>
                    <a:pt x="759011" y="19559"/>
                  </a:lnTo>
                  <a:lnTo>
                    <a:pt x="790654" y="13597"/>
                  </a:lnTo>
                  <a:lnTo>
                    <a:pt x="822481" y="8709"/>
                  </a:lnTo>
                  <a:lnTo>
                    <a:pt x="854455" y="4902"/>
                  </a:lnTo>
                  <a:lnTo>
                    <a:pt x="886539" y="2179"/>
                  </a:lnTo>
                  <a:lnTo>
                    <a:pt x="918698" y="545"/>
                  </a:lnTo>
                  <a:lnTo>
                    <a:pt x="950893" y="0"/>
                  </a:lnTo>
                  <a:lnTo>
                    <a:pt x="950893" y="32792"/>
                  </a:lnTo>
                  <a:lnTo>
                    <a:pt x="950893" y="65584"/>
                  </a:lnTo>
                  <a:lnTo>
                    <a:pt x="950893" y="98376"/>
                  </a:lnTo>
                  <a:lnTo>
                    <a:pt x="950893" y="131169"/>
                  </a:lnTo>
                  <a:lnTo>
                    <a:pt x="950893" y="163961"/>
                  </a:lnTo>
                  <a:lnTo>
                    <a:pt x="950893" y="196753"/>
                  </a:lnTo>
                  <a:lnTo>
                    <a:pt x="950893" y="229545"/>
                  </a:lnTo>
                  <a:lnTo>
                    <a:pt x="950893" y="262338"/>
                  </a:lnTo>
                  <a:lnTo>
                    <a:pt x="950893" y="295130"/>
                  </a:lnTo>
                  <a:lnTo>
                    <a:pt x="950893" y="327922"/>
                  </a:lnTo>
                  <a:lnTo>
                    <a:pt x="950893" y="360715"/>
                  </a:lnTo>
                  <a:lnTo>
                    <a:pt x="950893" y="393507"/>
                  </a:lnTo>
                  <a:lnTo>
                    <a:pt x="950893" y="426299"/>
                  </a:lnTo>
                  <a:lnTo>
                    <a:pt x="950893" y="459091"/>
                  </a:lnTo>
                  <a:lnTo>
                    <a:pt x="950893" y="491884"/>
                  </a:lnTo>
                  <a:lnTo>
                    <a:pt x="950893" y="524676"/>
                  </a:lnTo>
                  <a:lnTo>
                    <a:pt x="950893" y="557468"/>
                  </a:lnTo>
                  <a:lnTo>
                    <a:pt x="950893" y="590260"/>
                  </a:lnTo>
                  <a:lnTo>
                    <a:pt x="950893" y="623053"/>
                  </a:lnTo>
                  <a:lnTo>
                    <a:pt x="950893" y="655845"/>
                  </a:lnTo>
                  <a:lnTo>
                    <a:pt x="950893" y="688637"/>
                  </a:lnTo>
                  <a:lnTo>
                    <a:pt x="950893" y="721430"/>
                  </a:lnTo>
                  <a:lnTo>
                    <a:pt x="950893" y="754222"/>
                  </a:lnTo>
                  <a:lnTo>
                    <a:pt x="950893" y="787014"/>
                  </a:lnTo>
                  <a:lnTo>
                    <a:pt x="950893" y="819806"/>
                  </a:lnTo>
                  <a:lnTo>
                    <a:pt x="950893" y="852599"/>
                  </a:lnTo>
                  <a:lnTo>
                    <a:pt x="950893" y="885391"/>
                  </a:lnTo>
                  <a:lnTo>
                    <a:pt x="950893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2752777" y="390172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90%</a:t>
              </a:r>
            </a:p>
          </p:txBody>
        </p:sp>
      </p:grpSp>
      <p:sp>
        <p:nvSpPr>
          <p:cNvPr id="9" name=""/>
          <p:cNvSpPr>
            <a:spLocks noGrp="1"/>
          </p:cNvSpPr>
          <p:nvPr>
            </p:nvPr>
        </p:nvSpPr>
        <p:spPr>
          <a:xfrm>
            <a:off x="3205750" y="200402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programas de intercambio fortalecen mis competencias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714939" y="26517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3390900"/>
            <a:ext cx="118872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Participaron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622896" y="3200400"/>
            <a:ext cx="331150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50388" y="3200400"/>
            <a:ext cx="1804866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7950388" y="3383280"/>
            <a:ext cx="18012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51596" y="3200400"/>
            <a:ext cx="1149881" cy="64008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751596" y="3383280"/>
            <a:ext cx="11462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81155" y="31363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494034" y="29077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989259" y="338328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34082" y="584301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743810" y="5779008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51070" y="584301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060798" y="5779008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80658" y="584301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590386" y="5779008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768946" y="584301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878674" y="5779008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estudiantes. La subpregunta, 20 estudiantes que participaron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(filtro) + p_barras_apiladas (subpregunta, base propia declarada: H50)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622896" y="2971800"/>
            <a:ext cx="3274924" cy="10058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622896" y="2788920"/>
            <a:ext cx="327492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1.78 cm, 9.10 x 2.79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634082" y="5779008"/>
            <a:ext cx="6923532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634082" y="5596128"/>
            <a:ext cx="69235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19.23 x 0.76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CONDICIÓN LABORAL E INGRESOS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¿Trabaja de manera dependiente?</a:t>
            </a:r>
          </a:p>
        </p:txBody>
      </p:sp>
      <p:grpSp xmlns:pic="http://schemas.openxmlformats.org/drawingml/2006/picture">
        <p:nvGrpSpPr>
          <p:cNvPr id="4" name=""/>
          <p:cNvGrpSpPr/>
          <p:nvPr/>
        </p:nvGrpSpPr>
        <p:grpSpPr>
          <a:xfrm>
            <a:off x="1888922" y="2331720"/>
            <a:ext cx="2377440" cy="2377440"/>
            <a:chOff x="1888922" y="2331720"/>
            <a:chExt cx="2377440" cy="2377440"/>
          </a:xfrm>
        </p:grpSpPr>
        <p:sp>
          <p:nvSpPr>
            <p:cNvPr id="5" name="rc3"/>
            <p:cNvSpPr/>
            <p:nvPr/>
          </p:nvSpPr>
          <p:spPr>
            <a:xfrm>
              <a:off x="1888921" y="2331720"/>
              <a:ext cx="2377440" cy="2377440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6" name="pg4"/>
            <p:cNvSpPr/>
            <p:nvPr/>
          </p:nvSpPr>
          <p:spPr>
            <a:xfrm>
              <a:off x="2126689" y="2569464"/>
              <a:ext cx="1901890" cy="1901830"/>
            </a:xfrm>
            <a:custGeom>
              <a:avLst/>
              <a:pathLst>
                <a:path w="1901890" h="1901830">
                  <a:moveTo>
                    <a:pt x="950952" y="950975"/>
                  </a:moveTo>
                  <a:lnTo>
                    <a:pt x="950952" y="918183"/>
                  </a:lnTo>
                  <a:lnTo>
                    <a:pt x="950952" y="885391"/>
                  </a:lnTo>
                  <a:lnTo>
                    <a:pt x="950952" y="852599"/>
                  </a:lnTo>
                  <a:lnTo>
                    <a:pt x="950952" y="819806"/>
                  </a:lnTo>
                  <a:lnTo>
                    <a:pt x="950952" y="787014"/>
                  </a:lnTo>
                  <a:lnTo>
                    <a:pt x="950952" y="754222"/>
                  </a:lnTo>
                  <a:lnTo>
                    <a:pt x="950952" y="721430"/>
                  </a:lnTo>
                  <a:lnTo>
                    <a:pt x="950952" y="688637"/>
                  </a:lnTo>
                  <a:lnTo>
                    <a:pt x="950952" y="655845"/>
                  </a:lnTo>
                  <a:lnTo>
                    <a:pt x="950952" y="623053"/>
                  </a:lnTo>
                  <a:lnTo>
                    <a:pt x="950952" y="590260"/>
                  </a:lnTo>
                  <a:lnTo>
                    <a:pt x="950952" y="557468"/>
                  </a:lnTo>
                  <a:lnTo>
                    <a:pt x="950952" y="524676"/>
                  </a:lnTo>
                  <a:lnTo>
                    <a:pt x="950952" y="491884"/>
                  </a:lnTo>
                  <a:lnTo>
                    <a:pt x="950952" y="459091"/>
                  </a:lnTo>
                  <a:lnTo>
                    <a:pt x="950952" y="426299"/>
                  </a:lnTo>
                  <a:lnTo>
                    <a:pt x="950952" y="393507"/>
                  </a:lnTo>
                  <a:lnTo>
                    <a:pt x="950952" y="360715"/>
                  </a:lnTo>
                  <a:lnTo>
                    <a:pt x="950952" y="327922"/>
                  </a:lnTo>
                  <a:lnTo>
                    <a:pt x="950952" y="295130"/>
                  </a:lnTo>
                  <a:lnTo>
                    <a:pt x="950952" y="262338"/>
                  </a:lnTo>
                  <a:lnTo>
                    <a:pt x="950952" y="229545"/>
                  </a:lnTo>
                  <a:lnTo>
                    <a:pt x="950952" y="196753"/>
                  </a:lnTo>
                  <a:lnTo>
                    <a:pt x="950952" y="163961"/>
                  </a:lnTo>
                  <a:lnTo>
                    <a:pt x="950952" y="131169"/>
                  </a:lnTo>
                  <a:lnTo>
                    <a:pt x="950952" y="98376"/>
                  </a:lnTo>
                  <a:lnTo>
                    <a:pt x="950952" y="65584"/>
                  </a:lnTo>
                  <a:lnTo>
                    <a:pt x="950952" y="32792"/>
                  </a:lnTo>
                  <a:lnTo>
                    <a:pt x="950952" y="0"/>
                  </a:lnTo>
                  <a:lnTo>
                    <a:pt x="983234" y="548"/>
                  </a:lnTo>
                  <a:lnTo>
                    <a:pt x="1015479" y="2191"/>
                  </a:lnTo>
                  <a:lnTo>
                    <a:pt x="1047649" y="4928"/>
                  </a:lnTo>
                  <a:lnTo>
                    <a:pt x="1079708" y="8756"/>
                  </a:lnTo>
                  <a:lnTo>
                    <a:pt x="1111618" y="13670"/>
                  </a:lnTo>
                  <a:lnTo>
                    <a:pt x="1143344" y="19664"/>
                  </a:lnTo>
                  <a:lnTo>
                    <a:pt x="1174847" y="26732"/>
                  </a:lnTo>
                  <a:lnTo>
                    <a:pt x="1206093" y="34865"/>
                  </a:lnTo>
                  <a:lnTo>
                    <a:pt x="1237044" y="44054"/>
                  </a:lnTo>
                  <a:lnTo>
                    <a:pt x="1267665" y="54288"/>
                  </a:lnTo>
                  <a:lnTo>
                    <a:pt x="1297922" y="65556"/>
                  </a:lnTo>
                  <a:lnTo>
                    <a:pt x="1327778" y="77845"/>
                  </a:lnTo>
                  <a:lnTo>
                    <a:pt x="1357201" y="91140"/>
                  </a:lnTo>
                  <a:lnTo>
                    <a:pt x="1386155" y="105426"/>
                  </a:lnTo>
                  <a:lnTo>
                    <a:pt x="1414607" y="120687"/>
                  </a:lnTo>
                  <a:lnTo>
                    <a:pt x="1442525" y="136904"/>
                  </a:lnTo>
                  <a:lnTo>
                    <a:pt x="1469876" y="154061"/>
                  </a:lnTo>
                  <a:lnTo>
                    <a:pt x="1496629" y="172135"/>
                  </a:lnTo>
                  <a:lnTo>
                    <a:pt x="1522753" y="191108"/>
                  </a:lnTo>
                  <a:lnTo>
                    <a:pt x="1548218" y="210956"/>
                  </a:lnTo>
                  <a:lnTo>
                    <a:pt x="1572995" y="231658"/>
                  </a:lnTo>
                  <a:lnTo>
                    <a:pt x="1597054" y="253188"/>
                  </a:lnTo>
                  <a:lnTo>
                    <a:pt x="1620369" y="275523"/>
                  </a:lnTo>
                  <a:lnTo>
                    <a:pt x="1642912" y="298636"/>
                  </a:lnTo>
                  <a:lnTo>
                    <a:pt x="1664658" y="322501"/>
                  </a:lnTo>
                  <a:lnTo>
                    <a:pt x="1685581" y="347091"/>
                  </a:lnTo>
                  <a:lnTo>
                    <a:pt x="1705657" y="372377"/>
                  </a:lnTo>
                  <a:lnTo>
                    <a:pt x="1724863" y="398330"/>
                  </a:lnTo>
                  <a:lnTo>
                    <a:pt x="1743177" y="424920"/>
                  </a:lnTo>
                  <a:lnTo>
                    <a:pt x="1760578" y="452116"/>
                  </a:lnTo>
                  <a:lnTo>
                    <a:pt x="1777046" y="479887"/>
                  </a:lnTo>
                  <a:lnTo>
                    <a:pt x="1792561" y="508201"/>
                  </a:lnTo>
                  <a:lnTo>
                    <a:pt x="1807107" y="537025"/>
                  </a:lnTo>
                  <a:lnTo>
                    <a:pt x="1820665" y="566327"/>
                  </a:lnTo>
                  <a:lnTo>
                    <a:pt x="1833221" y="596072"/>
                  </a:lnTo>
                  <a:lnTo>
                    <a:pt x="1844760" y="626226"/>
                  </a:lnTo>
                  <a:lnTo>
                    <a:pt x="1855269" y="656755"/>
                  </a:lnTo>
                  <a:lnTo>
                    <a:pt x="1864736" y="687622"/>
                  </a:lnTo>
                  <a:lnTo>
                    <a:pt x="1873149" y="718794"/>
                  </a:lnTo>
                  <a:lnTo>
                    <a:pt x="1880499" y="750232"/>
                  </a:lnTo>
                  <a:lnTo>
                    <a:pt x="1886778" y="781903"/>
                  </a:lnTo>
                  <a:lnTo>
                    <a:pt x="1891978" y="813768"/>
                  </a:lnTo>
                  <a:lnTo>
                    <a:pt x="1896093" y="845791"/>
                  </a:lnTo>
                  <a:lnTo>
                    <a:pt x="1899119" y="877935"/>
                  </a:lnTo>
                  <a:lnTo>
                    <a:pt x="1901052" y="910164"/>
                  </a:lnTo>
                  <a:lnTo>
                    <a:pt x="1901890" y="942440"/>
                  </a:lnTo>
                  <a:lnTo>
                    <a:pt x="1901631" y="974725"/>
                  </a:lnTo>
                  <a:lnTo>
                    <a:pt x="1900277" y="1006983"/>
                  </a:lnTo>
                  <a:lnTo>
                    <a:pt x="1897829" y="1039177"/>
                  </a:lnTo>
                  <a:lnTo>
                    <a:pt x="1894289" y="1071269"/>
                  </a:lnTo>
                  <a:lnTo>
                    <a:pt x="1889662" y="1103222"/>
                  </a:lnTo>
                  <a:lnTo>
                    <a:pt x="1883953" y="1135000"/>
                  </a:lnTo>
                  <a:lnTo>
                    <a:pt x="1877168" y="1166566"/>
                  </a:lnTo>
                  <a:lnTo>
                    <a:pt x="1869316" y="1197883"/>
                  </a:lnTo>
                  <a:lnTo>
                    <a:pt x="1860405" y="1228915"/>
                  </a:lnTo>
                  <a:lnTo>
                    <a:pt x="1850446" y="1259628"/>
                  </a:lnTo>
                  <a:lnTo>
                    <a:pt x="1839450" y="1289984"/>
                  </a:lnTo>
                  <a:lnTo>
                    <a:pt x="1827430" y="1319950"/>
                  </a:lnTo>
                  <a:lnTo>
                    <a:pt x="1814400" y="1349490"/>
                  </a:lnTo>
                  <a:lnTo>
                    <a:pt x="1800374" y="1378571"/>
                  </a:lnTo>
                  <a:lnTo>
                    <a:pt x="1785369" y="1407159"/>
                  </a:lnTo>
                  <a:lnTo>
                    <a:pt x="1769403" y="1435221"/>
                  </a:lnTo>
                  <a:lnTo>
                    <a:pt x="1752493" y="1462725"/>
                  </a:lnTo>
                  <a:lnTo>
                    <a:pt x="1734659" y="1489640"/>
                  </a:lnTo>
                  <a:lnTo>
                    <a:pt x="1715922" y="1515933"/>
                  </a:lnTo>
                  <a:lnTo>
                    <a:pt x="1696303" y="1541575"/>
                  </a:lnTo>
                  <a:lnTo>
                    <a:pt x="1675824" y="1566537"/>
                  </a:lnTo>
                  <a:lnTo>
                    <a:pt x="1654511" y="1590788"/>
                  </a:lnTo>
                  <a:lnTo>
                    <a:pt x="1632386" y="1614303"/>
                  </a:lnTo>
                  <a:lnTo>
                    <a:pt x="1609476" y="1637052"/>
                  </a:lnTo>
                  <a:lnTo>
                    <a:pt x="1585807" y="1659011"/>
                  </a:lnTo>
                  <a:lnTo>
                    <a:pt x="1561406" y="1680154"/>
                  </a:lnTo>
                  <a:lnTo>
                    <a:pt x="1536301" y="1700456"/>
                  </a:lnTo>
                  <a:lnTo>
                    <a:pt x="1510522" y="1719895"/>
                  </a:lnTo>
                  <a:lnTo>
                    <a:pt x="1484098" y="1738447"/>
                  </a:lnTo>
                  <a:lnTo>
                    <a:pt x="1457059" y="1756091"/>
                  </a:lnTo>
                  <a:lnTo>
                    <a:pt x="1429437" y="1772807"/>
                  </a:lnTo>
                  <a:lnTo>
                    <a:pt x="1401263" y="1788577"/>
                  </a:lnTo>
                  <a:lnTo>
                    <a:pt x="1372570" y="1803380"/>
                  </a:lnTo>
                  <a:lnTo>
                    <a:pt x="1343391" y="1817201"/>
                  </a:lnTo>
                  <a:lnTo>
                    <a:pt x="1313760" y="1830024"/>
                  </a:lnTo>
                  <a:lnTo>
                    <a:pt x="1283711" y="1841833"/>
                  </a:lnTo>
                  <a:lnTo>
                    <a:pt x="1253278" y="1852615"/>
                  </a:lnTo>
                  <a:lnTo>
                    <a:pt x="1222497" y="1862358"/>
                  </a:lnTo>
                  <a:lnTo>
                    <a:pt x="1191402" y="1871051"/>
                  </a:lnTo>
                  <a:lnTo>
                    <a:pt x="1160031" y="1878683"/>
                  </a:lnTo>
                  <a:lnTo>
                    <a:pt x="1128418" y="1885246"/>
                  </a:lnTo>
                  <a:lnTo>
                    <a:pt x="1096601" y="1890732"/>
                  </a:lnTo>
                  <a:lnTo>
                    <a:pt x="1064616" y="1895134"/>
                  </a:lnTo>
                  <a:lnTo>
                    <a:pt x="1032500" y="1898449"/>
                  </a:lnTo>
                  <a:lnTo>
                    <a:pt x="1000290" y="1900671"/>
                  </a:lnTo>
                  <a:lnTo>
                    <a:pt x="968023" y="1901798"/>
                  </a:lnTo>
                  <a:lnTo>
                    <a:pt x="935736" y="1901830"/>
                  </a:lnTo>
                  <a:lnTo>
                    <a:pt x="903467" y="1900765"/>
                  </a:lnTo>
                  <a:lnTo>
                    <a:pt x="871253" y="1898606"/>
                  </a:lnTo>
                  <a:lnTo>
                    <a:pt x="839131" y="1895354"/>
                  </a:lnTo>
                  <a:lnTo>
                    <a:pt x="807137" y="1891014"/>
                  </a:lnTo>
                  <a:lnTo>
                    <a:pt x="775309" y="1885590"/>
                  </a:lnTo>
                  <a:lnTo>
                    <a:pt x="743684" y="1879089"/>
                  </a:lnTo>
                  <a:lnTo>
                    <a:pt x="712298" y="1871519"/>
                  </a:lnTo>
                  <a:lnTo>
                    <a:pt x="681186" y="1862887"/>
                  </a:lnTo>
                  <a:lnTo>
                    <a:pt x="650386" y="1853204"/>
                  </a:lnTo>
                  <a:lnTo>
                    <a:pt x="619932" y="1842481"/>
                  </a:lnTo>
                  <a:lnTo>
                    <a:pt x="589860" y="1830730"/>
                  </a:lnTo>
                  <a:lnTo>
                    <a:pt x="560204" y="1817965"/>
                  </a:lnTo>
                  <a:lnTo>
                    <a:pt x="530998" y="1804201"/>
                  </a:lnTo>
                  <a:lnTo>
                    <a:pt x="502276" y="1789454"/>
                  </a:lnTo>
                  <a:lnTo>
                    <a:pt x="474072" y="1773740"/>
                  </a:lnTo>
                  <a:lnTo>
                    <a:pt x="446417" y="1757077"/>
                  </a:lnTo>
                  <a:lnTo>
                    <a:pt x="419344" y="1739486"/>
                  </a:lnTo>
                  <a:lnTo>
                    <a:pt x="392883" y="1720985"/>
                  </a:lnTo>
                  <a:lnTo>
                    <a:pt x="367066" y="1701597"/>
                  </a:lnTo>
                  <a:lnTo>
                    <a:pt x="341922" y="1681344"/>
                  </a:lnTo>
                  <a:lnTo>
                    <a:pt x="317480" y="1660249"/>
                  </a:lnTo>
                  <a:lnTo>
                    <a:pt x="293768" y="1638336"/>
                  </a:lnTo>
                  <a:lnTo>
                    <a:pt x="270814" y="1615631"/>
                  </a:lnTo>
                  <a:lnTo>
                    <a:pt x="248643" y="1592160"/>
                  </a:lnTo>
                  <a:lnTo>
                    <a:pt x="227282" y="1567950"/>
                  </a:lnTo>
                  <a:lnTo>
                    <a:pt x="206755" y="1543028"/>
                  </a:lnTo>
                  <a:lnTo>
                    <a:pt x="187086" y="1517425"/>
                  </a:lnTo>
                  <a:lnTo>
                    <a:pt x="168298" y="1491168"/>
                  </a:lnTo>
                  <a:lnTo>
                    <a:pt x="150412" y="1464289"/>
                  </a:lnTo>
                  <a:lnTo>
                    <a:pt x="133448" y="1436818"/>
                  </a:lnTo>
                  <a:lnTo>
                    <a:pt x="117427" y="1408786"/>
                  </a:lnTo>
                  <a:lnTo>
                    <a:pt x="102366" y="1380228"/>
                  </a:lnTo>
                  <a:lnTo>
                    <a:pt x="88284" y="1351174"/>
                  </a:lnTo>
                  <a:lnTo>
                    <a:pt x="75196" y="1321659"/>
                  </a:lnTo>
                  <a:lnTo>
                    <a:pt x="63117" y="1291717"/>
                  </a:lnTo>
                  <a:lnTo>
                    <a:pt x="52062" y="1261382"/>
                  </a:lnTo>
                  <a:lnTo>
                    <a:pt x="42043" y="1230689"/>
                  </a:lnTo>
                  <a:lnTo>
                    <a:pt x="33072" y="1199674"/>
                  </a:lnTo>
                  <a:lnTo>
                    <a:pt x="25158" y="1168373"/>
                  </a:lnTo>
                  <a:lnTo>
                    <a:pt x="18312" y="1136820"/>
                  </a:lnTo>
                  <a:lnTo>
                    <a:pt x="12541" y="1105054"/>
                  </a:lnTo>
                  <a:lnTo>
                    <a:pt x="7851" y="1073109"/>
                  </a:lnTo>
                  <a:lnTo>
                    <a:pt x="4249" y="1041024"/>
                  </a:lnTo>
                  <a:lnTo>
                    <a:pt x="1738" y="1008836"/>
                  </a:lnTo>
                  <a:lnTo>
                    <a:pt x="321" y="976580"/>
                  </a:lnTo>
                  <a:lnTo>
                    <a:pt x="0" y="944295"/>
                  </a:lnTo>
                  <a:lnTo>
                    <a:pt x="774" y="912018"/>
                  </a:lnTo>
                  <a:lnTo>
                    <a:pt x="2644" y="879786"/>
                  </a:lnTo>
                  <a:lnTo>
                    <a:pt x="5608" y="847635"/>
                  </a:lnTo>
                  <a:lnTo>
                    <a:pt x="9660" y="815604"/>
                  </a:lnTo>
                  <a:lnTo>
                    <a:pt x="14798" y="783729"/>
                  </a:lnTo>
                  <a:lnTo>
                    <a:pt x="21015" y="752047"/>
                  </a:lnTo>
                  <a:lnTo>
                    <a:pt x="28304" y="720594"/>
                  </a:lnTo>
                  <a:lnTo>
                    <a:pt x="36656" y="689406"/>
                  </a:lnTo>
                  <a:lnTo>
                    <a:pt x="46062" y="658520"/>
                  </a:lnTo>
                  <a:lnTo>
                    <a:pt x="56512" y="627971"/>
                  </a:lnTo>
                  <a:lnTo>
                    <a:pt x="67992" y="597794"/>
                  </a:lnTo>
                  <a:lnTo>
                    <a:pt x="80490" y="568025"/>
                  </a:lnTo>
                  <a:lnTo>
                    <a:pt x="93991" y="538697"/>
                  </a:lnTo>
                  <a:lnTo>
                    <a:pt x="108480" y="509844"/>
                  </a:lnTo>
                  <a:lnTo>
                    <a:pt x="123941" y="481500"/>
                  </a:lnTo>
                  <a:lnTo>
                    <a:pt x="140354" y="453696"/>
                  </a:lnTo>
                  <a:lnTo>
                    <a:pt x="157702" y="426466"/>
                  </a:lnTo>
                  <a:lnTo>
                    <a:pt x="175964" y="399841"/>
                  </a:lnTo>
                  <a:lnTo>
                    <a:pt x="195120" y="373851"/>
                  </a:lnTo>
                  <a:lnTo>
                    <a:pt x="215147" y="348526"/>
                  </a:lnTo>
                  <a:lnTo>
                    <a:pt x="236021" y="323895"/>
                  </a:lnTo>
                  <a:lnTo>
                    <a:pt x="257720" y="299988"/>
                  </a:lnTo>
                  <a:lnTo>
                    <a:pt x="281625" y="322435"/>
                  </a:lnTo>
                  <a:lnTo>
                    <a:pt x="305529" y="344883"/>
                  </a:lnTo>
                  <a:lnTo>
                    <a:pt x="329434" y="367331"/>
                  </a:lnTo>
                  <a:lnTo>
                    <a:pt x="353339" y="389779"/>
                  </a:lnTo>
                  <a:lnTo>
                    <a:pt x="377243" y="412227"/>
                  </a:lnTo>
                  <a:lnTo>
                    <a:pt x="401148" y="434675"/>
                  </a:lnTo>
                  <a:lnTo>
                    <a:pt x="425052" y="457123"/>
                  </a:lnTo>
                  <a:lnTo>
                    <a:pt x="448957" y="479570"/>
                  </a:lnTo>
                  <a:lnTo>
                    <a:pt x="472861" y="502018"/>
                  </a:lnTo>
                  <a:lnTo>
                    <a:pt x="496766" y="524466"/>
                  </a:lnTo>
                  <a:lnTo>
                    <a:pt x="520670" y="546914"/>
                  </a:lnTo>
                  <a:lnTo>
                    <a:pt x="544575" y="569362"/>
                  </a:lnTo>
                  <a:lnTo>
                    <a:pt x="568479" y="591810"/>
                  </a:lnTo>
                  <a:lnTo>
                    <a:pt x="592384" y="614258"/>
                  </a:lnTo>
                  <a:lnTo>
                    <a:pt x="616288" y="636705"/>
                  </a:lnTo>
                  <a:lnTo>
                    <a:pt x="640193" y="659153"/>
                  </a:lnTo>
                  <a:lnTo>
                    <a:pt x="664098" y="681601"/>
                  </a:lnTo>
                  <a:lnTo>
                    <a:pt x="688002" y="704049"/>
                  </a:lnTo>
                  <a:lnTo>
                    <a:pt x="711907" y="726497"/>
                  </a:lnTo>
                  <a:lnTo>
                    <a:pt x="735811" y="748945"/>
                  </a:lnTo>
                  <a:lnTo>
                    <a:pt x="759716" y="771393"/>
                  </a:lnTo>
                  <a:lnTo>
                    <a:pt x="783620" y="793840"/>
                  </a:lnTo>
                  <a:lnTo>
                    <a:pt x="807525" y="816288"/>
                  </a:lnTo>
                  <a:lnTo>
                    <a:pt x="831429" y="838736"/>
                  </a:lnTo>
                  <a:lnTo>
                    <a:pt x="855334" y="861184"/>
                  </a:lnTo>
                  <a:lnTo>
                    <a:pt x="879238" y="883632"/>
                  </a:lnTo>
                  <a:lnTo>
                    <a:pt x="903143" y="906080"/>
                  </a:lnTo>
                  <a:lnTo>
                    <a:pt x="927047" y="928528"/>
                  </a:lnTo>
                  <a:close/>
                </a:path>
              </a:pathLst>
            </a:custGeom>
            <a:solidFill>
              <a:srgbClr val="081F5C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pg5"/>
            <p:cNvSpPr/>
            <p:nvPr/>
          </p:nvSpPr>
          <p:spPr>
            <a:xfrm>
              <a:off x="2384410" y="2569464"/>
              <a:ext cx="693231" cy="950975"/>
            </a:xfrm>
            <a:custGeom>
              <a:avLst/>
              <a:pathLst>
                <a:path w="693231" h="950975">
                  <a:moveTo>
                    <a:pt x="693231" y="950975"/>
                  </a:moveTo>
                  <a:lnTo>
                    <a:pt x="669327" y="928528"/>
                  </a:lnTo>
                  <a:lnTo>
                    <a:pt x="645422" y="906080"/>
                  </a:lnTo>
                  <a:lnTo>
                    <a:pt x="621518" y="883632"/>
                  </a:lnTo>
                  <a:lnTo>
                    <a:pt x="597613" y="861184"/>
                  </a:lnTo>
                  <a:lnTo>
                    <a:pt x="573708" y="838736"/>
                  </a:lnTo>
                  <a:lnTo>
                    <a:pt x="549804" y="816288"/>
                  </a:lnTo>
                  <a:lnTo>
                    <a:pt x="525899" y="793840"/>
                  </a:lnTo>
                  <a:lnTo>
                    <a:pt x="501995" y="771393"/>
                  </a:lnTo>
                  <a:lnTo>
                    <a:pt x="478090" y="748945"/>
                  </a:lnTo>
                  <a:lnTo>
                    <a:pt x="454186" y="726497"/>
                  </a:lnTo>
                  <a:lnTo>
                    <a:pt x="430281" y="704049"/>
                  </a:lnTo>
                  <a:lnTo>
                    <a:pt x="406377" y="681601"/>
                  </a:lnTo>
                  <a:lnTo>
                    <a:pt x="382472" y="659153"/>
                  </a:lnTo>
                  <a:lnTo>
                    <a:pt x="358568" y="636705"/>
                  </a:lnTo>
                  <a:lnTo>
                    <a:pt x="334663" y="614258"/>
                  </a:lnTo>
                  <a:lnTo>
                    <a:pt x="310759" y="591810"/>
                  </a:lnTo>
                  <a:lnTo>
                    <a:pt x="286854" y="569362"/>
                  </a:lnTo>
                  <a:lnTo>
                    <a:pt x="262949" y="546914"/>
                  </a:lnTo>
                  <a:lnTo>
                    <a:pt x="239045" y="524466"/>
                  </a:lnTo>
                  <a:lnTo>
                    <a:pt x="215140" y="502018"/>
                  </a:lnTo>
                  <a:lnTo>
                    <a:pt x="191236" y="479570"/>
                  </a:lnTo>
                  <a:lnTo>
                    <a:pt x="167331" y="457123"/>
                  </a:lnTo>
                  <a:lnTo>
                    <a:pt x="143427" y="434675"/>
                  </a:lnTo>
                  <a:lnTo>
                    <a:pt x="119522" y="412227"/>
                  </a:lnTo>
                  <a:lnTo>
                    <a:pt x="95618" y="389779"/>
                  </a:lnTo>
                  <a:lnTo>
                    <a:pt x="71713" y="367331"/>
                  </a:lnTo>
                  <a:lnTo>
                    <a:pt x="47809" y="344883"/>
                  </a:lnTo>
                  <a:lnTo>
                    <a:pt x="23904" y="322435"/>
                  </a:lnTo>
                  <a:lnTo>
                    <a:pt x="0" y="299988"/>
                  </a:lnTo>
                  <a:lnTo>
                    <a:pt x="22552" y="276776"/>
                  </a:lnTo>
                  <a:lnTo>
                    <a:pt x="45882" y="254345"/>
                  </a:lnTo>
                  <a:lnTo>
                    <a:pt x="69961" y="232721"/>
                  </a:lnTo>
                  <a:lnTo>
                    <a:pt x="94763" y="211928"/>
                  </a:lnTo>
                  <a:lnTo>
                    <a:pt x="120257" y="191992"/>
                  </a:lnTo>
                  <a:lnTo>
                    <a:pt x="146415" y="172935"/>
                  </a:lnTo>
                  <a:lnTo>
                    <a:pt x="173206" y="154779"/>
                  </a:lnTo>
                  <a:lnTo>
                    <a:pt x="200600" y="137545"/>
                  </a:lnTo>
                  <a:lnTo>
                    <a:pt x="228564" y="121253"/>
                  </a:lnTo>
                  <a:lnTo>
                    <a:pt x="257066" y="105922"/>
                  </a:lnTo>
                  <a:lnTo>
                    <a:pt x="286074" y="91570"/>
                  </a:lnTo>
                  <a:lnTo>
                    <a:pt x="315553" y="78213"/>
                  </a:lnTo>
                  <a:lnTo>
                    <a:pt x="345470" y="65867"/>
                  </a:lnTo>
                  <a:lnTo>
                    <a:pt x="375789" y="54546"/>
                  </a:lnTo>
                  <a:lnTo>
                    <a:pt x="406476" y="44263"/>
                  </a:lnTo>
                  <a:lnTo>
                    <a:pt x="437495" y="35031"/>
                  </a:lnTo>
                  <a:lnTo>
                    <a:pt x="468810" y="26859"/>
                  </a:lnTo>
                  <a:lnTo>
                    <a:pt x="500385" y="19758"/>
                  </a:lnTo>
                  <a:lnTo>
                    <a:pt x="532184" y="13735"/>
                  </a:lnTo>
                  <a:lnTo>
                    <a:pt x="564169" y="8798"/>
                  </a:lnTo>
                  <a:lnTo>
                    <a:pt x="596303" y="4952"/>
                  </a:lnTo>
                  <a:lnTo>
                    <a:pt x="628550" y="2202"/>
                  </a:lnTo>
                  <a:lnTo>
                    <a:pt x="660872" y="550"/>
                  </a:lnTo>
                  <a:lnTo>
                    <a:pt x="693231" y="0"/>
                  </a:lnTo>
                  <a:lnTo>
                    <a:pt x="693231" y="32792"/>
                  </a:lnTo>
                  <a:lnTo>
                    <a:pt x="693231" y="65584"/>
                  </a:lnTo>
                  <a:lnTo>
                    <a:pt x="693231" y="98376"/>
                  </a:lnTo>
                  <a:lnTo>
                    <a:pt x="693231" y="131169"/>
                  </a:lnTo>
                  <a:lnTo>
                    <a:pt x="693231" y="163961"/>
                  </a:lnTo>
                  <a:lnTo>
                    <a:pt x="693231" y="196753"/>
                  </a:lnTo>
                  <a:lnTo>
                    <a:pt x="693231" y="229545"/>
                  </a:lnTo>
                  <a:lnTo>
                    <a:pt x="693231" y="262338"/>
                  </a:lnTo>
                  <a:lnTo>
                    <a:pt x="693231" y="295130"/>
                  </a:lnTo>
                  <a:lnTo>
                    <a:pt x="693231" y="327922"/>
                  </a:lnTo>
                  <a:lnTo>
                    <a:pt x="693231" y="360715"/>
                  </a:lnTo>
                  <a:lnTo>
                    <a:pt x="693231" y="393507"/>
                  </a:lnTo>
                  <a:lnTo>
                    <a:pt x="693231" y="426299"/>
                  </a:lnTo>
                  <a:lnTo>
                    <a:pt x="693231" y="459091"/>
                  </a:lnTo>
                  <a:lnTo>
                    <a:pt x="693231" y="491884"/>
                  </a:lnTo>
                  <a:lnTo>
                    <a:pt x="693231" y="524676"/>
                  </a:lnTo>
                  <a:lnTo>
                    <a:pt x="693231" y="557468"/>
                  </a:lnTo>
                  <a:lnTo>
                    <a:pt x="693231" y="590260"/>
                  </a:lnTo>
                  <a:lnTo>
                    <a:pt x="693231" y="623053"/>
                  </a:lnTo>
                  <a:lnTo>
                    <a:pt x="693231" y="655845"/>
                  </a:lnTo>
                  <a:lnTo>
                    <a:pt x="693231" y="688637"/>
                  </a:lnTo>
                  <a:lnTo>
                    <a:pt x="693231" y="721430"/>
                  </a:lnTo>
                  <a:lnTo>
                    <a:pt x="693231" y="754222"/>
                  </a:lnTo>
                  <a:lnTo>
                    <a:pt x="693231" y="787014"/>
                  </a:lnTo>
                  <a:lnTo>
                    <a:pt x="693231" y="819806"/>
                  </a:lnTo>
                  <a:lnTo>
                    <a:pt x="693231" y="852599"/>
                  </a:lnTo>
                  <a:lnTo>
                    <a:pt x="693231" y="885391"/>
                  </a:lnTo>
                  <a:lnTo>
                    <a:pt x="693231" y="918183"/>
                  </a:lnTo>
                  <a:close/>
                </a:path>
              </a:pathLst>
            </a:custGeom>
            <a:solidFill>
              <a:srgbClr val="9DC3E6">
                <a:alpha val="100000"/>
              </a:srgbClr>
            </a:solidFill>
            <a:ln w="21681" cap="flat">
              <a:solidFill>
                <a:srgbClr val="F2F2F2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tx6"/>
            <p:cNvSpPr/>
            <p:nvPr/>
          </p:nvSpPr>
          <p:spPr>
            <a:xfrm>
              <a:off x="3088550" y="3757876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87%</a:t>
              </a:r>
            </a:p>
          </p:txBody>
        </p:sp>
        <p:sp>
          <p:nvSpPr>
            <p:cNvPr id="9" name="tx7"/>
            <p:cNvSpPr/>
            <p:nvPr/>
          </p:nvSpPr>
          <p:spPr>
            <a:xfrm>
              <a:off x="3058946" y="3981612"/>
              <a:ext cx="415069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(179)</a:t>
              </a:r>
            </a:p>
          </p:txBody>
        </p:sp>
        <p:sp>
          <p:nvSpPr>
            <p:cNvPr id="10" name="tx8"/>
            <p:cNvSpPr/>
            <p:nvPr/>
          </p:nvSpPr>
          <p:spPr>
            <a:xfrm>
              <a:off x="2710872" y="2885113"/>
              <a:ext cx="355860" cy="1345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13%</a:t>
              </a:r>
            </a:p>
          </p:txBody>
        </p:sp>
        <p:sp>
          <p:nvSpPr>
            <p:cNvPr id="11" name="tx9"/>
            <p:cNvSpPr/>
            <p:nvPr/>
          </p:nvSpPr>
          <p:spPr>
            <a:xfrm>
              <a:off x="2730710" y="3108849"/>
              <a:ext cx="316185" cy="1668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(26)</a:t>
              </a:r>
            </a:p>
          </p:txBody>
        </p:sp>
      </p:grpSp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¿Cuál es su ingreso mensual aproximado? (en soles)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24612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1,501 a S/ 2,500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628736" y="2478024"/>
            <a:ext cx="61132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276632" y="24688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310134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2,501 a S/ 3,500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628736" y="3118104"/>
            <a:ext cx="122264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87953" y="310896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74142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3,501 a S/ 4,500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628736" y="3758184"/>
            <a:ext cx="168113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346443" y="37490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438150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S/ 4,501 a S/ 5,500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628736" y="4398264"/>
            <a:ext cx="152830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93613" y="4389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24448" y="502158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S/ 5,501 a más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628736" y="5038344"/>
            <a:ext cx="2368868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034179" y="5029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24448" y="5661660"/>
            <a:ext cx="219456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Prefiero no responder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628736" y="5678424"/>
            <a:ext cx="2292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894557" y="56692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205 egresados. El ingreso, 179 que trabajan de manera dependiente. Los rangos van en su orden, no por frecuencia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p_slide_2_graficos: p_pie (dicotómica) + p_barras_agrupadas con orden del instrumento (orden_barras = «instrumento» u orden manual que manda: H51)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888922" y="2331720"/>
            <a:ext cx="2377440" cy="23774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888922" y="214884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círculo, d = 6.60 cm, 6.60 x 6.60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628736" y="2286000"/>
            <a:ext cx="2653132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628736" y="2103120"/>
            <a:ext cx="265313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7.37 x 10.67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VALORACIÓN DE LA CARRERA POR COHORTE DE EGRESO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12263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formación recibida responde a las demandas del mercado laboral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0223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38225"/>
            <a:ext cx="113386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64608" y="2038225"/>
            <a:ext cx="77175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864608" y="2102233"/>
            <a:ext cx="7680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632704" y="2038225"/>
            <a:ext cx="302117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5632704" y="2102233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650224" y="2038225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50224" y="2102233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131552" y="2038225"/>
            <a:ext cx="109728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04258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517136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80930" y="197421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131552" y="1965073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38944" y="174561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424160" y="209308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291840" y="284350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2779493"/>
            <a:ext cx="277978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29200" y="2779493"/>
            <a:ext cx="121066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029200" y="284350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36208" y="2779493"/>
            <a:ext cx="280172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36208" y="2843501"/>
            <a:ext cx="27980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034272" y="2779493"/>
            <a:ext cx="99121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034272" y="2843501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21824" y="277949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86554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99432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26066" y="271548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48688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83435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4077285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Recomendaría la carrera a otras personas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86819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2019 a 2023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804187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09744" y="3804187"/>
            <a:ext cx="33284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654296" y="386819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138928" y="380418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38928" y="386819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23760" y="3804187"/>
            <a:ext cx="2966314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23760" y="3868195"/>
            <a:ext cx="29626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86416" y="3804187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776826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448970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208362" y="374017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31552" y="3731035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38944" y="351157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424160" y="385905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291840" y="4609463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Antes de 2019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754880" y="4545455"/>
            <a:ext cx="168250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4545455"/>
            <a:ext cx="49743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846320" y="460946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413248" y="4545455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5413248" y="4609463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7827264" y="4545455"/>
            <a:ext cx="22530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7827264" y="4609463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076688" y="4545455"/>
            <a:ext cx="164592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831690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544568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53498" y="4481447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131552" y="4472303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38944" y="4252847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10424160" y="4600319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85%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7327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842516" y="5336713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0497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41595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79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6890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68676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6977380" y="5336713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9306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90403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67 egresados de 2019 a 2023 y 115 egresados antes de 2019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 con filtros por cohorte. Una fila por base declarada)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1732788" y="5336713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732788" y="5153833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LAS AUTORIDADES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Decano(a) o director(a)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665476" y="2112264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653577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665476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026000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departamento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665476" y="2880360"/>
            <a:ext cx="1372423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111051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22783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Secretario(a) académico(a)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665476" y="3264408"/>
            <a:ext cx="91494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653577" y="322783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en el cargo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075688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años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701888" y="2112264"/>
            <a:ext cx="152491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299954" y="2075688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 (4)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459736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2 a 4 años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701888" y="2496312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1062411" y="2459736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24448" y="2843784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4 años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1888" y="2880360"/>
            <a:ext cx="76245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537497" y="2843784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 (2)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Sexo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Mujer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665476" y="4590288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026000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Hombre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665476" y="4974336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372465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Máximo grado alcanzado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4553712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Magíster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01888" y="4590288"/>
            <a:ext cx="1633837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08876" y="4553712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(5)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937760"/>
            <a:ext cx="21945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Doctor(a)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01888" y="4974336"/>
            <a:ext cx="228737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062411" y="4937760"/>
            <a:ext cx="100584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 (7)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12 autoridades. Con menos de 30 casos, la moderna rotula frecuencias («5 de 12») y no porcentajes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p_barras_agrupadas x4 con formato_valor = «n» cuando la base es menor de 30 (PROPUESTA de regla)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80390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de la organización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22676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34560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 (14)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496312"/>
            <a:ext cx="111775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358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122676" y="2880360"/>
            <a:ext cx="372585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568413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 (3)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 de la organización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07568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Grande (más de 250 trabajadores)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159088" y="211226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70971" y="207568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 (12)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245973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Mediana (50 a 250)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59088" y="2496312"/>
            <a:ext cx="1159154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391394" y="245973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2843784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Pequeña (menos de 50)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9159088" y="2880360"/>
            <a:ext cx="869366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101605" y="2843784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Cargo de quien responde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Gerente o director(a)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122676" y="4590288"/>
            <a:ext cx="154553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741367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 (8)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Jefe(a) de área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4974336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934560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Coordinador(a) o supervisor(a)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3122676" y="5358384"/>
            <a:ext cx="96596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161790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 (5)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5705856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Recursos humanos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22676" y="5742432"/>
            <a:ext cx="772770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968598" y="5705856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 (4)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324448" y="3986784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Años de vínculo con egresados de la carrera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553712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3 años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159088" y="4590288"/>
            <a:ext cx="9483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80639" y="4553712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 (6)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4937760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3 a 5 años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159088" y="4974336"/>
            <a:ext cx="1422599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654838" y="493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 (9)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324448" y="5321808"/>
            <a:ext cx="265176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5 años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159088" y="5358384"/>
            <a:ext cx="1738732" cy="21945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970971" y="5321808"/>
            <a:ext cx="10972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42% (11)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 que contratan o supervisan egresados de la carrera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101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p_slide_4_graficos_poblacion: p_pie (sector) + p_barras_agrupadas x3, con formato_valor = «n» cuando la base es menor de 30 (PROPUESTA de regla)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EMPLEADORES PARTICIPANTES</a:t>
            </a:r>
          </a:p>
        </p:txBody>
      </p:sp>
      <p:graphicFrame>
        <p:nvGraphicFramePr>
          <p:cNvPr id="3" name=""/>
          <p:cNvGraphicFramePr>
            <a:graphicFrameLocks noGrp="true"/>
          </p:cNvGraphicFramePr>
          <p:nvPr/>
        </p:nvGraphicFramePr>
        <p:xfrm rot="0">
          <a:off x="973836" y="1691640"/>
          <a:ext cx="10424160" cy="3657600"/>
        </p:xfrm>
        <a:graphic>
          <a:graphicData uri="http://schemas.openxmlformats.org/drawingml/2006/table">
            <a:tbl>
              <a:tblPr/>
              <a:tblGrid>
                <a:gridCol w="3108960"/>
                <a:gridCol w="4206240"/>
                <a:gridCol w="1554480"/>
                <a:gridCol w="1554480"/>
              </a:tblGrid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Sector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Tipo de institución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Empleadores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CA5651">
                        <a:alpha val="10000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grande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9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Privado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Empresa mediana o pequeña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19%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rowSpan="2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Ministerio u organismo 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15%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 vMerge="true"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Público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Gobierno regional o local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ONG u organismo internacional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Organismo internacional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Educativo e investigación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Universidad o centro de investigación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0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12%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Total</a:t>
                      </a:r>
                    </a:p>
                  </a:txBody>
                  <a:tcPr anchor="ctr" marB="114300" marT="114300" marR="0" marL="0">
                    <a:lnL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Todas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26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63500" marR="63500">
                        <a:lnSpc>
                          <a:spcPct val="100000"/>
                        </a:lnSpc>
                        <a:spcBef>
                          <a:spcPts val="900"/>
                        </a:spcBef>
                        <a:spcAft>
                          <a:spcPts val="900"/>
                        </a:spcAft>
                        <a:buNone/>
                      </a:pPr>
                      <a:r>
                        <a:rPr cap="none" sz="1300" i="0" b="1" u="none" strike="noStrike">
                          <a:solidFill>
                            <a:srgbClr val="081F5C">
                              <a:alpha val="100000"/>
                            </a:srgbClr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100%</a:t>
                      </a:r>
                    </a:p>
                  </a:txBody>
                  <a:tcPr anchor="ctr" marB="114300" marT="114300" marR="0" marL="0">
                    <a:lnL algn="ctr" cmpd="sng" cap="flat" w="0">
                      <a:noFill/>
                      <a:prstDash val="solid"/>
                    </a:lnL>
                    <a:lnR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T>
                    <a:lnB algn="ctr" cmpd="sng" cap="flat" w="9525">
                      <a:solidFill>
                        <a:srgbClr val="757070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26 empleadores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102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p_tabla (conteos por tipo de institución y sector)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73836" y="1691640"/>
            <a:ext cx="10424160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3836" y="1508760"/>
            <a:ext cx="104241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 de conteos, 28.96 x 10.16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ESCALAS, ETIQUETAS Y FORMATOS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UTILIDAD DE LOS OBJETIVOS EDUCACIONALES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43193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OE1: Diseña soluciones de ingeniería sostenibles y seguras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040729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2040729"/>
            <a:ext cx="11338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19472" y="2040729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919472" y="2104737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20256" y="2040729"/>
            <a:ext cx="3624682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2104737"/>
            <a:ext cx="3621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76826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489704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1976721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864608" y="1967577"/>
            <a:ext cx="33832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0328" y="1748121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424160" y="2095593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2777267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OE2: Gestiona proyectos en equipos multidisciplinarios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54880" y="2874803"/>
            <a:ext cx="5852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09744" y="2874803"/>
            <a:ext cx="552298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64024" y="29388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358384" y="2874803"/>
            <a:ext cx="170444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358384" y="2938811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7059168" y="2874803"/>
            <a:ext cx="313090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059168" y="2938811"/>
            <a:ext cx="31272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57%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186416" y="2874803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76826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48970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208362" y="281079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131552" y="2801651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38944" y="258219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424160" y="292966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611341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OE3: Se actualiza de forma permanente en su campo profesional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3708877"/>
            <a:ext cx="223114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08877"/>
            <a:ext cx="208849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974336" y="3772885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59168" y="3708877"/>
            <a:ext cx="318577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059168" y="3772885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59122" y="364486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572000" y="341626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424160" y="376374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4445415"/>
            <a:ext cx="4238244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OE4: Actúa con ética y responsabilidad social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4542951"/>
            <a:ext cx="168250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919472" y="4542951"/>
            <a:ext cx="159471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919472" y="4606959"/>
            <a:ext cx="15910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10528" y="4542951"/>
            <a:ext cx="367954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10528" y="4606959"/>
            <a:ext cx="36758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186416" y="4542951"/>
            <a:ext cx="54864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831690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544568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0208362" y="4478943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131552" y="4469799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38944" y="4250343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0424160" y="4597815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31551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3264916" y="5336713"/>
            <a:ext cx="896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útil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2529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4362704" y="5336713"/>
            <a:ext cx="871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útil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53253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5435092" y="5336713"/>
            <a:ext cx="502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Útil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60294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6139180" y="5336713"/>
            <a:ext cx="1277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útil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75082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7617968" y="5336713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104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p_barras_multiapiladas (modo var), escala de utilidad con Top Two Box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5188" y="5336713"/>
            <a:ext cx="50876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155188" y="5153833"/>
            <a:ext cx="50876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14.13 x 0.76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AUTOPERCEPCIÓN DE COMPETENCIAS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32588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0347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Diseña soluciones de ingeniería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95681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09744" y="1956816"/>
            <a:ext cx="38770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9659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193792" y="1956816"/>
            <a:ext cx="219821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193792" y="1965960"/>
            <a:ext cx="21945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388352" y="1956816"/>
            <a:ext cx="285658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388352" y="1965960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76826" y="189280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489704" y="166420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424160" y="19568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59842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Gestiona proyectos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54880" y="2651760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864608" y="2651760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764024" y="26609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303520" y="2651760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303520" y="2660904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82128" y="2651760"/>
            <a:ext cx="23628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882128" y="2660904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804258" y="25877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517136" y="23591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0424160" y="26517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90%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29336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comunica de forma efectiva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346704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09744" y="3346704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654296" y="3355848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5138928" y="3346704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138928" y="3355848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607808" y="3346704"/>
            <a:ext cx="263713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607808" y="3355848"/>
            <a:ext cx="263347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76826" y="328269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489704" y="305409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98830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Trabaja en equipos multidisciplinarios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754880" y="40416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19472" y="4041648"/>
            <a:ext cx="192389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919472" y="4050792"/>
            <a:ext cx="19202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839712" y="4041648"/>
            <a:ext cx="34052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839712" y="4050792"/>
            <a:ext cx="34015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9776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37490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424160" y="40416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97%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468325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 e innova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754880" y="473659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4919472" y="4736592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919472" y="4745736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5742432" y="4736592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742432" y="4745736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736592"/>
            <a:ext cx="170444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7457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186416" y="4736592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31690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544568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208362" y="467258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4663440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838944" y="444398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424160" y="47365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929638" y="54772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039366" y="5413248"/>
            <a:ext cx="1506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competente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37026" y="54772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746754" y="5413248"/>
            <a:ext cx="1480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competente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5319014" y="54772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28742" y="541324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Competente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645402" y="54772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755130" y="5413248"/>
            <a:ext cx="1887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competente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733790" y="54772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843518" y="54132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105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var), escala de competencia con Top Two Box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4754880" y="1737360"/>
            <a:ext cx="5486400" cy="340156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4754880" y="155448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9.45 cm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929638" y="5413248"/>
            <a:ext cx="75387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929638" y="5230368"/>
            <a:ext cx="75387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20.94 x 0.76 cm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EXPERIENCIAS FORMATIVAS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las prácticas preprofesionales en la formación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809744" y="1819656"/>
            <a:ext cx="22311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29200" y="1819656"/>
            <a:ext cx="18141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029200" y="182880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839712" y="1819656"/>
            <a:ext cx="329549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839712" y="1828800"/>
            <a:ext cx="329184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7682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48970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4913986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919472" y="1746504"/>
            <a:ext cx="2834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910328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93%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754880" y="2441448"/>
            <a:ext cx="16825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919472" y="2441448"/>
            <a:ext cx="153985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919472" y="2450592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55664" y="2441448"/>
            <a:ext cx="37344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455664" y="2450592"/>
            <a:ext cx="37307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86416" y="2441448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831690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544568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208362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131552" y="2368296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38944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754880" y="3063240"/>
            <a:ext cx="1133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864608" y="3063240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4864608" y="3072384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949440" y="3063240"/>
            <a:ext cx="31857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49440" y="3072384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131552" y="306324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804258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517136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180930" y="299923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131552" y="299008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38944" y="277063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Importancia de la investigación en la formación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22776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919472" y="3922776"/>
            <a:ext cx="82661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919472" y="39319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742432" y="3922776"/>
            <a:ext cx="252740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742432" y="3931920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8266176" y="3922776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66176" y="3931920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076688" y="3922776"/>
            <a:ext cx="16459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4831690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4544568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53498" y="385876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10131552" y="3849624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38944" y="363016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79%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4544568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64608" y="4544568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864608" y="4553712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522976" y="4544568"/>
            <a:ext cx="247253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5522976" y="4553712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7991856" y="4544568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7991856" y="4553712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131552" y="454456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04258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17136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180930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10131552" y="447141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3894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5166360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809744" y="5166360"/>
            <a:ext cx="33284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4654296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138928" y="5166360"/>
            <a:ext cx="225308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138928" y="5175504"/>
            <a:ext cx="22494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7388352" y="5166360"/>
            <a:ext cx="274685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7388352" y="5175504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131552" y="516636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4776826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448970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10180930" y="51023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10131552" y="509320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38944" y="48737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3360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457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Nada importante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39672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4076954" y="5843016"/>
            <a:ext cx="14046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Poco importante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55730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5682742" y="5843016"/>
            <a:ext cx="1010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Importante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67851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6894830" y="5843016"/>
            <a:ext cx="1341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importante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83273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8437118" y="584301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314 egresados y 148 docentes</a:t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106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(var_cruce), escala de importancia con Top Two Box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6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7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118" name=""/>
          <p:cNvSpPr>
            <a:spLocks noGrp="1"/>
          </p:cNvSpPr>
          <p:nvPr>
            </p:nvPr>
        </p:nvSpPr>
        <p:spPr>
          <a:xfrm>
            <a:off x="2336038" y="5843016"/>
            <a:ext cx="67259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9" name=""/>
          <p:cNvSpPr>
            <a:spLocks noGrp="1"/>
          </p:cNvSpPr>
          <p:nvPr>
            </p:nvPr>
        </p:nvSpPr>
        <p:spPr>
          <a:xfrm>
            <a:off x="2336038" y="5660136"/>
            <a:ext cx="67259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18.68 x 0.76 cm</a:t>
            </a:r>
          </a:p>
        </p:txBody>
      </p:sp>
      <p:sp>
        <p:nvSpPr>
          <p:cNvPr id="12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LOS SERVICIOS DE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de comedor y espacios para consumo de alimentos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19656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1819656"/>
            <a:ext cx="137525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0256" y="1819656"/>
            <a:ext cx="269199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620256" y="1828800"/>
            <a:ext cx="26883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308592" y="1819656"/>
            <a:ext cx="826618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308592" y="182880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31552" y="1819656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441448"/>
            <a:ext cx="383903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24963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135126" y="2441448"/>
            <a:ext cx="1144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135126" y="2450592"/>
            <a:ext cx="11407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275862" y="2441448"/>
            <a:ext cx="320858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275862" y="2450592"/>
            <a:ext cx="320492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480789" y="2441448"/>
            <a:ext cx="764149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480789" y="2450592"/>
            <a:ext cx="7604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424160" y="244144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754880" y="3063240"/>
            <a:ext cx="44257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654296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193792" y="3063240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193792" y="3072384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291072" y="306324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291072" y="307238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02368" y="306324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701784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424160" y="306324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 médico de la universidad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3922776"/>
            <a:ext cx="33284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599432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5084064" y="3922776"/>
            <a:ext cx="110093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5084064" y="393192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181344" y="3922776"/>
            <a:ext cx="19787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81344" y="3931920"/>
            <a:ext cx="19751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8156448" y="3922776"/>
            <a:ext cx="104607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156448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198864" y="3922776"/>
            <a:ext cx="104241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98864" y="3931920"/>
            <a:ext cx="10424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0424160" y="39227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754880" y="4544568"/>
            <a:ext cx="5852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809744" y="4544568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809744" y="4553712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687568" y="4544568"/>
            <a:ext cx="3350362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5687568" y="4553712"/>
            <a:ext cx="33467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034272" y="4544568"/>
            <a:ext cx="121066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034272" y="4553712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776826" y="448056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489704" y="425196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454456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83%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5166360"/>
            <a:ext cx="66202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5175504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5413248" y="516636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13248" y="517550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6291072" y="5166360"/>
            <a:ext cx="351495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6291072" y="5175504"/>
            <a:ext cx="35112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02368" y="5166360"/>
            <a:ext cx="4425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701784" y="517550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0424160" y="516636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967738" y="590702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077466" y="5843016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598926" y="590702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708654" y="5843016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899914" y="590702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5009642" y="5843016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099302" y="590702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209030" y="5843016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7603490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7713218" y="5843016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201 estudiantes, 92 docentes y 25 administrativos. «No he usado el servicio» cuenta en la base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107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(var_cruce). Robustez: la opción «No he usado» sólo existe en estudiantes. Se iguala por significado y va al final en gris (H58)</a:t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4754880" y="1600200"/>
            <a:ext cx="54864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11.02 cm</a:t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1967738" y="5843016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1967738" y="5660136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SALUD Y BIENESTAR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28904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salud de la universidad?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3291840" y="182880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5365736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1828800"/>
            <a:ext cx="53620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0116958" y="1819656"/>
            <a:ext cx="1034826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116958" y="1828800"/>
            <a:ext cx="103116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48127" y="1819656"/>
            <a:ext cx="481212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068693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3291840" y="245059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754880" y="2441448"/>
            <a:ext cx="6259415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54880" y="2450592"/>
            <a:ext cx="625575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91%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10638" y="2441448"/>
            <a:ext cx="41612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96832" y="245059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1423105" y="2441448"/>
            <a:ext cx="20623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1520736" y="237744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1227003" y="214884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291840" y="307238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3063240"/>
            <a:ext cx="653439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54880" y="3072384"/>
            <a:ext cx="6530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1285616" y="3063240"/>
            <a:ext cx="347381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137438" y="3072384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92168"/>
            <a:ext cx="3017520" cy="4876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servicio de bienestar psicológico?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3291840" y="393192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754880" y="3922776"/>
            <a:ext cx="577820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754880" y="3931920"/>
            <a:ext cx="57745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426" y="3922776"/>
            <a:ext cx="759848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529426" y="3931920"/>
            <a:ext cx="756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285616" y="3922776"/>
            <a:ext cx="343723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137438" y="39319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291840" y="4553712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754880" y="4544568"/>
            <a:ext cx="495326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754880" y="4553712"/>
            <a:ext cx="494961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704491" y="4544568"/>
            <a:ext cx="1378549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704491" y="4553712"/>
            <a:ext cx="13748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079382" y="4544568"/>
            <a:ext cx="549957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034321" y="455371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291840" y="5175504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754880" y="5166360"/>
            <a:ext cx="412833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5175504"/>
            <a:ext cx="41246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8879556" y="5166360"/>
            <a:ext cx="2065995" cy="29260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8879556" y="5175504"/>
            <a:ext cx="206233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941893" y="5166360"/>
            <a:ext cx="687446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941893" y="5175504"/>
            <a:ext cx="68744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919066" y="5907024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5028794" y="5843016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34254" y="5907024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643982" y="5843016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212942" y="590702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322670" y="5843016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estudiantes, 148 docentes y 43 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108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(var_cruce, dicotómica con «No sabe» al final en gris)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1600200"/>
            <a:ext cx="6874459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754880" y="1417320"/>
            <a:ext cx="6874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19.10 x 11.02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919066" y="5843016"/>
            <a:ext cx="2079244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4919066" y="5660136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5.78 x 0.76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 DEL EGRESADO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¿Cuánto tiempo le tomó conseguir su primer empleo?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452116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Menos de 2 meses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500884" y="2468880"/>
            <a:ext cx="245051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87970" y="245973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65348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2 y 5 meses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00884" y="3182112"/>
            <a:ext cx="19991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36561" y="31729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878580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 6 meses y un año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500884" y="3895344"/>
            <a:ext cx="109628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633741" y="3886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591812"/>
            <a:ext cx="2103120" cy="2895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Más de un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500884" y="4608576"/>
            <a:ext cx="58038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3117844" y="45994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205984"/>
            <a:ext cx="2103120" cy="4876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encontrado trabajo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500884" y="5321808"/>
            <a:ext cx="322436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59896" y="531266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095848" y="1508760"/>
            <a:ext cx="7315" cy="463600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150876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Sector en el que trabaja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208864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Privado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720176" y="2093976"/>
            <a:ext cx="228722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043976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2417826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Público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20176" y="2423160"/>
            <a:ext cx="134250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099253" y="241401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24448" y="2659380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 propio o independiente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720176" y="2752344"/>
            <a:ext cx="696112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452863" y="27432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324448" y="2988564"/>
            <a:ext cx="2286000" cy="4419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ONG u organismo internacional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720176" y="3081528"/>
            <a:ext cx="298334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055085" y="307238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324448" y="3405378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Educativo e investigación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720176" y="3410712"/>
            <a:ext cx="248611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005363" y="34015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324448" y="3734562"/>
            <a:ext cx="2286000" cy="2667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720176" y="3739896"/>
            <a:ext cx="99445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8856196" y="37307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324448" y="4251960"/>
            <a:ext cx="5579212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324448" y="4389120"/>
            <a:ext cx="55792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Su trabajo se relaciona con la formación recibida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714939" y="470916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324448" y="5265420"/>
            <a:ext cx="1097280" cy="25908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531456" y="5239512"/>
            <a:ext cx="70985" cy="31089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598783" y="5239512"/>
            <a:ext cx="306630" cy="31089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901756" y="5239512"/>
            <a:ext cx="1383867" cy="31089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7901756" y="5257800"/>
            <a:ext cx="13802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281965" y="5239512"/>
            <a:ext cx="1585848" cy="31089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281965" y="5257800"/>
            <a:ext cx="15821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10864156" y="5239512"/>
            <a:ext cx="33664" cy="31089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55963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272511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744783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750269" y="5166360"/>
            <a:ext cx="23547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693135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875501" y="517550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88091" y="5166360"/>
            <a:ext cx="928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95483" y="494690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5257800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314 egresados. Sector y relación con la formación, 298 que trabajan. El tiempo va en su orden y «No he encontrado trabajo» al final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109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p_slide_3_graficos_1mas2: p_barras_agrupadas (ordinal con residual al final) + p_barras_agrupadas + p_barras_apiladas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500884" y="2240280"/>
            <a:ext cx="2744572" cy="35661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500884" y="2057400"/>
            <a:ext cx="274457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7.62 x 9.91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8720176" y="2057400"/>
            <a:ext cx="2561692" cy="197510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8720176" y="1874520"/>
            <a:ext cx="2561692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0.71 cm, 7.12 x 5.49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7531456" y="5029200"/>
            <a:ext cx="3366364" cy="6400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7531456" y="4846320"/>
            <a:ext cx="336636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0.86 cm, 9.35 x 1.78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HERRAMIENTAS DE INTELIGENCIA ARTIFICIAL QUE USA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¿Qué herramientas de inteligencia artificial usa en sus funciones laborales?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7744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IA generativa (ChatGPT, Copilot, etc.)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539996" y="2386584"/>
            <a:ext cx="5841617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473053" y="237744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99% (172)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054096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Automatización inteligente (RPA + IA)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39996" y="3063240"/>
            <a:ext cx="767081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98517" y="3054096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 (23)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730752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Analítica avanzada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539996" y="3739896"/>
            <a:ext cx="649069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280505" y="3730752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 (19)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4407408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Machine Learning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39996" y="4416552"/>
            <a:ext cx="413044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44480" y="4407408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 (12)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5084064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Visión computacional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539996" y="5093208"/>
            <a:ext cx="59006" cy="3291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690442" y="5084064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5760720"/>
            <a:ext cx="40233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precisa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39996" y="5769864"/>
            <a:ext cx="59006" cy="329184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690442" y="5760720"/>
            <a:ext cx="14630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 (2)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174 egresados que usan IA en sus funciones laborales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110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con mostrar_frecuencia = TRUE (preset por proyecto: H49)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539996" y="2377440"/>
            <a:ext cx="5900623" cy="40599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539996" y="2194560"/>
            <a:ext cx="5900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«% (n)», 16.39 x 11.28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 «OTROS»: ¿CUÁL ES SU PUESTO ACTUAL?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proyectos (7)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(6)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aplicaciones (5)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Planificador de mantenimiento (5)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diseño mecánico (2)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tuberías (2)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(2)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mecánico intermedio (2)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88036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Asesor técnico comercial (1)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Comprador corporativo (1)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Consultor técnico (1)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324448" y="160020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comercial (1)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324448" y="198424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Ejecutivo de riesgos (1)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324448" y="236829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comercial (1)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24448" y="275234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Gestor de proyectos (1)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324448" y="313639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Ingeniera de manufactura (1)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324448" y="352044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estrategias (1)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24448" y="3904488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mantenimiento mecánico (1)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324448" y="4288536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planeamiento (1)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324448" y="4672584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procesos de información (1)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324448" y="5056632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soporte de producto (1)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24448" y="5440680"/>
            <a:ext cx="5579212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•  Ingeniero de ventas (1)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62 respuestas en «Otros» en la pregunta ¿Cuál es su puesto actual?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auto_otros_slides: PROPUESTA (agrupar por texto normalizado, contar, ordenar y repartir en 2 columnas. Sólo si hay 5 o más respuestas: H45, H46)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600200"/>
            <a:ext cx="11615623" cy="422452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dos columnas, orden por frecuencia, 32.27 x 11.73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QUÉ PODRÍA MEJORAR LA CARRERA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371600"/>
            <a:ext cx="11155680" cy="4876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Después de todos sus años de egreso, coméntenos en qué podría mejorar la carrera para que los egresados sean mejor empleados y respondan al mercado laboral: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3911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Integración de herramientas digitales para diseño, simulación, software especializado, análisis de datos e inteligencia artificial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432804" y="2121408"/>
            <a:ext cx="448987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0959253" y="213055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88036" y="245973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Actualización del plan de estudios, modernización de cursos y ampliación de electivos según demandas profesionales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432804" y="2542032"/>
            <a:ext cx="4180227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649607" y="255117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88036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práctica industrial en campo, talleres, laboratorios, fabricación y resolución de casos reales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32804" y="2962656"/>
            <a:ext cx="4025404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494784" y="2971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30098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Profundización en rubros mecánicos de alta demanda: minería, energía, mantenimiento, plantas, maquinaria, diseño e hidráulica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432804" y="3383280"/>
            <a:ext cx="325128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720668" y="339242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8036" y="3721608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Mayor vinculación docente con la industria, actualización profesional y mejora de metodologías de enseñanza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32804" y="3803904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791728" y="381304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4142232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sobre perfiles profesionales, campos laborales, rubros de especialización y condiciones del mercado peruano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432804" y="4224528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791728" y="42336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8036" y="4562856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comunicación, liderazgo, trabajo interdisciplinario y habilidades blandas para contextos profesionales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432804" y="4645152"/>
            <a:ext cx="2322348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791728" y="4654296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983480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Fortalecimiento de gestión de proyectos, negocio, costos, finanzas y perfil gerencial del ingeniero mecánico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432804" y="5065776"/>
            <a:ext cx="2012702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482082" y="50749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88036" y="5404104"/>
            <a:ext cx="6035040" cy="45720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inserción laboral mediante prácticas, horarios compatibles, pasantías, convenios y asesoría profesional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432804" y="5486400"/>
            <a:ext cx="1393409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7862789" y="5495544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5916168"/>
            <a:ext cx="60350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sabe / Ninguna sugerencia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432804" y="5907024"/>
            <a:ext cx="619293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7088673" y="5916168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131 egresados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112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p_slide_1_grafico_narrativo: p_barras_agrupadas (select_multiple)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432804" y="2057400"/>
            <a:ext cx="4849063" cy="378561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432804" y="1874520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10.52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432804" y="5843016"/>
            <a:ext cx="4849063" cy="42062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432804" y="5660136"/>
            <a:ext cx="484906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barras, g = 0.81 cm, 13.47 x 1.17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ENTIDADES QUE RECONOCIERON LA LABOR DOCENTE POR AÑO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1508760"/>
            <a:ext cx="11066983" cy="4636008"/>
            <a:chOff x="288036" y="1508760"/>
            <a:chExt cx="11066983" cy="4636008"/>
          </a:xfrm>
        </p:grpSpPr>
        <p:sp>
          <p:nvSpPr>
            <p:cNvPr id="4" name="rc3"/>
            <p:cNvSpPr/>
            <p:nvPr/>
          </p:nvSpPr>
          <p:spPr>
            <a:xfrm>
              <a:off x="820499" y="502578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820499" y="480896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820499" y="4592147"/>
              <a:ext cx="925748" cy="21682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820499" y="437532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2363414" y="5242607"/>
              <a:ext cx="925748" cy="43364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2363414" y="459214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2363414" y="437532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2363414" y="3724867"/>
              <a:ext cx="925748" cy="65046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2363414" y="3508047"/>
              <a:ext cx="925748" cy="21682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3906329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3906329" y="4375327"/>
              <a:ext cx="925748" cy="65046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4"/>
            <p:cNvSpPr/>
            <p:nvPr/>
          </p:nvSpPr>
          <p:spPr>
            <a:xfrm>
              <a:off x="3906329" y="415850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5"/>
            <p:cNvSpPr/>
            <p:nvPr/>
          </p:nvSpPr>
          <p:spPr>
            <a:xfrm>
              <a:off x="3906329" y="372486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6"/>
            <p:cNvSpPr/>
            <p:nvPr/>
          </p:nvSpPr>
          <p:spPr>
            <a:xfrm>
              <a:off x="3906329" y="350804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7"/>
            <p:cNvSpPr/>
            <p:nvPr/>
          </p:nvSpPr>
          <p:spPr>
            <a:xfrm>
              <a:off x="3906329" y="30744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8"/>
            <p:cNvSpPr/>
            <p:nvPr/>
          </p:nvSpPr>
          <p:spPr>
            <a:xfrm>
              <a:off x="3906329" y="28575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19"/>
            <p:cNvSpPr/>
            <p:nvPr/>
          </p:nvSpPr>
          <p:spPr>
            <a:xfrm>
              <a:off x="5449244" y="5025787"/>
              <a:ext cx="925748" cy="65046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0"/>
            <p:cNvSpPr/>
            <p:nvPr/>
          </p:nvSpPr>
          <p:spPr>
            <a:xfrm>
              <a:off x="5449244" y="4158507"/>
              <a:ext cx="925748" cy="86728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1"/>
            <p:cNvSpPr/>
            <p:nvPr/>
          </p:nvSpPr>
          <p:spPr>
            <a:xfrm>
              <a:off x="5449244" y="3941687"/>
              <a:ext cx="925748" cy="21682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2"/>
            <p:cNvSpPr/>
            <p:nvPr/>
          </p:nvSpPr>
          <p:spPr>
            <a:xfrm>
              <a:off x="5449244" y="3074407"/>
              <a:ext cx="925748" cy="86728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3"/>
            <p:cNvSpPr/>
            <p:nvPr/>
          </p:nvSpPr>
          <p:spPr>
            <a:xfrm>
              <a:off x="5449244" y="2423947"/>
              <a:ext cx="925748" cy="65046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4"/>
            <p:cNvSpPr/>
            <p:nvPr/>
          </p:nvSpPr>
          <p:spPr>
            <a:xfrm>
              <a:off x="5449244" y="1990307"/>
              <a:ext cx="925748" cy="433640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5"/>
            <p:cNvSpPr/>
            <p:nvPr/>
          </p:nvSpPr>
          <p:spPr>
            <a:xfrm>
              <a:off x="5449244" y="1773487"/>
              <a:ext cx="925748" cy="21682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6992159" y="4592147"/>
              <a:ext cx="925748" cy="108410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7"/>
            <p:cNvSpPr/>
            <p:nvPr/>
          </p:nvSpPr>
          <p:spPr>
            <a:xfrm>
              <a:off x="6992159" y="4158507"/>
              <a:ext cx="925748" cy="433640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8"/>
            <p:cNvSpPr/>
            <p:nvPr/>
          </p:nvSpPr>
          <p:spPr>
            <a:xfrm>
              <a:off x="6992159" y="3724867"/>
              <a:ext cx="925748" cy="433640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29"/>
            <p:cNvSpPr/>
            <p:nvPr/>
          </p:nvSpPr>
          <p:spPr>
            <a:xfrm>
              <a:off x="6992159" y="3291227"/>
              <a:ext cx="925748" cy="433640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0"/>
            <p:cNvSpPr/>
            <p:nvPr/>
          </p:nvSpPr>
          <p:spPr>
            <a:xfrm>
              <a:off x="6992159" y="3074407"/>
              <a:ext cx="925748" cy="216820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1"/>
            <p:cNvSpPr/>
            <p:nvPr/>
          </p:nvSpPr>
          <p:spPr>
            <a:xfrm>
              <a:off x="6992159" y="2640767"/>
              <a:ext cx="925748" cy="433640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tx32"/>
            <p:cNvSpPr/>
            <p:nvPr/>
          </p:nvSpPr>
          <p:spPr>
            <a:xfrm>
              <a:off x="124452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1244526" y="486696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1244526" y="46501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244526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2787441" y="54090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2787441" y="48652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2787441" y="443332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0" name="tx39"/>
            <p:cNvSpPr/>
            <p:nvPr/>
          </p:nvSpPr>
          <p:spPr>
            <a:xfrm>
              <a:off x="2787441" y="399798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1" name="tx40"/>
            <p:cNvSpPr/>
            <p:nvPr/>
          </p:nvSpPr>
          <p:spPr>
            <a:xfrm>
              <a:off x="2787441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2" name="tx41"/>
            <p:cNvSpPr/>
            <p:nvPr/>
          </p:nvSpPr>
          <p:spPr>
            <a:xfrm>
              <a:off x="4330356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4330356" y="464844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4330356" y="42165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33035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4330356" y="356604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4330356" y="32408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4330356" y="29155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49" name="tx48"/>
            <p:cNvSpPr/>
            <p:nvPr/>
          </p:nvSpPr>
          <p:spPr>
            <a:xfrm>
              <a:off x="5873271" y="529890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0" name="tx49"/>
            <p:cNvSpPr/>
            <p:nvPr/>
          </p:nvSpPr>
          <p:spPr>
            <a:xfrm>
              <a:off x="5873271" y="45417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1" name="tx50"/>
            <p:cNvSpPr/>
            <p:nvPr/>
          </p:nvSpPr>
          <p:spPr>
            <a:xfrm>
              <a:off x="5873271" y="39996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2" name="tx51"/>
            <p:cNvSpPr/>
            <p:nvPr/>
          </p:nvSpPr>
          <p:spPr>
            <a:xfrm>
              <a:off x="5873271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53" name="tx52"/>
            <p:cNvSpPr/>
            <p:nvPr/>
          </p:nvSpPr>
          <p:spPr>
            <a:xfrm>
              <a:off x="5873271" y="2697062"/>
              <a:ext cx="77694" cy="102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5873271" y="21567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873271" y="183148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416186" y="5083856"/>
              <a:ext cx="77694" cy="100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7416186" y="432491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FFFFFF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7416186" y="38912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7416186" y="345763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7416186" y="313240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416186" y="2807177"/>
              <a:ext cx="77694" cy="1004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111385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265677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2021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419968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2022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5742603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2023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7285518" y="5931708"/>
              <a:ext cx="339030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2024</a:t>
              </a:r>
            </a:p>
          </p:txBody>
        </p:sp>
        <p:sp>
          <p:nvSpPr>
            <p:cNvPr id="67" name="rc66"/>
            <p:cNvSpPr/>
            <p:nvPr/>
          </p:nvSpPr>
          <p:spPr>
            <a:xfrm>
              <a:off x="8598549" y="2965771"/>
              <a:ext cx="201455" cy="201456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7"/>
            <p:cNvSpPr/>
            <p:nvPr/>
          </p:nvSpPr>
          <p:spPr>
            <a:xfrm>
              <a:off x="8598549" y="3185227"/>
              <a:ext cx="201455" cy="201456"/>
            </a:xfrm>
            <a:prstGeom prst="rect">
              <a:avLst/>
            </a:prstGeom>
            <a:solidFill>
              <a:srgbClr val="F4B18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8"/>
            <p:cNvSpPr/>
            <p:nvPr/>
          </p:nvSpPr>
          <p:spPr>
            <a:xfrm>
              <a:off x="8598549" y="3404683"/>
              <a:ext cx="201455" cy="201456"/>
            </a:xfrm>
            <a:prstGeom prst="rect">
              <a:avLst/>
            </a:prstGeom>
            <a:solidFill>
              <a:srgbClr val="E9C4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69"/>
            <p:cNvSpPr/>
            <p:nvPr/>
          </p:nvSpPr>
          <p:spPr>
            <a:xfrm>
              <a:off x="8598549" y="3624139"/>
              <a:ext cx="201455" cy="201456"/>
            </a:xfrm>
            <a:prstGeom prst="rect">
              <a:avLst/>
            </a:prstGeom>
            <a:solidFill>
              <a:srgbClr val="9DC3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0"/>
            <p:cNvSpPr/>
            <p:nvPr/>
          </p:nvSpPr>
          <p:spPr>
            <a:xfrm>
              <a:off x="8598549" y="3843595"/>
              <a:ext cx="201455" cy="201456"/>
            </a:xfrm>
            <a:prstGeom prst="rect">
              <a:avLst/>
            </a:prstGeom>
            <a:solidFill>
              <a:srgbClr val="2A9D8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1"/>
            <p:cNvSpPr/>
            <p:nvPr/>
          </p:nvSpPr>
          <p:spPr>
            <a:xfrm>
              <a:off x="8598549" y="4063051"/>
              <a:ext cx="201455" cy="201456"/>
            </a:xfrm>
            <a:prstGeom prst="rect">
              <a:avLst/>
            </a:prstGeom>
            <a:solidFill>
              <a:srgbClr val="0B4F8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2"/>
            <p:cNvSpPr/>
            <p:nvPr/>
          </p:nvSpPr>
          <p:spPr>
            <a:xfrm>
              <a:off x="8598549" y="4282507"/>
              <a:ext cx="201455" cy="20145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8878594" y="3013020"/>
              <a:ext cx="986221" cy="10347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Otras entidades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8878594" y="3233772"/>
              <a:ext cx="1638337" cy="1021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Vicerrectorado Académico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8878594" y="3426011"/>
              <a:ext cx="1328036" cy="1293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Escuela de Posgrado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8878594" y="3673161"/>
              <a:ext cx="737654" cy="10170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Universidad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8878594" y="3866014"/>
              <a:ext cx="1599660" cy="1283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Departamento académico</a:t>
              </a:r>
            </a:p>
          </p:txBody>
        </p:sp>
        <p:sp>
          <p:nvSpPr>
            <p:cNvPr id="79" name="tx78"/>
            <p:cNvSpPr/>
            <p:nvPr/>
          </p:nvSpPr>
          <p:spPr>
            <a:xfrm>
              <a:off x="8878594" y="4112142"/>
              <a:ext cx="535812" cy="10163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Facultad</a:t>
              </a:r>
            </a:p>
          </p:txBody>
        </p:sp>
        <p:sp>
          <p:nvSpPr>
            <p:cNvPr id="80" name="tx79"/>
            <p:cNvSpPr/>
            <p:nvPr/>
          </p:nvSpPr>
          <p:spPr>
            <a:xfrm>
              <a:off x="8878594" y="4329892"/>
              <a:ext cx="2337246" cy="10334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Dirección Académica del Profesorado</a:t>
              </a:r>
            </a:p>
          </p:txBody>
        </p:sp>
      </p:grp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 de reconocimientos declarados por 26 docentes que respondieron «Sí». Un docente puede declarar varios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113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p_barras_apiladas en columnas con conteos (variable año × entidad)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508760"/>
            <a:ext cx="1106698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88036" y="1325880"/>
            <a:ext cx="1106698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apiladas con conteos, 30.74 x 12.88 cm</a:t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2350008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798064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autoridades de la Facultad informan oportunamente a la comunidad académica sobre las decisiones que afectan el desarrollo de la carrera, sus planes de mejora y los resultados de los procesos de evaluación y autoevaluación institucional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3264408"/>
            <a:ext cx="223114" cy="4572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974336" y="3264408"/>
            <a:ext cx="991210" cy="4572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974336" y="3355848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961888" y="3264408"/>
            <a:ext cx="2856586" cy="4572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61888" y="3355848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814816" y="3264408"/>
            <a:ext cx="1320394" cy="4572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814816" y="3355848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31552" y="3264408"/>
            <a:ext cx="109728" cy="4572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59122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72000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80930" y="320040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319125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297180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334670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76%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732788" y="445312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842516" y="4389120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049776" y="445312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159504" y="4389120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579364" y="445312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689092" y="4389120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867652" y="445312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977380" y="4389120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30640" y="445312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040368" y="4389120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114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54880" y="2761488"/>
            <a:ext cx="5486400" cy="13533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54880" y="2578608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3.76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732788" y="4389120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732788" y="4206240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INSTITUCIONAL: AFIRMACIONES EXTENSAS (CONT.)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608496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019976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cuenta con recursos humanos, técnicos y financieros suficientes para desarrollar actividades de investigación, desarrollo tecnológico e innovación, y difunde sus resultados en revistas indizadas y eventos académicos nacionales e internacionales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2486720"/>
            <a:ext cx="332842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599432" y="257776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5084064" y="2486720"/>
            <a:ext cx="1320394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084064" y="257776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400800" y="2486720"/>
            <a:ext cx="2582266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577760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979408" y="2486720"/>
            <a:ext cx="1100938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979408" y="2577760"/>
            <a:ext cx="10972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0076688" y="2486720"/>
            <a:ext cx="164592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153498" y="242271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31552" y="2413568"/>
            <a:ext cx="27432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219411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56861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67%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576152"/>
            <a:ext cx="4238244" cy="12801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mecanismos de admisión, permanencia y graduación están claramente definidos, se difunden a los estudiantes desde el primer ciclo y se aplican de manera transparente y consistente para todos los postulantes y 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4042896"/>
            <a:ext cx="113386" cy="45640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864608" y="4042896"/>
            <a:ext cx="607162" cy="45640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846320" y="413393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468112" y="4042896"/>
            <a:ext cx="3021178" cy="45640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468112" y="4133936"/>
            <a:ext cx="301752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8485632" y="4042896"/>
            <a:ext cx="1704442" cy="45640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485632" y="4133936"/>
            <a:ext cx="170078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0186416" y="4042896"/>
            <a:ext cx="54864" cy="45640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804258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517136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208362" y="397888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31552" y="396974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38944" y="375028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24160" y="412479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732788" y="5194640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842516" y="5130632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049776" y="5194640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159504" y="5130632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579364" y="5194640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689092" y="5130632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67652" y="5194640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977380" y="5130632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930640" y="5194640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40368" y="5130632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docentes. Ítems de 220 a 260 caracteres, tal como vienen en el cuestionario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115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más de 200 caracteres: la columna de texto se ensancha y la lámina se parte. La letra no baja de 13 pt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754880" y="2019976"/>
            <a:ext cx="5486400" cy="283633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4754880" y="1837096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1.27 cm, 15.24 x 7.88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732788" y="5130632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732788" y="4947752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INFRAESTRUCTURA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188720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76631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4754880" y="1819656"/>
            <a:ext cx="113386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864608" y="1819656"/>
            <a:ext cx="442570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764024" y="18288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303520" y="1819656"/>
            <a:ext cx="2746858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303520" y="1828800"/>
            <a:ext cx="27432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8046720" y="1819656"/>
            <a:ext cx="2143354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8046720" y="1828800"/>
            <a:ext cx="213969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39%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186416" y="1819656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804258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17136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208362" y="1755648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131552" y="1746504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38944" y="1527048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424160" y="181965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89%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461260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Laboratorios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754880" y="2514600"/>
            <a:ext cx="22311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974336" y="2514600"/>
            <a:ext cx="881482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4974336" y="2523744"/>
            <a:ext cx="8778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16%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852160" y="2514600"/>
            <a:ext cx="285658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852160" y="2523744"/>
            <a:ext cx="28529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705088" y="2514600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705088" y="2523744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131552" y="2514600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859122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572000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180930" y="245059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131552" y="2441448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838944" y="222199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424160" y="2514600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156204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Aulas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4754880" y="3209544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919472" y="3209544"/>
            <a:ext cx="66202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4919472" y="3218688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77840" y="3209544"/>
            <a:ext cx="318577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577840" y="3218688"/>
            <a:ext cx="31821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759952" y="3209544"/>
            <a:ext cx="1430122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759952" y="3218688"/>
            <a:ext cx="142646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86416" y="3209544"/>
            <a:ext cx="54864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4831690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4544568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0208362" y="314553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131552" y="3136392"/>
            <a:ext cx="82296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38944" y="291693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0424160" y="3209544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84%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851148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Wifi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754880" y="3904488"/>
            <a:ext cx="497434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681728" y="3913632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5248656" y="3904488"/>
            <a:ext cx="1484986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5248656" y="3913632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6729984" y="3904488"/>
            <a:ext cx="2417674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6729984" y="3913632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144000" y="3904488"/>
            <a:ext cx="99121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144000" y="3913632"/>
            <a:ext cx="9875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131552" y="3904488"/>
            <a:ext cx="10972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0180930" y="384048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10131552" y="3831336"/>
            <a:ext cx="5486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9838944" y="361188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0424160" y="3904488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4546092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Áreas deportivas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4754880" y="4599432"/>
            <a:ext cx="168250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4919472" y="4599432"/>
            <a:ext cx="552298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4873752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5468112" y="4599432"/>
            <a:ext cx="2582266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5468112" y="4608576"/>
            <a:ext cx="25786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8046720" y="4599432"/>
            <a:ext cx="1814170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8046720" y="4608576"/>
            <a:ext cx="181051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9857232" y="4599432"/>
            <a:ext cx="384048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9729216" y="460857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7%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4831690" y="453542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544568" y="430682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10424160" y="459943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036" y="5241036"/>
            <a:ext cx="4238244" cy="28956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Estacionamiento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4754880" y="5294376"/>
            <a:ext cx="607162" cy="29260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4736592" y="530352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11%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5358384" y="5294376"/>
            <a:ext cx="1320394" cy="29260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5358384" y="5303520"/>
            <a:ext cx="131673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6675120" y="5294376"/>
            <a:ext cx="2088490" cy="29260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6675120" y="5303520"/>
            <a:ext cx="208483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38%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8759952" y="5294376"/>
            <a:ext cx="662026" cy="29260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8759952" y="530352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9418320" y="5294376"/>
            <a:ext cx="822960" cy="29260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9418320" y="5303520"/>
            <a:ext cx="82296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10424160" y="529437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2513838" y="5934456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2623566" y="5870448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4145026" y="5934456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4254754" y="5870448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5446014" y="5934456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5555742" y="5870448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6645402" y="5934456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6755130" y="5870448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8149590" y="5934456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8259318" y="5870448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</a:t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116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var). Ítems de 1 a 3 palabras: la columna de texto se angosta y la barra gana ancho</a:t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0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0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110" name=""/>
          <p:cNvSpPr>
            <a:spLocks noGrp="1"/>
          </p:cNvSpPr>
          <p:nvPr>
            </p:nvPr>
        </p:nvSpPr>
        <p:spPr>
          <a:xfrm>
            <a:off x="4754880" y="1600200"/>
            <a:ext cx="5486400" cy="4096512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1" name=""/>
          <p:cNvSpPr>
            <a:spLocks noGrp="1"/>
          </p:cNvSpPr>
          <p:nvPr>
            </p:nvPr>
        </p:nvSpPr>
        <p:spPr>
          <a:xfrm>
            <a:off x="4754880" y="141732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0.81 cm, 15.24 x 11.38 cm</a:t>
            </a:r>
          </a:p>
        </p:txBody>
      </p:sp>
      <p:sp>
        <p:nvSpPr>
          <p:cNvPr id="112" name=""/>
          <p:cNvSpPr>
            <a:spLocks noGrp="1"/>
          </p:cNvSpPr>
          <p:nvPr>
            </p:nvPr>
        </p:nvSpPr>
        <p:spPr>
          <a:xfrm>
            <a:off x="2513838" y="5870448"/>
            <a:ext cx="63703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3" name=""/>
          <p:cNvSpPr>
            <a:spLocks noGrp="1"/>
          </p:cNvSpPr>
          <p:nvPr>
            </p:nvPr>
        </p:nvSpPr>
        <p:spPr>
          <a:xfrm>
            <a:off x="2513838" y="5687568"/>
            <a:ext cx="63703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17.70 x 0.76 cm</a:t>
            </a:r>
          </a:p>
        </p:txBody>
      </p:sp>
      <p:sp>
        <p:nvSpPr>
          <p:cNvPr id="11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Y REGLAMENTOS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Unidad cuenta con servicios de tutoría académica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173425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579212" y="2404872"/>
            <a:ext cx="682728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579212" y="2374011"/>
            <a:ext cx="67907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8%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258282" y="2404872"/>
            <a:ext cx="4587380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258282" y="2374011"/>
            <a:ext cx="45837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842004" y="2404872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842004" y="2374011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624563" y="2404872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624563" y="2374011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8841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201720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409444" y="2946654"/>
            <a:ext cx="512960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344055" y="2915793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918747" y="2946654"/>
            <a:ext cx="1531565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918747" y="2915793"/>
            <a:ext cx="15279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446654" y="2946654"/>
            <a:ext cx="2889705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446654" y="2915793"/>
            <a:ext cx="288604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332702" y="2946654"/>
            <a:ext cx="1616449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332702" y="2915793"/>
            <a:ext cx="1612791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945493" y="2946654"/>
            <a:ext cx="195232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8945493" y="2915793"/>
            <a:ext cx="195232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23%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el reglamento de prácticas preprofesionales?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4738878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409444" y="4768596"/>
            <a:ext cx="6079955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409444" y="4738878"/>
            <a:ext cx="607629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8485742" y="4768596"/>
            <a:ext cx="3417917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8485742" y="4738878"/>
            <a:ext cx="341791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36%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5100066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5129784"/>
            <a:ext cx="6744550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409444" y="5100066"/>
            <a:ext cx="674089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71%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9150337" y="5129784"/>
            <a:ext cx="2753322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150337" y="5100066"/>
            <a:ext cx="275332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29%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5461254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409444" y="5490972"/>
            <a:ext cx="8358567" cy="21488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409444" y="5461254"/>
            <a:ext cx="835490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88%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764353" y="5490972"/>
            <a:ext cx="1139306" cy="214884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10764353" y="5461254"/>
            <a:ext cx="11393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683350" y="5870448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6793078" y="5806440"/>
            <a:ext cx="414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Sí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7298538" y="5870448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7408266" y="5806440"/>
            <a:ext cx="477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148 docentes y 1,234 estudiantes (tutoría). 1,234 estudiantes, 314 egresados y 43 administrativos (reglamento)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117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bloque 1 var_cruce de acuerdo con 2 actores. Bloque 2 var_cruce dicotómico con 3 actores)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2409444" y="4649724"/>
            <a:ext cx="949421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409444" y="4466844"/>
            <a:ext cx="949421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0.60 cm, 26.37 x 3.01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6683350" y="5806440"/>
            <a:ext cx="1019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6683350" y="562356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2.83 x 0.76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ACADÉMICA: VALORACIÓN Y SATISFACCIÓN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508760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carrera brinda orientación académica oportuna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714939" y="1874520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374011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409444" y="2404872"/>
            <a:ext cx="343193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59172" y="237401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748979" y="2404872"/>
            <a:ext cx="1446681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748979" y="2374011"/>
            <a:ext cx="144302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192003" y="2404872"/>
            <a:ext cx="441761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192003" y="2374011"/>
            <a:ext cx="441395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605958" y="2404872"/>
            <a:ext cx="2125751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605958" y="2374011"/>
            <a:ext cx="212209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25%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728052" y="2404872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807449" y="234086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788091" y="2331720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95483" y="211226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10989259" y="2374011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2915793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409444" y="2946654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664095" y="2946654"/>
            <a:ext cx="1192030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4095" y="2915793"/>
            <a:ext cx="118837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852468" y="2946654"/>
            <a:ext cx="4672264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3852468" y="2915793"/>
            <a:ext cx="46686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55%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21074" y="2946654"/>
            <a:ext cx="2210635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21074" y="2915793"/>
            <a:ext cx="220697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26%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728052" y="2946654"/>
            <a:ext cx="169768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2531283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244162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807449" y="2882646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788091" y="2873502"/>
            <a:ext cx="24844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495483" y="2654046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0989259" y="2915793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81%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4018" y="3415284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993746" y="3351276"/>
            <a:ext cx="2115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en desacuerdo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201006" y="3415284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5310734" y="3351276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730594" y="3415284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840322" y="3351276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8018882" y="3415284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8128610" y="3351276"/>
            <a:ext cx="1861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Totalmente de acuerdo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081870" y="3415284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0191598" y="3351276"/>
            <a:ext cx="8077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INF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3826764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3963924"/>
            <a:ext cx="11615623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el servicio de orientación académica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10714939" y="4329684"/>
            <a:ext cx="14630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29175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409444" y="4860036"/>
            <a:ext cx="428076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301613" y="482917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33863" y="4860036"/>
            <a:ext cx="1276914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338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107119" y="4860036"/>
            <a:ext cx="3738543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4107119" y="4829175"/>
            <a:ext cx="373488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7842004" y="4860036"/>
            <a:ext cx="1786216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7842004" y="4829175"/>
            <a:ext cx="1782559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624563" y="4860036"/>
            <a:ext cx="1273256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624563" y="4829175"/>
            <a:ext cx="127325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0989259" y="4829175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5370957"/>
            <a:ext cx="201168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409444" y="5401818"/>
            <a:ext cx="258309" cy="212598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664095" y="5401818"/>
            <a:ext cx="1022263" cy="212598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664095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3682700" y="5401818"/>
            <a:ext cx="4162961" cy="212598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3682700" y="5370957"/>
            <a:ext cx="415930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49%</a:t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842004" y="5401818"/>
            <a:ext cx="2040868" cy="212598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7842004" y="5370957"/>
            <a:ext cx="203721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79214" y="5401818"/>
            <a:ext cx="1018605" cy="212598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9879214" y="5370957"/>
            <a:ext cx="101860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531283" y="533781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244162" y="510921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3%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10989259" y="5370957"/>
            <a:ext cx="9144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3118968" y="5870448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3228696" y="5806440"/>
            <a:ext cx="1430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insatisfecho</a:t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4750156" y="5870448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4859884" y="5806440"/>
            <a:ext cx="10998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Insatisfecho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6051144" y="5870448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6160872" y="5806440"/>
            <a:ext cx="998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Satisfecho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7250532" y="5870448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7360260" y="5806440"/>
            <a:ext cx="1303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satisfecho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8754720" y="5870448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8864448" y="5806440"/>
            <a:ext cx="1899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 he usado el servicio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1,234 estudiantes y 314 egresados. «No he usado el servicio» cuenta en la base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118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multilista: mismos actores, bloque de acuerdo y bloque de satisfacción, cada uno con su leyenda)</a:t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9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9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94" name=""/>
          <p:cNvSpPr>
            <a:spLocks noGrp="1"/>
          </p:cNvSpPr>
          <p:nvPr>
            </p:nvPr>
        </p:nvSpPr>
        <p:spPr>
          <a:xfrm>
            <a:off x="2409444" y="2194560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5" name=""/>
          <p:cNvSpPr>
            <a:spLocks noGrp="1"/>
          </p:cNvSpPr>
          <p:nvPr>
            </p:nvPr>
        </p:nvSpPr>
        <p:spPr>
          <a:xfrm>
            <a:off x="2409444" y="2011680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96" name=""/>
          <p:cNvSpPr>
            <a:spLocks noGrp="1"/>
          </p:cNvSpPr>
          <p:nvPr>
            </p:nvPr>
        </p:nvSpPr>
        <p:spPr>
          <a:xfrm>
            <a:off x="2884018" y="3351276"/>
            <a:ext cx="79324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7" name=""/>
          <p:cNvSpPr>
            <a:spLocks noGrp="1"/>
          </p:cNvSpPr>
          <p:nvPr>
            </p:nvPr>
        </p:nvSpPr>
        <p:spPr>
          <a:xfrm>
            <a:off x="2884018" y="3168396"/>
            <a:ext cx="79324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22.03 x 0.76 cm</a:t>
            </a:r>
          </a:p>
        </p:txBody>
      </p:sp>
      <p:sp>
        <p:nvSpPr>
          <p:cNvPr id="98" name=""/>
          <p:cNvSpPr>
            <a:spLocks noGrp="1"/>
          </p:cNvSpPr>
          <p:nvPr>
            </p:nvPr>
        </p:nvSpPr>
        <p:spPr>
          <a:xfrm>
            <a:off x="2409444" y="4649724"/>
            <a:ext cx="8488375" cy="1083564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9" name=""/>
          <p:cNvSpPr>
            <a:spLocks noGrp="1"/>
          </p:cNvSpPr>
          <p:nvPr>
            </p:nvPr>
        </p:nvSpPr>
        <p:spPr>
          <a:xfrm>
            <a:off x="2409444" y="4466844"/>
            <a:ext cx="848837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likert compacto, g = 0.59 cm, 23.58 x 3.01 cm</a:t>
            </a:r>
          </a:p>
        </p:txBody>
      </p:sp>
      <p:sp>
        <p:nvSpPr>
          <p:cNvPr id="100" name=""/>
          <p:cNvSpPr>
            <a:spLocks noGrp="1"/>
          </p:cNvSpPr>
          <p:nvPr>
            </p:nvPr>
        </p:nvSpPr>
        <p:spPr>
          <a:xfrm>
            <a:off x="3118968" y="5806440"/>
            <a:ext cx="74625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1" name=""/>
          <p:cNvSpPr>
            <a:spLocks noGrp="1"/>
          </p:cNvSpPr>
          <p:nvPr>
            </p:nvPr>
        </p:nvSpPr>
        <p:spPr>
          <a:xfrm>
            <a:off x="3118968" y="5623560"/>
            <a:ext cx="74625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20.73 x 0.76 cm</a:t>
            </a:r>
          </a:p>
        </p:txBody>
      </p:sp>
      <p:sp>
        <p:nvSpPr>
          <p:cNvPr id="10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OTROS ESTUDIOS DE PULSO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CONFIANZA EN EL CONGRESO, DE 1 A 10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288036" y="2011680"/>
            <a:ext cx="8229600" cy="3931920"/>
            <a:chOff x="288036" y="2011680"/>
            <a:chExt cx="8229600" cy="3931920"/>
          </a:xfrm>
        </p:grpSpPr>
        <p:sp>
          <p:nvSpPr>
            <p:cNvPr id="4" name="rc3"/>
            <p:cNvSpPr/>
            <p:nvPr/>
          </p:nvSpPr>
          <p:spPr>
            <a:xfrm>
              <a:off x="545438" y="2547858"/>
              <a:ext cx="491204" cy="311059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1267797" y="4103156"/>
              <a:ext cx="491204" cy="1555297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1990156" y="3584723"/>
              <a:ext cx="491204" cy="2073730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2712515" y="3757534"/>
              <a:ext cx="491204" cy="1900919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3434874" y="3066290"/>
              <a:ext cx="491204" cy="259216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57233" y="3930345"/>
              <a:ext cx="491204" cy="1728108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4879593" y="4275966"/>
              <a:ext cx="491204" cy="1382486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5601952" y="4621588"/>
              <a:ext cx="491204" cy="1036865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6324311" y="5140021"/>
              <a:ext cx="491204" cy="518432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2"/>
            <p:cNvSpPr/>
            <p:nvPr/>
          </p:nvSpPr>
          <p:spPr>
            <a:xfrm>
              <a:off x="7046670" y="5312832"/>
              <a:ext cx="491204" cy="345621"/>
            </a:xfrm>
            <a:prstGeom prst="rect">
              <a:avLst/>
            </a:prstGeom>
            <a:solidFill>
              <a:srgbClr val="081F5C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3"/>
            <p:cNvSpPr/>
            <p:nvPr/>
          </p:nvSpPr>
          <p:spPr>
            <a:xfrm>
              <a:off x="7769029" y="4621588"/>
              <a:ext cx="491204" cy="1036865"/>
            </a:xfrm>
            <a:prstGeom prst="rect">
              <a:avLst/>
            </a:prstGeom>
            <a:solidFill>
              <a:srgbClr val="BFBFB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tx14"/>
            <p:cNvSpPr/>
            <p:nvPr/>
          </p:nvSpPr>
          <p:spPr>
            <a:xfrm>
              <a:off x="625819" y="2363813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18%</a:t>
              </a:r>
            </a:p>
          </p:txBody>
        </p:sp>
        <p:sp>
          <p:nvSpPr>
            <p:cNvPr id="16" name="tx15"/>
            <p:cNvSpPr/>
            <p:nvPr/>
          </p:nvSpPr>
          <p:spPr>
            <a:xfrm>
              <a:off x="1394089" y="3919111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9%</a:t>
              </a:r>
            </a:p>
          </p:txBody>
        </p:sp>
        <p:sp>
          <p:nvSpPr>
            <p:cNvPr id="17" name="tx16"/>
            <p:cNvSpPr/>
            <p:nvPr/>
          </p:nvSpPr>
          <p:spPr>
            <a:xfrm>
              <a:off x="2070537" y="3400678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12%</a:t>
              </a:r>
            </a:p>
          </p:txBody>
        </p:sp>
        <p:sp>
          <p:nvSpPr>
            <p:cNvPr id="18" name="tx17"/>
            <p:cNvSpPr/>
            <p:nvPr/>
          </p:nvSpPr>
          <p:spPr>
            <a:xfrm>
              <a:off x="2792896" y="3573489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11%</a:t>
              </a:r>
            </a:p>
          </p:txBody>
        </p:sp>
        <p:sp>
          <p:nvSpPr>
            <p:cNvPr id="19" name="tx18"/>
            <p:cNvSpPr/>
            <p:nvPr/>
          </p:nvSpPr>
          <p:spPr>
            <a:xfrm>
              <a:off x="3515255" y="2882246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20" name="tx19"/>
            <p:cNvSpPr/>
            <p:nvPr/>
          </p:nvSpPr>
          <p:spPr>
            <a:xfrm>
              <a:off x="4237615" y="3746300"/>
              <a:ext cx="33044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10%</a:t>
              </a:r>
            </a:p>
          </p:txBody>
        </p:sp>
        <p:sp>
          <p:nvSpPr>
            <p:cNvPr id="21" name="tx20"/>
            <p:cNvSpPr/>
            <p:nvPr/>
          </p:nvSpPr>
          <p:spPr>
            <a:xfrm>
              <a:off x="5005884" y="4091922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8%</a:t>
              </a:r>
            </a:p>
          </p:txBody>
        </p:sp>
        <p:sp>
          <p:nvSpPr>
            <p:cNvPr id="22" name="tx21"/>
            <p:cNvSpPr/>
            <p:nvPr/>
          </p:nvSpPr>
          <p:spPr>
            <a:xfrm>
              <a:off x="5728243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3" name="tx22"/>
            <p:cNvSpPr/>
            <p:nvPr/>
          </p:nvSpPr>
          <p:spPr>
            <a:xfrm>
              <a:off x="6450602" y="4955976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3%</a:t>
              </a:r>
            </a:p>
          </p:txBody>
        </p:sp>
        <p:sp>
          <p:nvSpPr>
            <p:cNvPr id="24" name="tx23"/>
            <p:cNvSpPr/>
            <p:nvPr/>
          </p:nvSpPr>
          <p:spPr>
            <a:xfrm>
              <a:off x="7172961" y="5128787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2%</a:t>
              </a:r>
            </a:p>
          </p:txBody>
        </p:sp>
        <p:sp>
          <p:nvSpPr>
            <p:cNvPr id="25" name="tx24"/>
            <p:cNvSpPr/>
            <p:nvPr/>
          </p:nvSpPr>
          <p:spPr>
            <a:xfrm>
              <a:off x="7895320" y="4437544"/>
              <a:ext cx="238621" cy="12495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6%</a:t>
              </a:r>
            </a:p>
          </p:txBody>
        </p:sp>
        <p:sp>
          <p:nvSpPr>
            <p:cNvPr id="26" name="tx25"/>
            <p:cNvSpPr/>
            <p:nvPr/>
          </p:nvSpPr>
          <p:spPr>
            <a:xfrm>
              <a:off x="745130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1467489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2189848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2912207" y="5720600"/>
              <a:ext cx="91820" cy="1186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3634566" y="5720680"/>
              <a:ext cx="91820" cy="1185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356925" y="5718584"/>
              <a:ext cx="91820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5079284" y="5722696"/>
              <a:ext cx="91820" cy="1165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5801643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6524002" y="5718504"/>
              <a:ext cx="91820" cy="1207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7200451" y="5718584"/>
              <a:ext cx="183641" cy="1206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7757791" y="5716972"/>
              <a:ext cx="513680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NS/NR</a:t>
              </a:r>
            </a:p>
          </p:txBody>
        </p:sp>
      </p:grp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1508760"/>
            <a:ext cx="822960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escala de 1 a 10, ¿cuánto confía en el Congreso?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052560" y="242316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Promedio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052560" y="2743200"/>
            <a:ext cx="2743200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4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052560" y="361188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10, sin contar NS/NR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052560" y="4206240"/>
            <a:ext cx="27432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Confía poco (1 a 5)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052560" y="4480560"/>
            <a:ext cx="2743200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120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en columnas con orden del instrumento (1 a 10) y NS/NR al final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2011680"/>
            <a:ext cx="822960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1828800"/>
            <a:ext cx="82296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columnas 1 a 10 y NS/NR, 22.86 x 10.92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 A LA DEMOCRACIA POR GRUPO DE EDAD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0424160" y="1402415"/>
            <a:ext cx="13716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TOP TWO BOX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095244"/>
            <a:ext cx="3017520" cy="6858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democracia es preferible a cualquier otra forma de gobierno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3291840" y="2137661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 a 29 años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54880" y="2073653"/>
            <a:ext cx="49743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681728" y="2137661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5248656" y="2073653"/>
            <a:ext cx="1155802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248656" y="2137661"/>
            <a:ext cx="11521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21%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400800" y="2073653"/>
            <a:ext cx="2417674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400800" y="2137661"/>
            <a:ext cx="241401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44%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14816" y="2073653"/>
            <a:ext cx="121066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814816" y="2137661"/>
            <a:ext cx="120700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0021824" y="2073653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0126066" y="2009645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9838944" y="1781045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424160" y="2128517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66%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91840" y="2949786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 a 59 años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54880" y="2885778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99432" y="2949786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84064" y="2885778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084064" y="2949786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16752" y="2885778"/>
            <a:ext cx="2527402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016752" y="2949786"/>
            <a:ext cx="252374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540496" y="2885778"/>
            <a:ext cx="148498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8540496" y="2949786"/>
            <a:ext cx="148132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021824" y="2885778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126066" y="2821770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838944" y="2593170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0424160" y="2940642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3291840" y="3761910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60 años a más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754880" y="3697902"/>
            <a:ext cx="223114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4974336" y="3697902"/>
            <a:ext cx="66202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4974336" y="3761910"/>
            <a:ext cx="6583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632704" y="3697902"/>
            <a:ext cx="2362810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632704" y="3761910"/>
            <a:ext cx="235915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991856" y="3697902"/>
            <a:ext cx="2033626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991856" y="3761910"/>
            <a:ext cx="202996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37%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021824" y="3697902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4859122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572000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126066" y="3633894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38944" y="3405294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0424160" y="3752766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80%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291840" y="4574035"/>
            <a:ext cx="1371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Total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754880" y="4510027"/>
            <a:ext cx="332842" cy="402336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599432" y="4574035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6%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084064" y="4510027"/>
            <a:ext cx="936346" cy="402336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5084064" y="4574035"/>
            <a:ext cx="932688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17%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16752" y="4510027"/>
            <a:ext cx="2472538" cy="402336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6016752" y="4574035"/>
            <a:ext cx="24688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8485632" y="4510027"/>
            <a:ext cx="1539850" cy="402336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485632" y="4574035"/>
            <a:ext cx="1536192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28%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0021824" y="4510027"/>
            <a:ext cx="219456" cy="402336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0126066" y="4446019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9838944" y="4217419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4%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10424160" y="4564891"/>
            <a:ext cx="1371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73%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228088" y="5400721"/>
            <a:ext cx="137160" cy="1371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337816" y="5336713"/>
            <a:ext cx="1645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en desacuerdo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4075176" y="5400721"/>
            <a:ext cx="137160" cy="1371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4184904" y="5336713"/>
            <a:ext cx="13284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desacuerdo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5604764" y="5400721"/>
            <a:ext cx="137160" cy="1371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5714492" y="5336713"/>
            <a:ext cx="1087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acuerdo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6893052" y="5400721"/>
            <a:ext cx="137160" cy="1371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7002780" y="5336713"/>
            <a:ext cx="1391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Muy de acuerdo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8486140" y="5400721"/>
            <a:ext cx="137160" cy="137160"/>
          </a:xfrm>
          <a:prstGeom prst="rect">
            <a:avLst/>
          </a:prstGeom>
          <a:solidFill>
            <a:srgbClr val="BFBFBF">
              <a:alpha val="100000"/>
            </a:srgbClr>
          </a:solidFill>
          <a:ln w="3175" cap="rnd" cmpd="sng">
            <a:solidFill>
              <a:srgbClr val="BFBFB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8595868" y="5336713"/>
            <a:ext cx="7569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NS/NR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(312 de 18 a 29 años, 641 de 30 a 59 y 247 de 60 a más)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121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p_barras_multiapiladas (modo cruce por edad2) con Top Two Box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4754880" y="1813895"/>
            <a:ext cx="5486400" cy="3248497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4754880" y="1631015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bloque, g = 1.12 cm, 15.24 x 9.02 cm</a:t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228088" y="5336713"/>
            <a:ext cx="6941820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228088" y="5153833"/>
            <a:ext cx="69418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19.28 x 0.76 cm</a:t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PERCEPCIÓN DE LA COMUNIDAD DE ACOGIDA, POR GRUPO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214884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Considera que la población refugiada aporta a su barrio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68596" y="2103120"/>
            <a:ext cx="397764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8819388" y="208483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58%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68596" y="2395728"/>
            <a:ext cx="315468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7996428" y="237744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46%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301752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Tiene un vecino o vecina de otra nacionalidad con quien conversa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768596" y="2971800"/>
            <a:ext cx="438912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230868" y="295351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64%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768596" y="3264408"/>
            <a:ext cx="404622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887968" y="324612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59%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88620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Participó en una actividad comunitaria en el último año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768596" y="3840480"/>
            <a:ext cx="212598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967728" y="382219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768596" y="4133088"/>
            <a:ext cx="150876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0508" y="411480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754880"/>
            <a:ext cx="4206240" cy="54864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siente seguro o segura caminando de noche en su barrio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768596" y="4709160"/>
            <a:ext cx="3223260" cy="256032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8065008" y="4690872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768596" y="5001768"/>
            <a:ext cx="3086100" cy="256032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7927848" y="4983480"/>
            <a:ext cx="731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45%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781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87846" y="5824728"/>
            <a:ext cx="11252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Intervención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604506" y="5888736"/>
            <a:ext cx="137160" cy="13716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714234" y="5824728"/>
            <a:ext cx="12141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Comparación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189 entrevistados (99 en distritos de intervención y 90 en distritos de comparación)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(indicador por brazo)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278118" y="5824728"/>
            <a:ext cx="24673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278118" y="5641848"/>
            <a:ext cx="24673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6.85 x 0.76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4768596" y="2103120"/>
            <a:ext cx="5486400" cy="3474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4768596" y="1920240"/>
            <a:ext cx="54864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agrupadas por brazo, 15.24 x 9.65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INDICADORES DE LA ASISTENCIA EN EFECTIVO FRENTE A SU META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31139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700887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706356" y="1719072"/>
            <a:ext cx="548640" cy="21945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8A93A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100%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029968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Recibió la asistencia en la fecha prevista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585716" y="2084832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585716" y="2084832"/>
            <a:ext cx="463966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8887968" y="1993392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090404" y="2029968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86%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0757916" y="2066544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80%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816352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Retiró el dinero sin problemas de acceso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585716" y="2871216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585716" y="2871216"/>
            <a:ext cx="4208069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9157716" y="2779776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090404" y="2816352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78%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0757916" y="2852928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85%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3602736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Usó el efectivo en necesidades básicas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585716" y="3657600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585716" y="3657600"/>
            <a:ext cx="4963363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9427464" y="3566160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0090404" y="3602736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92%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0757916" y="3639312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389120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cómo presentar una queja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585716" y="4443984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4585716" y="4443984"/>
            <a:ext cx="2211934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808976" y="4352544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090404" y="4389120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10757916" y="4425696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60%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5175504"/>
            <a:ext cx="4023360" cy="36576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 sintió tratado o tratada con respeto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4585716" y="5230368"/>
            <a:ext cx="5394960" cy="274320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4585716" y="5230368"/>
            <a:ext cx="5125212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427464" y="5138928"/>
            <a:ext cx="27432" cy="45720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0090404" y="5175504"/>
            <a:ext cx="7315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95%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0757916" y="5212080"/>
            <a:ext cx="9601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90%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011418" y="5888736"/>
            <a:ext cx="137160" cy="13716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121146" y="5824728"/>
            <a:ext cx="8585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Logrado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7071106" y="5888736"/>
            <a:ext cx="137160" cy="13716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180834" y="5824728"/>
            <a:ext cx="155702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 del indicador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2,296 hogares entrevistados por teléfono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123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PROPUESTA: barras de indicador con marca de meta (el motor no dibuja metas. Hoy van en el texto)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011418" y="5824728"/>
            <a:ext cx="2543556" cy="2743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11418" y="5641848"/>
            <a:ext cx="2543556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leyenda, 7.07 x 0.76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4585716" y="2011680"/>
            <a:ext cx="5394960" cy="39319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4585716" y="1828800"/>
            <a:ext cx="53949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marca de meta, 14.99 x 10.92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HOSTIGAMIENTO EN EL ÚLTIMO AÑO, POR FACULTAD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3122676" y="1600200"/>
            <a:ext cx="36576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Prevalencia en el último año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529316" y="1600200"/>
            <a:ext cx="9144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196596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Sociales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122676" y="2002536"/>
            <a:ext cx="496062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8174736" y="197510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31%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0529316" y="198424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53288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Arquitectura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22676" y="2569464"/>
            <a:ext cx="432054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534656" y="254203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27%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0529316" y="255117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188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8036" y="3099816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Derecho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3122676" y="3136392"/>
            <a:ext cx="38404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054596" y="3108960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24%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0529316" y="3118104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305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3666744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Artes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122676" y="3703320"/>
            <a:ext cx="3520440" cy="2926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734556" y="3675888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22%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0529316" y="3685032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24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233672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3122676" y="4270248"/>
            <a:ext cx="304038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254496" y="4242816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19%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10529316" y="4251960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690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4800600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22676" y="4837176"/>
            <a:ext cx="288036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094476" y="4809744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18%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529316" y="4818888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96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5367528"/>
            <a:ext cx="256032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Ciencias Contables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3122676" y="5404104"/>
            <a:ext cx="2400300" cy="2926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614416" y="5376672"/>
            <a:ext cx="7315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15%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10529316" y="5385816"/>
            <a:ext cx="914400" cy="310896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1,855 estudiantes encuestados en aula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124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p_barras_agrupadas (orden mayor a menor) con n por categoría. Bases menores de 30 se aclaran (PROPUESTA de regla)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122676" y="1965960"/>
            <a:ext cx="6400800" cy="3968496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22676" y="1783080"/>
            <a:ext cx="64008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 con casos por facultad, 17.78 x 11.02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 DE LA GESTIÓN EN CUATRO MEDICIONES</a:t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653796" y="1600200"/>
            <a:ext cx="10607040" cy="4297680"/>
            <a:chOff x="653796" y="1600200"/>
            <a:chExt cx="10607040" cy="4297680"/>
          </a:xfrm>
        </p:grpSpPr>
        <p:sp>
          <p:nvSpPr>
            <p:cNvPr id="4" name="pl3"/>
            <p:cNvSpPr/>
            <p:nvPr/>
          </p:nvSpPr>
          <p:spPr>
            <a:xfrm>
              <a:off x="723385" y="5612733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4"/>
            <p:cNvSpPr/>
            <p:nvPr/>
          </p:nvSpPr>
          <p:spPr>
            <a:xfrm>
              <a:off x="723385" y="4824144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23385" y="4035555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23385" y="3246966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23385" y="2458377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23385" y="1669789"/>
              <a:ext cx="10467861" cy="0"/>
            </a:xfrm>
            <a:custGeom>
              <a:avLst/>
              <a:pathLst>
                <a:path w="10467861" h="0">
                  <a:moveTo>
                    <a:pt x="0" y="0"/>
                  </a:moveTo>
                  <a:lnTo>
                    <a:pt x="10467861" y="0"/>
                  </a:lnTo>
                </a:path>
              </a:pathLst>
            </a:custGeom>
            <a:ln w="9485" cap="flat">
              <a:solidFill>
                <a:srgbClr val="DCE1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9"/>
            <p:cNvSpPr/>
            <p:nvPr/>
          </p:nvSpPr>
          <p:spPr>
            <a:xfrm>
              <a:off x="864651" y="5562380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20%</a:t>
              </a:r>
            </a:p>
          </p:txBody>
        </p:sp>
        <p:sp>
          <p:nvSpPr>
            <p:cNvPr id="11" name="tx10"/>
            <p:cNvSpPr/>
            <p:nvPr/>
          </p:nvSpPr>
          <p:spPr>
            <a:xfrm>
              <a:off x="864651" y="4773791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2" name="tx11"/>
            <p:cNvSpPr/>
            <p:nvPr/>
          </p:nvSpPr>
          <p:spPr>
            <a:xfrm>
              <a:off x="864651" y="3985202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40%</a:t>
              </a:r>
            </a:p>
          </p:txBody>
        </p:sp>
        <p:sp>
          <p:nvSpPr>
            <p:cNvPr id="13" name="tx12"/>
            <p:cNvSpPr/>
            <p:nvPr/>
          </p:nvSpPr>
          <p:spPr>
            <a:xfrm>
              <a:off x="864651" y="3196613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50%</a:t>
              </a:r>
            </a:p>
          </p:txBody>
        </p:sp>
        <p:sp>
          <p:nvSpPr>
            <p:cNvPr id="14" name="tx13"/>
            <p:cNvSpPr/>
            <p:nvPr/>
          </p:nvSpPr>
          <p:spPr>
            <a:xfrm>
              <a:off x="864651" y="2408024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15" name="tx14"/>
            <p:cNvSpPr/>
            <p:nvPr/>
          </p:nvSpPr>
          <p:spPr>
            <a:xfrm>
              <a:off x="864651" y="1619435"/>
              <a:ext cx="254186" cy="9580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8A93A8">
                      <a:alpha val="100000"/>
                    </a:srgbClr>
                  </a:solidFill>
                  <a:latin typeface="Arial"/>
                  <a:cs typeface="Arial"/>
                </a:rPr>
                <a:t>70%</a:t>
              </a:r>
            </a:p>
          </p:txBody>
        </p:sp>
        <p:sp>
          <p:nvSpPr>
            <p:cNvPr id="16" name="pl15"/>
            <p:cNvSpPr/>
            <p:nvPr/>
          </p:nvSpPr>
          <p:spPr>
            <a:xfrm>
              <a:off x="2002790" y="2458377"/>
              <a:ext cx="6978574" cy="630871"/>
            </a:xfrm>
            <a:custGeom>
              <a:avLst/>
              <a:pathLst>
                <a:path w="6978574" h="630871">
                  <a:moveTo>
                    <a:pt x="0" y="630871"/>
                  </a:moveTo>
                  <a:lnTo>
                    <a:pt x="2326191" y="315435"/>
                  </a:lnTo>
                  <a:lnTo>
                    <a:pt x="4652383" y="0"/>
                  </a:lnTo>
                  <a:lnTo>
                    <a:pt x="6978574" y="157717"/>
                  </a:lnTo>
                </a:path>
              </a:pathLst>
            </a:custGeom>
            <a:ln w="40651" cap="flat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2002790" y="3956696"/>
              <a:ext cx="6978574" cy="630871"/>
            </a:xfrm>
            <a:custGeom>
              <a:avLst/>
              <a:pathLst>
                <a:path w="6978574" h="630871">
                  <a:moveTo>
                    <a:pt x="0" y="0"/>
                  </a:moveTo>
                  <a:lnTo>
                    <a:pt x="2326191" y="315435"/>
                  </a:lnTo>
                  <a:lnTo>
                    <a:pt x="4652383" y="630871"/>
                  </a:lnTo>
                  <a:lnTo>
                    <a:pt x="6978574" y="473153"/>
                  </a:lnTo>
                </a:path>
              </a:pathLst>
            </a:custGeom>
            <a:ln w="40651" cap="flat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40508" y="3026966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266699" y="2711531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6592891" y="239609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8919082" y="2553813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9DC3E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940508" y="3894414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4266699" y="4209850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6592891" y="4525285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8919082" y="4367568"/>
              <a:ext cx="124564" cy="124564"/>
            </a:xfrm>
            <a:prstGeom prst="ellipse">
              <a:avLst/>
            </a:prstGeom>
            <a:solidFill>
              <a:srgbClr val="F2F2F2">
                <a:alpha val="100000"/>
              </a:srgbClr>
            </a:solidFill>
            <a:ln w="27000" cap="rnd">
              <a:solidFill>
                <a:srgbClr val="081F5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5"/>
            <p:cNvSpPr/>
            <p:nvPr/>
          </p:nvSpPr>
          <p:spPr>
            <a:xfrm>
              <a:off x="1850278" y="284845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52%</a:t>
              </a:r>
            </a:p>
          </p:txBody>
        </p:sp>
        <p:sp>
          <p:nvSpPr>
            <p:cNvPr id="27" name="tx26"/>
            <p:cNvSpPr/>
            <p:nvPr/>
          </p:nvSpPr>
          <p:spPr>
            <a:xfrm>
              <a:off x="4176470" y="253301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56%</a:t>
              </a:r>
            </a:p>
          </p:txBody>
        </p:sp>
        <p:sp>
          <p:nvSpPr>
            <p:cNvPr id="28" name="tx27"/>
            <p:cNvSpPr/>
            <p:nvPr/>
          </p:nvSpPr>
          <p:spPr>
            <a:xfrm>
              <a:off x="6502661" y="2217581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60%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828853" y="2375299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58%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1850278" y="4059537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41%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4176470" y="4374972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37%</a:t>
              </a:r>
            </a:p>
          </p:txBody>
        </p:sp>
        <p:sp>
          <p:nvSpPr>
            <p:cNvPr id="32" name="tx31"/>
            <p:cNvSpPr/>
            <p:nvPr/>
          </p:nvSpPr>
          <p:spPr>
            <a:xfrm>
              <a:off x="6502661" y="4690408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33%</a:t>
              </a:r>
            </a:p>
          </p:txBody>
        </p:sp>
        <p:sp>
          <p:nvSpPr>
            <p:cNvPr id="33" name="tx32"/>
            <p:cNvSpPr/>
            <p:nvPr/>
          </p:nvSpPr>
          <p:spPr>
            <a:xfrm>
              <a:off x="8828853" y="4532690"/>
              <a:ext cx="305023" cy="1153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34" name="tx33"/>
            <p:cNvSpPr/>
            <p:nvPr/>
          </p:nvSpPr>
          <p:spPr>
            <a:xfrm>
              <a:off x="9353555" y="2524436"/>
              <a:ext cx="945133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9DC3E6">
                      <a:alpha val="100000"/>
                    </a:srgbClr>
                  </a:solidFill>
                  <a:latin typeface="Arial"/>
                  <a:cs typeface="Arial"/>
                </a:rPr>
                <a:t>Desaprueba</a:t>
              </a:r>
            </a:p>
          </p:txBody>
        </p:sp>
        <p:sp>
          <p:nvSpPr>
            <p:cNvPr id="35" name="tx34"/>
            <p:cNvSpPr/>
            <p:nvPr/>
          </p:nvSpPr>
          <p:spPr>
            <a:xfrm>
              <a:off x="9353555" y="4338190"/>
              <a:ext cx="669670" cy="1507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Aprueba</a:t>
              </a:r>
            </a:p>
          </p:txBody>
        </p:sp>
        <p:sp>
          <p:nvSpPr>
            <p:cNvPr id="36" name="tx35"/>
            <p:cNvSpPr/>
            <p:nvPr/>
          </p:nvSpPr>
          <p:spPr>
            <a:xfrm>
              <a:off x="1764290" y="5673429"/>
              <a:ext cx="477000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Marzo</a:t>
              </a:r>
            </a:p>
          </p:txBody>
        </p:sp>
        <p:sp>
          <p:nvSpPr>
            <p:cNvPr id="37" name="tx36"/>
            <p:cNvSpPr/>
            <p:nvPr/>
          </p:nvSpPr>
          <p:spPr>
            <a:xfrm>
              <a:off x="4108862" y="5673348"/>
              <a:ext cx="440239" cy="1201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Junio</a:t>
              </a:r>
            </a:p>
          </p:txBody>
        </p:sp>
        <p:sp>
          <p:nvSpPr>
            <p:cNvPr id="38" name="tx37"/>
            <p:cNvSpPr/>
            <p:nvPr/>
          </p:nvSpPr>
          <p:spPr>
            <a:xfrm>
              <a:off x="6256007" y="5671252"/>
              <a:ext cx="798332" cy="122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Setiembre</a:t>
              </a:r>
            </a:p>
          </p:txBody>
        </p:sp>
        <p:sp>
          <p:nvSpPr>
            <p:cNvPr id="39" name="tx38"/>
            <p:cNvSpPr/>
            <p:nvPr/>
          </p:nvSpPr>
          <p:spPr>
            <a:xfrm>
              <a:off x="8582198" y="5673429"/>
              <a:ext cx="798332" cy="1201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00" b="1">
                  <a:solidFill>
                    <a:srgbClr val="081F5C">
                      <a:alpha val="100000"/>
                    </a:srgbClr>
                  </a:solidFill>
                  <a:latin typeface="Arial"/>
                  <a:cs typeface="Arial"/>
                </a:rPr>
                <a:t>Diciembre</a:t>
              </a:r>
            </a:p>
          </p:txBody>
        </p:sp>
      </p:grp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Base: 1,200 entrevistados en cada ola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125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p_slide_1_grafico: p_serie_temporal (cuatro olas, rótulo directo al final de cada línea)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53796" y="1600200"/>
            <a:ext cx="10607040" cy="42976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53796" y="1417320"/>
            <a:ext cx="106070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serie de cuatro olas, 29.46 x 11.94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RECURSOS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(1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 y personas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 y fichas de cada público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Grupo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Persona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Institución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Empleador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Infancia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Ciudadano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Participante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Educación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Plan de estudios, docencia y servicios académicos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Formación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Escuela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Biblioteca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Evaluación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Clase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Idea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Escolar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Currículo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 y método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técnica, diseño muestral y ponderación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Cuestionario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Muestreo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Conteo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Ponderación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Prueba piloto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Análisis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Estadística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127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(2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 y recolección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 de campo y avance del operativo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Telefónica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Tableta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Código QR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Calendario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Duración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Recorrido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Visita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Celular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análisis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67131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Procesamiento, resultados y tablas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Barras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Proporción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Tendencia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Tabla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Filtro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 de cálculo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Cálculo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Porcentaje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Capas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y economía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216652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 e ingresos del egresado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Empleo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Ingreso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Efectivo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Industria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Crecimiento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Ahorro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Comercio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Obra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Gasto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128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(3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y bienestar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12598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 y estudios de salud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Atención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Hospital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Salud mental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Bienestar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Protección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Apoyo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Actividad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Tratamiento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Nutrición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Territorio y ambiente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Hojas de ruta, cobertura y estudios territoriales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Mapa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Hogar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Ambiente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local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rural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Agro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Agua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Clima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Zona urbana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Gobierno y participación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Opinión pública y estudios de política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Justicia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Voto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País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Norma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Documento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Trámite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Verificado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Difusión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Diálogo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Redes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129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POR TEMÁTICA (4 DE 4)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78508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Calidad y acreditación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63724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Estándares, logros y recomendaciones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91927" y="1851660"/>
            <a:ext cx="384048" cy="384048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57403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Mérito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820317" y="1851660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502426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Premio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4748708" y="1851660"/>
            <a:ext cx="384048" cy="384048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443081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Destacado</a:t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5677098" y="1851660"/>
            <a:ext cx="384048" cy="384048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535920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Cumple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605488" y="1851660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287597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Estándar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7533879" y="1851660"/>
            <a:ext cx="384048" cy="384048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721598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Medición</a:t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8462269" y="1851660"/>
            <a:ext cx="384048" cy="384048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814437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Indicador</a:t>
            </a:r>
          </a:p>
        </p:txBody>
      </p:sp>
      <p:pic>
        <p:nvPicPr>
          <p:cNvPr id="19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9390659" y="1851660"/>
            <a:ext cx="384048" cy="384048"/>
          </a:xfrm>
          <a:prstGeom prst="rect">
            <a:avLst/>
          </a:prstGeom>
        </p:spPr>
      </p:pic>
      <p:sp>
        <p:nvSpPr>
          <p:cNvPr id="20" name=""/>
          <p:cNvSpPr>
            <a:spLocks noGrp="1"/>
          </p:cNvSpPr>
          <p:nvPr>
            </p:nvPr>
        </p:nvSpPr>
        <p:spPr>
          <a:xfrm>
            <a:off x="9072768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Aprobación</a:t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10319050" y="1851660"/>
            <a:ext cx="384048" cy="384048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1000115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11247440" y="1851660"/>
            <a:ext cx="384048" cy="384048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10929549" y="2308860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Meta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8036" y="3323844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Comunicación y tecnología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3909060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Canales, medios y herramientas digitales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2891927" y="3396996"/>
            <a:ext cx="384048" cy="384048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257403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Pantalla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3820317" y="3396996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3502426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Virtual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4748708" y="3396996"/>
            <a:ext cx="384048" cy="384048"/>
          </a:xfrm>
          <a:prstGeom prst="rect">
            <a:avLst/>
          </a:prstGeom>
        </p:spPr>
      </p:pic>
      <p:sp>
        <p:nvSpPr>
          <p:cNvPr id="32" name=""/>
          <p:cNvSpPr>
            <a:spLocks noGrp="1"/>
          </p:cNvSpPr>
          <p:nvPr>
            </p:nvPr>
        </p:nvSpPr>
        <p:spPr>
          <a:xfrm>
            <a:off x="443081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Conexión</a:t>
            </a:r>
          </a:p>
        </p:txBody>
      </p:sp>
      <p:pic>
        <p:nvPicPr>
          <p:cNvPr id="33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5677098" y="3396996"/>
            <a:ext cx="384048" cy="384048"/>
          </a:xfrm>
          <a:prstGeom prst="rect">
            <a:avLst/>
          </a:prstGeom>
        </p:spPr>
      </p:pic>
      <p:sp>
        <p:nvSpPr>
          <p:cNvPr id="34" name=""/>
          <p:cNvSpPr>
            <a:spLocks noGrp="1"/>
          </p:cNvSpPr>
          <p:nvPr>
            </p:nvPr>
        </p:nvSpPr>
        <p:spPr>
          <a:xfrm>
            <a:off x="535920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Nube</a:t>
            </a:r>
          </a:p>
        </p:txBody>
      </p:sp>
      <p:pic>
        <p:nvPicPr>
          <p:cNvPr id="35" name="" descr=""/>
          <p:cNvPicPr>
            <a:picLocks noGrp="1"/>
          </p:cNvPicPr>
          <p:nvPr>
            </p:nvPr>
        </p:nvPicPr>
        <p:blipFill>
          <a:blip r:embed="rId16"/>
          <a:stretch>
            <a:fillRect/>
          </a:stretch>
        </p:blipFill>
        <p:spPr>
          <a:xfrm>
            <a:off x="6605488" y="3396996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287597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Prensa</a:t>
            </a:r>
          </a:p>
        </p:txBody>
      </p:sp>
      <p:pic>
        <p:nvPicPr>
          <p:cNvPr id="37" name="" descr=""/>
          <p:cNvPicPr>
            <a:picLocks noGrp="1"/>
          </p:cNvPicPr>
          <p:nvPr>
            </p:nvPr>
        </p:nvPicPr>
        <p:blipFill>
          <a:blip r:embed="rId17"/>
          <a:stretch>
            <a:fillRect/>
          </a:stretch>
        </p:blipFill>
        <p:spPr>
          <a:xfrm>
            <a:off x="7533879" y="3396996"/>
            <a:ext cx="384048" cy="384048"/>
          </a:xfrm>
          <a:prstGeom prst="rect">
            <a:avLst/>
          </a:prstGeom>
        </p:spPr>
      </p:pic>
      <p:sp>
        <p:nvSpPr>
          <p:cNvPr id="38" name=""/>
          <p:cNvSpPr>
            <a:spLocks noGrp="1"/>
          </p:cNvSpPr>
          <p:nvPr>
            </p:nvPr>
        </p:nvSpPr>
        <p:spPr>
          <a:xfrm>
            <a:off x="721598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Video</a:t>
            </a:r>
          </a:p>
        </p:txBody>
      </p:sp>
      <p:pic>
        <p:nvPicPr>
          <p:cNvPr id="39" name="" descr=""/>
          <p:cNvPicPr>
            <a:picLocks noGrp="1"/>
          </p:cNvPicPr>
          <p:nvPr>
            </p:nvPr>
        </p:nvPicPr>
        <p:blipFill>
          <a:blip r:embed="rId18"/>
          <a:stretch>
            <a:fillRect/>
          </a:stretch>
        </p:blipFill>
        <p:spPr>
          <a:xfrm>
            <a:off x="8462269" y="3396996"/>
            <a:ext cx="384048" cy="384048"/>
          </a:xfrm>
          <a:prstGeom prst="rect">
            <a:avLst/>
          </a:prstGeom>
        </p:spPr>
      </p:pic>
      <p:sp>
        <p:nvSpPr>
          <p:cNvPr id="40" name=""/>
          <p:cNvSpPr>
            <a:spLocks noGrp="1"/>
          </p:cNvSpPr>
          <p:nvPr>
            </p:nvPr>
        </p:nvSpPr>
        <p:spPr>
          <a:xfrm>
            <a:off x="814437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Entrevista</a:t>
            </a:r>
          </a:p>
        </p:txBody>
      </p:sp>
      <p:pic>
        <p:nvPicPr>
          <p:cNvPr id="41" name="" descr=""/>
          <p:cNvPicPr>
            <a:picLocks noGrp="1"/>
          </p:cNvPicPr>
          <p:nvPr>
            </p:nvPr>
        </p:nvPicPr>
        <p:blipFill>
          <a:blip r:embed="rId19"/>
          <a:stretch>
            <a:fillRect/>
          </a:stretch>
        </p:blipFill>
        <p:spPr>
          <a:xfrm>
            <a:off x="9390659" y="3396996"/>
            <a:ext cx="384048" cy="384048"/>
          </a:xfrm>
          <a:prstGeom prst="rect">
            <a:avLst/>
          </a:prstGeom>
        </p:spPr>
      </p:pic>
      <p:sp>
        <p:nvSpPr>
          <p:cNvPr id="42" name=""/>
          <p:cNvSpPr>
            <a:spLocks noGrp="1"/>
          </p:cNvSpPr>
          <p:nvPr>
            </p:nvPr>
        </p:nvSpPr>
        <p:spPr>
          <a:xfrm>
            <a:off x="9072768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Registro visual</a:t>
            </a:r>
          </a:p>
        </p:txBody>
      </p:sp>
      <p:pic>
        <p:nvPicPr>
          <p:cNvPr id="43" name="" descr=""/>
          <p:cNvPicPr>
            <a:picLocks noGrp="1"/>
          </p:cNvPicPr>
          <p:nvPr>
            </p:nvPr>
        </p:nvPicPr>
        <p:blipFill>
          <a:blip r:embed="rId20"/>
          <a:stretch>
            <a:fillRect/>
          </a:stretch>
        </p:blipFill>
        <p:spPr>
          <a:xfrm>
            <a:off x="10319050" y="3396996"/>
            <a:ext cx="384048" cy="384048"/>
          </a:xfrm>
          <a:prstGeom prst="rect">
            <a:avLst/>
          </a:prstGeom>
        </p:spPr>
      </p:pic>
      <p:sp>
        <p:nvSpPr>
          <p:cNvPr id="44" name=""/>
          <p:cNvSpPr>
            <a:spLocks noGrp="1"/>
          </p:cNvSpPr>
          <p:nvPr>
            </p:nvPr>
        </p:nvSpPr>
        <p:spPr>
          <a:xfrm>
            <a:off x="1000115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 electrónico</a:t>
            </a:r>
          </a:p>
        </p:txBody>
      </p:sp>
      <p:pic>
        <p:nvPicPr>
          <p:cNvPr id="45" name="" descr=""/>
          <p:cNvPicPr>
            <a:picLocks noGrp="1"/>
          </p:cNvPicPr>
          <p:nvPr>
            </p:nvPr>
        </p:nvPicPr>
        <p:blipFill>
          <a:blip r:embed="rId21"/>
          <a:stretch>
            <a:fillRect/>
          </a:stretch>
        </p:blipFill>
        <p:spPr>
          <a:xfrm>
            <a:off x="11247440" y="3396996"/>
            <a:ext cx="384048" cy="384048"/>
          </a:xfrm>
          <a:prstGeom prst="rect">
            <a:avLst/>
          </a:prstGeom>
        </p:spPr>
      </p:pic>
      <p:sp>
        <p:nvSpPr>
          <p:cNvPr id="46" name=""/>
          <p:cNvSpPr>
            <a:spLocks noGrp="1"/>
          </p:cNvSpPr>
          <p:nvPr>
            </p:nvPr>
        </p:nvSpPr>
        <p:spPr>
          <a:xfrm>
            <a:off x="10929549" y="3854196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Inscripción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4869180"/>
            <a:ext cx="2148840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Inclusión y comunidad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454396"/>
            <a:ext cx="2103120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Estudios con poblaciones y programas sociales</a:t>
            </a:r>
          </a:p>
        </p:txBody>
      </p:sp>
      <p:pic>
        <p:nvPicPr>
          <p:cNvPr id="49" name="" descr=""/>
          <p:cNvPicPr>
            <a:picLocks noGrp="1"/>
          </p:cNvPicPr>
          <p:nvPr>
            </p:nvPr>
        </p:nvPicPr>
        <p:blipFill>
          <a:blip r:embed="rId22"/>
          <a:stretch>
            <a:fillRect/>
          </a:stretch>
        </p:blipFill>
        <p:spPr>
          <a:xfrm>
            <a:off x="2891927" y="4942332"/>
            <a:ext cx="384048" cy="384048"/>
          </a:xfrm>
          <a:prstGeom prst="rect">
            <a:avLst/>
          </a:prstGeom>
        </p:spPr>
      </p:pic>
      <p:sp>
        <p:nvSpPr>
          <p:cNvPr id="50" name=""/>
          <p:cNvSpPr>
            <a:spLocks noGrp="1"/>
          </p:cNvSpPr>
          <p:nvPr>
            </p:nvPr>
        </p:nvSpPr>
        <p:spPr>
          <a:xfrm>
            <a:off x="257403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Solidaridad</a:t>
            </a:r>
          </a:p>
        </p:txBody>
      </p:sp>
      <p:pic>
        <p:nvPicPr>
          <p:cNvPr id="51" name="" descr=""/>
          <p:cNvPicPr>
            <a:picLocks noGrp="1"/>
          </p:cNvPicPr>
          <p:nvPr>
            </p:nvPr>
        </p:nvPicPr>
        <p:blipFill>
          <a:blip r:embed="rId23"/>
          <a:stretch>
            <a:fillRect/>
          </a:stretch>
        </p:blipFill>
        <p:spPr>
          <a:xfrm>
            <a:off x="3820317" y="4942332"/>
            <a:ext cx="384048" cy="384048"/>
          </a:xfrm>
          <a:prstGeom prst="rect">
            <a:avLst/>
          </a:prstGeom>
        </p:spPr>
      </p:pic>
      <p:sp>
        <p:nvSpPr>
          <p:cNvPr id="52" name=""/>
          <p:cNvSpPr>
            <a:spLocks noGrp="1"/>
          </p:cNvSpPr>
          <p:nvPr>
            </p:nvPr>
        </p:nvSpPr>
        <p:spPr>
          <a:xfrm>
            <a:off x="3502426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</a:p>
        </p:txBody>
      </p:sp>
      <p:pic>
        <p:nvPicPr>
          <p:cNvPr id="53" name="" descr=""/>
          <p:cNvPicPr>
            <a:picLocks noGrp="1"/>
          </p:cNvPicPr>
          <p:nvPr>
            </p:nvPr>
        </p:nvPicPr>
        <p:blipFill>
          <a:blip r:embed="rId24"/>
          <a:stretch>
            <a:fillRect/>
          </a:stretch>
        </p:blipFill>
        <p:spPr>
          <a:xfrm>
            <a:off x="4748708" y="4942332"/>
            <a:ext cx="384048" cy="384048"/>
          </a:xfrm>
          <a:prstGeom prst="rect">
            <a:avLst/>
          </a:prstGeom>
        </p:spPr>
      </p:pic>
      <p:sp>
        <p:nvSpPr>
          <p:cNvPr id="54" name=""/>
          <p:cNvSpPr>
            <a:spLocks noGrp="1"/>
          </p:cNvSpPr>
          <p:nvPr>
            </p:nvPr>
        </p:nvSpPr>
        <p:spPr>
          <a:xfrm>
            <a:off x="443081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Accesibilidad</a:t>
            </a:r>
          </a:p>
        </p:txBody>
      </p:sp>
      <p:pic>
        <p:nvPicPr>
          <p:cNvPr id="55" name="" descr=""/>
          <p:cNvPicPr>
            <a:picLocks noGrp="1"/>
          </p:cNvPicPr>
          <p:nvPr>
            </p:nvPr>
        </p:nvPicPr>
        <p:blipFill>
          <a:blip r:embed="rId25"/>
          <a:stretch>
            <a:fillRect/>
          </a:stretch>
        </p:blipFill>
        <p:spPr>
          <a:xfrm>
            <a:off x="5677098" y="4942332"/>
            <a:ext cx="384048" cy="384048"/>
          </a:xfrm>
          <a:prstGeom prst="rect">
            <a:avLst/>
          </a:prstGeom>
        </p:spPr>
      </p:pic>
      <p:sp>
        <p:nvSpPr>
          <p:cNvPr id="56" name=""/>
          <p:cNvSpPr>
            <a:spLocks noGrp="1"/>
          </p:cNvSpPr>
          <p:nvPr>
            </p:nvPr>
        </p:nvSpPr>
        <p:spPr>
          <a:xfrm>
            <a:off x="535920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Idiomas</a:t>
            </a:r>
          </a:p>
        </p:txBody>
      </p:sp>
      <p:pic>
        <p:nvPicPr>
          <p:cNvPr id="57" name="" descr=""/>
          <p:cNvPicPr>
            <a:picLocks noGrp="1"/>
          </p:cNvPicPr>
          <p:nvPr>
            </p:nvPr>
        </p:nvPicPr>
        <p:blipFill>
          <a:blip r:embed="rId26"/>
          <a:stretch>
            <a:fillRect/>
          </a:stretch>
        </p:blipFill>
        <p:spPr>
          <a:xfrm>
            <a:off x="6605488" y="4942332"/>
            <a:ext cx="384048" cy="384048"/>
          </a:xfrm>
          <a:prstGeom prst="rect">
            <a:avLst/>
          </a:prstGeom>
        </p:spPr>
      </p:pic>
      <p:sp>
        <p:nvSpPr>
          <p:cNvPr id="58" name=""/>
          <p:cNvSpPr>
            <a:spLocks noGrp="1"/>
          </p:cNvSpPr>
          <p:nvPr>
            </p:nvPr>
        </p:nvSpPr>
        <p:spPr>
          <a:xfrm>
            <a:off x="6287597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Comunidad</a:t>
            </a:r>
          </a:p>
        </p:txBody>
      </p:sp>
      <p:pic>
        <p:nvPicPr>
          <p:cNvPr id="59" name="" descr=""/>
          <p:cNvPicPr>
            <a:picLocks noGrp="1"/>
          </p:cNvPicPr>
          <p:nvPr>
            </p:nvPr>
        </p:nvPicPr>
        <p:blipFill>
          <a:blip r:embed="rId27"/>
          <a:stretch>
            <a:fillRect/>
          </a:stretch>
        </p:blipFill>
        <p:spPr>
          <a:xfrm>
            <a:off x="7533879" y="4942332"/>
            <a:ext cx="384048" cy="384048"/>
          </a:xfrm>
          <a:prstGeom prst="rect">
            <a:avLst/>
          </a:prstGeom>
        </p:spPr>
      </p:pic>
      <p:sp>
        <p:nvSpPr>
          <p:cNvPr id="60" name=""/>
          <p:cNvSpPr>
            <a:spLocks noGrp="1"/>
          </p:cNvSpPr>
          <p:nvPr>
            </p:nvPr>
        </p:nvSpPr>
        <p:spPr>
          <a:xfrm>
            <a:off x="721598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Alimentación</a:t>
            </a:r>
          </a:p>
        </p:txBody>
      </p:sp>
      <p:pic>
        <p:nvPicPr>
          <p:cNvPr id="61" name="" descr=""/>
          <p:cNvPicPr>
            <a:picLocks noGrp="1"/>
          </p:cNvPicPr>
          <p:nvPr>
            </p:nvPr>
        </p:nvPicPr>
        <p:blipFill>
          <a:blip r:embed="rId28"/>
          <a:stretch>
            <a:fillRect/>
          </a:stretch>
        </p:blipFill>
        <p:spPr>
          <a:xfrm>
            <a:off x="8462269" y="4942332"/>
            <a:ext cx="384048" cy="384048"/>
          </a:xfrm>
          <a:prstGeom prst="rect">
            <a:avLst/>
          </a:prstGeom>
        </p:spPr>
      </p:pic>
      <p:sp>
        <p:nvSpPr>
          <p:cNvPr id="62" name=""/>
          <p:cNvSpPr>
            <a:spLocks noGrp="1"/>
          </p:cNvSpPr>
          <p:nvPr>
            </p:nvPr>
        </p:nvSpPr>
        <p:spPr>
          <a:xfrm>
            <a:off x="814437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Transporte</a:t>
            </a:r>
          </a:p>
        </p:txBody>
      </p:sp>
      <p:pic>
        <p:nvPicPr>
          <p:cNvPr id="63" name="" descr=""/>
          <p:cNvPicPr>
            <a:picLocks noGrp="1"/>
          </p:cNvPicPr>
          <p:nvPr>
            </p:nvPr>
        </p:nvPicPr>
        <p:blipFill>
          <a:blip r:embed="rId29"/>
          <a:stretch>
            <a:fillRect/>
          </a:stretch>
        </p:blipFill>
        <p:spPr>
          <a:xfrm>
            <a:off x="9390659" y="4942332"/>
            <a:ext cx="384048" cy="384048"/>
          </a:xfrm>
          <a:prstGeom prst="rect">
            <a:avLst/>
          </a:prstGeom>
        </p:spPr>
      </p:pic>
      <p:sp>
        <p:nvSpPr>
          <p:cNvPr id="64" name=""/>
          <p:cNvSpPr>
            <a:spLocks noGrp="1"/>
          </p:cNvSpPr>
          <p:nvPr>
            </p:nvPr>
        </p:nvSpPr>
        <p:spPr>
          <a:xfrm>
            <a:off x="9072768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Riesgo</a:t>
            </a:r>
          </a:p>
        </p:txBody>
      </p:sp>
      <p:pic>
        <p:nvPicPr>
          <p:cNvPr id="65" name="" descr=""/>
          <p:cNvPicPr>
            <a:picLocks noGrp="1"/>
          </p:cNvPicPr>
          <p:nvPr>
            </p:nvPr>
        </p:nvPicPr>
        <p:blipFill>
          <a:blip r:embed="rId30"/>
          <a:stretch>
            <a:fillRect/>
          </a:stretch>
        </p:blipFill>
        <p:spPr>
          <a:xfrm>
            <a:off x="10319050" y="4942332"/>
            <a:ext cx="384048" cy="384048"/>
          </a:xfrm>
          <a:prstGeom prst="rect">
            <a:avLst/>
          </a:prstGeom>
        </p:spPr>
      </p:pic>
      <p:sp>
        <p:nvSpPr>
          <p:cNvPr id="66" name=""/>
          <p:cNvSpPr>
            <a:spLocks noGrp="1"/>
          </p:cNvSpPr>
          <p:nvPr>
            </p:nvPr>
        </p:nvSpPr>
        <p:spPr>
          <a:xfrm>
            <a:off x="1000115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</a:p>
        </p:txBody>
      </p:sp>
      <p:pic>
        <p:nvPicPr>
          <p:cNvPr id="67" name="" descr=""/>
          <p:cNvPicPr>
            <a:picLocks noGrp="1"/>
          </p:cNvPicPr>
          <p:nvPr>
            </p:nvPr>
        </p:nvPicPr>
        <p:blipFill>
          <a:blip r:embed="rId31"/>
          <a:stretch>
            <a:fillRect/>
          </a:stretch>
        </p:blipFill>
        <p:spPr>
          <a:xfrm>
            <a:off x="11247440" y="4942332"/>
            <a:ext cx="384048" cy="384048"/>
          </a:xfrm>
          <a:prstGeom prst="rect">
            <a:avLst/>
          </a:prstGeom>
        </p:spPr>
      </p:pic>
      <p:sp>
        <p:nvSpPr>
          <p:cNvPr id="68" name=""/>
          <p:cNvSpPr>
            <a:spLocks noGrp="1"/>
          </p:cNvSpPr>
          <p:nvPr>
            </p:nvPr>
        </p:nvSpPr>
        <p:spPr>
          <a:xfrm>
            <a:off x="10929549" y="5399532"/>
            <a:ext cx="1019830" cy="41148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Familia</a:t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Lucide (licencia ISC), la librería de la app. Trazo de 1.75, sin relleno, en azul oscuro o en blanco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íconos por temática (recurso de diseño, no es una lámina del motor)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7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7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7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81" name=""/>
          <p:cNvSpPr>
            <a:spLocks noGrp="1"/>
          </p:cNvSpPr>
          <p:nvPr>
            </p:nvPr>
        </p:nvSpPr>
        <p:spPr>
          <a:xfrm>
            <a:off x="2619756" y="1508760"/>
            <a:ext cx="928390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2" name=""/>
          <p:cNvSpPr>
            <a:spLocks noGrp="1"/>
          </p:cNvSpPr>
          <p:nvPr>
            </p:nvPr>
        </p:nvSpPr>
        <p:spPr>
          <a:xfrm>
            <a:off x="2619756" y="1325880"/>
            <a:ext cx="928390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banco de íconos: 10 por fila, 0.42 in, 25.79 x 12.88 cm</a:t>
            </a:r>
          </a:p>
        </p:txBody>
      </p:sp>
      <p:sp>
        <p:nvSpPr>
          <p:cNvPr id="8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CÓMO SE USAN LOS ÍCONOS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602829" y="2286000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cabecera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0.3 in, azul oscuro, junto al antetítulo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140975" y="1920240"/>
            <a:ext cx="1005840" cy="10058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382376" y="2161642"/>
            <a:ext cx="523037" cy="523037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lámina de población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191942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 in, blanco sobre círculo azul oscuro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64337" y="2139696"/>
            <a:ext cx="566928" cy="566928"/>
          </a:xfrm>
          <a:prstGeom prst="ellipse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7400399" y="2275759"/>
            <a:ext cx="294803" cy="294803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6095848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la portadilla de sección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95848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0.62 in, blanco sobre círculo coral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0259682" y="2231136"/>
            <a:ext cx="384048" cy="384048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8999753" y="3108960"/>
            <a:ext cx="2903906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una ficha o lista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999753" y="3410712"/>
            <a:ext cx="290390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0.42 in, azul oscuro, alineado al texto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0416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0599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99516" y="40233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acompaña una idea. No se usa como adorno.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44988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288036" y="45171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99516" y="44805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Siempre de trazo, nunca relleno, y del mismo grosor en todo el informe.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9560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9743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99516" y="49377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Azul oscuro sobre fondo claro y blanco sobre círculo azul oscuro. El círculo coral queda para la portadilla de sección.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288036" y="54132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288036" y="54315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99516" y="5394960"/>
            <a:ext cx="1120414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lado de un texto, el ícono mide lo mismo que la altura de dos líneas.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 un tema no tiene ícono en el banco, se busca en Lucide, con el mismo trazo, antes de pensar en otra librería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tamaños y fondos de los íconos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874520"/>
            <a:ext cx="11615623" cy="17373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69164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usos del ícono, 32.27 x 4.83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ÍCONOS EN SU CONTEXTO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96596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FICHA TÉCNICA</a:t>
            </a:r>
          </a:p>
        </p:txBody>
      </p:sp>
      <p:pic>
        <p:nvPicPr>
          <p:cNvPr id="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828800"/>
            <a:ext cx="384048" cy="384048"/>
          </a:xfrm>
          <a:prstGeom prst="rect">
            <a:avLst/>
          </a:prstGeom>
        </p:spPr>
      </p:pic>
      <p:sp>
        <p:nvSpPr>
          <p:cNvPr id="5" name=""/>
          <p:cNvSpPr>
            <a:spLocks noGrp="1"/>
          </p:cNvSpPr>
          <p:nvPr>
            </p:nvPr>
        </p:nvSpPr>
        <p:spPr>
          <a:xfrm>
            <a:off x="790956" y="179222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Técnica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90956" y="202996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Encuesta en línea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288036" y="2487168"/>
            <a:ext cx="384048" cy="384048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790956" y="245059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Actores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90956" y="2688336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públicos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288036" y="3145536"/>
            <a:ext cx="384048" cy="384048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90956" y="3108960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90956" y="3346704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válidas</a:t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288036" y="3803904"/>
            <a:ext cx="384048" cy="384048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790956" y="3767328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90956" y="4005072"/>
            <a:ext cx="306415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semanas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220870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312310" y="182880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4470319" y="1986808"/>
            <a:ext cx="342351" cy="342351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5135270" y="181051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135270" y="223113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4312310" y="269748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4470319" y="2855488"/>
            <a:ext cx="342351" cy="342351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5135270" y="267919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135270" y="309981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312310" y="3566160"/>
            <a:ext cx="658368" cy="65836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4470319" y="3724168"/>
            <a:ext cx="342351" cy="342351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5135270" y="3547872"/>
            <a:ext cx="1463040" cy="43891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135270" y="3968496"/>
            <a:ext cx="1645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245145" y="146304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8336585" y="1847088"/>
            <a:ext cx="384048" cy="384048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8839505" y="179222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Difundir la misión entre estudiantes y egresados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8336585" y="2715768"/>
            <a:ext cx="384048" cy="384048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8839505" y="266090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Revisar la tutoría académica con los estudiantes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8336585" y="3584448"/>
            <a:ext cx="384048" cy="384048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8839505" y="3529584"/>
            <a:ext cx="306415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Analizar los recursos asignados a la Unidad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4083710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8107985" y="1508760"/>
            <a:ext cx="7315" cy="292608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8036" y="4754880"/>
            <a:ext cx="11615623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En los tres casos el ícono abre la línea, mide lo mismo en toda la columna y el texto empieza a la misma distancia.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íconos en tres usos reales (ficha técnica, perfil, recomendaciones)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1508760"/>
            <a:ext cx="11615623" cy="30175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usos: ficha, perfil, recomendaciones, 32.27 x 8.38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Todos del mismo tamaño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Tamaños distintos en una fila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1920240"/>
            <a:ext cx="384048" cy="384048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1321308" y="1920240"/>
            <a:ext cx="384048" cy="384048"/>
          </a:xfrm>
          <a:prstGeom prst="rect">
            <a:avLst/>
          </a:prstGeom>
        </p:spPr>
      </p:pic>
      <p:pic>
        <p:nvPicPr>
          <p:cNvPr id="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2007108" y="1920240"/>
            <a:ext cx="384048" cy="384048"/>
          </a:xfrm>
          <a:prstGeom prst="rect">
            <a:avLst/>
          </a:prstGeom>
        </p:spPr>
      </p:pic>
      <p:pic>
        <p:nvPicPr>
          <p:cNvPr id="1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2692908" y="1920240"/>
            <a:ext cx="384048" cy="384048"/>
          </a:xfrm>
          <a:prstGeom prst="rect">
            <a:avLst/>
          </a:prstGeom>
        </p:spPr>
      </p:pic>
      <p:pic>
        <p:nvPicPr>
          <p:cNvPr id="11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626200" y="2002536"/>
            <a:ext cx="219456" cy="219456"/>
          </a:xfrm>
          <a:prstGeom prst="rect">
            <a:avLst/>
          </a:prstGeom>
        </p:spPr>
      </p:pic>
      <p:pic>
        <p:nvPicPr>
          <p:cNvPr id="12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7312000" y="1837944"/>
            <a:ext cx="548640" cy="548640"/>
          </a:xfrm>
          <a:prstGeom prst="rect">
            <a:avLst/>
          </a:prstGeom>
        </p:spPr>
      </p:pic>
      <p:pic>
        <p:nvPicPr>
          <p:cNvPr id="13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7997800" y="1956816"/>
            <a:ext cx="310896" cy="310896"/>
          </a:xfrm>
          <a:prstGeom prst="rect">
            <a:avLst/>
          </a:prstGeom>
        </p:spPr>
      </p:pic>
      <p:pic>
        <p:nvPicPr>
          <p:cNvPr id="14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8683600" y="1883664"/>
            <a:ext cx="457200" cy="457200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oscuro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Blanco sobre fondo claro: no se ve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35508" y="3374136"/>
            <a:ext cx="640080" cy="64008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1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789127" y="3527755"/>
            <a:ext cx="332842" cy="332842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/p:nvPr>
        </p:nvSpPr>
        <p:spPr>
          <a:xfrm>
            <a:off x="6626200" y="3374136"/>
            <a:ext cx="640080" cy="640080"/>
          </a:xfrm>
          <a:prstGeom prst="ellipse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79819" y="3527755"/>
            <a:ext cx="332842" cy="332842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6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ícono junto a su dato</a:t>
            </a:r>
          </a:p>
        </p:txBody>
      </p:sp>
      <p:pic>
        <p:nvPicPr>
          <p:cNvPr id="2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8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Íconos de adorno, sin dato</a:t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35508" y="5010912"/>
            <a:ext cx="384048" cy="384048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138428" y="5029200"/>
            <a:ext cx="2743200" cy="3200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 respuestas válidas</a:t>
            </a:r>
          </a:p>
        </p:txBody>
      </p:sp>
      <p:pic>
        <p:nvPicPr>
          <p:cNvPr id="31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626200" y="5010912"/>
            <a:ext cx="384048" cy="384048"/>
          </a:xfrm>
          <a:prstGeom prst="rect">
            <a:avLst/>
          </a:prstGeom>
        </p:spPr>
      </p:pic>
      <p:pic>
        <p:nvPicPr>
          <p:cNvPr id="32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7174840" y="5010912"/>
            <a:ext cx="384048" cy="384048"/>
          </a:xfrm>
          <a:prstGeom prst="rect">
            <a:avLst/>
          </a:prstGeom>
        </p:spPr>
      </p:pic>
      <p:pic>
        <p:nvPicPr>
          <p:cNvPr id="33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7723480" y="5010912"/>
            <a:ext cx="384048" cy="384048"/>
          </a:xfrm>
          <a:prstGeom prst="rect">
            <a:avLst/>
          </a:prstGeom>
        </p:spPr>
      </p:pic>
      <p:pic>
        <p:nvPicPr>
          <p:cNvPr id="34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8272120" y="5010912"/>
            <a:ext cx="384048" cy="384048"/>
          </a:xfrm>
          <a:prstGeom prst="rect">
            <a:avLst/>
          </a:prstGeom>
        </p:spPr>
      </p:pic>
      <p:pic>
        <p:nvPicPr>
          <p:cNvPr id="35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8820760" y="5010912"/>
            <a:ext cx="384048" cy="384048"/>
          </a:xfrm>
          <a:prstGeom prst="rect">
            <a:avLst/>
          </a:prstGeom>
        </p:spPr>
      </p:pic>
      <p:sp>
        <p:nvSpPr>
          <p:cNvPr id="36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133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los íconos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 Y TARJETAS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37360"/>
            <a:ext cx="35670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77%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2304288"/>
            <a:ext cx="35670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conoce la misión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288036" y="2560320"/>
            <a:ext cx="3567074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 de 172 estudiantes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 destacada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 negrita, rótulo de 12 pt y detalle de 10 pt. Para una sola cifra que resume la lámina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312310" y="1737360"/>
            <a:ext cx="45720" cy="1097280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4513478" y="1691640"/>
            <a:ext cx="3365906" cy="11887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</a:t>
            </a: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75 %</a:t>
            </a:r>
            <a:r>
              <a:rPr cap="none" sz="14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 de los docentes valora la tutoría.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con filete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coral de 0.05 in y texto de 14 pt. Para la lectura del gráfico, al costado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8336585" y="1737360"/>
            <a:ext cx="3567074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¿Conoce la misión de la carrera?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336585" y="2423160"/>
            <a:ext cx="274664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083232" y="2423160"/>
            <a:ext cx="820427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Panel con pregunta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Pregunta de 13 pt y base de 10 pt sobre el gráfico. Para láminas de dos a seis gráficos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8803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1477061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477061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403909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666086" y="4114800"/>
            <a:ext cx="1097585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666086" y="4681728"/>
            <a:ext cx="1097585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2592934" y="4114800"/>
            <a:ext cx="7315" cy="82296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 de cifras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 24 pt separadas por filetes. Para la ficha técnica y el número de respuestas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4312310" y="4069080"/>
            <a:ext cx="3567074" cy="105156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4403750" y="4206240"/>
            <a:ext cx="3384194" cy="8229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menos de 30 casos, junto al porcentaje va el número de respuestas.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 blanca con borde de 0.75 pt. Sólo para una advertencia de lectura que el gráfico no muestra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336585" y="416052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8512150" y="4336085"/>
            <a:ext cx="380390" cy="380390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9250985" y="4069080"/>
            <a:ext cx="2652674" cy="56692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9250985" y="4636008"/>
            <a:ext cx="265267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con 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 de 0.8 in y cifra de 28 pt. Para el perfil de cada público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134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cajas y tarjetas (cifra, narrativa, panel, franja, nota)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1737360"/>
            <a:ext cx="35670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155448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9.91 x 2.92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4312310" y="1691640"/>
            <a:ext cx="3567074" cy="11887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312310" y="1508760"/>
            <a:ext cx="35670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narrativo, 9.91 x 3.30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803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1477061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477061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666086" y="4114800"/>
            <a:ext cx="1097585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666086" y="3931920"/>
            <a:ext cx="2377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3.05 x 2.92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250985" y="4069080"/>
            <a:ext cx="2652674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9250985" y="3886200"/>
            <a:ext cx="2652674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cifra, 7.37 x 2.92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cajas, tres columnas con separación de 0.5 in, 32.27 x 12.88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ANATOMÍA DE UNA TARJETA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339596" y="2423160"/>
            <a:ext cx="822960" cy="82296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537106" y="2620670"/>
            <a:ext cx="427939" cy="427939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2299716" y="2359152"/>
            <a:ext cx="2286000" cy="5943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299716" y="2944368"/>
            <a:ext cx="22860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299716" y="3218688"/>
            <a:ext cx="25603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41% de las respuestas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110996" y="196596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1109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32862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31089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339596" y="1965960"/>
            <a:ext cx="82296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339596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151583" y="192024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36676" y="169164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2162556" y="3977640"/>
            <a:ext cx="228600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162556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380183" y="3931920"/>
            <a:ext cx="10973" cy="100584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362456" y="3703320"/>
            <a:ext cx="182880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82396" y="2194560"/>
            <a:ext cx="10973" cy="146304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3667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836676" y="364662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6012" y="2807208"/>
            <a:ext cx="713232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1.6 in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5362956" y="2194560"/>
            <a:ext cx="10973" cy="228600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5317236" y="2194560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5317236" y="2412187"/>
            <a:ext cx="100584" cy="10973"/>
          </a:xfrm>
          <a:prstGeom prst="rect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5436108" y="2189988"/>
            <a:ext cx="713232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597396" y="189280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597396" y="191109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7008876" y="183794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interior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7008876" y="209397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0.25 in en los cuatro lados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597396" y="2459736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597396" y="2478024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008876" y="2404872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Ícono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008876" y="2660904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0.9 in, blanco sobre círculo azul oscuro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597396" y="3026664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597396" y="3044952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7008876" y="2971800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7008876" y="3227832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34 pt, negrita, azul oscuro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597396" y="3593592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6597396" y="3611880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008876" y="3538728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Rótulo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008876" y="3794760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 pt, negrita, azul oscuro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597396" y="416052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597396" y="417880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7008876" y="4105656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Detalle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008876" y="4361688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 pt, gris azulado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597396" y="4727448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597396" y="4745736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7008876" y="4672584"/>
            <a:ext cx="201168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7008876" y="4928616"/>
            <a:ext cx="489478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0.75 pt, gris claro, sin sombra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288036" y="5779008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cotas en magenta son guías de medida. No se imprimen.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misma medida rige en todas las tarjetas del informe: si una crece, crecen todas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135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anatomía de la tarjeta con ícono, con sus cotas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1110996" y="2194560"/>
            <a:ext cx="4023360" cy="146304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1110996" y="2011680"/>
            <a:ext cx="402336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tarjeta a tamaño real con cotas, 11.18 x 4.06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FRANJAS DE CIFRAS: DE DOS A CINCO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78308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 cifras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613916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13916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6681064" y="161848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781648" y="1581912"/>
            <a:ext cx="49848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781648" y="2057400"/>
            <a:ext cx="4984852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288036" y="2423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274320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 cifras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613916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613916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958486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5059070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059070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8403641" y="257860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504225" y="2542032"/>
            <a:ext cx="326227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8504225" y="3017520"/>
            <a:ext cx="3262274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338328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288036" y="370332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 cifras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1613916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1613916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097198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197782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4197782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681064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781648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781648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264929" y="353872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365513" y="3502152"/>
            <a:ext cx="240098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365513" y="3977640"/>
            <a:ext cx="2400986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434340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4663440"/>
            <a:ext cx="1280160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 cifras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613916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1613916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respuestas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3580425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681009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52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681009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5647517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748101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172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5748101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714610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815194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178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815194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781703" y="4498848"/>
            <a:ext cx="7315" cy="66751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9882287" y="4462272"/>
            <a:ext cx="1884213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15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9882287" y="4937760"/>
            <a:ext cx="1884213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administrativos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288036" y="5733288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 más de cinco cifras, la información va en una tabla. La primera cifra, en coral, es el total.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Cifras del proyecto de referencia de Contabilidad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136</a:t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franjas de 2 a 5 cifras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cuatro franjas que reparten el mismo ancho, 32.27 x 10.67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CAJAS: QUÉ HACER Y QUÉ EVITAR</a:t>
            </a:r>
          </a:p>
        </p:txBody>
      </p:sp>
      <p:pic>
        <p:nvPicPr>
          <p:cNvPr id="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1527048"/>
            <a:ext cx="274320" cy="274320"/>
          </a:xfrm>
          <a:prstGeom prst="rect">
            <a:avLst/>
          </a:prstGeom>
        </p:spPr>
      </p:pic>
      <p:sp>
        <p:nvSpPr>
          <p:cNvPr id="4" name=""/>
          <p:cNvSpPr>
            <a:spLocks noGrp="1"/>
          </p:cNvSpPr>
          <p:nvPr>
            </p:nvPr>
        </p:nvSpPr>
        <p:spPr>
          <a:xfrm>
            <a:off x="635508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Borde fino o sin borde</a:t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1527048"/>
            <a:ext cx="274320" cy="27432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6626200" y="1490472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Sombra y borde grueso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635508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6948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699352" y="1965960"/>
            <a:ext cx="4801972" cy="640080"/>
          </a:xfrm>
          <a:prstGeom prst="rect">
            <a:avLst/>
          </a:prstGeom>
          <a:solidFill>
            <a:srgbClr val="9AA3B5">
              <a:alpha val="100000"/>
            </a:srgbClr>
          </a:solidFill>
          <a:ln w="3175" cap="rnd" cmpd="sng">
            <a:solidFill>
              <a:srgbClr val="9AA3B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626200" y="1892808"/>
            <a:ext cx="4801972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38100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717640" y="2057400"/>
            <a:ext cx="4619092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Nota de lectura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8036" y="2999232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3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3072384"/>
            <a:ext cx="274320" cy="274320"/>
          </a:xfrm>
          <a:prstGeom prst="rect">
            <a:avLst/>
          </a:prstGeom>
        </p:spPr>
      </p:pic>
      <p:sp>
        <p:nvSpPr>
          <p:cNvPr id="14" name=""/>
          <p:cNvSpPr>
            <a:spLocks noGrp="1"/>
          </p:cNvSpPr>
          <p:nvPr>
            </p:nvPr>
        </p:nvSpPr>
        <p:spPr>
          <a:xfrm>
            <a:off x="635508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solo fondo para todas</a:t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3072384"/>
            <a:ext cx="274320" cy="27432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6626200" y="3035808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Un color distinto por caja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35508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236165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836822" y="3438144"/>
            <a:ext cx="1509217" cy="64008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626200" y="3438144"/>
            <a:ext cx="1509217" cy="64008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8226857" y="3438144"/>
            <a:ext cx="1509217" cy="6400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9827514" y="3438144"/>
            <a:ext cx="1509217" cy="64008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288036" y="4544568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88036" y="4617720"/>
            <a:ext cx="274320" cy="274320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635508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4E9438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a la izquierda, con margen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278728" y="4617720"/>
            <a:ext cx="274320" cy="274320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6626200" y="4581144"/>
            <a:ext cx="47548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Texto centrado y pegado al borde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508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2668" y="5102352"/>
            <a:ext cx="4527652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626200" y="4983480"/>
            <a:ext cx="4801972" cy="73152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553048" y="5001768"/>
            <a:ext cx="4948276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75 % de los docentes valora la tutoría.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050128" y="1508760"/>
            <a:ext cx="7315" cy="454456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137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uso correcto e incorrecto de las cajas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pares: correcto a la izquierda, incorrecto a la derecha, 32.27 x 12.88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FIGURAS Y CONECTORES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80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7452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7452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202436" y="1965960"/>
            <a:ext cx="292608" cy="292608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1202436" y="1984248"/>
            <a:ext cx="292608" cy="256032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96596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numerada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96596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 de 0.32 in con número blanco de 11 pt. Para señalar partes de un ejemplo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4312310" y="2240280"/>
            <a:ext cx="431707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06295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12%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40359" y="2240280"/>
            <a:ext cx="467377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4652179" y="2286000"/>
            <a:ext cx="64008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13%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5204079" y="2240280"/>
            <a:ext cx="1252134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204079" y="2286000"/>
            <a:ext cx="1248476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35%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452555" y="2240280"/>
            <a:ext cx="1426830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6452555" y="2286000"/>
            <a:ext cx="1426830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40%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5204079" y="2011680"/>
            <a:ext cx="2675306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204079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856525" y="2011680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530302" y="184708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4220870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suma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4220870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verde de 0.025 in. Agrupa los dos valores que suman el Top Two Box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336585" y="1828800"/>
            <a:ext cx="1248476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9585061" y="1828800"/>
            <a:ext cx="2318598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8336585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564944" y="2139696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8336585" y="2211019"/>
            <a:ext cx="124847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950764" y="2211019"/>
            <a:ext cx="20117" cy="349301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960823" y="2550262"/>
            <a:ext cx="18288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198567" y="2505456"/>
            <a:ext cx="1605183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198567" y="2624328"/>
            <a:ext cx="10701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245145" y="297180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 de dependencia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245145" y="322783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in. Une la respuesta que habilita una subpregunta con esa subpregunta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288036" y="4480560"/>
            <a:ext cx="74999" cy="365760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59377" y="4480560"/>
            <a:ext cx="39328" cy="365760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395048" y="4480560"/>
            <a:ext cx="1787195" cy="365760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395048" y="4526280"/>
            <a:ext cx="1783537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50%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178585" y="4480560"/>
            <a:ext cx="1676525" cy="365760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178585" y="4526280"/>
            <a:ext cx="1676525" cy="27432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47%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318220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099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2%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371726" y="4416552"/>
            <a:ext cx="10973" cy="6400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377213" y="4407408"/>
            <a:ext cx="367118" cy="10973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51723" y="4187952"/>
            <a:ext cx="585216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1%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96596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Guía de cifra chica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96596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gris de 0.3 pt. Sube la cifra que no cabe en su tramo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4312310" y="4297680"/>
            <a:ext cx="3567074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6095848" y="4480560"/>
            <a:ext cx="7315" cy="5486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4220870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Separadores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220870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Filete gris de 0.008 in. Divide filas o columnas sin cerrar cajas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8336585" y="4480560"/>
            <a:ext cx="3567074" cy="310896"/>
          </a:xfrm>
          <a:prstGeom prst="rect">
            <a:avLst/>
          </a:prstGeom>
          <a:solidFill>
            <a:srgbClr val="E9ECF1">
              <a:alpha val="100000"/>
            </a:srgbClr>
          </a:solidFill>
          <a:ln w="3175" cap="rnd" cmpd="sng">
            <a:solidFill>
              <a:srgbClr val="E9ECF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8336585" y="4480560"/>
            <a:ext cx="2782318" cy="31089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68598" y="4389120"/>
            <a:ext cx="27432" cy="493776"/>
          </a:xfrm>
          <a:prstGeom prst="rect">
            <a:avLst/>
          </a:prstGeom>
          <a:solidFill>
            <a:srgbClr val="CA5651">
              <a:alpha val="100000"/>
            </a:srgbClr>
          </a:solidFill>
          <a:ln w="3175" cap="rnd" cmpd="sng">
            <a:solidFill>
              <a:srgbClr val="CA565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8245145" y="5349240"/>
            <a:ext cx="374995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Marca de meta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8245145" y="5605272"/>
            <a:ext cx="3749954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 coral de 0.03 in sobre la barra. Indica la meta en estudios de monitoreo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Todas las figuras son formas de PowerPoint: se editan y se copian entre láminas</a:t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138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figuras y conectores (marca numerada, llave, conector, guía, separadores, meta)</a:t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70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1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seis figuras, tres columnas con separación de 0.5 in, 32.27 x 12.88 cm</a:t>
            </a:r>
          </a:p>
        </p:txBody>
      </p:sp>
      <p:sp>
        <p:nvSpPr>
          <p:cNvPr id="72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3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LLAVES DE DEPENDENCIA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470916" y="1737360"/>
            <a:ext cx="1131128" cy="20116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602044" y="1737360"/>
            <a:ext cx="2100666" cy="201168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470916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581927" y="1975104"/>
            <a:ext cx="20117" cy="9144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70916" y="2046427"/>
            <a:ext cx="1131128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1026422" y="2046427"/>
            <a:ext cx="20117" cy="331013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1036480" y="2367382"/>
            <a:ext cx="164592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1255936" y="2322576"/>
            <a:ext cx="1615897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1255936" y="2441448"/>
            <a:ext cx="1131128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470916" y="2788920"/>
            <a:ext cx="323179" cy="237744"/>
          </a:xfrm>
          <a:prstGeom prst="rect">
            <a:avLst/>
          </a:prstGeom>
          <a:solidFill>
            <a:srgbClr val="F4B183">
              <a:alpha val="100000"/>
            </a:srgbClr>
          </a:solidFill>
          <a:ln w="3175" cap="rnd" cmpd="sng">
            <a:solidFill>
              <a:srgbClr val="F4B18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94095" y="2788920"/>
            <a:ext cx="807949" cy="237744"/>
          </a:xfrm>
          <a:prstGeom prst="rect">
            <a:avLst/>
          </a:prstGeom>
          <a:solidFill>
            <a:srgbClr val="FFD965">
              <a:alpha val="100000"/>
            </a:srgbClr>
          </a:solidFill>
          <a:ln w="3175" cap="rnd" cmpd="sng">
            <a:solidFill>
              <a:srgbClr val="FFD965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1602044" y="2788920"/>
            <a:ext cx="1292718" cy="237744"/>
          </a:xfrm>
          <a:prstGeom prst="rect">
            <a:avLst/>
          </a:prstGeom>
          <a:solidFill>
            <a:srgbClr val="ADD493">
              <a:alpha val="100000"/>
            </a:srgbClr>
          </a:solidFill>
          <a:ln w="3175" cap="rnd" cmpd="sng">
            <a:solidFill>
              <a:srgbClr val="ADD493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2894762" y="2788920"/>
            <a:ext cx="807949" cy="237744"/>
          </a:xfrm>
          <a:prstGeom prst="rect">
            <a:avLst/>
          </a:prstGeom>
          <a:solidFill>
            <a:srgbClr val="70AD47">
              <a:alpha val="100000"/>
            </a:srgbClr>
          </a:solidFill>
          <a:ln w="3175" cap="rnd" cmpd="sng">
            <a:solidFill>
              <a:srgbClr val="70AD47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4297070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4479950" y="2240280"/>
            <a:ext cx="407206" cy="27432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4887156" y="2240280"/>
            <a:ext cx="950148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5892168" y="224028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892168" y="2494483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5963491" y="2240280"/>
            <a:ext cx="20117" cy="2743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5963491" y="2367382"/>
            <a:ext cx="29394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354391" y="1783080"/>
            <a:ext cx="1292718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354391" y="1901952"/>
            <a:ext cx="90490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6354391" y="2148840"/>
            <a:ext cx="1221618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6354391" y="2423160"/>
            <a:ext cx="814412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354391" y="2697480"/>
            <a:ext cx="1018015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354391" y="2971800"/>
            <a:ext cx="542941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8306105" y="1463040"/>
            <a:ext cx="3597554" cy="2057400"/>
          </a:xfrm>
          <a:prstGeom prst="rect">
            <a:avLst/>
          </a:prstGeom>
          <a:solidFill>
            <a:srgbClr val="FFFFFF">
              <a:alpha val="100000"/>
            </a:srgbClr>
          </a:solidFill>
          <a:ln w="952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8488985" y="1737360"/>
            <a:ext cx="1535102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8488985" y="2011680"/>
            <a:ext cx="80794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8488985" y="2286000"/>
            <a:ext cx="484769" cy="14630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8488985" y="2560320"/>
            <a:ext cx="64635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8488985" y="2834640"/>
            <a:ext cx="323179" cy="146304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10169518" y="1737360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10169518" y="2412187"/>
            <a:ext cx="91440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0240841" y="1737360"/>
            <a:ext cx="20117" cy="694944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10240841" y="2074774"/>
            <a:ext cx="251856" cy="20117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0621969" y="1856232"/>
            <a:ext cx="1034174" cy="6400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10621969" y="1975104"/>
            <a:ext cx="723922" cy="41148"/>
          </a:xfrm>
          <a:prstGeom prst="rect">
            <a:avLst/>
          </a:prstGeom>
          <a:solidFill>
            <a:srgbClr val="8A93A8">
              <a:alpha val="100000"/>
            </a:srgbClr>
          </a:solidFill>
          <a:ln w="3175" cap="rnd" cmpd="sng">
            <a:solidFill>
              <a:srgbClr val="8A93A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10621969" y="2176272"/>
            <a:ext cx="879048" cy="18288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11501017" y="2176272"/>
            <a:ext cx="219762" cy="182880"/>
          </a:xfrm>
          <a:prstGeom prst="rect">
            <a:avLst/>
          </a:prstGeom>
          <a:solidFill>
            <a:srgbClr val="9DC3E6">
              <a:alpha val="100000"/>
            </a:srgbClr>
          </a:solidFill>
          <a:ln w="3175" cap="rnd" cmpd="sng">
            <a:solidFill>
              <a:srgbClr val="9DC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196596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Bajo una categoría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196596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«Sí» de una pregunta filtro abre su subpregunta, que va debajo a todo el ancho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4205630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 costado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4205630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tiene varias categorías y necesita el alto de la lámina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8214665" y="3630168"/>
            <a:ext cx="3780434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Sobre varias categorías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8214665" y="3922776"/>
            <a:ext cx="3780434" cy="7315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Cuando la subpregunta la habilitan dos o más respuestas, como las modalidades de trabajo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288036" y="4709160"/>
            <a:ext cx="11615623" cy="7315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196596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Trazo azul oscuro de 0.022 in, alas de 0.1 in. Igual en todo el informe.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4068470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 tallo termina en el título de la subpregunta, nunca dentro del gráfico.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7940345" y="4846320"/>
            <a:ext cx="3780434" cy="54864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subpregunta dice su base: «Sólo los 139 que trabajan».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Los ejemplos completos están en IV.1: pregunta filtro, filtro al costado y llave sobre varias categorías. Una llave abre un solo nivel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139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llaves de dependencia (llave_h, llave_v)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288036" y="1463040"/>
            <a:ext cx="11615623" cy="2057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288036" y="128016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tres usos de la llave de dependencia, 32.27 x 5.71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9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FORMAS BÁSICAS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691640"/>
            <a:ext cx="777240" cy="77724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96596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96596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Fondo de ícono, marca numerada y punto de un gráfico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3283382" y="1691640"/>
            <a:ext cx="2103669" cy="777240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3191942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Rectángulo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91942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Barra, caja y franja. Siempre con esquinas rectas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278728" y="2057400"/>
            <a:ext cx="210366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6187288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Línea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6187288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Separador, guía y eje. Gris claro, nunca negra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274073" y="1691640"/>
            <a:ext cx="2103669" cy="777240"/>
          </a:xfrm>
          <a:prstGeom prst="rightArrow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182633" y="2651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Flecha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182633" y="2907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Sólo para indicar un paso o un cambio entre dos momentos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88036" y="3977640"/>
            <a:ext cx="2103669" cy="777240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196596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Chevrón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196596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Etapas consecutivas de un proceso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3283382" y="3977640"/>
            <a:ext cx="2103669" cy="777240"/>
          </a:xfrm>
          <a:prstGeom prst="homePlat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3191942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Pentágono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3191942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Primera etapa o etiqueta de un proceso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278728" y="3977640"/>
            <a:ext cx="777240" cy="777240"/>
          </a:xfrm>
          <a:prstGeom prst="triangl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87288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Triángulo</a:t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187288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Hito puntual de un cronograma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274073" y="4343400"/>
            <a:ext cx="2103669" cy="2286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274073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354882" y="4343400"/>
            <a:ext cx="22860" cy="182880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10314478" y="4178808"/>
            <a:ext cx="22860" cy="164592"/>
          </a:xfrm>
          <a:prstGeom prst="rect">
            <a:avLst/>
          </a:prstGeom>
          <a:solidFill>
            <a:srgbClr val="4E9438">
              <a:alpha val="100000"/>
            </a:srgbClr>
          </a:solidFill>
          <a:ln w="3175" cap="rnd" cmpd="sng">
            <a:solidFill>
              <a:srgbClr val="4E9438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182633" y="4937760"/>
            <a:ext cx="2812466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Llave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9182633" y="5193792"/>
            <a:ext cx="2812466" cy="4572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Agrupa elementos que se suman, o une una respuesta con su subpregunta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Sin sombras, sin degradados ni efectos 3D. Las esquinas redondeadas no son parte de la identidad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140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formas básicas y su uso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288036" y="1508760"/>
            <a:ext cx="11615623" cy="463600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ocho formas en dos filas, 32.27 x 12.88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DIAGRAMA DE PROCESO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1449598" y="2093976"/>
            <a:ext cx="9292499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8383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259403" y="1912925"/>
            <a:ext cx="380390" cy="380390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63247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63247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288036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379476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e instrumento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406963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1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3582528" y="1912925"/>
            <a:ext cx="380390" cy="380390"/>
          </a:xfrm>
          <a:prstGeom prst="rect">
            <a:avLst/>
          </a:prstGeom>
        </p:spPr>
      </p:pic>
      <p:sp>
        <p:nvSpPr>
          <p:cNvPr id="12" name=""/>
          <p:cNvSpPr>
            <a:spLocks noGrp="1"/>
          </p:cNvSpPr>
          <p:nvPr>
            </p:nvPr>
        </p:nvSpPr>
        <p:spPr>
          <a:xfrm>
            <a:off x="3955603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3955603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611161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702601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y selección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5730088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7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5905652" y="1912925"/>
            <a:ext cx="380390" cy="380390"/>
          </a:xfrm>
          <a:prstGeom prst="rect">
            <a:avLst/>
          </a:prstGeom>
        </p:spPr>
      </p:pic>
      <p:sp>
        <p:nvSpPr>
          <p:cNvPr id="18" name=""/>
          <p:cNvSpPr>
            <a:spLocks noGrp="1"/>
          </p:cNvSpPr>
          <p:nvPr>
            </p:nvPr>
        </p:nvSpPr>
        <p:spPr>
          <a:xfrm>
            <a:off x="6278728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6278728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493428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02572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Aplicación y monitoreo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8053212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3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8228777" y="1912925"/>
            <a:ext cx="380390" cy="380390"/>
          </a:xfrm>
          <a:prstGeom prst="rect">
            <a:avLst/>
          </a:prstGeom>
        </p:spPr>
      </p:pic>
      <p:sp>
        <p:nvSpPr>
          <p:cNvPr id="24" name=""/>
          <p:cNvSpPr>
            <a:spLocks noGrp="1"/>
          </p:cNvSpPr>
          <p:nvPr>
            </p:nvPr>
        </p:nvSpPr>
        <p:spPr>
          <a:xfrm>
            <a:off x="8601852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8601852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57410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348850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 limpia y consistente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10376337" y="1737360"/>
            <a:ext cx="731520" cy="731520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29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10551902" y="1912925"/>
            <a:ext cx="380390" cy="380390"/>
          </a:xfrm>
          <a:prstGeom prst="rect">
            <a:avLst/>
          </a:prstGeom>
        </p:spPr>
      </p:pic>
      <p:sp>
        <p:nvSpPr>
          <p:cNvPr id="30" name=""/>
          <p:cNvSpPr>
            <a:spLocks noGrp="1"/>
          </p:cNvSpPr>
          <p:nvPr>
            </p:nvPr>
        </p:nvSpPr>
        <p:spPr>
          <a:xfrm>
            <a:off x="10924977" y="1645920"/>
            <a:ext cx="274320" cy="274320"/>
          </a:xfrm>
          <a:prstGeom prst="ellipse">
            <a:avLst/>
          </a:prstGeom>
          <a:solidFill>
            <a:srgbClr val="E0218A">
              <a:alpha val="100000"/>
            </a:srgbClr>
          </a:solidFill>
          <a:ln w="3175" cap="rnd" cmpd="sng">
            <a:solidFill>
              <a:srgbClr val="E0218A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10924977" y="1664208"/>
            <a:ext cx="27432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9580535" y="2578608"/>
            <a:ext cx="2323125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9671975" y="2880360"/>
            <a:ext cx="2140245" cy="457200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 y recomendaciones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3840480"/>
            <a:ext cx="5486400" cy="27432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Variante en una línea, para la ficha técnica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288036" y="4206240"/>
            <a:ext cx="2432853" cy="566928"/>
          </a:xfrm>
          <a:prstGeom prst="homePlate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16636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611161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2839761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Muestra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4934285" y="4206240"/>
            <a:ext cx="2432853" cy="566928"/>
          </a:xfrm>
          <a:prstGeom prst="chevron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516288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Campo</a:t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7257410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486010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580535" y="4206240"/>
            <a:ext cx="2432853" cy="566928"/>
          </a:xfrm>
          <a:prstGeom prst="chevron">
            <a:avLst/>
          </a:prstGeom>
          <a:solidFill>
            <a:srgbClr val="C9D3E6">
              <a:alpha val="100000"/>
            </a:srgbClr>
          </a:solidFill>
          <a:ln w="3175" cap="rnd" cmpd="sng">
            <a:solidFill>
              <a:srgbClr val="C9D3E6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09135" y="4325112"/>
            <a:ext cx="1957365" cy="32918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Informe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288036" y="498348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 etapa en curso va en azul oscuro y las demás en azul claro, con letra oscura.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metodología, cronograma y avance del estudio. Hasta seis etapas en una lámina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141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diagrama de proceso de un estudio</a:t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288036" y="1508760"/>
            <a:ext cx="11615623" cy="36576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cinco etapas con ícono y su variante en chevrones, 32.27 x 10.16 cm</a:t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"/>
          <p:cNvSpPr>
            <a:spLocks noGrp="1"/>
          </p:cNvSpPr>
          <p:nvPr>
            <p:ph type="title"/>
          </p:nvPr>
        </p:nvSpPr>
        <p:spPr>
          <a:xfrm>
            <a:off x="288036" y="324612"/>
            <a:ext cx="9692640" cy="457200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 LA MUESTRA PREVISTA A LAS EFECTIVAS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18196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Marco muestral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482596" y="1783080"/>
            <a:ext cx="7043623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9635947" y="18013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1,850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8036" y="27340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Elegibles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2482596" y="2697480"/>
            <a:ext cx="5756734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8349058" y="27157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1,512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709099" y="27432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82% del paso anterior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288036" y="36484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Contactados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482596" y="3611880"/>
            <a:ext cx="3731217" cy="402336"/>
          </a:xfrm>
          <a:prstGeom prst="rect">
            <a:avLst/>
          </a:prstGeom>
          <a:solidFill>
            <a:srgbClr val="8E9DBD">
              <a:alpha val="100000"/>
            </a:srgbClr>
          </a:solidFill>
          <a:ln w="3175" cap="rnd" cmpd="sng">
            <a:solidFill>
              <a:srgbClr val="8E9DBD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323541" y="36301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980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9709099" y="36576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65% del paso anterior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288036" y="4562856"/>
            <a:ext cx="2103120" cy="32918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4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Efectivas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2482596" y="4526280"/>
            <a:ext cx="1587671" cy="402336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4179995" y="4544568"/>
            <a:ext cx="109728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6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417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709099" y="4572000"/>
            <a:ext cx="2194560" cy="32918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43% del paso anterior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288036" y="5532120"/>
            <a:ext cx="11615623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3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Las barras empiezan en el mismo punto: se compara el largo, igual que en las barras apiladas.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Para la ficha técnica y los informes de avance de Monitoreo. Cifras ficticias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355019" y="6291072"/>
            <a:ext cx="54864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142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Banco de recursos: de la muestra prevista a las encuestas efectivas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288036" y="324612"/>
            <a:ext cx="9692640" cy="4572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288036" y="141732"/>
            <a:ext cx="96926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26.92 x 1.27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288036" y="1508760"/>
            <a:ext cx="11615623" cy="38404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288036" y="1325880"/>
            <a:ext cx="11615623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embudo con barras alineadas, 32.27 x 10.67 cm</a:t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288036" y="6291072"/>
            <a:ext cx="9601200" cy="3657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288036" y="6108192"/>
            <a:ext cx="960120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base, 26.67 x 1.02 cm</a:t>
            </a:r>
          </a:p>
        </p:txBody>
      </p:sp>
    </p:spTree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ALTERNATIVAS DE ÍNDICE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p_slide_seccion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2377440" y="4069080"/>
            <a:ext cx="8961120" cy="10972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377440" y="3886200"/>
            <a:ext cx="896112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título, 24.89 x 3.05 cm</a:t>
            </a:r>
          </a:p>
        </p:txBody>
      </p:sp>
    </p:spTree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capítulos, el caso normal</a:t>
            </a:r>
          </a:p>
        </p:txBody>
      </p:sp>
    </p:spTree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5 capítulos con subcapítulos</a:t>
            </a:r>
          </a:p>
        </p:txBody>
      </p:sp>
    </p:spTree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Subcapítulos en dos capítulos</a:t>
            </a:r>
          </a:p>
        </p:txBody>
      </p:sp>
    </p:spTree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8 capítulos</a:t>
            </a:r>
          </a:p>
        </p:txBody>
      </p:sp>
    </p:spTree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ARCOS: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arcos,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arcos, 13 capítulos</a:t>
            </a:r>
          </a:p>
        </p:txBody>
      </p:sp>
    </p:spTree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capítulos, el caso normal</a:t>
            </a:r>
          </a:p>
        </p:txBody>
      </p:sp>
    </p:spTree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5 capítulos con subcapítulos</a:t>
            </a:r>
          </a:p>
        </p:txBody>
      </p:sp>
    </p:spTree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Subcapítulos en dos capítulos</a:t>
            </a:r>
          </a:p>
        </p:txBody>
      </p:sp>
    </p:spTree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8 capítulos</a:t>
            </a:r>
          </a:p>
        </p:txBody>
      </p:sp>
    </p:spTree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FACETAS: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facetas,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facetas, 13 capítulos</a:t>
            </a:r>
          </a:p>
        </p:txBody>
      </p:sp>
    </p:spTree>
  </p:cSld>
  <p:clrMapOvr>
    <a:masterClrMapping/>
  </p:clrMapOvr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capítulos, el caso normal</a:t>
            </a:r>
          </a:p>
        </p:txBody>
      </p:sp>
    </p:spTree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5 capítulos con subcapítulos</a:t>
            </a:r>
          </a:p>
        </p:txBody>
      </p:sp>
    </p:spTree>
  </p:cSld>
  <p:clrMapOvr>
    <a:masterClrMapping/>
  </p:clrMapOvr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Subcapítulos en dos capítulos</a:t>
            </a:r>
          </a:p>
        </p:txBody>
      </p:sp>
    </p:spTree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8 capítulos</a:t>
            </a:r>
          </a:p>
        </p:txBody>
      </p:sp>
    </p:spTree>
  </p:cSld>
  <p:clrMapOvr>
    <a:masterClrMapping/>
  </p:clrMapOvr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CÍRCULOS: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círculos,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círculos, 13 capítulos</a:t>
            </a:r>
          </a:p>
        </p:txBody>
      </p:sp>
    </p:spTree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CAPÍTULOS, EL CASO NORMAL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204308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858000" y="2039112"/>
            <a:ext cx="402336" cy="40233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397496" y="205054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6718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91176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858000" y="2907792"/>
            <a:ext cx="402336" cy="40233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397496" y="291922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35405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378044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858000" y="3776472"/>
            <a:ext cx="402336" cy="40233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397496" y="378790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44092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464912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858000" y="4645152"/>
            <a:ext cx="402336" cy="40233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397496" y="465658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52779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5517808"/>
            <a:ext cx="731520" cy="430961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858000" y="5513832"/>
            <a:ext cx="402336" cy="40233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397496" y="5525262"/>
            <a:ext cx="4506163" cy="41605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8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capítulos, el caso normal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capítulos, el caso normal</a:t>
            </a:r>
          </a:p>
        </p:txBody>
      </p:sp>
    </p:spTree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5 CAPÍTULOS CON SUBCAPÍTULOS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7232904" y="2021655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1.1</a:t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7708392" y="2021655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</a:t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7232904" y="220619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1.2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7708392" y="220619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Docentes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39074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1.3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39074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Egresados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6172200" y="2647604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6080760" y="2793908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6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784764"/>
            <a:ext cx="329184" cy="329184"/>
          </a:xfrm>
          <a:prstGeom prst="rect">
            <a:avLst/>
          </a:prstGeom>
        </p:spPr>
      </p:pic>
      <p:sp>
        <p:nvSpPr>
          <p:cNvPr id="17" name=""/>
          <p:cNvSpPr>
            <a:spLocks noGrp="1"/>
          </p:cNvSpPr>
          <p:nvPr>
            </p:nvPr>
        </p:nvSpPr>
        <p:spPr>
          <a:xfrm>
            <a:off x="7232904" y="2793908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7232904" y="3142211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7708392" y="3142211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Misión y propósitos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7232904" y="332675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7708392" y="332675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y planificación</a:t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6172200" y="35836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6080760" y="3729921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2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720777"/>
            <a:ext cx="329184" cy="329184"/>
          </a:xfrm>
          <a:prstGeom prst="rect">
            <a:avLst/>
          </a:prstGeom>
        </p:spPr>
      </p:pic>
      <p:sp>
        <p:nvSpPr>
          <p:cNvPr id="25" name=""/>
          <p:cNvSpPr>
            <a:spLocks noGrp="1"/>
          </p:cNvSpPr>
          <p:nvPr>
            </p:nvPr>
        </p:nvSpPr>
        <p:spPr>
          <a:xfrm>
            <a:off x="7232904" y="3729921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07822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3.1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07822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Gestión del cuerpo académico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26276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3.2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26276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Orientación y acompañamiento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451963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466593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465679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466593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7232904" y="5014237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7708392" y="5014237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7232904" y="519878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7708392" y="519878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Formulación del perfil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6172200" y="545564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6080760" y="5601947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40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592803"/>
            <a:ext cx="329184" cy="329184"/>
          </a:xfrm>
          <a:prstGeom prst="rect">
            <a:avLst/>
          </a:prstGeom>
        </p:spPr>
      </p:pic>
      <p:sp>
        <p:nvSpPr>
          <p:cNvPr id="41" name=""/>
          <p:cNvSpPr>
            <a:spLocks noGrp="1"/>
          </p:cNvSpPr>
          <p:nvPr>
            </p:nvPr>
        </p:nvSpPr>
        <p:spPr>
          <a:xfrm>
            <a:off x="7232904" y="5601947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7232904" y="5950250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5.1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7708392" y="5950250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Situación laboral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7232904" y="6134793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5.2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7708392" y="6134793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Tutoría socioemocional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5 capítulos con subcapítulos</a:t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5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5 capítulos con subcapítulos</a:t>
            </a:r>
          </a:p>
        </p:txBody>
      </p:sp>
    </p:spTree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SUBCAPÍTULOS EN DOS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7335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66560" y="1664208"/>
            <a:ext cx="329184" cy="32918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232904" y="167335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Objetivos del estudio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093976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240280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66560" y="2231136"/>
            <a:ext cx="329184" cy="32918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232904" y="2240280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Metodología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7232904" y="2638044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2.1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7708392" y="2638044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Diseño muestral</a:t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7232904" y="292150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2.2</a:t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7708392" y="292150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Trabajo de campo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227832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374136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66560" y="3364992"/>
            <a:ext cx="329184" cy="32918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232904" y="3374136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 los encuestados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79476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94106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66560" y="3931920"/>
            <a:ext cx="329184" cy="32918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232904" y="394106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Resultados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7232904" y="4338828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4.1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7708392" y="4338828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Satisfacción con la formación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7232904" y="4622292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4.2</a:t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7708392" y="4622292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Servicios de bienestar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7232904" y="4905756"/>
            <a:ext cx="502920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4.3</a:t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7708392" y="4905756"/>
            <a:ext cx="4195267" cy="25603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Inserción laboral</a:t>
            </a:r>
          </a:p>
        </p:txBody>
      </p:sp>
      <p:sp>
        <p:nvSpPr>
          <p:cNvPr id="30" name=""/>
          <p:cNvSpPr>
            <a:spLocks noGrp="1"/>
          </p:cNvSpPr>
          <p:nvPr>
            </p:nvPr>
        </p:nvSpPr>
        <p:spPr>
          <a:xfrm>
            <a:off x="6172200" y="5212080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1" name=""/>
          <p:cNvSpPr>
            <a:spLocks noGrp="1"/>
          </p:cNvSpPr>
          <p:nvPr>
            </p:nvPr>
        </p:nvSpPr>
        <p:spPr>
          <a:xfrm>
            <a:off x="6080760" y="5358384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3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66560" y="5349240"/>
            <a:ext cx="329184" cy="329184"/>
          </a:xfrm>
          <a:prstGeom prst="rect">
            <a:avLst/>
          </a:prstGeom>
        </p:spPr>
      </p:pic>
      <p:sp>
        <p:nvSpPr>
          <p:cNvPr id="33" name=""/>
          <p:cNvSpPr>
            <a:spLocks noGrp="1"/>
          </p:cNvSpPr>
          <p:nvPr>
            </p:nvPr>
        </p:nvSpPr>
        <p:spPr>
          <a:xfrm>
            <a:off x="7232904" y="5358384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Conclusiones</a:t>
            </a:r>
          </a:p>
        </p:txBody>
      </p:sp>
      <p:sp>
        <p:nvSpPr>
          <p:cNvPr id="34" name=""/>
          <p:cNvSpPr>
            <a:spLocks noGrp="1"/>
          </p:cNvSpPr>
          <p:nvPr>
            </p:nvPr>
        </p:nvSpPr>
        <p:spPr>
          <a:xfrm>
            <a:off x="6172200" y="5779008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5" name=""/>
          <p:cNvSpPr>
            <a:spLocks noGrp="1"/>
          </p:cNvSpPr>
          <p:nvPr>
            </p:nvPr>
        </p:nvSpPr>
        <p:spPr>
          <a:xfrm>
            <a:off x="6080760" y="5925312"/>
            <a:ext cx="731520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3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66560" y="5916168"/>
            <a:ext cx="329184" cy="329184"/>
          </a:xfrm>
          <a:prstGeom prst="rect">
            <a:avLst/>
          </a:prstGeom>
        </p:spPr>
      </p:pic>
      <p:sp>
        <p:nvSpPr>
          <p:cNvPr id="37" name=""/>
          <p:cNvSpPr>
            <a:spLocks noGrp="1"/>
          </p:cNvSpPr>
          <p:nvPr>
            </p:nvPr>
        </p:nvSpPr>
        <p:spPr>
          <a:xfrm>
            <a:off x="7232904" y="5925312"/>
            <a:ext cx="4670755" cy="31089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Subcapítulos en dos capítulos</a:t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50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Subcapítulos en dos capítulos</a:t>
            </a:r>
          </a:p>
        </p:txBody>
      </p:sp>
    </p:spTree>
  </p:cSld>
  <p:clrMapOvr>
    <a:masterClrMapping/>
  </p:clrMapOvr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8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82601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837944"/>
            <a:ext cx="310896" cy="31089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168896" y="183222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227411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39294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404872"/>
            <a:ext cx="310896" cy="31089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168896" y="239915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84104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95987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971800"/>
            <a:ext cx="310896" cy="310896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168896" y="296608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3407969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3526801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3538728"/>
            <a:ext cx="310896" cy="310896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168896" y="3533013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9748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4093729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4105656"/>
            <a:ext cx="310896" cy="310896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168896" y="4099941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4541825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4660657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4672584"/>
            <a:ext cx="310896" cy="310896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168896" y="4666869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5108753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5227585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5239512"/>
            <a:ext cx="310896" cy="310896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168896" y="5233797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5675681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5794513"/>
            <a:ext cx="731520" cy="371326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5806440"/>
            <a:ext cx="310896" cy="310896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168896" y="5800725"/>
            <a:ext cx="4734763" cy="358902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5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8 capítulos</a:t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4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4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4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8 capítulos</a:t>
            </a:r>
          </a:p>
        </p:txBody>
      </p:sp>
    </p:spTree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5669280" cy="6858000"/>
          </a:xfrm>
          <a:prstGeom prst="rect">
            <a:avLst/>
          </a:prstGeom>
        </p:spPr>
      </p:pic>
      <p:sp>
        <p:nvSpPr>
          <p:cNvPr id="3" name=""/>
          <p:cNvSpPr>
            <a:spLocks noGrp="1"/>
          </p:cNvSpPr>
          <p:nvPr>
            </p:nvPr>
        </p:nvSpPr>
        <p:spPr>
          <a:xfrm>
            <a:off x="6080760" y="566928"/>
            <a:ext cx="475488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BLOQUES: 13 CAPÍTULOS</a:t>
            </a:r>
          </a:p>
        </p:txBody>
      </p:sp>
      <p:sp>
        <p:nvSpPr>
          <p:cNvPr id="4" name="Título"/>
          <p:cNvSpPr>
            <a:spLocks noGrp="1"/>
          </p:cNvSpPr>
          <p:nvPr>
            <p:ph type="title"/>
          </p:nvPr>
        </p:nvSpPr>
        <p:spPr>
          <a:xfrm>
            <a:off x="6080760" y="786384"/>
            <a:ext cx="3657600" cy="566928"/>
          </a:xfrm>
        </p:spPr>
        <p:txBody>
          <a:bodyPr anchor="t">
            <a:noAutofit/>
          </a:bodyPr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300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Índice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6080760" y="16405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01</a:t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6720840" y="1664208"/>
            <a:ext cx="237744" cy="237744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7095744" y="16457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Perfil del encuestado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6172200" y="19632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6080760" y="20063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02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6720840" y="2029968"/>
            <a:ext cx="237744" cy="237744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7095744" y="20114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institucionales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6172200" y="23289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6080760" y="23720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03</a:t>
            </a:r>
          </a:p>
        </p:txBody>
      </p:sp>
      <p:pic>
        <p:nvPicPr>
          <p:cNvPr id="14" name="" descr=""/>
          <p:cNvPicPr>
            <a:picLocks noGrp="1"/>
          </p:cNvPicPr>
          <p:nvPr>
            </p:nvPr>
        </p:nvPicPr>
        <p:blipFill>
          <a:blip r:embed="rId5"/>
          <a:stretch>
            <a:fillRect/>
          </a:stretch>
        </p:blipFill>
        <p:spPr>
          <a:xfrm>
            <a:off x="6720840" y="2395728"/>
            <a:ext cx="237744" cy="237744"/>
          </a:xfrm>
          <a:prstGeom prst="rect">
            <a:avLst/>
          </a:prstGeom>
        </p:spPr>
      </p:pic>
      <p:sp>
        <p:nvSpPr>
          <p:cNvPr id="15" name=""/>
          <p:cNvSpPr>
            <a:spLocks noGrp="1"/>
          </p:cNvSpPr>
          <p:nvPr>
            </p:nvPr>
        </p:nvSpPr>
        <p:spPr>
          <a:xfrm>
            <a:off x="7095744" y="23772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Desarrollo de políticas institucionales</a:t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6172200" y="26947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6080760" y="27378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04</a:t>
            </a:r>
          </a:p>
        </p:txBody>
      </p:sp>
      <p:pic>
        <p:nvPicPr>
          <p:cNvPr id="18" name="" descr=""/>
          <p:cNvPicPr>
            <a:picLocks noGrp="1"/>
          </p:cNvPicPr>
          <p:nvPr>
            </p:nvPr>
        </p:nvPicPr>
        <p:blipFill>
          <a:blip r:embed="rId6"/>
          <a:stretch>
            <a:fillRect/>
          </a:stretch>
        </p:blipFill>
        <p:spPr>
          <a:xfrm>
            <a:off x="6720840" y="2761488"/>
            <a:ext cx="237744" cy="237744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/p:nvPr>
        </p:nvSpPr>
        <p:spPr>
          <a:xfrm>
            <a:off x="7095744" y="27430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organizacional, administrativa y financiera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6172200" y="30604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6080760" y="31035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05</a:t>
            </a:r>
          </a:p>
        </p:txBody>
      </p:sp>
      <p:pic>
        <p:nvPicPr>
          <p:cNvPr id="22" name="" descr=""/>
          <p:cNvPicPr>
            <a:picLocks noGrp="1"/>
          </p:cNvPicPr>
          <p:nvPr>
            </p:nvPr>
        </p:nvPicPr>
        <p:blipFill>
          <a:blip r:embed="rId7"/>
          <a:stretch>
            <a:fillRect/>
          </a:stretch>
        </p:blipFill>
        <p:spPr>
          <a:xfrm>
            <a:off x="6720840" y="3127248"/>
            <a:ext cx="237744" cy="237744"/>
          </a:xfrm>
          <a:prstGeom prst="rect">
            <a:avLst/>
          </a:prstGeom>
        </p:spPr>
      </p:pic>
      <p:sp>
        <p:nvSpPr>
          <p:cNvPr id="23" name=""/>
          <p:cNvSpPr>
            <a:spLocks noGrp="1"/>
          </p:cNvSpPr>
          <p:nvPr>
            </p:nvPr>
        </p:nvSpPr>
        <p:spPr>
          <a:xfrm>
            <a:off x="7095744" y="31087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Cuerpo académico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6172200" y="34262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6080760" y="34693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06</a:t>
            </a:r>
          </a:p>
        </p:txBody>
      </p:sp>
      <p:pic>
        <p:nvPicPr>
          <p:cNvPr id="26" name="" descr=""/>
          <p:cNvPicPr>
            <a:picLocks noGrp="1"/>
          </p:cNvPicPr>
          <p:nvPr>
            </p:nvPr>
        </p:nvPicPr>
        <p:blipFill>
          <a:blip r:embed="rId8"/>
          <a:stretch>
            <a:fillRect/>
          </a:stretch>
        </p:blipFill>
        <p:spPr>
          <a:xfrm>
            <a:off x="6720840" y="3493008"/>
            <a:ext cx="237744" cy="237744"/>
          </a:xfrm>
          <a:prstGeom prst="rect">
            <a:avLst/>
          </a:prstGeom>
        </p:spPr>
      </p:pic>
      <p:sp>
        <p:nvSpPr>
          <p:cNvPr id="27" name=""/>
          <p:cNvSpPr>
            <a:spLocks noGrp="1"/>
          </p:cNvSpPr>
          <p:nvPr>
            </p:nvPr>
        </p:nvSpPr>
        <p:spPr>
          <a:xfrm>
            <a:off x="7095744" y="34745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Estudiantes y graduados</a:t>
            </a:r>
          </a:p>
        </p:txBody>
      </p:sp>
      <p:sp>
        <p:nvSpPr>
          <p:cNvPr id="28" name=""/>
          <p:cNvSpPr>
            <a:spLocks noGrp="1"/>
          </p:cNvSpPr>
          <p:nvPr>
            </p:nvPr>
        </p:nvSpPr>
        <p:spPr>
          <a:xfrm>
            <a:off x="6172200" y="37920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9" name=""/>
          <p:cNvSpPr>
            <a:spLocks noGrp="1"/>
          </p:cNvSpPr>
          <p:nvPr>
            </p:nvPr>
        </p:nvSpPr>
        <p:spPr>
          <a:xfrm>
            <a:off x="6080760" y="38351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07</a:t>
            </a:r>
          </a:p>
        </p:txBody>
      </p:sp>
      <p:pic>
        <p:nvPicPr>
          <p:cNvPr id="30" name="" descr=""/>
          <p:cNvPicPr>
            <a:picLocks noGrp="1"/>
          </p:cNvPicPr>
          <p:nvPr>
            </p:nvPr>
        </p:nvPicPr>
        <p:blipFill>
          <a:blip r:embed="rId9"/>
          <a:stretch>
            <a:fillRect/>
          </a:stretch>
        </p:blipFill>
        <p:spPr>
          <a:xfrm>
            <a:off x="6720840" y="3858768"/>
            <a:ext cx="237744" cy="237744"/>
          </a:xfrm>
          <a:prstGeom prst="rect">
            <a:avLst/>
          </a:prstGeom>
        </p:spPr>
      </p:pic>
      <p:sp>
        <p:nvSpPr>
          <p:cNvPr id="31" name=""/>
          <p:cNvSpPr>
            <a:spLocks noGrp="1"/>
          </p:cNvSpPr>
          <p:nvPr>
            </p:nvPr>
        </p:nvSpPr>
        <p:spPr>
          <a:xfrm>
            <a:off x="7095744" y="38402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Infraestructura, instalaciones y recursos de apoyo</a:t>
            </a:r>
          </a:p>
        </p:txBody>
      </p:sp>
      <p:sp>
        <p:nvSpPr>
          <p:cNvPr id="32" name=""/>
          <p:cNvSpPr>
            <a:spLocks noGrp="1"/>
          </p:cNvSpPr>
          <p:nvPr>
            </p:nvPr>
        </p:nvSpPr>
        <p:spPr>
          <a:xfrm>
            <a:off x="6172200" y="41577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3" name=""/>
          <p:cNvSpPr>
            <a:spLocks noGrp="1"/>
          </p:cNvSpPr>
          <p:nvPr>
            </p:nvPr>
        </p:nvSpPr>
        <p:spPr>
          <a:xfrm>
            <a:off x="6080760" y="42008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08</a:t>
            </a:r>
          </a:p>
        </p:txBody>
      </p:sp>
      <p:pic>
        <p:nvPicPr>
          <p:cNvPr id="34" name="" descr=""/>
          <p:cNvPicPr>
            <a:picLocks noGrp="1"/>
          </p:cNvPicPr>
          <p:nvPr>
            </p:nvPr>
        </p:nvPicPr>
        <p:blipFill>
          <a:blip r:embed="rId10"/>
          <a:stretch>
            <a:fillRect/>
          </a:stretch>
        </p:blipFill>
        <p:spPr>
          <a:xfrm>
            <a:off x="6720840" y="4224528"/>
            <a:ext cx="237744" cy="237744"/>
          </a:xfrm>
          <a:prstGeom prst="rect">
            <a:avLst/>
          </a:prstGeom>
        </p:spPr>
      </p:pic>
      <p:sp>
        <p:nvSpPr>
          <p:cNvPr id="35" name=""/>
          <p:cNvSpPr>
            <a:spLocks noGrp="1"/>
          </p:cNvSpPr>
          <p:nvPr>
            </p:nvPr>
        </p:nvSpPr>
        <p:spPr>
          <a:xfrm>
            <a:off x="7095744" y="42060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Características del perfil de egreso</a:t>
            </a:r>
          </a:p>
        </p:txBody>
      </p:sp>
      <p:sp>
        <p:nvSpPr>
          <p:cNvPr id="36" name=""/>
          <p:cNvSpPr>
            <a:spLocks noGrp="1"/>
          </p:cNvSpPr>
          <p:nvPr>
            </p:nvPr>
        </p:nvSpPr>
        <p:spPr>
          <a:xfrm>
            <a:off x="6172200" y="452353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7" name=""/>
          <p:cNvSpPr>
            <a:spLocks noGrp="1"/>
          </p:cNvSpPr>
          <p:nvPr>
            </p:nvPr>
        </p:nvSpPr>
        <p:spPr>
          <a:xfrm>
            <a:off x="6080760" y="456663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09</a:t>
            </a:r>
          </a:p>
        </p:txBody>
      </p:sp>
      <p:pic>
        <p:nvPicPr>
          <p:cNvPr id="38" name="" descr=""/>
          <p:cNvPicPr>
            <a:picLocks noGrp="1"/>
          </p:cNvPicPr>
          <p:nvPr>
            </p:nvPr>
        </p:nvPicPr>
        <p:blipFill>
          <a:blip r:embed="rId11"/>
          <a:stretch>
            <a:fillRect/>
          </a:stretch>
        </p:blipFill>
        <p:spPr>
          <a:xfrm>
            <a:off x="6720840" y="4590288"/>
            <a:ext cx="237744" cy="237744"/>
          </a:xfrm>
          <a:prstGeom prst="rect">
            <a:avLst/>
          </a:prstGeom>
        </p:spPr>
      </p:pic>
      <p:sp>
        <p:nvSpPr>
          <p:cNvPr id="39" name=""/>
          <p:cNvSpPr>
            <a:spLocks noGrp="1"/>
          </p:cNvSpPr>
          <p:nvPr>
            </p:nvPr>
        </p:nvSpPr>
        <p:spPr>
          <a:xfrm>
            <a:off x="7095744" y="457181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Estructura curricular</a:t>
            </a:r>
          </a:p>
        </p:txBody>
      </p:sp>
      <p:sp>
        <p:nvSpPr>
          <p:cNvPr id="40" name=""/>
          <p:cNvSpPr>
            <a:spLocks noGrp="1"/>
          </p:cNvSpPr>
          <p:nvPr>
            </p:nvPr>
        </p:nvSpPr>
        <p:spPr>
          <a:xfrm>
            <a:off x="6172200" y="488929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1" name=""/>
          <p:cNvSpPr>
            <a:spLocks noGrp="1"/>
          </p:cNvSpPr>
          <p:nvPr>
            </p:nvPr>
        </p:nvSpPr>
        <p:spPr>
          <a:xfrm>
            <a:off x="6080760" y="493239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10</a:t>
            </a:r>
          </a:p>
        </p:txBody>
      </p:sp>
      <p:pic>
        <p:nvPicPr>
          <p:cNvPr id="42" name="" descr=""/>
          <p:cNvPicPr>
            <a:picLocks noGrp="1"/>
          </p:cNvPicPr>
          <p:nvPr>
            </p:nvPr>
        </p:nvPicPr>
        <p:blipFill>
          <a:blip r:embed="rId12"/>
          <a:stretch>
            <a:fillRect/>
          </a:stretch>
        </p:blipFill>
        <p:spPr>
          <a:xfrm>
            <a:off x="6720840" y="4956048"/>
            <a:ext cx="237744" cy="237744"/>
          </a:xfrm>
          <a:prstGeom prst="rect">
            <a:avLst/>
          </a:prstGeom>
        </p:spPr>
      </p:pic>
      <p:sp>
        <p:nvSpPr>
          <p:cNvPr id="43" name=""/>
          <p:cNvSpPr>
            <a:spLocks noGrp="1"/>
          </p:cNvSpPr>
          <p:nvPr>
            </p:nvPr>
        </p:nvSpPr>
        <p:spPr>
          <a:xfrm>
            <a:off x="7095744" y="493757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Vinculación con el medio y desarrollo sostenible</a:t>
            </a:r>
          </a:p>
        </p:txBody>
      </p:sp>
      <p:sp>
        <p:nvSpPr>
          <p:cNvPr id="44" name=""/>
          <p:cNvSpPr>
            <a:spLocks noGrp="1"/>
          </p:cNvSpPr>
          <p:nvPr>
            </p:nvPr>
        </p:nvSpPr>
        <p:spPr>
          <a:xfrm>
            <a:off x="6172200" y="525505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5" name=""/>
          <p:cNvSpPr>
            <a:spLocks noGrp="1"/>
          </p:cNvSpPr>
          <p:nvPr>
            </p:nvPr>
        </p:nvSpPr>
        <p:spPr>
          <a:xfrm>
            <a:off x="6080760" y="529815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11</a:t>
            </a:r>
          </a:p>
        </p:txBody>
      </p:sp>
      <p:pic>
        <p:nvPicPr>
          <p:cNvPr id="46" name="" descr=""/>
          <p:cNvPicPr>
            <a:picLocks noGrp="1"/>
          </p:cNvPicPr>
          <p:nvPr>
            </p:nvPr>
        </p:nvPicPr>
        <p:blipFill>
          <a:blip r:embed="rId13"/>
          <a:stretch>
            <a:fillRect/>
          </a:stretch>
        </p:blipFill>
        <p:spPr>
          <a:xfrm>
            <a:off x="6720840" y="5321808"/>
            <a:ext cx="237744" cy="237744"/>
          </a:xfrm>
          <a:prstGeom prst="rect">
            <a:avLst/>
          </a:prstGeom>
        </p:spPr>
      </p:pic>
      <p:sp>
        <p:nvSpPr>
          <p:cNvPr id="47" name=""/>
          <p:cNvSpPr>
            <a:spLocks noGrp="1"/>
          </p:cNvSpPr>
          <p:nvPr>
            </p:nvPr>
        </p:nvSpPr>
        <p:spPr>
          <a:xfrm>
            <a:off x="7095744" y="530333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Internacionalización integral</a:t>
            </a:r>
          </a:p>
        </p:txBody>
      </p:sp>
      <p:sp>
        <p:nvSpPr>
          <p:cNvPr id="48" name=""/>
          <p:cNvSpPr>
            <a:spLocks noGrp="1"/>
          </p:cNvSpPr>
          <p:nvPr>
            </p:nvPr>
        </p:nvSpPr>
        <p:spPr>
          <a:xfrm>
            <a:off x="6172200" y="562081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49" name=""/>
          <p:cNvSpPr>
            <a:spLocks noGrp="1"/>
          </p:cNvSpPr>
          <p:nvPr>
            </p:nvPr>
        </p:nvSpPr>
        <p:spPr>
          <a:xfrm>
            <a:off x="6080760" y="566391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12</a:t>
            </a:r>
          </a:p>
        </p:txBody>
      </p:sp>
      <p:pic>
        <p:nvPicPr>
          <p:cNvPr id="50" name="" descr=""/>
          <p:cNvPicPr>
            <a:picLocks noGrp="1"/>
          </p:cNvPicPr>
          <p:nvPr>
            </p:nvPr>
        </p:nvPicPr>
        <p:blipFill>
          <a:blip r:embed="rId14"/>
          <a:stretch>
            <a:fillRect/>
          </a:stretch>
        </p:blipFill>
        <p:spPr>
          <a:xfrm>
            <a:off x="6720840" y="5687568"/>
            <a:ext cx="237744" cy="237744"/>
          </a:xfrm>
          <a:prstGeom prst="rect">
            <a:avLst/>
          </a:prstGeom>
        </p:spPr>
      </p:pic>
      <p:sp>
        <p:nvSpPr>
          <p:cNvPr id="51" name=""/>
          <p:cNvSpPr>
            <a:spLocks noGrp="1"/>
          </p:cNvSpPr>
          <p:nvPr>
            </p:nvPr>
        </p:nvSpPr>
        <p:spPr>
          <a:xfrm>
            <a:off x="7095744" y="566909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Investigación, desarrollo e innovación (I+D+i)</a:t>
            </a:r>
          </a:p>
        </p:txBody>
      </p:sp>
      <p:sp>
        <p:nvSpPr>
          <p:cNvPr id="52" name=""/>
          <p:cNvSpPr>
            <a:spLocks noGrp="1"/>
          </p:cNvSpPr>
          <p:nvPr>
            </p:nvPr>
        </p:nvSpPr>
        <p:spPr>
          <a:xfrm>
            <a:off x="6172200" y="5986577"/>
            <a:ext cx="5731459" cy="4572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3" name=""/>
          <p:cNvSpPr>
            <a:spLocks noGrp="1"/>
          </p:cNvSpPr>
          <p:nvPr>
            </p:nvPr>
        </p:nvSpPr>
        <p:spPr>
          <a:xfrm>
            <a:off x="6080760" y="6029673"/>
            <a:ext cx="731520" cy="32163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1" u="none" strike="noStrike">
                <a:solidFill>
                  <a:srgbClr val="CA5651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</a:p>
        </p:txBody>
      </p:sp>
      <p:pic>
        <p:nvPicPr>
          <p:cNvPr id="54" name="" descr=""/>
          <p:cNvPicPr>
            <a:picLocks noGrp="1"/>
          </p:cNvPicPr>
          <p:nvPr>
            </p:nvPr>
        </p:nvPicPr>
        <p:blipFill>
          <a:blip r:embed="rId15"/>
          <a:stretch>
            <a:fillRect/>
          </a:stretch>
        </p:blipFill>
        <p:spPr>
          <a:xfrm>
            <a:off x="6720840" y="6053328"/>
            <a:ext cx="237744" cy="237744"/>
          </a:xfrm>
          <a:prstGeom prst="rect">
            <a:avLst/>
          </a:prstGeom>
        </p:spPr>
      </p:pic>
      <p:sp>
        <p:nvSpPr>
          <p:cNvPr id="55" name=""/>
          <p:cNvSpPr>
            <a:spLocks noGrp="1"/>
          </p:cNvSpPr>
          <p:nvPr>
            </p:nvPr>
        </p:nvSpPr>
        <p:spPr>
          <a:xfrm>
            <a:off x="7095744" y="6034850"/>
            <a:ext cx="4807915" cy="311277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5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Integridad y transparencia</a:t>
            </a:r>
          </a:p>
        </p:txBody>
      </p:sp>
      <p:sp>
        <p:nvSpPr>
          <p:cNvPr id="56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índice ilustrado: Geometría, bloques, 13 capítulos</a:t>
            </a:r>
          </a:p>
        </p:txBody>
      </p:sp>
      <p:sp>
        <p:nvSpPr>
          <p:cNvPr id="57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8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9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0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1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62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63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64" name=""/>
          <p:cNvSpPr>
            <a:spLocks noGrp="1"/>
          </p:cNvSpPr>
          <p:nvPr>
            </p:nvPr>
        </p:nvSpPr>
        <p:spPr>
          <a:xfrm>
            <a:off x="0" y="0"/>
            <a:ext cx="5669280" cy="68580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5" name=""/>
          <p:cNvSpPr>
            <a:spLocks noGrp="1"/>
          </p:cNvSpPr>
          <p:nvPr>
            </p:nvPr>
        </p:nvSpPr>
        <p:spPr>
          <a:xfrm>
            <a:off x="0" y="-182880"/>
            <a:ext cx="566928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ilustración, 15.75 x 19.05 cm</a:t>
            </a:r>
          </a:p>
        </p:txBody>
      </p:sp>
      <p:sp>
        <p:nvSpPr>
          <p:cNvPr id="66" name=""/>
          <p:cNvSpPr>
            <a:spLocks noGrp="1"/>
          </p:cNvSpPr>
          <p:nvPr>
            </p:nvPr>
        </p:nvSpPr>
        <p:spPr>
          <a:xfrm>
            <a:off x="6172200" y="1600200"/>
            <a:ext cx="5731459" cy="475488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67" name=""/>
          <p:cNvSpPr>
            <a:spLocks noGrp="1"/>
          </p:cNvSpPr>
          <p:nvPr>
            </p:nvPr>
        </p:nvSpPr>
        <p:spPr>
          <a:xfrm>
            <a:off x="6172200" y="1417320"/>
            <a:ext cx="5731459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lista, 15.92 x 13.21 cm</a:t>
            </a:r>
          </a:p>
        </p:txBody>
      </p:sp>
      <p:sp>
        <p:nvSpPr>
          <p:cNvPr id="68" name=""/>
          <p:cNvSpPr>
            <a:spLocks noGrp="1"/>
          </p:cNvSpPr>
          <p:nvPr>
            </p:nvPr>
        </p:nvSpPr>
        <p:spPr>
          <a:xfrm>
            <a:off x="7697419" y="6291072"/>
            <a:ext cx="3657600" cy="274320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Geometría, bloques, 13 capítulos</a:t>
            </a:r>
          </a:p>
        </p:txBody>
      </p:sp>
    </p:spTree>
  </p:cSld>
  <p:clrMapOvr>
    <a:masterClrMapping/>
  </p:clrMapOvr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AZUL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72784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6227064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72784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6227064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72784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6227064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FFFFFF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azul al pie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0" y="5897880"/>
            <a:ext cx="12191695" cy="96012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715000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de contacto, 33.87 x 2.67 cm</a:t>
            </a:r>
          </a:p>
        </p:txBody>
      </p:sp>
    </p:spTree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BANDA CLARA AL PIE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solidFill>
            <a:srgbClr val="FFFFFF">
              <a:alpha val="100000"/>
            </a:srgbClr>
          </a:solidFill>
          <a:ln w="3175" cap="rnd" cmpd="sng">
            <a:solidFill>
              <a:srgbClr val="FFFFF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0" y="5870448"/>
            <a:ext cx="12191695" cy="18288"/>
          </a:xfrm>
          <a:prstGeom prst="rect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6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6245352"/>
            <a:ext cx="219456" cy="219456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/p:nvPr>
        </p:nvSpPr>
        <p:spPr>
          <a:xfrm>
            <a:off x="1937360" y="619963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8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6245352"/>
            <a:ext cx="219456" cy="219456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/p:nvPr>
        </p:nvSpPr>
        <p:spPr>
          <a:xfrm>
            <a:off x="4646524" y="619963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6245352"/>
            <a:ext cx="219456" cy="219456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9044788" y="619963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banda clara al pie (layout «Contraportada», logo centrado, contacto con íconos de Lucide)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0" y="5870448"/>
            <a:ext cx="12191695" cy="91440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5687568"/>
            <a:ext cx="121916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banda clara, 33.87 x 2.54 cm</a:t>
            </a:r>
          </a:p>
        </p:txBody>
      </p:sp>
    </p:spTree>
  </p:cSld>
  <p:clrMapOvr>
    <a:masterClrMapping/>
  </p:clrMapOvr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BAJO EL LOGO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5684368" y="4782312"/>
            <a:ext cx="822960" cy="18288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1736192" y="5056632"/>
            <a:ext cx="219456" cy="219456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1937360" y="5010912"/>
            <a:ext cx="20690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pic>
        <p:nvPicPr>
          <p:cNvPr id="7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4445356" y="5056632"/>
            <a:ext cx="219456" cy="219456"/>
          </a:xfrm>
          <a:prstGeom prst="rect">
            <a:avLst/>
          </a:prstGeom>
        </p:spPr>
      </p:pic>
      <p:sp>
        <p:nvSpPr>
          <p:cNvPr id="8" name=""/>
          <p:cNvSpPr>
            <a:spLocks noGrp="1"/>
          </p:cNvSpPr>
          <p:nvPr>
            </p:nvPr>
        </p:nvSpPr>
        <p:spPr>
          <a:xfrm>
            <a:off x="4646524" y="5010912"/>
            <a:ext cx="37581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pic>
        <p:nvPicPr>
          <p:cNvPr id="9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8843620" y="5056632"/>
            <a:ext cx="219456" cy="219456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/p:nvPr>
        </p:nvSpPr>
        <p:spPr>
          <a:xfrm>
            <a:off x="9044788" y="5010912"/>
            <a:ext cx="1611884" cy="292608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bajo el logo (layout «Contraportada», logo centrado, contacto con íconos de Lucide)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5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6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914400" y="1975104"/>
            <a:ext cx="10362895" cy="3355848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914400" y="1792224"/>
            <a:ext cx="10362895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una fila, 28.79 x 9.32 cm</a:t>
            </a:r>
          </a:p>
        </p:txBody>
      </p:sp>
    </p:spTree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0" y="5897880"/>
            <a:ext cx="12191695" cy="868680"/>
          </a:xfrm>
          <a:prstGeom prst="rect">
            <a:avLst/>
          </a:prstGeom>
          <a:solidFill>
            <a:srgbClr val="F2F2F2">
              <a:alpha val="100000"/>
            </a:srgbClr>
          </a:solidFill>
          <a:ln w="3175" cap="rnd" cmpd="sng">
            <a:solidFill>
              <a:srgbClr val="F2F2F2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288036" y="320040"/>
            <a:ext cx="5486400" cy="237744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CIERRE: CONTACTO EN TRES COLUMNAS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206334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5" name="" descr=""/>
          <p:cNvPicPr>
            <a:picLocks noGrp="1"/>
          </p:cNvPicPr>
          <p:nvPr>
            </p:nvPr>
        </p:nvPicPr>
        <p:blipFill>
          <a:blip r:embed="rId2"/>
          <a:stretch>
            <a:fillRect/>
          </a:stretch>
        </p:blipFill>
        <p:spPr>
          <a:xfrm>
            <a:off x="2155515" y="4965924"/>
            <a:ext cx="199705" cy="199705"/>
          </a:xfrm>
          <a:prstGeom prst="rect">
            <a:avLst/>
          </a:prstGeom>
        </p:spPr>
      </p:pic>
      <p:sp>
        <p:nvSpPr>
          <p:cNvPr id="6" name=""/>
          <p:cNvSpPr>
            <a:spLocks noGrp="1"/>
          </p:cNvSpPr>
          <p:nvPr>
            </p:nvPr>
        </p:nvSpPr>
        <p:spPr>
          <a:xfrm>
            <a:off x="33512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CORREO</a:t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42656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417560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590382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0" name="" descr=""/>
          <p:cNvPicPr>
            <a:picLocks noGrp="1"/>
          </p:cNvPicPr>
          <p:nvPr>
            </p:nvPr>
        </p:nvPicPr>
        <p:blipFill>
          <a:blip r:embed="rId3"/>
          <a:stretch>
            <a:fillRect/>
          </a:stretch>
        </p:blipFill>
        <p:spPr>
          <a:xfrm>
            <a:off x="5995995" y="4965924"/>
            <a:ext cx="199705" cy="199705"/>
          </a:xfrm>
          <a:prstGeom prst="rect">
            <a:avLst/>
          </a:prstGeom>
        </p:spPr>
      </p:pic>
      <p:sp>
        <p:nvSpPr>
          <p:cNvPr id="11" name=""/>
          <p:cNvSpPr>
            <a:spLocks noGrp="1"/>
          </p:cNvSpPr>
          <p:nvPr>
            </p:nvPr>
        </p:nvSpPr>
        <p:spPr>
          <a:xfrm>
            <a:off x="417560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DIRECCIÓN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426704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13" name=""/>
          <p:cNvSpPr>
            <a:spLocks noGrp="1"/>
          </p:cNvSpPr>
          <p:nvPr>
            </p:nvPr>
        </p:nvSpPr>
        <p:spPr>
          <a:xfrm>
            <a:off x="8016088" y="4919472"/>
            <a:ext cx="7315" cy="1005840"/>
          </a:xfrm>
          <a:prstGeom prst="rect">
            <a:avLst/>
          </a:prstGeom>
          <a:solidFill>
            <a:srgbClr val="D5D9DF">
              <a:alpha val="100000"/>
            </a:srgbClr>
          </a:solidFill>
          <a:ln w="3175" cap="rnd" cmpd="sng">
            <a:solidFill>
              <a:srgbClr val="D5D9DF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4" name=""/>
          <p:cNvSpPr>
            <a:spLocks noGrp="1"/>
          </p:cNvSpPr>
          <p:nvPr>
            </p:nvPr>
        </p:nvSpPr>
        <p:spPr>
          <a:xfrm>
            <a:off x="9744304" y="4873752"/>
            <a:ext cx="384048" cy="384048"/>
          </a:xfrm>
          <a:prstGeom prst="ellipse">
            <a:avLst/>
          </a:prstGeom>
          <a:solidFill>
            <a:srgbClr val="081F5C">
              <a:alpha val="100000"/>
            </a:srgbClr>
          </a:solidFill>
          <a:ln w="3175" cap="rnd" cmpd="sng">
            <a:solidFill>
              <a:srgbClr val="081F5C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pic>
        <p:nvPicPr>
          <p:cNvPr id="15" name="" descr=""/>
          <p:cNvPicPr>
            <a:picLocks noGrp="1"/>
          </p:cNvPicPr>
          <p:nvPr>
            </p:nvPr>
        </p:nvPicPr>
        <p:blipFill>
          <a:blip r:embed="rId4"/>
          <a:stretch>
            <a:fillRect/>
          </a:stretch>
        </p:blipFill>
        <p:spPr>
          <a:xfrm>
            <a:off x="9836475" y="4965924"/>
            <a:ext cx="199705" cy="199705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/p:nvPr>
        </p:nvSpPr>
        <p:spPr>
          <a:xfrm>
            <a:off x="8016088" y="5330952"/>
            <a:ext cx="3840480" cy="237744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5A648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WEB</a:t>
            </a:r>
          </a:p>
        </p:txBody>
      </p:sp>
      <p:sp>
        <p:nvSpPr>
          <p:cNvPr id="17" name=""/>
          <p:cNvSpPr>
            <a:spLocks noGrp="1"/>
          </p:cNvSpPr>
          <p:nvPr>
            </p:nvPr>
        </p:nvSpPr>
        <p:spPr>
          <a:xfrm>
            <a:off x="8107528" y="5568696"/>
            <a:ext cx="3657600" cy="292608"/>
          </a:xfrm>
          <a:prstGeom prst="rect">
            <a:avLst/>
          </a:prstGeom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18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Propuesta de cierre: contacto en tres columnas (layout «Contraportada», logo centrado, contacto con íconos de Lucide)</a:t>
            </a:r>
          </a:p>
        </p:txBody>
      </p:sp>
      <p:sp>
        <p:nvSpPr>
          <p:cNvPr id="19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0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1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2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3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24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25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  <p:sp>
        <p:nvSpPr>
          <p:cNvPr id="26" name=""/>
          <p:cNvSpPr>
            <a:spLocks noGrp="1"/>
          </p:cNvSpPr>
          <p:nvPr>
            </p:nvPr>
        </p:nvSpPr>
        <p:spPr>
          <a:xfrm>
            <a:off x="335128" y="4873752"/>
            <a:ext cx="11521440" cy="1051560"/>
          </a:xfrm>
          <a:prstGeom prst="rect">
            <a:avLst/>
          </a:prstGeom>
          <a:ln w="9525" cap="rnd" cmpd="sng">
            <a:solidFill>
              <a:srgbClr val="E0218A">
                <a:alpha val="100000"/>
              </a:srgbClr>
            </a:solidFill>
            <a:prstDash val="dash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27" name=""/>
          <p:cNvSpPr>
            <a:spLocks noGrp="1"/>
          </p:cNvSpPr>
          <p:nvPr>
            </p:nvPr>
        </p:nvSpPr>
        <p:spPr>
          <a:xfrm>
            <a:off x="335128" y="4690872"/>
            <a:ext cx="11521440" cy="18288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logo y contacto en tres columnas, 32.00 x 2.92 cm</a:t>
            </a:r>
          </a:p>
        </p:txBody>
      </p:sp>
    </p:spTree>
  </p:cSld>
  <p:clrMapOvr>
    <a:masterClrMapping/>
  </p:clrMapOvr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/p:nvPr>
        </p:nvSpPr>
        <p:spPr>
          <a:xfrm>
            <a:off x="987552" y="6126480"/>
            <a:ext cx="2194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pulsopucp@pucp.edu.pe</a:t>
            </a:r>
          </a:p>
        </p:txBody>
      </p:sp>
      <p:sp>
        <p:nvSpPr>
          <p:cNvPr id="3" name=""/>
          <p:cNvSpPr>
            <a:spLocks noGrp="1"/>
          </p:cNvSpPr>
          <p:nvPr>
            </p:nvPr>
        </p:nvSpPr>
        <p:spPr>
          <a:xfrm>
            <a:off x="4754880" y="6117336"/>
            <a:ext cx="448056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Av. Universitaria 1801, San Miguel, Lima 32, Perú</a:t>
            </a:r>
          </a:p>
        </p:txBody>
      </p:sp>
      <p:sp>
        <p:nvSpPr>
          <p:cNvPr id="4" name=""/>
          <p:cNvSpPr>
            <a:spLocks noGrp="1"/>
          </p:cNvSpPr>
          <p:nvPr>
            </p:nvPr>
        </p:nvSpPr>
        <p:spPr>
          <a:xfrm>
            <a:off x="10213848" y="6135624"/>
            <a:ext cx="1645920" cy="36576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200" i="0" b="0" u="none" strike="noStrike">
                <a:solidFill>
                  <a:srgbClr val="081F5C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pulso.pucp.edu.pe</a:t>
            </a:r>
          </a:p>
        </p:txBody>
      </p:sp>
      <p:sp>
        <p:nvSpPr>
          <p:cNvPr id="5" name=""/>
          <p:cNvSpPr>
            <a:spLocks noGrp="1"/>
          </p:cNvSpPr>
          <p:nvPr>
            </p:nvPr>
        </p:nvSpPr>
        <p:spPr>
          <a:xfrm>
            <a:off x="5516575" y="6583680"/>
            <a:ext cx="6400800" cy="237744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E0218A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Motor: layout «Contraportada» de la plantilla (cierre de todos los informes entregados)</a:t>
            </a:r>
          </a:p>
        </p:txBody>
      </p:sp>
      <p:sp>
        <p:nvSpPr>
          <p:cNvPr id="6" name=""/>
          <p:cNvSpPr>
            <a:spLocks noGrp="1"/>
          </p:cNvSpPr>
          <p:nvPr>
            </p:nvPr>
        </p:nvSpPr>
        <p:spPr>
          <a:xfrm>
            <a:off x="284378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7" name=""/>
          <p:cNvSpPr>
            <a:spLocks noGrp="1"/>
          </p:cNvSpPr>
          <p:nvPr>
            </p:nvPr>
        </p:nvSpPr>
        <p:spPr>
          <a:xfrm>
            <a:off x="11900002" y="0"/>
            <a:ext cx="7315" cy="6858000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8" name=""/>
          <p:cNvSpPr>
            <a:spLocks noGrp="1"/>
          </p:cNvSpPr>
          <p:nvPr>
            </p:nvPr>
        </p:nvSpPr>
        <p:spPr>
          <a:xfrm>
            <a:off x="0" y="320954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9" name=""/>
          <p:cNvSpPr>
            <a:spLocks noGrp="1"/>
          </p:cNvSpPr>
          <p:nvPr>
            </p:nvPr>
        </p:nvSpPr>
        <p:spPr>
          <a:xfrm>
            <a:off x="0" y="1505102"/>
            <a:ext cx="12191695" cy="7315"/>
          </a:xfrm>
          <a:prstGeom prst="rect">
            <a:avLst/>
          </a:prstGeom>
          <a:solidFill>
            <a:srgbClr val="00A3E0">
              <a:alpha val="100000"/>
            </a:srgbClr>
          </a:solidFill>
          <a:ln w="3175" cap="rnd" cmpd="sng">
            <a:solidFill>
              <a:srgbClr val="00A3E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r>
              <a:rPr/>
              <a:t/>
            </a:r>
          </a:p>
        </p:txBody>
      </p:sp>
      <p:sp>
        <p:nvSpPr>
          <p:cNvPr id="10" name=""/>
          <p:cNvSpPr>
            <a:spLocks noGrp="1"/>
          </p:cNvSpPr>
          <p:nvPr>
            </p:nvPr>
        </p:nvSpPr>
        <p:spPr>
          <a:xfrm>
            <a:off x="315468" y="6583680"/>
            <a:ext cx="1828800" cy="228600"/>
          </a:xfrm>
          <a:prstGeom prst="rect">
            <a:avLst/>
          </a:prstGeom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margen 0.80 cm</a:t>
            </a:r>
          </a:p>
        </p:txBody>
      </p:sp>
      <p:sp>
        <p:nvSpPr>
          <p:cNvPr id="11" name=""/>
          <p:cNvSpPr>
            <a:spLocks noGrp="1"/>
          </p:cNvSpPr>
          <p:nvPr>
            </p:nvPr>
        </p:nvSpPr>
        <p:spPr>
          <a:xfrm>
            <a:off x="9814255" y="105156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título y = 0.90 cm</a:t>
            </a:r>
          </a:p>
        </p:txBody>
      </p:sp>
      <p:sp>
        <p:nvSpPr>
          <p:cNvPr id="12" name=""/>
          <p:cNvSpPr>
            <a:spLocks noGrp="1"/>
          </p:cNvSpPr>
          <p:nvPr>
            </p:nvPr>
        </p:nvSpPr>
        <p:spPr>
          <a:xfrm>
            <a:off x="9814255" y="1289304"/>
            <a:ext cx="2286000" cy="219456"/>
          </a:xfrm>
          <a:prstGeom prst="rect">
            <a:avLst/>
          </a:prstGeom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00A3E0">
                    <a:alpha val="100000"/>
                  </a:srgbClr>
                </a:solidFill>
                <a:latin typeface="Arial"/>
                <a:ea typeface="Arial"/>
                <a:cs typeface="Arial"/>
                <a:sym typeface="Arial"/>
              </a:rPr>
              <a:t>datos y = 4.19 cm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ns1="http://schemas.microsoft.com/office/thememl/2012/main" name="Office Theme">
  <a:themeElements>
    <a:clrScheme name="Office">
      <a:dk1>
        <a:srgbClr val="081F5C"/>
      </a:dk1>
      <a:lt1>
        <a:srgbClr val="FFFFFF"/>
      </a:lt1>
      <a:dk2>
        <a:srgbClr val="081F5C"/>
      </a:dk2>
      <a:lt2>
        <a:srgbClr val="F2F2F2"/>
      </a:lt2>
      <a:accent1>
        <a:srgbClr val="081F5C"/>
      </a:accent1>
      <a:accent2>
        <a:srgbClr val="CA5651"/>
      </a:accent2>
      <a:accent3>
        <a:srgbClr val="85BB85"/>
      </a:accent3>
      <a:accent4>
        <a:srgbClr val="EFD25E"/>
      </a:accent4>
      <a:accent5>
        <a:srgbClr val="BFBFBF"/>
      </a:accent5>
      <a:accent6>
        <a:srgbClr val="E4A34C"/>
      </a:accent6>
      <a:hlink>
        <a:srgbClr val="7594CC"/>
      </a:hlink>
      <a:folHlink>
        <a:srgbClr val="9688D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>
        <a:spAutoFit/>
      </a:bodyPr>
      <a:lstStyle>
        <a:defPPr algn="l">
          <a:defRPr sz="1800" b="1" i="0" u="none" strike="noStrike" dirty="0" smtClean="0">
            <a:solidFill>
              <a:srgbClr val="081F5C"/>
            </a:solidFill>
            <a:effectLst/>
            <a:latin typeface="Arial" panose="020B0604020202020204" pitchFamily="34" charset="0"/>
            <a:cs typeface="Arial" panose="020B0604020202020204" pitchFamily="34" charset="0"/>
          </a:defRPr>
        </a:defPPr>
      </a:lstStyle>
    </a:txDef>
  </a:objectDefaults>
  <a:extraClrSchemeLst/>
  <a:extLst>
    <a:ext uri="{05A4C25C-085E-4340-85A3-A5531E510DB2}">
      <ns1:themeFamily name="Presentación1" id="{B1CB6F6B-24A1-6F49-B872-82DD1AF8E1E6}" vid="{DD329C6C-F619-234E-8D9B-2B4F242E03AD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327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205</TotalTime>
  <Words>1</Words>
  <Application>Microsoft Macintosh PowerPoint</Application>
  <PresentationFormat>Panorámica</PresentationFormat>
  <Paragraphs>1</Paragraphs>
  <Slides>8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2" baseType="lpstr">
      <vt:lpstr>Aptos</vt:lpstr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ESTUDIO DE OPINIÓN EN EL MARCO DE LA ACREDITACIÓN DE LA CARRERA DE COMUNICACIÓN PARA EL DESARROLLO DE LA PUCP</dc:title>
  <dc:creator>Por encargo de PULSO PUCP</dc:creator>
  <cp:keywords/>
  <cp:lastModifiedBy>gonzaloalmendariz</cp:lastModifiedBy>
  <cp:revision>73</cp:revision>
  <dcterms:created xsi:type="dcterms:W3CDTF">2025-07-16T05:29:30Z</dcterms:created>
  <dcterms:modified xsi:type="dcterms:W3CDTF">2026-10-08T07:25:01Z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16 de julio de 2025</vt:lpwstr>
  </property>
  <property fmtid="{D5CDD505-2E9C-101B-9397-08002B2CF9AE}" pid="3" name="output">
    <vt:lpwstr>pulsoreport::pptx_slides</vt:lpwstr>
  </property>
  <property fmtid="{D5CDD505-2E9C-101B-9397-08002B2CF9AE}" pid="4" name="params">
    <vt:lpwstr/>
  </property>
  <property fmtid="{D5CDD505-2E9C-101B-9397-08002B2CF9AE}" pid="5" name="subtitle">
    <vt:lpwstr>Informe Consolidado</vt:lpwstr>
  </property>
</Properties>
</file>